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50DAE54C-1A24-478A-B50B-3820F8BD1A18}"/>
              </a:ext>
            </a:extLst>
          </p:cNvPr>
          <p:cNvGrpSpPr/>
          <p:nvPr/>
        </p:nvGrpSpPr>
        <p:grpSpPr>
          <a:xfrm>
            <a:off x="245375" y="533400"/>
            <a:ext cx="5586201" cy="6949819"/>
            <a:chOff x="245375" y="533400"/>
            <a:chExt cx="5586201" cy="6949819"/>
          </a:xfrm>
        </p:grpSpPr>
        <p:sp>
          <p:nvSpPr>
            <p:cNvPr id="3383" name="타원 3382">
              <a:extLst>
                <a:ext uri="{FF2B5EF4-FFF2-40B4-BE49-F238E27FC236}">
                  <a16:creationId xmlns:a16="http://schemas.microsoft.com/office/drawing/2014/main" id="{9C6BE98D-A95D-4A13-A1A6-CBA0D552B6B1}"/>
                </a:ext>
              </a:extLst>
            </p:cNvPr>
            <p:cNvSpPr/>
            <p:nvPr/>
          </p:nvSpPr>
          <p:spPr>
            <a:xfrm>
              <a:off x="245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4" name="타원 3383">
              <a:extLst>
                <a:ext uri="{FF2B5EF4-FFF2-40B4-BE49-F238E27FC236}">
                  <a16:creationId xmlns:a16="http://schemas.microsoft.com/office/drawing/2014/main" id="{E8D13D92-AD58-45A1-8FF6-6681790E8FD7}"/>
                </a:ext>
              </a:extLst>
            </p:cNvPr>
            <p:cNvSpPr/>
            <p:nvPr/>
          </p:nvSpPr>
          <p:spPr>
            <a:xfrm>
              <a:off x="397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5" name="타원 3384">
              <a:extLst>
                <a:ext uri="{FF2B5EF4-FFF2-40B4-BE49-F238E27FC236}">
                  <a16:creationId xmlns:a16="http://schemas.microsoft.com/office/drawing/2014/main" id="{F96921E8-DD6B-4EF0-975E-E975543F208F}"/>
                </a:ext>
              </a:extLst>
            </p:cNvPr>
            <p:cNvSpPr/>
            <p:nvPr/>
          </p:nvSpPr>
          <p:spPr>
            <a:xfrm>
              <a:off x="550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6" name="타원 3385">
              <a:extLst>
                <a:ext uri="{FF2B5EF4-FFF2-40B4-BE49-F238E27FC236}">
                  <a16:creationId xmlns:a16="http://schemas.microsoft.com/office/drawing/2014/main" id="{39C86E26-0202-4365-9A98-3F4F6CE19FC0}"/>
                </a:ext>
              </a:extLst>
            </p:cNvPr>
            <p:cNvSpPr/>
            <p:nvPr/>
          </p:nvSpPr>
          <p:spPr>
            <a:xfrm>
              <a:off x="702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7" name="타원 3386">
              <a:extLst>
                <a:ext uri="{FF2B5EF4-FFF2-40B4-BE49-F238E27FC236}">
                  <a16:creationId xmlns:a16="http://schemas.microsoft.com/office/drawing/2014/main" id="{4DA7280A-662C-4D75-907F-101531BF241D}"/>
                </a:ext>
              </a:extLst>
            </p:cNvPr>
            <p:cNvSpPr/>
            <p:nvPr/>
          </p:nvSpPr>
          <p:spPr>
            <a:xfrm>
              <a:off x="854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8" name="타원 3387">
              <a:extLst>
                <a:ext uri="{FF2B5EF4-FFF2-40B4-BE49-F238E27FC236}">
                  <a16:creationId xmlns:a16="http://schemas.microsoft.com/office/drawing/2014/main" id="{A5E8835F-72CA-45F6-AAD0-41F556CE9F73}"/>
                </a:ext>
              </a:extLst>
            </p:cNvPr>
            <p:cNvSpPr/>
            <p:nvPr/>
          </p:nvSpPr>
          <p:spPr>
            <a:xfrm>
              <a:off x="1007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89" name="타원 3388">
              <a:extLst>
                <a:ext uri="{FF2B5EF4-FFF2-40B4-BE49-F238E27FC236}">
                  <a16:creationId xmlns:a16="http://schemas.microsoft.com/office/drawing/2014/main" id="{D671C20B-9576-4ABB-B2F7-B8397BF65AC2}"/>
                </a:ext>
              </a:extLst>
            </p:cNvPr>
            <p:cNvSpPr/>
            <p:nvPr/>
          </p:nvSpPr>
          <p:spPr>
            <a:xfrm>
              <a:off x="1159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0" name="타원 3389">
              <a:extLst>
                <a:ext uri="{FF2B5EF4-FFF2-40B4-BE49-F238E27FC236}">
                  <a16:creationId xmlns:a16="http://schemas.microsoft.com/office/drawing/2014/main" id="{1CF1A1A0-D714-42C0-9122-D58F9D23686A}"/>
                </a:ext>
              </a:extLst>
            </p:cNvPr>
            <p:cNvSpPr/>
            <p:nvPr/>
          </p:nvSpPr>
          <p:spPr>
            <a:xfrm>
              <a:off x="1312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1" name="타원 3390">
              <a:extLst>
                <a:ext uri="{FF2B5EF4-FFF2-40B4-BE49-F238E27FC236}">
                  <a16:creationId xmlns:a16="http://schemas.microsoft.com/office/drawing/2014/main" id="{6713C048-54FF-485F-AB94-E139279FBEB0}"/>
                </a:ext>
              </a:extLst>
            </p:cNvPr>
            <p:cNvSpPr/>
            <p:nvPr/>
          </p:nvSpPr>
          <p:spPr>
            <a:xfrm>
              <a:off x="1464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2" name="타원 3391">
              <a:extLst>
                <a:ext uri="{FF2B5EF4-FFF2-40B4-BE49-F238E27FC236}">
                  <a16:creationId xmlns:a16="http://schemas.microsoft.com/office/drawing/2014/main" id="{D0CB1B9B-6006-4720-871B-D107F0774D7C}"/>
                </a:ext>
              </a:extLst>
            </p:cNvPr>
            <p:cNvSpPr/>
            <p:nvPr/>
          </p:nvSpPr>
          <p:spPr>
            <a:xfrm>
              <a:off x="1616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3" name="타원 3392">
              <a:extLst>
                <a:ext uri="{FF2B5EF4-FFF2-40B4-BE49-F238E27FC236}">
                  <a16:creationId xmlns:a16="http://schemas.microsoft.com/office/drawing/2014/main" id="{C6929722-EE58-44FF-BD7C-7CBABB47964D}"/>
                </a:ext>
              </a:extLst>
            </p:cNvPr>
            <p:cNvSpPr/>
            <p:nvPr/>
          </p:nvSpPr>
          <p:spPr>
            <a:xfrm>
              <a:off x="1769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4" name="타원 3393">
              <a:extLst>
                <a:ext uri="{FF2B5EF4-FFF2-40B4-BE49-F238E27FC236}">
                  <a16:creationId xmlns:a16="http://schemas.microsoft.com/office/drawing/2014/main" id="{9877B061-A446-4F15-8A23-B7EBE0028ABB}"/>
                </a:ext>
              </a:extLst>
            </p:cNvPr>
            <p:cNvSpPr/>
            <p:nvPr/>
          </p:nvSpPr>
          <p:spPr>
            <a:xfrm>
              <a:off x="1921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5" name="타원 3394">
              <a:extLst>
                <a:ext uri="{FF2B5EF4-FFF2-40B4-BE49-F238E27FC236}">
                  <a16:creationId xmlns:a16="http://schemas.microsoft.com/office/drawing/2014/main" id="{DA5F5F97-A374-4CF7-B1F4-F7B2DA85CAF2}"/>
                </a:ext>
              </a:extLst>
            </p:cNvPr>
            <p:cNvSpPr/>
            <p:nvPr/>
          </p:nvSpPr>
          <p:spPr>
            <a:xfrm>
              <a:off x="2074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6" name="타원 3395">
              <a:extLst>
                <a:ext uri="{FF2B5EF4-FFF2-40B4-BE49-F238E27FC236}">
                  <a16:creationId xmlns:a16="http://schemas.microsoft.com/office/drawing/2014/main" id="{D5A2DE86-539C-4B4D-B4E7-B257EE84692D}"/>
                </a:ext>
              </a:extLst>
            </p:cNvPr>
            <p:cNvSpPr/>
            <p:nvPr/>
          </p:nvSpPr>
          <p:spPr>
            <a:xfrm>
              <a:off x="2226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7" name="타원 3396">
              <a:extLst>
                <a:ext uri="{FF2B5EF4-FFF2-40B4-BE49-F238E27FC236}">
                  <a16:creationId xmlns:a16="http://schemas.microsoft.com/office/drawing/2014/main" id="{8F0A6994-B2F5-47A5-A123-EB7A6D236362}"/>
                </a:ext>
              </a:extLst>
            </p:cNvPr>
            <p:cNvSpPr/>
            <p:nvPr/>
          </p:nvSpPr>
          <p:spPr>
            <a:xfrm>
              <a:off x="2378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8" name="타원 3397">
              <a:extLst>
                <a:ext uri="{FF2B5EF4-FFF2-40B4-BE49-F238E27FC236}">
                  <a16:creationId xmlns:a16="http://schemas.microsoft.com/office/drawing/2014/main" id="{2594D006-E039-44ED-8EAE-F8EFA3DAED98}"/>
                </a:ext>
              </a:extLst>
            </p:cNvPr>
            <p:cNvSpPr/>
            <p:nvPr/>
          </p:nvSpPr>
          <p:spPr>
            <a:xfrm>
              <a:off x="2531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99" name="타원 3398">
              <a:extLst>
                <a:ext uri="{FF2B5EF4-FFF2-40B4-BE49-F238E27FC236}">
                  <a16:creationId xmlns:a16="http://schemas.microsoft.com/office/drawing/2014/main" id="{AE047477-4F1B-4EBD-B370-F05DA35C4E81}"/>
                </a:ext>
              </a:extLst>
            </p:cNvPr>
            <p:cNvSpPr/>
            <p:nvPr/>
          </p:nvSpPr>
          <p:spPr>
            <a:xfrm>
              <a:off x="2683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0" name="타원 3399">
              <a:extLst>
                <a:ext uri="{FF2B5EF4-FFF2-40B4-BE49-F238E27FC236}">
                  <a16:creationId xmlns:a16="http://schemas.microsoft.com/office/drawing/2014/main" id="{8C840F6B-4281-432A-8898-99A88D29A993}"/>
                </a:ext>
              </a:extLst>
            </p:cNvPr>
            <p:cNvSpPr/>
            <p:nvPr/>
          </p:nvSpPr>
          <p:spPr>
            <a:xfrm>
              <a:off x="2836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1" name="타원 3400">
              <a:extLst>
                <a:ext uri="{FF2B5EF4-FFF2-40B4-BE49-F238E27FC236}">
                  <a16:creationId xmlns:a16="http://schemas.microsoft.com/office/drawing/2014/main" id="{2BD2CB73-DF78-49A3-815A-140D3A677ED2}"/>
                </a:ext>
              </a:extLst>
            </p:cNvPr>
            <p:cNvSpPr/>
            <p:nvPr/>
          </p:nvSpPr>
          <p:spPr>
            <a:xfrm>
              <a:off x="2988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2" name="타원 3401">
              <a:extLst>
                <a:ext uri="{FF2B5EF4-FFF2-40B4-BE49-F238E27FC236}">
                  <a16:creationId xmlns:a16="http://schemas.microsoft.com/office/drawing/2014/main" id="{E4A1EEEE-8154-4FAE-86DB-EBFBB84F4F90}"/>
                </a:ext>
              </a:extLst>
            </p:cNvPr>
            <p:cNvSpPr/>
            <p:nvPr/>
          </p:nvSpPr>
          <p:spPr>
            <a:xfrm>
              <a:off x="3140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3" name="타원 3402">
              <a:extLst>
                <a:ext uri="{FF2B5EF4-FFF2-40B4-BE49-F238E27FC236}">
                  <a16:creationId xmlns:a16="http://schemas.microsoft.com/office/drawing/2014/main" id="{42B60E28-3CB5-45F6-B48B-47DBDE43783F}"/>
                </a:ext>
              </a:extLst>
            </p:cNvPr>
            <p:cNvSpPr/>
            <p:nvPr/>
          </p:nvSpPr>
          <p:spPr>
            <a:xfrm>
              <a:off x="3293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4" name="타원 3403">
              <a:extLst>
                <a:ext uri="{FF2B5EF4-FFF2-40B4-BE49-F238E27FC236}">
                  <a16:creationId xmlns:a16="http://schemas.microsoft.com/office/drawing/2014/main" id="{6F5EE029-64C3-400B-8B0A-512495C79309}"/>
                </a:ext>
              </a:extLst>
            </p:cNvPr>
            <p:cNvSpPr/>
            <p:nvPr/>
          </p:nvSpPr>
          <p:spPr>
            <a:xfrm>
              <a:off x="3445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5" name="타원 3404">
              <a:extLst>
                <a:ext uri="{FF2B5EF4-FFF2-40B4-BE49-F238E27FC236}">
                  <a16:creationId xmlns:a16="http://schemas.microsoft.com/office/drawing/2014/main" id="{0C9124D3-AAE2-421D-BF7C-8CBAADB18F3F}"/>
                </a:ext>
              </a:extLst>
            </p:cNvPr>
            <p:cNvSpPr/>
            <p:nvPr/>
          </p:nvSpPr>
          <p:spPr>
            <a:xfrm>
              <a:off x="3598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6" name="타원 3405">
              <a:extLst>
                <a:ext uri="{FF2B5EF4-FFF2-40B4-BE49-F238E27FC236}">
                  <a16:creationId xmlns:a16="http://schemas.microsoft.com/office/drawing/2014/main" id="{B091AC64-C37B-4342-B1B7-5043EAF53A70}"/>
                </a:ext>
              </a:extLst>
            </p:cNvPr>
            <p:cNvSpPr/>
            <p:nvPr/>
          </p:nvSpPr>
          <p:spPr>
            <a:xfrm>
              <a:off x="3750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7" name="타원 3406">
              <a:extLst>
                <a:ext uri="{FF2B5EF4-FFF2-40B4-BE49-F238E27FC236}">
                  <a16:creationId xmlns:a16="http://schemas.microsoft.com/office/drawing/2014/main" id="{F5DBE1C7-01B8-4889-8A2B-348648698FBE}"/>
                </a:ext>
              </a:extLst>
            </p:cNvPr>
            <p:cNvSpPr/>
            <p:nvPr/>
          </p:nvSpPr>
          <p:spPr>
            <a:xfrm>
              <a:off x="3902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8" name="타원 3407">
              <a:extLst>
                <a:ext uri="{FF2B5EF4-FFF2-40B4-BE49-F238E27FC236}">
                  <a16:creationId xmlns:a16="http://schemas.microsoft.com/office/drawing/2014/main" id="{E3DD5F8F-B2BE-4D39-97E7-7FE9CCFA7B45}"/>
                </a:ext>
              </a:extLst>
            </p:cNvPr>
            <p:cNvSpPr/>
            <p:nvPr/>
          </p:nvSpPr>
          <p:spPr>
            <a:xfrm>
              <a:off x="4055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09" name="타원 3408">
              <a:extLst>
                <a:ext uri="{FF2B5EF4-FFF2-40B4-BE49-F238E27FC236}">
                  <a16:creationId xmlns:a16="http://schemas.microsoft.com/office/drawing/2014/main" id="{14A4C28E-C187-4FBE-BFB1-4BE0762FF4D1}"/>
                </a:ext>
              </a:extLst>
            </p:cNvPr>
            <p:cNvSpPr/>
            <p:nvPr/>
          </p:nvSpPr>
          <p:spPr>
            <a:xfrm>
              <a:off x="4207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0" name="타원 3409">
              <a:extLst>
                <a:ext uri="{FF2B5EF4-FFF2-40B4-BE49-F238E27FC236}">
                  <a16:creationId xmlns:a16="http://schemas.microsoft.com/office/drawing/2014/main" id="{A853F4F9-3347-4813-A813-838741F29FE7}"/>
                </a:ext>
              </a:extLst>
            </p:cNvPr>
            <p:cNvSpPr/>
            <p:nvPr/>
          </p:nvSpPr>
          <p:spPr>
            <a:xfrm>
              <a:off x="4360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1" name="타원 3410">
              <a:extLst>
                <a:ext uri="{FF2B5EF4-FFF2-40B4-BE49-F238E27FC236}">
                  <a16:creationId xmlns:a16="http://schemas.microsoft.com/office/drawing/2014/main" id="{B4A520AB-AE8A-49A9-B6A4-E39D5C7E9E13}"/>
                </a:ext>
              </a:extLst>
            </p:cNvPr>
            <p:cNvSpPr/>
            <p:nvPr/>
          </p:nvSpPr>
          <p:spPr>
            <a:xfrm>
              <a:off x="4512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2" name="타원 3411">
              <a:extLst>
                <a:ext uri="{FF2B5EF4-FFF2-40B4-BE49-F238E27FC236}">
                  <a16:creationId xmlns:a16="http://schemas.microsoft.com/office/drawing/2014/main" id="{0993E21F-CB44-4621-8C81-017B78676E4C}"/>
                </a:ext>
              </a:extLst>
            </p:cNvPr>
            <p:cNvSpPr/>
            <p:nvPr/>
          </p:nvSpPr>
          <p:spPr>
            <a:xfrm>
              <a:off x="4664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3" name="타원 3412">
              <a:extLst>
                <a:ext uri="{FF2B5EF4-FFF2-40B4-BE49-F238E27FC236}">
                  <a16:creationId xmlns:a16="http://schemas.microsoft.com/office/drawing/2014/main" id="{F39CFB9D-1A6D-4DB9-8DB6-944D36853B3E}"/>
                </a:ext>
              </a:extLst>
            </p:cNvPr>
            <p:cNvSpPr/>
            <p:nvPr/>
          </p:nvSpPr>
          <p:spPr>
            <a:xfrm>
              <a:off x="4817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4" name="타원 3413">
              <a:extLst>
                <a:ext uri="{FF2B5EF4-FFF2-40B4-BE49-F238E27FC236}">
                  <a16:creationId xmlns:a16="http://schemas.microsoft.com/office/drawing/2014/main" id="{A4ED485A-9763-46ED-94BC-DDCBE107DF85}"/>
                </a:ext>
              </a:extLst>
            </p:cNvPr>
            <p:cNvSpPr/>
            <p:nvPr/>
          </p:nvSpPr>
          <p:spPr>
            <a:xfrm>
              <a:off x="4969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5" name="타원 3414">
              <a:extLst>
                <a:ext uri="{FF2B5EF4-FFF2-40B4-BE49-F238E27FC236}">
                  <a16:creationId xmlns:a16="http://schemas.microsoft.com/office/drawing/2014/main" id="{15F0EC9E-0349-4CD3-9B55-A57DD646C838}"/>
                </a:ext>
              </a:extLst>
            </p:cNvPr>
            <p:cNvSpPr/>
            <p:nvPr/>
          </p:nvSpPr>
          <p:spPr>
            <a:xfrm>
              <a:off x="51221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6" name="타원 3415">
              <a:extLst>
                <a:ext uri="{FF2B5EF4-FFF2-40B4-BE49-F238E27FC236}">
                  <a16:creationId xmlns:a16="http://schemas.microsoft.com/office/drawing/2014/main" id="{7390190E-B970-47F1-A22E-F4047DE4D835}"/>
                </a:ext>
              </a:extLst>
            </p:cNvPr>
            <p:cNvSpPr/>
            <p:nvPr/>
          </p:nvSpPr>
          <p:spPr>
            <a:xfrm>
              <a:off x="52745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7" name="타원 3416">
              <a:extLst>
                <a:ext uri="{FF2B5EF4-FFF2-40B4-BE49-F238E27FC236}">
                  <a16:creationId xmlns:a16="http://schemas.microsoft.com/office/drawing/2014/main" id="{67D5AAF8-9EDC-4F06-802F-33BA24D27E2B}"/>
                </a:ext>
              </a:extLst>
            </p:cNvPr>
            <p:cNvSpPr/>
            <p:nvPr/>
          </p:nvSpPr>
          <p:spPr>
            <a:xfrm>
              <a:off x="54269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8" name="타원 3417">
              <a:extLst>
                <a:ext uri="{FF2B5EF4-FFF2-40B4-BE49-F238E27FC236}">
                  <a16:creationId xmlns:a16="http://schemas.microsoft.com/office/drawing/2014/main" id="{134A425A-1D57-476E-BDCD-8A6BBB476AA7}"/>
                </a:ext>
              </a:extLst>
            </p:cNvPr>
            <p:cNvSpPr/>
            <p:nvPr/>
          </p:nvSpPr>
          <p:spPr>
            <a:xfrm>
              <a:off x="55793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19" name="타원 3418">
              <a:extLst>
                <a:ext uri="{FF2B5EF4-FFF2-40B4-BE49-F238E27FC236}">
                  <a16:creationId xmlns:a16="http://schemas.microsoft.com/office/drawing/2014/main" id="{7E4A27B7-3295-44E0-BF34-59ED6A87AB4B}"/>
                </a:ext>
              </a:extLst>
            </p:cNvPr>
            <p:cNvSpPr/>
            <p:nvPr/>
          </p:nvSpPr>
          <p:spPr>
            <a:xfrm>
              <a:off x="5731775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0" name="타원 3419">
              <a:extLst>
                <a:ext uri="{FF2B5EF4-FFF2-40B4-BE49-F238E27FC236}">
                  <a16:creationId xmlns:a16="http://schemas.microsoft.com/office/drawing/2014/main" id="{E9F40A71-B9CB-43F1-A225-B397346BB4CC}"/>
                </a:ext>
              </a:extLst>
            </p:cNvPr>
            <p:cNvSpPr/>
            <p:nvPr/>
          </p:nvSpPr>
          <p:spPr>
            <a:xfrm>
              <a:off x="245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1" name="타원 3420">
              <a:extLst>
                <a:ext uri="{FF2B5EF4-FFF2-40B4-BE49-F238E27FC236}">
                  <a16:creationId xmlns:a16="http://schemas.microsoft.com/office/drawing/2014/main" id="{7156D915-0DC6-4F9C-804E-E4F5CFF1CD83}"/>
                </a:ext>
              </a:extLst>
            </p:cNvPr>
            <p:cNvSpPr/>
            <p:nvPr/>
          </p:nvSpPr>
          <p:spPr>
            <a:xfrm>
              <a:off x="397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2" name="타원 3421">
              <a:extLst>
                <a:ext uri="{FF2B5EF4-FFF2-40B4-BE49-F238E27FC236}">
                  <a16:creationId xmlns:a16="http://schemas.microsoft.com/office/drawing/2014/main" id="{3662F0CA-007A-4C65-BAD7-33FC1A8380D6}"/>
                </a:ext>
              </a:extLst>
            </p:cNvPr>
            <p:cNvSpPr/>
            <p:nvPr/>
          </p:nvSpPr>
          <p:spPr>
            <a:xfrm>
              <a:off x="550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3" name="타원 3422">
              <a:extLst>
                <a:ext uri="{FF2B5EF4-FFF2-40B4-BE49-F238E27FC236}">
                  <a16:creationId xmlns:a16="http://schemas.microsoft.com/office/drawing/2014/main" id="{DF88774A-B311-4F30-83EB-0A0920C10055}"/>
                </a:ext>
              </a:extLst>
            </p:cNvPr>
            <p:cNvSpPr/>
            <p:nvPr/>
          </p:nvSpPr>
          <p:spPr>
            <a:xfrm>
              <a:off x="702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4" name="타원 3423">
              <a:extLst>
                <a:ext uri="{FF2B5EF4-FFF2-40B4-BE49-F238E27FC236}">
                  <a16:creationId xmlns:a16="http://schemas.microsoft.com/office/drawing/2014/main" id="{B0C83724-F96B-44CD-8EB0-439AD07AC773}"/>
                </a:ext>
              </a:extLst>
            </p:cNvPr>
            <p:cNvSpPr/>
            <p:nvPr/>
          </p:nvSpPr>
          <p:spPr>
            <a:xfrm>
              <a:off x="854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5" name="타원 3424">
              <a:extLst>
                <a:ext uri="{FF2B5EF4-FFF2-40B4-BE49-F238E27FC236}">
                  <a16:creationId xmlns:a16="http://schemas.microsoft.com/office/drawing/2014/main" id="{16A10ED0-D56C-499E-BA5B-E23AA4AB8F11}"/>
                </a:ext>
              </a:extLst>
            </p:cNvPr>
            <p:cNvSpPr/>
            <p:nvPr/>
          </p:nvSpPr>
          <p:spPr>
            <a:xfrm>
              <a:off x="1007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6" name="타원 3425">
              <a:extLst>
                <a:ext uri="{FF2B5EF4-FFF2-40B4-BE49-F238E27FC236}">
                  <a16:creationId xmlns:a16="http://schemas.microsoft.com/office/drawing/2014/main" id="{9CAEBC9D-40DD-4BD9-B583-BFA13E6F6E27}"/>
                </a:ext>
              </a:extLst>
            </p:cNvPr>
            <p:cNvSpPr/>
            <p:nvPr/>
          </p:nvSpPr>
          <p:spPr>
            <a:xfrm>
              <a:off x="1159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7" name="타원 3426">
              <a:extLst>
                <a:ext uri="{FF2B5EF4-FFF2-40B4-BE49-F238E27FC236}">
                  <a16:creationId xmlns:a16="http://schemas.microsoft.com/office/drawing/2014/main" id="{D0E9FE43-6B08-4DFB-A0B4-C2408A13F874}"/>
                </a:ext>
              </a:extLst>
            </p:cNvPr>
            <p:cNvSpPr/>
            <p:nvPr/>
          </p:nvSpPr>
          <p:spPr>
            <a:xfrm>
              <a:off x="1312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8" name="타원 3427">
              <a:extLst>
                <a:ext uri="{FF2B5EF4-FFF2-40B4-BE49-F238E27FC236}">
                  <a16:creationId xmlns:a16="http://schemas.microsoft.com/office/drawing/2014/main" id="{84C7A15A-62CC-44A0-A293-EF75CB57B61C}"/>
                </a:ext>
              </a:extLst>
            </p:cNvPr>
            <p:cNvSpPr/>
            <p:nvPr/>
          </p:nvSpPr>
          <p:spPr>
            <a:xfrm>
              <a:off x="1464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29" name="타원 3428">
              <a:extLst>
                <a:ext uri="{FF2B5EF4-FFF2-40B4-BE49-F238E27FC236}">
                  <a16:creationId xmlns:a16="http://schemas.microsoft.com/office/drawing/2014/main" id="{7852B43B-DFBF-4484-8CB2-AC3A4399AC3D}"/>
                </a:ext>
              </a:extLst>
            </p:cNvPr>
            <p:cNvSpPr/>
            <p:nvPr/>
          </p:nvSpPr>
          <p:spPr>
            <a:xfrm>
              <a:off x="1616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0" name="타원 3429">
              <a:extLst>
                <a:ext uri="{FF2B5EF4-FFF2-40B4-BE49-F238E27FC236}">
                  <a16:creationId xmlns:a16="http://schemas.microsoft.com/office/drawing/2014/main" id="{7009C02A-1FB7-4419-BA25-830B891638FF}"/>
                </a:ext>
              </a:extLst>
            </p:cNvPr>
            <p:cNvSpPr/>
            <p:nvPr/>
          </p:nvSpPr>
          <p:spPr>
            <a:xfrm>
              <a:off x="1769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1" name="타원 3430">
              <a:extLst>
                <a:ext uri="{FF2B5EF4-FFF2-40B4-BE49-F238E27FC236}">
                  <a16:creationId xmlns:a16="http://schemas.microsoft.com/office/drawing/2014/main" id="{AFA3525C-B747-44BE-AE0C-C4BEE6298256}"/>
                </a:ext>
              </a:extLst>
            </p:cNvPr>
            <p:cNvSpPr/>
            <p:nvPr/>
          </p:nvSpPr>
          <p:spPr>
            <a:xfrm>
              <a:off x="1921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2" name="타원 3431">
              <a:extLst>
                <a:ext uri="{FF2B5EF4-FFF2-40B4-BE49-F238E27FC236}">
                  <a16:creationId xmlns:a16="http://schemas.microsoft.com/office/drawing/2014/main" id="{2268E822-05D8-4EEB-8181-B4FD36E2556B}"/>
                </a:ext>
              </a:extLst>
            </p:cNvPr>
            <p:cNvSpPr/>
            <p:nvPr/>
          </p:nvSpPr>
          <p:spPr>
            <a:xfrm>
              <a:off x="2074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3" name="타원 3432">
              <a:extLst>
                <a:ext uri="{FF2B5EF4-FFF2-40B4-BE49-F238E27FC236}">
                  <a16:creationId xmlns:a16="http://schemas.microsoft.com/office/drawing/2014/main" id="{2B22FD3E-DA0F-4939-A7F9-977ACE9344A7}"/>
                </a:ext>
              </a:extLst>
            </p:cNvPr>
            <p:cNvSpPr/>
            <p:nvPr/>
          </p:nvSpPr>
          <p:spPr>
            <a:xfrm>
              <a:off x="2226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4" name="타원 3433">
              <a:extLst>
                <a:ext uri="{FF2B5EF4-FFF2-40B4-BE49-F238E27FC236}">
                  <a16:creationId xmlns:a16="http://schemas.microsoft.com/office/drawing/2014/main" id="{5969CE57-4EE9-4636-AFA8-D26AF33B95AD}"/>
                </a:ext>
              </a:extLst>
            </p:cNvPr>
            <p:cNvSpPr/>
            <p:nvPr/>
          </p:nvSpPr>
          <p:spPr>
            <a:xfrm>
              <a:off x="2378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5" name="타원 3434">
              <a:extLst>
                <a:ext uri="{FF2B5EF4-FFF2-40B4-BE49-F238E27FC236}">
                  <a16:creationId xmlns:a16="http://schemas.microsoft.com/office/drawing/2014/main" id="{11BDE8DD-D961-4670-AEF0-8F819A63B76D}"/>
                </a:ext>
              </a:extLst>
            </p:cNvPr>
            <p:cNvSpPr/>
            <p:nvPr/>
          </p:nvSpPr>
          <p:spPr>
            <a:xfrm>
              <a:off x="2531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6" name="타원 3435">
              <a:extLst>
                <a:ext uri="{FF2B5EF4-FFF2-40B4-BE49-F238E27FC236}">
                  <a16:creationId xmlns:a16="http://schemas.microsoft.com/office/drawing/2014/main" id="{58A7AA7B-BABF-4E29-B617-65AB93D708CB}"/>
                </a:ext>
              </a:extLst>
            </p:cNvPr>
            <p:cNvSpPr/>
            <p:nvPr/>
          </p:nvSpPr>
          <p:spPr>
            <a:xfrm>
              <a:off x="2683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7" name="타원 3436">
              <a:extLst>
                <a:ext uri="{FF2B5EF4-FFF2-40B4-BE49-F238E27FC236}">
                  <a16:creationId xmlns:a16="http://schemas.microsoft.com/office/drawing/2014/main" id="{F7C7B5E6-BC99-4656-9261-516A73EBA0A5}"/>
                </a:ext>
              </a:extLst>
            </p:cNvPr>
            <p:cNvSpPr/>
            <p:nvPr/>
          </p:nvSpPr>
          <p:spPr>
            <a:xfrm>
              <a:off x="2836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8" name="타원 3437">
              <a:extLst>
                <a:ext uri="{FF2B5EF4-FFF2-40B4-BE49-F238E27FC236}">
                  <a16:creationId xmlns:a16="http://schemas.microsoft.com/office/drawing/2014/main" id="{DE4348C9-CE22-488E-87F5-FAF1F95EAEEF}"/>
                </a:ext>
              </a:extLst>
            </p:cNvPr>
            <p:cNvSpPr/>
            <p:nvPr/>
          </p:nvSpPr>
          <p:spPr>
            <a:xfrm>
              <a:off x="2988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39" name="타원 3438">
              <a:extLst>
                <a:ext uri="{FF2B5EF4-FFF2-40B4-BE49-F238E27FC236}">
                  <a16:creationId xmlns:a16="http://schemas.microsoft.com/office/drawing/2014/main" id="{57761F73-BCA2-4216-80D8-6796073E0056}"/>
                </a:ext>
              </a:extLst>
            </p:cNvPr>
            <p:cNvSpPr/>
            <p:nvPr/>
          </p:nvSpPr>
          <p:spPr>
            <a:xfrm>
              <a:off x="3140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0" name="타원 3439">
              <a:extLst>
                <a:ext uri="{FF2B5EF4-FFF2-40B4-BE49-F238E27FC236}">
                  <a16:creationId xmlns:a16="http://schemas.microsoft.com/office/drawing/2014/main" id="{D52A7586-41A3-4402-BC3C-0FAFE0F6E070}"/>
                </a:ext>
              </a:extLst>
            </p:cNvPr>
            <p:cNvSpPr/>
            <p:nvPr/>
          </p:nvSpPr>
          <p:spPr>
            <a:xfrm>
              <a:off x="3293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1" name="타원 3440">
              <a:extLst>
                <a:ext uri="{FF2B5EF4-FFF2-40B4-BE49-F238E27FC236}">
                  <a16:creationId xmlns:a16="http://schemas.microsoft.com/office/drawing/2014/main" id="{15CD3E8C-2325-4EF0-84C6-F91BB67FE543}"/>
                </a:ext>
              </a:extLst>
            </p:cNvPr>
            <p:cNvSpPr/>
            <p:nvPr/>
          </p:nvSpPr>
          <p:spPr>
            <a:xfrm>
              <a:off x="3445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2" name="타원 3441">
              <a:extLst>
                <a:ext uri="{FF2B5EF4-FFF2-40B4-BE49-F238E27FC236}">
                  <a16:creationId xmlns:a16="http://schemas.microsoft.com/office/drawing/2014/main" id="{92E4F4B7-196A-4A48-A640-08F919C1C7EC}"/>
                </a:ext>
              </a:extLst>
            </p:cNvPr>
            <p:cNvSpPr/>
            <p:nvPr/>
          </p:nvSpPr>
          <p:spPr>
            <a:xfrm>
              <a:off x="3598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3" name="타원 3442">
              <a:extLst>
                <a:ext uri="{FF2B5EF4-FFF2-40B4-BE49-F238E27FC236}">
                  <a16:creationId xmlns:a16="http://schemas.microsoft.com/office/drawing/2014/main" id="{F078CD67-AFE8-44BB-AE16-091527EB0C91}"/>
                </a:ext>
              </a:extLst>
            </p:cNvPr>
            <p:cNvSpPr/>
            <p:nvPr/>
          </p:nvSpPr>
          <p:spPr>
            <a:xfrm>
              <a:off x="3750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4" name="타원 3443">
              <a:extLst>
                <a:ext uri="{FF2B5EF4-FFF2-40B4-BE49-F238E27FC236}">
                  <a16:creationId xmlns:a16="http://schemas.microsoft.com/office/drawing/2014/main" id="{E6089906-078B-4E1B-B4FE-EB551554E270}"/>
                </a:ext>
              </a:extLst>
            </p:cNvPr>
            <p:cNvSpPr/>
            <p:nvPr/>
          </p:nvSpPr>
          <p:spPr>
            <a:xfrm>
              <a:off x="3902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5" name="타원 3444">
              <a:extLst>
                <a:ext uri="{FF2B5EF4-FFF2-40B4-BE49-F238E27FC236}">
                  <a16:creationId xmlns:a16="http://schemas.microsoft.com/office/drawing/2014/main" id="{409629E7-19EB-4C5F-B5F2-F3C110297A6F}"/>
                </a:ext>
              </a:extLst>
            </p:cNvPr>
            <p:cNvSpPr/>
            <p:nvPr/>
          </p:nvSpPr>
          <p:spPr>
            <a:xfrm>
              <a:off x="4055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6" name="타원 3445">
              <a:extLst>
                <a:ext uri="{FF2B5EF4-FFF2-40B4-BE49-F238E27FC236}">
                  <a16:creationId xmlns:a16="http://schemas.microsoft.com/office/drawing/2014/main" id="{72F98962-E702-4E7E-884F-0BB9BDC4F531}"/>
                </a:ext>
              </a:extLst>
            </p:cNvPr>
            <p:cNvSpPr/>
            <p:nvPr/>
          </p:nvSpPr>
          <p:spPr>
            <a:xfrm>
              <a:off x="4207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7" name="타원 3446">
              <a:extLst>
                <a:ext uri="{FF2B5EF4-FFF2-40B4-BE49-F238E27FC236}">
                  <a16:creationId xmlns:a16="http://schemas.microsoft.com/office/drawing/2014/main" id="{C5F1497C-2A7D-480D-A746-939C3C6BEA2A}"/>
                </a:ext>
              </a:extLst>
            </p:cNvPr>
            <p:cNvSpPr/>
            <p:nvPr/>
          </p:nvSpPr>
          <p:spPr>
            <a:xfrm>
              <a:off x="4360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8" name="타원 3447">
              <a:extLst>
                <a:ext uri="{FF2B5EF4-FFF2-40B4-BE49-F238E27FC236}">
                  <a16:creationId xmlns:a16="http://schemas.microsoft.com/office/drawing/2014/main" id="{32C49306-938F-481A-B709-A70232CEE9FF}"/>
                </a:ext>
              </a:extLst>
            </p:cNvPr>
            <p:cNvSpPr/>
            <p:nvPr/>
          </p:nvSpPr>
          <p:spPr>
            <a:xfrm>
              <a:off x="4512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49" name="타원 3448">
              <a:extLst>
                <a:ext uri="{FF2B5EF4-FFF2-40B4-BE49-F238E27FC236}">
                  <a16:creationId xmlns:a16="http://schemas.microsoft.com/office/drawing/2014/main" id="{F3B47243-0943-40D6-BE5F-954AC8D83A1A}"/>
                </a:ext>
              </a:extLst>
            </p:cNvPr>
            <p:cNvSpPr/>
            <p:nvPr/>
          </p:nvSpPr>
          <p:spPr>
            <a:xfrm>
              <a:off x="4664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0" name="타원 3449">
              <a:extLst>
                <a:ext uri="{FF2B5EF4-FFF2-40B4-BE49-F238E27FC236}">
                  <a16:creationId xmlns:a16="http://schemas.microsoft.com/office/drawing/2014/main" id="{F99F6362-9047-4ADF-BCDC-C64423BEC04E}"/>
                </a:ext>
              </a:extLst>
            </p:cNvPr>
            <p:cNvSpPr/>
            <p:nvPr/>
          </p:nvSpPr>
          <p:spPr>
            <a:xfrm>
              <a:off x="4817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1" name="타원 3450">
              <a:extLst>
                <a:ext uri="{FF2B5EF4-FFF2-40B4-BE49-F238E27FC236}">
                  <a16:creationId xmlns:a16="http://schemas.microsoft.com/office/drawing/2014/main" id="{B759E6A0-810F-4A36-A30E-89BF0C0591C8}"/>
                </a:ext>
              </a:extLst>
            </p:cNvPr>
            <p:cNvSpPr/>
            <p:nvPr/>
          </p:nvSpPr>
          <p:spPr>
            <a:xfrm>
              <a:off x="4969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2" name="타원 3451">
              <a:extLst>
                <a:ext uri="{FF2B5EF4-FFF2-40B4-BE49-F238E27FC236}">
                  <a16:creationId xmlns:a16="http://schemas.microsoft.com/office/drawing/2014/main" id="{67B379E7-5EB7-4F49-A38F-684C3A048E7E}"/>
                </a:ext>
              </a:extLst>
            </p:cNvPr>
            <p:cNvSpPr/>
            <p:nvPr/>
          </p:nvSpPr>
          <p:spPr>
            <a:xfrm>
              <a:off x="51221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3" name="타원 3452">
              <a:extLst>
                <a:ext uri="{FF2B5EF4-FFF2-40B4-BE49-F238E27FC236}">
                  <a16:creationId xmlns:a16="http://schemas.microsoft.com/office/drawing/2014/main" id="{629CF739-1C70-4000-805F-D8886FFFD13C}"/>
                </a:ext>
              </a:extLst>
            </p:cNvPr>
            <p:cNvSpPr/>
            <p:nvPr/>
          </p:nvSpPr>
          <p:spPr>
            <a:xfrm>
              <a:off x="52745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4" name="타원 3453">
              <a:extLst>
                <a:ext uri="{FF2B5EF4-FFF2-40B4-BE49-F238E27FC236}">
                  <a16:creationId xmlns:a16="http://schemas.microsoft.com/office/drawing/2014/main" id="{54645878-E78E-4FDE-A986-AF3506B67D79}"/>
                </a:ext>
              </a:extLst>
            </p:cNvPr>
            <p:cNvSpPr/>
            <p:nvPr/>
          </p:nvSpPr>
          <p:spPr>
            <a:xfrm>
              <a:off x="54269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5" name="타원 3454">
              <a:extLst>
                <a:ext uri="{FF2B5EF4-FFF2-40B4-BE49-F238E27FC236}">
                  <a16:creationId xmlns:a16="http://schemas.microsoft.com/office/drawing/2014/main" id="{7641CAAB-BF9A-4C41-9E63-CCB2846003AA}"/>
                </a:ext>
              </a:extLst>
            </p:cNvPr>
            <p:cNvSpPr/>
            <p:nvPr/>
          </p:nvSpPr>
          <p:spPr>
            <a:xfrm>
              <a:off x="55793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6" name="타원 3455">
              <a:extLst>
                <a:ext uri="{FF2B5EF4-FFF2-40B4-BE49-F238E27FC236}">
                  <a16:creationId xmlns:a16="http://schemas.microsoft.com/office/drawing/2014/main" id="{BC66F041-EA5A-4233-83B3-9B1279E00353}"/>
                </a:ext>
              </a:extLst>
            </p:cNvPr>
            <p:cNvSpPr/>
            <p:nvPr/>
          </p:nvSpPr>
          <p:spPr>
            <a:xfrm>
              <a:off x="5731775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7" name="타원 3456">
              <a:extLst>
                <a:ext uri="{FF2B5EF4-FFF2-40B4-BE49-F238E27FC236}">
                  <a16:creationId xmlns:a16="http://schemas.microsoft.com/office/drawing/2014/main" id="{A149D5DA-3883-4856-87D5-4A8884C0C0CF}"/>
                </a:ext>
              </a:extLst>
            </p:cNvPr>
            <p:cNvSpPr/>
            <p:nvPr/>
          </p:nvSpPr>
          <p:spPr>
            <a:xfrm>
              <a:off x="245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8" name="타원 3457">
              <a:extLst>
                <a:ext uri="{FF2B5EF4-FFF2-40B4-BE49-F238E27FC236}">
                  <a16:creationId xmlns:a16="http://schemas.microsoft.com/office/drawing/2014/main" id="{DF0A5087-6217-47A2-B516-4C942C197353}"/>
                </a:ext>
              </a:extLst>
            </p:cNvPr>
            <p:cNvSpPr/>
            <p:nvPr/>
          </p:nvSpPr>
          <p:spPr>
            <a:xfrm>
              <a:off x="397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59" name="타원 3458">
              <a:extLst>
                <a:ext uri="{FF2B5EF4-FFF2-40B4-BE49-F238E27FC236}">
                  <a16:creationId xmlns:a16="http://schemas.microsoft.com/office/drawing/2014/main" id="{A18ED2E8-043F-42D3-9E9D-34938FFBF7EC}"/>
                </a:ext>
              </a:extLst>
            </p:cNvPr>
            <p:cNvSpPr/>
            <p:nvPr/>
          </p:nvSpPr>
          <p:spPr>
            <a:xfrm>
              <a:off x="550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0" name="타원 3459">
              <a:extLst>
                <a:ext uri="{FF2B5EF4-FFF2-40B4-BE49-F238E27FC236}">
                  <a16:creationId xmlns:a16="http://schemas.microsoft.com/office/drawing/2014/main" id="{0C8E7A57-EC33-4E78-965A-224A6190B3A2}"/>
                </a:ext>
              </a:extLst>
            </p:cNvPr>
            <p:cNvSpPr/>
            <p:nvPr/>
          </p:nvSpPr>
          <p:spPr>
            <a:xfrm>
              <a:off x="702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1" name="타원 3460">
              <a:extLst>
                <a:ext uri="{FF2B5EF4-FFF2-40B4-BE49-F238E27FC236}">
                  <a16:creationId xmlns:a16="http://schemas.microsoft.com/office/drawing/2014/main" id="{CEB2CE8F-838C-4886-A7AC-6350CB65BA60}"/>
                </a:ext>
              </a:extLst>
            </p:cNvPr>
            <p:cNvSpPr/>
            <p:nvPr/>
          </p:nvSpPr>
          <p:spPr>
            <a:xfrm>
              <a:off x="854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2" name="타원 3461">
              <a:extLst>
                <a:ext uri="{FF2B5EF4-FFF2-40B4-BE49-F238E27FC236}">
                  <a16:creationId xmlns:a16="http://schemas.microsoft.com/office/drawing/2014/main" id="{7A842514-410D-4845-8EC0-C81E497E2AAE}"/>
                </a:ext>
              </a:extLst>
            </p:cNvPr>
            <p:cNvSpPr/>
            <p:nvPr/>
          </p:nvSpPr>
          <p:spPr>
            <a:xfrm>
              <a:off x="1007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3" name="타원 3462">
              <a:extLst>
                <a:ext uri="{FF2B5EF4-FFF2-40B4-BE49-F238E27FC236}">
                  <a16:creationId xmlns:a16="http://schemas.microsoft.com/office/drawing/2014/main" id="{6CD6C038-DD8B-4183-AB97-76990F4AEBF4}"/>
                </a:ext>
              </a:extLst>
            </p:cNvPr>
            <p:cNvSpPr/>
            <p:nvPr/>
          </p:nvSpPr>
          <p:spPr>
            <a:xfrm>
              <a:off x="1159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4" name="타원 3463">
              <a:extLst>
                <a:ext uri="{FF2B5EF4-FFF2-40B4-BE49-F238E27FC236}">
                  <a16:creationId xmlns:a16="http://schemas.microsoft.com/office/drawing/2014/main" id="{A6A98DC3-D52C-46F5-AF41-4637BE38F48E}"/>
                </a:ext>
              </a:extLst>
            </p:cNvPr>
            <p:cNvSpPr/>
            <p:nvPr/>
          </p:nvSpPr>
          <p:spPr>
            <a:xfrm>
              <a:off x="1312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5" name="타원 3464">
              <a:extLst>
                <a:ext uri="{FF2B5EF4-FFF2-40B4-BE49-F238E27FC236}">
                  <a16:creationId xmlns:a16="http://schemas.microsoft.com/office/drawing/2014/main" id="{89C5CCEF-81A2-450A-8B3D-15ED1CA750D3}"/>
                </a:ext>
              </a:extLst>
            </p:cNvPr>
            <p:cNvSpPr/>
            <p:nvPr/>
          </p:nvSpPr>
          <p:spPr>
            <a:xfrm>
              <a:off x="1464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6" name="타원 3465">
              <a:extLst>
                <a:ext uri="{FF2B5EF4-FFF2-40B4-BE49-F238E27FC236}">
                  <a16:creationId xmlns:a16="http://schemas.microsoft.com/office/drawing/2014/main" id="{935A2116-2C8B-467D-8CE2-3BE47D547502}"/>
                </a:ext>
              </a:extLst>
            </p:cNvPr>
            <p:cNvSpPr/>
            <p:nvPr/>
          </p:nvSpPr>
          <p:spPr>
            <a:xfrm>
              <a:off x="1616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7" name="타원 3466">
              <a:extLst>
                <a:ext uri="{FF2B5EF4-FFF2-40B4-BE49-F238E27FC236}">
                  <a16:creationId xmlns:a16="http://schemas.microsoft.com/office/drawing/2014/main" id="{420AB3B3-7CC5-488B-AB46-A67A14E054E8}"/>
                </a:ext>
              </a:extLst>
            </p:cNvPr>
            <p:cNvSpPr/>
            <p:nvPr/>
          </p:nvSpPr>
          <p:spPr>
            <a:xfrm>
              <a:off x="1769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8" name="타원 3467">
              <a:extLst>
                <a:ext uri="{FF2B5EF4-FFF2-40B4-BE49-F238E27FC236}">
                  <a16:creationId xmlns:a16="http://schemas.microsoft.com/office/drawing/2014/main" id="{192FDCC4-7EAC-4C90-BA22-86A249FBFB9D}"/>
                </a:ext>
              </a:extLst>
            </p:cNvPr>
            <p:cNvSpPr/>
            <p:nvPr/>
          </p:nvSpPr>
          <p:spPr>
            <a:xfrm>
              <a:off x="1921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9" name="타원 3468">
              <a:extLst>
                <a:ext uri="{FF2B5EF4-FFF2-40B4-BE49-F238E27FC236}">
                  <a16:creationId xmlns:a16="http://schemas.microsoft.com/office/drawing/2014/main" id="{DD86D96B-BD2C-4C80-A543-C11DD7767EFF}"/>
                </a:ext>
              </a:extLst>
            </p:cNvPr>
            <p:cNvSpPr/>
            <p:nvPr/>
          </p:nvSpPr>
          <p:spPr>
            <a:xfrm>
              <a:off x="2074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0" name="타원 3469">
              <a:extLst>
                <a:ext uri="{FF2B5EF4-FFF2-40B4-BE49-F238E27FC236}">
                  <a16:creationId xmlns:a16="http://schemas.microsoft.com/office/drawing/2014/main" id="{EC12B42F-F8DC-412B-A323-5647E19DACE7}"/>
                </a:ext>
              </a:extLst>
            </p:cNvPr>
            <p:cNvSpPr/>
            <p:nvPr/>
          </p:nvSpPr>
          <p:spPr>
            <a:xfrm>
              <a:off x="2226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1" name="타원 3470">
              <a:extLst>
                <a:ext uri="{FF2B5EF4-FFF2-40B4-BE49-F238E27FC236}">
                  <a16:creationId xmlns:a16="http://schemas.microsoft.com/office/drawing/2014/main" id="{3608F81F-A624-425A-9C5C-0D8509C83492}"/>
                </a:ext>
              </a:extLst>
            </p:cNvPr>
            <p:cNvSpPr/>
            <p:nvPr/>
          </p:nvSpPr>
          <p:spPr>
            <a:xfrm>
              <a:off x="2378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2" name="타원 3471">
              <a:extLst>
                <a:ext uri="{FF2B5EF4-FFF2-40B4-BE49-F238E27FC236}">
                  <a16:creationId xmlns:a16="http://schemas.microsoft.com/office/drawing/2014/main" id="{91E53439-1C65-43B9-983D-5A90106ECBF8}"/>
                </a:ext>
              </a:extLst>
            </p:cNvPr>
            <p:cNvSpPr/>
            <p:nvPr/>
          </p:nvSpPr>
          <p:spPr>
            <a:xfrm>
              <a:off x="2531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3" name="타원 3472">
              <a:extLst>
                <a:ext uri="{FF2B5EF4-FFF2-40B4-BE49-F238E27FC236}">
                  <a16:creationId xmlns:a16="http://schemas.microsoft.com/office/drawing/2014/main" id="{3523E77B-0693-4E0B-BF5B-FCB662A9ECD7}"/>
                </a:ext>
              </a:extLst>
            </p:cNvPr>
            <p:cNvSpPr/>
            <p:nvPr/>
          </p:nvSpPr>
          <p:spPr>
            <a:xfrm>
              <a:off x="2683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4" name="타원 3473">
              <a:extLst>
                <a:ext uri="{FF2B5EF4-FFF2-40B4-BE49-F238E27FC236}">
                  <a16:creationId xmlns:a16="http://schemas.microsoft.com/office/drawing/2014/main" id="{AA0A4427-AA0B-44EA-A0A4-23880895A950}"/>
                </a:ext>
              </a:extLst>
            </p:cNvPr>
            <p:cNvSpPr/>
            <p:nvPr/>
          </p:nvSpPr>
          <p:spPr>
            <a:xfrm>
              <a:off x="2836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5" name="타원 3474">
              <a:extLst>
                <a:ext uri="{FF2B5EF4-FFF2-40B4-BE49-F238E27FC236}">
                  <a16:creationId xmlns:a16="http://schemas.microsoft.com/office/drawing/2014/main" id="{967EF318-3E3F-4E6D-8B9D-FAE57D97E111}"/>
                </a:ext>
              </a:extLst>
            </p:cNvPr>
            <p:cNvSpPr/>
            <p:nvPr/>
          </p:nvSpPr>
          <p:spPr>
            <a:xfrm>
              <a:off x="2988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6" name="타원 3475">
              <a:extLst>
                <a:ext uri="{FF2B5EF4-FFF2-40B4-BE49-F238E27FC236}">
                  <a16:creationId xmlns:a16="http://schemas.microsoft.com/office/drawing/2014/main" id="{3AEC653F-5F75-4F0B-B441-A679527FF450}"/>
                </a:ext>
              </a:extLst>
            </p:cNvPr>
            <p:cNvSpPr/>
            <p:nvPr/>
          </p:nvSpPr>
          <p:spPr>
            <a:xfrm>
              <a:off x="3140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7" name="타원 3476">
              <a:extLst>
                <a:ext uri="{FF2B5EF4-FFF2-40B4-BE49-F238E27FC236}">
                  <a16:creationId xmlns:a16="http://schemas.microsoft.com/office/drawing/2014/main" id="{4030AAD0-0E2A-445C-B52E-96C92B21F97E}"/>
                </a:ext>
              </a:extLst>
            </p:cNvPr>
            <p:cNvSpPr/>
            <p:nvPr/>
          </p:nvSpPr>
          <p:spPr>
            <a:xfrm>
              <a:off x="3293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8" name="타원 3477">
              <a:extLst>
                <a:ext uri="{FF2B5EF4-FFF2-40B4-BE49-F238E27FC236}">
                  <a16:creationId xmlns:a16="http://schemas.microsoft.com/office/drawing/2014/main" id="{1A469118-B746-42DA-A4B1-441866AC9B83}"/>
                </a:ext>
              </a:extLst>
            </p:cNvPr>
            <p:cNvSpPr/>
            <p:nvPr/>
          </p:nvSpPr>
          <p:spPr>
            <a:xfrm>
              <a:off x="3445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79" name="타원 3478">
              <a:extLst>
                <a:ext uri="{FF2B5EF4-FFF2-40B4-BE49-F238E27FC236}">
                  <a16:creationId xmlns:a16="http://schemas.microsoft.com/office/drawing/2014/main" id="{86C8BA47-A33D-4388-9DF6-4086B03362F5}"/>
                </a:ext>
              </a:extLst>
            </p:cNvPr>
            <p:cNvSpPr/>
            <p:nvPr/>
          </p:nvSpPr>
          <p:spPr>
            <a:xfrm>
              <a:off x="3598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0" name="타원 3479">
              <a:extLst>
                <a:ext uri="{FF2B5EF4-FFF2-40B4-BE49-F238E27FC236}">
                  <a16:creationId xmlns:a16="http://schemas.microsoft.com/office/drawing/2014/main" id="{E12A2742-E623-4C27-9E31-420D046F9C01}"/>
                </a:ext>
              </a:extLst>
            </p:cNvPr>
            <p:cNvSpPr/>
            <p:nvPr/>
          </p:nvSpPr>
          <p:spPr>
            <a:xfrm>
              <a:off x="3750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1" name="타원 3480">
              <a:extLst>
                <a:ext uri="{FF2B5EF4-FFF2-40B4-BE49-F238E27FC236}">
                  <a16:creationId xmlns:a16="http://schemas.microsoft.com/office/drawing/2014/main" id="{74091385-FC4A-4E0C-A15A-3AFC8103AB1F}"/>
                </a:ext>
              </a:extLst>
            </p:cNvPr>
            <p:cNvSpPr/>
            <p:nvPr/>
          </p:nvSpPr>
          <p:spPr>
            <a:xfrm>
              <a:off x="3902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2" name="타원 3481">
              <a:extLst>
                <a:ext uri="{FF2B5EF4-FFF2-40B4-BE49-F238E27FC236}">
                  <a16:creationId xmlns:a16="http://schemas.microsoft.com/office/drawing/2014/main" id="{4D612961-3B33-42CC-9FE2-AB192C1FDB1E}"/>
                </a:ext>
              </a:extLst>
            </p:cNvPr>
            <p:cNvSpPr/>
            <p:nvPr/>
          </p:nvSpPr>
          <p:spPr>
            <a:xfrm>
              <a:off x="4055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3" name="타원 3482">
              <a:extLst>
                <a:ext uri="{FF2B5EF4-FFF2-40B4-BE49-F238E27FC236}">
                  <a16:creationId xmlns:a16="http://schemas.microsoft.com/office/drawing/2014/main" id="{DE74B451-771F-4BEA-A2CF-585A4D36D146}"/>
                </a:ext>
              </a:extLst>
            </p:cNvPr>
            <p:cNvSpPr/>
            <p:nvPr/>
          </p:nvSpPr>
          <p:spPr>
            <a:xfrm>
              <a:off x="4207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4" name="타원 3483">
              <a:extLst>
                <a:ext uri="{FF2B5EF4-FFF2-40B4-BE49-F238E27FC236}">
                  <a16:creationId xmlns:a16="http://schemas.microsoft.com/office/drawing/2014/main" id="{396CE45B-4C12-4F2B-B527-794F340A6FF6}"/>
                </a:ext>
              </a:extLst>
            </p:cNvPr>
            <p:cNvSpPr/>
            <p:nvPr/>
          </p:nvSpPr>
          <p:spPr>
            <a:xfrm>
              <a:off x="4360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5" name="타원 3484">
              <a:extLst>
                <a:ext uri="{FF2B5EF4-FFF2-40B4-BE49-F238E27FC236}">
                  <a16:creationId xmlns:a16="http://schemas.microsoft.com/office/drawing/2014/main" id="{B068A0FD-76EB-42A6-951E-E729EFF8C048}"/>
                </a:ext>
              </a:extLst>
            </p:cNvPr>
            <p:cNvSpPr/>
            <p:nvPr/>
          </p:nvSpPr>
          <p:spPr>
            <a:xfrm>
              <a:off x="4512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6" name="타원 3485">
              <a:extLst>
                <a:ext uri="{FF2B5EF4-FFF2-40B4-BE49-F238E27FC236}">
                  <a16:creationId xmlns:a16="http://schemas.microsoft.com/office/drawing/2014/main" id="{B75519C3-D06A-4459-8FE0-C3485D25D452}"/>
                </a:ext>
              </a:extLst>
            </p:cNvPr>
            <p:cNvSpPr/>
            <p:nvPr/>
          </p:nvSpPr>
          <p:spPr>
            <a:xfrm>
              <a:off x="4664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7" name="타원 3486">
              <a:extLst>
                <a:ext uri="{FF2B5EF4-FFF2-40B4-BE49-F238E27FC236}">
                  <a16:creationId xmlns:a16="http://schemas.microsoft.com/office/drawing/2014/main" id="{C50911AA-ED0C-4ED0-B4E8-097555F71C7F}"/>
                </a:ext>
              </a:extLst>
            </p:cNvPr>
            <p:cNvSpPr/>
            <p:nvPr/>
          </p:nvSpPr>
          <p:spPr>
            <a:xfrm>
              <a:off x="4817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8" name="타원 3487">
              <a:extLst>
                <a:ext uri="{FF2B5EF4-FFF2-40B4-BE49-F238E27FC236}">
                  <a16:creationId xmlns:a16="http://schemas.microsoft.com/office/drawing/2014/main" id="{8B1451A0-A734-4390-8D0D-E53E13DF492F}"/>
                </a:ext>
              </a:extLst>
            </p:cNvPr>
            <p:cNvSpPr/>
            <p:nvPr/>
          </p:nvSpPr>
          <p:spPr>
            <a:xfrm>
              <a:off x="4969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89" name="타원 3488">
              <a:extLst>
                <a:ext uri="{FF2B5EF4-FFF2-40B4-BE49-F238E27FC236}">
                  <a16:creationId xmlns:a16="http://schemas.microsoft.com/office/drawing/2014/main" id="{AD09725C-E2CF-4B3F-83EE-B7836F01AD2B}"/>
                </a:ext>
              </a:extLst>
            </p:cNvPr>
            <p:cNvSpPr/>
            <p:nvPr/>
          </p:nvSpPr>
          <p:spPr>
            <a:xfrm>
              <a:off x="51221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0" name="타원 3489">
              <a:extLst>
                <a:ext uri="{FF2B5EF4-FFF2-40B4-BE49-F238E27FC236}">
                  <a16:creationId xmlns:a16="http://schemas.microsoft.com/office/drawing/2014/main" id="{87D51B56-6623-41AF-8933-5F3C074109C5}"/>
                </a:ext>
              </a:extLst>
            </p:cNvPr>
            <p:cNvSpPr/>
            <p:nvPr/>
          </p:nvSpPr>
          <p:spPr>
            <a:xfrm>
              <a:off x="52745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1" name="타원 3490">
              <a:extLst>
                <a:ext uri="{FF2B5EF4-FFF2-40B4-BE49-F238E27FC236}">
                  <a16:creationId xmlns:a16="http://schemas.microsoft.com/office/drawing/2014/main" id="{09F00357-B977-46DA-A8D8-092F207CC974}"/>
                </a:ext>
              </a:extLst>
            </p:cNvPr>
            <p:cNvSpPr/>
            <p:nvPr/>
          </p:nvSpPr>
          <p:spPr>
            <a:xfrm>
              <a:off x="54269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2" name="타원 3491">
              <a:extLst>
                <a:ext uri="{FF2B5EF4-FFF2-40B4-BE49-F238E27FC236}">
                  <a16:creationId xmlns:a16="http://schemas.microsoft.com/office/drawing/2014/main" id="{EE952B61-63FD-48B4-9AB9-7C9F0EAA1182}"/>
                </a:ext>
              </a:extLst>
            </p:cNvPr>
            <p:cNvSpPr/>
            <p:nvPr/>
          </p:nvSpPr>
          <p:spPr>
            <a:xfrm>
              <a:off x="55793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3" name="타원 3492">
              <a:extLst>
                <a:ext uri="{FF2B5EF4-FFF2-40B4-BE49-F238E27FC236}">
                  <a16:creationId xmlns:a16="http://schemas.microsoft.com/office/drawing/2014/main" id="{43FC5B20-7E6F-4C07-A79E-60C5BB4F153E}"/>
                </a:ext>
              </a:extLst>
            </p:cNvPr>
            <p:cNvSpPr/>
            <p:nvPr/>
          </p:nvSpPr>
          <p:spPr>
            <a:xfrm>
              <a:off x="5731775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4" name="타원 3493">
              <a:extLst>
                <a:ext uri="{FF2B5EF4-FFF2-40B4-BE49-F238E27FC236}">
                  <a16:creationId xmlns:a16="http://schemas.microsoft.com/office/drawing/2014/main" id="{8E0DFA4D-B4E1-4C76-8987-BB2CF6A07415}"/>
                </a:ext>
              </a:extLst>
            </p:cNvPr>
            <p:cNvSpPr/>
            <p:nvPr/>
          </p:nvSpPr>
          <p:spPr>
            <a:xfrm>
              <a:off x="245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5" name="타원 3494">
              <a:extLst>
                <a:ext uri="{FF2B5EF4-FFF2-40B4-BE49-F238E27FC236}">
                  <a16:creationId xmlns:a16="http://schemas.microsoft.com/office/drawing/2014/main" id="{95742EF9-DF1A-4708-B04E-6FB321534703}"/>
                </a:ext>
              </a:extLst>
            </p:cNvPr>
            <p:cNvSpPr/>
            <p:nvPr/>
          </p:nvSpPr>
          <p:spPr>
            <a:xfrm>
              <a:off x="397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6" name="타원 3495">
              <a:extLst>
                <a:ext uri="{FF2B5EF4-FFF2-40B4-BE49-F238E27FC236}">
                  <a16:creationId xmlns:a16="http://schemas.microsoft.com/office/drawing/2014/main" id="{6EC54CA0-7866-41B1-AA6F-3DDF609B3850}"/>
                </a:ext>
              </a:extLst>
            </p:cNvPr>
            <p:cNvSpPr/>
            <p:nvPr/>
          </p:nvSpPr>
          <p:spPr>
            <a:xfrm>
              <a:off x="550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7" name="타원 3496">
              <a:extLst>
                <a:ext uri="{FF2B5EF4-FFF2-40B4-BE49-F238E27FC236}">
                  <a16:creationId xmlns:a16="http://schemas.microsoft.com/office/drawing/2014/main" id="{E84E3AD3-A214-42E0-8289-C05415DE472D}"/>
                </a:ext>
              </a:extLst>
            </p:cNvPr>
            <p:cNvSpPr/>
            <p:nvPr/>
          </p:nvSpPr>
          <p:spPr>
            <a:xfrm>
              <a:off x="702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8" name="타원 3497">
              <a:extLst>
                <a:ext uri="{FF2B5EF4-FFF2-40B4-BE49-F238E27FC236}">
                  <a16:creationId xmlns:a16="http://schemas.microsoft.com/office/drawing/2014/main" id="{77CF38D8-22EF-4546-B475-6CE1E0DCA939}"/>
                </a:ext>
              </a:extLst>
            </p:cNvPr>
            <p:cNvSpPr/>
            <p:nvPr/>
          </p:nvSpPr>
          <p:spPr>
            <a:xfrm>
              <a:off x="854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99" name="타원 3498">
              <a:extLst>
                <a:ext uri="{FF2B5EF4-FFF2-40B4-BE49-F238E27FC236}">
                  <a16:creationId xmlns:a16="http://schemas.microsoft.com/office/drawing/2014/main" id="{8123345D-9CE7-47FB-8765-3A9F732F08E8}"/>
                </a:ext>
              </a:extLst>
            </p:cNvPr>
            <p:cNvSpPr/>
            <p:nvPr/>
          </p:nvSpPr>
          <p:spPr>
            <a:xfrm>
              <a:off x="1007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0" name="타원 3499">
              <a:extLst>
                <a:ext uri="{FF2B5EF4-FFF2-40B4-BE49-F238E27FC236}">
                  <a16:creationId xmlns:a16="http://schemas.microsoft.com/office/drawing/2014/main" id="{0BDF896E-9CB1-4534-8378-6D1E47DA3A45}"/>
                </a:ext>
              </a:extLst>
            </p:cNvPr>
            <p:cNvSpPr/>
            <p:nvPr/>
          </p:nvSpPr>
          <p:spPr>
            <a:xfrm>
              <a:off x="1159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1" name="타원 3500">
              <a:extLst>
                <a:ext uri="{FF2B5EF4-FFF2-40B4-BE49-F238E27FC236}">
                  <a16:creationId xmlns:a16="http://schemas.microsoft.com/office/drawing/2014/main" id="{ED579446-9B10-43DB-AE76-CF976349251E}"/>
                </a:ext>
              </a:extLst>
            </p:cNvPr>
            <p:cNvSpPr/>
            <p:nvPr/>
          </p:nvSpPr>
          <p:spPr>
            <a:xfrm>
              <a:off x="1312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2" name="타원 3501">
              <a:extLst>
                <a:ext uri="{FF2B5EF4-FFF2-40B4-BE49-F238E27FC236}">
                  <a16:creationId xmlns:a16="http://schemas.microsoft.com/office/drawing/2014/main" id="{FDE6B902-2FE2-4A3B-89F2-E568D9AD8A75}"/>
                </a:ext>
              </a:extLst>
            </p:cNvPr>
            <p:cNvSpPr/>
            <p:nvPr/>
          </p:nvSpPr>
          <p:spPr>
            <a:xfrm>
              <a:off x="1464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3" name="타원 3502">
              <a:extLst>
                <a:ext uri="{FF2B5EF4-FFF2-40B4-BE49-F238E27FC236}">
                  <a16:creationId xmlns:a16="http://schemas.microsoft.com/office/drawing/2014/main" id="{874D956B-8F50-443F-9627-84785926C5E3}"/>
                </a:ext>
              </a:extLst>
            </p:cNvPr>
            <p:cNvSpPr/>
            <p:nvPr/>
          </p:nvSpPr>
          <p:spPr>
            <a:xfrm>
              <a:off x="1616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4" name="타원 3503">
              <a:extLst>
                <a:ext uri="{FF2B5EF4-FFF2-40B4-BE49-F238E27FC236}">
                  <a16:creationId xmlns:a16="http://schemas.microsoft.com/office/drawing/2014/main" id="{FAC8B297-A454-4037-A1F9-60C7CCDC0EDE}"/>
                </a:ext>
              </a:extLst>
            </p:cNvPr>
            <p:cNvSpPr/>
            <p:nvPr/>
          </p:nvSpPr>
          <p:spPr>
            <a:xfrm>
              <a:off x="1769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5" name="타원 3504">
              <a:extLst>
                <a:ext uri="{FF2B5EF4-FFF2-40B4-BE49-F238E27FC236}">
                  <a16:creationId xmlns:a16="http://schemas.microsoft.com/office/drawing/2014/main" id="{056A0E36-5A33-4F9C-8415-B1524F27248C}"/>
                </a:ext>
              </a:extLst>
            </p:cNvPr>
            <p:cNvSpPr/>
            <p:nvPr/>
          </p:nvSpPr>
          <p:spPr>
            <a:xfrm>
              <a:off x="1921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6" name="타원 3505">
              <a:extLst>
                <a:ext uri="{FF2B5EF4-FFF2-40B4-BE49-F238E27FC236}">
                  <a16:creationId xmlns:a16="http://schemas.microsoft.com/office/drawing/2014/main" id="{BE0E76C6-A27B-43E7-9723-C46F7FBD7CCA}"/>
                </a:ext>
              </a:extLst>
            </p:cNvPr>
            <p:cNvSpPr/>
            <p:nvPr/>
          </p:nvSpPr>
          <p:spPr>
            <a:xfrm>
              <a:off x="2074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7" name="타원 3506">
              <a:extLst>
                <a:ext uri="{FF2B5EF4-FFF2-40B4-BE49-F238E27FC236}">
                  <a16:creationId xmlns:a16="http://schemas.microsoft.com/office/drawing/2014/main" id="{D7A164E7-1C55-4389-A614-7E963785E888}"/>
                </a:ext>
              </a:extLst>
            </p:cNvPr>
            <p:cNvSpPr/>
            <p:nvPr/>
          </p:nvSpPr>
          <p:spPr>
            <a:xfrm>
              <a:off x="2226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8" name="타원 3507">
              <a:extLst>
                <a:ext uri="{FF2B5EF4-FFF2-40B4-BE49-F238E27FC236}">
                  <a16:creationId xmlns:a16="http://schemas.microsoft.com/office/drawing/2014/main" id="{CFF565B5-4B37-494A-849B-74341A41FD58}"/>
                </a:ext>
              </a:extLst>
            </p:cNvPr>
            <p:cNvSpPr/>
            <p:nvPr/>
          </p:nvSpPr>
          <p:spPr>
            <a:xfrm>
              <a:off x="2378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09" name="타원 3508">
              <a:extLst>
                <a:ext uri="{FF2B5EF4-FFF2-40B4-BE49-F238E27FC236}">
                  <a16:creationId xmlns:a16="http://schemas.microsoft.com/office/drawing/2014/main" id="{F46F0A95-E2A4-480E-99AB-4435F59157E5}"/>
                </a:ext>
              </a:extLst>
            </p:cNvPr>
            <p:cNvSpPr/>
            <p:nvPr/>
          </p:nvSpPr>
          <p:spPr>
            <a:xfrm>
              <a:off x="2531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0" name="타원 3509">
              <a:extLst>
                <a:ext uri="{FF2B5EF4-FFF2-40B4-BE49-F238E27FC236}">
                  <a16:creationId xmlns:a16="http://schemas.microsoft.com/office/drawing/2014/main" id="{7676B001-BECB-4163-95D9-1C454C328B40}"/>
                </a:ext>
              </a:extLst>
            </p:cNvPr>
            <p:cNvSpPr/>
            <p:nvPr/>
          </p:nvSpPr>
          <p:spPr>
            <a:xfrm>
              <a:off x="2683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1" name="타원 3510">
              <a:extLst>
                <a:ext uri="{FF2B5EF4-FFF2-40B4-BE49-F238E27FC236}">
                  <a16:creationId xmlns:a16="http://schemas.microsoft.com/office/drawing/2014/main" id="{F6B27918-4D0C-4131-AE9C-B60CDAD11611}"/>
                </a:ext>
              </a:extLst>
            </p:cNvPr>
            <p:cNvSpPr/>
            <p:nvPr/>
          </p:nvSpPr>
          <p:spPr>
            <a:xfrm>
              <a:off x="2836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2" name="타원 3511">
              <a:extLst>
                <a:ext uri="{FF2B5EF4-FFF2-40B4-BE49-F238E27FC236}">
                  <a16:creationId xmlns:a16="http://schemas.microsoft.com/office/drawing/2014/main" id="{F6D0DB4F-D4F0-4664-B29F-84F885719167}"/>
                </a:ext>
              </a:extLst>
            </p:cNvPr>
            <p:cNvSpPr/>
            <p:nvPr/>
          </p:nvSpPr>
          <p:spPr>
            <a:xfrm>
              <a:off x="2988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3" name="타원 3512">
              <a:extLst>
                <a:ext uri="{FF2B5EF4-FFF2-40B4-BE49-F238E27FC236}">
                  <a16:creationId xmlns:a16="http://schemas.microsoft.com/office/drawing/2014/main" id="{B6D24027-4012-436F-8CA1-A63E7BE75436}"/>
                </a:ext>
              </a:extLst>
            </p:cNvPr>
            <p:cNvSpPr/>
            <p:nvPr/>
          </p:nvSpPr>
          <p:spPr>
            <a:xfrm>
              <a:off x="3140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4" name="타원 3513">
              <a:extLst>
                <a:ext uri="{FF2B5EF4-FFF2-40B4-BE49-F238E27FC236}">
                  <a16:creationId xmlns:a16="http://schemas.microsoft.com/office/drawing/2014/main" id="{63759E3C-E86A-4C49-9723-577ABA7F7532}"/>
                </a:ext>
              </a:extLst>
            </p:cNvPr>
            <p:cNvSpPr/>
            <p:nvPr/>
          </p:nvSpPr>
          <p:spPr>
            <a:xfrm>
              <a:off x="3293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5" name="타원 3514">
              <a:extLst>
                <a:ext uri="{FF2B5EF4-FFF2-40B4-BE49-F238E27FC236}">
                  <a16:creationId xmlns:a16="http://schemas.microsoft.com/office/drawing/2014/main" id="{E1FF722F-CC1A-48FA-9030-2CFC6F90C5AD}"/>
                </a:ext>
              </a:extLst>
            </p:cNvPr>
            <p:cNvSpPr/>
            <p:nvPr/>
          </p:nvSpPr>
          <p:spPr>
            <a:xfrm>
              <a:off x="3445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6" name="타원 3515">
              <a:extLst>
                <a:ext uri="{FF2B5EF4-FFF2-40B4-BE49-F238E27FC236}">
                  <a16:creationId xmlns:a16="http://schemas.microsoft.com/office/drawing/2014/main" id="{D361D97A-7E70-4097-BA0F-0F6E42404EC5}"/>
                </a:ext>
              </a:extLst>
            </p:cNvPr>
            <p:cNvSpPr/>
            <p:nvPr/>
          </p:nvSpPr>
          <p:spPr>
            <a:xfrm>
              <a:off x="3598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7" name="타원 3516">
              <a:extLst>
                <a:ext uri="{FF2B5EF4-FFF2-40B4-BE49-F238E27FC236}">
                  <a16:creationId xmlns:a16="http://schemas.microsoft.com/office/drawing/2014/main" id="{C63BCC52-229D-4788-A651-834B7CEB6474}"/>
                </a:ext>
              </a:extLst>
            </p:cNvPr>
            <p:cNvSpPr/>
            <p:nvPr/>
          </p:nvSpPr>
          <p:spPr>
            <a:xfrm>
              <a:off x="3750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8" name="타원 3517">
              <a:extLst>
                <a:ext uri="{FF2B5EF4-FFF2-40B4-BE49-F238E27FC236}">
                  <a16:creationId xmlns:a16="http://schemas.microsoft.com/office/drawing/2014/main" id="{732925A4-FE5C-4314-A1EF-0254B3050127}"/>
                </a:ext>
              </a:extLst>
            </p:cNvPr>
            <p:cNvSpPr/>
            <p:nvPr/>
          </p:nvSpPr>
          <p:spPr>
            <a:xfrm>
              <a:off x="3902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19" name="타원 3518">
              <a:extLst>
                <a:ext uri="{FF2B5EF4-FFF2-40B4-BE49-F238E27FC236}">
                  <a16:creationId xmlns:a16="http://schemas.microsoft.com/office/drawing/2014/main" id="{B1A88DD0-12C9-478F-8DB1-31311D8FB9AE}"/>
                </a:ext>
              </a:extLst>
            </p:cNvPr>
            <p:cNvSpPr/>
            <p:nvPr/>
          </p:nvSpPr>
          <p:spPr>
            <a:xfrm>
              <a:off x="4055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0" name="타원 3519">
              <a:extLst>
                <a:ext uri="{FF2B5EF4-FFF2-40B4-BE49-F238E27FC236}">
                  <a16:creationId xmlns:a16="http://schemas.microsoft.com/office/drawing/2014/main" id="{2B81ACAB-42CD-4AA5-84A2-3DF957A6FFC7}"/>
                </a:ext>
              </a:extLst>
            </p:cNvPr>
            <p:cNvSpPr/>
            <p:nvPr/>
          </p:nvSpPr>
          <p:spPr>
            <a:xfrm>
              <a:off x="4207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1" name="타원 3520">
              <a:extLst>
                <a:ext uri="{FF2B5EF4-FFF2-40B4-BE49-F238E27FC236}">
                  <a16:creationId xmlns:a16="http://schemas.microsoft.com/office/drawing/2014/main" id="{A2CC3F13-2985-4181-974B-17BA4443E49B}"/>
                </a:ext>
              </a:extLst>
            </p:cNvPr>
            <p:cNvSpPr/>
            <p:nvPr/>
          </p:nvSpPr>
          <p:spPr>
            <a:xfrm>
              <a:off x="4360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2" name="타원 3521">
              <a:extLst>
                <a:ext uri="{FF2B5EF4-FFF2-40B4-BE49-F238E27FC236}">
                  <a16:creationId xmlns:a16="http://schemas.microsoft.com/office/drawing/2014/main" id="{FE0B0241-DD93-458E-A4F8-5AC48B5B32D5}"/>
                </a:ext>
              </a:extLst>
            </p:cNvPr>
            <p:cNvSpPr/>
            <p:nvPr/>
          </p:nvSpPr>
          <p:spPr>
            <a:xfrm>
              <a:off x="4512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3" name="타원 3522">
              <a:extLst>
                <a:ext uri="{FF2B5EF4-FFF2-40B4-BE49-F238E27FC236}">
                  <a16:creationId xmlns:a16="http://schemas.microsoft.com/office/drawing/2014/main" id="{82CC8C96-0661-4B8D-83D0-F5E5A8273CA8}"/>
                </a:ext>
              </a:extLst>
            </p:cNvPr>
            <p:cNvSpPr/>
            <p:nvPr/>
          </p:nvSpPr>
          <p:spPr>
            <a:xfrm>
              <a:off x="4664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4" name="타원 3523">
              <a:extLst>
                <a:ext uri="{FF2B5EF4-FFF2-40B4-BE49-F238E27FC236}">
                  <a16:creationId xmlns:a16="http://schemas.microsoft.com/office/drawing/2014/main" id="{AB0D84A5-D221-4E95-AEE1-BC863F629964}"/>
                </a:ext>
              </a:extLst>
            </p:cNvPr>
            <p:cNvSpPr/>
            <p:nvPr/>
          </p:nvSpPr>
          <p:spPr>
            <a:xfrm>
              <a:off x="4817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5" name="타원 3524">
              <a:extLst>
                <a:ext uri="{FF2B5EF4-FFF2-40B4-BE49-F238E27FC236}">
                  <a16:creationId xmlns:a16="http://schemas.microsoft.com/office/drawing/2014/main" id="{F0668166-2640-48CC-AF4A-399FB881E6D6}"/>
                </a:ext>
              </a:extLst>
            </p:cNvPr>
            <p:cNvSpPr/>
            <p:nvPr/>
          </p:nvSpPr>
          <p:spPr>
            <a:xfrm>
              <a:off x="4969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6" name="타원 3525">
              <a:extLst>
                <a:ext uri="{FF2B5EF4-FFF2-40B4-BE49-F238E27FC236}">
                  <a16:creationId xmlns:a16="http://schemas.microsoft.com/office/drawing/2014/main" id="{1334589B-9764-4B77-81D4-C0F71B9A56A9}"/>
                </a:ext>
              </a:extLst>
            </p:cNvPr>
            <p:cNvSpPr/>
            <p:nvPr/>
          </p:nvSpPr>
          <p:spPr>
            <a:xfrm>
              <a:off x="51221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7" name="타원 3526">
              <a:extLst>
                <a:ext uri="{FF2B5EF4-FFF2-40B4-BE49-F238E27FC236}">
                  <a16:creationId xmlns:a16="http://schemas.microsoft.com/office/drawing/2014/main" id="{3DABDE72-0022-4700-977C-891B0D143838}"/>
                </a:ext>
              </a:extLst>
            </p:cNvPr>
            <p:cNvSpPr/>
            <p:nvPr/>
          </p:nvSpPr>
          <p:spPr>
            <a:xfrm>
              <a:off x="52745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8" name="타원 3527">
              <a:extLst>
                <a:ext uri="{FF2B5EF4-FFF2-40B4-BE49-F238E27FC236}">
                  <a16:creationId xmlns:a16="http://schemas.microsoft.com/office/drawing/2014/main" id="{5A15A933-A25E-4BA6-8224-4FBA870CF42C}"/>
                </a:ext>
              </a:extLst>
            </p:cNvPr>
            <p:cNvSpPr/>
            <p:nvPr/>
          </p:nvSpPr>
          <p:spPr>
            <a:xfrm>
              <a:off x="54269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29" name="타원 3528">
              <a:extLst>
                <a:ext uri="{FF2B5EF4-FFF2-40B4-BE49-F238E27FC236}">
                  <a16:creationId xmlns:a16="http://schemas.microsoft.com/office/drawing/2014/main" id="{78EFF8C5-C59C-457E-BF26-D08D0FEBCF97}"/>
                </a:ext>
              </a:extLst>
            </p:cNvPr>
            <p:cNvSpPr/>
            <p:nvPr/>
          </p:nvSpPr>
          <p:spPr>
            <a:xfrm>
              <a:off x="55793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0" name="타원 3529">
              <a:extLst>
                <a:ext uri="{FF2B5EF4-FFF2-40B4-BE49-F238E27FC236}">
                  <a16:creationId xmlns:a16="http://schemas.microsoft.com/office/drawing/2014/main" id="{8757564D-5562-44DB-AD71-9CE6D7FBCB5E}"/>
                </a:ext>
              </a:extLst>
            </p:cNvPr>
            <p:cNvSpPr/>
            <p:nvPr/>
          </p:nvSpPr>
          <p:spPr>
            <a:xfrm>
              <a:off x="5731775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1" name="타원 3530">
              <a:extLst>
                <a:ext uri="{FF2B5EF4-FFF2-40B4-BE49-F238E27FC236}">
                  <a16:creationId xmlns:a16="http://schemas.microsoft.com/office/drawing/2014/main" id="{24DB844E-5023-4D55-9D3A-594AF75FAA8E}"/>
                </a:ext>
              </a:extLst>
            </p:cNvPr>
            <p:cNvSpPr/>
            <p:nvPr/>
          </p:nvSpPr>
          <p:spPr>
            <a:xfrm>
              <a:off x="245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2" name="타원 3531">
              <a:extLst>
                <a:ext uri="{FF2B5EF4-FFF2-40B4-BE49-F238E27FC236}">
                  <a16:creationId xmlns:a16="http://schemas.microsoft.com/office/drawing/2014/main" id="{CACEDCE4-1AC3-4F08-819D-778A61AE24D9}"/>
                </a:ext>
              </a:extLst>
            </p:cNvPr>
            <p:cNvSpPr/>
            <p:nvPr/>
          </p:nvSpPr>
          <p:spPr>
            <a:xfrm>
              <a:off x="397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3" name="타원 3532">
              <a:extLst>
                <a:ext uri="{FF2B5EF4-FFF2-40B4-BE49-F238E27FC236}">
                  <a16:creationId xmlns:a16="http://schemas.microsoft.com/office/drawing/2014/main" id="{380EECC3-4FF4-4BE0-A2F9-63EA029F06FE}"/>
                </a:ext>
              </a:extLst>
            </p:cNvPr>
            <p:cNvSpPr/>
            <p:nvPr/>
          </p:nvSpPr>
          <p:spPr>
            <a:xfrm>
              <a:off x="550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4" name="타원 3533">
              <a:extLst>
                <a:ext uri="{FF2B5EF4-FFF2-40B4-BE49-F238E27FC236}">
                  <a16:creationId xmlns:a16="http://schemas.microsoft.com/office/drawing/2014/main" id="{184EF7A5-9430-432E-9572-1D5A0E80EE7E}"/>
                </a:ext>
              </a:extLst>
            </p:cNvPr>
            <p:cNvSpPr/>
            <p:nvPr/>
          </p:nvSpPr>
          <p:spPr>
            <a:xfrm>
              <a:off x="702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5" name="타원 3534">
              <a:extLst>
                <a:ext uri="{FF2B5EF4-FFF2-40B4-BE49-F238E27FC236}">
                  <a16:creationId xmlns:a16="http://schemas.microsoft.com/office/drawing/2014/main" id="{B2643282-988D-4D59-89C7-379144EE805E}"/>
                </a:ext>
              </a:extLst>
            </p:cNvPr>
            <p:cNvSpPr/>
            <p:nvPr/>
          </p:nvSpPr>
          <p:spPr>
            <a:xfrm>
              <a:off x="854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6" name="타원 3535">
              <a:extLst>
                <a:ext uri="{FF2B5EF4-FFF2-40B4-BE49-F238E27FC236}">
                  <a16:creationId xmlns:a16="http://schemas.microsoft.com/office/drawing/2014/main" id="{FD8A8885-F0CE-4F41-8087-13DB238A7237}"/>
                </a:ext>
              </a:extLst>
            </p:cNvPr>
            <p:cNvSpPr/>
            <p:nvPr/>
          </p:nvSpPr>
          <p:spPr>
            <a:xfrm>
              <a:off x="1007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7" name="타원 3536">
              <a:extLst>
                <a:ext uri="{FF2B5EF4-FFF2-40B4-BE49-F238E27FC236}">
                  <a16:creationId xmlns:a16="http://schemas.microsoft.com/office/drawing/2014/main" id="{0EBCE8FE-C578-46BC-B159-364D425ACE11}"/>
                </a:ext>
              </a:extLst>
            </p:cNvPr>
            <p:cNvSpPr/>
            <p:nvPr/>
          </p:nvSpPr>
          <p:spPr>
            <a:xfrm>
              <a:off x="1159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8" name="타원 3537">
              <a:extLst>
                <a:ext uri="{FF2B5EF4-FFF2-40B4-BE49-F238E27FC236}">
                  <a16:creationId xmlns:a16="http://schemas.microsoft.com/office/drawing/2014/main" id="{F688D19B-C92E-4A2B-99A7-6C6B6FEEC5E9}"/>
                </a:ext>
              </a:extLst>
            </p:cNvPr>
            <p:cNvSpPr/>
            <p:nvPr/>
          </p:nvSpPr>
          <p:spPr>
            <a:xfrm>
              <a:off x="1312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39" name="타원 3538">
              <a:extLst>
                <a:ext uri="{FF2B5EF4-FFF2-40B4-BE49-F238E27FC236}">
                  <a16:creationId xmlns:a16="http://schemas.microsoft.com/office/drawing/2014/main" id="{59B82DE0-9C00-415E-84F9-67FFE2D76C75}"/>
                </a:ext>
              </a:extLst>
            </p:cNvPr>
            <p:cNvSpPr/>
            <p:nvPr/>
          </p:nvSpPr>
          <p:spPr>
            <a:xfrm>
              <a:off x="1464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0" name="타원 3539">
              <a:extLst>
                <a:ext uri="{FF2B5EF4-FFF2-40B4-BE49-F238E27FC236}">
                  <a16:creationId xmlns:a16="http://schemas.microsoft.com/office/drawing/2014/main" id="{AF8F9826-D71E-4004-AB6E-73FB1373FFB0}"/>
                </a:ext>
              </a:extLst>
            </p:cNvPr>
            <p:cNvSpPr/>
            <p:nvPr/>
          </p:nvSpPr>
          <p:spPr>
            <a:xfrm>
              <a:off x="1616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1" name="타원 3540">
              <a:extLst>
                <a:ext uri="{FF2B5EF4-FFF2-40B4-BE49-F238E27FC236}">
                  <a16:creationId xmlns:a16="http://schemas.microsoft.com/office/drawing/2014/main" id="{50A85898-E265-4AE9-A347-5858563444FF}"/>
                </a:ext>
              </a:extLst>
            </p:cNvPr>
            <p:cNvSpPr/>
            <p:nvPr/>
          </p:nvSpPr>
          <p:spPr>
            <a:xfrm>
              <a:off x="1769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2" name="타원 3541">
              <a:extLst>
                <a:ext uri="{FF2B5EF4-FFF2-40B4-BE49-F238E27FC236}">
                  <a16:creationId xmlns:a16="http://schemas.microsoft.com/office/drawing/2014/main" id="{ABC64F4E-AEF1-4381-9D43-8F815932EE68}"/>
                </a:ext>
              </a:extLst>
            </p:cNvPr>
            <p:cNvSpPr/>
            <p:nvPr/>
          </p:nvSpPr>
          <p:spPr>
            <a:xfrm>
              <a:off x="1921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3" name="타원 3542">
              <a:extLst>
                <a:ext uri="{FF2B5EF4-FFF2-40B4-BE49-F238E27FC236}">
                  <a16:creationId xmlns:a16="http://schemas.microsoft.com/office/drawing/2014/main" id="{95AA4E06-0A77-4371-B8E9-67EAAD9E1F8D}"/>
                </a:ext>
              </a:extLst>
            </p:cNvPr>
            <p:cNvSpPr/>
            <p:nvPr/>
          </p:nvSpPr>
          <p:spPr>
            <a:xfrm>
              <a:off x="2074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4" name="타원 3543">
              <a:extLst>
                <a:ext uri="{FF2B5EF4-FFF2-40B4-BE49-F238E27FC236}">
                  <a16:creationId xmlns:a16="http://schemas.microsoft.com/office/drawing/2014/main" id="{07311D86-0137-425F-AE39-5ED0488B3D6A}"/>
                </a:ext>
              </a:extLst>
            </p:cNvPr>
            <p:cNvSpPr/>
            <p:nvPr/>
          </p:nvSpPr>
          <p:spPr>
            <a:xfrm>
              <a:off x="2226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5" name="타원 3544">
              <a:extLst>
                <a:ext uri="{FF2B5EF4-FFF2-40B4-BE49-F238E27FC236}">
                  <a16:creationId xmlns:a16="http://schemas.microsoft.com/office/drawing/2014/main" id="{86A216F8-6D1A-4F53-A4F4-67BF12C78D43}"/>
                </a:ext>
              </a:extLst>
            </p:cNvPr>
            <p:cNvSpPr/>
            <p:nvPr/>
          </p:nvSpPr>
          <p:spPr>
            <a:xfrm>
              <a:off x="2378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6" name="타원 3545">
              <a:extLst>
                <a:ext uri="{FF2B5EF4-FFF2-40B4-BE49-F238E27FC236}">
                  <a16:creationId xmlns:a16="http://schemas.microsoft.com/office/drawing/2014/main" id="{E5E5BC59-D678-4601-A61B-CE5DF1B33E16}"/>
                </a:ext>
              </a:extLst>
            </p:cNvPr>
            <p:cNvSpPr/>
            <p:nvPr/>
          </p:nvSpPr>
          <p:spPr>
            <a:xfrm>
              <a:off x="2531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7" name="타원 3546">
              <a:extLst>
                <a:ext uri="{FF2B5EF4-FFF2-40B4-BE49-F238E27FC236}">
                  <a16:creationId xmlns:a16="http://schemas.microsoft.com/office/drawing/2014/main" id="{67076E52-A53F-4AF5-BA95-0AD62971F655}"/>
                </a:ext>
              </a:extLst>
            </p:cNvPr>
            <p:cNvSpPr/>
            <p:nvPr/>
          </p:nvSpPr>
          <p:spPr>
            <a:xfrm>
              <a:off x="2683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8" name="타원 3547">
              <a:extLst>
                <a:ext uri="{FF2B5EF4-FFF2-40B4-BE49-F238E27FC236}">
                  <a16:creationId xmlns:a16="http://schemas.microsoft.com/office/drawing/2014/main" id="{C6090BD9-68B4-43A1-9372-4DC1D388A999}"/>
                </a:ext>
              </a:extLst>
            </p:cNvPr>
            <p:cNvSpPr/>
            <p:nvPr/>
          </p:nvSpPr>
          <p:spPr>
            <a:xfrm>
              <a:off x="2836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49" name="타원 3548">
              <a:extLst>
                <a:ext uri="{FF2B5EF4-FFF2-40B4-BE49-F238E27FC236}">
                  <a16:creationId xmlns:a16="http://schemas.microsoft.com/office/drawing/2014/main" id="{95B4F0D8-D9DB-4FFC-8100-04EC7CF9EC0C}"/>
                </a:ext>
              </a:extLst>
            </p:cNvPr>
            <p:cNvSpPr/>
            <p:nvPr/>
          </p:nvSpPr>
          <p:spPr>
            <a:xfrm>
              <a:off x="2988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0" name="타원 3549">
              <a:extLst>
                <a:ext uri="{FF2B5EF4-FFF2-40B4-BE49-F238E27FC236}">
                  <a16:creationId xmlns:a16="http://schemas.microsoft.com/office/drawing/2014/main" id="{B25AB6E1-2B69-4A39-8DB7-BBA2CAD162E8}"/>
                </a:ext>
              </a:extLst>
            </p:cNvPr>
            <p:cNvSpPr/>
            <p:nvPr/>
          </p:nvSpPr>
          <p:spPr>
            <a:xfrm>
              <a:off x="3140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1" name="타원 3550">
              <a:extLst>
                <a:ext uri="{FF2B5EF4-FFF2-40B4-BE49-F238E27FC236}">
                  <a16:creationId xmlns:a16="http://schemas.microsoft.com/office/drawing/2014/main" id="{6174C5F4-656C-4D99-81AA-594572DBDDD6}"/>
                </a:ext>
              </a:extLst>
            </p:cNvPr>
            <p:cNvSpPr/>
            <p:nvPr/>
          </p:nvSpPr>
          <p:spPr>
            <a:xfrm>
              <a:off x="3293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2" name="타원 3551">
              <a:extLst>
                <a:ext uri="{FF2B5EF4-FFF2-40B4-BE49-F238E27FC236}">
                  <a16:creationId xmlns:a16="http://schemas.microsoft.com/office/drawing/2014/main" id="{C3C6F8F2-EC3F-4C9B-817F-BA3A3664B9B5}"/>
                </a:ext>
              </a:extLst>
            </p:cNvPr>
            <p:cNvSpPr/>
            <p:nvPr/>
          </p:nvSpPr>
          <p:spPr>
            <a:xfrm>
              <a:off x="3445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3" name="타원 3552">
              <a:extLst>
                <a:ext uri="{FF2B5EF4-FFF2-40B4-BE49-F238E27FC236}">
                  <a16:creationId xmlns:a16="http://schemas.microsoft.com/office/drawing/2014/main" id="{A60E5ACB-FE7E-4FC6-A991-38A02F06BFDF}"/>
                </a:ext>
              </a:extLst>
            </p:cNvPr>
            <p:cNvSpPr/>
            <p:nvPr/>
          </p:nvSpPr>
          <p:spPr>
            <a:xfrm>
              <a:off x="3598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4" name="타원 3553">
              <a:extLst>
                <a:ext uri="{FF2B5EF4-FFF2-40B4-BE49-F238E27FC236}">
                  <a16:creationId xmlns:a16="http://schemas.microsoft.com/office/drawing/2014/main" id="{E6DE4DF8-C33C-44BF-BF86-18F048EFDBD4}"/>
                </a:ext>
              </a:extLst>
            </p:cNvPr>
            <p:cNvSpPr/>
            <p:nvPr/>
          </p:nvSpPr>
          <p:spPr>
            <a:xfrm>
              <a:off x="3750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5" name="타원 3554">
              <a:extLst>
                <a:ext uri="{FF2B5EF4-FFF2-40B4-BE49-F238E27FC236}">
                  <a16:creationId xmlns:a16="http://schemas.microsoft.com/office/drawing/2014/main" id="{6A9CC053-5B72-4544-A663-290B58F86E66}"/>
                </a:ext>
              </a:extLst>
            </p:cNvPr>
            <p:cNvSpPr/>
            <p:nvPr/>
          </p:nvSpPr>
          <p:spPr>
            <a:xfrm>
              <a:off x="3902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6" name="타원 3555">
              <a:extLst>
                <a:ext uri="{FF2B5EF4-FFF2-40B4-BE49-F238E27FC236}">
                  <a16:creationId xmlns:a16="http://schemas.microsoft.com/office/drawing/2014/main" id="{87550388-7005-4888-9C45-47EEBAD3C6D4}"/>
                </a:ext>
              </a:extLst>
            </p:cNvPr>
            <p:cNvSpPr/>
            <p:nvPr/>
          </p:nvSpPr>
          <p:spPr>
            <a:xfrm>
              <a:off x="4055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7" name="타원 3556">
              <a:extLst>
                <a:ext uri="{FF2B5EF4-FFF2-40B4-BE49-F238E27FC236}">
                  <a16:creationId xmlns:a16="http://schemas.microsoft.com/office/drawing/2014/main" id="{A086FD1C-FEA0-42C9-8BA8-EFD925D3E70F}"/>
                </a:ext>
              </a:extLst>
            </p:cNvPr>
            <p:cNvSpPr/>
            <p:nvPr/>
          </p:nvSpPr>
          <p:spPr>
            <a:xfrm>
              <a:off x="4207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8" name="타원 3557">
              <a:extLst>
                <a:ext uri="{FF2B5EF4-FFF2-40B4-BE49-F238E27FC236}">
                  <a16:creationId xmlns:a16="http://schemas.microsoft.com/office/drawing/2014/main" id="{94EFD1C4-DDAF-4382-92D7-70BC1C73FC93}"/>
                </a:ext>
              </a:extLst>
            </p:cNvPr>
            <p:cNvSpPr/>
            <p:nvPr/>
          </p:nvSpPr>
          <p:spPr>
            <a:xfrm>
              <a:off x="4360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59" name="타원 3558">
              <a:extLst>
                <a:ext uri="{FF2B5EF4-FFF2-40B4-BE49-F238E27FC236}">
                  <a16:creationId xmlns:a16="http://schemas.microsoft.com/office/drawing/2014/main" id="{AB219270-D2E5-462B-9835-3E87200C5408}"/>
                </a:ext>
              </a:extLst>
            </p:cNvPr>
            <p:cNvSpPr/>
            <p:nvPr/>
          </p:nvSpPr>
          <p:spPr>
            <a:xfrm>
              <a:off x="4512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0" name="타원 3559">
              <a:extLst>
                <a:ext uri="{FF2B5EF4-FFF2-40B4-BE49-F238E27FC236}">
                  <a16:creationId xmlns:a16="http://schemas.microsoft.com/office/drawing/2014/main" id="{F9F71EBB-97C7-457B-A325-87D930219553}"/>
                </a:ext>
              </a:extLst>
            </p:cNvPr>
            <p:cNvSpPr/>
            <p:nvPr/>
          </p:nvSpPr>
          <p:spPr>
            <a:xfrm>
              <a:off x="4664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1" name="타원 3560">
              <a:extLst>
                <a:ext uri="{FF2B5EF4-FFF2-40B4-BE49-F238E27FC236}">
                  <a16:creationId xmlns:a16="http://schemas.microsoft.com/office/drawing/2014/main" id="{CEF84945-C17B-4C5C-8772-3985BEEF0831}"/>
                </a:ext>
              </a:extLst>
            </p:cNvPr>
            <p:cNvSpPr/>
            <p:nvPr/>
          </p:nvSpPr>
          <p:spPr>
            <a:xfrm>
              <a:off x="4817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2" name="타원 3561">
              <a:extLst>
                <a:ext uri="{FF2B5EF4-FFF2-40B4-BE49-F238E27FC236}">
                  <a16:creationId xmlns:a16="http://schemas.microsoft.com/office/drawing/2014/main" id="{7C328418-674D-4A05-903F-DDD95EEEE798}"/>
                </a:ext>
              </a:extLst>
            </p:cNvPr>
            <p:cNvSpPr/>
            <p:nvPr/>
          </p:nvSpPr>
          <p:spPr>
            <a:xfrm>
              <a:off x="4969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3" name="타원 3562">
              <a:extLst>
                <a:ext uri="{FF2B5EF4-FFF2-40B4-BE49-F238E27FC236}">
                  <a16:creationId xmlns:a16="http://schemas.microsoft.com/office/drawing/2014/main" id="{5AFDB34D-023D-41CC-883D-A02C8B8FB642}"/>
                </a:ext>
              </a:extLst>
            </p:cNvPr>
            <p:cNvSpPr/>
            <p:nvPr/>
          </p:nvSpPr>
          <p:spPr>
            <a:xfrm>
              <a:off x="51221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4" name="타원 3563">
              <a:extLst>
                <a:ext uri="{FF2B5EF4-FFF2-40B4-BE49-F238E27FC236}">
                  <a16:creationId xmlns:a16="http://schemas.microsoft.com/office/drawing/2014/main" id="{D3A76BBB-C6F8-4453-9F41-AE8FEAB61B4A}"/>
                </a:ext>
              </a:extLst>
            </p:cNvPr>
            <p:cNvSpPr/>
            <p:nvPr/>
          </p:nvSpPr>
          <p:spPr>
            <a:xfrm>
              <a:off x="52745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5" name="타원 3564">
              <a:extLst>
                <a:ext uri="{FF2B5EF4-FFF2-40B4-BE49-F238E27FC236}">
                  <a16:creationId xmlns:a16="http://schemas.microsoft.com/office/drawing/2014/main" id="{3287AF26-465C-46DF-92C0-6BA3BA7E4EC9}"/>
                </a:ext>
              </a:extLst>
            </p:cNvPr>
            <p:cNvSpPr/>
            <p:nvPr/>
          </p:nvSpPr>
          <p:spPr>
            <a:xfrm>
              <a:off x="54269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6" name="타원 3565">
              <a:extLst>
                <a:ext uri="{FF2B5EF4-FFF2-40B4-BE49-F238E27FC236}">
                  <a16:creationId xmlns:a16="http://schemas.microsoft.com/office/drawing/2014/main" id="{41171C2D-1D77-4CAD-B1EA-BAD898A1A08C}"/>
                </a:ext>
              </a:extLst>
            </p:cNvPr>
            <p:cNvSpPr/>
            <p:nvPr/>
          </p:nvSpPr>
          <p:spPr>
            <a:xfrm>
              <a:off x="55793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7" name="타원 3566">
              <a:extLst>
                <a:ext uri="{FF2B5EF4-FFF2-40B4-BE49-F238E27FC236}">
                  <a16:creationId xmlns:a16="http://schemas.microsoft.com/office/drawing/2014/main" id="{9423432E-28D3-4936-8D46-25E3ABAA75D9}"/>
                </a:ext>
              </a:extLst>
            </p:cNvPr>
            <p:cNvSpPr/>
            <p:nvPr/>
          </p:nvSpPr>
          <p:spPr>
            <a:xfrm>
              <a:off x="5731775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8" name="타원 3567">
              <a:extLst>
                <a:ext uri="{FF2B5EF4-FFF2-40B4-BE49-F238E27FC236}">
                  <a16:creationId xmlns:a16="http://schemas.microsoft.com/office/drawing/2014/main" id="{FCB8614A-7FB3-4BAA-8C35-A65EB96C4D3C}"/>
                </a:ext>
              </a:extLst>
            </p:cNvPr>
            <p:cNvSpPr/>
            <p:nvPr/>
          </p:nvSpPr>
          <p:spPr>
            <a:xfrm>
              <a:off x="245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69" name="타원 3568">
              <a:extLst>
                <a:ext uri="{FF2B5EF4-FFF2-40B4-BE49-F238E27FC236}">
                  <a16:creationId xmlns:a16="http://schemas.microsoft.com/office/drawing/2014/main" id="{EE27B584-3FEA-4CA2-9C92-84C518C2BB68}"/>
                </a:ext>
              </a:extLst>
            </p:cNvPr>
            <p:cNvSpPr/>
            <p:nvPr/>
          </p:nvSpPr>
          <p:spPr>
            <a:xfrm>
              <a:off x="397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0" name="타원 3569">
              <a:extLst>
                <a:ext uri="{FF2B5EF4-FFF2-40B4-BE49-F238E27FC236}">
                  <a16:creationId xmlns:a16="http://schemas.microsoft.com/office/drawing/2014/main" id="{AEB95A28-5C38-4313-84A2-13569EDCE1DB}"/>
                </a:ext>
              </a:extLst>
            </p:cNvPr>
            <p:cNvSpPr/>
            <p:nvPr/>
          </p:nvSpPr>
          <p:spPr>
            <a:xfrm>
              <a:off x="550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1" name="타원 3570">
              <a:extLst>
                <a:ext uri="{FF2B5EF4-FFF2-40B4-BE49-F238E27FC236}">
                  <a16:creationId xmlns:a16="http://schemas.microsoft.com/office/drawing/2014/main" id="{062B8EB6-989C-4001-A5F1-821E3A765B76}"/>
                </a:ext>
              </a:extLst>
            </p:cNvPr>
            <p:cNvSpPr/>
            <p:nvPr/>
          </p:nvSpPr>
          <p:spPr>
            <a:xfrm>
              <a:off x="702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2" name="타원 3571">
              <a:extLst>
                <a:ext uri="{FF2B5EF4-FFF2-40B4-BE49-F238E27FC236}">
                  <a16:creationId xmlns:a16="http://schemas.microsoft.com/office/drawing/2014/main" id="{6AC14AB7-C755-41F2-8397-E743BAB89439}"/>
                </a:ext>
              </a:extLst>
            </p:cNvPr>
            <p:cNvSpPr/>
            <p:nvPr/>
          </p:nvSpPr>
          <p:spPr>
            <a:xfrm>
              <a:off x="854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3" name="타원 3572">
              <a:extLst>
                <a:ext uri="{FF2B5EF4-FFF2-40B4-BE49-F238E27FC236}">
                  <a16:creationId xmlns:a16="http://schemas.microsoft.com/office/drawing/2014/main" id="{DE8FAC50-446D-4317-B55E-9033385B6340}"/>
                </a:ext>
              </a:extLst>
            </p:cNvPr>
            <p:cNvSpPr/>
            <p:nvPr/>
          </p:nvSpPr>
          <p:spPr>
            <a:xfrm>
              <a:off x="1007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4" name="타원 3573">
              <a:extLst>
                <a:ext uri="{FF2B5EF4-FFF2-40B4-BE49-F238E27FC236}">
                  <a16:creationId xmlns:a16="http://schemas.microsoft.com/office/drawing/2014/main" id="{70946173-68B7-450E-A470-B39CC6D9F037}"/>
                </a:ext>
              </a:extLst>
            </p:cNvPr>
            <p:cNvSpPr/>
            <p:nvPr/>
          </p:nvSpPr>
          <p:spPr>
            <a:xfrm>
              <a:off x="1159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5" name="타원 3574">
              <a:extLst>
                <a:ext uri="{FF2B5EF4-FFF2-40B4-BE49-F238E27FC236}">
                  <a16:creationId xmlns:a16="http://schemas.microsoft.com/office/drawing/2014/main" id="{4C03CC98-70FC-4670-AF07-4ABD2AA4CCD7}"/>
                </a:ext>
              </a:extLst>
            </p:cNvPr>
            <p:cNvSpPr/>
            <p:nvPr/>
          </p:nvSpPr>
          <p:spPr>
            <a:xfrm>
              <a:off x="1312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6" name="타원 3575">
              <a:extLst>
                <a:ext uri="{FF2B5EF4-FFF2-40B4-BE49-F238E27FC236}">
                  <a16:creationId xmlns:a16="http://schemas.microsoft.com/office/drawing/2014/main" id="{B3D16D02-EBB2-481C-ADB7-7DB22EEF3668}"/>
                </a:ext>
              </a:extLst>
            </p:cNvPr>
            <p:cNvSpPr/>
            <p:nvPr/>
          </p:nvSpPr>
          <p:spPr>
            <a:xfrm>
              <a:off x="1464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7" name="타원 3576">
              <a:extLst>
                <a:ext uri="{FF2B5EF4-FFF2-40B4-BE49-F238E27FC236}">
                  <a16:creationId xmlns:a16="http://schemas.microsoft.com/office/drawing/2014/main" id="{3B8AEA95-BA0B-4A73-843C-05C1B40AC8B3}"/>
                </a:ext>
              </a:extLst>
            </p:cNvPr>
            <p:cNvSpPr/>
            <p:nvPr/>
          </p:nvSpPr>
          <p:spPr>
            <a:xfrm>
              <a:off x="1616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8" name="타원 3577">
              <a:extLst>
                <a:ext uri="{FF2B5EF4-FFF2-40B4-BE49-F238E27FC236}">
                  <a16:creationId xmlns:a16="http://schemas.microsoft.com/office/drawing/2014/main" id="{1D89BA96-925B-4FEB-94D4-04556653F502}"/>
                </a:ext>
              </a:extLst>
            </p:cNvPr>
            <p:cNvSpPr/>
            <p:nvPr/>
          </p:nvSpPr>
          <p:spPr>
            <a:xfrm>
              <a:off x="1769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79" name="타원 3578">
              <a:extLst>
                <a:ext uri="{FF2B5EF4-FFF2-40B4-BE49-F238E27FC236}">
                  <a16:creationId xmlns:a16="http://schemas.microsoft.com/office/drawing/2014/main" id="{4AA1DF3F-B1DE-4CBE-9750-59C1C03D9169}"/>
                </a:ext>
              </a:extLst>
            </p:cNvPr>
            <p:cNvSpPr/>
            <p:nvPr/>
          </p:nvSpPr>
          <p:spPr>
            <a:xfrm>
              <a:off x="1921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0" name="타원 3579">
              <a:extLst>
                <a:ext uri="{FF2B5EF4-FFF2-40B4-BE49-F238E27FC236}">
                  <a16:creationId xmlns:a16="http://schemas.microsoft.com/office/drawing/2014/main" id="{1CD1AB06-6C66-4569-BEDE-7FB3FCB0DC16}"/>
                </a:ext>
              </a:extLst>
            </p:cNvPr>
            <p:cNvSpPr/>
            <p:nvPr/>
          </p:nvSpPr>
          <p:spPr>
            <a:xfrm>
              <a:off x="2074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1" name="타원 3580">
              <a:extLst>
                <a:ext uri="{FF2B5EF4-FFF2-40B4-BE49-F238E27FC236}">
                  <a16:creationId xmlns:a16="http://schemas.microsoft.com/office/drawing/2014/main" id="{66235C12-A0B2-44EE-BF25-509ED4742880}"/>
                </a:ext>
              </a:extLst>
            </p:cNvPr>
            <p:cNvSpPr/>
            <p:nvPr/>
          </p:nvSpPr>
          <p:spPr>
            <a:xfrm>
              <a:off x="2226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2" name="타원 3581">
              <a:extLst>
                <a:ext uri="{FF2B5EF4-FFF2-40B4-BE49-F238E27FC236}">
                  <a16:creationId xmlns:a16="http://schemas.microsoft.com/office/drawing/2014/main" id="{AA330A5D-23D9-46D2-B2A6-58E631E70639}"/>
                </a:ext>
              </a:extLst>
            </p:cNvPr>
            <p:cNvSpPr/>
            <p:nvPr/>
          </p:nvSpPr>
          <p:spPr>
            <a:xfrm>
              <a:off x="2378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3" name="타원 3582">
              <a:extLst>
                <a:ext uri="{FF2B5EF4-FFF2-40B4-BE49-F238E27FC236}">
                  <a16:creationId xmlns:a16="http://schemas.microsoft.com/office/drawing/2014/main" id="{BC46AE5E-37D6-44E0-8C11-56089F20F339}"/>
                </a:ext>
              </a:extLst>
            </p:cNvPr>
            <p:cNvSpPr/>
            <p:nvPr/>
          </p:nvSpPr>
          <p:spPr>
            <a:xfrm>
              <a:off x="2531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4" name="타원 3583">
              <a:extLst>
                <a:ext uri="{FF2B5EF4-FFF2-40B4-BE49-F238E27FC236}">
                  <a16:creationId xmlns:a16="http://schemas.microsoft.com/office/drawing/2014/main" id="{61279D19-A12D-4494-9409-722C8F6C152D}"/>
                </a:ext>
              </a:extLst>
            </p:cNvPr>
            <p:cNvSpPr/>
            <p:nvPr/>
          </p:nvSpPr>
          <p:spPr>
            <a:xfrm>
              <a:off x="2683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5" name="타원 3584">
              <a:extLst>
                <a:ext uri="{FF2B5EF4-FFF2-40B4-BE49-F238E27FC236}">
                  <a16:creationId xmlns:a16="http://schemas.microsoft.com/office/drawing/2014/main" id="{681F3BDE-111A-412C-BB64-E3925EFC5BF3}"/>
                </a:ext>
              </a:extLst>
            </p:cNvPr>
            <p:cNvSpPr/>
            <p:nvPr/>
          </p:nvSpPr>
          <p:spPr>
            <a:xfrm>
              <a:off x="2836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6" name="타원 3585">
              <a:extLst>
                <a:ext uri="{FF2B5EF4-FFF2-40B4-BE49-F238E27FC236}">
                  <a16:creationId xmlns:a16="http://schemas.microsoft.com/office/drawing/2014/main" id="{09788A9C-CD6D-4298-B612-065592DED51E}"/>
                </a:ext>
              </a:extLst>
            </p:cNvPr>
            <p:cNvSpPr/>
            <p:nvPr/>
          </p:nvSpPr>
          <p:spPr>
            <a:xfrm>
              <a:off x="2988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7" name="타원 3586">
              <a:extLst>
                <a:ext uri="{FF2B5EF4-FFF2-40B4-BE49-F238E27FC236}">
                  <a16:creationId xmlns:a16="http://schemas.microsoft.com/office/drawing/2014/main" id="{EEC986E6-5EA0-40D4-ADA5-96014968145D}"/>
                </a:ext>
              </a:extLst>
            </p:cNvPr>
            <p:cNvSpPr/>
            <p:nvPr/>
          </p:nvSpPr>
          <p:spPr>
            <a:xfrm>
              <a:off x="3140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8" name="타원 3587">
              <a:extLst>
                <a:ext uri="{FF2B5EF4-FFF2-40B4-BE49-F238E27FC236}">
                  <a16:creationId xmlns:a16="http://schemas.microsoft.com/office/drawing/2014/main" id="{54020905-0867-4403-96DC-F7C71F88C1C3}"/>
                </a:ext>
              </a:extLst>
            </p:cNvPr>
            <p:cNvSpPr/>
            <p:nvPr/>
          </p:nvSpPr>
          <p:spPr>
            <a:xfrm>
              <a:off x="3293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89" name="타원 3588">
              <a:extLst>
                <a:ext uri="{FF2B5EF4-FFF2-40B4-BE49-F238E27FC236}">
                  <a16:creationId xmlns:a16="http://schemas.microsoft.com/office/drawing/2014/main" id="{023CC288-8EBC-4FF8-A904-8778313FF8C2}"/>
                </a:ext>
              </a:extLst>
            </p:cNvPr>
            <p:cNvSpPr/>
            <p:nvPr/>
          </p:nvSpPr>
          <p:spPr>
            <a:xfrm>
              <a:off x="3445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0" name="타원 3589">
              <a:extLst>
                <a:ext uri="{FF2B5EF4-FFF2-40B4-BE49-F238E27FC236}">
                  <a16:creationId xmlns:a16="http://schemas.microsoft.com/office/drawing/2014/main" id="{D454BCAA-E95C-4EF1-83C5-9CD5A848CEE0}"/>
                </a:ext>
              </a:extLst>
            </p:cNvPr>
            <p:cNvSpPr/>
            <p:nvPr/>
          </p:nvSpPr>
          <p:spPr>
            <a:xfrm>
              <a:off x="3598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1" name="타원 3590">
              <a:extLst>
                <a:ext uri="{FF2B5EF4-FFF2-40B4-BE49-F238E27FC236}">
                  <a16:creationId xmlns:a16="http://schemas.microsoft.com/office/drawing/2014/main" id="{557B8E43-415B-4FE2-A297-3448A2A1283C}"/>
                </a:ext>
              </a:extLst>
            </p:cNvPr>
            <p:cNvSpPr/>
            <p:nvPr/>
          </p:nvSpPr>
          <p:spPr>
            <a:xfrm>
              <a:off x="3750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2" name="타원 3591">
              <a:extLst>
                <a:ext uri="{FF2B5EF4-FFF2-40B4-BE49-F238E27FC236}">
                  <a16:creationId xmlns:a16="http://schemas.microsoft.com/office/drawing/2014/main" id="{B3DBE70D-1FDB-4FC3-A1E7-007400952190}"/>
                </a:ext>
              </a:extLst>
            </p:cNvPr>
            <p:cNvSpPr/>
            <p:nvPr/>
          </p:nvSpPr>
          <p:spPr>
            <a:xfrm>
              <a:off x="3902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3" name="타원 3592">
              <a:extLst>
                <a:ext uri="{FF2B5EF4-FFF2-40B4-BE49-F238E27FC236}">
                  <a16:creationId xmlns:a16="http://schemas.microsoft.com/office/drawing/2014/main" id="{F63373A2-6053-42C3-B47A-B5218DF0634B}"/>
                </a:ext>
              </a:extLst>
            </p:cNvPr>
            <p:cNvSpPr/>
            <p:nvPr/>
          </p:nvSpPr>
          <p:spPr>
            <a:xfrm>
              <a:off x="4055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4" name="타원 3593">
              <a:extLst>
                <a:ext uri="{FF2B5EF4-FFF2-40B4-BE49-F238E27FC236}">
                  <a16:creationId xmlns:a16="http://schemas.microsoft.com/office/drawing/2014/main" id="{C4DB8905-918D-45A8-9117-B5AA3CE6CA58}"/>
                </a:ext>
              </a:extLst>
            </p:cNvPr>
            <p:cNvSpPr/>
            <p:nvPr/>
          </p:nvSpPr>
          <p:spPr>
            <a:xfrm>
              <a:off x="4207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5" name="타원 3594">
              <a:extLst>
                <a:ext uri="{FF2B5EF4-FFF2-40B4-BE49-F238E27FC236}">
                  <a16:creationId xmlns:a16="http://schemas.microsoft.com/office/drawing/2014/main" id="{5E450B55-C820-4B5C-82C3-B657C405F152}"/>
                </a:ext>
              </a:extLst>
            </p:cNvPr>
            <p:cNvSpPr/>
            <p:nvPr/>
          </p:nvSpPr>
          <p:spPr>
            <a:xfrm>
              <a:off x="4360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6" name="타원 3595">
              <a:extLst>
                <a:ext uri="{FF2B5EF4-FFF2-40B4-BE49-F238E27FC236}">
                  <a16:creationId xmlns:a16="http://schemas.microsoft.com/office/drawing/2014/main" id="{8889A901-7144-4B76-80DC-985BDCDF2C57}"/>
                </a:ext>
              </a:extLst>
            </p:cNvPr>
            <p:cNvSpPr/>
            <p:nvPr/>
          </p:nvSpPr>
          <p:spPr>
            <a:xfrm>
              <a:off x="4512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7" name="타원 3596">
              <a:extLst>
                <a:ext uri="{FF2B5EF4-FFF2-40B4-BE49-F238E27FC236}">
                  <a16:creationId xmlns:a16="http://schemas.microsoft.com/office/drawing/2014/main" id="{7DB7B934-D570-4A6D-8C38-AF2D915E9672}"/>
                </a:ext>
              </a:extLst>
            </p:cNvPr>
            <p:cNvSpPr/>
            <p:nvPr/>
          </p:nvSpPr>
          <p:spPr>
            <a:xfrm>
              <a:off x="4664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8" name="타원 3597">
              <a:extLst>
                <a:ext uri="{FF2B5EF4-FFF2-40B4-BE49-F238E27FC236}">
                  <a16:creationId xmlns:a16="http://schemas.microsoft.com/office/drawing/2014/main" id="{DC16CA65-8037-4FA0-BAAF-092E8D7F510C}"/>
                </a:ext>
              </a:extLst>
            </p:cNvPr>
            <p:cNvSpPr/>
            <p:nvPr/>
          </p:nvSpPr>
          <p:spPr>
            <a:xfrm>
              <a:off x="4817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99" name="타원 3598">
              <a:extLst>
                <a:ext uri="{FF2B5EF4-FFF2-40B4-BE49-F238E27FC236}">
                  <a16:creationId xmlns:a16="http://schemas.microsoft.com/office/drawing/2014/main" id="{5B9FD9B2-B42F-4F56-8BBB-A1A234C8F489}"/>
                </a:ext>
              </a:extLst>
            </p:cNvPr>
            <p:cNvSpPr/>
            <p:nvPr/>
          </p:nvSpPr>
          <p:spPr>
            <a:xfrm>
              <a:off x="4969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0" name="타원 3599">
              <a:extLst>
                <a:ext uri="{FF2B5EF4-FFF2-40B4-BE49-F238E27FC236}">
                  <a16:creationId xmlns:a16="http://schemas.microsoft.com/office/drawing/2014/main" id="{FCB2A25D-8551-4D18-BC63-1B936CC0FB13}"/>
                </a:ext>
              </a:extLst>
            </p:cNvPr>
            <p:cNvSpPr/>
            <p:nvPr/>
          </p:nvSpPr>
          <p:spPr>
            <a:xfrm>
              <a:off x="51221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1" name="타원 3600">
              <a:extLst>
                <a:ext uri="{FF2B5EF4-FFF2-40B4-BE49-F238E27FC236}">
                  <a16:creationId xmlns:a16="http://schemas.microsoft.com/office/drawing/2014/main" id="{061F25AC-D319-42E9-8920-819E17C46547}"/>
                </a:ext>
              </a:extLst>
            </p:cNvPr>
            <p:cNvSpPr/>
            <p:nvPr/>
          </p:nvSpPr>
          <p:spPr>
            <a:xfrm>
              <a:off x="52745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2" name="타원 3601">
              <a:extLst>
                <a:ext uri="{FF2B5EF4-FFF2-40B4-BE49-F238E27FC236}">
                  <a16:creationId xmlns:a16="http://schemas.microsoft.com/office/drawing/2014/main" id="{1D88C679-A675-4879-ACC0-CB065D4BBDCA}"/>
                </a:ext>
              </a:extLst>
            </p:cNvPr>
            <p:cNvSpPr/>
            <p:nvPr/>
          </p:nvSpPr>
          <p:spPr>
            <a:xfrm>
              <a:off x="54269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3" name="타원 3602">
              <a:extLst>
                <a:ext uri="{FF2B5EF4-FFF2-40B4-BE49-F238E27FC236}">
                  <a16:creationId xmlns:a16="http://schemas.microsoft.com/office/drawing/2014/main" id="{0B04B386-7470-43FE-A41B-89C4C50CDE6B}"/>
                </a:ext>
              </a:extLst>
            </p:cNvPr>
            <p:cNvSpPr/>
            <p:nvPr/>
          </p:nvSpPr>
          <p:spPr>
            <a:xfrm>
              <a:off x="55793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4" name="타원 3603">
              <a:extLst>
                <a:ext uri="{FF2B5EF4-FFF2-40B4-BE49-F238E27FC236}">
                  <a16:creationId xmlns:a16="http://schemas.microsoft.com/office/drawing/2014/main" id="{BA092DD1-2707-492D-8C48-F37552D1F3BD}"/>
                </a:ext>
              </a:extLst>
            </p:cNvPr>
            <p:cNvSpPr/>
            <p:nvPr/>
          </p:nvSpPr>
          <p:spPr>
            <a:xfrm>
              <a:off x="5731775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5" name="타원 3604">
              <a:extLst>
                <a:ext uri="{FF2B5EF4-FFF2-40B4-BE49-F238E27FC236}">
                  <a16:creationId xmlns:a16="http://schemas.microsoft.com/office/drawing/2014/main" id="{A75FABEC-6F78-4AE2-A30B-4698E85D20C4}"/>
                </a:ext>
              </a:extLst>
            </p:cNvPr>
            <p:cNvSpPr/>
            <p:nvPr/>
          </p:nvSpPr>
          <p:spPr>
            <a:xfrm>
              <a:off x="245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6" name="타원 3605">
              <a:extLst>
                <a:ext uri="{FF2B5EF4-FFF2-40B4-BE49-F238E27FC236}">
                  <a16:creationId xmlns:a16="http://schemas.microsoft.com/office/drawing/2014/main" id="{E0FFBC69-A257-4150-9907-CD67491B6DC0}"/>
                </a:ext>
              </a:extLst>
            </p:cNvPr>
            <p:cNvSpPr/>
            <p:nvPr/>
          </p:nvSpPr>
          <p:spPr>
            <a:xfrm>
              <a:off x="397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7" name="타원 3606">
              <a:extLst>
                <a:ext uri="{FF2B5EF4-FFF2-40B4-BE49-F238E27FC236}">
                  <a16:creationId xmlns:a16="http://schemas.microsoft.com/office/drawing/2014/main" id="{D65AD629-6775-4DB2-B59B-049BE51DDC11}"/>
                </a:ext>
              </a:extLst>
            </p:cNvPr>
            <p:cNvSpPr/>
            <p:nvPr/>
          </p:nvSpPr>
          <p:spPr>
            <a:xfrm>
              <a:off x="550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8" name="타원 3607">
              <a:extLst>
                <a:ext uri="{FF2B5EF4-FFF2-40B4-BE49-F238E27FC236}">
                  <a16:creationId xmlns:a16="http://schemas.microsoft.com/office/drawing/2014/main" id="{E8CB158F-2B19-4297-BC8B-D1717D312FBE}"/>
                </a:ext>
              </a:extLst>
            </p:cNvPr>
            <p:cNvSpPr/>
            <p:nvPr/>
          </p:nvSpPr>
          <p:spPr>
            <a:xfrm>
              <a:off x="702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09" name="타원 3608">
              <a:extLst>
                <a:ext uri="{FF2B5EF4-FFF2-40B4-BE49-F238E27FC236}">
                  <a16:creationId xmlns:a16="http://schemas.microsoft.com/office/drawing/2014/main" id="{3B158217-1977-4870-BE8C-C95A45FF57FB}"/>
                </a:ext>
              </a:extLst>
            </p:cNvPr>
            <p:cNvSpPr/>
            <p:nvPr/>
          </p:nvSpPr>
          <p:spPr>
            <a:xfrm>
              <a:off x="854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0" name="타원 3609">
              <a:extLst>
                <a:ext uri="{FF2B5EF4-FFF2-40B4-BE49-F238E27FC236}">
                  <a16:creationId xmlns:a16="http://schemas.microsoft.com/office/drawing/2014/main" id="{6CE9CE53-AAA5-48C8-932A-598DB042DB79}"/>
                </a:ext>
              </a:extLst>
            </p:cNvPr>
            <p:cNvSpPr/>
            <p:nvPr/>
          </p:nvSpPr>
          <p:spPr>
            <a:xfrm>
              <a:off x="1007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1" name="타원 3610">
              <a:extLst>
                <a:ext uri="{FF2B5EF4-FFF2-40B4-BE49-F238E27FC236}">
                  <a16:creationId xmlns:a16="http://schemas.microsoft.com/office/drawing/2014/main" id="{7E2588F7-D2FB-4B9C-A3C1-09EE9BBB5770}"/>
                </a:ext>
              </a:extLst>
            </p:cNvPr>
            <p:cNvSpPr/>
            <p:nvPr/>
          </p:nvSpPr>
          <p:spPr>
            <a:xfrm>
              <a:off x="1159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2" name="타원 3611">
              <a:extLst>
                <a:ext uri="{FF2B5EF4-FFF2-40B4-BE49-F238E27FC236}">
                  <a16:creationId xmlns:a16="http://schemas.microsoft.com/office/drawing/2014/main" id="{029704A0-1235-4623-AE67-EB8991D262E1}"/>
                </a:ext>
              </a:extLst>
            </p:cNvPr>
            <p:cNvSpPr/>
            <p:nvPr/>
          </p:nvSpPr>
          <p:spPr>
            <a:xfrm>
              <a:off x="1312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3" name="타원 3612">
              <a:extLst>
                <a:ext uri="{FF2B5EF4-FFF2-40B4-BE49-F238E27FC236}">
                  <a16:creationId xmlns:a16="http://schemas.microsoft.com/office/drawing/2014/main" id="{84F8DEA0-8F27-4DB3-B20D-A4DBAFCD539A}"/>
                </a:ext>
              </a:extLst>
            </p:cNvPr>
            <p:cNvSpPr/>
            <p:nvPr/>
          </p:nvSpPr>
          <p:spPr>
            <a:xfrm>
              <a:off x="1464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4" name="타원 3613">
              <a:extLst>
                <a:ext uri="{FF2B5EF4-FFF2-40B4-BE49-F238E27FC236}">
                  <a16:creationId xmlns:a16="http://schemas.microsoft.com/office/drawing/2014/main" id="{BAF5472C-EF74-46D1-947F-1403EB0E28DB}"/>
                </a:ext>
              </a:extLst>
            </p:cNvPr>
            <p:cNvSpPr/>
            <p:nvPr/>
          </p:nvSpPr>
          <p:spPr>
            <a:xfrm>
              <a:off x="1616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5" name="타원 3614">
              <a:extLst>
                <a:ext uri="{FF2B5EF4-FFF2-40B4-BE49-F238E27FC236}">
                  <a16:creationId xmlns:a16="http://schemas.microsoft.com/office/drawing/2014/main" id="{1852006C-2059-4719-B693-CF39A69B65DC}"/>
                </a:ext>
              </a:extLst>
            </p:cNvPr>
            <p:cNvSpPr/>
            <p:nvPr/>
          </p:nvSpPr>
          <p:spPr>
            <a:xfrm>
              <a:off x="1769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6" name="타원 3615">
              <a:extLst>
                <a:ext uri="{FF2B5EF4-FFF2-40B4-BE49-F238E27FC236}">
                  <a16:creationId xmlns:a16="http://schemas.microsoft.com/office/drawing/2014/main" id="{65C5F122-8A52-4107-A9D0-2BC326878EDE}"/>
                </a:ext>
              </a:extLst>
            </p:cNvPr>
            <p:cNvSpPr/>
            <p:nvPr/>
          </p:nvSpPr>
          <p:spPr>
            <a:xfrm>
              <a:off x="1921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7" name="타원 3616">
              <a:extLst>
                <a:ext uri="{FF2B5EF4-FFF2-40B4-BE49-F238E27FC236}">
                  <a16:creationId xmlns:a16="http://schemas.microsoft.com/office/drawing/2014/main" id="{1D91135C-144A-4A7E-A816-1E28789FCFC9}"/>
                </a:ext>
              </a:extLst>
            </p:cNvPr>
            <p:cNvSpPr/>
            <p:nvPr/>
          </p:nvSpPr>
          <p:spPr>
            <a:xfrm>
              <a:off x="2074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8" name="타원 3617">
              <a:extLst>
                <a:ext uri="{FF2B5EF4-FFF2-40B4-BE49-F238E27FC236}">
                  <a16:creationId xmlns:a16="http://schemas.microsoft.com/office/drawing/2014/main" id="{60C9DE06-3DD1-43DA-8426-0457BEC7B0BD}"/>
                </a:ext>
              </a:extLst>
            </p:cNvPr>
            <p:cNvSpPr/>
            <p:nvPr/>
          </p:nvSpPr>
          <p:spPr>
            <a:xfrm>
              <a:off x="2226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19" name="타원 3618">
              <a:extLst>
                <a:ext uri="{FF2B5EF4-FFF2-40B4-BE49-F238E27FC236}">
                  <a16:creationId xmlns:a16="http://schemas.microsoft.com/office/drawing/2014/main" id="{08D2D9E5-9F34-4901-9DA7-8271802540D0}"/>
                </a:ext>
              </a:extLst>
            </p:cNvPr>
            <p:cNvSpPr/>
            <p:nvPr/>
          </p:nvSpPr>
          <p:spPr>
            <a:xfrm>
              <a:off x="2378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0" name="타원 3619">
              <a:extLst>
                <a:ext uri="{FF2B5EF4-FFF2-40B4-BE49-F238E27FC236}">
                  <a16:creationId xmlns:a16="http://schemas.microsoft.com/office/drawing/2014/main" id="{98EF93D4-1338-465A-ACB2-B859EBFB6C16}"/>
                </a:ext>
              </a:extLst>
            </p:cNvPr>
            <p:cNvSpPr/>
            <p:nvPr/>
          </p:nvSpPr>
          <p:spPr>
            <a:xfrm>
              <a:off x="2531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1" name="타원 3620">
              <a:extLst>
                <a:ext uri="{FF2B5EF4-FFF2-40B4-BE49-F238E27FC236}">
                  <a16:creationId xmlns:a16="http://schemas.microsoft.com/office/drawing/2014/main" id="{C8276B3C-A410-49D6-B034-2D27D1857B3F}"/>
                </a:ext>
              </a:extLst>
            </p:cNvPr>
            <p:cNvSpPr/>
            <p:nvPr/>
          </p:nvSpPr>
          <p:spPr>
            <a:xfrm>
              <a:off x="2683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2" name="타원 3621">
              <a:extLst>
                <a:ext uri="{FF2B5EF4-FFF2-40B4-BE49-F238E27FC236}">
                  <a16:creationId xmlns:a16="http://schemas.microsoft.com/office/drawing/2014/main" id="{56AD00FB-26FD-4DA4-9101-0E6B62111C1B}"/>
                </a:ext>
              </a:extLst>
            </p:cNvPr>
            <p:cNvSpPr/>
            <p:nvPr/>
          </p:nvSpPr>
          <p:spPr>
            <a:xfrm>
              <a:off x="2836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3" name="타원 3622">
              <a:extLst>
                <a:ext uri="{FF2B5EF4-FFF2-40B4-BE49-F238E27FC236}">
                  <a16:creationId xmlns:a16="http://schemas.microsoft.com/office/drawing/2014/main" id="{E0C3983D-E541-4CAF-ADC6-CE1FA4E398CD}"/>
                </a:ext>
              </a:extLst>
            </p:cNvPr>
            <p:cNvSpPr/>
            <p:nvPr/>
          </p:nvSpPr>
          <p:spPr>
            <a:xfrm>
              <a:off x="2988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4" name="타원 3623">
              <a:extLst>
                <a:ext uri="{FF2B5EF4-FFF2-40B4-BE49-F238E27FC236}">
                  <a16:creationId xmlns:a16="http://schemas.microsoft.com/office/drawing/2014/main" id="{BF7D7CC7-C79F-4B3D-A500-528F7D2DC152}"/>
                </a:ext>
              </a:extLst>
            </p:cNvPr>
            <p:cNvSpPr/>
            <p:nvPr/>
          </p:nvSpPr>
          <p:spPr>
            <a:xfrm>
              <a:off x="3140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5" name="타원 3624">
              <a:extLst>
                <a:ext uri="{FF2B5EF4-FFF2-40B4-BE49-F238E27FC236}">
                  <a16:creationId xmlns:a16="http://schemas.microsoft.com/office/drawing/2014/main" id="{E94D90F9-CF4F-4606-83F4-150564F09DB4}"/>
                </a:ext>
              </a:extLst>
            </p:cNvPr>
            <p:cNvSpPr/>
            <p:nvPr/>
          </p:nvSpPr>
          <p:spPr>
            <a:xfrm>
              <a:off x="3293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6" name="타원 3625">
              <a:extLst>
                <a:ext uri="{FF2B5EF4-FFF2-40B4-BE49-F238E27FC236}">
                  <a16:creationId xmlns:a16="http://schemas.microsoft.com/office/drawing/2014/main" id="{9715851F-AEBB-47DA-868D-BA6EB59F1E32}"/>
                </a:ext>
              </a:extLst>
            </p:cNvPr>
            <p:cNvSpPr/>
            <p:nvPr/>
          </p:nvSpPr>
          <p:spPr>
            <a:xfrm>
              <a:off x="3445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7" name="타원 3626">
              <a:extLst>
                <a:ext uri="{FF2B5EF4-FFF2-40B4-BE49-F238E27FC236}">
                  <a16:creationId xmlns:a16="http://schemas.microsoft.com/office/drawing/2014/main" id="{4ACF3E93-D585-46AF-9F4C-238CF73BF8A1}"/>
                </a:ext>
              </a:extLst>
            </p:cNvPr>
            <p:cNvSpPr/>
            <p:nvPr/>
          </p:nvSpPr>
          <p:spPr>
            <a:xfrm>
              <a:off x="3598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8" name="타원 3627">
              <a:extLst>
                <a:ext uri="{FF2B5EF4-FFF2-40B4-BE49-F238E27FC236}">
                  <a16:creationId xmlns:a16="http://schemas.microsoft.com/office/drawing/2014/main" id="{9B88E2AF-82A1-482B-9EAE-57C44FDB57F0}"/>
                </a:ext>
              </a:extLst>
            </p:cNvPr>
            <p:cNvSpPr/>
            <p:nvPr/>
          </p:nvSpPr>
          <p:spPr>
            <a:xfrm>
              <a:off x="3750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29" name="타원 3628">
              <a:extLst>
                <a:ext uri="{FF2B5EF4-FFF2-40B4-BE49-F238E27FC236}">
                  <a16:creationId xmlns:a16="http://schemas.microsoft.com/office/drawing/2014/main" id="{010DE447-288C-4B2A-B447-FEE5802EECEB}"/>
                </a:ext>
              </a:extLst>
            </p:cNvPr>
            <p:cNvSpPr/>
            <p:nvPr/>
          </p:nvSpPr>
          <p:spPr>
            <a:xfrm>
              <a:off x="3902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0" name="타원 3629">
              <a:extLst>
                <a:ext uri="{FF2B5EF4-FFF2-40B4-BE49-F238E27FC236}">
                  <a16:creationId xmlns:a16="http://schemas.microsoft.com/office/drawing/2014/main" id="{6200DF96-7502-43D9-BCEF-E50D3152CE39}"/>
                </a:ext>
              </a:extLst>
            </p:cNvPr>
            <p:cNvSpPr/>
            <p:nvPr/>
          </p:nvSpPr>
          <p:spPr>
            <a:xfrm>
              <a:off x="4055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1" name="타원 3630">
              <a:extLst>
                <a:ext uri="{FF2B5EF4-FFF2-40B4-BE49-F238E27FC236}">
                  <a16:creationId xmlns:a16="http://schemas.microsoft.com/office/drawing/2014/main" id="{FEC574D0-0D10-47EC-93B3-83F5E54BED95}"/>
                </a:ext>
              </a:extLst>
            </p:cNvPr>
            <p:cNvSpPr/>
            <p:nvPr/>
          </p:nvSpPr>
          <p:spPr>
            <a:xfrm>
              <a:off x="4207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2" name="타원 3631">
              <a:extLst>
                <a:ext uri="{FF2B5EF4-FFF2-40B4-BE49-F238E27FC236}">
                  <a16:creationId xmlns:a16="http://schemas.microsoft.com/office/drawing/2014/main" id="{1A3513EF-53E0-4F76-A11F-4A427662B8B5}"/>
                </a:ext>
              </a:extLst>
            </p:cNvPr>
            <p:cNvSpPr/>
            <p:nvPr/>
          </p:nvSpPr>
          <p:spPr>
            <a:xfrm>
              <a:off x="4360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3" name="타원 3632">
              <a:extLst>
                <a:ext uri="{FF2B5EF4-FFF2-40B4-BE49-F238E27FC236}">
                  <a16:creationId xmlns:a16="http://schemas.microsoft.com/office/drawing/2014/main" id="{5FC7F2B6-8AB8-4795-B599-D1850CB1D7FE}"/>
                </a:ext>
              </a:extLst>
            </p:cNvPr>
            <p:cNvSpPr/>
            <p:nvPr/>
          </p:nvSpPr>
          <p:spPr>
            <a:xfrm>
              <a:off x="4512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4" name="타원 3633">
              <a:extLst>
                <a:ext uri="{FF2B5EF4-FFF2-40B4-BE49-F238E27FC236}">
                  <a16:creationId xmlns:a16="http://schemas.microsoft.com/office/drawing/2014/main" id="{43D83913-5810-43E6-B4BD-EC9899997ECF}"/>
                </a:ext>
              </a:extLst>
            </p:cNvPr>
            <p:cNvSpPr/>
            <p:nvPr/>
          </p:nvSpPr>
          <p:spPr>
            <a:xfrm>
              <a:off x="4664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5" name="타원 3634">
              <a:extLst>
                <a:ext uri="{FF2B5EF4-FFF2-40B4-BE49-F238E27FC236}">
                  <a16:creationId xmlns:a16="http://schemas.microsoft.com/office/drawing/2014/main" id="{E3C08745-31E7-4137-BDF4-E2A130AC8C8C}"/>
                </a:ext>
              </a:extLst>
            </p:cNvPr>
            <p:cNvSpPr/>
            <p:nvPr/>
          </p:nvSpPr>
          <p:spPr>
            <a:xfrm>
              <a:off x="4817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6" name="타원 3635">
              <a:extLst>
                <a:ext uri="{FF2B5EF4-FFF2-40B4-BE49-F238E27FC236}">
                  <a16:creationId xmlns:a16="http://schemas.microsoft.com/office/drawing/2014/main" id="{75879E52-FF01-4FC8-9727-872B2ACAA86E}"/>
                </a:ext>
              </a:extLst>
            </p:cNvPr>
            <p:cNvSpPr/>
            <p:nvPr/>
          </p:nvSpPr>
          <p:spPr>
            <a:xfrm>
              <a:off x="4969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7" name="타원 3636">
              <a:extLst>
                <a:ext uri="{FF2B5EF4-FFF2-40B4-BE49-F238E27FC236}">
                  <a16:creationId xmlns:a16="http://schemas.microsoft.com/office/drawing/2014/main" id="{4E8F9668-E1C9-4188-8291-D235484E9735}"/>
                </a:ext>
              </a:extLst>
            </p:cNvPr>
            <p:cNvSpPr/>
            <p:nvPr/>
          </p:nvSpPr>
          <p:spPr>
            <a:xfrm>
              <a:off x="51221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8" name="타원 3637">
              <a:extLst>
                <a:ext uri="{FF2B5EF4-FFF2-40B4-BE49-F238E27FC236}">
                  <a16:creationId xmlns:a16="http://schemas.microsoft.com/office/drawing/2014/main" id="{036591BC-69E2-4694-9BD6-D7A37B5970BA}"/>
                </a:ext>
              </a:extLst>
            </p:cNvPr>
            <p:cNvSpPr/>
            <p:nvPr/>
          </p:nvSpPr>
          <p:spPr>
            <a:xfrm>
              <a:off x="52745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39" name="타원 3638">
              <a:extLst>
                <a:ext uri="{FF2B5EF4-FFF2-40B4-BE49-F238E27FC236}">
                  <a16:creationId xmlns:a16="http://schemas.microsoft.com/office/drawing/2014/main" id="{EAC68087-1241-4778-B596-590D5F686EAA}"/>
                </a:ext>
              </a:extLst>
            </p:cNvPr>
            <p:cNvSpPr/>
            <p:nvPr/>
          </p:nvSpPr>
          <p:spPr>
            <a:xfrm>
              <a:off x="54269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0" name="타원 3639">
              <a:extLst>
                <a:ext uri="{FF2B5EF4-FFF2-40B4-BE49-F238E27FC236}">
                  <a16:creationId xmlns:a16="http://schemas.microsoft.com/office/drawing/2014/main" id="{1E06A65F-6D90-4FE8-B2C9-1312D6463180}"/>
                </a:ext>
              </a:extLst>
            </p:cNvPr>
            <p:cNvSpPr/>
            <p:nvPr/>
          </p:nvSpPr>
          <p:spPr>
            <a:xfrm>
              <a:off x="55793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1" name="타원 3640">
              <a:extLst>
                <a:ext uri="{FF2B5EF4-FFF2-40B4-BE49-F238E27FC236}">
                  <a16:creationId xmlns:a16="http://schemas.microsoft.com/office/drawing/2014/main" id="{B34FA795-836F-4A1E-BED3-AE8906DD0F60}"/>
                </a:ext>
              </a:extLst>
            </p:cNvPr>
            <p:cNvSpPr/>
            <p:nvPr/>
          </p:nvSpPr>
          <p:spPr>
            <a:xfrm>
              <a:off x="5731775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2" name="타원 3641">
              <a:extLst>
                <a:ext uri="{FF2B5EF4-FFF2-40B4-BE49-F238E27FC236}">
                  <a16:creationId xmlns:a16="http://schemas.microsoft.com/office/drawing/2014/main" id="{030239D7-B76D-4947-9BDE-7265B2A99067}"/>
                </a:ext>
              </a:extLst>
            </p:cNvPr>
            <p:cNvSpPr/>
            <p:nvPr/>
          </p:nvSpPr>
          <p:spPr>
            <a:xfrm>
              <a:off x="245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3" name="타원 3642">
              <a:extLst>
                <a:ext uri="{FF2B5EF4-FFF2-40B4-BE49-F238E27FC236}">
                  <a16:creationId xmlns:a16="http://schemas.microsoft.com/office/drawing/2014/main" id="{7B864034-007D-4A13-B3DC-307E004B8D07}"/>
                </a:ext>
              </a:extLst>
            </p:cNvPr>
            <p:cNvSpPr/>
            <p:nvPr/>
          </p:nvSpPr>
          <p:spPr>
            <a:xfrm>
              <a:off x="397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4" name="타원 3643">
              <a:extLst>
                <a:ext uri="{FF2B5EF4-FFF2-40B4-BE49-F238E27FC236}">
                  <a16:creationId xmlns:a16="http://schemas.microsoft.com/office/drawing/2014/main" id="{99070190-A9D2-4F39-9041-D9E1E046CE90}"/>
                </a:ext>
              </a:extLst>
            </p:cNvPr>
            <p:cNvSpPr/>
            <p:nvPr/>
          </p:nvSpPr>
          <p:spPr>
            <a:xfrm>
              <a:off x="550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5" name="타원 3644">
              <a:extLst>
                <a:ext uri="{FF2B5EF4-FFF2-40B4-BE49-F238E27FC236}">
                  <a16:creationId xmlns:a16="http://schemas.microsoft.com/office/drawing/2014/main" id="{5FD483D9-AE50-4270-9B98-867D11AC3736}"/>
                </a:ext>
              </a:extLst>
            </p:cNvPr>
            <p:cNvSpPr/>
            <p:nvPr/>
          </p:nvSpPr>
          <p:spPr>
            <a:xfrm>
              <a:off x="702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6" name="타원 3645">
              <a:extLst>
                <a:ext uri="{FF2B5EF4-FFF2-40B4-BE49-F238E27FC236}">
                  <a16:creationId xmlns:a16="http://schemas.microsoft.com/office/drawing/2014/main" id="{3D1C8E3F-388E-4EFF-B2E1-FD8E1AB6F4BC}"/>
                </a:ext>
              </a:extLst>
            </p:cNvPr>
            <p:cNvSpPr/>
            <p:nvPr/>
          </p:nvSpPr>
          <p:spPr>
            <a:xfrm>
              <a:off x="854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7" name="타원 3646">
              <a:extLst>
                <a:ext uri="{FF2B5EF4-FFF2-40B4-BE49-F238E27FC236}">
                  <a16:creationId xmlns:a16="http://schemas.microsoft.com/office/drawing/2014/main" id="{205C1CD8-02B6-48BB-A880-AC16BFDBBA24}"/>
                </a:ext>
              </a:extLst>
            </p:cNvPr>
            <p:cNvSpPr/>
            <p:nvPr/>
          </p:nvSpPr>
          <p:spPr>
            <a:xfrm>
              <a:off x="1007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8" name="타원 3647">
              <a:extLst>
                <a:ext uri="{FF2B5EF4-FFF2-40B4-BE49-F238E27FC236}">
                  <a16:creationId xmlns:a16="http://schemas.microsoft.com/office/drawing/2014/main" id="{D4F0A564-9274-43FD-8AFC-3EE754A067A6}"/>
                </a:ext>
              </a:extLst>
            </p:cNvPr>
            <p:cNvSpPr/>
            <p:nvPr/>
          </p:nvSpPr>
          <p:spPr>
            <a:xfrm>
              <a:off x="1159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49" name="타원 3648">
              <a:extLst>
                <a:ext uri="{FF2B5EF4-FFF2-40B4-BE49-F238E27FC236}">
                  <a16:creationId xmlns:a16="http://schemas.microsoft.com/office/drawing/2014/main" id="{47D1854E-3227-4BD5-844C-80D434F069F1}"/>
                </a:ext>
              </a:extLst>
            </p:cNvPr>
            <p:cNvSpPr/>
            <p:nvPr/>
          </p:nvSpPr>
          <p:spPr>
            <a:xfrm>
              <a:off x="1312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0" name="타원 3649">
              <a:extLst>
                <a:ext uri="{FF2B5EF4-FFF2-40B4-BE49-F238E27FC236}">
                  <a16:creationId xmlns:a16="http://schemas.microsoft.com/office/drawing/2014/main" id="{3D9B172F-1085-4727-BCC4-2B431291B501}"/>
                </a:ext>
              </a:extLst>
            </p:cNvPr>
            <p:cNvSpPr/>
            <p:nvPr/>
          </p:nvSpPr>
          <p:spPr>
            <a:xfrm>
              <a:off x="1464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1" name="타원 3650">
              <a:extLst>
                <a:ext uri="{FF2B5EF4-FFF2-40B4-BE49-F238E27FC236}">
                  <a16:creationId xmlns:a16="http://schemas.microsoft.com/office/drawing/2014/main" id="{5D9183A2-AB91-4FF3-9282-D094B545450D}"/>
                </a:ext>
              </a:extLst>
            </p:cNvPr>
            <p:cNvSpPr/>
            <p:nvPr/>
          </p:nvSpPr>
          <p:spPr>
            <a:xfrm>
              <a:off x="1616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2" name="타원 3651">
              <a:extLst>
                <a:ext uri="{FF2B5EF4-FFF2-40B4-BE49-F238E27FC236}">
                  <a16:creationId xmlns:a16="http://schemas.microsoft.com/office/drawing/2014/main" id="{AF99F899-5139-40B7-AB39-8479C68C211D}"/>
                </a:ext>
              </a:extLst>
            </p:cNvPr>
            <p:cNvSpPr/>
            <p:nvPr/>
          </p:nvSpPr>
          <p:spPr>
            <a:xfrm>
              <a:off x="1769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3" name="타원 3652">
              <a:extLst>
                <a:ext uri="{FF2B5EF4-FFF2-40B4-BE49-F238E27FC236}">
                  <a16:creationId xmlns:a16="http://schemas.microsoft.com/office/drawing/2014/main" id="{F81A8B5F-FC96-4AF4-A6E7-043EA5C19E1B}"/>
                </a:ext>
              </a:extLst>
            </p:cNvPr>
            <p:cNvSpPr/>
            <p:nvPr/>
          </p:nvSpPr>
          <p:spPr>
            <a:xfrm>
              <a:off x="1921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4" name="타원 3653">
              <a:extLst>
                <a:ext uri="{FF2B5EF4-FFF2-40B4-BE49-F238E27FC236}">
                  <a16:creationId xmlns:a16="http://schemas.microsoft.com/office/drawing/2014/main" id="{01E4E569-0B68-438B-B3AC-1B460746F510}"/>
                </a:ext>
              </a:extLst>
            </p:cNvPr>
            <p:cNvSpPr/>
            <p:nvPr/>
          </p:nvSpPr>
          <p:spPr>
            <a:xfrm>
              <a:off x="2074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5" name="타원 3654">
              <a:extLst>
                <a:ext uri="{FF2B5EF4-FFF2-40B4-BE49-F238E27FC236}">
                  <a16:creationId xmlns:a16="http://schemas.microsoft.com/office/drawing/2014/main" id="{CF75EA73-C4B1-48BC-8CC4-AB2DC2EFD0BA}"/>
                </a:ext>
              </a:extLst>
            </p:cNvPr>
            <p:cNvSpPr/>
            <p:nvPr/>
          </p:nvSpPr>
          <p:spPr>
            <a:xfrm>
              <a:off x="2226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6" name="타원 3655">
              <a:extLst>
                <a:ext uri="{FF2B5EF4-FFF2-40B4-BE49-F238E27FC236}">
                  <a16:creationId xmlns:a16="http://schemas.microsoft.com/office/drawing/2014/main" id="{DC3B26AF-1170-47D5-AADA-33BE5FE4460C}"/>
                </a:ext>
              </a:extLst>
            </p:cNvPr>
            <p:cNvSpPr/>
            <p:nvPr/>
          </p:nvSpPr>
          <p:spPr>
            <a:xfrm>
              <a:off x="2378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7" name="타원 3656">
              <a:extLst>
                <a:ext uri="{FF2B5EF4-FFF2-40B4-BE49-F238E27FC236}">
                  <a16:creationId xmlns:a16="http://schemas.microsoft.com/office/drawing/2014/main" id="{13F7887A-2D09-4FAD-B79B-1FC63A8B3578}"/>
                </a:ext>
              </a:extLst>
            </p:cNvPr>
            <p:cNvSpPr/>
            <p:nvPr/>
          </p:nvSpPr>
          <p:spPr>
            <a:xfrm>
              <a:off x="2531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8" name="타원 3657">
              <a:extLst>
                <a:ext uri="{FF2B5EF4-FFF2-40B4-BE49-F238E27FC236}">
                  <a16:creationId xmlns:a16="http://schemas.microsoft.com/office/drawing/2014/main" id="{67597255-63A6-4FA7-94CC-A93FCC7ACAE6}"/>
                </a:ext>
              </a:extLst>
            </p:cNvPr>
            <p:cNvSpPr/>
            <p:nvPr/>
          </p:nvSpPr>
          <p:spPr>
            <a:xfrm>
              <a:off x="2683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59" name="타원 3658">
              <a:extLst>
                <a:ext uri="{FF2B5EF4-FFF2-40B4-BE49-F238E27FC236}">
                  <a16:creationId xmlns:a16="http://schemas.microsoft.com/office/drawing/2014/main" id="{C58B26EB-FFC7-4CBC-A86D-7C53441EFBE0}"/>
                </a:ext>
              </a:extLst>
            </p:cNvPr>
            <p:cNvSpPr/>
            <p:nvPr/>
          </p:nvSpPr>
          <p:spPr>
            <a:xfrm>
              <a:off x="2836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0" name="타원 3659">
              <a:extLst>
                <a:ext uri="{FF2B5EF4-FFF2-40B4-BE49-F238E27FC236}">
                  <a16:creationId xmlns:a16="http://schemas.microsoft.com/office/drawing/2014/main" id="{12F73C72-DE8D-4A4D-B432-F26904910769}"/>
                </a:ext>
              </a:extLst>
            </p:cNvPr>
            <p:cNvSpPr/>
            <p:nvPr/>
          </p:nvSpPr>
          <p:spPr>
            <a:xfrm>
              <a:off x="2988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1" name="타원 3660">
              <a:extLst>
                <a:ext uri="{FF2B5EF4-FFF2-40B4-BE49-F238E27FC236}">
                  <a16:creationId xmlns:a16="http://schemas.microsoft.com/office/drawing/2014/main" id="{1056AB3A-95A3-40FB-A691-267DEB65245D}"/>
                </a:ext>
              </a:extLst>
            </p:cNvPr>
            <p:cNvSpPr/>
            <p:nvPr/>
          </p:nvSpPr>
          <p:spPr>
            <a:xfrm>
              <a:off x="3140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2" name="타원 3661">
              <a:extLst>
                <a:ext uri="{FF2B5EF4-FFF2-40B4-BE49-F238E27FC236}">
                  <a16:creationId xmlns:a16="http://schemas.microsoft.com/office/drawing/2014/main" id="{00CD67B3-8DC7-48DA-8A4B-220F99ADBE2F}"/>
                </a:ext>
              </a:extLst>
            </p:cNvPr>
            <p:cNvSpPr/>
            <p:nvPr/>
          </p:nvSpPr>
          <p:spPr>
            <a:xfrm>
              <a:off x="3293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3" name="타원 3662">
              <a:extLst>
                <a:ext uri="{FF2B5EF4-FFF2-40B4-BE49-F238E27FC236}">
                  <a16:creationId xmlns:a16="http://schemas.microsoft.com/office/drawing/2014/main" id="{541ABD7F-860A-41D4-A516-D49EB5D47135}"/>
                </a:ext>
              </a:extLst>
            </p:cNvPr>
            <p:cNvSpPr/>
            <p:nvPr/>
          </p:nvSpPr>
          <p:spPr>
            <a:xfrm>
              <a:off x="3445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4" name="타원 3663">
              <a:extLst>
                <a:ext uri="{FF2B5EF4-FFF2-40B4-BE49-F238E27FC236}">
                  <a16:creationId xmlns:a16="http://schemas.microsoft.com/office/drawing/2014/main" id="{C3F0EBAC-24A5-42CD-8AE2-499A87DAE3E8}"/>
                </a:ext>
              </a:extLst>
            </p:cNvPr>
            <p:cNvSpPr/>
            <p:nvPr/>
          </p:nvSpPr>
          <p:spPr>
            <a:xfrm>
              <a:off x="3598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5" name="타원 3664">
              <a:extLst>
                <a:ext uri="{FF2B5EF4-FFF2-40B4-BE49-F238E27FC236}">
                  <a16:creationId xmlns:a16="http://schemas.microsoft.com/office/drawing/2014/main" id="{E8FBFC38-0533-4A08-93D4-C794CA5B96C0}"/>
                </a:ext>
              </a:extLst>
            </p:cNvPr>
            <p:cNvSpPr/>
            <p:nvPr/>
          </p:nvSpPr>
          <p:spPr>
            <a:xfrm>
              <a:off x="3750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6" name="타원 3665">
              <a:extLst>
                <a:ext uri="{FF2B5EF4-FFF2-40B4-BE49-F238E27FC236}">
                  <a16:creationId xmlns:a16="http://schemas.microsoft.com/office/drawing/2014/main" id="{EED51290-3643-4992-B136-38ED851B1B6A}"/>
                </a:ext>
              </a:extLst>
            </p:cNvPr>
            <p:cNvSpPr/>
            <p:nvPr/>
          </p:nvSpPr>
          <p:spPr>
            <a:xfrm>
              <a:off x="3902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7" name="타원 3666">
              <a:extLst>
                <a:ext uri="{FF2B5EF4-FFF2-40B4-BE49-F238E27FC236}">
                  <a16:creationId xmlns:a16="http://schemas.microsoft.com/office/drawing/2014/main" id="{95821223-0880-42E7-9355-41EE9C9F124D}"/>
                </a:ext>
              </a:extLst>
            </p:cNvPr>
            <p:cNvSpPr/>
            <p:nvPr/>
          </p:nvSpPr>
          <p:spPr>
            <a:xfrm>
              <a:off x="4055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8" name="타원 3667">
              <a:extLst>
                <a:ext uri="{FF2B5EF4-FFF2-40B4-BE49-F238E27FC236}">
                  <a16:creationId xmlns:a16="http://schemas.microsoft.com/office/drawing/2014/main" id="{2F2EE24E-D93E-4B20-A1B8-062EFB167B58}"/>
                </a:ext>
              </a:extLst>
            </p:cNvPr>
            <p:cNvSpPr/>
            <p:nvPr/>
          </p:nvSpPr>
          <p:spPr>
            <a:xfrm>
              <a:off x="4207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69" name="타원 3668">
              <a:extLst>
                <a:ext uri="{FF2B5EF4-FFF2-40B4-BE49-F238E27FC236}">
                  <a16:creationId xmlns:a16="http://schemas.microsoft.com/office/drawing/2014/main" id="{18E76AE7-DC43-49A9-A40F-AC055419A180}"/>
                </a:ext>
              </a:extLst>
            </p:cNvPr>
            <p:cNvSpPr/>
            <p:nvPr/>
          </p:nvSpPr>
          <p:spPr>
            <a:xfrm>
              <a:off x="4360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0" name="타원 3669">
              <a:extLst>
                <a:ext uri="{FF2B5EF4-FFF2-40B4-BE49-F238E27FC236}">
                  <a16:creationId xmlns:a16="http://schemas.microsoft.com/office/drawing/2014/main" id="{7714FE47-678C-41C9-8FE5-21A57FBD05CE}"/>
                </a:ext>
              </a:extLst>
            </p:cNvPr>
            <p:cNvSpPr/>
            <p:nvPr/>
          </p:nvSpPr>
          <p:spPr>
            <a:xfrm>
              <a:off x="4512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1" name="타원 3670">
              <a:extLst>
                <a:ext uri="{FF2B5EF4-FFF2-40B4-BE49-F238E27FC236}">
                  <a16:creationId xmlns:a16="http://schemas.microsoft.com/office/drawing/2014/main" id="{63D86532-B524-4447-9EC3-983B52E49729}"/>
                </a:ext>
              </a:extLst>
            </p:cNvPr>
            <p:cNvSpPr/>
            <p:nvPr/>
          </p:nvSpPr>
          <p:spPr>
            <a:xfrm>
              <a:off x="4664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2" name="타원 3671">
              <a:extLst>
                <a:ext uri="{FF2B5EF4-FFF2-40B4-BE49-F238E27FC236}">
                  <a16:creationId xmlns:a16="http://schemas.microsoft.com/office/drawing/2014/main" id="{699DA497-30EA-47A1-9FFA-F3DAB6ADC22B}"/>
                </a:ext>
              </a:extLst>
            </p:cNvPr>
            <p:cNvSpPr/>
            <p:nvPr/>
          </p:nvSpPr>
          <p:spPr>
            <a:xfrm>
              <a:off x="4817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3" name="타원 3672">
              <a:extLst>
                <a:ext uri="{FF2B5EF4-FFF2-40B4-BE49-F238E27FC236}">
                  <a16:creationId xmlns:a16="http://schemas.microsoft.com/office/drawing/2014/main" id="{B0F7ACF0-9738-4988-877F-0395E668917F}"/>
                </a:ext>
              </a:extLst>
            </p:cNvPr>
            <p:cNvSpPr/>
            <p:nvPr/>
          </p:nvSpPr>
          <p:spPr>
            <a:xfrm>
              <a:off x="4969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4" name="타원 3673">
              <a:extLst>
                <a:ext uri="{FF2B5EF4-FFF2-40B4-BE49-F238E27FC236}">
                  <a16:creationId xmlns:a16="http://schemas.microsoft.com/office/drawing/2014/main" id="{4B9C8D5A-B400-4E17-BA12-C754AC8D2400}"/>
                </a:ext>
              </a:extLst>
            </p:cNvPr>
            <p:cNvSpPr/>
            <p:nvPr/>
          </p:nvSpPr>
          <p:spPr>
            <a:xfrm>
              <a:off x="51221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5" name="타원 3674">
              <a:extLst>
                <a:ext uri="{FF2B5EF4-FFF2-40B4-BE49-F238E27FC236}">
                  <a16:creationId xmlns:a16="http://schemas.microsoft.com/office/drawing/2014/main" id="{50F31B15-65E6-4484-AFC8-26D566212A01}"/>
                </a:ext>
              </a:extLst>
            </p:cNvPr>
            <p:cNvSpPr/>
            <p:nvPr/>
          </p:nvSpPr>
          <p:spPr>
            <a:xfrm>
              <a:off x="52745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6" name="타원 3675">
              <a:extLst>
                <a:ext uri="{FF2B5EF4-FFF2-40B4-BE49-F238E27FC236}">
                  <a16:creationId xmlns:a16="http://schemas.microsoft.com/office/drawing/2014/main" id="{AE18397E-02A3-4777-949B-688E4DCE9FEA}"/>
                </a:ext>
              </a:extLst>
            </p:cNvPr>
            <p:cNvSpPr/>
            <p:nvPr/>
          </p:nvSpPr>
          <p:spPr>
            <a:xfrm>
              <a:off x="54269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7" name="타원 3676">
              <a:extLst>
                <a:ext uri="{FF2B5EF4-FFF2-40B4-BE49-F238E27FC236}">
                  <a16:creationId xmlns:a16="http://schemas.microsoft.com/office/drawing/2014/main" id="{AB69AA70-0A53-462D-9829-41830F4D5444}"/>
                </a:ext>
              </a:extLst>
            </p:cNvPr>
            <p:cNvSpPr/>
            <p:nvPr/>
          </p:nvSpPr>
          <p:spPr>
            <a:xfrm>
              <a:off x="55793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8" name="타원 3677">
              <a:extLst>
                <a:ext uri="{FF2B5EF4-FFF2-40B4-BE49-F238E27FC236}">
                  <a16:creationId xmlns:a16="http://schemas.microsoft.com/office/drawing/2014/main" id="{3BA2AEB7-579F-4899-84FC-3258B00434B6}"/>
                </a:ext>
              </a:extLst>
            </p:cNvPr>
            <p:cNvSpPr/>
            <p:nvPr/>
          </p:nvSpPr>
          <p:spPr>
            <a:xfrm>
              <a:off x="5731775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79" name="타원 3678">
              <a:extLst>
                <a:ext uri="{FF2B5EF4-FFF2-40B4-BE49-F238E27FC236}">
                  <a16:creationId xmlns:a16="http://schemas.microsoft.com/office/drawing/2014/main" id="{7A0EC946-25D0-4E48-BBE9-CA09B3DCE439}"/>
                </a:ext>
              </a:extLst>
            </p:cNvPr>
            <p:cNvSpPr/>
            <p:nvPr/>
          </p:nvSpPr>
          <p:spPr>
            <a:xfrm>
              <a:off x="245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0" name="타원 3679">
              <a:extLst>
                <a:ext uri="{FF2B5EF4-FFF2-40B4-BE49-F238E27FC236}">
                  <a16:creationId xmlns:a16="http://schemas.microsoft.com/office/drawing/2014/main" id="{D7D95F89-C114-43FE-B884-6D5BAD3BE5EF}"/>
                </a:ext>
              </a:extLst>
            </p:cNvPr>
            <p:cNvSpPr/>
            <p:nvPr/>
          </p:nvSpPr>
          <p:spPr>
            <a:xfrm>
              <a:off x="397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1" name="타원 3680">
              <a:extLst>
                <a:ext uri="{FF2B5EF4-FFF2-40B4-BE49-F238E27FC236}">
                  <a16:creationId xmlns:a16="http://schemas.microsoft.com/office/drawing/2014/main" id="{6C86C552-8FF6-4DFA-887A-A2FA781085C9}"/>
                </a:ext>
              </a:extLst>
            </p:cNvPr>
            <p:cNvSpPr/>
            <p:nvPr/>
          </p:nvSpPr>
          <p:spPr>
            <a:xfrm>
              <a:off x="550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2" name="타원 3681">
              <a:extLst>
                <a:ext uri="{FF2B5EF4-FFF2-40B4-BE49-F238E27FC236}">
                  <a16:creationId xmlns:a16="http://schemas.microsoft.com/office/drawing/2014/main" id="{C150BAB7-911C-47C6-A3D6-BFE26E0979C2}"/>
                </a:ext>
              </a:extLst>
            </p:cNvPr>
            <p:cNvSpPr/>
            <p:nvPr/>
          </p:nvSpPr>
          <p:spPr>
            <a:xfrm>
              <a:off x="702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3" name="타원 3682">
              <a:extLst>
                <a:ext uri="{FF2B5EF4-FFF2-40B4-BE49-F238E27FC236}">
                  <a16:creationId xmlns:a16="http://schemas.microsoft.com/office/drawing/2014/main" id="{B7A46CDC-B2B5-439B-851E-62E8A9C57CE3}"/>
                </a:ext>
              </a:extLst>
            </p:cNvPr>
            <p:cNvSpPr/>
            <p:nvPr/>
          </p:nvSpPr>
          <p:spPr>
            <a:xfrm>
              <a:off x="854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4" name="타원 3683">
              <a:extLst>
                <a:ext uri="{FF2B5EF4-FFF2-40B4-BE49-F238E27FC236}">
                  <a16:creationId xmlns:a16="http://schemas.microsoft.com/office/drawing/2014/main" id="{07B68682-40E6-478D-98FB-08D4AB5AE0FC}"/>
                </a:ext>
              </a:extLst>
            </p:cNvPr>
            <p:cNvSpPr/>
            <p:nvPr/>
          </p:nvSpPr>
          <p:spPr>
            <a:xfrm>
              <a:off x="1007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5" name="타원 3684">
              <a:extLst>
                <a:ext uri="{FF2B5EF4-FFF2-40B4-BE49-F238E27FC236}">
                  <a16:creationId xmlns:a16="http://schemas.microsoft.com/office/drawing/2014/main" id="{5FCA5CC1-460C-4480-A19A-6F50E9C18F28}"/>
                </a:ext>
              </a:extLst>
            </p:cNvPr>
            <p:cNvSpPr/>
            <p:nvPr/>
          </p:nvSpPr>
          <p:spPr>
            <a:xfrm>
              <a:off x="1159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6" name="타원 3685">
              <a:extLst>
                <a:ext uri="{FF2B5EF4-FFF2-40B4-BE49-F238E27FC236}">
                  <a16:creationId xmlns:a16="http://schemas.microsoft.com/office/drawing/2014/main" id="{4CCA3383-8348-426C-A417-1F44E49C4D47}"/>
                </a:ext>
              </a:extLst>
            </p:cNvPr>
            <p:cNvSpPr/>
            <p:nvPr/>
          </p:nvSpPr>
          <p:spPr>
            <a:xfrm>
              <a:off x="1312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7" name="타원 3686">
              <a:extLst>
                <a:ext uri="{FF2B5EF4-FFF2-40B4-BE49-F238E27FC236}">
                  <a16:creationId xmlns:a16="http://schemas.microsoft.com/office/drawing/2014/main" id="{DCC5B411-5A97-4B60-9C36-D5542EDC1973}"/>
                </a:ext>
              </a:extLst>
            </p:cNvPr>
            <p:cNvSpPr/>
            <p:nvPr/>
          </p:nvSpPr>
          <p:spPr>
            <a:xfrm>
              <a:off x="1464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8" name="타원 3687">
              <a:extLst>
                <a:ext uri="{FF2B5EF4-FFF2-40B4-BE49-F238E27FC236}">
                  <a16:creationId xmlns:a16="http://schemas.microsoft.com/office/drawing/2014/main" id="{22567A8D-F45D-45E2-B1F5-1443302D02A7}"/>
                </a:ext>
              </a:extLst>
            </p:cNvPr>
            <p:cNvSpPr/>
            <p:nvPr/>
          </p:nvSpPr>
          <p:spPr>
            <a:xfrm>
              <a:off x="1616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89" name="타원 3688">
              <a:extLst>
                <a:ext uri="{FF2B5EF4-FFF2-40B4-BE49-F238E27FC236}">
                  <a16:creationId xmlns:a16="http://schemas.microsoft.com/office/drawing/2014/main" id="{27BD740A-00F0-4B76-BEB3-6D5165D85ACC}"/>
                </a:ext>
              </a:extLst>
            </p:cNvPr>
            <p:cNvSpPr/>
            <p:nvPr/>
          </p:nvSpPr>
          <p:spPr>
            <a:xfrm>
              <a:off x="1769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0" name="타원 3689">
              <a:extLst>
                <a:ext uri="{FF2B5EF4-FFF2-40B4-BE49-F238E27FC236}">
                  <a16:creationId xmlns:a16="http://schemas.microsoft.com/office/drawing/2014/main" id="{8394441F-26D5-47B1-916A-17EE0845C098}"/>
                </a:ext>
              </a:extLst>
            </p:cNvPr>
            <p:cNvSpPr/>
            <p:nvPr/>
          </p:nvSpPr>
          <p:spPr>
            <a:xfrm>
              <a:off x="1921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1" name="타원 3690">
              <a:extLst>
                <a:ext uri="{FF2B5EF4-FFF2-40B4-BE49-F238E27FC236}">
                  <a16:creationId xmlns:a16="http://schemas.microsoft.com/office/drawing/2014/main" id="{34823258-5304-4B05-97AA-4591333F7B33}"/>
                </a:ext>
              </a:extLst>
            </p:cNvPr>
            <p:cNvSpPr/>
            <p:nvPr/>
          </p:nvSpPr>
          <p:spPr>
            <a:xfrm>
              <a:off x="2074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2" name="타원 3691">
              <a:extLst>
                <a:ext uri="{FF2B5EF4-FFF2-40B4-BE49-F238E27FC236}">
                  <a16:creationId xmlns:a16="http://schemas.microsoft.com/office/drawing/2014/main" id="{FC108167-E1F4-44B1-82D8-D5A946EA0A77}"/>
                </a:ext>
              </a:extLst>
            </p:cNvPr>
            <p:cNvSpPr/>
            <p:nvPr/>
          </p:nvSpPr>
          <p:spPr>
            <a:xfrm>
              <a:off x="2226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3" name="타원 3692">
              <a:extLst>
                <a:ext uri="{FF2B5EF4-FFF2-40B4-BE49-F238E27FC236}">
                  <a16:creationId xmlns:a16="http://schemas.microsoft.com/office/drawing/2014/main" id="{98521DB5-9B20-41C6-807A-48046AFB7931}"/>
                </a:ext>
              </a:extLst>
            </p:cNvPr>
            <p:cNvSpPr/>
            <p:nvPr/>
          </p:nvSpPr>
          <p:spPr>
            <a:xfrm>
              <a:off x="2378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4" name="타원 3693">
              <a:extLst>
                <a:ext uri="{FF2B5EF4-FFF2-40B4-BE49-F238E27FC236}">
                  <a16:creationId xmlns:a16="http://schemas.microsoft.com/office/drawing/2014/main" id="{030FA5B5-C514-4BBD-B4B8-10B6FA103113}"/>
                </a:ext>
              </a:extLst>
            </p:cNvPr>
            <p:cNvSpPr/>
            <p:nvPr/>
          </p:nvSpPr>
          <p:spPr>
            <a:xfrm>
              <a:off x="2531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5" name="타원 3694">
              <a:extLst>
                <a:ext uri="{FF2B5EF4-FFF2-40B4-BE49-F238E27FC236}">
                  <a16:creationId xmlns:a16="http://schemas.microsoft.com/office/drawing/2014/main" id="{F8604E39-19FD-4896-92DF-F04FECD41FA7}"/>
                </a:ext>
              </a:extLst>
            </p:cNvPr>
            <p:cNvSpPr/>
            <p:nvPr/>
          </p:nvSpPr>
          <p:spPr>
            <a:xfrm>
              <a:off x="2683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6" name="타원 3695">
              <a:extLst>
                <a:ext uri="{FF2B5EF4-FFF2-40B4-BE49-F238E27FC236}">
                  <a16:creationId xmlns:a16="http://schemas.microsoft.com/office/drawing/2014/main" id="{DAB11929-FF20-425F-8B7C-70C4B0665C21}"/>
                </a:ext>
              </a:extLst>
            </p:cNvPr>
            <p:cNvSpPr/>
            <p:nvPr/>
          </p:nvSpPr>
          <p:spPr>
            <a:xfrm>
              <a:off x="2836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7" name="타원 3696">
              <a:extLst>
                <a:ext uri="{FF2B5EF4-FFF2-40B4-BE49-F238E27FC236}">
                  <a16:creationId xmlns:a16="http://schemas.microsoft.com/office/drawing/2014/main" id="{46327768-AC93-4C92-9133-0C6223ABBD61}"/>
                </a:ext>
              </a:extLst>
            </p:cNvPr>
            <p:cNvSpPr/>
            <p:nvPr/>
          </p:nvSpPr>
          <p:spPr>
            <a:xfrm>
              <a:off x="2988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8" name="타원 3697">
              <a:extLst>
                <a:ext uri="{FF2B5EF4-FFF2-40B4-BE49-F238E27FC236}">
                  <a16:creationId xmlns:a16="http://schemas.microsoft.com/office/drawing/2014/main" id="{CD5E9C6F-332B-46BC-98C2-57654163A5C3}"/>
                </a:ext>
              </a:extLst>
            </p:cNvPr>
            <p:cNvSpPr/>
            <p:nvPr/>
          </p:nvSpPr>
          <p:spPr>
            <a:xfrm>
              <a:off x="3140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99" name="타원 3698">
              <a:extLst>
                <a:ext uri="{FF2B5EF4-FFF2-40B4-BE49-F238E27FC236}">
                  <a16:creationId xmlns:a16="http://schemas.microsoft.com/office/drawing/2014/main" id="{F5FF8BC9-568F-4CE6-B422-A59AA0D313F0}"/>
                </a:ext>
              </a:extLst>
            </p:cNvPr>
            <p:cNvSpPr/>
            <p:nvPr/>
          </p:nvSpPr>
          <p:spPr>
            <a:xfrm>
              <a:off x="3293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0" name="타원 3699">
              <a:extLst>
                <a:ext uri="{FF2B5EF4-FFF2-40B4-BE49-F238E27FC236}">
                  <a16:creationId xmlns:a16="http://schemas.microsoft.com/office/drawing/2014/main" id="{86D319C9-792E-403A-9E01-4C4E56BCAA41}"/>
                </a:ext>
              </a:extLst>
            </p:cNvPr>
            <p:cNvSpPr/>
            <p:nvPr/>
          </p:nvSpPr>
          <p:spPr>
            <a:xfrm>
              <a:off x="3445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1" name="타원 3700">
              <a:extLst>
                <a:ext uri="{FF2B5EF4-FFF2-40B4-BE49-F238E27FC236}">
                  <a16:creationId xmlns:a16="http://schemas.microsoft.com/office/drawing/2014/main" id="{DDFDA9CE-C0A9-47F0-9EDB-C9674201FBFA}"/>
                </a:ext>
              </a:extLst>
            </p:cNvPr>
            <p:cNvSpPr/>
            <p:nvPr/>
          </p:nvSpPr>
          <p:spPr>
            <a:xfrm>
              <a:off x="3598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2" name="타원 3701">
              <a:extLst>
                <a:ext uri="{FF2B5EF4-FFF2-40B4-BE49-F238E27FC236}">
                  <a16:creationId xmlns:a16="http://schemas.microsoft.com/office/drawing/2014/main" id="{E4286375-EACE-432D-A4A8-E4CE4BAF97E0}"/>
                </a:ext>
              </a:extLst>
            </p:cNvPr>
            <p:cNvSpPr/>
            <p:nvPr/>
          </p:nvSpPr>
          <p:spPr>
            <a:xfrm>
              <a:off x="3750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3" name="타원 3702">
              <a:extLst>
                <a:ext uri="{FF2B5EF4-FFF2-40B4-BE49-F238E27FC236}">
                  <a16:creationId xmlns:a16="http://schemas.microsoft.com/office/drawing/2014/main" id="{4BEBBD6C-2E1B-462B-9110-5F3ABB705186}"/>
                </a:ext>
              </a:extLst>
            </p:cNvPr>
            <p:cNvSpPr/>
            <p:nvPr/>
          </p:nvSpPr>
          <p:spPr>
            <a:xfrm>
              <a:off x="3902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4" name="타원 3703">
              <a:extLst>
                <a:ext uri="{FF2B5EF4-FFF2-40B4-BE49-F238E27FC236}">
                  <a16:creationId xmlns:a16="http://schemas.microsoft.com/office/drawing/2014/main" id="{B158D858-04B6-4FD3-A6C3-B5D7D9905B54}"/>
                </a:ext>
              </a:extLst>
            </p:cNvPr>
            <p:cNvSpPr/>
            <p:nvPr/>
          </p:nvSpPr>
          <p:spPr>
            <a:xfrm>
              <a:off x="4055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5" name="타원 3704">
              <a:extLst>
                <a:ext uri="{FF2B5EF4-FFF2-40B4-BE49-F238E27FC236}">
                  <a16:creationId xmlns:a16="http://schemas.microsoft.com/office/drawing/2014/main" id="{97ACF86E-FBD8-4665-9133-C60BBAE4D145}"/>
                </a:ext>
              </a:extLst>
            </p:cNvPr>
            <p:cNvSpPr/>
            <p:nvPr/>
          </p:nvSpPr>
          <p:spPr>
            <a:xfrm>
              <a:off x="4207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6" name="타원 3705">
              <a:extLst>
                <a:ext uri="{FF2B5EF4-FFF2-40B4-BE49-F238E27FC236}">
                  <a16:creationId xmlns:a16="http://schemas.microsoft.com/office/drawing/2014/main" id="{0621C45C-608C-428E-ADE3-7B143C2D6998}"/>
                </a:ext>
              </a:extLst>
            </p:cNvPr>
            <p:cNvSpPr/>
            <p:nvPr/>
          </p:nvSpPr>
          <p:spPr>
            <a:xfrm>
              <a:off x="4360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7" name="타원 3706">
              <a:extLst>
                <a:ext uri="{FF2B5EF4-FFF2-40B4-BE49-F238E27FC236}">
                  <a16:creationId xmlns:a16="http://schemas.microsoft.com/office/drawing/2014/main" id="{3686C0A2-EA4F-428E-A865-07DBC2A35FB5}"/>
                </a:ext>
              </a:extLst>
            </p:cNvPr>
            <p:cNvSpPr/>
            <p:nvPr/>
          </p:nvSpPr>
          <p:spPr>
            <a:xfrm>
              <a:off x="4512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8" name="타원 3707">
              <a:extLst>
                <a:ext uri="{FF2B5EF4-FFF2-40B4-BE49-F238E27FC236}">
                  <a16:creationId xmlns:a16="http://schemas.microsoft.com/office/drawing/2014/main" id="{0923B4F7-309D-4404-B8E5-6BFEBAB7295B}"/>
                </a:ext>
              </a:extLst>
            </p:cNvPr>
            <p:cNvSpPr/>
            <p:nvPr/>
          </p:nvSpPr>
          <p:spPr>
            <a:xfrm>
              <a:off x="4664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09" name="타원 3708">
              <a:extLst>
                <a:ext uri="{FF2B5EF4-FFF2-40B4-BE49-F238E27FC236}">
                  <a16:creationId xmlns:a16="http://schemas.microsoft.com/office/drawing/2014/main" id="{07B3AAC3-8745-417E-A4C7-17C2249AE3CC}"/>
                </a:ext>
              </a:extLst>
            </p:cNvPr>
            <p:cNvSpPr/>
            <p:nvPr/>
          </p:nvSpPr>
          <p:spPr>
            <a:xfrm>
              <a:off x="4817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0" name="타원 3709">
              <a:extLst>
                <a:ext uri="{FF2B5EF4-FFF2-40B4-BE49-F238E27FC236}">
                  <a16:creationId xmlns:a16="http://schemas.microsoft.com/office/drawing/2014/main" id="{5D251D32-20D8-48E2-A391-D445B9A64383}"/>
                </a:ext>
              </a:extLst>
            </p:cNvPr>
            <p:cNvSpPr/>
            <p:nvPr/>
          </p:nvSpPr>
          <p:spPr>
            <a:xfrm>
              <a:off x="4969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1" name="타원 3710">
              <a:extLst>
                <a:ext uri="{FF2B5EF4-FFF2-40B4-BE49-F238E27FC236}">
                  <a16:creationId xmlns:a16="http://schemas.microsoft.com/office/drawing/2014/main" id="{BF3005EB-84A4-4B1F-9501-98C3A2D5BAE3}"/>
                </a:ext>
              </a:extLst>
            </p:cNvPr>
            <p:cNvSpPr/>
            <p:nvPr/>
          </p:nvSpPr>
          <p:spPr>
            <a:xfrm>
              <a:off x="51221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2" name="타원 3711">
              <a:extLst>
                <a:ext uri="{FF2B5EF4-FFF2-40B4-BE49-F238E27FC236}">
                  <a16:creationId xmlns:a16="http://schemas.microsoft.com/office/drawing/2014/main" id="{E01CC24C-760C-4251-B3DE-E2AEBBFF036A}"/>
                </a:ext>
              </a:extLst>
            </p:cNvPr>
            <p:cNvSpPr/>
            <p:nvPr/>
          </p:nvSpPr>
          <p:spPr>
            <a:xfrm>
              <a:off x="52745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3" name="타원 3712">
              <a:extLst>
                <a:ext uri="{FF2B5EF4-FFF2-40B4-BE49-F238E27FC236}">
                  <a16:creationId xmlns:a16="http://schemas.microsoft.com/office/drawing/2014/main" id="{954D3F7F-ACB5-42DF-9140-82845D7DEBD4}"/>
                </a:ext>
              </a:extLst>
            </p:cNvPr>
            <p:cNvSpPr/>
            <p:nvPr/>
          </p:nvSpPr>
          <p:spPr>
            <a:xfrm>
              <a:off x="54269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4" name="타원 3713">
              <a:extLst>
                <a:ext uri="{FF2B5EF4-FFF2-40B4-BE49-F238E27FC236}">
                  <a16:creationId xmlns:a16="http://schemas.microsoft.com/office/drawing/2014/main" id="{07856E4A-CC9E-4EE1-82AC-A58BE0552C38}"/>
                </a:ext>
              </a:extLst>
            </p:cNvPr>
            <p:cNvSpPr/>
            <p:nvPr/>
          </p:nvSpPr>
          <p:spPr>
            <a:xfrm>
              <a:off x="55793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5" name="타원 3714">
              <a:extLst>
                <a:ext uri="{FF2B5EF4-FFF2-40B4-BE49-F238E27FC236}">
                  <a16:creationId xmlns:a16="http://schemas.microsoft.com/office/drawing/2014/main" id="{8723A102-F6D0-41E7-9F9A-181D6AA3B0FB}"/>
                </a:ext>
              </a:extLst>
            </p:cNvPr>
            <p:cNvSpPr/>
            <p:nvPr/>
          </p:nvSpPr>
          <p:spPr>
            <a:xfrm>
              <a:off x="5731775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6" name="타원 3715">
              <a:extLst>
                <a:ext uri="{FF2B5EF4-FFF2-40B4-BE49-F238E27FC236}">
                  <a16:creationId xmlns:a16="http://schemas.microsoft.com/office/drawing/2014/main" id="{28AAC3C4-4CFC-4D34-8599-47EAF2B87107}"/>
                </a:ext>
              </a:extLst>
            </p:cNvPr>
            <p:cNvSpPr/>
            <p:nvPr/>
          </p:nvSpPr>
          <p:spPr>
            <a:xfrm>
              <a:off x="245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7" name="타원 3716">
              <a:extLst>
                <a:ext uri="{FF2B5EF4-FFF2-40B4-BE49-F238E27FC236}">
                  <a16:creationId xmlns:a16="http://schemas.microsoft.com/office/drawing/2014/main" id="{8E48AD77-F7DD-4A89-B405-E44A5B4AFE66}"/>
                </a:ext>
              </a:extLst>
            </p:cNvPr>
            <p:cNvSpPr/>
            <p:nvPr/>
          </p:nvSpPr>
          <p:spPr>
            <a:xfrm>
              <a:off x="397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8" name="타원 3717">
              <a:extLst>
                <a:ext uri="{FF2B5EF4-FFF2-40B4-BE49-F238E27FC236}">
                  <a16:creationId xmlns:a16="http://schemas.microsoft.com/office/drawing/2014/main" id="{CCF286DD-4783-4EBA-B247-4F5F222A4418}"/>
                </a:ext>
              </a:extLst>
            </p:cNvPr>
            <p:cNvSpPr/>
            <p:nvPr/>
          </p:nvSpPr>
          <p:spPr>
            <a:xfrm>
              <a:off x="550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19" name="타원 3718">
              <a:extLst>
                <a:ext uri="{FF2B5EF4-FFF2-40B4-BE49-F238E27FC236}">
                  <a16:creationId xmlns:a16="http://schemas.microsoft.com/office/drawing/2014/main" id="{04C5F427-EEF6-4CAB-8B78-943F92C89C36}"/>
                </a:ext>
              </a:extLst>
            </p:cNvPr>
            <p:cNvSpPr/>
            <p:nvPr/>
          </p:nvSpPr>
          <p:spPr>
            <a:xfrm>
              <a:off x="702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0" name="타원 3719">
              <a:extLst>
                <a:ext uri="{FF2B5EF4-FFF2-40B4-BE49-F238E27FC236}">
                  <a16:creationId xmlns:a16="http://schemas.microsoft.com/office/drawing/2014/main" id="{3DB8D556-FA6A-4B80-82EB-D4C09BE3590E}"/>
                </a:ext>
              </a:extLst>
            </p:cNvPr>
            <p:cNvSpPr/>
            <p:nvPr/>
          </p:nvSpPr>
          <p:spPr>
            <a:xfrm>
              <a:off x="854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1" name="타원 3720">
              <a:extLst>
                <a:ext uri="{FF2B5EF4-FFF2-40B4-BE49-F238E27FC236}">
                  <a16:creationId xmlns:a16="http://schemas.microsoft.com/office/drawing/2014/main" id="{C7DEEE43-6F64-4C70-94B0-1758939FB68C}"/>
                </a:ext>
              </a:extLst>
            </p:cNvPr>
            <p:cNvSpPr/>
            <p:nvPr/>
          </p:nvSpPr>
          <p:spPr>
            <a:xfrm>
              <a:off x="1007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2" name="타원 3721">
              <a:extLst>
                <a:ext uri="{FF2B5EF4-FFF2-40B4-BE49-F238E27FC236}">
                  <a16:creationId xmlns:a16="http://schemas.microsoft.com/office/drawing/2014/main" id="{E38E2325-8A15-4FFD-A0B6-917102960936}"/>
                </a:ext>
              </a:extLst>
            </p:cNvPr>
            <p:cNvSpPr/>
            <p:nvPr/>
          </p:nvSpPr>
          <p:spPr>
            <a:xfrm>
              <a:off x="1159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3" name="타원 3722">
              <a:extLst>
                <a:ext uri="{FF2B5EF4-FFF2-40B4-BE49-F238E27FC236}">
                  <a16:creationId xmlns:a16="http://schemas.microsoft.com/office/drawing/2014/main" id="{BEB4A635-EA0D-474E-9F2C-9F5ADD8C2773}"/>
                </a:ext>
              </a:extLst>
            </p:cNvPr>
            <p:cNvSpPr/>
            <p:nvPr/>
          </p:nvSpPr>
          <p:spPr>
            <a:xfrm>
              <a:off x="1312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4" name="타원 3723">
              <a:extLst>
                <a:ext uri="{FF2B5EF4-FFF2-40B4-BE49-F238E27FC236}">
                  <a16:creationId xmlns:a16="http://schemas.microsoft.com/office/drawing/2014/main" id="{6B39CCE1-7A2F-4922-B010-757EC01E4E2C}"/>
                </a:ext>
              </a:extLst>
            </p:cNvPr>
            <p:cNvSpPr/>
            <p:nvPr/>
          </p:nvSpPr>
          <p:spPr>
            <a:xfrm>
              <a:off x="1464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5" name="타원 3724">
              <a:extLst>
                <a:ext uri="{FF2B5EF4-FFF2-40B4-BE49-F238E27FC236}">
                  <a16:creationId xmlns:a16="http://schemas.microsoft.com/office/drawing/2014/main" id="{A9AB0C96-DFA7-4588-B755-D5DF666E80E9}"/>
                </a:ext>
              </a:extLst>
            </p:cNvPr>
            <p:cNvSpPr/>
            <p:nvPr/>
          </p:nvSpPr>
          <p:spPr>
            <a:xfrm>
              <a:off x="1616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6" name="타원 3725">
              <a:extLst>
                <a:ext uri="{FF2B5EF4-FFF2-40B4-BE49-F238E27FC236}">
                  <a16:creationId xmlns:a16="http://schemas.microsoft.com/office/drawing/2014/main" id="{25C8F7FD-BD93-4506-8CC9-26B3F498D5D0}"/>
                </a:ext>
              </a:extLst>
            </p:cNvPr>
            <p:cNvSpPr/>
            <p:nvPr/>
          </p:nvSpPr>
          <p:spPr>
            <a:xfrm>
              <a:off x="1769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7" name="타원 3726">
              <a:extLst>
                <a:ext uri="{FF2B5EF4-FFF2-40B4-BE49-F238E27FC236}">
                  <a16:creationId xmlns:a16="http://schemas.microsoft.com/office/drawing/2014/main" id="{DF4BA309-D231-4509-B6E9-55D7F791AB81}"/>
                </a:ext>
              </a:extLst>
            </p:cNvPr>
            <p:cNvSpPr/>
            <p:nvPr/>
          </p:nvSpPr>
          <p:spPr>
            <a:xfrm>
              <a:off x="1921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8" name="타원 3727">
              <a:extLst>
                <a:ext uri="{FF2B5EF4-FFF2-40B4-BE49-F238E27FC236}">
                  <a16:creationId xmlns:a16="http://schemas.microsoft.com/office/drawing/2014/main" id="{F441B842-7B1E-4681-B289-AC7FDA908233}"/>
                </a:ext>
              </a:extLst>
            </p:cNvPr>
            <p:cNvSpPr/>
            <p:nvPr/>
          </p:nvSpPr>
          <p:spPr>
            <a:xfrm>
              <a:off x="2074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29" name="타원 3728">
              <a:extLst>
                <a:ext uri="{FF2B5EF4-FFF2-40B4-BE49-F238E27FC236}">
                  <a16:creationId xmlns:a16="http://schemas.microsoft.com/office/drawing/2014/main" id="{A61E9BCA-ACDD-4E3C-8EFC-E3F1DE5AD1BB}"/>
                </a:ext>
              </a:extLst>
            </p:cNvPr>
            <p:cNvSpPr/>
            <p:nvPr/>
          </p:nvSpPr>
          <p:spPr>
            <a:xfrm>
              <a:off x="2226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0" name="타원 3729">
              <a:extLst>
                <a:ext uri="{FF2B5EF4-FFF2-40B4-BE49-F238E27FC236}">
                  <a16:creationId xmlns:a16="http://schemas.microsoft.com/office/drawing/2014/main" id="{EF2CE2CD-B240-4B2E-B5FD-F2CC4EB0C55E}"/>
                </a:ext>
              </a:extLst>
            </p:cNvPr>
            <p:cNvSpPr/>
            <p:nvPr/>
          </p:nvSpPr>
          <p:spPr>
            <a:xfrm>
              <a:off x="2378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1" name="타원 3730">
              <a:extLst>
                <a:ext uri="{FF2B5EF4-FFF2-40B4-BE49-F238E27FC236}">
                  <a16:creationId xmlns:a16="http://schemas.microsoft.com/office/drawing/2014/main" id="{ED9210AF-516D-469C-BF0F-D0F55CE0D233}"/>
                </a:ext>
              </a:extLst>
            </p:cNvPr>
            <p:cNvSpPr/>
            <p:nvPr/>
          </p:nvSpPr>
          <p:spPr>
            <a:xfrm>
              <a:off x="2531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2" name="타원 3731">
              <a:extLst>
                <a:ext uri="{FF2B5EF4-FFF2-40B4-BE49-F238E27FC236}">
                  <a16:creationId xmlns:a16="http://schemas.microsoft.com/office/drawing/2014/main" id="{A29C7432-8153-412B-B68A-ECB4B7FE4516}"/>
                </a:ext>
              </a:extLst>
            </p:cNvPr>
            <p:cNvSpPr/>
            <p:nvPr/>
          </p:nvSpPr>
          <p:spPr>
            <a:xfrm>
              <a:off x="2683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3" name="타원 3732">
              <a:extLst>
                <a:ext uri="{FF2B5EF4-FFF2-40B4-BE49-F238E27FC236}">
                  <a16:creationId xmlns:a16="http://schemas.microsoft.com/office/drawing/2014/main" id="{1844CE7A-9C30-49E5-92A5-C9239D37A995}"/>
                </a:ext>
              </a:extLst>
            </p:cNvPr>
            <p:cNvSpPr/>
            <p:nvPr/>
          </p:nvSpPr>
          <p:spPr>
            <a:xfrm>
              <a:off x="2836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4" name="타원 3733">
              <a:extLst>
                <a:ext uri="{FF2B5EF4-FFF2-40B4-BE49-F238E27FC236}">
                  <a16:creationId xmlns:a16="http://schemas.microsoft.com/office/drawing/2014/main" id="{D22143F6-0D6D-4C98-B6BA-BB54CBAEC593}"/>
                </a:ext>
              </a:extLst>
            </p:cNvPr>
            <p:cNvSpPr/>
            <p:nvPr/>
          </p:nvSpPr>
          <p:spPr>
            <a:xfrm>
              <a:off x="2988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5" name="타원 3734">
              <a:extLst>
                <a:ext uri="{FF2B5EF4-FFF2-40B4-BE49-F238E27FC236}">
                  <a16:creationId xmlns:a16="http://schemas.microsoft.com/office/drawing/2014/main" id="{2E89616C-5445-4663-9609-7BDFCE39FD8B}"/>
                </a:ext>
              </a:extLst>
            </p:cNvPr>
            <p:cNvSpPr/>
            <p:nvPr/>
          </p:nvSpPr>
          <p:spPr>
            <a:xfrm>
              <a:off x="3140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6" name="타원 3735">
              <a:extLst>
                <a:ext uri="{FF2B5EF4-FFF2-40B4-BE49-F238E27FC236}">
                  <a16:creationId xmlns:a16="http://schemas.microsoft.com/office/drawing/2014/main" id="{CD91B453-0736-4B9F-8987-5C0A390A7719}"/>
                </a:ext>
              </a:extLst>
            </p:cNvPr>
            <p:cNvSpPr/>
            <p:nvPr/>
          </p:nvSpPr>
          <p:spPr>
            <a:xfrm>
              <a:off x="3293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7" name="타원 3736">
              <a:extLst>
                <a:ext uri="{FF2B5EF4-FFF2-40B4-BE49-F238E27FC236}">
                  <a16:creationId xmlns:a16="http://schemas.microsoft.com/office/drawing/2014/main" id="{A3056525-3CF9-4E36-AE14-A9BC5435EAA8}"/>
                </a:ext>
              </a:extLst>
            </p:cNvPr>
            <p:cNvSpPr/>
            <p:nvPr/>
          </p:nvSpPr>
          <p:spPr>
            <a:xfrm>
              <a:off x="3445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8" name="타원 3737">
              <a:extLst>
                <a:ext uri="{FF2B5EF4-FFF2-40B4-BE49-F238E27FC236}">
                  <a16:creationId xmlns:a16="http://schemas.microsoft.com/office/drawing/2014/main" id="{8FAB3B2F-7DAB-4EE5-85A1-2F99F678D6B4}"/>
                </a:ext>
              </a:extLst>
            </p:cNvPr>
            <p:cNvSpPr/>
            <p:nvPr/>
          </p:nvSpPr>
          <p:spPr>
            <a:xfrm>
              <a:off x="3598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39" name="타원 3738">
              <a:extLst>
                <a:ext uri="{FF2B5EF4-FFF2-40B4-BE49-F238E27FC236}">
                  <a16:creationId xmlns:a16="http://schemas.microsoft.com/office/drawing/2014/main" id="{8D7FEFDE-C36B-45C2-B7C0-C60D88A37D2F}"/>
                </a:ext>
              </a:extLst>
            </p:cNvPr>
            <p:cNvSpPr/>
            <p:nvPr/>
          </p:nvSpPr>
          <p:spPr>
            <a:xfrm>
              <a:off x="3750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0" name="타원 3739">
              <a:extLst>
                <a:ext uri="{FF2B5EF4-FFF2-40B4-BE49-F238E27FC236}">
                  <a16:creationId xmlns:a16="http://schemas.microsoft.com/office/drawing/2014/main" id="{42002FF8-D086-4400-B4E8-48532128AC25}"/>
                </a:ext>
              </a:extLst>
            </p:cNvPr>
            <p:cNvSpPr/>
            <p:nvPr/>
          </p:nvSpPr>
          <p:spPr>
            <a:xfrm>
              <a:off x="3902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1" name="타원 3740">
              <a:extLst>
                <a:ext uri="{FF2B5EF4-FFF2-40B4-BE49-F238E27FC236}">
                  <a16:creationId xmlns:a16="http://schemas.microsoft.com/office/drawing/2014/main" id="{489E8A22-E3AD-4B35-81B5-E9EC512CD258}"/>
                </a:ext>
              </a:extLst>
            </p:cNvPr>
            <p:cNvSpPr/>
            <p:nvPr/>
          </p:nvSpPr>
          <p:spPr>
            <a:xfrm>
              <a:off x="4055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2" name="타원 3741">
              <a:extLst>
                <a:ext uri="{FF2B5EF4-FFF2-40B4-BE49-F238E27FC236}">
                  <a16:creationId xmlns:a16="http://schemas.microsoft.com/office/drawing/2014/main" id="{5939D2AA-6301-41AC-B1B4-784FAC084A65}"/>
                </a:ext>
              </a:extLst>
            </p:cNvPr>
            <p:cNvSpPr/>
            <p:nvPr/>
          </p:nvSpPr>
          <p:spPr>
            <a:xfrm>
              <a:off x="4207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3" name="타원 3742">
              <a:extLst>
                <a:ext uri="{FF2B5EF4-FFF2-40B4-BE49-F238E27FC236}">
                  <a16:creationId xmlns:a16="http://schemas.microsoft.com/office/drawing/2014/main" id="{53348468-ECA8-49A1-8CCA-43CC080D10F6}"/>
                </a:ext>
              </a:extLst>
            </p:cNvPr>
            <p:cNvSpPr/>
            <p:nvPr/>
          </p:nvSpPr>
          <p:spPr>
            <a:xfrm>
              <a:off x="4360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4" name="타원 3743">
              <a:extLst>
                <a:ext uri="{FF2B5EF4-FFF2-40B4-BE49-F238E27FC236}">
                  <a16:creationId xmlns:a16="http://schemas.microsoft.com/office/drawing/2014/main" id="{AD71980D-7AB7-4511-8BF4-556EAED072F9}"/>
                </a:ext>
              </a:extLst>
            </p:cNvPr>
            <p:cNvSpPr/>
            <p:nvPr/>
          </p:nvSpPr>
          <p:spPr>
            <a:xfrm>
              <a:off x="4512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5" name="타원 3744">
              <a:extLst>
                <a:ext uri="{FF2B5EF4-FFF2-40B4-BE49-F238E27FC236}">
                  <a16:creationId xmlns:a16="http://schemas.microsoft.com/office/drawing/2014/main" id="{1B23DD5E-909C-4A13-BCCF-192E49D60A55}"/>
                </a:ext>
              </a:extLst>
            </p:cNvPr>
            <p:cNvSpPr/>
            <p:nvPr/>
          </p:nvSpPr>
          <p:spPr>
            <a:xfrm>
              <a:off x="4664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6" name="타원 3745">
              <a:extLst>
                <a:ext uri="{FF2B5EF4-FFF2-40B4-BE49-F238E27FC236}">
                  <a16:creationId xmlns:a16="http://schemas.microsoft.com/office/drawing/2014/main" id="{562038FF-C9C9-4AA1-B1D4-E560F3AABAD3}"/>
                </a:ext>
              </a:extLst>
            </p:cNvPr>
            <p:cNvSpPr/>
            <p:nvPr/>
          </p:nvSpPr>
          <p:spPr>
            <a:xfrm>
              <a:off x="4817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7" name="타원 3746">
              <a:extLst>
                <a:ext uri="{FF2B5EF4-FFF2-40B4-BE49-F238E27FC236}">
                  <a16:creationId xmlns:a16="http://schemas.microsoft.com/office/drawing/2014/main" id="{0471B55D-834C-4D96-B90C-8378F36A7E0B}"/>
                </a:ext>
              </a:extLst>
            </p:cNvPr>
            <p:cNvSpPr/>
            <p:nvPr/>
          </p:nvSpPr>
          <p:spPr>
            <a:xfrm>
              <a:off x="4969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8" name="타원 3747">
              <a:extLst>
                <a:ext uri="{FF2B5EF4-FFF2-40B4-BE49-F238E27FC236}">
                  <a16:creationId xmlns:a16="http://schemas.microsoft.com/office/drawing/2014/main" id="{9EA2B8F6-D017-4EA2-93FC-0030956DF196}"/>
                </a:ext>
              </a:extLst>
            </p:cNvPr>
            <p:cNvSpPr/>
            <p:nvPr/>
          </p:nvSpPr>
          <p:spPr>
            <a:xfrm>
              <a:off x="51221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49" name="타원 3748">
              <a:extLst>
                <a:ext uri="{FF2B5EF4-FFF2-40B4-BE49-F238E27FC236}">
                  <a16:creationId xmlns:a16="http://schemas.microsoft.com/office/drawing/2014/main" id="{1D7AEA41-60A7-4702-BE8B-CC3E0014CB85}"/>
                </a:ext>
              </a:extLst>
            </p:cNvPr>
            <p:cNvSpPr/>
            <p:nvPr/>
          </p:nvSpPr>
          <p:spPr>
            <a:xfrm>
              <a:off x="52745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0" name="타원 3749">
              <a:extLst>
                <a:ext uri="{FF2B5EF4-FFF2-40B4-BE49-F238E27FC236}">
                  <a16:creationId xmlns:a16="http://schemas.microsoft.com/office/drawing/2014/main" id="{E36D2695-2CB8-4BF3-BD36-693359B37146}"/>
                </a:ext>
              </a:extLst>
            </p:cNvPr>
            <p:cNvSpPr/>
            <p:nvPr/>
          </p:nvSpPr>
          <p:spPr>
            <a:xfrm>
              <a:off x="54269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1" name="타원 3750">
              <a:extLst>
                <a:ext uri="{FF2B5EF4-FFF2-40B4-BE49-F238E27FC236}">
                  <a16:creationId xmlns:a16="http://schemas.microsoft.com/office/drawing/2014/main" id="{FFD84765-8462-4ABC-AA20-377E00D023AD}"/>
                </a:ext>
              </a:extLst>
            </p:cNvPr>
            <p:cNvSpPr/>
            <p:nvPr/>
          </p:nvSpPr>
          <p:spPr>
            <a:xfrm>
              <a:off x="55793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2" name="타원 3751">
              <a:extLst>
                <a:ext uri="{FF2B5EF4-FFF2-40B4-BE49-F238E27FC236}">
                  <a16:creationId xmlns:a16="http://schemas.microsoft.com/office/drawing/2014/main" id="{9B774406-A62A-4BE4-855C-948B694B8203}"/>
                </a:ext>
              </a:extLst>
            </p:cNvPr>
            <p:cNvSpPr/>
            <p:nvPr/>
          </p:nvSpPr>
          <p:spPr>
            <a:xfrm>
              <a:off x="5731775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3" name="타원 3752">
              <a:extLst>
                <a:ext uri="{FF2B5EF4-FFF2-40B4-BE49-F238E27FC236}">
                  <a16:creationId xmlns:a16="http://schemas.microsoft.com/office/drawing/2014/main" id="{62278BC8-4813-485D-80BA-231E1AB01819}"/>
                </a:ext>
              </a:extLst>
            </p:cNvPr>
            <p:cNvSpPr/>
            <p:nvPr/>
          </p:nvSpPr>
          <p:spPr>
            <a:xfrm>
              <a:off x="245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4" name="타원 3753">
              <a:extLst>
                <a:ext uri="{FF2B5EF4-FFF2-40B4-BE49-F238E27FC236}">
                  <a16:creationId xmlns:a16="http://schemas.microsoft.com/office/drawing/2014/main" id="{CA673249-2DE4-46D4-9B18-CEE7B74D35DF}"/>
                </a:ext>
              </a:extLst>
            </p:cNvPr>
            <p:cNvSpPr/>
            <p:nvPr/>
          </p:nvSpPr>
          <p:spPr>
            <a:xfrm>
              <a:off x="397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5" name="타원 3754">
              <a:extLst>
                <a:ext uri="{FF2B5EF4-FFF2-40B4-BE49-F238E27FC236}">
                  <a16:creationId xmlns:a16="http://schemas.microsoft.com/office/drawing/2014/main" id="{1CAE5FD9-D2C4-49F3-92FA-33BED0AF07DA}"/>
                </a:ext>
              </a:extLst>
            </p:cNvPr>
            <p:cNvSpPr/>
            <p:nvPr/>
          </p:nvSpPr>
          <p:spPr>
            <a:xfrm>
              <a:off x="550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6" name="타원 3755">
              <a:extLst>
                <a:ext uri="{FF2B5EF4-FFF2-40B4-BE49-F238E27FC236}">
                  <a16:creationId xmlns:a16="http://schemas.microsoft.com/office/drawing/2014/main" id="{4D1E8B0B-26F0-49E3-9F95-4B296A8E4D77}"/>
                </a:ext>
              </a:extLst>
            </p:cNvPr>
            <p:cNvSpPr/>
            <p:nvPr/>
          </p:nvSpPr>
          <p:spPr>
            <a:xfrm>
              <a:off x="702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7" name="타원 3756">
              <a:extLst>
                <a:ext uri="{FF2B5EF4-FFF2-40B4-BE49-F238E27FC236}">
                  <a16:creationId xmlns:a16="http://schemas.microsoft.com/office/drawing/2014/main" id="{4C4EC69E-10AE-45C9-89AD-439FE2357EB6}"/>
                </a:ext>
              </a:extLst>
            </p:cNvPr>
            <p:cNvSpPr/>
            <p:nvPr/>
          </p:nvSpPr>
          <p:spPr>
            <a:xfrm>
              <a:off x="854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8" name="타원 3757">
              <a:extLst>
                <a:ext uri="{FF2B5EF4-FFF2-40B4-BE49-F238E27FC236}">
                  <a16:creationId xmlns:a16="http://schemas.microsoft.com/office/drawing/2014/main" id="{7375EE4C-0DEF-4EF6-9B61-6EB838842168}"/>
                </a:ext>
              </a:extLst>
            </p:cNvPr>
            <p:cNvSpPr/>
            <p:nvPr/>
          </p:nvSpPr>
          <p:spPr>
            <a:xfrm>
              <a:off x="1007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59" name="타원 3758">
              <a:extLst>
                <a:ext uri="{FF2B5EF4-FFF2-40B4-BE49-F238E27FC236}">
                  <a16:creationId xmlns:a16="http://schemas.microsoft.com/office/drawing/2014/main" id="{B37ECBFA-AFE4-4D41-9848-FC626983980E}"/>
                </a:ext>
              </a:extLst>
            </p:cNvPr>
            <p:cNvSpPr/>
            <p:nvPr/>
          </p:nvSpPr>
          <p:spPr>
            <a:xfrm>
              <a:off x="1159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0" name="타원 3759">
              <a:extLst>
                <a:ext uri="{FF2B5EF4-FFF2-40B4-BE49-F238E27FC236}">
                  <a16:creationId xmlns:a16="http://schemas.microsoft.com/office/drawing/2014/main" id="{68C38C64-2641-436F-81E3-7E54C5B48492}"/>
                </a:ext>
              </a:extLst>
            </p:cNvPr>
            <p:cNvSpPr/>
            <p:nvPr/>
          </p:nvSpPr>
          <p:spPr>
            <a:xfrm>
              <a:off x="1312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1" name="타원 3760">
              <a:extLst>
                <a:ext uri="{FF2B5EF4-FFF2-40B4-BE49-F238E27FC236}">
                  <a16:creationId xmlns:a16="http://schemas.microsoft.com/office/drawing/2014/main" id="{1CB2511F-E345-4D25-BD15-D4CFA54EF467}"/>
                </a:ext>
              </a:extLst>
            </p:cNvPr>
            <p:cNvSpPr/>
            <p:nvPr/>
          </p:nvSpPr>
          <p:spPr>
            <a:xfrm>
              <a:off x="1464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2" name="타원 3761">
              <a:extLst>
                <a:ext uri="{FF2B5EF4-FFF2-40B4-BE49-F238E27FC236}">
                  <a16:creationId xmlns:a16="http://schemas.microsoft.com/office/drawing/2014/main" id="{CA996134-ABCE-4503-9B10-01A0D0DDE6E0}"/>
                </a:ext>
              </a:extLst>
            </p:cNvPr>
            <p:cNvSpPr/>
            <p:nvPr/>
          </p:nvSpPr>
          <p:spPr>
            <a:xfrm>
              <a:off x="1616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3" name="타원 3762">
              <a:extLst>
                <a:ext uri="{FF2B5EF4-FFF2-40B4-BE49-F238E27FC236}">
                  <a16:creationId xmlns:a16="http://schemas.microsoft.com/office/drawing/2014/main" id="{18A43A0D-C4D4-422C-9B47-6ADF7ABB035F}"/>
                </a:ext>
              </a:extLst>
            </p:cNvPr>
            <p:cNvSpPr/>
            <p:nvPr/>
          </p:nvSpPr>
          <p:spPr>
            <a:xfrm>
              <a:off x="1769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4" name="타원 3763">
              <a:extLst>
                <a:ext uri="{FF2B5EF4-FFF2-40B4-BE49-F238E27FC236}">
                  <a16:creationId xmlns:a16="http://schemas.microsoft.com/office/drawing/2014/main" id="{0647C1F2-FAB1-4521-9B06-FE03E673671C}"/>
                </a:ext>
              </a:extLst>
            </p:cNvPr>
            <p:cNvSpPr/>
            <p:nvPr/>
          </p:nvSpPr>
          <p:spPr>
            <a:xfrm>
              <a:off x="1921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5" name="타원 3764">
              <a:extLst>
                <a:ext uri="{FF2B5EF4-FFF2-40B4-BE49-F238E27FC236}">
                  <a16:creationId xmlns:a16="http://schemas.microsoft.com/office/drawing/2014/main" id="{9B559D21-4430-4E3A-9EC0-F0DDCE44E7D8}"/>
                </a:ext>
              </a:extLst>
            </p:cNvPr>
            <p:cNvSpPr/>
            <p:nvPr/>
          </p:nvSpPr>
          <p:spPr>
            <a:xfrm>
              <a:off x="2074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6" name="타원 3765">
              <a:extLst>
                <a:ext uri="{FF2B5EF4-FFF2-40B4-BE49-F238E27FC236}">
                  <a16:creationId xmlns:a16="http://schemas.microsoft.com/office/drawing/2014/main" id="{22D3CDD2-0FEE-4BC6-8990-9FF9A02D909B}"/>
                </a:ext>
              </a:extLst>
            </p:cNvPr>
            <p:cNvSpPr/>
            <p:nvPr/>
          </p:nvSpPr>
          <p:spPr>
            <a:xfrm>
              <a:off x="2226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7" name="타원 3766">
              <a:extLst>
                <a:ext uri="{FF2B5EF4-FFF2-40B4-BE49-F238E27FC236}">
                  <a16:creationId xmlns:a16="http://schemas.microsoft.com/office/drawing/2014/main" id="{AE91A147-5FB1-4B4A-ABC5-6E0E5E863A2B}"/>
                </a:ext>
              </a:extLst>
            </p:cNvPr>
            <p:cNvSpPr/>
            <p:nvPr/>
          </p:nvSpPr>
          <p:spPr>
            <a:xfrm>
              <a:off x="2378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8" name="타원 3767">
              <a:extLst>
                <a:ext uri="{FF2B5EF4-FFF2-40B4-BE49-F238E27FC236}">
                  <a16:creationId xmlns:a16="http://schemas.microsoft.com/office/drawing/2014/main" id="{6B36939F-FCAF-4A75-A26A-7AD7834D946F}"/>
                </a:ext>
              </a:extLst>
            </p:cNvPr>
            <p:cNvSpPr/>
            <p:nvPr/>
          </p:nvSpPr>
          <p:spPr>
            <a:xfrm>
              <a:off x="2531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9" name="타원 3768">
              <a:extLst>
                <a:ext uri="{FF2B5EF4-FFF2-40B4-BE49-F238E27FC236}">
                  <a16:creationId xmlns:a16="http://schemas.microsoft.com/office/drawing/2014/main" id="{07A4CAEF-F291-4508-965F-95D13737935C}"/>
                </a:ext>
              </a:extLst>
            </p:cNvPr>
            <p:cNvSpPr/>
            <p:nvPr/>
          </p:nvSpPr>
          <p:spPr>
            <a:xfrm>
              <a:off x="2683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0" name="타원 3769">
              <a:extLst>
                <a:ext uri="{FF2B5EF4-FFF2-40B4-BE49-F238E27FC236}">
                  <a16:creationId xmlns:a16="http://schemas.microsoft.com/office/drawing/2014/main" id="{E577F59E-CB63-4EAF-ABF1-292EEE1D35B0}"/>
                </a:ext>
              </a:extLst>
            </p:cNvPr>
            <p:cNvSpPr/>
            <p:nvPr/>
          </p:nvSpPr>
          <p:spPr>
            <a:xfrm>
              <a:off x="2836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1" name="타원 3770">
              <a:extLst>
                <a:ext uri="{FF2B5EF4-FFF2-40B4-BE49-F238E27FC236}">
                  <a16:creationId xmlns:a16="http://schemas.microsoft.com/office/drawing/2014/main" id="{A88E78D8-1783-4716-A0AA-3361A65FE14D}"/>
                </a:ext>
              </a:extLst>
            </p:cNvPr>
            <p:cNvSpPr/>
            <p:nvPr/>
          </p:nvSpPr>
          <p:spPr>
            <a:xfrm>
              <a:off x="2988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2" name="타원 3771">
              <a:extLst>
                <a:ext uri="{FF2B5EF4-FFF2-40B4-BE49-F238E27FC236}">
                  <a16:creationId xmlns:a16="http://schemas.microsoft.com/office/drawing/2014/main" id="{D5A3DA00-AC73-44EF-BF4A-EC92AE4C1ED4}"/>
                </a:ext>
              </a:extLst>
            </p:cNvPr>
            <p:cNvSpPr/>
            <p:nvPr/>
          </p:nvSpPr>
          <p:spPr>
            <a:xfrm>
              <a:off x="3140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3" name="타원 3772">
              <a:extLst>
                <a:ext uri="{FF2B5EF4-FFF2-40B4-BE49-F238E27FC236}">
                  <a16:creationId xmlns:a16="http://schemas.microsoft.com/office/drawing/2014/main" id="{A7AAD6D0-97FD-4AD4-9D92-B4721D8CACBA}"/>
                </a:ext>
              </a:extLst>
            </p:cNvPr>
            <p:cNvSpPr/>
            <p:nvPr/>
          </p:nvSpPr>
          <p:spPr>
            <a:xfrm>
              <a:off x="3293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4" name="타원 3773">
              <a:extLst>
                <a:ext uri="{FF2B5EF4-FFF2-40B4-BE49-F238E27FC236}">
                  <a16:creationId xmlns:a16="http://schemas.microsoft.com/office/drawing/2014/main" id="{625F8DA3-D73E-4EA8-9117-68FD4E08C3F2}"/>
                </a:ext>
              </a:extLst>
            </p:cNvPr>
            <p:cNvSpPr/>
            <p:nvPr/>
          </p:nvSpPr>
          <p:spPr>
            <a:xfrm>
              <a:off x="3445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5" name="타원 3774">
              <a:extLst>
                <a:ext uri="{FF2B5EF4-FFF2-40B4-BE49-F238E27FC236}">
                  <a16:creationId xmlns:a16="http://schemas.microsoft.com/office/drawing/2014/main" id="{E76CDF7E-9382-4368-98B2-4F66E67716E9}"/>
                </a:ext>
              </a:extLst>
            </p:cNvPr>
            <p:cNvSpPr/>
            <p:nvPr/>
          </p:nvSpPr>
          <p:spPr>
            <a:xfrm>
              <a:off x="3598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6" name="타원 3775">
              <a:extLst>
                <a:ext uri="{FF2B5EF4-FFF2-40B4-BE49-F238E27FC236}">
                  <a16:creationId xmlns:a16="http://schemas.microsoft.com/office/drawing/2014/main" id="{2492F008-56FE-428D-B82C-9F0837F4A814}"/>
                </a:ext>
              </a:extLst>
            </p:cNvPr>
            <p:cNvSpPr/>
            <p:nvPr/>
          </p:nvSpPr>
          <p:spPr>
            <a:xfrm>
              <a:off x="3750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7" name="타원 3776">
              <a:extLst>
                <a:ext uri="{FF2B5EF4-FFF2-40B4-BE49-F238E27FC236}">
                  <a16:creationId xmlns:a16="http://schemas.microsoft.com/office/drawing/2014/main" id="{B6192AA9-80B7-4384-9701-E27C44655162}"/>
                </a:ext>
              </a:extLst>
            </p:cNvPr>
            <p:cNvSpPr/>
            <p:nvPr/>
          </p:nvSpPr>
          <p:spPr>
            <a:xfrm>
              <a:off x="3902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8" name="타원 3777">
              <a:extLst>
                <a:ext uri="{FF2B5EF4-FFF2-40B4-BE49-F238E27FC236}">
                  <a16:creationId xmlns:a16="http://schemas.microsoft.com/office/drawing/2014/main" id="{CD54518B-8CDA-4612-B6B4-A2046B55B2E8}"/>
                </a:ext>
              </a:extLst>
            </p:cNvPr>
            <p:cNvSpPr/>
            <p:nvPr/>
          </p:nvSpPr>
          <p:spPr>
            <a:xfrm>
              <a:off x="4055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79" name="타원 3778">
              <a:extLst>
                <a:ext uri="{FF2B5EF4-FFF2-40B4-BE49-F238E27FC236}">
                  <a16:creationId xmlns:a16="http://schemas.microsoft.com/office/drawing/2014/main" id="{833A4DD9-FD8A-4F81-B91C-3689D4A338F9}"/>
                </a:ext>
              </a:extLst>
            </p:cNvPr>
            <p:cNvSpPr/>
            <p:nvPr/>
          </p:nvSpPr>
          <p:spPr>
            <a:xfrm>
              <a:off x="4207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0" name="타원 3779">
              <a:extLst>
                <a:ext uri="{FF2B5EF4-FFF2-40B4-BE49-F238E27FC236}">
                  <a16:creationId xmlns:a16="http://schemas.microsoft.com/office/drawing/2014/main" id="{95C30D4B-D71D-460E-A365-EF3A7D3B7141}"/>
                </a:ext>
              </a:extLst>
            </p:cNvPr>
            <p:cNvSpPr/>
            <p:nvPr/>
          </p:nvSpPr>
          <p:spPr>
            <a:xfrm>
              <a:off x="4360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1" name="타원 3780">
              <a:extLst>
                <a:ext uri="{FF2B5EF4-FFF2-40B4-BE49-F238E27FC236}">
                  <a16:creationId xmlns:a16="http://schemas.microsoft.com/office/drawing/2014/main" id="{9C7BF166-5166-44B5-AE7F-65E704E59963}"/>
                </a:ext>
              </a:extLst>
            </p:cNvPr>
            <p:cNvSpPr/>
            <p:nvPr/>
          </p:nvSpPr>
          <p:spPr>
            <a:xfrm>
              <a:off x="4512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2" name="타원 3781">
              <a:extLst>
                <a:ext uri="{FF2B5EF4-FFF2-40B4-BE49-F238E27FC236}">
                  <a16:creationId xmlns:a16="http://schemas.microsoft.com/office/drawing/2014/main" id="{7ABBE71C-A9F4-4627-B8C2-B0E4A0A48795}"/>
                </a:ext>
              </a:extLst>
            </p:cNvPr>
            <p:cNvSpPr/>
            <p:nvPr/>
          </p:nvSpPr>
          <p:spPr>
            <a:xfrm>
              <a:off x="4664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3" name="타원 3782">
              <a:extLst>
                <a:ext uri="{FF2B5EF4-FFF2-40B4-BE49-F238E27FC236}">
                  <a16:creationId xmlns:a16="http://schemas.microsoft.com/office/drawing/2014/main" id="{A976FDF2-386D-40AB-860E-FE50853A1C50}"/>
                </a:ext>
              </a:extLst>
            </p:cNvPr>
            <p:cNvSpPr/>
            <p:nvPr/>
          </p:nvSpPr>
          <p:spPr>
            <a:xfrm>
              <a:off x="4817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4" name="타원 3783">
              <a:extLst>
                <a:ext uri="{FF2B5EF4-FFF2-40B4-BE49-F238E27FC236}">
                  <a16:creationId xmlns:a16="http://schemas.microsoft.com/office/drawing/2014/main" id="{C5B63F20-4129-4A53-B1C4-F6DF4C970909}"/>
                </a:ext>
              </a:extLst>
            </p:cNvPr>
            <p:cNvSpPr/>
            <p:nvPr/>
          </p:nvSpPr>
          <p:spPr>
            <a:xfrm>
              <a:off x="4969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5" name="타원 3784">
              <a:extLst>
                <a:ext uri="{FF2B5EF4-FFF2-40B4-BE49-F238E27FC236}">
                  <a16:creationId xmlns:a16="http://schemas.microsoft.com/office/drawing/2014/main" id="{D1241CE8-4546-4F34-9E64-C8996FDA8DF2}"/>
                </a:ext>
              </a:extLst>
            </p:cNvPr>
            <p:cNvSpPr/>
            <p:nvPr/>
          </p:nvSpPr>
          <p:spPr>
            <a:xfrm>
              <a:off x="51221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6" name="타원 3785">
              <a:extLst>
                <a:ext uri="{FF2B5EF4-FFF2-40B4-BE49-F238E27FC236}">
                  <a16:creationId xmlns:a16="http://schemas.microsoft.com/office/drawing/2014/main" id="{C2EAB98B-DADF-4E40-B6E3-021AD201E84C}"/>
                </a:ext>
              </a:extLst>
            </p:cNvPr>
            <p:cNvSpPr/>
            <p:nvPr/>
          </p:nvSpPr>
          <p:spPr>
            <a:xfrm>
              <a:off x="52745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7" name="타원 3786">
              <a:extLst>
                <a:ext uri="{FF2B5EF4-FFF2-40B4-BE49-F238E27FC236}">
                  <a16:creationId xmlns:a16="http://schemas.microsoft.com/office/drawing/2014/main" id="{0B9826E3-0D92-46E4-AB59-01402223CA39}"/>
                </a:ext>
              </a:extLst>
            </p:cNvPr>
            <p:cNvSpPr/>
            <p:nvPr/>
          </p:nvSpPr>
          <p:spPr>
            <a:xfrm>
              <a:off x="54269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8" name="타원 3787">
              <a:extLst>
                <a:ext uri="{FF2B5EF4-FFF2-40B4-BE49-F238E27FC236}">
                  <a16:creationId xmlns:a16="http://schemas.microsoft.com/office/drawing/2014/main" id="{C9AE54CF-B0C2-46E6-892A-47FDA06B760F}"/>
                </a:ext>
              </a:extLst>
            </p:cNvPr>
            <p:cNvSpPr/>
            <p:nvPr/>
          </p:nvSpPr>
          <p:spPr>
            <a:xfrm>
              <a:off x="55793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89" name="타원 3788">
              <a:extLst>
                <a:ext uri="{FF2B5EF4-FFF2-40B4-BE49-F238E27FC236}">
                  <a16:creationId xmlns:a16="http://schemas.microsoft.com/office/drawing/2014/main" id="{7C7EE7CD-BC11-4173-A64F-3353A7E7D047}"/>
                </a:ext>
              </a:extLst>
            </p:cNvPr>
            <p:cNvSpPr/>
            <p:nvPr/>
          </p:nvSpPr>
          <p:spPr>
            <a:xfrm>
              <a:off x="5731775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0" name="타원 3789">
              <a:extLst>
                <a:ext uri="{FF2B5EF4-FFF2-40B4-BE49-F238E27FC236}">
                  <a16:creationId xmlns:a16="http://schemas.microsoft.com/office/drawing/2014/main" id="{E164222F-7605-4E65-B6D4-FB3BAAFB2CBC}"/>
                </a:ext>
              </a:extLst>
            </p:cNvPr>
            <p:cNvSpPr/>
            <p:nvPr/>
          </p:nvSpPr>
          <p:spPr>
            <a:xfrm>
              <a:off x="245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1" name="타원 3790">
              <a:extLst>
                <a:ext uri="{FF2B5EF4-FFF2-40B4-BE49-F238E27FC236}">
                  <a16:creationId xmlns:a16="http://schemas.microsoft.com/office/drawing/2014/main" id="{BC8E10EE-70FA-46CE-8477-B673216851C8}"/>
                </a:ext>
              </a:extLst>
            </p:cNvPr>
            <p:cNvSpPr/>
            <p:nvPr/>
          </p:nvSpPr>
          <p:spPr>
            <a:xfrm>
              <a:off x="397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2" name="타원 3791">
              <a:extLst>
                <a:ext uri="{FF2B5EF4-FFF2-40B4-BE49-F238E27FC236}">
                  <a16:creationId xmlns:a16="http://schemas.microsoft.com/office/drawing/2014/main" id="{95FB5DA7-764D-4C9B-8202-021E59C54B53}"/>
                </a:ext>
              </a:extLst>
            </p:cNvPr>
            <p:cNvSpPr/>
            <p:nvPr/>
          </p:nvSpPr>
          <p:spPr>
            <a:xfrm>
              <a:off x="550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3" name="타원 3792">
              <a:extLst>
                <a:ext uri="{FF2B5EF4-FFF2-40B4-BE49-F238E27FC236}">
                  <a16:creationId xmlns:a16="http://schemas.microsoft.com/office/drawing/2014/main" id="{FB6101CE-541F-4820-B542-8FFBB155BADB}"/>
                </a:ext>
              </a:extLst>
            </p:cNvPr>
            <p:cNvSpPr/>
            <p:nvPr/>
          </p:nvSpPr>
          <p:spPr>
            <a:xfrm>
              <a:off x="702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4" name="타원 3793">
              <a:extLst>
                <a:ext uri="{FF2B5EF4-FFF2-40B4-BE49-F238E27FC236}">
                  <a16:creationId xmlns:a16="http://schemas.microsoft.com/office/drawing/2014/main" id="{D52EE068-A111-4A92-A305-99F0F540229F}"/>
                </a:ext>
              </a:extLst>
            </p:cNvPr>
            <p:cNvSpPr/>
            <p:nvPr/>
          </p:nvSpPr>
          <p:spPr>
            <a:xfrm>
              <a:off x="854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5" name="타원 3794">
              <a:extLst>
                <a:ext uri="{FF2B5EF4-FFF2-40B4-BE49-F238E27FC236}">
                  <a16:creationId xmlns:a16="http://schemas.microsoft.com/office/drawing/2014/main" id="{305346F0-D765-48CC-8E26-3406D0417BE0}"/>
                </a:ext>
              </a:extLst>
            </p:cNvPr>
            <p:cNvSpPr/>
            <p:nvPr/>
          </p:nvSpPr>
          <p:spPr>
            <a:xfrm>
              <a:off x="1007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6" name="타원 3795">
              <a:extLst>
                <a:ext uri="{FF2B5EF4-FFF2-40B4-BE49-F238E27FC236}">
                  <a16:creationId xmlns:a16="http://schemas.microsoft.com/office/drawing/2014/main" id="{11386AD8-DF80-4EA9-B3D7-637F57C454BA}"/>
                </a:ext>
              </a:extLst>
            </p:cNvPr>
            <p:cNvSpPr/>
            <p:nvPr/>
          </p:nvSpPr>
          <p:spPr>
            <a:xfrm>
              <a:off x="1159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7" name="타원 3796">
              <a:extLst>
                <a:ext uri="{FF2B5EF4-FFF2-40B4-BE49-F238E27FC236}">
                  <a16:creationId xmlns:a16="http://schemas.microsoft.com/office/drawing/2014/main" id="{F578C6DB-DABB-4181-A036-70AD833581C4}"/>
                </a:ext>
              </a:extLst>
            </p:cNvPr>
            <p:cNvSpPr/>
            <p:nvPr/>
          </p:nvSpPr>
          <p:spPr>
            <a:xfrm>
              <a:off x="1312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8" name="타원 3797">
              <a:extLst>
                <a:ext uri="{FF2B5EF4-FFF2-40B4-BE49-F238E27FC236}">
                  <a16:creationId xmlns:a16="http://schemas.microsoft.com/office/drawing/2014/main" id="{14059B1D-3AF4-4131-9567-0AF047AAFB18}"/>
                </a:ext>
              </a:extLst>
            </p:cNvPr>
            <p:cNvSpPr/>
            <p:nvPr/>
          </p:nvSpPr>
          <p:spPr>
            <a:xfrm>
              <a:off x="1464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99" name="타원 3798">
              <a:extLst>
                <a:ext uri="{FF2B5EF4-FFF2-40B4-BE49-F238E27FC236}">
                  <a16:creationId xmlns:a16="http://schemas.microsoft.com/office/drawing/2014/main" id="{D5F1669F-4062-44B2-A3F6-E68AD30AD9D2}"/>
                </a:ext>
              </a:extLst>
            </p:cNvPr>
            <p:cNvSpPr/>
            <p:nvPr/>
          </p:nvSpPr>
          <p:spPr>
            <a:xfrm>
              <a:off x="1616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0" name="타원 3799">
              <a:extLst>
                <a:ext uri="{FF2B5EF4-FFF2-40B4-BE49-F238E27FC236}">
                  <a16:creationId xmlns:a16="http://schemas.microsoft.com/office/drawing/2014/main" id="{2C07CE0B-EF56-4E19-885E-AD2788D7BAB7}"/>
                </a:ext>
              </a:extLst>
            </p:cNvPr>
            <p:cNvSpPr/>
            <p:nvPr/>
          </p:nvSpPr>
          <p:spPr>
            <a:xfrm>
              <a:off x="1769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1" name="타원 3800">
              <a:extLst>
                <a:ext uri="{FF2B5EF4-FFF2-40B4-BE49-F238E27FC236}">
                  <a16:creationId xmlns:a16="http://schemas.microsoft.com/office/drawing/2014/main" id="{FF4FDB40-02D8-4508-9045-004BC2D171D8}"/>
                </a:ext>
              </a:extLst>
            </p:cNvPr>
            <p:cNvSpPr/>
            <p:nvPr/>
          </p:nvSpPr>
          <p:spPr>
            <a:xfrm>
              <a:off x="1921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2" name="타원 3801">
              <a:extLst>
                <a:ext uri="{FF2B5EF4-FFF2-40B4-BE49-F238E27FC236}">
                  <a16:creationId xmlns:a16="http://schemas.microsoft.com/office/drawing/2014/main" id="{32692FBC-36BD-467A-9143-F8A3C5A5C4D2}"/>
                </a:ext>
              </a:extLst>
            </p:cNvPr>
            <p:cNvSpPr/>
            <p:nvPr/>
          </p:nvSpPr>
          <p:spPr>
            <a:xfrm>
              <a:off x="2074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3" name="타원 3802">
              <a:extLst>
                <a:ext uri="{FF2B5EF4-FFF2-40B4-BE49-F238E27FC236}">
                  <a16:creationId xmlns:a16="http://schemas.microsoft.com/office/drawing/2014/main" id="{1B30398E-8E27-4E37-9635-4B4135E1AF58}"/>
                </a:ext>
              </a:extLst>
            </p:cNvPr>
            <p:cNvSpPr/>
            <p:nvPr/>
          </p:nvSpPr>
          <p:spPr>
            <a:xfrm>
              <a:off x="2226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4" name="타원 3803">
              <a:extLst>
                <a:ext uri="{FF2B5EF4-FFF2-40B4-BE49-F238E27FC236}">
                  <a16:creationId xmlns:a16="http://schemas.microsoft.com/office/drawing/2014/main" id="{9F93EBE4-2043-49A2-AE29-B90F21AC3D6B}"/>
                </a:ext>
              </a:extLst>
            </p:cNvPr>
            <p:cNvSpPr/>
            <p:nvPr/>
          </p:nvSpPr>
          <p:spPr>
            <a:xfrm>
              <a:off x="2378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5" name="타원 3804">
              <a:extLst>
                <a:ext uri="{FF2B5EF4-FFF2-40B4-BE49-F238E27FC236}">
                  <a16:creationId xmlns:a16="http://schemas.microsoft.com/office/drawing/2014/main" id="{EF843CEB-8C2B-472B-A976-54BCCCB82255}"/>
                </a:ext>
              </a:extLst>
            </p:cNvPr>
            <p:cNvSpPr/>
            <p:nvPr/>
          </p:nvSpPr>
          <p:spPr>
            <a:xfrm>
              <a:off x="2531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6" name="타원 3805">
              <a:extLst>
                <a:ext uri="{FF2B5EF4-FFF2-40B4-BE49-F238E27FC236}">
                  <a16:creationId xmlns:a16="http://schemas.microsoft.com/office/drawing/2014/main" id="{7928385A-4C31-44E8-88F2-92C4BFC4A094}"/>
                </a:ext>
              </a:extLst>
            </p:cNvPr>
            <p:cNvSpPr/>
            <p:nvPr/>
          </p:nvSpPr>
          <p:spPr>
            <a:xfrm>
              <a:off x="2683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7" name="타원 3806">
              <a:extLst>
                <a:ext uri="{FF2B5EF4-FFF2-40B4-BE49-F238E27FC236}">
                  <a16:creationId xmlns:a16="http://schemas.microsoft.com/office/drawing/2014/main" id="{F2DEA814-01E9-436B-84A6-F92049AB728C}"/>
                </a:ext>
              </a:extLst>
            </p:cNvPr>
            <p:cNvSpPr/>
            <p:nvPr/>
          </p:nvSpPr>
          <p:spPr>
            <a:xfrm>
              <a:off x="2836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8" name="타원 3807">
              <a:extLst>
                <a:ext uri="{FF2B5EF4-FFF2-40B4-BE49-F238E27FC236}">
                  <a16:creationId xmlns:a16="http://schemas.microsoft.com/office/drawing/2014/main" id="{02BA8D86-3573-4944-86D9-A8DF1428A114}"/>
                </a:ext>
              </a:extLst>
            </p:cNvPr>
            <p:cNvSpPr/>
            <p:nvPr/>
          </p:nvSpPr>
          <p:spPr>
            <a:xfrm>
              <a:off x="2988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09" name="타원 3808">
              <a:extLst>
                <a:ext uri="{FF2B5EF4-FFF2-40B4-BE49-F238E27FC236}">
                  <a16:creationId xmlns:a16="http://schemas.microsoft.com/office/drawing/2014/main" id="{521C5C6C-AF6C-481D-B0B2-DA0CAE6F3764}"/>
                </a:ext>
              </a:extLst>
            </p:cNvPr>
            <p:cNvSpPr/>
            <p:nvPr/>
          </p:nvSpPr>
          <p:spPr>
            <a:xfrm>
              <a:off x="3140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0" name="타원 3809">
              <a:extLst>
                <a:ext uri="{FF2B5EF4-FFF2-40B4-BE49-F238E27FC236}">
                  <a16:creationId xmlns:a16="http://schemas.microsoft.com/office/drawing/2014/main" id="{E09858AF-DAB6-40C1-9F08-A12369699E6E}"/>
                </a:ext>
              </a:extLst>
            </p:cNvPr>
            <p:cNvSpPr/>
            <p:nvPr/>
          </p:nvSpPr>
          <p:spPr>
            <a:xfrm>
              <a:off x="3293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1" name="타원 3810">
              <a:extLst>
                <a:ext uri="{FF2B5EF4-FFF2-40B4-BE49-F238E27FC236}">
                  <a16:creationId xmlns:a16="http://schemas.microsoft.com/office/drawing/2014/main" id="{B9B6C34E-4598-4036-8D5C-5651A3E22E4B}"/>
                </a:ext>
              </a:extLst>
            </p:cNvPr>
            <p:cNvSpPr/>
            <p:nvPr/>
          </p:nvSpPr>
          <p:spPr>
            <a:xfrm>
              <a:off x="3445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2" name="타원 3811">
              <a:extLst>
                <a:ext uri="{FF2B5EF4-FFF2-40B4-BE49-F238E27FC236}">
                  <a16:creationId xmlns:a16="http://schemas.microsoft.com/office/drawing/2014/main" id="{AB924426-D3BD-4CA6-A582-85A6D83CF4F8}"/>
                </a:ext>
              </a:extLst>
            </p:cNvPr>
            <p:cNvSpPr/>
            <p:nvPr/>
          </p:nvSpPr>
          <p:spPr>
            <a:xfrm>
              <a:off x="3598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3" name="타원 3812">
              <a:extLst>
                <a:ext uri="{FF2B5EF4-FFF2-40B4-BE49-F238E27FC236}">
                  <a16:creationId xmlns:a16="http://schemas.microsoft.com/office/drawing/2014/main" id="{01BFDAF2-2D95-4A22-8A0F-D54E953A41EF}"/>
                </a:ext>
              </a:extLst>
            </p:cNvPr>
            <p:cNvSpPr/>
            <p:nvPr/>
          </p:nvSpPr>
          <p:spPr>
            <a:xfrm>
              <a:off x="3750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4" name="타원 3813">
              <a:extLst>
                <a:ext uri="{FF2B5EF4-FFF2-40B4-BE49-F238E27FC236}">
                  <a16:creationId xmlns:a16="http://schemas.microsoft.com/office/drawing/2014/main" id="{0C82CE58-5966-4758-BC45-8B2AD48ADD1A}"/>
                </a:ext>
              </a:extLst>
            </p:cNvPr>
            <p:cNvSpPr/>
            <p:nvPr/>
          </p:nvSpPr>
          <p:spPr>
            <a:xfrm>
              <a:off x="3902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5" name="타원 3814">
              <a:extLst>
                <a:ext uri="{FF2B5EF4-FFF2-40B4-BE49-F238E27FC236}">
                  <a16:creationId xmlns:a16="http://schemas.microsoft.com/office/drawing/2014/main" id="{1F78D42F-4225-4A66-80DB-62E6CACC3AA1}"/>
                </a:ext>
              </a:extLst>
            </p:cNvPr>
            <p:cNvSpPr/>
            <p:nvPr/>
          </p:nvSpPr>
          <p:spPr>
            <a:xfrm>
              <a:off x="4055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6" name="타원 3815">
              <a:extLst>
                <a:ext uri="{FF2B5EF4-FFF2-40B4-BE49-F238E27FC236}">
                  <a16:creationId xmlns:a16="http://schemas.microsoft.com/office/drawing/2014/main" id="{D7FB08A8-623E-4315-A97F-2F86988241B5}"/>
                </a:ext>
              </a:extLst>
            </p:cNvPr>
            <p:cNvSpPr/>
            <p:nvPr/>
          </p:nvSpPr>
          <p:spPr>
            <a:xfrm>
              <a:off x="4207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7" name="타원 3816">
              <a:extLst>
                <a:ext uri="{FF2B5EF4-FFF2-40B4-BE49-F238E27FC236}">
                  <a16:creationId xmlns:a16="http://schemas.microsoft.com/office/drawing/2014/main" id="{85EF668B-0384-4F26-B62C-AD0C848123A2}"/>
                </a:ext>
              </a:extLst>
            </p:cNvPr>
            <p:cNvSpPr/>
            <p:nvPr/>
          </p:nvSpPr>
          <p:spPr>
            <a:xfrm>
              <a:off x="4360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8" name="타원 3817">
              <a:extLst>
                <a:ext uri="{FF2B5EF4-FFF2-40B4-BE49-F238E27FC236}">
                  <a16:creationId xmlns:a16="http://schemas.microsoft.com/office/drawing/2014/main" id="{FF29F7CF-FE21-471F-8FCA-88A4DF2A6EA9}"/>
                </a:ext>
              </a:extLst>
            </p:cNvPr>
            <p:cNvSpPr/>
            <p:nvPr/>
          </p:nvSpPr>
          <p:spPr>
            <a:xfrm>
              <a:off x="4512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19" name="타원 3818">
              <a:extLst>
                <a:ext uri="{FF2B5EF4-FFF2-40B4-BE49-F238E27FC236}">
                  <a16:creationId xmlns:a16="http://schemas.microsoft.com/office/drawing/2014/main" id="{70677C6C-F5BA-44C5-A9BC-CEBB7DC495EF}"/>
                </a:ext>
              </a:extLst>
            </p:cNvPr>
            <p:cNvSpPr/>
            <p:nvPr/>
          </p:nvSpPr>
          <p:spPr>
            <a:xfrm>
              <a:off x="4664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0" name="타원 3819">
              <a:extLst>
                <a:ext uri="{FF2B5EF4-FFF2-40B4-BE49-F238E27FC236}">
                  <a16:creationId xmlns:a16="http://schemas.microsoft.com/office/drawing/2014/main" id="{BFAEE197-E6F7-43F5-A34C-1DDF00E09E6F}"/>
                </a:ext>
              </a:extLst>
            </p:cNvPr>
            <p:cNvSpPr/>
            <p:nvPr/>
          </p:nvSpPr>
          <p:spPr>
            <a:xfrm>
              <a:off x="4817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1" name="타원 3820">
              <a:extLst>
                <a:ext uri="{FF2B5EF4-FFF2-40B4-BE49-F238E27FC236}">
                  <a16:creationId xmlns:a16="http://schemas.microsoft.com/office/drawing/2014/main" id="{BC4958E1-6B05-4124-B637-F96E3E61EB99}"/>
                </a:ext>
              </a:extLst>
            </p:cNvPr>
            <p:cNvSpPr/>
            <p:nvPr/>
          </p:nvSpPr>
          <p:spPr>
            <a:xfrm>
              <a:off x="4969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2" name="타원 3821">
              <a:extLst>
                <a:ext uri="{FF2B5EF4-FFF2-40B4-BE49-F238E27FC236}">
                  <a16:creationId xmlns:a16="http://schemas.microsoft.com/office/drawing/2014/main" id="{57861E88-3AD4-41CC-9866-1A85DAAB0EB9}"/>
                </a:ext>
              </a:extLst>
            </p:cNvPr>
            <p:cNvSpPr/>
            <p:nvPr/>
          </p:nvSpPr>
          <p:spPr>
            <a:xfrm>
              <a:off x="51221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3" name="타원 3822">
              <a:extLst>
                <a:ext uri="{FF2B5EF4-FFF2-40B4-BE49-F238E27FC236}">
                  <a16:creationId xmlns:a16="http://schemas.microsoft.com/office/drawing/2014/main" id="{CD87D8F8-B2C2-43BA-BF5E-83CCB3FDAD6C}"/>
                </a:ext>
              </a:extLst>
            </p:cNvPr>
            <p:cNvSpPr/>
            <p:nvPr/>
          </p:nvSpPr>
          <p:spPr>
            <a:xfrm>
              <a:off x="52745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4" name="타원 3823">
              <a:extLst>
                <a:ext uri="{FF2B5EF4-FFF2-40B4-BE49-F238E27FC236}">
                  <a16:creationId xmlns:a16="http://schemas.microsoft.com/office/drawing/2014/main" id="{C1B208E5-9CBE-493D-8959-1E4DF38DFD16}"/>
                </a:ext>
              </a:extLst>
            </p:cNvPr>
            <p:cNvSpPr/>
            <p:nvPr/>
          </p:nvSpPr>
          <p:spPr>
            <a:xfrm>
              <a:off x="54269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5" name="타원 3824">
              <a:extLst>
                <a:ext uri="{FF2B5EF4-FFF2-40B4-BE49-F238E27FC236}">
                  <a16:creationId xmlns:a16="http://schemas.microsoft.com/office/drawing/2014/main" id="{94AD822E-CD94-4B80-A36B-A82AEBF88B00}"/>
                </a:ext>
              </a:extLst>
            </p:cNvPr>
            <p:cNvSpPr/>
            <p:nvPr/>
          </p:nvSpPr>
          <p:spPr>
            <a:xfrm>
              <a:off x="55793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6" name="타원 3825">
              <a:extLst>
                <a:ext uri="{FF2B5EF4-FFF2-40B4-BE49-F238E27FC236}">
                  <a16:creationId xmlns:a16="http://schemas.microsoft.com/office/drawing/2014/main" id="{6DCAC31B-2C81-4918-9DA7-A38C7141B71D}"/>
                </a:ext>
              </a:extLst>
            </p:cNvPr>
            <p:cNvSpPr/>
            <p:nvPr/>
          </p:nvSpPr>
          <p:spPr>
            <a:xfrm>
              <a:off x="5731775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7" name="타원 3826">
              <a:extLst>
                <a:ext uri="{FF2B5EF4-FFF2-40B4-BE49-F238E27FC236}">
                  <a16:creationId xmlns:a16="http://schemas.microsoft.com/office/drawing/2014/main" id="{1E88CD3C-7BA8-46DF-904C-4FE9F506AECB}"/>
                </a:ext>
              </a:extLst>
            </p:cNvPr>
            <p:cNvSpPr/>
            <p:nvPr/>
          </p:nvSpPr>
          <p:spPr>
            <a:xfrm>
              <a:off x="245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8" name="타원 3827">
              <a:extLst>
                <a:ext uri="{FF2B5EF4-FFF2-40B4-BE49-F238E27FC236}">
                  <a16:creationId xmlns:a16="http://schemas.microsoft.com/office/drawing/2014/main" id="{08A9FF47-1AAE-4E2B-843C-FD54D8153817}"/>
                </a:ext>
              </a:extLst>
            </p:cNvPr>
            <p:cNvSpPr/>
            <p:nvPr/>
          </p:nvSpPr>
          <p:spPr>
            <a:xfrm>
              <a:off x="397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29" name="타원 3828">
              <a:extLst>
                <a:ext uri="{FF2B5EF4-FFF2-40B4-BE49-F238E27FC236}">
                  <a16:creationId xmlns:a16="http://schemas.microsoft.com/office/drawing/2014/main" id="{9A26CE85-0121-4A09-9F26-B69113B65A66}"/>
                </a:ext>
              </a:extLst>
            </p:cNvPr>
            <p:cNvSpPr/>
            <p:nvPr/>
          </p:nvSpPr>
          <p:spPr>
            <a:xfrm>
              <a:off x="550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0" name="타원 3829">
              <a:extLst>
                <a:ext uri="{FF2B5EF4-FFF2-40B4-BE49-F238E27FC236}">
                  <a16:creationId xmlns:a16="http://schemas.microsoft.com/office/drawing/2014/main" id="{96899007-8CF7-470D-A0B9-7AC2A1393D7C}"/>
                </a:ext>
              </a:extLst>
            </p:cNvPr>
            <p:cNvSpPr/>
            <p:nvPr/>
          </p:nvSpPr>
          <p:spPr>
            <a:xfrm>
              <a:off x="702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1" name="타원 3830">
              <a:extLst>
                <a:ext uri="{FF2B5EF4-FFF2-40B4-BE49-F238E27FC236}">
                  <a16:creationId xmlns:a16="http://schemas.microsoft.com/office/drawing/2014/main" id="{0B941847-3634-4F3B-B334-FCE8BCD6C837}"/>
                </a:ext>
              </a:extLst>
            </p:cNvPr>
            <p:cNvSpPr/>
            <p:nvPr/>
          </p:nvSpPr>
          <p:spPr>
            <a:xfrm>
              <a:off x="854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2" name="타원 3831">
              <a:extLst>
                <a:ext uri="{FF2B5EF4-FFF2-40B4-BE49-F238E27FC236}">
                  <a16:creationId xmlns:a16="http://schemas.microsoft.com/office/drawing/2014/main" id="{954BE6E6-A671-4387-84CC-4CED9D25AC73}"/>
                </a:ext>
              </a:extLst>
            </p:cNvPr>
            <p:cNvSpPr/>
            <p:nvPr/>
          </p:nvSpPr>
          <p:spPr>
            <a:xfrm>
              <a:off x="1007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3" name="타원 3832">
              <a:extLst>
                <a:ext uri="{FF2B5EF4-FFF2-40B4-BE49-F238E27FC236}">
                  <a16:creationId xmlns:a16="http://schemas.microsoft.com/office/drawing/2014/main" id="{39F76797-2BA0-4AE0-9C8B-606380063B6D}"/>
                </a:ext>
              </a:extLst>
            </p:cNvPr>
            <p:cNvSpPr/>
            <p:nvPr/>
          </p:nvSpPr>
          <p:spPr>
            <a:xfrm>
              <a:off x="1159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4" name="타원 3833">
              <a:extLst>
                <a:ext uri="{FF2B5EF4-FFF2-40B4-BE49-F238E27FC236}">
                  <a16:creationId xmlns:a16="http://schemas.microsoft.com/office/drawing/2014/main" id="{029DF7CE-73CC-49CF-B803-7D4973BA00F9}"/>
                </a:ext>
              </a:extLst>
            </p:cNvPr>
            <p:cNvSpPr/>
            <p:nvPr/>
          </p:nvSpPr>
          <p:spPr>
            <a:xfrm>
              <a:off x="1312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5" name="타원 3834">
              <a:extLst>
                <a:ext uri="{FF2B5EF4-FFF2-40B4-BE49-F238E27FC236}">
                  <a16:creationId xmlns:a16="http://schemas.microsoft.com/office/drawing/2014/main" id="{250E2A8A-9801-409D-AB37-733027E35229}"/>
                </a:ext>
              </a:extLst>
            </p:cNvPr>
            <p:cNvSpPr/>
            <p:nvPr/>
          </p:nvSpPr>
          <p:spPr>
            <a:xfrm>
              <a:off x="1464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6" name="타원 3835">
              <a:extLst>
                <a:ext uri="{FF2B5EF4-FFF2-40B4-BE49-F238E27FC236}">
                  <a16:creationId xmlns:a16="http://schemas.microsoft.com/office/drawing/2014/main" id="{44E56AAB-1FC5-48D6-82E5-67E4D46904DD}"/>
                </a:ext>
              </a:extLst>
            </p:cNvPr>
            <p:cNvSpPr/>
            <p:nvPr/>
          </p:nvSpPr>
          <p:spPr>
            <a:xfrm>
              <a:off x="1616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7" name="타원 3836">
              <a:extLst>
                <a:ext uri="{FF2B5EF4-FFF2-40B4-BE49-F238E27FC236}">
                  <a16:creationId xmlns:a16="http://schemas.microsoft.com/office/drawing/2014/main" id="{39144983-5E86-4B5C-9F6B-9AD367465A51}"/>
                </a:ext>
              </a:extLst>
            </p:cNvPr>
            <p:cNvSpPr/>
            <p:nvPr/>
          </p:nvSpPr>
          <p:spPr>
            <a:xfrm>
              <a:off x="1769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8" name="타원 3837">
              <a:extLst>
                <a:ext uri="{FF2B5EF4-FFF2-40B4-BE49-F238E27FC236}">
                  <a16:creationId xmlns:a16="http://schemas.microsoft.com/office/drawing/2014/main" id="{96BF08F6-88CA-4EE5-8508-A5F07FE00C34}"/>
                </a:ext>
              </a:extLst>
            </p:cNvPr>
            <p:cNvSpPr/>
            <p:nvPr/>
          </p:nvSpPr>
          <p:spPr>
            <a:xfrm>
              <a:off x="1921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39" name="타원 3838">
              <a:extLst>
                <a:ext uri="{FF2B5EF4-FFF2-40B4-BE49-F238E27FC236}">
                  <a16:creationId xmlns:a16="http://schemas.microsoft.com/office/drawing/2014/main" id="{3F519715-EF27-4431-A4B9-D107FC13805E}"/>
                </a:ext>
              </a:extLst>
            </p:cNvPr>
            <p:cNvSpPr/>
            <p:nvPr/>
          </p:nvSpPr>
          <p:spPr>
            <a:xfrm>
              <a:off x="2074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0" name="타원 3839">
              <a:extLst>
                <a:ext uri="{FF2B5EF4-FFF2-40B4-BE49-F238E27FC236}">
                  <a16:creationId xmlns:a16="http://schemas.microsoft.com/office/drawing/2014/main" id="{AF8A5BA3-139A-4944-B2BD-A859EC3C2AC6}"/>
                </a:ext>
              </a:extLst>
            </p:cNvPr>
            <p:cNvSpPr/>
            <p:nvPr/>
          </p:nvSpPr>
          <p:spPr>
            <a:xfrm>
              <a:off x="2226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1" name="타원 3840">
              <a:extLst>
                <a:ext uri="{FF2B5EF4-FFF2-40B4-BE49-F238E27FC236}">
                  <a16:creationId xmlns:a16="http://schemas.microsoft.com/office/drawing/2014/main" id="{974E7183-C6AE-46E3-AEBF-9A8D78811E9D}"/>
                </a:ext>
              </a:extLst>
            </p:cNvPr>
            <p:cNvSpPr/>
            <p:nvPr/>
          </p:nvSpPr>
          <p:spPr>
            <a:xfrm>
              <a:off x="2378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2" name="타원 3841">
              <a:extLst>
                <a:ext uri="{FF2B5EF4-FFF2-40B4-BE49-F238E27FC236}">
                  <a16:creationId xmlns:a16="http://schemas.microsoft.com/office/drawing/2014/main" id="{DEFB672D-823D-4AFB-A714-28FE8BD53C84}"/>
                </a:ext>
              </a:extLst>
            </p:cNvPr>
            <p:cNvSpPr/>
            <p:nvPr/>
          </p:nvSpPr>
          <p:spPr>
            <a:xfrm>
              <a:off x="2531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3" name="타원 3842">
              <a:extLst>
                <a:ext uri="{FF2B5EF4-FFF2-40B4-BE49-F238E27FC236}">
                  <a16:creationId xmlns:a16="http://schemas.microsoft.com/office/drawing/2014/main" id="{9453726D-A31E-4027-BF17-1A139606EE9A}"/>
                </a:ext>
              </a:extLst>
            </p:cNvPr>
            <p:cNvSpPr/>
            <p:nvPr/>
          </p:nvSpPr>
          <p:spPr>
            <a:xfrm>
              <a:off x="2683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4" name="타원 3843">
              <a:extLst>
                <a:ext uri="{FF2B5EF4-FFF2-40B4-BE49-F238E27FC236}">
                  <a16:creationId xmlns:a16="http://schemas.microsoft.com/office/drawing/2014/main" id="{EA16EE15-6E07-4825-BA6F-D13C06AE8930}"/>
                </a:ext>
              </a:extLst>
            </p:cNvPr>
            <p:cNvSpPr/>
            <p:nvPr/>
          </p:nvSpPr>
          <p:spPr>
            <a:xfrm>
              <a:off x="2836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5" name="타원 3844">
              <a:extLst>
                <a:ext uri="{FF2B5EF4-FFF2-40B4-BE49-F238E27FC236}">
                  <a16:creationId xmlns:a16="http://schemas.microsoft.com/office/drawing/2014/main" id="{98FF9E09-797D-4FE8-8743-D811D67F3BAD}"/>
                </a:ext>
              </a:extLst>
            </p:cNvPr>
            <p:cNvSpPr/>
            <p:nvPr/>
          </p:nvSpPr>
          <p:spPr>
            <a:xfrm>
              <a:off x="2988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6" name="타원 3845">
              <a:extLst>
                <a:ext uri="{FF2B5EF4-FFF2-40B4-BE49-F238E27FC236}">
                  <a16:creationId xmlns:a16="http://schemas.microsoft.com/office/drawing/2014/main" id="{C8A72459-39E3-4B54-8953-0FEC32A2BD7E}"/>
                </a:ext>
              </a:extLst>
            </p:cNvPr>
            <p:cNvSpPr/>
            <p:nvPr/>
          </p:nvSpPr>
          <p:spPr>
            <a:xfrm>
              <a:off x="3140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7" name="타원 3846">
              <a:extLst>
                <a:ext uri="{FF2B5EF4-FFF2-40B4-BE49-F238E27FC236}">
                  <a16:creationId xmlns:a16="http://schemas.microsoft.com/office/drawing/2014/main" id="{529B7C7A-63B0-462A-8399-95D3F4417732}"/>
                </a:ext>
              </a:extLst>
            </p:cNvPr>
            <p:cNvSpPr/>
            <p:nvPr/>
          </p:nvSpPr>
          <p:spPr>
            <a:xfrm>
              <a:off x="3293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8" name="타원 3847">
              <a:extLst>
                <a:ext uri="{FF2B5EF4-FFF2-40B4-BE49-F238E27FC236}">
                  <a16:creationId xmlns:a16="http://schemas.microsoft.com/office/drawing/2014/main" id="{09652D6E-CD26-4BDD-A3FC-D913C953710B}"/>
                </a:ext>
              </a:extLst>
            </p:cNvPr>
            <p:cNvSpPr/>
            <p:nvPr/>
          </p:nvSpPr>
          <p:spPr>
            <a:xfrm>
              <a:off x="3445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49" name="타원 3848">
              <a:extLst>
                <a:ext uri="{FF2B5EF4-FFF2-40B4-BE49-F238E27FC236}">
                  <a16:creationId xmlns:a16="http://schemas.microsoft.com/office/drawing/2014/main" id="{55069601-33D0-4C76-8C5C-997E5A16C821}"/>
                </a:ext>
              </a:extLst>
            </p:cNvPr>
            <p:cNvSpPr/>
            <p:nvPr/>
          </p:nvSpPr>
          <p:spPr>
            <a:xfrm>
              <a:off x="3598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0" name="타원 3849">
              <a:extLst>
                <a:ext uri="{FF2B5EF4-FFF2-40B4-BE49-F238E27FC236}">
                  <a16:creationId xmlns:a16="http://schemas.microsoft.com/office/drawing/2014/main" id="{9F7C4D92-2F0B-4586-B1CC-9E5D3CEA20FC}"/>
                </a:ext>
              </a:extLst>
            </p:cNvPr>
            <p:cNvSpPr/>
            <p:nvPr/>
          </p:nvSpPr>
          <p:spPr>
            <a:xfrm>
              <a:off x="3750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1" name="타원 3850">
              <a:extLst>
                <a:ext uri="{FF2B5EF4-FFF2-40B4-BE49-F238E27FC236}">
                  <a16:creationId xmlns:a16="http://schemas.microsoft.com/office/drawing/2014/main" id="{60483926-FAB7-40B7-AD67-0436CBAD773A}"/>
                </a:ext>
              </a:extLst>
            </p:cNvPr>
            <p:cNvSpPr/>
            <p:nvPr/>
          </p:nvSpPr>
          <p:spPr>
            <a:xfrm>
              <a:off x="3902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2" name="타원 3851">
              <a:extLst>
                <a:ext uri="{FF2B5EF4-FFF2-40B4-BE49-F238E27FC236}">
                  <a16:creationId xmlns:a16="http://schemas.microsoft.com/office/drawing/2014/main" id="{B98C1CED-4D3C-4355-ACC7-255A2249AD3C}"/>
                </a:ext>
              </a:extLst>
            </p:cNvPr>
            <p:cNvSpPr/>
            <p:nvPr/>
          </p:nvSpPr>
          <p:spPr>
            <a:xfrm>
              <a:off x="4055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3" name="타원 3852">
              <a:extLst>
                <a:ext uri="{FF2B5EF4-FFF2-40B4-BE49-F238E27FC236}">
                  <a16:creationId xmlns:a16="http://schemas.microsoft.com/office/drawing/2014/main" id="{3C86D8F4-4906-43A0-812F-4C42D63BF63C}"/>
                </a:ext>
              </a:extLst>
            </p:cNvPr>
            <p:cNvSpPr/>
            <p:nvPr/>
          </p:nvSpPr>
          <p:spPr>
            <a:xfrm>
              <a:off x="4207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4" name="타원 3853">
              <a:extLst>
                <a:ext uri="{FF2B5EF4-FFF2-40B4-BE49-F238E27FC236}">
                  <a16:creationId xmlns:a16="http://schemas.microsoft.com/office/drawing/2014/main" id="{95B9F0FE-F041-4123-B07A-84EDBC772642}"/>
                </a:ext>
              </a:extLst>
            </p:cNvPr>
            <p:cNvSpPr/>
            <p:nvPr/>
          </p:nvSpPr>
          <p:spPr>
            <a:xfrm>
              <a:off x="4360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5" name="타원 3854">
              <a:extLst>
                <a:ext uri="{FF2B5EF4-FFF2-40B4-BE49-F238E27FC236}">
                  <a16:creationId xmlns:a16="http://schemas.microsoft.com/office/drawing/2014/main" id="{5CF31C62-C709-4E3C-9C2C-B1D2539A7C73}"/>
                </a:ext>
              </a:extLst>
            </p:cNvPr>
            <p:cNvSpPr/>
            <p:nvPr/>
          </p:nvSpPr>
          <p:spPr>
            <a:xfrm>
              <a:off x="4512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6" name="타원 3855">
              <a:extLst>
                <a:ext uri="{FF2B5EF4-FFF2-40B4-BE49-F238E27FC236}">
                  <a16:creationId xmlns:a16="http://schemas.microsoft.com/office/drawing/2014/main" id="{A503A5CB-AE81-41E4-BDD2-5E8B64A28CDC}"/>
                </a:ext>
              </a:extLst>
            </p:cNvPr>
            <p:cNvSpPr/>
            <p:nvPr/>
          </p:nvSpPr>
          <p:spPr>
            <a:xfrm>
              <a:off x="4664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7" name="타원 3856">
              <a:extLst>
                <a:ext uri="{FF2B5EF4-FFF2-40B4-BE49-F238E27FC236}">
                  <a16:creationId xmlns:a16="http://schemas.microsoft.com/office/drawing/2014/main" id="{AF10DDA8-E483-47C4-ABF9-83EDD9AA4A73}"/>
                </a:ext>
              </a:extLst>
            </p:cNvPr>
            <p:cNvSpPr/>
            <p:nvPr/>
          </p:nvSpPr>
          <p:spPr>
            <a:xfrm>
              <a:off x="4817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8" name="타원 3857">
              <a:extLst>
                <a:ext uri="{FF2B5EF4-FFF2-40B4-BE49-F238E27FC236}">
                  <a16:creationId xmlns:a16="http://schemas.microsoft.com/office/drawing/2014/main" id="{45CC3ECA-E424-420F-A664-6983C0AC4487}"/>
                </a:ext>
              </a:extLst>
            </p:cNvPr>
            <p:cNvSpPr/>
            <p:nvPr/>
          </p:nvSpPr>
          <p:spPr>
            <a:xfrm>
              <a:off x="4969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59" name="타원 3858">
              <a:extLst>
                <a:ext uri="{FF2B5EF4-FFF2-40B4-BE49-F238E27FC236}">
                  <a16:creationId xmlns:a16="http://schemas.microsoft.com/office/drawing/2014/main" id="{28409B5B-2427-468A-A3B2-510E07D08D63}"/>
                </a:ext>
              </a:extLst>
            </p:cNvPr>
            <p:cNvSpPr/>
            <p:nvPr/>
          </p:nvSpPr>
          <p:spPr>
            <a:xfrm>
              <a:off x="51221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0" name="타원 3859">
              <a:extLst>
                <a:ext uri="{FF2B5EF4-FFF2-40B4-BE49-F238E27FC236}">
                  <a16:creationId xmlns:a16="http://schemas.microsoft.com/office/drawing/2014/main" id="{79418996-84AF-46D4-88B9-E14C7CD3FE82}"/>
                </a:ext>
              </a:extLst>
            </p:cNvPr>
            <p:cNvSpPr/>
            <p:nvPr/>
          </p:nvSpPr>
          <p:spPr>
            <a:xfrm>
              <a:off x="52745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1" name="타원 3860">
              <a:extLst>
                <a:ext uri="{FF2B5EF4-FFF2-40B4-BE49-F238E27FC236}">
                  <a16:creationId xmlns:a16="http://schemas.microsoft.com/office/drawing/2014/main" id="{077F39C5-AFDD-4762-8943-A48E4F45F5DA}"/>
                </a:ext>
              </a:extLst>
            </p:cNvPr>
            <p:cNvSpPr/>
            <p:nvPr/>
          </p:nvSpPr>
          <p:spPr>
            <a:xfrm>
              <a:off x="54269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2" name="타원 3861">
              <a:extLst>
                <a:ext uri="{FF2B5EF4-FFF2-40B4-BE49-F238E27FC236}">
                  <a16:creationId xmlns:a16="http://schemas.microsoft.com/office/drawing/2014/main" id="{C8632E37-19B3-4F16-848D-7B65CE5B2E66}"/>
                </a:ext>
              </a:extLst>
            </p:cNvPr>
            <p:cNvSpPr/>
            <p:nvPr/>
          </p:nvSpPr>
          <p:spPr>
            <a:xfrm>
              <a:off x="55793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3" name="타원 3862">
              <a:extLst>
                <a:ext uri="{FF2B5EF4-FFF2-40B4-BE49-F238E27FC236}">
                  <a16:creationId xmlns:a16="http://schemas.microsoft.com/office/drawing/2014/main" id="{A08F6245-AF36-4F83-8DA9-8F1B6AB42335}"/>
                </a:ext>
              </a:extLst>
            </p:cNvPr>
            <p:cNvSpPr/>
            <p:nvPr/>
          </p:nvSpPr>
          <p:spPr>
            <a:xfrm>
              <a:off x="5731775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4" name="타원 3863">
              <a:extLst>
                <a:ext uri="{FF2B5EF4-FFF2-40B4-BE49-F238E27FC236}">
                  <a16:creationId xmlns:a16="http://schemas.microsoft.com/office/drawing/2014/main" id="{8C318806-ECBA-4413-8095-280E956FBA74}"/>
                </a:ext>
              </a:extLst>
            </p:cNvPr>
            <p:cNvSpPr/>
            <p:nvPr/>
          </p:nvSpPr>
          <p:spPr>
            <a:xfrm>
              <a:off x="245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5" name="타원 3864">
              <a:extLst>
                <a:ext uri="{FF2B5EF4-FFF2-40B4-BE49-F238E27FC236}">
                  <a16:creationId xmlns:a16="http://schemas.microsoft.com/office/drawing/2014/main" id="{92CA8B9C-DFB4-4C72-B228-EC04AC8D6BBC}"/>
                </a:ext>
              </a:extLst>
            </p:cNvPr>
            <p:cNvSpPr/>
            <p:nvPr/>
          </p:nvSpPr>
          <p:spPr>
            <a:xfrm>
              <a:off x="397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6" name="타원 3865">
              <a:extLst>
                <a:ext uri="{FF2B5EF4-FFF2-40B4-BE49-F238E27FC236}">
                  <a16:creationId xmlns:a16="http://schemas.microsoft.com/office/drawing/2014/main" id="{CAC21B65-DFFA-4B84-80AF-C779C69F1555}"/>
                </a:ext>
              </a:extLst>
            </p:cNvPr>
            <p:cNvSpPr/>
            <p:nvPr/>
          </p:nvSpPr>
          <p:spPr>
            <a:xfrm>
              <a:off x="550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7" name="타원 3866">
              <a:extLst>
                <a:ext uri="{FF2B5EF4-FFF2-40B4-BE49-F238E27FC236}">
                  <a16:creationId xmlns:a16="http://schemas.microsoft.com/office/drawing/2014/main" id="{66338AF7-A5DB-4710-B6F6-19F3DF37260F}"/>
                </a:ext>
              </a:extLst>
            </p:cNvPr>
            <p:cNvSpPr/>
            <p:nvPr/>
          </p:nvSpPr>
          <p:spPr>
            <a:xfrm>
              <a:off x="702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8" name="타원 3867">
              <a:extLst>
                <a:ext uri="{FF2B5EF4-FFF2-40B4-BE49-F238E27FC236}">
                  <a16:creationId xmlns:a16="http://schemas.microsoft.com/office/drawing/2014/main" id="{B2250C50-2301-4161-9386-AB6D04A6F499}"/>
                </a:ext>
              </a:extLst>
            </p:cNvPr>
            <p:cNvSpPr/>
            <p:nvPr/>
          </p:nvSpPr>
          <p:spPr>
            <a:xfrm>
              <a:off x="854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9" name="타원 3868">
              <a:extLst>
                <a:ext uri="{FF2B5EF4-FFF2-40B4-BE49-F238E27FC236}">
                  <a16:creationId xmlns:a16="http://schemas.microsoft.com/office/drawing/2014/main" id="{EF37742F-8277-403F-88AF-DC2A236D17D8}"/>
                </a:ext>
              </a:extLst>
            </p:cNvPr>
            <p:cNvSpPr/>
            <p:nvPr/>
          </p:nvSpPr>
          <p:spPr>
            <a:xfrm>
              <a:off x="1007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0" name="타원 3869">
              <a:extLst>
                <a:ext uri="{FF2B5EF4-FFF2-40B4-BE49-F238E27FC236}">
                  <a16:creationId xmlns:a16="http://schemas.microsoft.com/office/drawing/2014/main" id="{8ECE7891-1C0F-443F-AFB7-920504B77FA4}"/>
                </a:ext>
              </a:extLst>
            </p:cNvPr>
            <p:cNvSpPr/>
            <p:nvPr/>
          </p:nvSpPr>
          <p:spPr>
            <a:xfrm>
              <a:off x="1159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1" name="타원 3870">
              <a:extLst>
                <a:ext uri="{FF2B5EF4-FFF2-40B4-BE49-F238E27FC236}">
                  <a16:creationId xmlns:a16="http://schemas.microsoft.com/office/drawing/2014/main" id="{8EE6DAF9-3289-41E6-9724-A40FC0E9CAE4}"/>
                </a:ext>
              </a:extLst>
            </p:cNvPr>
            <p:cNvSpPr/>
            <p:nvPr/>
          </p:nvSpPr>
          <p:spPr>
            <a:xfrm>
              <a:off x="1312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2" name="타원 3871">
              <a:extLst>
                <a:ext uri="{FF2B5EF4-FFF2-40B4-BE49-F238E27FC236}">
                  <a16:creationId xmlns:a16="http://schemas.microsoft.com/office/drawing/2014/main" id="{C50EC7CC-D5BA-47FB-8D28-2860851F7742}"/>
                </a:ext>
              </a:extLst>
            </p:cNvPr>
            <p:cNvSpPr/>
            <p:nvPr/>
          </p:nvSpPr>
          <p:spPr>
            <a:xfrm>
              <a:off x="1464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3" name="타원 3872">
              <a:extLst>
                <a:ext uri="{FF2B5EF4-FFF2-40B4-BE49-F238E27FC236}">
                  <a16:creationId xmlns:a16="http://schemas.microsoft.com/office/drawing/2014/main" id="{834E5B5D-9C36-44AB-978D-E8F8664D4BA1}"/>
                </a:ext>
              </a:extLst>
            </p:cNvPr>
            <p:cNvSpPr/>
            <p:nvPr/>
          </p:nvSpPr>
          <p:spPr>
            <a:xfrm>
              <a:off x="1616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4" name="타원 3873">
              <a:extLst>
                <a:ext uri="{FF2B5EF4-FFF2-40B4-BE49-F238E27FC236}">
                  <a16:creationId xmlns:a16="http://schemas.microsoft.com/office/drawing/2014/main" id="{B34B9971-0092-48AA-8240-06896382155D}"/>
                </a:ext>
              </a:extLst>
            </p:cNvPr>
            <p:cNvSpPr/>
            <p:nvPr/>
          </p:nvSpPr>
          <p:spPr>
            <a:xfrm>
              <a:off x="1769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5" name="타원 3874">
              <a:extLst>
                <a:ext uri="{FF2B5EF4-FFF2-40B4-BE49-F238E27FC236}">
                  <a16:creationId xmlns:a16="http://schemas.microsoft.com/office/drawing/2014/main" id="{DA8E4877-6053-40A4-9FED-A993F3A72ABC}"/>
                </a:ext>
              </a:extLst>
            </p:cNvPr>
            <p:cNvSpPr/>
            <p:nvPr/>
          </p:nvSpPr>
          <p:spPr>
            <a:xfrm>
              <a:off x="1921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6" name="타원 3875">
              <a:extLst>
                <a:ext uri="{FF2B5EF4-FFF2-40B4-BE49-F238E27FC236}">
                  <a16:creationId xmlns:a16="http://schemas.microsoft.com/office/drawing/2014/main" id="{9D505583-8BB3-44FA-807E-BD1048856931}"/>
                </a:ext>
              </a:extLst>
            </p:cNvPr>
            <p:cNvSpPr/>
            <p:nvPr/>
          </p:nvSpPr>
          <p:spPr>
            <a:xfrm>
              <a:off x="2074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7" name="타원 3876">
              <a:extLst>
                <a:ext uri="{FF2B5EF4-FFF2-40B4-BE49-F238E27FC236}">
                  <a16:creationId xmlns:a16="http://schemas.microsoft.com/office/drawing/2014/main" id="{B45BE66D-EC26-4048-892F-0AD925FEBA0E}"/>
                </a:ext>
              </a:extLst>
            </p:cNvPr>
            <p:cNvSpPr/>
            <p:nvPr/>
          </p:nvSpPr>
          <p:spPr>
            <a:xfrm>
              <a:off x="2226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8" name="타원 3877">
              <a:extLst>
                <a:ext uri="{FF2B5EF4-FFF2-40B4-BE49-F238E27FC236}">
                  <a16:creationId xmlns:a16="http://schemas.microsoft.com/office/drawing/2014/main" id="{982B4585-F8D8-4A89-9CDD-9C56B7B63D7B}"/>
                </a:ext>
              </a:extLst>
            </p:cNvPr>
            <p:cNvSpPr/>
            <p:nvPr/>
          </p:nvSpPr>
          <p:spPr>
            <a:xfrm>
              <a:off x="2378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79" name="타원 3878">
              <a:extLst>
                <a:ext uri="{FF2B5EF4-FFF2-40B4-BE49-F238E27FC236}">
                  <a16:creationId xmlns:a16="http://schemas.microsoft.com/office/drawing/2014/main" id="{0404523F-5A40-4BBA-A453-0E6DDBA0D040}"/>
                </a:ext>
              </a:extLst>
            </p:cNvPr>
            <p:cNvSpPr/>
            <p:nvPr/>
          </p:nvSpPr>
          <p:spPr>
            <a:xfrm>
              <a:off x="2531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0" name="타원 3879">
              <a:extLst>
                <a:ext uri="{FF2B5EF4-FFF2-40B4-BE49-F238E27FC236}">
                  <a16:creationId xmlns:a16="http://schemas.microsoft.com/office/drawing/2014/main" id="{C7E13EB3-B9FE-4377-BF94-046CADD75A78}"/>
                </a:ext>
              </a:extLst>
            </p:cNvPr>
            <p:cNvSpPr/>
            <p:nvPr/>
          </p:nvSpPr>
          <p:spPr>
            <a:xfrm>
              <a:off x="2683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1" name="타원 3880">
              <a:extLst>
                <a:ext uri="{FF2B5EF4-FFF2-40B4-BE49-F238E27FC236}">
                  <a16:creationId xmlns:a16="http://schemas.microsoft.com/office/drawing/2014/main" id="{3B4A6008-0856-40E9-B689-1C3EAB59E085}"/>
                </a:ext>
              </a:extLst>
            </p:cNvPr>
            <p:cNvSpPr/>
            <p:nvPr/>
          </p:nvSpPr>
          <p:spPr>
            <a:xfrm>
              <a:off x="2836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2" name="타원 3881">
              <a:extLst>
                <a:ext uri="{FF2B5EF4-FFF2-40B4-BE49-F238E27FC236}">
                  <a16:creationId xmlns:a16="http://schemas.microsoft.com/office/drawing/2014/main" id="{96F6A8BB-B419-4E27-B773-654C5AE65689}"/>
                </a:ext>
              </a:extLst>
            </p:cNvPr>
            <p:cNvSpPr/>
            <p:nvPr/>
          </p:nvSpPr>
          <p:spPr>
            <a:xfrm>
              <a:off x="2988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3" name="타원 3882">
              <a:extLst>
                <a:ext uri="{FF2B5EF4-FFF2-40B4-BE49-F238E27FC236}">
                  <a16:creationId xmlns:a16="http://schemas.microsoft.com/office/drawing/2014/main" id="{F86E7831-794C-4AB0-BAB4-D2E6DDF1C3D1}"/>
                </a:ext>
              </a:extLst>
            </p:cNvPr>
            <p:cNvSpPr/>
            <p:nvPr/>
          </p:nvSpPr>
          <p:spPr>
            <a:xfrm>
              <a:off x="3140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4" name="타원 3883">
              <a:extLst>
                <a:ext uri="{FF2B5EF4-FFF2-40B4-BE49-F238E27FC236}">
                  <a16:creationId xmlns:a16="http://schemas.microsoft.com/office/drawing/2014/main" id="{5E443419-7C65-49CE-823E-00B6D8ED75E1}"/>
                </a:ext>
              </a:extLst>
            </p:cNvPr>
            <p:cNvSpPr/>
            <p:nvPr/>
          </p:nvSpPr>
          <p:spPr>
            <a:xfrm>
              <a:off x="3293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5" name="타원 3884">
              <a:extLst>
                <a:ext uri="{FF2B5EF4-FFF2-40B4-BE49-F238E27FC236}">
                  <a16:creationId xmlns:a16="http://schemas.microsoft.com/office/drawing/2014/main" id="{CD6581FA-A6D7-42E9-8FA4-55E4B2A830D5}"/>
                </a:ext>
              </a:extLst>
            </p:cNvPr>
            <p:cNvSpPr/>
            <p:nvPr/>
          </p:nvSpPr>
          <p:spPr>
            <a:xfrm>
              <a:off x="3445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6" name="타원 3885">
              <a:extLst>
                <a:ext uri="{FF2B5EF4-FFF2-40B4-BE49-F238E27FC236}">
                  <a16:creationId xmlns:a16="http://schemas.microsoft.com/office/drawing/2014/main" id="{10772686-98DA-49AB-9875-7A7623460B51}"/>
                </a:ext>
              </a:extLst>
            </p:cNvPr>
            <p:cNvSpPr/>
            <p:nvPr/>
          </p:nvSpPr>
          <p:spPr>
            <a:xfrm>
              <a:off x="3598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7" name="타원 3886">
              <a:extLst>
                <a:ext uri="{FF2B5EF4-FFF2-40B4-BE49-F238E27FC236}">
                  <a16:creationId xmlns:a16="http://schemas.microsoft.com/office/drawing/2014/main" id="{555C57D1-5E11-4FCF-957D-DD55419FB892}"/>
                </a:ext>
              </a:extLst>
            </p:cNvPr>
            <p:cNvSpPr/>
            <p:nvPr/>
          </p:nvSpPr>
          <p:spPr>
            <a:xfrm>
              <a:off x="3750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8" name="타원 3887">
              <a:extLst>
                <a:ext uri="{FF2B5EF4-FFF2-40B4-BE49-F238E27FC236}">
                  <a16:creationId xmlns:a16="http://schemas.microsoft.com/office/drawing/2014/main" id="{1B54CF0A-613C-492E-B6FD-7F2880D41587}"/>
                </a:ext>
              </a:extLst>
            </p:cNvPr>
            <p:cNvSpPr/>
            <p:nvPr/>
          </p:nvSpPr>
          <p:spPr>
            <a:xfrm>
              <a:off x="3902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89" name="타원 3888">
              <a:extLst>
                <a:ext uri="{FF2B5EF4-FFF2-40B4-BE49-F238E27FC236}">
                  <a16:creationId xmlns:a16="http://schemas.microsoft.com/office/drawing/2014/main" id="{7DEA1BD7-5730-4DA5-B19B-8528D920736D}"/>
                </a:ext>
              </a:extLst>
            </p:cNvPr>
            <p:cNvSpPr/>
            <p:nvPr/>
          </p:nvSpPr>
          <p:spPr>
            <a:xfrm>
              <a:off x="4055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0" name="타원 3889">
              <a:extLst>
                <a:ext uri="{FF2B5EF4-FFF2-40B4-BE49-F238E27FC236}">
                  <a16:creationId xmlns:a16="http://schemas.microsoft.com/office/drawing/2014/main" id="{E9FE0D43-8B2A-4C7F-BA3E-AEFEE2163E29}"/>
                </a:ext>
              </a:extLst>
            </p:cNvPr>
            <p:cNvSpPr/>
            <p:nvPr/>
          </p:nvSpPr>
          <p:spPr>
            <a:xfrm>
              <a:off x="4207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1" name="타원 3890">
              <a:extLst>
                <a:ext uri="{FF2B5EF4-FFF2-40B4-BE49-F238E27FC236}">
                  <a16:creationId xmlns:a16="http://schemas.microsoft.com/office/drawing/2014/main" id="{ECB8AF9D-9EA4-4741-841A-ACCFEF9D768C}"/>
                </a:ext>
              </a:extLst>
            </p:cNvPr>
            <p:cNvSpPr/>
            <p:nvPr/>
          </p:nvSpPr>
          <p:spPr>
            <a:xfrm>
              <a:off x="4360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2" name="타원 3891">
              <a:extLst>
                <a:ext uri="{FF2B5EF4-FFF2-40B4-BE49-F238E27FC236}">
                  <a16:creationId xmlns:a16="http://schemas.microsoft.com/office/drawing/2014/main" id="{1FF8834D-A510-49B0-B321-047F158FCE6E}"/>
                </a:ext>
              </a:extLst>
            </p:cNvPr>
            <p:cNvSpPr/>
            <p:nvPr/>
          </p:nvSpPr>
          <p:spPr>
            <a:xfrm>
              <a:off x="4512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3" name="타원 3892">
              <a:extLst>
                <a:ext uri="{FF2B5EF4-FFF2-40B4-BE49-F238E27FC236}">
                  <a16:creationId xmlns:a16="http://schemas.microsoft.com/office/drawing/2014/main" id="{C8DF399E-AAF2-440A-99C3-A6CF238E0A89}"/>
                </a:ext>
              </a:extLst>
            </p:cNvPr>
            <p:cNvSpPr/>
            <p:nvPr/>
          </p:nvSpPr>
          <p:spPr>
            <a:xfrm>
              <a:off x="4664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4" name="타원 3893">
              <a:extLst>
                <a:ext uri="{FF2B5EF4-FFF2-40B4-BE49-F238E27FC236}">
                  <a16:creationId xmlns:a16="http://schemas.microsoft.com/office/drawing/2014/main" id="{578A65BC-2ACF-4E72-81A2-E59CFC2C48B0}"/>
                </a:ext>
              </a:extLst>
            </p:cNvPr>
            <p:cNvSpPr/>
            <p:nvPr/>
          </p:nvSpPr>
          <p:spPr>
            <a:xfrm>
              <a:off x="4817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5" name="타원 3894">
              <a:extLst>
                <a:ext uri="{FF2B5EF4-FFF2-40B4-BE49-F238E27FC236}">
                  <a16:creationId xmlns:a16="http://schemas.microsoft.com/office/drawing/2014/main" id="{B6C584EA-EB0E-4F2A-9D81-F6CDEBBE3AFF}"/>
                </a:ext>
              </a:extLst>
            </p:cNvPr>
            <p:cNvSpPr/>
            <p:nvPr/>
          </p:nvSpPr>
          <p:spPr>
            <a:xfrm>
              <a:off x="4969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6" name="타원 3895">
              <a:extLst>
                <a:ext uri="{FF2B5EF4-FFF2-40B4-BE49-F238E27FC236}">
                  <a16:creationId xmlns:a16="http://schemas.microsoft.com/office/drawing/2014/main" id="{E85DDC80-91D4-428C-AF33-FE77BBBDD47E}"/>
                </a:ext>
              </a:extLst>
            </p:cNvPr>
            <p:cNvSpPr/>
            <p:nvPr/>
          </p:nvSpPr>
          <p:spPr>
            <a:xfrm>
              <a:off x="51221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7" name="타원 3896">
              <a:extLst>
                <a:ext uri="{FF2B5EF4-FFF2-40B4-BE49-F238E27FC236}">
                  <a16:creationId xmlns:a16="http://schemas.microsoft.com/office/drawing/2014/main" id="{693810CF-EEDE-4C3C-BB12-9ED2FF10D52A}"/>
                </a:ext>
              </a:extLst>
            </p:cNvPr>
            <p:cNvSpPr/>
            <p:nvPr/>
          </p:nvSpPr>
          <p:spPr>
            <a:xfrm>
              <a:off x="52745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8" name="타원 3897">
              <a:extLst>
                <a:ext uri="{FF2B5EF4-FFF2-40B4-BE49-F238E27FC236}">
                  <a16:creationId xmlns:a16="http://schemas.microsoft.com/office/drawing/2014/main" id="{F058D373-164B-410D-9FEB-B489E5240347}"/>
                </a:ext>
              </a:extLst>
            </p:cNvPr>
            <p:cNvSpPr/>
            <p:nvPr/>
          </p:nvSpPr>
          <p:spPr>
            <a:xfrm>
              <a:off x="54269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99" name="타원 3898">
              <a:extLst>
                <a:ext uri="{FF2B5EF4-FFF2-40B4-BE49-F238E27FC236}">
                  <a16:creationId xmlns:a16="http://schemas.microsoft.com/office/drawing/2014/main" id="{3B23B1C7-EE1D-4088-8592-7142F337714E}"/>
                </a:ext>
              </a:extLst>
            </p:cNvPr>
            <p:cNvSpPr/>
            <p:nvPr/>
          </p:nvSpPr>
          <p:spPr>
            <a:xfrm>
              <a:off x="55793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0" name="타원 3899">
              <a:extLst>
                <a:ext uri="{FF2B5EF4-FFF2-40B4-BE49-F238E27FC236}">
                  <a16:creationId xmlns:a16="http://schemas.microsoft.com/office/drawing/2014/main" id="{DD2919E3-5D91-4479-9EFF-B2760D8CB772}"/>
                </a:ext>
              </a:extLst>
            </p:cNvPr>
            <p:cNvSpPr/>
            <p:nvPr/>
          </p:nvSpPr>
          <p:spPr>
            <a:xfrm>
              <a:off x="5731775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1" name="타원 3900">
              <a:extLst>
                <a:ext uri="{FF2B5EF4-FFF2-40B4-BE49-F238E27FC236}">
                  <a16:creationId xmlns:a16="http://schemas.microsoft.com/office/drawing/2014/main" id="{66D078ED-A00B-44B0-83AB-167F5348FBE5}"/>
                </a:ext>
              </a:extLst>
            </p:cNvPr>
            <p:cNvSpPr/>
            <p:nvPr/>
          </p:nvSpPr>
          <p:spPr>
            <a:xfrm>
              <a:off x="245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2" name="타원 3901">
              <a:extLst>
                <a:ext uri="{FF2B5EF4-FFF2-40B4-BE49-F238E27FC236}">
                  <a16:creationId xmlns:a16="http://schemas.microsoft.com/office/drawing/2014/main" id="{D7FBB30E-191D-470F-AF7F-C8A2ACF78E5A}"/>
                </a:ext>
              </a:extLst>
            </p:cNvPr>
            <p:cNvSpPr/>
            <p:nvPr/>
          </p:nvSpPr>
          <p:spPr>
            <a:xfrm>
              <a:off x="397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3" name="타원 3902">
              <a:extLst>
                <a:ext uri="{FF2B5EF4-FFF2-40B4-BE49-F238E27FC236}">
                  <a16:creationId xmlns:a16="http://schemas.microsoft.com/office/drawing/2014/main" id="{D0FCCE3E-E61C-4884-A1D2-FCDCC88A620C}"/>
                </a:ext>
              </a:extLst>
            </p:cNvPr>
            <p:cNvSpPr/>
            <p:nvPr/>
          </p:nvSpPr>
          <p:spPr>
            <a:xfrm>
              <a:off x="550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4" name="타원 3903">
              <a:extLst>
                <a:ext uri="{FF2B5EF4-FFF2-40B4-BE49-F238E27FC236}">
                  <a16:creationId xmlns:a16="http://schemas.microsoft.com/office/drawing/2014/main" id="{55BF4B60-A111-49EC-B51D-A874EEE84E75}"/>
                </a:ext>
              </a:extLst>
            </p:cNvPr>
            <p:cNvSpPr/>
            <p:nvPr/>
          </p:nvSpPr>
          <p:spPr>
            <a:xfrm>
              <a:off x="702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5" name="타원 3904">
              <a:extLst>
                <a:ext uri="{FF2B5EF4-FFF2-40B4-BE49-F238E27FC236}">
                  <a16:creationId xmlns:a16="http://schemas.microsoft.com/office/drawing/2014/main" id="{A2CCC520-E37E-4B27-9F37-4134E2DF87EA}"/>
                </a:ext>
              </a:extLst>
            </p:cNvPr>
            <p:cNvSpPr/>
            <p:nvPr/>
          </p:nvSpPr>
          <p:spPr>
            <a:xfrm>
              <a:off x="854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6" name="타원 3905">
              <a:extLst>
                <a:ext uri="{FF2B5EF4-FFF2-40B4-BE49-F238E27FC236}">
                  <a16:creationId xmlns:a16="http://schemas.microsoft.com/office/drawing/2014/main" id="{C2FB98A3-D6B6-4B05-8DF1-DB6D0950077C}"/>
                </a:ext>
              </a:extLst>
            </p:cNvPr>
            <p:cNvSpPr/>
            <p:nvPr/>
          </p:nvSpPr>
          <p:spPr>
            <a:xfrm>
              <a:off x="1007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7" name="타원 3906">
              <a:extLst>
                <a:ext uri="{FF2B5EF4-FFF2-40B4-BE49-F238E27FC236}">
                  <a16:creationId xmlns:a16="http://schemas.microsoft.com/office/drawing/2014/main" id="{E3136685-4985-4B68-9750-A86A9C6F35E8}"/>
                </a:ext>
              </a:extLst>
            </p:cNvPr>
            <p:cNvSpPr/>
            <p:nvPr/>
          </p:nvSpPr>
          <p:spPr>
            <a:xfrm>
              <a:off x="1159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8" name="타원 3907">
              <a:extLst>
                <a:ext uri="{FF2B5EF4-FFF2-40B4-BE49-F238E27FC236}">
                  <a16:creationId xmlns:a16="http://schemas.microsoft.com/office/drawing/2014/main" id="{41D6C249-1B6E-4BE3-89F1-3523EF0DF1E6}"/>
                </a:ext>
              </a:extLst>
            </p:cNvPr>
            <p:cNvSpPr/>
            <p:nvPr/>
          </p:nvSpPr>
          <p:spPr>
            <a:xfrm>
              <a:off x="1312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09" name="타원 3908">
              <a:extLst>
                <a:ext uri="{FF2B5EF4-FFF2-40B4-BE49-F238E27FC236}">
                  <a16:creationId xmlns:a16="http://schemas.microsoft.com/office/drawing/2014/main" id="{503B451D-61D7-4510-B579-0DB576550FD5}"/>
                </a:ext>
              </a:extLst>
            </p:cNvPr>
            <p:cNvSpPr/>
            <p:nvPr/>
          </p:nvSpPr>
          <p:spPr>
            <a:xfrm>
              <a:off x="1464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0" name="타원 3909">
              <a:extLst>
                <a:ext uri="{FF2B5EF4-FFF2-40B4-BE49-F238E27FC236}">
                  <a16:creationId xmlns:a16="http://schemas.microsoft.com/office/drawing/2014/main" id="{916E449B-D0FB-4362-B693-4DCB64B2B828}"/>
                </a:ext>
              </a:extLst>
            </p:cNvPr>
            <p:cNvSpPr/>
            <p:nvPr/>
          </p:nvSpPr>
          <p:spPr>
            <a:xfrm>
              <a:off x="1616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1" name="타원 3910">
              <a:extLst>
                <a:ext uri="{FF2B5EF4-FFF2-40B4-BE49-F238E27FC236}">
                  <a16:creationId xmlns:a16="http://schemas.microsoft.com/office/drawing/2014/main" id="{1E0BC218-9E1D-44B8-8370-8B417F35D4F1}"/>
                </a:ext>
              </a:extLst>
            </p:cNvPr>
            <p:cNvSpPr/>
            <p:nvPr/>
          </p:nvSpPr>
          <p:spPr>
            <a:xfrm>
              <a:off x="1769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2" name="타원 3911">
              <a:extLst>
                <a:ext uri="{FF2B5EF4-FFF2-40B4-BE49-F238E27FC236}">
                  <a16:creationId xmlns:a16="http://schemas.microsoft.com/office/drawing/2014/main" id="{3A6BA2B9-75A6-4784-9ABA-126ED8C9FCDF}"/>
                </a:ext>
              </a:extLst>
            </p:cNvPr>
            <p:cNvSpPr/>
            <p:nvPr/>
          </p:nvSpPr>
          <p:spPr>
            <a:xfrm>
              <a:off x="1921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3" name="타원 3912">
              <a:extLst>
                <a:ext uri="{FF2B5EF4-FFF2-40B4-BE49-F238E27FC236}">
                  <a16:creationId xmlns:a16="http://schemas.microsoft.com/office/drawing/2014/main" id="{806D9438-2B60-4AE4-8C7A-8E51A4A4F82A}"/>
                </a:ext>
              </a:extLst>
            </p:cNvPr>
            <p:cNvSpPr/>
            <p:nvPr/>
          </p:nvSpPr>
          <p:spPr>
            <a:xfrm>
              <a:off x="2074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4" name="타원 3913">
              <a:extLst>
                <a:ext uri="{FF2B5EF4-FFF2-40B4-BE49-F238E27FC236}">
                  <a16:creationId xmlns:a16="http://schemas.microsoft.com/office/drawing/2014/main" id="{4C048209-1ECF-4EE5-848C-EE07BDE10D8C}"/>
                </a:ext>
              </a:extLst>
            </p:cNvPr>
            <p:cNvSpPr/>
            <p:nvPr/>
          </p:nvSpPr>
          <p:spPr>
            <a:xfrm>
              <a:off x="2226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5" name="타원 3914">
              <a:extLst>
                <a:ext uri="{FF2B5EF4-FFF2-40B4-BE49-F238E27FC236}">
                  <a16:creationId xmlns:a16="http://schemas.microsoft.com/office/drawing/2014/main" id="{AC24E28E-B116-4681-870C-022D2A439B59}"/>
                </a:ext>
              </a:extLst>
            </p:cNvPr>
            <p:cNvSpPr/>
            <p:nvPr/>
          </p:nvSpPr>
          <p:spPr>
            <a:xfrm>
              <a:off x="2378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6" name="타원 3915">
              <a:extLst>
                <a:ext uri="{FF2B5EF4-FFF2-40B4-BE49-F238E27FC236}">
                  <a16:creationId xmlns:a16="http://schemas.microsoft.com/office/drawing/2014/main" id="{C9659019-5F39-4753-832E-9E86C38AE590}"/>
                </a:ext>
              </a:extLst>
            </p:cNvPr>
            <p:cNvSpPr/>
            <p:nvPr/>
          </p:nvSpPr>
          <p:spPr>
            <a:xfrm>
              <a:off x="2531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7" name="타원 3916">
              <a:extLst>
                <a:ext uri="{FF2B5EF4-FFF2-40B4-BE49-F238E27FC236}">
                  <a16:creationId xmlns:a16="http://schemas.microsoft.com/office/drawing/2014/main" id="{192EA271-06FB-4729-A31C-A92788A15080}"/>
                </a:ext>
              </a:extLst>
            </p:cNvPr>
            <p:cNvSpPr/>
            <p:nvPr/>
          </p:nvSpPr>
          <p:spPr>
            <a:xfrm>
              <a:off x="2683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8" name="타원 3917">
              <a:extLst>
                <a:ext uri="{FF2B5EF4-FFF2-40B4-BE49-F238E27FC236}">
                  <a16:creationId xmlns:a16="http://schemas.microsoft.com/office/drawing/2014/main" id="{34CEA908-0084-45E1-BCB0-0911ED71BFAA}"/>
                </a:ext>
              </a:extLst>
            </p:cNvPr>
            <p:cNvSpPr/>
            <p:nvPr/>
          </p:nvSpPr>
          <p:spPr>
            <a:xfrm>
              <a:off x="2836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19" name="타원 3918">
              <a:extLst>
                <a:ext uri="{FF2B5EF4-FFF2-40B4-BE49-F238E27FC236}">
                  <a16:creationId xmlns:a16="http://schemas.microsoft.com/office/drawing/2014/main" id="{498D0BC0-29CA-4D5B-B530-36011857E5CB}"/>
                </a:ext>
              </a:extLst>
            </p:cNvPr>
            <p:cNvSpPr/>
            <p:nvPr/>
          </p:nvSpPr>
          <p:spPr>
            <a:xfrm>
              <a:off x="2988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0" name="타원 3919">
              <a:extLst>
                <a:ext uri="{FF2B5EF4-FFF2-40B4-BE49-F238E27FC236}">
                  <a16:creationId xmlns:a16="http://schemas.microsoft.com/office/drawing/2014/main" id="{5F3D124F-D981-410B-8CB7-707C4D3EB996}"/>
                </a:ext>
              </a:extLst>
            </p:cNvPr>
            <p:cNvSpPr/>
            <p:nvPr/>
          </p:nvSpPr>
          <p:spPr>
            <a:xfrm>
              <a:off x="3140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1" name="타원 3920">
              <a:extLst>
                <a:ext uri="{FF2B5EF4-FFF2-40B4-BE49-F238E27FC236}">
                  <a16:creationId xmlns:a16="http://schemas.microsoft.com/office/drawing/2014/main" id="{FFAA8316-D203-44B0-B697-3E83664983D2}"/>
                </a:ext>
              </a:extLst>
            </p:cNvPr>
            <p:cNvSpPr/>
            <p:nvPr/>
          </p:nvSpPr>
          <p:spPr>
            <a:xfrm>
              <a:off x="3293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2" name="타원 3921">
              <a:extLst>
                <a:ext uri="{FF2B5EF4-FFF2-40B4-BE49-F238E27FC236}">
                  <a16:creationId xmlns:a16="http://schemas.microsoft.com/office/drawing/2014/main" id="{22B80F85-7EEC-4786-8CD0-B0599EF98C38}"/>
                </a:ext>
              </a:extLst>
            </p:cNvPr>
            <p:cNvSpPr/>
            <p:nvPr/>
          </p:nvSpPr>
          <p:spPr>
            <a:xfrm>
              <a:off x="3445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3" name="타원 3922">
              <a:extLst>
                <a:ext uri="{FF2B5EF4-FFF2-40B4-BE49-F238E27FC236}">
                  <a16:creationId xmlns:a16="http://schemas.microsoft.com/office/drawing/2014/main" id="{606A2646-7E26-4668-B0F7-59A74D978C9B}"/>
                </a:ext>
              </a:extLst>
            </p:cNvPr>
            <p:cNvSpPr/>
            <p:nvPr/>
          </p:nvSpPr>
          <p:spPr>
            <a:xfrm>
              <a:off x="3598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4" name="타원 3923">
              <a:extLst>
                <a:ext uri="{FF2B5EF4-FFF2-40B4-BE49-F238E27FC236}">
                  <a16:creationId xmlns:a16="http://schemas.microsoft.com/office/drawing/2014/main" id="{C787D510-0F45-4083-B970-7C414A903462}"/>
                </a:ext>
              </a:extLst>
            </p:cNvPr>
            <p:cNvSpPr/>
            <p:nvPr/>
          </p:nvSpPr>
          <p:spPr>
            <a:xfrm>
              <a:off x="3750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5" name="타원 3924">
              <a:extLst>
                <a:ext uri="{FF2B5EF4-FFF2-40B4-BE49-F238E27FC236}">
                  <a16:creationId xmlns:a16="http://schemas.microsoft.com/office/drawing/2014/main" id="{AC230A3F-90D1-4A52-B224-98458542EE94}"/>
                </a:ext>
              </a:extLst>
            </p:cNvPr>
            <p:cNvSpPr/>
            <p:nvPr/>
          </p:nvSpPr>
          <p:spPr>
            <a:xfrm>
              <a:off x="3902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6" name="타원 3925">
              <a:extLst>
                <a:ext uri="{FF2B5EF4-FFF2-40B4-BE49-F238E27FC236}">
                  <a16:creationId xmlns:a16="http://schemas.microsoft.com/office/drawing/2014/main" id="{64FF09F7-21F9-4D61-9424-79E887D974F9}"/>
                </a:ext>
              </a:extLst>
            </p:cNvPr>
            <p:cNvSpPr/>
            <p:nvPr/>
          </p:nvSpPr>
          <p:spPr>
            <a:xfrm>
              <a:off x="4055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7" name="타원 3926">
              <a:extLst>
                <a:ext uri="{FF2B5EF4-FFF2-40B4-BE49-F238E27FC236}">
                  <a16:creationId xmlns:a16="http://schemas.microsoft.com/office/drawing/2014/main" id="{4AEEF9A6-D25F-4F2A-A7A8-E51BA9B6BCAE}"/>
                </a:ext>
              </a:extLst>
            </p:cNvPr>
            <p:cNvSpPr/>
            <p:nvPr/>
          </p:nvSpPr>
          <p:spPr>
            <a:xfrm>
              <a:off x="4207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8" name="타원 3927">
              <a:extLst>
                <a:ext uri="{FF2B5EF4-FFF2-40B4-BE49-F238E27FC236}">
                  <a16:creationId xmlns:a16="http://schemas.microsoft.com/office/drawing/2014/main" id="{4ACB5839-7584-4678-ABCC-519C9C89FE35}"/>
                </a:ext>
              </a:extLst>
            </p:cNvPr>
            <p:cNvSpPr/>
            <p:nvPr/>
          </p:nvSpPr>
          <p:spPr>
            <a:xfrm>
              <a:off x="4360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29" name="타원 3928">
              <a:extLst>
                <a:ext uri="{FF2B5EF4-FFF2-40B4-BE49-F238E27FC236}">
                  <a16:creationId xmlns:a16="http://schemas.microsoft.com/office/drawing/2014/main" id="{6A25625A-8A54-4F9D-92E3-FEE55491DB77}"/>
                </a:ext>
              </a:extLst>
            </p:cNvPr>
            <p:cNvSpPr/>
            <p:nvPr/>
          </p:nvSpPr>
          <p:spPr>
            <a:xfrm>
              <a:off x="4512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0" name="타원 3929">
              <a:extLst>
                <a:ext uri="{FF2B5EF4-FFF2-40B4-BE49-F238E27FC236}">
                  <a16:creationId xmlns:a16="http://schemas.microsoft.com/office/drawing/2014/main" id="{D2876746-D710-485A-9094-0C70FC42FA84}"/>
                </a:ext>
              </a:extLst>
            </p:cNvPr>
            <p:cNvSpPr/>
            <p:nvPr/>
          </p:nvSpPr>
          <p:spPr>
            <a:xfrm>
              <a:off x="4664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1" name="타원 3930">
              <a:extLst>
                <a:ext uri="{FF2B5EF4-FFF2-40B4-BE49-F238E27FC236}">
                  <a16:creationId xmlns:a16="http://schemas.microsoft.com/office/drawing/2014/main" id="{F8FE0D4A-B5CD-42B6-99C3-BF0CC3BA7A2A}"/>
                </a:ext>
              </a:extLst>
            </p:cNvPr>
            <p:cNvSpPr/>
            <p:nvPr/>
          </p:nvSpPr>
          <p:spPr>
            <a:xfrm>
              <a:off x="4817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2" name="타원 3931">
              <a:extLst>
                <a:ext uri="{FF2B5EF4-FFF2-40B4-BE49-F238E27FC236}">
                  <a16:creationId xmlns:a16="http://schemas.microsoft.com/office/drawing/2014/main" id="{58D8E6A8-4E59-4FB3-BC0B-85F403BCEA6D}"/>
                </a:ext>
              </a:extLst>
            </p:cNvPr>
            <p:cNvSpPr/>
            <p:nvPr/>
          </p:nvSpPr>
          <p:spPr>
            <a:xfrm>
              <a:off x="4969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3" name="타원 3932">
              <a:extLst>
                <a:ext uri="{FF2B5EF4-FFF2-40B4-BE49-F238E27FC236}">
                  <a16:creationId xmlns:a16="http://schemas.microsoft.com/office/drawing/2014/main" id="{95178C42-4F27-4DA4-98C7-D247CBCA98F6}"/>
                </a:ext>
              </a:extLst>
            </p:cNvPr>
            <p:cNvSpPr/>
            <p:nvPr/>
          </p:nvSpPr>
          <p:spPr>
            <a:xfrm>
              <a:off x="51221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4" name="타원 3933">
              <a:extLst>
                <a:ext uri="{FF2B5EF4-FFF2-40B4-BE49-F238E27FC236}">
                  <a16:creationId xmlns:a16="http://schemas.microsoft.com/office/drawing/2014/main" id="{C3911D9F-7BD7-4114-806D-1B277B214D0A}"/>
                </a:ext>
              </a:extLst>
            </p:cNvPr>
            <p:cNvSpPr/>
            <p:nvPr/>
          </p:nvSpPr>
          <p:spPr>
            <a:xfrm>
              <a:off x="52745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5" name="타원 3934">
              <a:extLst>
                <a:ext uri="{FF2B5EF4-FFF2-40B4-BE49-F238E27FC236}">
                  <a16:creationId xmlns:a16="http://schemas.microsoft.com/office/drawing/2014/main" id="{13E50FDB-FA20-4C18-82DF-E8BC1E5147F3}"/>
                </a:ext>
              </a:extLst>
            </p:cNvPr>
            <p:cNvSpPr/>
            <p:nvPr/>
          </p:nvSpPr>
          <p:spPr>
            <a:xfrm>
              <a:off x="54269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6" name="타원 3935">
              <a:extLst>
                <a:ext uri="{FF2B5EF4-FFF2-40B4-BE49-F238E27FC236}">
                  <a16:creationId xmlns:a16="http://schemas.microsoft.com/office/drawing/2014/main" id="{A5338E08-FFE4-46B1-8111-5598AF1586C2}"/>
                </a:ext>
              </a:extLst>
            </p:cNvPr>
            <p:cNvSpPr/>
            <p:nvPr/>
          </p:nvSpPr>
          <p:spPr>
            <a:xfrm>
              <a:off x="55793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7" name="타원 3936">
              <a:extLst>
                <a:ext uri="{FF2B5EF4-FFF2-40B4-BE49-F238E27FC236}">
                  <a16:creationId xmlns:a16="http://schemas.microsoft.com/office/drawing/2014/main" id="{E2EE4110-8EA2-4BA8-AE23-92870D372257}"/>
                </a:ext>
              </a:extLst>
            </p:cNvPr>
            <p:cNvSpPr/>
            <p:nvPr/>
          </p:nvSpPr>
          <p:spPr>
            <a:xfrm>
              <a:off x="5731775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8" name="타원 3937">
              <a:extLst>
                <a:ext uri="{FF2B5EF4-FFF2-40B4-BE49-F238E27FC236}">
                  <a16:creationId xmlns:a16="http://schemas.microsoft.com/office/drawing/2014/main" id="{3FB13568-ED1D-4B0D-8980-1F9DB3707237}"/>
                </a:ext>
              </a:extLst>
            </p:cNvPr>
            <p:cNvSpPr/>
            <p:nvPr/>
          </p:nvSpPr>
          <p:spPr>
            <a:xfrm>
              <a:off x="245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39" name="타원 3938">
              <a:extLst>
                <a:ext uri="{FF2B5EF4-FFF2-40B4-BE49-F238E27FC236}">
                  <a16:creationId xmlns:a16="http://schemas.microsoft.com/office/drawing/2014/main" id="{A5A3CA94-6DCF-4595-9BE5-4F48B30FDC00}"/>
                </a:ext>
              </a:extLst>
            </p:cNvPr>
            <p:cNvSpPr/>
            <p:nvPr/>
          </p:nvSpPr>
          <p:spPr>
            <a:xfrm>
              <a:off x="397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0" name="타원 3939">
              <a:extLst>
                <a:ext uri="{FF2B5EF4-FFF2-40B4-BE49-F238E27FC236}">
                  <a16:creationId xmlns:a16="http://schemas.microsoft.com/office/drawing/2014/main" id="{EDE26938-B40D-40E7-B905-89A3E2990A91}"/>
                </a:ext>
              </a:extLst>
            </p:cNvPr>
            <p:cNvSpPr/>
            <p:nvPr/>
          </p:nvSpPr>
          <p:spPr>
            <a:xfrm>
              <a:off x="550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1" name="타원 3940">
              <a:extLst>
                <a:ext uri="{FF2B5EF4-FFF2-40B4-BE49-F238E27FC236}">
                  <a16:creationId xmlns:a16="http://schemas.microsoft.com/office/drawing/2014/main" id="{7E374CB4-79E7-4AC7-8800-278BFF32C026}"/>
                </a:ext>
              </a:extLst>
            </p:cNvPr>
            <p:cNvSpPr/>
            <p:nvPr/>
          </p:nvSpPr>
          <p:spPr>
            <a:xfrm>
              <a:off x="702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2" name="타원 3941">
              <a:extLst>
                <a:ext uri="{FF2B5EF4-FFF2-40B4-BE49-F238E27FC236}">
                  <a16:creationId xmlns:a16="http://schemas.microsoft.com/office/drawing/2014/main" id="{6170C463-FEE1-46AE-AAEF-63992B52563D}"/>
                </a:ext>
              </a:extLst>
            </p:cNvPr>
            <p:cNvSpPr/>
            <p:nvPr/>
          </p:nvSpPr>
          <p:spPr>
            <a:xfrm>
              <a:off x="854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3" name="타원 3942">
              <a:extLst>
                <a:ext uri="{FF2B5EF4-FFF2-40B4-BE49-F238E27FC236}">
                  <a16:creationId xmlns:a16="http://schemas.microsoft.com/office/drawing/2014/main" id="{B57B67CC-2230-4B23-BE3C-89229410158B}"/>
                </a:ext>
              </a:extLst>
            </p:cNvPr>
            <p:cNvSpPr/>
            <p:nvPr/>
          </p:nvSpPr>
          <p:spPr>
            <a:xfrm>
              <a:off x="1007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4" name="타원 3943">
              <a:extLst>
                <a:ext uri="{FF2B5EF4-FFF2-40B4-BE49-F238E27FC236}">
                  <a16:creationId xmlns:a16="http://schemas.microsoft.com/office/drawing/2014/main" id="{6A5C2BB0-4D71-4FE8-A67C-B0BBF2FA7393}"/>
                </a:ext>
              </a:extLst>
            </p:cNvPr>
            <p:cNvSpPr/>
            <p:nvPr/>
          </p:nvSpPr>
          <p:spPr>
            <a:xfrm>
              <a:off x="1159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5" name="타원 3944">
              <a:extLst>
                <a:ext uri="{FF2B5EF4-FFF2-40B4-BE49-F238E27FC236}">
                  <a16:creationId xmlns:a16="http://schemas.microsoft.com/office/drawing/2014/main" id="{BEAD44B5-4D89-4EE5-B741-4BAA24612EDC}"/>
                </a:ext>
              </a:extLst>
            </p:cNvPr>
            <p:cNvSpPr/>
            <p:nvPr/>
          </p:nvSpPr>
          <p:spPr>
            <a:xfrm>
              <a:off x="1312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6" name="타원 3945">
              <a:extLst>
                <a:ext uri="{FF2B5EF4-FFF2-40B4-BE49-F238E27FC236}">
                  <a16:creationId xmlns:a16="http://schemas.microsoft.com/office/drawing/2014/main" id="{12E81AF0-4B7C-4411-8A4B-B58A403730A9}"/>
                </a:ext>
              </a:extLst>
            </p:cNvPr>
            <p:cNvSpPr/>
            <p:nvPr/>
          </p:nvSpPr>
          <p:spPr>
            <a:xfrm>
              <a:off x="1464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7" name="타원 3946">
              <a:extLst>
                <a:ext uri="{FF2B5EF4-FFF2-40B4-BE49-F238E27FC236}">
                  <a16:creationId xmlns:a16="http://schemas.microsoft.com/office/drawing/2014/main" id="{C7E30851-98B9-4E4C-9072-DDE9F2B05534}"/>
                </a:ext>
              </a:extLst>
            </p:cNvPr>
            <p:cNvSpPr/>
            <p:nvPr/>
          </p:nvSpPr>
          <p:spPr>
            <a:xfrm>
              <a:off x="1616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8" name="타원 3947">
              <a:extLst>
                <a:ext uri="{FF2B5EF4-FFF2-40B4-BE49-F238E27FC236}">
                  <a16:creationId xmlns:a16="http://schemas.microsoft.com/office/drawing/2014/main" id="{65871BE3-F0F5-44F5-9BD2-47871B84D8D1}"/>
                </a:ext>
              </a:extLst>
            </p:cNvPr>
            <p:cNvSpPr/>
            <p:nvPr/>
          </p:nvSpPr>
          <p:spPr>
            <a:xfrm>
              <a:off x="1769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49" name="타원 3948">
              <a:extLst>
                <a:ext uri="{FF2B5EF4-FFF2-40B4-BE49-F238E27FC236}">
                  <a16:creationId xmlns:a16="http://schemas.microsoft.com/office/drawing/2014/main" id="{B8BEF3F6-293F-4E76-8B5B-214D99361AEF}"/>
                </a:ext>
              </a:extLst>
            </p:cNvPr>
            <p:cNvSpPr/>
            <p:nvPr/>
          </p:nvSpPr>
          <p:spPr>
            <a:xfrm>
              <a:off x="1921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0" name="타원 3949">
              <a:extLst>
                <a:ext uri="{FF2B5EF4-FFF2-40B4-BE49-F238E27FC236}">
                  <a16:creationId xmlns:a16="http://schemas.microsoft.com/office/drawing/2014/main" id="{A2909D4D-0656-4909-996D-E727D3B35497}"/>
                </a:ext>
              </a:extLst>
            </p:cNvPr>
            <p:cNvSpPr/>
            <p:nvPr/>
          </p:nvSpPr>
          <p:spPr>
            <a:xfrm>
              <a:off x="2074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1" name="타원 3950">
              <a:extLst>
                <a:ext uri="{FF2B5EF4-FFF2-40B4-BE49-F238E27FC236}">
                  <a16:creationId xmlns:a16="http://schemas.microsoft.com/office/drawing/2014/main" id="{B25A3B3D-785C-4914-BF52-0AD8DEA77DC6}"/>
                </a:ext>
              </a:extLst>
            </p:cNvPr>
            <p:cNvSpPr/>
            <p:nvPr/>
          </p:nvSpPr>
          <p:spPr>
            <a:xfrm>
              <a:off x="2226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2" name="타원 3951">
              <a:extLst>
                <a:ext uri="{FF2B5EF4-FFF2-40B4-BE49-F238E27FC236}">
                  <a16:creationId xmlns:a16="http://schemas.microsoft.com/office/drawing/2014/main" id="{31ABEA6A-D21D-4DF6-9C31-DF142B2D7824}"/>
                </a:ext>
              </a:extLst>
            </p:cNvPr>
            <p:cNvSpPr/>
            <p:nvPr/>
          </p:nvSpPr>
          <p:spPr>
            <a:xfrm>
              <a:off x="2378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3" name="타원 3952">
              <a:extLst>
                <a:ext uri="{FF2B5EF4-FFF2-40B4-BE49-F238E27FC236}">
                  <a16:creationId xmlns:a16="http://schemas.microsoft.com/office/drawing/2014/main" id="{955001C5-EDFD-4193-B71C-E4F45D179BF5}"/>
                </a:ext>
              </a:extLst>
            </p:cNvPr>
            <p:cNvSpPr/>
            <p:nvPr/>
          </p:nvSpPr>
          <p:spPr>
            <a:xfrm>
              <a:off x="2531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4" name="타원 3953">
              <a:extLst>
                <a:ext uri="{FF2B5EF4-FFF2-40B4-BE49-F238E27FC236}">
                  <a16:creationId xmlns:a16="http://schemas.microsoft.com/office/drawing/2014/main" id="{1243171E-E759-426E-9083-1C25A40FAA2C}"/>
                </a:ext>
              </a:extLst>
            </p:cNvPr>
            <p:cNvSpPr/>
            <p:nvPr/>
          </p:nvSpPr>
          <p:spPr>
            <a:xfrm>
              <a:off x="2683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5" name="타원 3954">
              <a:extLst>
                <a:ext uri="{FF2B5EF4-FFF2-40B4-BE49-F238E27FC236}">
                  <a16:creationId xmlns:a16="http://schemas.microsoft.com/office/drawing/2014/main" id="{33BC9F36-51B3-418B-96C1-02794BAA5E51}"/>
                </a:ext>
              </a:extLst>
            </p:cNvPr>
            <p:cNvSpPr/>
            <p:nvPr/>
          </p:nvSpPr>
          <p:spPr>
            <a:xfrm>
              <a:off x="2836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6" name="타원 3955">
              <a:extLst>
                <a:ext uri="{FF2B5EF4-FFF2-40B4-BE49-F238E27FC236}">
                  <a16:creationId xmlns:a16="http://schemas.microsoft.com/office/drawing/2014/main" id="{8B2C3037-1A3E-427B-800C-AA5C2614A9F7}"/>
                </a:ext>
              </a:extLst>
            </p:cNvPr>
            <p:cNvSpPr/>
            <p:nvPr/>
          </p:nvSpPr>
          <p:spPr>
            <a:xfrm>
              <a:off x="2988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7" name="타원 3956">
              <a:extLst>
                <a:ext uri="{FF2B5EF4-FFF2-40B4-BE49-F238E27FC236}">
                  <a16:creationId xmlns:a16="http://schemas.microsoft.com/office/drawing/2014/main" id="{451ED2E1-7778-4318-8514-1BC6A286FDD9}"/>
                </a:ext>
              </a:extLst>
            </p:cNvPr>
            <p:cNvSpPr/>
            <p:nvPr/>
          </p:nvSpPr>
          <p:spPr>
            <a:xfrm>
              <a:off x="3140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8" name="타원 3957">
              <a:extLst>
                <a:ext uri="{FF2B5EF4-FFF2-40B4-BE49-F238E27FC236}">
                  <a16:creationId xmlns:a16="http://schemas.microsoft.com/office/drawing/2014/main" id="{981265A5-587C-4649-B20C-A1285AB4896C}"/>
                </a:ext>
              </a:extLst>
            </p:cNvPr>
            <p:cNvSpPr/>
            <p:nvPr/>
          </p:nvSpPr>
          <p:spPr>
            <a:xfrm>
              <a:off x="3293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59" name="타원 3958">
              <a:extLst>
                <a:ext uri="{FF2B5EF4-FFF2-40B4-BE49-F238E27FC236}">
                  <a16:creationId xmlns:a16="http://schemas.microsoft.com/office/drawing/2014/main" id="{42697CA7-ABD1-4F94-ADF5-2BE221FBEE02}"/>
                </a:ext>
              </a:extLst>
            </p:cNvPr>
            <p:cNvSpPr/>
            <p:nvPr/>
          </p:nvSpPr>
          <p:spPr>
            <a:xfrm>
              <a:off x="3445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0" name="타원 3959">
              <a:extLst>
                <a:ext uri="{FF2B5EF4-FFF2-40B4-BE49-F238E27FC236}">
                  <a16:creationId xmlns:a16="http://schemas.microsoft.com/office/drawing/2014/main" id="{1EE63144-9370-4B1F-BDF3-7B6930640E2A}"/>
                </a:ext>
              </a:extLst>
            </p:cNvPr>
            <p:cNvSpPr/>
            <p:nvPr/>
          </p:nvSpPr>
          <p:spPr>
            <a:xfrm>
              <a:off x="3598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1" name="타원 3960">
              <a:extLst>
                <a:ext uri="{FF2B5EF4-FFF2-40B4-BE49-F238E27FC236}">
                  <a16:creationId xmlns:a16="http://schemas.microsoft.com/office/drawing/2014/main" id="{EF3AC232-4430-4164-9973-9B17F8AC688C}"/>
                </a:ext>
              </a:extLst>
            </p:cNvPr>
            <p:cNvSpPr/>
            <p:nvPr/>
          </p:nvSpPr>
          <p:spPr>
            <a:xfrm>
              <a:off x="3750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2" name="타원 3961">
              <a:extLst>
                <a:ext uri="{FF2B5EF4-FFF2-40B4-BE49-F238E27FC236}">
                  <a16:creationId xmlns:a16="http://schemas.microsoft.com/office/drawing/2014/main" id="{A6723F43-AF5D-4D3B-AC98-8811D8F5CC09}"/>
                </a:ext>
              </a:extLst>
            </p:cNvPr>
            <p:cNvSpPr/>
            <p:nvPr/>
          </p:nvSpPr>
          <p:spPr>
            <a:xfrm>
              <a:off x="3902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3" name="타원 3962">
              <a:extLst>
                <a:ext uri="{FF2B5EF4-FFF2-40B4-BE49-F238E27FC236}">
                  <a16:creationId xmlns:a16="http://schemas.microsoft.com/office/drawing/2014/main" id="{42A23281-DAB0-4C0E-9A66-2A3FBE99C550}"/>
                </a:ext>
              </a:extLst>
            </p:cNvPr>
            <p:cNvSpPr/>
            <p:nvPr/>
          </p:nvSpPr>
          <p:spPr>
            <a:xfrm>
              <a:off x="4055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4" name="타원 3963">
              <a:extLst>
                <a:ext uri="{FF2B5EF4-FFF2-40B4-BE49-F238E27FC236}">
                  <a16:creationId xmlns:a16="http://schemas.microsoft.com/office/drawing/2014/main" id="{A7F46701-9B3D-4A5A-AAA8-65B6B7E8692D}"/>
                </a:ext>
              </a:extLst>
            </p:cNvPr>
            <p:cNvSpPr/>
            <p:nvPr/>
          </p:nvSpPr>
          <p:spPr>
            <a:xfrm>
              <a:off x="4207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5" name="타원 3964">
              <a:extLst>
                <a:ext uri="{FF2B5EF4-FFF2-40B4-BE49-F238E27FC236}">
                  <a16:creationId xmlns:a16="http://schemas.microsoft.com/office/drawing/2014/main" id="{4091E889-5171-47DA-97B6-00950B62F8E2}"/>
                </a:ext>
              </a:extLst>
            </p:cNvPr>
            <p:cNvSpPr/>
            <p:nvPr/>
          </p:nvSpPr>
          <p:spPr>
            <a:xfrm>
              <a:off x="4360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6" name="타원 3965">
              <a:extLst>
                <a:ext uri="{FF2B5EF4-FFF2-40B4-BE49-F238E27FC236}">
                  <a16:creationId xmlns:a16="http://schemas.microsoft.com/office/drawing/2014/main" id="{8E8B648F-C622-48D1-8010-74E6438C8AFB}"/>
                </a:ext>
              </a:extLst>
            </p:cNvPr>
            <p:cNvSpPr/>
            <p:nvPr/>
          </p:nvSpPr>
          <p:spPr>
            <a:xfrm>
              <a:off x="4512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7" name="타원 3966">
              <a:extLst>
                <a:ext uri="{FF2B5EF4-FFF2-40B4-BE49-F238E27FC236}">
                  <a16:creationId xmlns:a16="http://schemas.microsoft.com/office/drawing/2014/main" id="{A7308D73-452A-40F1-87E5-3FF940F31467}"/>
                </a:ext>
              </a:extLst>
            </p:cNvPr>
            <p:cNvSpPr/>
            <p:nvPr/>
          </p:nvSpPr>
          <p:spPr>
            <a:xfrm>
              <a:off x="4664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8" name="타원 3967">
              <a:extLst>
                <a:ext uri="{FF2B5EF4-FFF2-40B4-BE49-F238E27FC236}">
                  <a16:creationId xmlns:a16="http://schemas.microsoft.com/office/drawing/2014/main" id="{431E1198-3406-45E3-B7D5-F708AADBDE11}"/>
                </a:ext>
              </a:extLst>
            </p:cNvPr>
            <p:cNvSpPr/>
            <p:nvPr/>
          </p:nvSpPr>
          <p:spPr>
            <a:xfrm>
              <a:off x="4817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69" name="타원 3968">
              <a:extLst>
                <a:ext uri="{FF2B5EF4-FFF2-40B4-BE49-F238E27FC236}">
                  <a16:creationId xmlns:a16="http://schemas.microsoft.com/office/drawing/2014/main" id="{76EA63DB-1268-40CA-9EDC-7D820E3A7DFB}"/>
                </a:ext>
              </a:extLst>
            </p:cNvPr>
            <p:cNvSpPr/>
            <p:nvPr/>
          </p:nvSpPr>
          <p:spPr>
            <a:xfrm>
              <a:off x="4969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0" name="타원 3969">
              <a:extLst>
                <a:ext uri="{FF2B5EF4-FFF2-40B4-BE49-F238E27FC236}">
                  <a16:creationId xmlns:a16="http://schemas.microsoft.com/office/drawing/2014/main" id="{23ED82F3-79A3-464E-993E-43120784FA90}"/>
                </a:ext>
              </a:extLst>
            </p:cNvPr>
            <p:cNvSpPr/>
            <p:nvPr/>
          </p:nvSpPr>
          <p:spPr>
            <a:xfrm>
              <a:off x="51221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1" name="타원 3970">
              <a:extLst>
                <a:ext uri="{FF2B5EF4-FFF2-40B4-BE49-F238E27FC236}">
                  <a16:creationId xmlns:a16="http://schemas.microsoft.com/office/drawing/2014/main" id="{A52EDC42-B8F0-46A2-AA12-5229C1A84E83}"/>
                </a:ext>
              </a:extLst>
            </p:cNvPr>
            <p:cNvSpPr/>
            <p:nvPr/>
          </p:nvSpPr>
          <p:spPr>
            <a:xfrm>
              <a:off x="52745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2" name="타원 3971">
              <a:extLst>
                <a:ext uri="{FF2B5EF4-FFF2-40B4-BE49-F238E27FC236}">
                  <a16:creationId xmlns:a16="http://schemas.microsoft.com/office/drawing/2014/main" id="{A77EE373-28BE-46FE-A9AD-F50743AC9ACC}"/>
                </a:ext>
              </a:extLst>
            </p:cNvPr>
            <p:cNvSpPr/>
            <p:nvPr/>
          </p:nvSpPr>
          <p:spPr>
            <a:xfrm>
              <a:off x="54269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3" name="타원 3972">
              <a:extLst>
                <a:ext uri="{FF2B5EF4-FFF2-40B4-BE49-F238E27FC236}">
                  <a16:creationId xmlns:a16="http://schemas.microsoft.com/office/drawing/2014/main" id="{D739504E-A4C7-493B-926A-4387EA481BD5}"/>
                </a:ext>
              </a:extLst>
            </p:cNvPr>
            <p:cNvSpPr/>
            <p:nvPr/>
          </p:nvSpPr>
          <p:spPr>
            <a:xfrm>
              <a:off x="55793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4" name="타원 3973">
              <a:extLst>
                <a:ext uri="{FF2B5EF4-FFF2-40B4-BE49-F238E27FC236}">
                  <a16:creationId xmlns:a16="http://schemas.microsoft.com/office/drawing/2014/main" id="{A78149EF-DDB1-4951-A2C4-BD44A8875E05}"/>
                </a:ext>
              </a:extLst>
            </p:cNvPr>
            <p:cNvSpPr/>
            <p:nvPr/>
          </p:nvSpPr>
          <p:spPr>
            <a:xfrm>
              <a:off x="5731775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5" name="타원 3974">
              <a:extLst>
                <a:ext uri="{FF2B5EF4-FFF2-40B4-BE49-F238E27FC236}">
                  <a16:creationId xmlns:a16="http://schemas.microsoft.com/office/drawing/2014/main" id="{B59ABE4D-908D-4EF4-B6C2-C02890078A09}"/>
                </a:ext>
              </a:extLst>
            </p:cNvPr>
            <p:cNvSpPr/>
            <p:nvPr/>
          </p:nvSpPr>
          <p:spPr>
            <a:xfrm>
              <a:off x="245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6" name="타원 3975">
              <a:extLst>
                <a:ext uri="{FF2B5EF4-FFF2-40B4-BE49-F238E27FC236}">
                  <a16:creationId xmlns:a16="http://schemas.microsoft.com/office/drawing/2014/main" id="{90A75E36-1865-4775-9D46-EF0059B7D811}"/>
                </a:ext>
              </a:extLst>
            </p:cNvPr>
            <p:cNvSpPr/>
            <p:nvPr/>
          </p:nvSpPr>
          <p:spPr>
            <a:xfrm>
              <a:off x="397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7" name="타원 3976">
              <a:extLst>
                <a:ext uri="{FF2B5EF4-FFF2-40B4-BE49-F238E27FC236}">
                  <a16:creationId xmlns:a16="http://schemas.microsoft.com/office/drawing/2014/main" id="{7169095B-7859-42A0-9F06-70B5CC4879AD}"/>
                </a:ext>
              </a:extLst>
            </p:cNvPr>
            <p:cNvSpPr/>
            <p:nvPr/>
          </p:nvSpPr>
          <p:spPr>
            <a:xfrm>
              <a:off x="550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8" name="타원 3977">
              <a:extLst>
                <a:ext uri="{FF2B5EF4-FFF2-40B4-BE49-F238E27FC236}">
                  <a16:creationId xmlns:a16="http://schemas.microsoft.com/office/drawing/2014/main" id="{DD4C40E4-0975-40A4-88BB-4BF694A20436}"/>
                </a:ext>
              </a:extLst>
            </p:cNvPr>
            <p:cNvSpPr/>
            <p:nvPr/>
          </p:nvSpPr>
          <p:spPr>
            <a:xfrm>
              <a:off x="702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79" name="타원 3978">
              <a:extLst>
                <a:ext uri="{FF2B5EF4-FFF2-40B4-BE49-F238E27FC236}">
                  <a16:creationId xmlns:a16="http://schemas.microsoft.com/office/drawing/2014/main" id="{6F68DD11-46DC-4E21-90CD-E58E4BDB00DE}"/>
                </a:ext>
              </a:extLst>
            </p:cNvPr>
            <p:cNvSpPr/>
            <p:nvPr/>
          </p:nvSpPr>
          <p:spPr>
            <a:xfrm>
              <a:off x="854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0" name="타원 3979">
              <a:extLst>
                <a:ext uri="{FF2B5EF4-FFF2-40B4-BE49-F238E27FC236}">
                  <a16:creationId xmlns:a16="http://schemas.microsoft.com/office/drawing/2014/main" id="{2B249ADA-1FCE-438E-BAE3-E9603431EFA6}"/>
                </a:ext>
              </a:extLst>
            </p:cNvPr>
            <p:cNvSpPr/>
            <p:nvPr/>
          </p:nvSpPr>
          <p:spPr>
            <a:xfrm>
              <a:off x="1007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1" name="타원 3980">
              <a:extLst>
                <a:ext uri="{FF2B5EF4-FFF2-40B4-BE49-F238E27FC236}">
                  <a16:creationId xmlns:a16="http://schemas.microsoft.com/office/drawing/2014/main" id="{9039300D-8CD5-42D2-A333-13D88BAD0147}"/>
                </a:ext>
              </a:extLst>
            </p:cNvPr>
            <p:cNvSpPr/>
            <p:nvPr/>
          </p:nvSpPr>
          <p:spPr>
            <a:xfrm>
              <a:off x="1159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2" name="타원 3981">
              <a:extLst>
                <a:ext uri="{FF2B5EF4-FFF2-40B4-BE49-F238E27FC236}">
                  <a16:creationId xmlns:a16="http://schemas.microsoft.com/office/drawing/2014/main" id="{09D0D45C-0AC9-4E25-9A72-F19FE91710EB}"/>
                </a:ext>
              </a:extLst>
            </p:cNvPr>
            <p:cNvSpPr/>
            <p:nvPr/>
          </p:nvSpPr>
          <p:spPr>
            <a:xfrm>
              <a:off x="1312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3" name="타원 3982">
              <a:extLst>
                <a:ext uri="{FF2B5EF4-FFF2-40B4-BE49-F238E27FC236}">
                  <a16:creationId xmlns:a16="http://schemas.microsoft.com/office/drawing/2014/main" id="{84708F58-3CCC-4B8E-9786-F4EA8B1A819A}"/>
                </a:ext>
              </a:extLst>
            </p:cNvPr>
            <p:cNvSpPr/>
            <p:nvPr/>
          </p:nvSpPr>
          <p:spPr>
            <a:xfrm>
              <a:off x="1464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4" name="타원 3983">
              <a:extLst>
                <a:ext uri="{FF2B5EF4-FFF2-40B4-BE49-F238E27FC236}">
                  <a16:creationId xmlns:a16="http://schemas.microsoft.com/office/drawing/2014/main" id="{36A7141A-5087-4E3F-8B3E-F0DF204E3CED}"/>
                </a:ext>
              </a:extLst>
            </p:cNvPr>
            <p:cNvSpPr/>
            <p:nvPr/>
          </p:nvSpPr>
          <p:spPr>
            <a:xfrm>
              <a:off x="1616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5" name="타원 3984">
              <a:extLst>
                <a:ext uri="{FF2B5EF4-FFF2-40B4-BE49-F238E27FC236}">
                  <a16:creationId xmlns:a16="http://schemas.microsoft.com/office/drawing/2014/main" id="{51B4785F-D7F5-46A1-9D72-932DA46350AF}"/>
                </a:ext>
              </a:extLst>
            </p:cNvPr>
            <p:cNvSpPr/>
            <p:nvPr/>
          </p:nvSpPr>
          <p:spPr>
            <a:xfrm>
              <a:off x="1769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6" name="타원 3985">
              <a:extLst>
                <a:ext uri="{FF2B5EF4-FFF2-40B4-BE49-F238E27FC236}">
                  <a16:creationId xmlns:a16="http://schemas.microsoft.com/office/drawing/2014/main" id="{5EAAC9F2-258E-4130-BF45-500F39A572FE}"/>
                </a:ext>
              </a:extLst>
            </p:cNvPr>
            <p:cNvSpPr/>
            <p:nvPr/>
          </p:nvSpPr>
          <p:spPr>
            <a:xfrm>
              <a:off x="1921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7" name="타원 3986">
              <a:extLst>
                <a:ext uri="{FF2B5EF4-FFF2-40B4-BE49-F238E27FC236}">
                  <a16:creationId xmlns:a16="http://schemas.microsoft.com/office/drawing/2014/main" id="{96706C22-B6F1-4718-920C-51F0029700D0}"/>
                </a:ext>
              </a:extLst>
            </p:cNvPr>
            <p:cNvSpPr/>
            <p:nvPr/>
          </p:nvSpPr>
          <p:spPr>
            <a:xfrm>
              <a:off x="2074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8" name="타원 3987">
              <a:extLst>
                <a:ext uri="{FF2B5EF4-FFF2-40B4-BE49-F238E27FC236}">
                  <a16:creationId xmlns:a16="http://schemas.microsoft.com/office/drawing/2014/main" id="{F4BA0F5A-1EC1-4795-BF3E-FFA35A501715}"/>
                </a:ext>
              </a:extLst>
            </p:cNvPr>
            <p:cNvSpPr/>
            <p:nvPr/>
          </p:nvSpPr>
          <p:spPr>
            <a:xfrm>
              <a:off x="2226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89" name="타원 3988">
              <a:extLst>
                <a:ext uri="{FF2B5EF4-FFF2-40B4-BE49-F238E27FC236}">
                  <a16:creationId xmlns:a16="http://schemas.microsoft.com/office/drawing/2014/main" id="{B29EAFC3-3DEA-43B5-9409-4877DFB49597}"/>
                </a:ext>
              </a:extLst>
            </p:cNvPr>
            <p:cNvSpPr/>
            <p:nvPr/>
          </p:nvSpPr>
          <p:spPr>
            <a:xfrm>
              <a:off x="2378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0" name="타원 3989">
              <a:extLst>
                <a:ext uri="{FF2B5EF4-FFF2-40B4-BE49-F238E27FC236}">
                  <a16:creationId xmlns:a16="http://schemas.microsoft.com/office/drawing/2014/main" id="{1B72E144-6D07-4B6C-A5D1-BB5F27364B7A}"/>
                </a:ext>
              </a:extLst>
            </p:cNvPr>
            <p:cNvSpPr/>
            <p:nvPr/>
          </p:nvSpPr>
          <p:spPr>
            <a:xfrm>
              <a:off x="2531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1" name="타원 3990">
              <a:extLst>
                <a:ext uri="{FF2B5EF4-FFF2-40B4-BE49-F238E27FC236}">
                  <a16:creationId xmlns:a16="http://schemas.microsoft.com/office/drawing/2014/main" id="{9D73DDB0-08EF-4408-B36B-77E1333D38AF}"/>
                </a:ext>
              </a:extLst>
            </p:cNvPr>
            <p:cNvSpPr/>
            <p:nvPr/>
          </p:nvSpPr>
          <p:spPr>
            <a:xfrm>
              <a:off x="2683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2" name="타원 3991">
              <a:extLst>
                <a:ext uri="{FF2B5EF4-FFF2-40B4-BE49-F238E27FC236}">
                  <a16:creationId xmlns:a16="http://schemas.microsoft.com/office/drawing/2014/main" id="{C650F146-A6F5-46BC-94ED-9DB5C94B2B63}"/>
                </a:ext>
              </a:extLst>
            </p:cNvPr>
            <p:cNvSpPr/>
            <p:nvPr/>
          </p:nvSpPr>
          <p:spPr>
            <a:xfrm>
              <a:off x="2836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3" name="타원 3992">
              <a:extLst>
                <a:ext uri="{FF2B5EF4-FFF2-40B4-BE49-F238E27FC236}">
                  <a16:creationId xmlns:a16="http://schemas.microsoft.com/office/drawing/2014/main" id="{1AC3A706-DA2E-47F3-B78A-4D1B44A36220}"/>
                </a:ext>
              </a:extLst>
            </p:cNvPr>
            <p:cNvSpPr/>
            <p:nvPr/>
          </p:nvSpPr>
          <p:spPr>
            <a:xfrm>
              <a:off x="2988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4" name="타원 3993">
              <a:extLst>
                <a:ext uri="{FF2B5EF4-FFF2-40B4-BE49-F238E27FC236}">
                  <a16:creationId xmlns:a16="http://schemas.microsoft.com/office/drawing/2014/main" id="{6006EDD3-E9FC-4061-B4EA-476CCA24A83F}"/>
                </a:ext>
              </a:extLst>
            </p:cNvPr>
            <p:cNvSpPr/>
            <p:nvPr/>
          </p:nvSpPr>
          <p:spPr>
            <a:xfrm>
              <a:off x="3140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5" name="타원 3994">
              <a:extLst>
                <a:ext uri="{FF2B5EF4-FFF2-40B4-BE49-F238E27FC236}">
                  <a16:creationId xmlns:a16="http://schemas.microsoft.com/office/drawing/2014/main" id="{33D94AF7-657E-4064-9264-E559F7065709}"/>
                </a:ext>
              </a:extLst>
            </p:cNvPr>
            <p:cNvSpPr/>
            <p:nvPr/>
          </p:nvSpPr>
          <p:spPr>
            <a:xfrm>
              <a:off x="3293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6" name="타원 3995">
              <a:extLst>
                <a:ext uri="{FF2B5EF4-FFF2-40B4-BE49-F238E27FC236}">
                  <a16:creationId xmlns:a16="http://schemas.microsoft.com/office/drawing/2014/main" id="{41C5A81C-E1A9-423D-A2C7-D247F8C49212}"/>
                </a:ext>
              </a:extLst>
            </p:cNvPr>
            <p:cNvSpPr/>
            <p:nvPr/>
          </p:nvSpPr>
          <p:spPr>
            <a:xfrm>
              <a:off x="3445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7" name="타원 3996">
              <a:extLst>
                <a:ext uri="{FF2B5EF4-FFF2-40B4-BE49-F238E27FC236}">
                  <a16:creationId xmlns:a16="http://schemas.microsoft.com/office/drawing/2014/main" id="{1766B724-066A-466B-9C3A-9B592ACD680B}"/>
                </a:ext>
              </a:extLst>
            </p:cNvPr>
            <p:cNvSpPr/>
            <p:nvPr/>
          </p:nvSpPr>
          <p:spPr>
            <a:xfrm>
              <a:off x="3598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8" name="타원 3997">
              <a:extLst>
                <a:ext uri="{FF2B5EF4-FFF2-40B4-BE49-F238E27FC236}">
                  <a16:creationId xmlns:a16="http://schemas.microsoft.com/office/drawing/2014/main" id="{2FDF714A-C4F9-4AE4-8CF3-134A99A33A81}"/>
                </a:ext>
              </a:extLst>
            </p:cNvPr>
            <p:cNvSpPr/>
            <p:nvPr/>
          </p:nvSpPr>
          <p:spPr>
            <a:xfrm>
              <a:off x="3750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99" name="타원 3998">
              <a:extLst>
                <a:ext uri="{FF2B5EF4-FFF2-40B4-BE49-F238E27FC236}">
                  <a16:creationId xmlns:a16="http://schemas.microsoft.com/office/drawing/2014/main" id="{9696E83C-B4EA-4F3E-87F0-B45A2F20E6D1}"/>
                </a:ext>
              </a:extLst>
            </p:cNvPr>
            <p:cNvSpPr/>
            <p:nvPr/>
          </p:nvSpPr>
          <p:spPr>
            <a:xfrm>
              <a:off x="3902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0" name="타원 3999">
              <a:extLst>
                <a:ext uri="{FF2B5EF4-FFF2-40B4-BE49-F238E27FC236}">
                  <a16:creationId xmlns:a16="http://schemas.microsoft.com/office/drawing/2014/main" id="{D6946F2B-5FD3-4DD4-A1FD-E395A89065CE}"/>
                </a:ext>
              </a:extLst>
            </p:cNvPr>
            <p:cNvSpPr/>
            <p:nvPr/>
          </p:nvSpPr>
          <p:spPr>
            <a:xfrm>
              <a:off x="4055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1" name="타원 4000">
              <a:extLst>
                <a:ext uri="{FF2B5EF4-FFF2-40B4-BE49-F238E27FC236}">
                  <a16:creationId xmlns:a16="http://schemas.microsoft.com/office/drawing/2014/main" id="{B753A60E-F2D4-4773-87CB-E31045B6B780}"/>
                </a:ext>
              </a:extLst>
            </p:cNvPr>
            <p:cNvSpPr/>
            <p:nvPr/>
          </p:nvSpPr>
          <p:spPr>
            <a:xfrm>
              <a:off x="4207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2" name="타원 4001">
              <a:extLst>
                <a:ext uri="{FF2B5EF4-FFF2-40B4-BE49-F238E27FC236}">
                  <a16:creationId xmlns:a16="http://schemas.microsoft.com/office/drawing/2014/main" id="{1F162574-C102-4452-90EE-73175ED39E90}"/>
                </a:ext>
              </a:extLst>
            </p:cNvPr>
            <p:cNvSpPr/>
            <p:nvPr/>
          </p:nvSpPr>
          <p:spPr>
            <a:xfrm>
              <a:off x="4360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3" name="타원 4002">
              <a:extLst>
                <a:ext uri="{FF2B5EF4-FFF2-40B4-BE49-F238E27FC236}">
                  <a16:creationId xmlns:a16="http://schemas.microsoft.com/office/drawing/2014/main" id="{2E8245FA-8AA7-4C2F-BA70-667301C676C4}"/>
                </a:ext>
              </a:extLst>
            </p:cNvPr>
            <p:cNvSpPr/>
            <p:nvPr/>
          </p:nvSpPr>
          <p:spPr>
            <a:xfrm>
              <a:off x="4512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4" name="타원 4003">
              <a:extLst>
                <a:ext uri="{FF2B5EF4-FFF2-40B4-BE49-F238E27FC236}">
                  <a16:creationId xmlns:a16="http://schemas.microsoft.com/office/drawing/2014/main" id="{FE9EAB21-9D34-487A-977A-BB2D1B388663}"/>
                </a:ext>
              </a:extLst>
            </p:cNvPr>
            <p:cNvSpPr/>
            <p:nvPr/>
          </p:nvSpPr>
          <p:spPr>
            <a:xfrm>
              <a:off x="4664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5" name="타원 4004">
              <a:extLst>
                <a:ext uri="{FF2B5EF4-FFF2-40B4-BE49-F238E27FC236}">
                  <a16:creationId xmlns:a16="http://schemas.microsoft.com/office/drawing/2014/main" id="{87E52360-09EC-49EF-BA55-DBD4814305BE}"/>
                </a:ext>
              </a:extLst>
            </p:cNvPr>
            <p:cNvSpPr/>
            <p:nvPr/>
          </p:nvSpPr>
          <p:spPr>
            <a:xfrm>
              <a:off x="4817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6" name="타원 4005">
              <a:extLst>
                <a:ext uri="{FF2B5EF4-FFF2-40B4-BE49-F238E27FC236}">
                  <a16:creationId xmlns:a16="http://schemas.microsoft.com/office/drawing/2014/main" id="{FC02C8B9-5A4E-453F-9801-F473C0939BE8}"/>
                </a:ext>
              </a:extLst>
            </p:cNvPr>
            <p:cNvSpPr/>
            <p:nvPr/>
          </p:nvSpPr>
          <p:spPr>
            <a:xfrm>
              <a:off x="4969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7" name="타원 4006">
              <a:extLst>
                <a:ext uri="{FF2B5EF4-FFF2-40B4-BE49-F238E27FC236}">
                  <a16:creationId xmlns:a16="http://schemas.microsoft.com/office/drawing/2014/main" id="{4DC115F3-0D3B-4694-B560-EC215DF91F08}"/>
                </a:ext>
              </a:extLst>
            </p:cNvPr>
            <p:cNvSpPr/>
            <p:nvPr/>
          </p:nvSpPr>
          <p:spPr>
            <a:xfrm>
              <a:off x="51221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8" name="타원 4007">
              <a:extLst>
                <a:ext uri="{FF2B5EF4-FFF2-40B4-BE49-F238E27FC236}">
                  <a16:creationId xmlns:a16="http://schemas.microsoft.com/office/drawing/2014/main" id="{98A0C4DC-4CED-4218-8DF5-E57CE99E4FE6}"/>
                </a:ext>
              </a:extLst>
            </p:cNvPr>
            <p:cNvSpPr/>
            <p:nvPr/>
          </p:nvSpPr>
          <p:spPr>
            <a:xfrm>
              <a:off x="52745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09" name="타원 4008">
              <a:extLst>
                <a:ext uri="{FF2B5EF4-FFF2-40B4-BE49-F238E27FC236}">
                  <a16:creationId xmlns:a16="http://schemas.microsoft.com/office/drawing/2014/main" id="{12996F42-2828-44E0-AEC7-0548B93B7287}"/>
                </a:ext>
              </a:extLst>
            </p:cNvPr>
            <p:cNvSpPr/>
            <p:nvPr/>
          </p:nvSpPr>
          <p:spPr>
            <a:xfrm>
              <a:off x="54269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0" name="타원 4009">
              <a:extLst>
                <a:ext uri="{FF2B5EF4-FFF2-40B4-BE49-F238E27FC236}">
                  <a16:creationId xmlns:a16="http://schemas.microsoft.com/office/drawing/2014/main" id="{627D7760-BFE7-4082-BDF1-CE92DA273E55}"/>
                </a:ext>
              </a:extLst>
            </p:cNvPr>
            <p:cNvSpPr/>
            <p:nvPr/>
          </p:nvSpPr>
          <p:spPr>
            <a:xfrm>
              <a:off x="55793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1" name="타원 4010">
              <a:extLst>
                <a:ext uri="{FF2B5EF4-FFF2-40B4-BE49-F238E27FC236}">
                  <a16:creationId xmlns:a16="http://schemas.microsoft.com/office/drawing/2014/main" id="{250B6029-08AC-4D3B-89A3-F5A537AEC165}"/>
                </a:ext>
              </a:extLst>
            </p:cNvPr>
            <p:cNvSpPr/>
            <p:nvPr/>
          </p:nvSpPr>
          <p:spPr>
            <a:xfrm>
              <a:off x="5731775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2" name="타원 4011">
              <a:extLst>
                <a:ext uri="{FF2B5EF4-FFF2-40B4-BE49-F238E27FC236}">
                  <a16:creationId xmlns:a16="http://schemas.microsoft.com/office/drawing/2014/main" id="{211AE0AA-E043-4109-8802-78E509967BDB}"/>
                </a:ext>
              </a:extLst>
            </p:cNvPr>
            <p:cNvSpPr/>
            <p:nvPr/>
          </p:nvSpPr>
          <p:spPr>
            <a:xfrm>
              <a:off x="245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3" name="타원 4012">
              <a:extLst>
                <a:ext uri="{FF2B5EF4-FFF2-40B4-BE49-F238E27FC236}">
                  <a16:creationId xmlns:a16="http://schemas.microsoft.com/office/drawing/2014/main" id="{8FB56B50-BAA5-4780-8A41-BF31A4F11342}"/>
                </a:ext>
              </a:extLst>
            </p:cNvPr>
            <p:cNvSpPr/>
            <p:nvPr/>
          </p:nvSpPr>
          <p:spPr>
            <a:xfrm>
              <a:off x="397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4" name="타원 4013">
              <a:extLst>
                <a:ext uri="{FF2B5EF4-FFF2-40B4-BE49-F238E27FC236}">
                  <a16:creationId xmlns:a16="http://schemas.microsoft.com/office/drawing/2014/main" id="{9C6B4C6A-7243-4BD2-864E-CC55D963A7C8}"/>
                </a:ext>
              </a:extLst>
            </p:cNvPr>
            <p:cNvSpPr/>
            <p:nvPr/>
          </p:nvSpPr>
          <p:spPr>
            <a:xfrm>
              <a:off x="550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5" name="타원 4014">
              <a:extLst>
                <a:ext uri="{FF2B5EF4-FFF2-40B4-BE49-F238E27FC236}">
                  <a16:creationId xmlns:a16="http://schemas.microsoft.com/office/drawing/2014/main" id="{A13317AA-4221-42B8-BB91-143181BDB913}"/>
                </a:ext>
              </a:extLst>
            </p:cNvPr>
            <p:cNvSpPr/>
            <p:nvPr/>
          </p:nvSpPr>
          <p:spPr>
            <a:xfrm>
              <a:off x="702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6" name="타원 4015">
              <a:extLst>
                <a:ext uri="{FF2B5EF4-FFF2-40B4-BE49-F238E27FC236}">
                  <a16:creationId xmlns:a16="http://schemas.microsoft.com/office/drawing/2014/main" id="{B58D7BBA-FC70-4CED-A842-8A9AF8C46DE8}"/>
                </a:ext>
              </a:extLst>
            </p:cNvPr>
            <p:cNvSpPr/>
            <p:nvPr/>
          </p:nvSpPr>
          <p:spPr>
            <a:xfrm>
              <a:off x="854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7" name="타원 4016">
              <a:extLst>
                <a:ext uri="{FF2B5EF4-FFF2-40B4-BE49-F238E27FC236}">
                  <a16:creationId xmlns:a16="http://schemas.microsoft.com/office/drawing/2014/main" id="{A2F9FCAF-663D-46B0-AD18-9EB7D99F54EC}"/>
                </a:ext>
              </a:extLst>
            </p:cNvPr>
            <p:cNvSpPr/>
            <p:nvPr/>
          </p:nvSpPr>
          <p:spPr>
            <a:xfrm>
              <a:off x="1007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8" name="타원 4017">
              <a:extLst>
                <a:ext uri="{FF2B5EF4-FFF2-40B4-BE49-F238E27FC236}">
                  <a16:creationId xmlns:a16="http://schemas.microsoft.com/office/drawing/2014/main" id="{C9F0D9A2-1024-4014-B5E1-AD59BBE0835A}"/>
                </a:ext>
              </a:extLst>
            </p:cNvPr>
            <p:cNvSpPr/>
            <p:nvPr/>
          </p:nvSpPr>
          <p:spPr>
            <a:xfrm>
              <a:off x="1159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19" name="타원 4018">
              <a:extLst>
                <a:ext uri="{FF2B5EF4-FFF2-40B4-BE49-F238E27FC236}">
                  <a16:creationId xmlns:a16="http://schemas.microsoft.com/office/drawing/2014/main" id="{7A2572E1-A1A4-4BEC-AA99-CD0E6A0333A6}"/>
                </a:ext>
              </a:extLst>
            </p:cNvPr>
            <p:cNvSpPr/>
            <p:nvPr/>
          </p:nvSpPr>
          <p:spPr>
            <a:xfrm>
              <a:off x="1312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0" name="타원 4019">
              <a:extLst>
                <a:ext uri="{FF2B5EF4-FFF2-40B4-BE49-F238E27FC236}">
                  <a16:creationId xmlns:a16="http://schemas.microsoft.com/office/drawing/2014/main" id="{15C1EC92-3A94-40C9-819D-194F479085A0}"/>
                </a:ext>
              </a:extLst>
            </p:cNvPr>
            <p:cNvSpPr/>
            <p:nvPr/>
          </p:nvSpPr>
          <p:spPr>
            <a:xfrm>
              <a:off x="1464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1" name="타원 4020">
              <a:extLst>
                <a:ext uri="{FF2B5EF4-FFF2-40B4-BE49-F238E27FC236}">
                  <a16:creationId xmlns:a16="http://schemas.microsoft.com/office/drawing/2014/main" id="{AD943D97-86F5-4286-BFE2-2289B7CDEC55}"/>
                </a:ext>
              </a:extLst>
            </p:cNvPr>
            <p:cNvSpPr/>
            <p:nvPr/>
          </p:nvSpPr>
          <p:spPr>
            <a:xfrm>
              <a:off x="1616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2" name="타원 4021">
              <a:extLst>
                <a:ext uri="{FF2B5EF4-FFF2-40B4-BE49-F238E27FC236}">
                  <a16:creationId xmlns:a16="http://schemas.microsoft.com/office/drawing/2014/main" id="{00E94A1A-A62F-431B-9864-38EDDB477A92}"/>
                </a:ext>
              </a:extLst>
            </p:cNvPr>
            <p:cNvSpPr/>
            <p:nvPr/>
          </p:nvSpPr>
          <p:spPr>
            <a:xfrm>
              <a:off x="1769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3" name="타원 4022">
              <a:extLst>
                <a:ext uri="{FF2B5EF4-FFF2-40B4-BE49-F238E27FC236}">
                  <a16:creationId xmlns:a16="http://schemas.microsoft.com/office/drawing/2014/main" id="{720D2EDE-96CA-41B4-9EB7-342181F30D16}"/>
                </a:ext>
              </a:extLst>
            </p:cNvPr>
            <p:cNvSpPr/>
            <p:nvPr/>
          </p:nvSpPr>
          <p:spPr>
            <a:xfrm>
              <a:off x="1921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4" name="타원 4023">
              <a:extLst>
                <a:ext uri="{FF2B5EF4-FFF2-40B4-BE49-F238E27FC236}">
                  <a16:creationId xmlns:a16="http://schemas.microsoft.com/office/drawing/2014/main" id="{42994C58-300D-48DC-BA46-C85579204DDA}"/>
                </a:ext>
              </a:extLst>
            </p:cNvPr>
            <p:cNvSpPr/>
            <p:nvPr/>
          </p:nvSpPr>
          <p:spPr>
            <a:xfrm>
              <a:off x="2074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5" name="타원 4024">
              <a:extLst>
                <a:ext uri="{FF2B5EF4-FFF2-40B4-BE49-F238E27FC236}">
                  <a16:creationId xmlns:a16="http://schemas.microsoft.com/office/drawing/2014/main" id="{D39569F7-597E-4C86-8070-DD03CE662C28}"/>
                </a:ext>
              </a:extLst>
            </p:cNvPr>
            <p:cNvSpPr/>
            <p:nvPr/>
          </p:nvSpPr>
          <p:spPr>
            <a:xfrm>
              <a:off x="2226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6" name="타원 4025">
              <a:extLst>
                <a:ext uri="{FF2B5EF4-FFF2-40B4-BE49-F238E27FC236}">
                  <a16:creationId xmlns:a16="http://schemas.microsoft.com/office/drawing/2014/main" id="{DFD43CCA-6E79-4950-9F6A-63126707D5B7}"/>
                </a:ext>
              </a:extLst>
            </p:cNvPr>
            <p:cNvSpPr/>
            <p:nvPr/>
          </p:nvSpPr>
          <p:spPr>
            <a:xfrm>
              <a:off x="2378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7" name="타원 4026">
              <a:extLst>
                <a:ext uri="{FF2B5EF4-FFF2-40B4-BE49-F238E27FC236}">
                  <a16:creationId xmlns:a16="http://schemas.microsoft.com/office/drawing/2014/main" id="{AB12A700-513C-4045-8DAC-3B423704B2C3}"/>
                </a:ext>
              </a:extLst>
            </p:cNvPr>
            <p:cNvSpPr/>
            <p:nvPr/>
          </p:nvSpPr>
          <p:spPr>
            <a:xfrm>
              <a:off x="2531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8" name="타원 4027">
              <a:extLst>
                <a:ext uri="{FF2B5EF4-FFF2-40B4-BE49-F238E27FC236}">
                  <a16:creationId xmlns:a16="http://schemas.microsoft.com/office/drawing/2014/main" id="{8722F4FF-FA7C-45F1-9A19-BA9484E7D3EA}"/>
                </a:ext>
              </a:extLst>
            </p:cNvPr>
            <p:cNvSpPr/>
            <p:nvPr/>
          </p:nvSpPr>
          <p:spPr>
            <a:xfrm>
              <a:off x="2683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29" name="타원 4028">
              <a:extLst>
                <a:ext uri="{FF2B5EF4-FFF2-40B4-BE49-F238E27FC236}">
                  <a16:creationId xmlns:a16="http://schemas.microsoft.com/office/drawing/2014/main" id="{301A5226-22A0-4ED6-BCA5-54048BA30F7C}"/>
                </a:ext>
              </a:extLst>
            </p:cNvPr>
            <p:cNvSpPr/>
            <p:nvPr/>
          </p:nvSpPr>
          <p:spPr>
            <a:xfrm>
              <a:off x="2836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0" name="타원 4029">
              <a:extLst>
                <a:ext uri="{FF2B5EF4-FFF2-40B4-BE49-F238E27FC236}">
                  <a16:creationId xmlns:a16="http://schemas.microsoft.com/office/drawing/2014/main" id="{C398DADE-1683-4136-BCBF-3A8720B44D06}"/>
                </a:ext>
              </a:extLst>
            </p:cNvPr>
            <p:cNvSpPr/>
            <p:nvPr/>
          </p:nvSpPr>
          <p:spPr>
            <a:xfrm>
              <a:off x="2988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1" name="타원 4030">
              <a:extLst>
                <a:ext uri="{FF2B5EF4-FFF2-40B4-BE49-F238E27FC236}">
                  <a16:creationId xmlns:a16="http://schemas.microsoft.com/office/drawing/2014/main" id="{AEC9C18E-DCF2-45D4-B03D-A7F361B5BDF5}"/>
                </a:ext>
              </a:extLst>
            </p:cNvPr>
            <p:cNvSpPr/>
            <p:nvPr/>
          </p:nvSpPr>
          <p:spPr>
            <a:xfrm>
              <a:off x="3140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2" name="타원 4031">
              <a:extLst>
                <a:ext uri="{FF2B5EF4-FFF2-40B4-BE49-F238E27FC236}">
                  <a16:creationId xmlns:a16="http://schemas.microsoft.com/office/drawing/2014/main" id="{5B994A0F-3CF6-4C10-8B59-2E6B74222FB8}"/>
                </a:ext>
              </a:extLst>
            </p:cNvPr>
            <p:cNvSpPr/>
            <p:nvPr/>
          </p:nvSpPr>
          <p:spPr>
            <a:xfrm>
              <a:off x="3293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3" name="타원 4032">
              <a:extLst>
                <a:ext uri="{FF2B5EF4-FFF2-40B4-BE49-F238E27FC236}">
                  <a16:creationId xmlns:a16="http://schemas.microsoft.com/office/drawing/2014/main" id="{DDEA6C4E-3089-4EF9-BBB2-68B95628F24D}"/>
                </a:ext>
              </a:extLst>
            </p:cNvPr>
            <p:cNvSpPr/>
            <p:nvPr/>
          </p:nvSpPr>
          <p:spPr>
            <a:xfrm>
              <a:off x="3445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4" name="타원 4033">
              <a:extLst>
                <a:ext uri="{FF2B5EF4-FFF2-40B4-BE49-F238E27FC236}">
                  <a16:creationId xmlns:a16="http://schemas.microsoft.com/office/drawing/2014/main" id="{6452A535-757F-4F8D-B72C-2308C262EC21}"/>
                </a:ext>
              </a:extLst>
            </p:cNvPr>
            <p:cNvSpPr/>
            <p:nvPr/>
          </p:nvSpPr>
          <p:spPr>
            <a:xfrm>
              <a:off x="3598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5" name="타원 4034">
              <a:extLst>
                <a:ext uri="{FF2B5EF4-FFF2-40B4-BE49-F238E27FC236}">
                  <a16:creationId xmlns:a16="http://schemas.microsoft.com/office/drawing/2014/main" id="{8F0CEDE8-9529-4AC6-9638-6F697EB3A4FA}"/>
                </a:ext>
              </a:extLst>
            </p:cNvPr>
            <p:cNvSpPr/>
            <p:nvPr/>
          </p:nvSpPr>
          <p:spPr>
            <a:xfrm>
              <a:off x="3750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6" name="타원 4035">
              <a:extLst>
                <a:ext uri="{FF2B5EF4-FFF2-40B4-BE49-F238E27FC236}">
                  <a16:creationId xmlns:a16="http://schemas.microsoft.com/office/drawing/2014/main" id="{AAA7F0C2-3269-49B5-8908-FF6C4CBF09C3}"/>
                </a:ext>
              </a:extLst>
            </p:cNvPr>
            <p:cNvSpPr/>
            <p:nvPr/>
          </p:nvSpPr>
          <p:spPr>
            <a:xfrm>
              <a:off x="3902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7" name="타원 4036">
              <a:extLst>
                <a:ext uri="{FF2B5EF4-FFF2-40B4-BE49-F238E27FC236}">
                  <a16:creationId xmlns:a16="http://schemas.microsoft.com/office/drawing/2014/main" id="{5066F4F3-06EE-4955-9672-2B33EF49B2D2}"/>
                </a:ext>
              </a:extLst>
            </p:cNvPr>
            <p:cNvSpPr/>
            <p:nvPr/>
          </p:nvSpPr>
          <p:spPr>
            <a:xfrm>
              <a:off x="4055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8" name="타원 4037">
              <a:extLst>
                <a:ext uri="{FF2B5EF4-FFF2-40B4-BE49-F238E27FC236}">
                  <a16:creationId xmlns:a16="http://schemas.microsoft.com/office/drawing/2014/main" id="{E1C796B0-0BA1-42F7-9CF5-86AF3A6494C9}"/>
                </a:ext>
              </a:extLst>
            </p:cNvPr>
            <p:cNvSpPr/>
            <p:nvPr/>
          </p:nvSpPr>
          <p:spPr>
            <a:xfrm>
              <a:off x="4207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39" name="타원 4038">
              <a:extLst>
                <a:ext uri="{FF2B5EF4-FFF2-40B4-BE49-F238E27FC236}">
                  <a16:creationId xmlns:a16="http://schemas.microsoft.com/office/drawing/2014/main" id="{F5A3194B-BAE0-403E-8F14-51FE65FDC22D}"/>
                </a:ext>
              </a:extLst>
            </p:cNvPr>
            <p:cNvSpPr/>
            <p:nvPr/>
          </p:nvSpPr>
          <p:spPr>
            <a:xfrm>
              <a:off x="4360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0" name="타원 4039">
              <a:extLst>
                <a:ext uri="{FF2B5EF4-FFF2-40B4-BE49-F238E27FC236}">
                  <a16:creationId xmlns:a16="http://schemas.microsoft.com/office/drawing/2014/main" id="{05143E38-4E39-4A25-B91A-8DDFF8237EB1}"/>
                </a:ext>
              </a:extLst>
            </p:cNvPr>
            <p:cNvSpPr/>
            <p:nvPr/>
          </p:nvSpPr>
          <p:spPr>
            <a:xfrm>
              <a:off x="4512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1" name="타원 4040">
              <a:extLst>
                <a:ext uri="{FF2B5EF4-FFF2-40B4-BE49-F238E27FC236}">
                  <a16:creationId xmlns:a16="http://schemas.microsoft.com/office/drawing/2014/main" id="{88C6DEB9-86A4-4CF4-A680-963896886413}"/>
                </a:ext>
              </a:extLst>
            </p:cNvPr>
            <p:cNvSpPr/>
            <p:nvPr/>
          </p:nvSpPr>
          <p:spPr>
            <a:xfrm>
              <a:off x="4664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2" name="타원 4041">
              <a:extLst>
                <a:ext uri="{FF2B5EF4-FFF2-40B4-BE49-F238E27FC236}">
                  <a16:creationId xmlns:a16="http://schemas.microsoft.com/office/drawing/2014/main" id="{98004255-1D7A-4C86-86D7-37215D632F48}"/>
                </a:ext>
              </a:extLst>
            </p:cNvPr>
            <p:cNvSpPr/>
            <p:nvPr/>
          </p:nvSpPr>
          <p:spPr>
            <a:xfrm>
              <a:off x="4817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3" name="타원 4042">
              <a:extLst>
                <a:ext uri="{FF2B5EF4-FFF2-40B4-BE49-F238E27FC236}">
                  <a16:creationId xmlns:a16="http://schemas.microsoft.com/office/drawing/2014/main" id="{C1B15CF3-837F-4638-9D59-65FFAB9DC795}"/>
                </a:ext>
              </a:extLst>
            </p:cNvPr>
            <p:cNvSpPr/>
            <p:nvPr/>
          </p:nvSpPr>
          <p:spPr>
            <a:xfrm>
              <a:off x="4969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4" name="타원 4043">
              <a:extLst>
                <a:ext uri="{FF2B5EF4-FFF2-40B4-BE49-F238E27FC236}">
                  <a16:creationId xmlns:a16="http://schemas.microsoft.com/office/drawing/2014/main" id="{FD6E5481-BC4E-481B-B46F-550DA74E6502}"/>
                </a:ext>
              </a:extLst>
            </p:cNvPr>
            <p:cNvSpPr/>
            <p:nvPr/>
          </p:nvSpPr>
          <p:spPr>
            <a:xfrm>
              <a:off x="51221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5" name="타원 4044">
              <a:extLst>
                <a:ext uri="{FF2B5EF4-FFF2-40B4-BE49-F238E27FC236}">
                  <a16:creationId xmlns:a16="http://schemas.microsoft.com/office/drawing/2014/main" id="{B4461F82-49F9-4017-B1B3-E78539144183}"/>
                </a:ext>
              </a:extLst>
            </p:cNvPr>
            <p:cNvSpPr/>
            <p:nvPr/>
          </p:nvSpPr>
          <p:spPr>
            <a:xfrm>
              <a:off x="52745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6" name="타원 4045">
              <a:extLst>
                <a:ext uri="{FF2B5EF4-FFF2-40B4-BE49-F238E27FC236}">
                  <a16:creationId xmlns:a16="http://schemas.microsoft.com/office/drawing/2014/main" id="{6FB95BDF-801E-4B9D-B716-BF31EC36588F}"/>
                </a:ext>
              </a:extLst>
            </p:cNvPr>
            <p:cNvSpPr/>
            <p:nvPr/>
          </p:nvSpPr>
          <p:spPr>
            <a:xfrm>
              <a:off x="54269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7" name="타원 4046">
              <a:extLst>
                <a:ext uri="{FF2B5EF4-FFF2-40B4-BE49-F238E27FC236}">
                  <a16:creationId xmlns:a16="http://schemas.microsoft.com/office/drawing/2014/main" id="{C569EF8E-86EB-4E77-B639-10CBC98B8D00}"/>
                </a:ext>
              </a:extLst>
            </p:cNvPr>
            <p:cNvSpPr/>
            <p:nvPr/>
          </p:nvSpPr>
          <p:spPr>
            <a:xfrm>
              <a:off x="55793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8" name="타원 4047">
              <a:extLst>
                <a:ext uri="{FF2B5EF4-FFF2-40B4-BE49-F238E27FC236}">
                  <a16:creationId xmlns:a16="http://schemas.microsoft.com/office/drawing/2014/main" id="{E2AFE1D3-5A47-4DFE-8198-2E6D1F84C6E2}"/>
                </a:ext>
              </a:extLst>
            </p:cNvPr>
            <p:cNvSpPr/>
            <p:nvPr/>
          </p:nvSpPr>
          <p:spPr>
            <a:xfrm>
              <a:off x="5731775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49" name="타원 4048">
              <a:extLst>
                <a:ext uri="{FF2B5EF4-FFF2-40B4-BE49-F238E27FC236}">
                  <a16:creationId xmlns:a16="http://schemas.microsoft.com/office/drawing/2014/main" id="{82AFB0CF-F412-48D1-A8A9-18300A0F9C62}"/>
                </a:ext>
              </a:extLst>
            </p:cNvPr>
            <p:cNvSpPr/>
            <p:nvPr/>
          </p:nvSpPr>
          <p:spPr>
            <a:xfrm>
              <a:off x="245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0" name="타원 4049">
              <a:extLst>
                <a:ext uri="{FF2B5EF4-FFF2-40B4-BE49-F238E27FC236}">
                  <a16:creationId xmlns:a16="http://schemas.microsoft.com/office/drawing/2014/main" id="{3794B928-1C46-452F-97BE-C10C6941F101}"/>
                </a:ext>
              </a:extLst>
            </p:cNvPr>
            <p:cNvSpPr/>
            <p:nvPr/>
          </p:nvSpPr>
          <p:spPr>
            <a:xfrm>
              <a:off x="397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1" name="타원 4050">
              <a:extLst>
                <a:ext uri="{FF2B5EF4-FFF2-40B4-BE49-F238E27FC236}">
                  <a16:creationId xmlns:a16="http://schemas.microsoft.com/office/drawing/2014/main" id="{3BD90CB7-B447-4456-942A-F733355DCDAF}"/>
                </a:ext>
              </a:extLst>
            </p:cNvPr>
            <p:cNvSpPr/>
            <p:nvPr/>
          </p:nvSpPr>
          <p:spPr>
            <a:xfrm>
              <a:off x="550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2" name="타원 4051">
              <a:extLst>
                <a:ext uri="{FF2B5EF4-FFF2-40B4-BE49-F238E27FC236}">
                  <a16:creationId xmlns:a16="http://schemas.microsoft.com/office/drawing/2014/main" id="{FB9B42AE-7FA6-4439-8286-0A800342D8C0}"/>
                </a:ext>
              </a:extLst>
            </p:cNvPr>
            <p:cNvSpPr/>
            <p:nvPr/>
          </p:nvSpPr>
          <p:spPr>
            <a:xfrm>
              <a:off x="702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3" name="타원 4052">
              <a:extLst>
                <a:ext uri="{FF2B5EF4-FFF2-40B4-BE49-F238E27FC236}">
                  <a16:creationId xmlns:a16="http://schemas.microsoft.com/office/drawing/2014/main" id="{EFB3E3CC-BD1C-4878-B461-F79416B3EE2F}"/>
                </a:ext>
              </a:extLst>
            </p:cNvPr>
            <p:cNvSpPr/>
            <p:nvPr/>
          </p:nvSpPr>
          <p:spPr>
            <a:xfrm>
              <a:off x="854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4" name="타원 4053">
              <a:extLst>
                <a:ext uri="{FF2B5EF4-FFF2-40B4-BE49-F238E27FC236}">
                  <a16:creationId xmlns:a16="http://schemas.microsoft.com/office/drawing/2014/main" id="{16C69F94-343B-42FA-A329-61149F6BCCD6}"/>
                </a:ext>
              </a:extLst>
            </p:cNvPr>
            <p:cNvSpPr/>
            <p:nvPr/>
          </p:nvSpPr>
          <p:spPr>
            <a:xfrm>
              <a:off x="1007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5" name="타원 4054">
              <a:extLst>
                <a:ext uri="{FF2B5EF4-FFF2-40B4-BE49-F238E27FC236}">
                  <a16:creationId xmlns:a16="http://schemas.microsoft.com/office/drawing/2014/main" id="{FADDE416-F318-4B85-896E-8574EEA0AFED}"/>
                </a:ext>
              </a:extLst>
            </p:cNvPr>
            <p:cNvSpPr/>
            <p:nvPr/>
          </p:nvSpPr>
          <p:spPr>
            <a:xfrm>
              <a:off x="1159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6" name="타원 4055">
              <a:extLst>
                <a:ext uri="{FF2B5EF4-FFF2-40B4-BE49-F238E27FC236}">
                  <a16:creationId xmlns:a16="http://schemas.microsoft.com/office/drawing/2014/main" id="{6AE5E824-8C43-4BE3-B8E9-CC54251EC8E2}"/>
                </a:ext>
              </a:extLst>
            </p:cNvPr>
            <p:cNvSpPr/>
            <p:nvPr/>
          </p:nvSpPr>
          <p:spPr>
            <a:xfrm>
              <a:off x="1312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7" name="타원 4056">
              <a:extLst>
                <a:ext uri="{FF2B5EF4-FFF2-40B4-BE49-F238E27FC236}">
                  <a16:creationId xmlns:a16="http://schemas.microsoft.com/office/drawing/2014/main" id="{A9C4CCFD-D67A-43EC-BA29-726027602F1A}"/>
                </a:ext>
              </a:extLst>
            </p:cNvPr>
            <p:cNvSpPr/>
            <p:nvPr/>
          </p:nvSpPr>
          <p:spPr>
            <a:xfrm>
              <a:off x="1464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8" name="타원 4057">
              <a:extLst>
                <a:ext uri="{FF2B5EF4-FFF2-40B4-BE49-F238E27FC236}">
                  <a16:creationId xmlns:a16="http://schemas.microsoft.com/office/drawing/2014/main" id="{97F150FB-6872-45B1-A527-AAAC670F6288}"/>
                </a:ext>
              </a:extLst>
            </p:cNvPr>
            <p:cNvSpPr/>
            <p:nvPr/>
          </p:nvSpPr>
          <p:spPr>
            <a:xfrm>
              <a:off x="1616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59" name="타원 4058">
              <a:extLst>
                <a:ext uri="{FF2B5EF4-FFF2-40B4-BE49-F238E27FC236}">
                  <a16:creationId xmlns:a16="http://schemas.microsoft.com/office/drawing/2014/main" id="{AEF1AF39-13BD-4DAE-99BF-0808740C15CB}"/>
                </a:ext>
              </a:extLst>
            </p:cNvPr>
            <p:cNvSpPr/>
            <p:nvPr/>
          </p:nvSpPr>
          <p:spPr>
            <a:xfrm>
              <a:off x="1769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0" name="타원 4059">
              <a:extLst>
                <a:ext uri="{FF2B5EF4-FFF2-40B4-BE49-F238E27FC236}">
                  <a16:creationId xmlns:a16="http://schemas.microsoft.com/office/drawing/2014/main" id="{6DB6FB51-18C7-450C-B125-00E74D7AD295}"/>
                </a:ext>
              </a:extLst>
            </p:cNvPr>
            <p:cNvSpPr/>
            <p:nvPr/>
          </p:nvSpPr>
          <p:spPr>
            <a:xfrm>
              <a:off x="1921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1" name="타원 4060">
              <a:extLst>
                <a:ext uri="{FF2B5EF4-FFF2-40B4-BE49-F238E27FC236}">
                  <a16:creationId xmlns:a16="http://schemas.microsoft.com/office/drawing/2014/main" id="{8CD130B3-CEC3-4FDD-A5AF-875BB999485B}"/>
                </a:ext>
              </a:extLst>
            </p:cNvPr>
            <p:cNvSpPr/>
            <p:nvPr/>
          </p:nvSpPr>
          <p:spPr>
            <a:xfrm>
              <a:off x="2074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2" name="타원 4061">
              <a:extLst>
                <a:ext uri="{FF2B5EF4-FFF2-40B4-BE49-F238E27FC236}">
                  <a16:creationId xmlns:a16="http://schemas.microsoft.com/office/drawing/2014/main" id="{6113B35F-6704-44AD-8A31-386AD794A6D9}"/>
                </a:ext>
              </a:extLst>
            </p:cNvPr>
            <p:cNvSpPr/>
            <p:nvPr/>
          </p:nvSpPr>
          <p:spPr>
            <a:xfrm>
              <a:off x="2226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3" name="타원 4062">
              <a:extLst>
                <a:ext uri="{FF2B5EF4-FFF2-40B4-BE49-F238E27FC236}">
                  <a16:creationId xmlns:a16="http://schemas.microsoft.com/office/drawing/2014/main" id="{07CC15EB-A072-46C6-AE90-70B587746C67}"/>
                </a:ext>
              </a:extLst>
            </p:cNvPr>
            <p:cNvSpPr/>
            <p:nvPr/>
          </p:nvSpPr>
          <p:spPr>
            <a:xfrm>
              <a:off x="2378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4" name="타원 4063">
              <a:extLst>
                <a:ext uri="{FF2B5EF4-FFF2-40B4-BE49-F238E27FC236}">
                  <a16:creationId xmlns:a16="http://schemas.microsoft.com/office/drawing/2014/main" id="{FAD4DBE1-809F-425D-BAF1-182DAD141E48}"/>
                </a:ext>
              </a:extLst>
            </p:cNvPr>
            <p:cNvSpPr/>
            <p:nvPr/>
          </p:nvSpPr>
          <p:spPr>
            <a:xfrm>
              <a:off x="2531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5" name="타원 4064">
              <a:extLst>
                <a:ext uri="{FF2B5EF4-FFF2-40B4-BE49-F238E27FC236}">
                  <a16:creationId xmlns:a16="http://schemas.microsoft.com/office/drawing/2014/main" id="{152E884B-5C21-4637-9872-CADAFD4004F2}"/>
                </a:ext>
              </a:extLst>
            </p:cNvPr>
            <p:cNvSpPr/>
            <p:nvPr/>
          </p:nvSpPr>
          <p:spPr>
            <a:xfrm>
              <a:off x="2683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6" name="타원 4065">
              <a:extLst>
                <a:ext uri="{FF2B5EF4-FFF2-40B4-BE49-F238E27FC236}">
                  <a16:creationId xmlns:a16="http://schemas.microsoft.com/office/drawing/2014/main" id="{3AB72D46-A8A6-4137-BF91-3662B169723C}"/>
                </a:ext>
              </a:extLst>
            </p:cNvPr>
            <p:cNvSpPr/>
            <p:nvPr/>
          </p:nvSpPr>
          <p:spPr>
            <a:xfrm>
              <a:off x="2836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7" name="타원 4066">
              <a:extLst>
                <a:ext uri="{FF2B5EF4-FFF2-40B4-BE49-F238E27FC236}">
                  <a16:creationId xmlns:a16="http://schemas.microsoft.com/office/drawing/2014/main" id="{66436072-4FBC-42B9-A04B-7E1D7574A4B3}"/>
                </a:ext>
              </a:extLst>
            </p:cNvPr>
            <p:cNvSpPr/>
            <p:nvPr/>
          </p:nvSpPr>
          <p:spPr>
            <a:xfrm>
              <a:off x="2988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8" name="타원 4067">
              <a:extLst>
                <a:ext uri="{FF2B5EF4-FFF2-40B4-BE49-F238E27FC236}">
                  <a16:creationId xmlns:a16="http://schemas.microsoft.com/office/drawing/2014/main" id="{42C446F3-0C26-4FE5-870D-C30993FEC95C}"/>
                </a:ext>
              </a:extLst>
            </p:cNvPr>
            <p:cNvSpPr/>
            <p:nvPr/>
          </p:nvSpPr>
          <p:spPr>
            <a:xfrm>
              <a:off x="3140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69" name="타원 4068">
              <a:extLst>
                <a:ext uri="{FF2B5EF4-FFF2-40B4-BE49-F238E27FC236}">
                  <a16:creationId xmlns:a16="http://schemas.microsoft.com/office/drawing/2014/main" id="{4CE311AD-AB78-4A3A-83B2-B340873C185A}"/>
                </a:ext>
              </a:extLst>
            </p:cNvPr>
            <p:cNvSpPr/>
            <p:nvPr/>
          </p:nvSpPr>
          <p:spPr>
            <a:xfrm>
              <a:off x="3293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0" name="타원 4069">
              <a:extLst>
                <a:ext uri="{FF2B5EF4-FFF2-40B4-BE49-F238E27FC236}">
                  <a16:creationId xmlns:a16="http://schemas.microsoft.com/office/drawing/2014/main" id="{78DDF2ED-9348-449D-901E-93AB75FC79C5}"/>
                </a:ext>
              </a:extLst>
            </p:cNvPr>
            <p:cNvSpPr/>
            <p:nvPr/>
          </p:nvSpPr>
          <p:spPr>
            <a:xfrm>
              <a:off x="3445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1" name="타원 4070">
              <a:extLst>
                <a:ext uri="{FF2B5EF4-FFF2-40B4-BE49-F238E27FC236}">
                  <a16:creationId xmlns:a16="http://schemas.microsoft.com/office/drawing/2014/main" id="{F948AE0B-DA81-48B6-97A2-FB9F63DB9DFD}"/>
                </a:ext>
              </a:extLst>
            </p:cNvPr>
            <p:cNvSpPr/>
            <p:nvPr/>
          </p:nvSpPr>
          <p:spPr>
            <a:xfrm>
              <a:off x="3598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2" name="타원 4071">
              <a:extLst>
                <a:ext uri="{FF2B5EF4-FFF2-40B4-BE49-F238E27FC236}">
                  <a16:creationId xmlns:a16="http://schemas.microsoft.com/office/drawing/2014/main" id="{3049BB1D-C543-4CF7-965D-7069877905A9}"/>
                </a:ext>
              </a:extLst>
            </p:cNvPr>
            <p:cNvSpPr/>
            <p:nvPr/>
          </p:nvSpPr>
          <p:spPr>
            <a:xfrm>
              <a:off x="3750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3" name="타원 4072">
              <a:extLst>
                <a:ext uri="{FF2B5EF4-FFF2-40B4-BE49-F238E27FC236}">
                  <a16:creationId xmlns:a16="http://schemas.microsoft.com/office/drawing/2014/main" id="{27473EB1-6C8A-4C62-9D8F-1FBC299589BC}"/>
                </a:ext>
              </a:extLst>
            </p:cNvPr>
            <p:cNvSpPr/>
            <p:nvPr/>
          </p:nvSpPr>
          <p:spPr>
            <a:xfrm>
              <a:off x="3902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4" name="타원 4073">
              <a:extLst>
                <a:ext uri="{FF2B5EF4-FFF2-40B4-BE49-F238E27FC236}">
                  <a16:creationId xmlns:a16="http://schemas.microsoft.com/office/drawing/2014/main" id="{7FD06B2C-D363-4D34-B274-836EC3311234}"/>
                </a:ext>
              </a:extLst>
            </p:cNvPr>
            <p:cNvSpPr/>
            <p:nvPr/>
          </p:nvSpPr>
          <p:spPr>
            <a:xfrm>
              <a:off x="4055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5" name="타원 4074">
              <a:extLst>
                <a:ext uri="{FF2B5EF4-FFF2-40B4-BE49-F238E27FC236}">
                  <a16:creationId xmlns:a16="http://schemas.microsoft.com/office/drawing/2014/main" id="{25E24E7B-7BB0-427C-8BCD-CD1AF5228167}"/>
                </a:ext>
              </a:extLst>
            </p:cNvPr>
            <p:cNvSpPr/>
            <p:nvPr/>
          </p:nvSpPr>
          <p:spPr>
            <a:xfrm>
              <a:off x="4207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6" name="타원 4075">
              <a:extLst>
                <a:ext uri="{FF2B5EF4-FFF2-40B4-BE49-F238E27FC236}">
                  <a16:creationId xmlns:a16="http://schemas.microsoft.com/office/drawing/2014/main" id="{2EF1C195-919B-444B-8129-6C12381DC202}"/>
                </a:ext>
              </a:extLst>
            </p:cNvPr>
            <p:cNvSpPr/>
            <p:nvPr/>
          </p:nvSpPr>
          <p:spPr>
            <a:xfrm>
              <a:off x="4360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7" name="타원 4076">
              <a:extLst>
                <a:ext uri="{FF2B5EF4-FFF2-40B4-BE49-F238E27FC236}">
                  <a16:creationId xmlns:a16="http://schemas.microsoft.com/office/drawing/2014/main" id="{F141D7C1-C5BE-4F66-8573-0B02370D5A34}"/>
                </a:ext>
              </a:extLst>
            </p:cNvPr>
            <p:cNvSpPr/>
            <p:nvPr/>
          </p:nvSpPr>
          <p:spPr>
            <a:xfrm>
              <a:off x="4512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8" name="타원 4077">
              <a:extLst>
                <a:ext uri="{FF2B5EF4-FFF2-40B4-BE49-F238E27FC236}">
                  <a16:creationId xmlns:a16="http://schemas.microsoft.com/office/drawing/2014/main" id="{8540D862-6CCF-4D65-AB39-11B951357CA5}"/>
                </a:ext>
              </a:extLst>
            </p:cNvPr>
            <p:cNvSpPr/>
            <p:nvPr/>
          </p:nvSpPr>
          <p:spPr>
            <a:xfrm>
              <a:off x="4664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79" name="타원 4078">
              <a:extLst>
                <a:ext uri="{FF2B5EF4-FFF2-40B4-BE49-F238E27FC236}">
                  <a16:creationId xmlns:a16="http://schemas.microsoft.com/office/drawing/2014/main" id="{440AA7D2-3F3D-4B83-A3B9-DC5AA39DFAD1}"/>
                </a:ext>
              </a:extLst>
            </p:cNvPr>
            <p:cNvSpPr/>
            <p:nvPr/>
          </p:nvSpPr>
          <p:spPr>
            <a:xfrm>
              <a:off x="4817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0" name="타원 4079">
              <a:extLst>
                <a:ext uri="{FF2B5EF4-FFF2-40B4-BE49-F238E27FC236}">
                  <a16:creationId xmlns:a16="http://schemas.microsoft.com/office/drawing/2014/main" id="{0FB6B9A7-59B0-4871-B517-D629EADE4F70}"/>
                </a:ext>
              </a:extLst>
            </p:cNvPr>
            <p:cNvSpPr/>
            <p:nvPr/>
          </p:nvSpPr>
          <p:spPr>
            <a:xfrm>
              <a:off x="4969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1" name="타원 4080">
              <a:extLst>
                <a:ext uri="{FF2B5EF4-FFF2-40B4-BE49-F238E27FC236}">
                  <a16:creationId xmlns:a16="http://schemas.microsoft.com/office/drawing/2014/main" id="{FCB76D40-124C-4378-9603-452803A8DB31}"/>
                </a:ext>
              </a:extLst>
            </p:cNvPr>
            <p:cNvSpPr/>
            <p:nvPr/>
          </p:nvSpPr>
          <p:spPr>
            <a:xfrm>
              <a:off x="51221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2" name="타원 4081">
              <a:extLst>
                <a:ext uri="{FF2B5EF4-FFF2-40B4-BE49-F238E27FC236}">
                  <a16:creationId xmlns:a16="http://schemas.microsoft.com/office/drawing/2014/main" id="{6A08D1BB-5C30-40DB-AA1E-2E4981C20F4C}"/>
                </a:ext>
              </a:extLst>
            </p:cNvPr>
            <p:cNvSpPr/>
            <p:nvPr/>
          </p:nvSpPr>
          <p:spPr>
            <a:xfrm>
              <a:off x="52745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3" name="타원 4082">
              <a:extLst>
                <a:ext uri="{FF2B5EF4-FFF2-40B4-BE49-F238E27FC236}">
                  <a16:creationId xmlns:a16="http://schemas.microsoft.com/office/drawing/2014/main" id="{DA552E8A-86ED-48C0-9786-4DDC6E36A21F}"/>
                </a:ext>
              </a:extLst>
            </p:cNvPr>
            <p:cNvSpPr/>
            <p:nvPr/>
          </p:nvSpPr>
          <p:spPr>
            <a:xfrm>
              <a:off x="54269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4" name="타원 4083">
              <a:extLst>
                <a:ext uri="{FF2B5EF4-FFF2-40B4-BE49-F238E27FC236}">
                  <a16:creationId xmlns:a16="http://schemas.microsoft.com/office/drawing/2014/main" id="{46551465-D9F7-451B-A720-2C833502F246}"/>
                </a:ext>
              </a:extLst>
            </p:cNvPr>
            <p:cNvSpPr/>
            <p:nvPr/>
          </p:nvSpPr>
          <p:spPr>
            <a:xfrm>
              <a:off x="55793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5" name="타원 4084">
              <a:extLst>
                <a:ext uri="{FF2B5EF4-FFF2-40B4-BE49-F238E27FC236}">
                  <a16:creationId xmlns:a16="http://schemas.microsoft.com/office/drawing/2014/main" id="{4326D689-3F2B-4185-A204-5692FF3AF018}"/>
                </a:ext>
              </a:extLst>
            </p:cNvPr>
            <p:cNvSpPr/>
            <p:nvPr/>
          </p:nvSpPr>
          <p:spPr>
            <a:xfrm>
              <a:off x="5731775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6" name="타원 4085">
              <a:extLst>
                <a:ext uri="{FF2B5EF4-FFF2-40B4-BE49-F238E27FC236}">
                  <a16:creationId xmlns:a16="http://schemas.microsoft.com/office/drawing/2014/main" id="{1F50B220-B531-4073-8314-B626031F691C}"/>
                </a:ext>
              </a:extLst>
            </p:cNvPr>
            <p:cNvSpPr/>
            <p:nvPr/>
          </p:nvSpPr>
          <p:spPr>
            <a:xfrm>
              <a:off x="245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7" name="타원 4086">
              <a:extLst>
                <a:ext uri="{FF2B5EF4-FFF2-40B4-BE49-F238E27FC236}">
                  <a16:creationId xmlns:a16="http://schemas.microsoft.com/office/drawing/2014/main" id="{E9A5FAA3-CFC9-4F04-B881-292CF43FEFBD}"/>
                </a:ext>
              </a:extLst>
            </p:cNvPr>
            <p:cNvSpPr/>
            <p:nvPr/>
          </p:nvSpPr>
          <p:spPr>
            <a:xfrm>
              <a:off x="397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8" name="타원 4087">
              <a:extLst>
                <a:ext uri="{FF2B5EF4-FFF2-40B4-BE49-F238E27FC236}">
                  <a16:creationId xmlns:a16="http://schemas.microsoft.com/office/drawing/2014/main" id="{D9C5A588-2FD5-4544-8F48-3E702B58A922}"/>
                </a:ext>
              </a:extLst>
            </p:cNvPr>
            <p:cNvSpPr/>
            <p:nvPr/>
          </p:nvSpPr>
          <p:spPr>
            <a:xfrm>
              <a:off x="550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89" name="타원 4088">
              <a:extLst>
                <a:ext uri="{FF2B5EF4-FFF2-40B4-BE49-F238E27FC236}">
                  <a16:creationId xmlns:a16="http://schemas.microsoft.com/office/drawing/2014/main" id="{DD8EFF16-4293-4B19-A505-67F283064B3D}"/>
                </a:ext>
              </a:extLst>
            </p:cNvPr>
            <p:cNvSpPr/>
            <p:nvPr/>
          </p:nvSpPr>
          <p:spPr>
            <a:xfrm>
              <a:off x="702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0" name="타원 4089">
              <a:extLst>
                <a:ext uri="{FF2B5EF4-FFF2-40B4-BE49-F238E27FC236}">
                  <a16:creationId xmlns:a16="http://schemas.microsoft.com/office/drawing/2014/main" id="{6AA213BE-4559-44F9-90C7-3E42DC7A8746}"/>
                </a:ext>
              </a:extLst>
            </p:cNvPr>
            <p:cNvSpPr/>
            <p:nvPr/>
          </p:nvSpPr>
          <p:spPr>
            <a:xfrm>
              <a:off x="854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1" name="타원 4090">
              <a:extLst>
                <a:ext uri="{FF2B5EF4-FFF2-40B4-BE49-F238E27FC236}">
                  <a16:creationId xmlns:a16="http://schemas.microsoft.com/office/drawing/2014/main" id="{EA31BC0B-2735-4FF2-8225-743513CB772A}"/>
                </a:ext>
              </a:extLst>
            </p:cNvPr>
            <p:cNvSpPr/>
            <p:nvPr/>
          </p:nvSpPr>
          <p:spPr>
            <a:xfrm>
              <a:off x="1007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2" name="타원 4091">
              <a:extLst>
                <a:ext uri="{FF2B5EF4-FFF2-40B4-BE49-F238E27FC236}">
                  <a16:creationId xmlns:a16="http://schemas.microsoft.com/office/drawing/2014/main" id="{5125B5F0-905A-467F-A140-B4D129F60528}"/>
                </a:ext>
              </a:extLst>
            </p:cNvPr>
            <p:cNvSpPr/>
            <p:nvPr/>
          </p:nvSpPr>
          <p:spPr>
            <a:xfrm>
              <a:off x="1159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3" name="타원 4092">
              <a:extLst>
                <a:ext uri="{FF2B5EF4-FFF2-40B4-BE49-F238E27FC236}">
                  <a16:creationId xmlns:a16="http://schemas.microsoft.com/office/drawing/2014/main" id="{0AE2F843-85C7-4593-A91B-D3CB7EA3C20E}"/>
                </a:ext>
              </a:extLst>
            </p:cNvPr>
            <p:cNvSpPr/>
            <p:nvPr/>
          </p:nvSpPr>
          <p:spPr>
            <a:xfrm>
              <a:off x="1312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4" name="타원 4093">
              <a:extLst>
                <a:ext uri="{FF2B5EF4-FFF2-40B4-BE49-F238E27FC236}">
                  <a16:creationId xmlns:a16="http://schemas.microsoft.com/office/drawing/2014/main" id="{9FFA6E0F-B56C-4B08-9FAB-F3A07DBE1541}"/>
                </a:ext>
              </a:extLst>
            </p:cNvPr>
            <p:cNvSpPr/>
            <p:nvPr/>
          </p:nvSpPr>
          <p:spPr>
            <a:xfrm>
              <a:off x="1464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5" name="타원 4094">
              <a:extLst>
                <a:ext uri="{FF2B5EF4-FFF2-40B4-BE49-F238E27FC236}">
                  <a16:creationId xmlns:a16="http://schemas.microsoft.com/office/drawing/2014/main" id="{69B03932-3CB2-4E3A-BFD5-F71009AE0876}"/>
                </a:ext>
              </a:extLst>
            </p:cNvPr>
            <p:cNvSpPr/>
            <p:nvPr/>
          </p:nvSpPr>
          <p:spPr>
            <a:xfrm>
              <a:off x="1616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6" name="타원 4095">
              <a:extLst>
                <a:ext uri="{FF2B5EF4-FFF2-40B4-BE49-F238E27FC236}">
                  <a16:creationId xmlns:a16="http://schemas.microsoft.com/office/drawing/2014/main" id="{7F206568-17CB-414B-98B4-F9782C609174}"/>
                </a:ext>
              </a:extLst>
            </p:cNvPr>
            <p:cNvSpPr/>
            <p:nvPr/>
          </p:nvSpPr>
          <p:spPr>
            <a:xfrm>
              <a:off x="1769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7" name="타원 4096">
              <a:extLst>
                <a:ext uri="{FF2B5EF4-FFF2-40B4-BE49-F238E27FC236}">
                  <a16:creationId xmlns:a16="http://schemas.microsoft.com/office/drawing/2014/main" id="{4EF19D05-22B8-44D9-AA08-96FF6A49C65E}"/>
                </a:ext>
              </a:extLst>
            </p:cNvPr>
            <p:cNvSpPr/>
            <p:nvPr/>
          </p:nvSpPr>
          <p:spPr>
            <a:xfrm>
              <a:off x="1921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8" name="타원 4097">
              <a:extLst>
                <a:ext uri="{FF2B5EF4-FFF2-40B4-BE49-F238E27FC236}">
                  <a16:creationId xmlns:a16="http://schemas.microsoft.com/office/drawing/2014/main" id="{33925121-BDFE-4893-8668-E6159B806A3D}"/>
                </a:ext>
              </a:extLst>
            </p:cNvPr>
            <p:cNvSpPr/>
            <p:nvPr/>
          </p:nvSpPr>
          <p:spPr>
            <a:xfrm>
              <a:off x="2074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99" name="타원 4098">
              <a:extLst>
                <a:ext uri="{FF2B5EF4-FFF2-40B4-BE49-F238E27FC236}">
                  <a16:creationId xmlns:a16="http://schemas.microsoft.com/office/drawing/2014/main" id="{6095AD47-0026-4E5D-93C9-9C412F6E8320}"/>
                </a:ext>
              </a:extLst>
            </p:cNvPr>
            <p:cNvSpPr/>
            <p:nvPr/>
          </p:nvSpPr>
          <p:spPr>
            <a:xfrm>
              <a:off x="2226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0" name="타원 4099">
              <a:extLst>
                <a:ext uri="{FF2B5EF4-FFF2-40B4-BE49-F238E27FC236}">
                  <a16:creationId xmlns:a16="http://schemas.microsoft.com/office/drawing/2014/main" id="{112B6B46-59EC-471B-9D68-AE7B503B1F10}"/>
                </a:ext>
              </a:extLst>
            </p:cNvPr>
            <p:cNvSpPr/>
            <p:nvPr/>
          </p:nvSpPr>
          <p:spPr>
            <a:xfrm>
              <a:off x="2378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1" name="타원 4100">
              <a:extLst>
                <a:ext uri="{FF2B5EF4-FFF2-40B4-BE49-F238E27FC236}">
                  <a16:creationId xmlns:a16="http://schemas.microsoft.com/office/drawing/2014/main" id="{91FB3949-4960-4551-BA8E-066CF7A399D2}"/>
                </a:ext>
              </a:extLst>
            </p:cNvPr>
            <p:cNvSpPr/>
            <p:nvPr/>
          </p:nvSpPr>
          <p:spPr>
            <a:xfrm>
              <a:off x="2531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2" name="타원 4101">
              <a:extLst>
                <a:ext uri="{FF2B5EF4-FFF2-40B4-BE49-F238E27FC236}">
                  <a16:creationId xmlns:a16="http://schemas.microsoft.com/office/drawing/2014/main" id="{D1298697-E069-4757-B096-33814B269CCD}"/>
                </a:ext>
              </a:extLst>
            </p:cNvPr>
            <p:cNvSpPr/>
            <p:nvPr/>
          </p:nvSpPr>
          <p:spPr>
            <a:xfrm>
              <a:off x="2683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3" name="타원 4102">
              <a:extLst>
                <a:ext uri="{FF2B5EF4-FFF2-40B4-BE49-F238E27FC236}">
                  <a16:creationId xmlns:a16="http://schemas.microsoft.com/office/drawing/2014/main" id="{8C7C3EF0-74D6-43FD-A6E8-FE8EA10DCE84}"/>
                </a:ext>
              </a:extLst>
            </p:cNvPr>
            <p:cNvSpPr/>
            <p:nvPr/>
          </p:nvSpPr>
          <p:spPr>
            <a:xfrm>
              <a:off x="2836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4" name="타원 4103">
              <a:extLst>
                <a:ext uri="{FF2B5EF4-FFF2-40B4-BE49-F238E27FC236}">
                  <a16:creationId xmlns:a16="http://schemas.microsoft.com/office/drawing/2014/main" id="{2FEC6A8F-5AC1-4734-901A-9BF510A8E821}"/>
                </a:ext>
              </a:extLst>
            </p:cNvPr>
            <p:cNvSpPr/>
            <p:nvPr/>
          </p:nvSpPr>
          <p:spPr>
            <a:xfrm>
              <a:off x="2988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5" name="타원 4104">
              <a:extLst>
                <a:ext uri="{FF2B5EF4-FFF2-40B4-BE49-F238E27FC236}">
                  <a16:creationId xmlns:a16="http://schemas.microsoft.com/office/drawing/2014/main" id="{E30DD215-28BD-42A1-A1D9-35A7802F4A5B}"/>
                </a:ext>
              </a:extLst>
            </p:cNvPr>
            <p:cNvSpPr/>
            <p:nvPr/>
          </p:nvSpPr>
          <p:spPr>
            <a:xfrm>
              <a:off x="3140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6" name="타원 4105">
              <a:extLst>
                <a:ext uri="{FF2B5EF4-FFF2-40B4-BE49-F238E27FC236}">
                  <a16:creationId xmlns:a16="http://schemas.microsoft.com/office/drawing/2014/main" id="{4A639879-940D-4738-81CC-E16F12BE817C}"/>
                </a:ext>
              </a:extLst>
            </p:cNvPr>
            <p:cNvSpPr/>
            <p:nvPr/>
          </p:nvSpPr>
          <p:spPr>
            <a:xfrm>
              <a:off x="3293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7" name="타원 4106">
              <a:extLst>
                <a:ext uri="{FF2B5EF4-FFF2-40B4-BE49-F238E27FC236}">
                  <a16:creationId xmlns:a16="http://schemas.microsoft.com/office/drawing/2014/main" id="{75113A46-0DCA-4BB4-B12C-30154C25F790}"/>
                </a:ext>
              </a:extLst>
            </p:cNvPr>
            <p:cNvSpPr/>
            <p:nvPr/>
          </p:nvSpPr>
          <p:spPr>
            <a:xfrm>
              <a:off x="3445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8" name="타원 4107">
              <a:extLst>
                <a:ext uri="{FF2B5EF4-FFF2-40B4-BE49-F238E27FC236}">
                  <a16:creationId xmlns:a16="http://schemas.microsoft.com/office/drawing/2014/main" id="{1C981CD9-73DE-434A-8BAC-654A95295A6D}"/>
                </a:ext>
              </a:extLst>
            </p:cNvPr>
            <p:cNvSpPr/>
            <p:nvPr/>
          </p:nvSpPr>
          <p:spPr>
            <a:xfrm>
              <a:off x="3598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9" name="타원 4108">
              <a:extLst>
                <a:ext uri="{FF2B5EF4-FFF2-40B4-BE49-F238E27FC236}">
                  <a16:creationId xmlns:a16="http://schemas.microsoft.com/office/drawing/2014/main" id="{3CD28545-75EB-486D-9AB8-F46D9A7751A1}"/>
                </a:ext>
              </a:extLst>
            </p:cNvPr>
            <p:cNvSpPr/>
            <p:nvPr/>
          </p:nvSpPr>
          <p:spPr>
            <a:xfrm>
              <a:off x="3750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0" name="타원 4109">
              <a:extLst>
                <a:ext uri="{FF2B5EF4-FFF2-40B4-BE49-F238E27FC236}">
                  <a16:creationId xmlns:a16="http://schemas.microsoft.com/office/drawing/2014/main" id="{9BB91EC5-8073-413A-B412-E5F11F829A00}"/>
                </a:ext>
              </a:extLst>
            </p:cNvPr>
            <p:cNvSpPr/>
            <p:nvPr/>
          </p:nvSpPr>
          <p:spPr>
            <a:xfrm>
              <a:off x="3902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1" name="타원 4110">
              <a:extLst>
                <a:ext uri="{FF2B5EF4-FFF2-40B4-BE49-F238E27FC236}">
                  <a16:creationId xmlns:a16="http://schemas.microsoft.com/office/drawing/2014/main" id="{39E2E84B-F64A-46AC-B1DE-37E4BAC737A2}"/>
                </a:ext>
              </a:extLst>
            </p:cNvPr>
            <p:cNvSpPr/>
            <p:nvPr/>
          </p:nvSpPr>
          <p:spPr>
            <a:xfrm>
              <a:off x="4055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2" name="타원 4111">
              <a:extLst>
                <a:ext uri="{FF2B5EF4-FFF2-40B4-BE49-F238E27FC236}">
                  <a16:creationId xmlns:a16="http://schemas.microsoft.com/office/drawing/2014/main" id="{E44BDD10-DE3F-4F0E-9367-60997961745A}"/>
                </a:ext>
              </a:extLst>
            </p:cNvPr>
            <p:cNvSpPr/>
            <p:nvPr/>
          </p:nvSpPr>
          <p:spPr>
            <a:xfrm>
              <a:off x="4207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3" name="타원 4112">
              <a:extLst>
                <a:ext uri="{FF2B5EF4-FFF2-40B4-BE49-F238E27FC236}">
                  <a16:creationId xmlns:a16="http://schemas.microsoft.com/office/drawing/2014/main" id="{E3943E9B-6F4D-4EFA-8C1B-6909F24DCAFC}"/>
                </a:ext>
              </a:extLst>
            </p:cNvPr>
            <p:cNvSpPr/>
            <p:nvPr/>
          </p:nvSpPr>
          <p:spPr>
            <a:xfrm>
              <a:off x="4360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4" name="타원 4113">
              <a:extLst>
                <a:ext uri="{FF2B5EF4-FFF2-40B4-BE49-F238E27FC236}">
                  <a16:creationId xmlns:a16="http://schemas.microsoft.com/office/drawing/2014/main" id="{0E459E70-130D-4F0B-B90C-E186DCCAA933}"/>
                </a:ext>
              </a:extLst>
            </p:cNvPr>
            <p:cNvSpPr/>
            <p:nvPr/>
          </p:nvSpPr>
          <p:spPr>
            <a:xfrm>
              <a:off x="4512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5" name="타원 4114">
              <a:extLst>
                <a:ext uri="{FF2B5EF4-FFF2-40B4-BE49-F238E27FC236}">
                  <a16:creationId xmlns:a16="http://schemas.microsoft.com/office/drawing/2014/main" id="{A0FCC9D3-3938-40BD-8150-18882F525CD9}"/>
                </a:ext>
              </a:extLst>
            </p:cNvPr>
            <p:cNvSpPr/>
            <p:nvPr/>
          </p:nvSpPr>
          <p:spPr>
            <a:xfrm>
              <a:off x="4664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6" name="타원 4115">
              <a:extLst>
                <a:ext uri="{FF2B5EF4-FFF2-40B4-BE49-F238E27FC236}">
                  <a16:creationId xmlns:a16="http://schemas.microsoft.com/office/drawing/2014/main" id="{583CF13E-77A3-4EAA-8453-AA6B818C00C1}"/>
                </a:ext>
              </a:extLst>
            </p:cNvPr>
            <p:cNvSpPr/>
            <p:nvPr/>
          </p:nvSpPr>
          <p:spPr>
            <a:xfrm>
              <a:off x="4817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7" name="타원 4116">
              <a:extLst>
                <a:ext uri="{FF2B5EF4-FFF2-40B4-BE49-F238E27FC236}">
                  <a16:creationId xmlns:a16="http://schemas.microsoft.com/office/drawing/2014/main" id="{A1A6C873-A973-44AB-ACEC-F5DD95E13065}"/>
                </a:ext>
              </a:extLst>
            </p:cNvPr>
            <p:cNvSpPr/>
            <p:nvPr/>
          </p:nvSpPr>
          <p:spPr>
            <a:xfrm>
              <a:off x="4969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8" name="타원 4117">
              <a:extLst>
                <a:ext uri="{FF2B5EF4-FFF2-40B4-BE49-F238E27FC236}">
                  <a16:creationId xmlns:a16="http://schemas.microsoft.com/office/drawing/2014/main" id="{8DFD50E7-A9BE-4641-AA62-B9B5ED6E1A2F}"/>
                </a:ext>
              </a:extLst>
            </p:cNvPr>
            <p:cNvSpPr/>
            <p:nvPr/>
          </p:nvSpPr>
          <p:spPr>
            <a:xfrm>
              <a:off x="51221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19" name="타원 4118">
              <a:extLst>
                <a:ext uri="{FF2B5EF4-FFF2-40B4-BE49-F238E27FC236}">
                  <a16:creationId xmlns:a16="http://schemas.microsoft.com/office/drawing/2014/main" id="{1F01A314-D818-4B3C-BABC-52973B61AC17}"/>
                </a:ext>
              </a:extLst>
            </p:cNvPr>
            <p:cNvSpPr/>
            <p:nvPr/>
          </p:nvSpPr>
          <p:spPr>
            <a:xfrm>
              <a:off x="52745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0" name="타원 4119">
              <a:extLst>
                <a:ext uri="{FF2B5EF4-FFF2-40B4-BE49-F238E27FC236}">
                  <a16:creationId xmlns:a16="http://schemas.microsoft.com/office/drawing/2014/main" id="{5DA83ECD-32D0-4587-9078-8A8F0C6FA951}"/>
                </a:ext>
              </a:extLst>
            </p:cNvPr>
            <p:cNvSpPr/>
            <p:nvPr/>
          </p:nvSpPr>
          <p:spPr>
            <a:xfrm>
              <a:off x="54269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1" name="타원 4120">
              <a:extLst>
                <a:ext uri="{FF2B5EF4-FFF2-40B4-BE49-F238E27FC236}">
                  <a16:creationId xmlns:a16="http://schemas.microsoft.com/office/drawing/2014/main" id="{DF7290F6-E54D-47E8-BA4C-1AEB2CB6C4E7}"/>
                </a:ext>
              </a:extLst>
            </p:cNvPr>
            <p:cNvSpPr/>
            <p:nvPr/>
          </p:nvSpPr>
          <p:spPr>
            <a:xfrm>
              <a:off x="55793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2" name="타원 4121">
              <a:extLst>
                <a:ext uri="{FF2B5EF4-FFF2-40B4-BE49-F238E27FC236}">
                  <a16:creationId xmlns:a16="http://schemas.microsoft.com/office/drawing/2014/main" id="{83DB5478-4E42-4BDC-A9B8-162BFBAB4CCA}"/>
                </a:ext>
              </a:extLst>
            </p:cNvPr>
            <p:cNvSpPr/>
            <p:nvPr/>
          </p:nvSpPr>
          <p:spPr>
            <a:xfrm>
              <a:off x="5731775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3" name="타원 4122">
              <a:extLst>
                <a:ext uri="{FF2B5EF4-FFF2-40B4-BE49-F238E27FC236}">
                  <a16:creationId xmlns:a16="http://schemas.microsoft.com/office/drawing/2014/main" id="{4DBA9E35-EBAE-423F-87F3-0B9474A20D1D}"/>
                </a:ext>
              </a:extLst>
            </p:cNvPr>
            <p:cNvSpPr/>
            <p:nvPr/>
          </p:nvSpPr>
          <p:spPr>
            <a:xfrm>
              <a:off x="245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4" name="타원 4123">
              <a:extLst>
                <a:ext uri="{FF2B5EF4-FFF2-40B4-BE49-F238E27FC236}">
                  <a16:creationId xmlns:a16="http://schemas.microsoft.com/office/drawing/2014/main" id="{648C1302-78B9-4C9F-91E1-95AF7EC33368}"/>
                </a:ext>
              </a:extLst>
            </p:cNvPr>
            <p:cNvSpPr/>
            <p:nvPr/>
          </p:nvSpPr>
          <p:spPr>
            <a:xfrm>
              <a:off x="397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5" name="타원 4124">
              <a:extLst>
                <a:ext uri="{FF2B5EF4-FFF2-40B4-BE49-F238E27FC236}">
                  <a16:creationId xmlns:a16="http://schemas.microsoft.com/office/drawing/2014/main" id="{B71694B0-5D1B-4231-B9E2-8D23CF6EBBF5}"/>
                </a:ext>
              </a:extLst>
            </p:cNvPr>
            <p:cNvSpPr/>
            <p:nvPr/>
          </p:nvSpPr>
          <p:spPr>
            <a:xfrm>
              <a:off x="550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6" name="타원 4125">
              <a:extLst>
                <a:ext uri="{FF2B5EF4-FFF2-40B4-BE49-F238E27FC236}">
                  <a16:creationId xmlns:a16="http://schemas.microsoft.com/office/drawing/2014/main" id="{5B7512FD-1D02-4E65-A101-10AAAA69AF54}"/>
                </a:ext>
              </a:extLst>
            </p:cNvPr>
            <p:cNvSpPr/>
            <p:nvPr/>
          </p:nvSpPr>
          <p:spPr>
            <a:xfrm>
              <a:off x="702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7" name="타원 4126">
              <a:extLst>
                <a:ext uri="{FF2B5EF4-FFF2-40B4-BE49-F238E27FC236}">
                  <a16:creationId xmlns:a16="http://schemas.microsoft.com/office/drawing/2014/main" id="{9F259E71-5E39-4C25-95BD-16F818210863}"/>
                </a:ext>
              </a:extLst>
            </p:cNvPr>
            <p:cNvSpPr/>
            <p:nvPr/>
          </p:nvSpPr>
          <p:spPr>
            <a:xfrm>
              <a:off x="854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8" name="타원 4127">
              <a:extLst>
                <a:ext uri="{FF2B5EF4-FFF2-40B4-BE49-F238E27FC236}">
                  <a16:creationId xmlns:a16="http://schemas.microsoft.com/office/drawing/2014/main" id="{B70232AF-9574-4989-B14C-9DAEA2B2A64C}"/>
                </a:ext>
              </a:extLst>
            </p:cNvPr>
            <p:cNvSpPr/>
            <p:nvPr/>
          </p:nvSpPr>
          <p:spPr>
            <a:xfrm>
              <a:off x="1007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29" name="타원 4128">
              <a:extLst>
                <a:ext uri="{FF2B5EF4-FFF2-40B4-BE49-F238E27FC236}">
                  <a16:creationId xmlns:a16="http://schemas.microsoft.com/office/drawing/2014/main" id="{D3FD203A-31E2-436E-8F3F-22F816D4997C}"/>
                </a:ext>
              </a:extLst>
            </p:cNvPr>
            <p:cNvSpPr/>
            <p:nvPr/>
          </p:nvSpPr>
          <p:spPr>
            <a:xfrm>
              <a:off x="1159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0" name="타원 4129">
              <a:extLst>
                <a:ext uri="{FF2B5EF4-FFF2-40B4-BE49-F238E27FC236}">
                  <a16:creationId xmlns:a16="http://schemas.microsoft.com/office/drawing/2014/main" id="{9201A78F-14B7-4627-AE6B-CA454BDC1E42}"/>
                </a:ext>
              </a:extLst>
            </p:cNvPr>
            <p:cNvSpPr/>
            <p:nvPr/>
          </p:nvSpPr>
          <p:spPr>
            <a:xfrm>
              <a:off x="1312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1" name="타원 4130">
              <a:extLst>
                <a:ext uri="{FF2B5EF4-FFF2-40B4-BE49-F238E27FC236}">
                  <a16:creationId xmlns:a16="http://schemas.microsoft.com/office/drawing/2014/main" id="{670A57EE-4DAA-4AF5-9254-C15B24E9A0C4}"/>
                </a:ext>
              </a:extLst>
            </p:cNvPr>
            <p:cNvSpPr/>
            <p:nvPr/>
          </p:nvSpPr>
          <p:spPr>
            <a:xfrm>
              <a:off x="1464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2" name="타원 4131">
              <a:extLst>
                <a:ext uri="{FF2B5EF4-FFF2-40B4-BE49-F238E27FC236}">
                  <a16:creationId xmlns:a16="http://schemas.microsoft.com/office/drawing/2014/main" id="{AEA25245-FB54-4A95-B78B-3C78C74BF9A3}"/>
                </a:ext>
              </a:extLst>
            </p:cNvPr>
            <p:cNvSpPr/>
            <p:nvPr/>
          </p:nvSpPr>
          <p:spPr>
            <a:xfrm>
              <a:off x="1616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3" name="타원 4132">
              <a:extLst>
                <a:ext uri="{FF2B5EF4-FFF2-40B4-BE49-F238E27FC236}">
                  <a16:creationId xmlns:a16="http://schemas.microsoft.com/office/drawing/2014/main" id="{E3FDBAD5-50B7-4CB7-937F-1109DFDE7CCE}"/>
                </a:ext>
              </a:extLst>
            </p:cNvPr>
            <p:cNvSpPr/>
            <p:nvPr/>
          </p:nvSpPr>
          <p:spPr>
            <a:xfrm>
              <a:off x="1769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4" name="타원 4133">
              <a:extLst>
                <a:ext uri="{FF2B5EF4-FFF2-40B4-BE49-F238E27FC236}">
                  <a16:creationId xmlns:a16="http://schemas.microsoft.com/office/drawing/2014/main" id="{C544332B-B8E2-416D-AE16-FB2485A75A18}"/>
                </a:ext>
              </a:extLst>
            </p:cNvPr>
            <p:cNvSpPr/>
            <p:nvPr/>
          </p:nvSpPr>
          <p:spPr>
            <a:xfrm>
              <a:off x="1921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5" name="타원 4134">
              <a:extLst>
                <a:ext uri="{FF2B5EF4-FFF2-40B4-BE49-F238E27FC236}">
                  <a16:creationId xmlns:a16="http://schemas.microsoft.com/office/drawing/2014/main" id="{F6E0D7C2-FA8B-4922-9A49-F68D7BE29906}"/>
                </a:ext>
              </a:extLst>
            </p:cNvPr>
            <p:cNvSpPr/>
            <p:nvPr/>
          </p:nvSpPr>
          <p:spPr>
            <a:xfrm>
              <a:off x="2074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6" name="타원 4135">
              <a:extLst>
                <a:ext uri="{FF2B5EF4-FFF2-40B4-BE49-F238E27FC236}">
                  <a16:creationId xmlns:a16="http://schemas.microsoft.com/office/drawing/2014/main" id="{D220A397-1B0C-4887-B979-61EB6637431F}"/>
                </a:ext>
              </a:extLst>
            </p:cNvPr>
            <p:cNvSpPr/>
            <p:nvPr/>
          </p:nvSpPr>
          <p:spPr>
            <a:xfrm>
              <a:off x="2226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7" name="타원 4136">
              <a:extLst>
                <a:ext uri="{FF2B5EF4-FFF2-40B4-BE49-F238E27FC236}">
                  <a16:creationId xmlns:a16="http://schemas.microsoft.com/office/drawing/2014/main" id="{FE50A55B-4C93-4850-B37B-2100448D8B43}"/>
                </a:ext>
              </a:extLst>
            </p:cNvPr>
            <p:cNvSpPr/>
            <p:nvPr/>
          </p:nvSpPr>
          <p:spPr>
            <a:xfrm>
              <a:off x="2378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8" name="타원 4137">
              <a:extLst>
                <a:ext uri="{FF2B5EF4-FFF2-40B4-BE49-F238E27FC236}">
                  <a16:creationId xmlns:a16="http://schemas.microsoft.com/office/drawing/2014/main" id="{6ABC91E8-817C-45C3-ADFE-4F820B46C79B}"/>
                </a:ext>
              </a:extLst>
            </p:cNvPr>
            <p:cNvSpPr/>
            <p:nvPr/>
          </p:nvSpPr>
          <p:spPr>
            <a:xfrm>
              <a:off x="2531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39" name="타원 4138">
              <a:extLst>
                <a:ext uri="{FF2B5EF4-FFF2-40B4-BE49-F238E27FC236}">
                  <a16:creationId xmlns:a16="http://schemas.microsoft.com/office/drawing/2014/main" id="{C8B27E91-C701-475B-B719-11243AF6C769}"/>
                </a:ext>
              </a:extLst>
            </p:cNvPr>
            <p:cNvSpPr/>
            <p:nvPr/>
          </p:nvSpPr>
          <p:spPr>
            <a:xfrm>
              <a:off x="2683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0" name="타원 4139">
              <a:extLst>
                <a:ext uri="{FF2B5EF4-FFF2-40B4-BE49-F238E27FC236}">
                  <a16:creationId xmlns:a16="http://schemas.microsoft.com/office/drawing/2014/main" id="{582B6961-2FA8-4348-8C6C-B4AFA7FEF3A2}"/>
                </a:ext>
              </a:extLst>
            </p:cNvPr>
            <p:cNvSpPr/>
            <p:nvPr/>
          </p:nvSpPr>
          <p:spPr>
            <a:xfrm>
              <a:off x="2836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1" name="타원 4140">
              <a:extLst>
                <a:ext uri="{FF2B5EF4-FFF2-40B4-BE49-F238E27FC236}">
                  <a16:creationId xmlns:a16="http://schemas.microsoft.com/office/drawing/2014/main" id="{34276C92-D0DD-4980-B16D-62EBE43DFC1E}"/>
                </a:ext>
              </a:extLst>
            </p:cNvPr>
            <p:cNvSpPr/>
            <p:nvPr/>
          </p:nvSpPr>
          <p:spPr>
            <a:xfrm>
              <a:off x="2988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2" name="타원 4141">
              <a:extLst>
                <a:ext uri="{FF2B5EF4-FFF2-40B4-BE49-F238E27FC236}">
                  <a16:creationId xmlns:a16="http://schemas.microsoft.com/office/drawing/2014/main" id="{DBCEC479-E0A1-46F9-92B4-1FB85E547D02}"/>
                </a:ext>
              </a:extLst>
            </p:cNvPr>
            <p:cNvSpPr/>
            <p:nvPr/>
          </p:nvSpPr>
          <p:spPr>
            <a:xfrm>
              <a:off x="3140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3" name="타원 4142">
              <a:extLst>
                <a:ext uri="{FF2B5EF4-FFF2-40B4-BE49-F238E27FC236}">
                  <a16:creationId xmlns:a16="http://schemas.microsoft.com/office/drawing/2014/main" id="{8D3CDB81-F621-4759-894A-F59501B85164}"/>
                </a:ext>
              </a:extLst>
            </p:cNvPr>
            <p:cNvSpPr/>
            <p:nvPr/>
          </p:nvSpPr>
          <p:spPr>
            <a:xfrm>
              <a:off x="3293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4" name="타원 4143">
              <a:extLst>
                <a:ext uri="{FF2B5EF4-FFF2-40B4-BE49-F238E27FC236}">
                  <a16:creationId xmlns:a16="http://schemas.microsoft.com/office/drawing/2014/main" id="{35878A63-8132-4DC1-B018-661634DE3A54}"/>
                </a:ext>
              </a:extLst>
            </p:cNvPr>
            <p:cNvSpPr/>
            <p:nvPr/>
          </p:nvSpPr>
          <p:spPr>
            <a:xfrm>
              <a:off x="3445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5" name="타원 4144">
              <a:extLst>
                <a:ext uri="{FF2B5EF4-FFF2-40B4-BE49-F238E27FC236}">
                  <a16:creationId xmlns:a16="http://schemas.microsoft.com/office/drawing/2014/main" id="{94E0B309-934F-40C9-84A5-9732EE65044A}"/>
                </a:ext>
              </a:extLst>
            </p:cNvPr>
            <p:cNvSpPr/>
            <p:nvPr/>
          </p:nvSpPr>
          <p:spPr>
            <a:xfrm>
              <a:off x="3598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6" name="타원 4145">
              <a:extLst>
                <a:ext uri="{FF2B5EF4-FFF2-40B4-BE49-F238E27FC236}">
                  <a16:creationId xmlns:a16="http://schemas.microsoft.com/office/drawing/2014/main" id="{B14DD11A-5C3C-4A03-9329-457F3DBBA9B5}"/>
                </a:ext>
              </a:extLst>
            </p:cNvPr>
            <p:cNvSpPr/>
            <p:nvPr/>
          </p:nvSpPr>
          <p:spPr>
            <a:xfrm>
              <a:off x="3750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7" name="타원 4146">
              <a:extLst>
                <a:ext uri="{FF2B5EF4-FFF2-40B4-BE49-F238E27FC236}">
                  <a16:creationId xmlns:a16="http://schemas.microsoft.com/office/drawing/2014/main" id="{DE5906E8-36CD-4272-8128-2F04B117043B}"/>
                </a:ext>
              </a:extLst>
            </p:cNvPr>
            <p:cNvSpPr/>
            <p:nvPr/>
          </p:nvSpPr>
          <p:spPr>
            <a:xfrm>
              <a:off x="3902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8" name="타원 4147">
              <a:extLst>
                <a:ext uri="{FF2B5EF4-FFF2-40B4-BE49-F238E27FC236}">
                  <a16:creationId xmlns:a16="http://schemas.microsoft.com/office/drawing/2014/main" id="{3A4EA2A2-015C-4FDA-AD5D-522CCD01CAA2}"/>
                </a:ext>
              </a:extLst>
            </p:cNvPr>
            <p:cNvSpPr/>
            <p:nvPr/>
          </p:nvSpPr>
          <p:spPr>
            <a:xfrm>
              <a:off x="4055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9" name="타원 4148">
              <a:extLst>
                <a:ext uri="{FF2B5EF4-FFF2-40B4-BE49-F238E27FC236}">
                  <a16:creationId xmlns:a16="http://schemas.microsoft.com/office/drawing/2014/main" id="{57F9613A-AA2E-4902-8D1E-1F00298EE4AF}"/>
                </a:ext>
              </a:extLst>
            </p:cNvPr>
            <p:cNvSpPr/>
            <p:nvPr/>
          </p:nvSpPr>
          <p:spPr>
            <a:xfrm>
              <a:off x="4207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0" name="타원 4149">
              <a:extLst>
                <a:ext uri="{FF2B5EF4-FFF2-40B4-BE49-F238E27FC236}">
                  <a16:creationId xmlns:a16="http://schemas.microsoft.com/office/drawing/2014/main" id="{DD9861F7-6FB4-47A0-AAEF-95B0F53B5D45}"/>
                </a:ext>
              </a:extLst>
            </p:cNvPr>
            <p:cNvSpPr/>
            <p:nvPr/>
          </p:nvSpPr>
          <p:spPr>
            <a:xfrm>
              <a:off x="4360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1" name="타원 4150">
              <a:extLst>
                <a:ext uri="{FF2B5EF4-FFF2-40B4-BE49-F238E27FC236}">
                  <a16:creationId xmlns:a16="http://schemas.microsoft.com/office/drawing/2014/main" id="{D8BC6168-699A-4FEE-9459-BBDEE6B08F79}"/>
                </a:ext>
              </a:extLst>
            </p:cNvPr>
            <p:cNvSpPr/>
            <p:nvPr/>
          </p:nvSpPr>
          <p:spPr>
            <a:xfrm>
              <a:off x="4512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2" name="타원 4151">
              <a:extLst>
                <a:ext uri="{FF2B5EF4-FFF2-40B4-BE49-F238E27FC236}">
                  <a16:creationId xmlns:a16="http://schemas.microsoft.com/office/drawing/2014/main" id="{087DCF6B-A432-452A-8ECE-AAE61DB70D3F}"/>
                </a:ext>
              </a:extLst>
            </p:cNvPr>
            <p:cNvSpPr/>
            <p:nvPr/>
          </p:nvSpPr>
          <p:spPr>
            <a:xfrm>
              <a:off x="4664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3" name="타원 4152">
              <a:extLst>
                <a:ext uri="{FF2B5EF4-FFF2-40B4-BE49-F238E27FC236}">
                  <a16:creationId xmlns:a16="http://schemas.microsoft.com/office/drawing/2014/main" id="{83186338-FD28-4DC4-8011-9D7D9951AD95}"/>
                </a:ext>
              </a:extLst>
            </p:cNvPr>
            <p:cNvSpPr/>
            <p:nvPr/>
          </p:nvSpPr>
          <p:spPr>
            <a:xfrm>
              <a:off x="4817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4" name="타원 4153">
              <a:extLst>
                <a:ext uri="{FF2B5EF4-FFF2-40B4-BE49-F238E27FC236}">
                  <a16:creationId xmlns:a16="http://schemas.microsoft.com/office/drawing/2014/main" id="{4742E1ED-D0D8-41B1-AA21-E98BBBE012D7}"/>
                </a:ext>
              </a:extLst>
            </p:cNvPr>
            <p:cNvSpPr/>
            <p:nvPr/>
          </p:nvSpPr>
          <p:spPr>
            <a:xfrm>
              <a:off x="4969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5" name="타원 4154">
              <a:extLst>
                <a:ext uri="{FF2B5EF4-FFF2-40B4-BE49-F238E27FC236}">
                  <a16:creationId xmlns:a16="http://schemas.microsoft.com/office/drawing/2014/main" id="{E158AA42-08DD-42A4-9764-07B3F4E2A4E4}"/>
                </a:ext>
              </a:extLst>
            </p:cNvPr>
            <p:cNvSpPr/>
            <p:nvPr/>
          </p:nvSpPr>
          <p:spPr>
            <a:xfrm>
              <a:off x="51221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6" name="타원 4155">
              <a:extLst>
                <a:ext uri="{FF2B5EF4-FFF2-40B4-BE49-F238E27FC236}">
                  <a16:creationId xmlns:a16="http://schemas.microsoft.com/office/drawing/2014/main" id="{C72B930C-C42C-474C-8009-BBE559525361}"/>
                </a:ext>
              </a:extLst>
            </p:cNvPr>
            <p:cNvSpPr/>
            <p:nvPr/>
          </p:nvSpPr>
          <p:spPr>
            <a:xfrm>
              <a:off x="52745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7" name="타원 4156">
              <a:extLst>
                <a:ext uri="{FF2B5EF4-FFF2-40B4-BE49-F238E27FC236}">
                  <a16:creationId xmlns:a16="http://schemas.microsoft.com/office/drawing/2014/main" id="{05FB05F0-A315-4B7E-9721-96ECE9D37237}"/>
                </a:ext>
              </a:extLst>
            </p:cNvPr>
            <p:cNvSpPr/>
            <p:nvPr/>
          </p:nvSpPr>
          <p:spPr>
            <a:xfrm>
              <a:off x="54269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8" name="타원 4157">
              <a:extLst>
                <a:ext uri="{FF2B5EF4-FFF2-40B4-BE49-F238E27FC236}">
                  <a16:creationId xmlns:a16="http://schemas.microsoft.com/office/drawing/2014/main" id="{6D2C5F03-953D-4623-A2F4-74BE0A37F494}"/>
                </a:ext>
              </a:extLst>
            </p:cNvPr>
            <p:cNvSpPr/>
            <p:nvPr/>
          </p:nvSpPr>
          <p:spPr>
            <a:xfrm>
              <a:off x="55793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9" name="타원 4158">
              <a:extLst>
                <a:ext uri="{FF2B5EF4-FFF2-40B4-BE49-F238E27FC236}">
                  <a16:creationId xmlns:a16="http://schemas.microsoft.com/office/drawing/2014/main" id="{436C5898-A224-4368-8BF2-71C4AF575B41}"/>
                </a:ext>
              </a:extLst>
            </p:cNvPr>
            <p:cNvSpPr/>
            <p:nvPr/>
          </p:nvSpPr>
          <p:spPr>
            <a:xfrm>
              <a:off x="5731775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0" name="타원 4159">
              <a:extLst>
                <a:ext uri="{FF2B5EF4-FFF2-40B4-BE49-F238E27FC236}">
                  <a16:creationId xmlns:a16="http://schemas.microsoft.com/office/drawing/2014/main" id="{0BCD1DC0-FE80-496F-ABFB-BADE961FAFE8}"/>
                </a:ext>
              </a:extLst>
            </p:cNvPr>
            <p:cNvSpPr/>
            <p:nvPr/>
          </p:nvSpPr>
          <p:spPr>
            <a:xfrm>
              <a:off x="245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1" name="타원 4160">
              <a:extLst>
                <a:ext uri="{FF2B5EF4-FFF2-40B4-BE49-F238E27FC236}">
                  <a16:creationId xmlns:a16="http://schemas.microsoft.com/office/drawing/2014/main" id="{36727174-1899-433D-B363-43207BFA47AC}"/>
                </a:ext>
              </a:extLst>
            </p:cNvPr>
            <p:cNvSpPr/>
            <p:nvPr/>
          </p:nvSpPr>
          <p:spPr>
            <a:xfrm>
              <a:off x="397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2" name="타원 4161">
              <a:extLst>
                <a:ext uri="{FF2B5EF4-FFF2-40B4-BE49-F238E27FC236}">
                  <a16:creationId xmlns:a16="http://schemas.microsoft.com/office/drawing/2014/main" id="{93FB65E0-1428-46D1-A648-0B12B8486251}"/>
                </a:ext>
              </a:extLst>
            </p:cNvPr>
            <p:cNvSpPr/>
            <p:nvPr/>
          </p:nvSpPr>
          <p:spPr>
            <a:xfrm>
              <a:off x="550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3" name="타원 4162">
              <a:extLst>
                <a:ext uri="{FF2B5EF4-FFF2-40B4-BE49-F238E27FC236}">
                  <a16:creationId xmlns:a16="http://schemas.microsoft.com/office/drawing/2014/main" id="{647D5081-BB06-407A-9AC7-19208AAA7DBF}"/>
                </a:ext>
              </a:extLst>
            </p:cNvPr>
            <p:cNvSpPr/>
            <p:nvPr/>
          </p:nvSpPr>
          <p:spPr>
            <a:xfrm>
              <a:off x="702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4" name="타원 4163">
              <a:extLst>
                <a:ext uri="{FF2B5EF4-FFF2-40B4-BE49-F238E27FC236}">
                  <a16:creationId xmlns:a16="http://schemas.microsoft.com/office/drawing/2014/main" id="{5A502BFE-80C0-416C-A20F-25B76BB1DD59}"/>
                </a:ext>
              </a:extLst>
            </p:cNvPr>
            <p:cNvSpPr/>
            <p:nvPr/>
          </p:nvSpPr>
          <p:spPr>
            <a:xfrm>
              <a:off x="854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5" name="타원 4164">
              <a:extLst>
                <a:ext uri="{FF2B5EF4-FFF2-40B4-BE49-F238E27FC236}">
                  <a16:creationId xmlns:a16="http://schemas.microsoft.com/office/drawing/2014/main" id="{91717536-81D7-4542-8101-1454AE64C596}"/>
                </a:ext>
              </a:extLst>
            </p:cNvPr>
            <p:cNvSpPr/>
            <p:nvPr/>
          </p:nvSpPr>
          <p:spPr>
            <a:xfrm>
              <a:off x="1007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6" name="타원 4165">
              <a:extLst>
                <a:ext uri="{FF2B5EF4-FFF2-40B4-BE49-F238E27FC236}">
                  <a16:creationId xmlns:a16="http://schemas.microsoft.com/office/drawing/2014/main" id="{8F4EA64C-1F17-4FB2-AB92-CE2E37BAA6F5}"/>
                </a:ext>
              </a:extLst>
            </p:cNvPr>
            <p:cNvSpPr/>
            <p:nvPr/>
          </p:nvSpPr>
          <p:spPr>
            <a:xfrm>
              <a:off x="1159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7" name="타원 4166">
              <a:extLst>
                <a:ext uri="{FF2B5EF4-FFF2-40B4-BE49-F238E27FC236}">
                  <a16:creationId xmlns:a16="http://schemas.microsoft.com/office/drawing/2014/main" id="{C2C6B76C-B446-4209-B621-98CBFEC0CA08}"/>
                </a:ext>
              </a:extLst>
            </p:cNvPr>
            <p:cNvSpPr/>
            <p:nvPr/>
          </p:nvSpPr>
          <p:spPr>
            <a:xfrm>
              <a:off x="1312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8" name="타원 4167">
              <a:extLst>
                <a:ext uri="{FF2B5EF4-FFF2-40B4-BE49-F238E27FC236}">
                  <a16:creationId xmlns:a16="http://schemas.microsoft.com/office/drawing/2014/main" id="{F833C99C-592C-41D2-88D3-575D715283B5}"/>
                </a:ext>
              </a:extLst>
            </p:cNvPr>
            <p:cNvSpPr/>
            <p:nvPr/>
          </p:nvSpPr>
          <p:spPr>
            <a:xfrm>
              <a:off x="1464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9" name="타원 4168">
              <a:extLst>
                <a:ext uri="{FF2B5EF4-FFF2-40B4-BE49-F238E27FC236}">
                  <a16:creationId xmlns:a16="http://schemas.microsoft.com/office/drawing/2014/main" id="{6667841A-65F1-402F-9788-B7B2E0D7FCE1}"/>
                </a:ext>
              </a:extLst>
            </p:cNvPr>
            <p:cNvSpPr/>
            <p:nvPr/>
          </p:nvSpPr>
          <p:spPr>
            <a:xfrm>
              <a:off x="1616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0" name="타원 4169">
              <a:extLst>
                <a:ext uri="{FF2B5EF4-FFF2-40B4-BE49-F238E27FC236}">
                  <a16:creationId xmlns:a16="http://schemas.microsoft.com/office/drawing/2014/main" id="{4EDD3D69-1FF5-452E-A5A2-A442858A5E3C}"/>
                </a:ext>
              </a:extLst>
            </p:cNvPr>
            <p:cNvSpPr/>
            <p:nvPr/>
          </p:nvSpPr>
          <p:spPr>
            <a:xfrm>
              <a:off x="1769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1" name="타원 4170">
              <a:extLst>
                <a:ext uri="{FF2B5EF4-FFF2-40B4-BE49-F238E27FC236}">
                  <a16:creationId xmlns:a16="http://schemas.microsoft.com/office/drawing/2014/main" id="{2567A749-5EFE-41E8-AF9D-3210671F62D6}"/>
                </a:ext>
              </a:extLst>
            </p:cNvPr>
            <p:cNvSpPr/>
            <p:nvPr/>
          </p:nvSpPr>
          <p:spPr>
            <a:xfrm>
              <a:off x="1921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2" name="타원 4171">
              <a:extLst>
                <a:ext uri="{FF2B5EF4-FFF2-40B4-BE49-F238E27FC236}">
                  <a16:creationId xmlns:a16="http://schemas.microsoft.com/office/drawing/2014/main" id="{10BC365B-E7AE-4121-BE45-EE782C4CCCE3}"/>
                </a:ext>
              </a:extLst>
            </p:cNvPr>
            <p:cNvSpPr/>
            <p:nvPr/>
          </p:nvSpPr>
          <p:spPr>
            <a:xfrm>
              <a:off x="2074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3" name="타원 4172">
              <a:extLst>
                <a:ext uri="{FF2B5EF4-FFF2-40B4-BE49-F238E27FC236}">
                  <a16:creationId xmlns:a16="http://schemas.microsoft.com/office/drawing/2014/main" id="{31F8DF1A-DF20-4FE4-B507-D54DAC4FA11A}"/>
                </a:ext>
              </a:extLst>
            </p:cNvPr>
            <p:cNvSpPr/>
            <p:nvPr/>
          </p:nvSpPr>
          <p:spPr>
            <a:xfrm>
              <a:off x="2226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4" name="타원 4173">
              <a:extLst>
                <a:ext uri="{FF2B5EF4-FFF2-40B4-BE49-F238E27FC236}">
                  <a16:creationId xmlns:a16="http://schemas.microsoft.com/office/drawing/2014/main" id="{679111DC-F75E-4B80-9FBD-E8E8A1C1FCC2}"/>
                </a:ext>
              </a:extLst>
            </p:cNvPr>
            <p:cNvSpPr/>
            <p:nvPr/>
          </p:nvSpPr>
          <p:spPr>
            <a:xfrm>
              <a:off x="2378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5" name="타원 4174">
              <a:extLst>
                <a:ext uri="{FF2B5EF4-FFF2-40B4-BE49-F238E27FC236}">
                  <a16:creationId xmlns:a16="http://schemas.microsoft.com/office/drawing/2014/main" id="{CD907195-95CA-4E5E-AFF0-33A2E2B8583E}"/>
                </a:ext>
              </a:extLst>
            </p:cNvPr>
            <p:cNvSpPr/>
            <p:nvPr/>
          </p:nvSpPr>
          <p:spPr>
            <a:xfrm>
              <a:off x="2531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6" name="타원 4175">
              <a:extLst>
                <a:ext uri="{FF2B5EF4-FFF2-40B4-BE49-F238E27FC236}">
                  <a16:creationId xmlns:a16="http://schemas.microsoft.com/office/drawing/2014/main" id="{ACD6F25A-0D1E-4691-A7D6-DB1A980CF4A7}"/>
                </a:ext>
              </a:extLst>
            </p:cNvPr>
            <p:cNvSpPr/>
            <p:nvPr/>
          </p:nvSpPr>
          <p:spPr>
            <a:xfrm>
              <a:off x="2683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7" name="타원 4176">
              <a:extLst>
                <a:ext uri="{FF2B5EF4-FFF2-40B4-BE49-F238E27FC236}">
                  <a16:creationId xmlns:a16="http://schemas.microsoft.com/office/drawing/2014/main" id="{6A6629CD-B1A2-496B-80BA-E4454F60E71B}"/>
                </a:ext>
              </a:extLst>
            </p:cNvPr>
            <p:cNvSpPr/>
            <p:nvPr/>
          </p:nvSpPr>
          <p:spPr>
            <a:xfrm>
              <a:off x="2836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8" name="타원 4177">
              <a:extLst>
                <a:ext uri="{FF2B5EF4-FFF2-40B4-BE49-F238E27FC236}">
                  <a16:creationId xmlns:a16="http://schemas.microsoft.com/office/drawing/2014/main" id="{6005C023-BE7E-4AD6-9221-DA34D1FB61C1}"/>
                </a:ext>
              </a:extLst>
            </p:cNvPr>
            <p:cNvSpPr/>
            <p:nvPr/>
          </p:nvSpPr>
          <p:spPr>
            <a:xfrm>
              <a:off x="2988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9" name="타원 4178">
              <a:extLst>
                <a:ext uri="{FF2B5EF4-FFF2-40B4-BE49-F238E27FC236}">
                  <a16:creationId xmlns:a16="http://schemas.microsoft.com/office/drawing/2014/main" id="{A946FAE0-B51A-48FE-804C-BDEDC5D9C521}"/>
                </a:ext>
              </a:extLst>
            </p:cNvPr>
            <p:cNvSpPr/>
            <p:nvPr/>
          </p:nvSpPr>
          <p:spPr>
            <a:xfrm>
              <a:off x="3140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0" name="타원 4179">
              <a:extLst>
                <a:ext uri="{FF2B5EF4-FFF2-40B4-BE49-F238E27FC236}">
                  <a16:creationId xmlns:a16="http://schemas.microsoft.com/office/drawing/2014/main" id="{43B12555-B3C3-4E7F-B49F-1E4A64D55321}"/>
                </a:ext>
              </a:extLst>
            </p:cNvPr>
            <p:cNvSpPr/>
            <p:nvPr/>
          </p:nvSpPr>
          <p:spPr>
            <a:xfrm>
              <a:off x="3293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1" name="타원 4180">
              <a:extLst>
                <a:ext uri="{FF2B5EF4-FFF2-40B4-BE49-F238E27FC236}">
                  <a16:creationId xmlns:a16="http://schemas.microsoft.com/office/drawing/2014/main" id="{C120FAF3-352A-4773-8675-9AAC0CC846CF}"/>
                </a:ext>
              </a:extLst>
            </p:cNvPr>
            <p:cNvSpPr/>
            <p:nvPr/>
          </p:nvSpPr>
          <p:spPr>
            <a:xfrm>
              <a:off x="3445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2" name="타원 4181">
              <a:extLst>
                <a:ext uri="{FF2B5EF4-FFF2-40B4-BE49-F238E27FC236}">
                  <a16:creationId xmlns:a16="http://schemas.microsoft.com/office/drawing/2014/main" id="{E6CE0B7B-8CF7-435E-AC61-A071F994C415}"/>
                </a:ext>
              </a:extLst>
            </p:cNvPr>
            <p:cNvSpPr/>
            <p:nvPr/>
          </p:nvSpPr>
          <p:spPr>
            <a:xfrm>
              <a:off x="3598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3" name="타원 4182">
              <a:extLst>
                <a:ext uri="{FF2B5EF4-FFF2-40B4-BE49-F238E27FC236}">
                  <a16:creationId xmlns:a16="http://schemas.microsoft.com/office/drawing/2014/main" id="{5DFA2CEB-DC2D-4B09-85CF-AA8C7D42AA00}"/>
                </a:ext>
              </a:extLst>
            </p:cNvPr>
            <p:cNvSpPr/>
            <p:nvPr/>
          </p:nvSpPr>
          <p:spPr>
            <a:xfrm>
              <a:off x="3750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4" name="타원 4183">
              <a:extLst>
                <a:ext uri="{FF2B5EF4-FFF2-40B4-BE49-F238E27FC236}">
                  <a16:creationId xmlns:a16="http://schemas.microsoft.com/office/drawing/2014/main" id="{D2D1F7B0-6FC4-48F6-AB97-6BF998C44409}"/>
                </a:ext>
              </a:extLst>
            </p:cNvPr>
            <p:cNvSpPr/>
            <p:nvPr/>
          </p:nvSpPr>
          <p:spPr>
            <a:xfrm>
              <a:off x="3902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5" name="타원 4184">
              <a:extLst>
                <a:ext uri="{FF2B5EF4-FFF2-40B4-BE49-F238E27FC236}">
                  <a16:creationId xmlns:a16="http://schemas.microsoft.com/office/drawing/2014/main" id="{D275B5DB-B699-4D85-95A4-189A5DA96B19}"/>
                </a:ext>
              </a:extLst>
            </p:cNvPr>
            <p:cNvSpPr/>
            <p:nvPr/>
          </p:nvSpPr>
          <p:spPr>
            <a:xfrm>
              <a:off x="4055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6" name="타원 4185">
              <a:extLst>
                <a:ext uri="{FF2B5EF4-FFF2-40B4-BE49-F238E27FC236}">
                  <a16:creationId xmlns:a16="http://schemas.microsoft.com/office/drawing/2014/main" id="{C1CD0A2A-83D2-4D37-83C6-83603002F86B}"/>
                </a:ext>
              </a:extLst>
            </p:cNvPr>
            <p:cNvSpPr/>
            <p:nvPr/>
          </p:nvSpPr>
          <p:spPr>
            <a:xfrm>
              <a:off x="4207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7" name="타원 4186">
              <a:extLst>
                <a:ext uri="{FF2B5EF4-FFF2-40B4-BE49-F238E27FC236}">
                  <a16:creationId xmlns:a16="http://schemas.microsoft.com/office/drawing/2014/main" id="{394B6117-99F5-4345-8601-D93D903E3BFD}"/>
                </a:ext>
              </a:extLst>
            </p:cNvPr>
            <p:cNvSpPr/>
            <p:nvPr/>
          </p:nvSpPr>
          <p:spPr>
            <a:xfrm>
              <a:off x="4360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8" name="타원 4187">
              <a:extLst>
                <a:ext uri="{FF2B5EF4-FFF2-40B4-BE49-F238E27FC236}">
                  <a16:creationId xmlns:a16="http://schemas.microsoft.com/office/drawing/2014/main" id="{3EDCCBD2-A30E-4D61-BD6B-FB8AE18BF73B}"/>
                </a:ext>
              </a:extLst>
            </p:cNvPr>
            <p:cNvSpPr/>
            <p:nvPr/>
          </p:nvSpPr>
          <p:spPr>
            <a:xfrm>
              <a:off x="4512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89" name="타원 4188">
              <a:extLst>
                <a:ext uri="{FF2B5EF4-FFF2-40B4-BE49-F238E27FC236}">
                  <a16:creationId xmlns:a16="http://schemas.microsoft.com/office/drawing/2014/main" id="{7B7F1E12-78A3-47C1-94EC-888D1C6DC3C4}"/>
                </a:ext>
              </a:extLst>
            </p:cNvPr>
            <p:cNvSpPr/>
            <p:nvPr/>
          </p:nvSpPr>
          <p:spPr>
            <a:xfrm>
              <a:off x="4664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0" name="타원 4189">
              <a:extLst>
                <a:ext uri="{FF2B5EF4-FFF2-40B4-BE49-F238E27FC236}">
                  <a16:creationId xmlns:a16="http://schemas.microsoft.com/office/drawing/2014/main" id="{793EFC9F-97E1-4AB0-91FF-CF396FCB43ED}"/>
                </a:ext>
              </a:extLst>
            </p:cNvPr>
            <p:cNvSpPr/>
            <p:nvPr/>
          </p:nvSpPr>
          <p:spPr>
            <a:xfrm>
              <a:off x="4817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1" name="타원 4190">
              <a:extLst>
                <a:ext uri="{FF2B5EF4-FFF2-40B4-BE49-F238E27FC236}">
                  <a16:creationId xmlns:a16="http://schemas.microsoft.com/office/drawing/2014/main" id="{BB53CB74-F0FA-45A4-A8DA-B4B95C7F4BBF}"/>
                </a:ext>
              </a:extLst>
            </p:cNvPr>
            <p:cNvSpPr/>
            <p:nvPr/>
          </p:nvSpPr>
          <p:spPr>
            <a:xfrm>
              <a:off x="4969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2" name="타원 4191">
              <a:extLst>
                <a:ext uri="{FF2B5EF4-FFF2-40B4-BE49-F238E27FC236}">
                  <a16:creationId xmlns:a16="http://schemas.microsoft.com/office/drawing/2014/main" id="{A5918D18-D1DE-46E3-9B8F-8581D38C6303}"/>
                </a:ext>
              </a:extLst>
            </p:cNvPr>
            <p:cNvSpPr/>
            <p:nvPr/>
          </p:nvSpPr>
          <p:spPr>
            <a:xfrm>
              <a:off x="51221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3" name="타원 4192">
              <a:extLst>
                <a:ext uri="{FF2B5EF4-FFF2-40B4-BE49-F238E27FC236}">
                  <a16:creationId xmlns:a16="http://schemas.microsoft.com/office/drawing/2014/main" id="{EE1C1BF2-E8D4-4A8E-B8C4-809E0FCF0961}"/>
                </a:ext>
              </a:extLst>
            </p:cNvPr>
            <p:cNvSpPr/>
            <p:nvPr/>
          </p:nvSpPr>
          <p:spPr>
            <a:xfrm>
              <a:off x="52745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4" name="타원 4193">
              <a:extLst>
                <a:ext uri="{FF2B5EF4-FFF2-40B4-BE49-F238E27FC236}">
                  <a16:creationId xmlns:a16="http://schemas.microsoft.com/office/drawing/2014/main" id="{68E0675F-44AF-402F-8DF4-F10A6D61C22F}"/>
                </a:ext>
              </a:extLst>
            </p:cNvPr>
            <p:cNvSpPr/>
            <p:nvPr/>
          </p:nvSpPr>
          <p:spPr>
            <a:xfrm>
              <a:off x="54269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5" name="타원 4194">
              <a:extLst>
                <a:ext uri="{FF2B5EF4-FFF2-40B4-BE49-F238E27FC236}">
                  <a16:creationId xmlns:a16="http://schemas.microsoft.com/office/drawing/2014/main" id="{CAAA2E94-03FB-4306-ABB2-628ECB353922}"/>
                </a:ext>
              </a:extLst>
            </p:cNvPr>
            <p:cNvSpPr/>
            <p:nvPr/>
          </p:nvSpPr>
          <p:spPr>
            <a:xfrm>
              <a:off x="55793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6" name="타원 4195">
              <a:extLst>
                <a:ext uri="{FF2B5EF4-FFF2-40B4-BE49-F238E27FC236}">
                  <a16:creationId xmlns:a16="http://schemas.microsoft.com/office/drawing/2014/main" id="{84FBFEA4-9DE4-47D5-8073-A3B1F937FCE7}"/>
                </a:ext>
              </a:extLst>
            </p:cNvPr>
            <p:cNvSpPr/>
            <p:nvPr/>
          </p:nvSpPr>
          <p:spPr>
            <a:xfrm>
              <a:off x="5731775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7" name="타원 4196">
              <a:extLst>
                <a:ext uri="{FF2B5EF4-FFF2-40B4-BE49-F238E27FC236}">
                  <a16:creationId xmlns:a16="http://schemas.microsoft.com/office/drawing/2014/main" id="{3AE5511E-437E-4193-A03E-BC62A8A2E793}"/>
                </a:ext>
              </a:extLst>
            </p:cNvPr>
            <p:cNvSpPr/>
            <p:nvPr/>
          </p:nvSpPr>
          <p:spPr>
            <a:xfrm>
              <a:off x="245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8" name="타원 4197">
              <a:extLst>
                <a:ext uri="{FF2B5EF4-FFF2-40B4-BE49-F238E27FC236}">
                  <a16:creationId xmlns:a16="http://schemas.microsoft.com/office/drawing/2014/main" id="{249477D1-1752-40C2-B823-14301AA26DD0}"/>
                </a:ext>
              </a:extLst>
            </p:cNvPr>
            <p:cNvSpPr/>
            <p:nvPr/>
          </p:nvSpPr>
          <p:spPr>
            <a:xfrm>
              <a:off x="397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99" name="타원 4198">
              <a:extLst>
                <a:ext uri="{FF2B5EF4-FFF2-40B4-BE49-F238E27FC236}">
                  <a16:creationId xmlns:a16="http://schemas.microsoft.com/office/drawing/2014/main" id="{77477DE9-298C-42BE-B755-C29CAF0537AE}"/>
                </a:ext>
              </a:extLst>
            </p:cNvPr>
            <p:cNvSpPr/>
            <p:nvPr/>
          </p:nvSpPr>
          <p:spPr>
            <a:xfrm>
              <a:off x="550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0" name="타원 4199">
              <a:extLst>
                <a:ext uri="{FF2B5EF4-FFF2-40B4-BE49-F238E27FC236}">
                  <a16:creationId xmlns:a16="http://schemas.microsoft.com/office/drawing/2014/main" id="{40D04A50-A111-4138-A334-9264D61A6884}"/>
                </a:ext>
              </a:extLst>
            </p:cNvPr>
            <p:cNvSpPr/>
            <p:nvPr/>
          </p:nvSpPr>
          <p:spPr>
            <a:xfrm>
              <a:off x="702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1" name="타원 4200">
              <a:extLst>
                <a:ext uri="{FF2B5EF4-FFF2-40B4-BE49-F238E27FC236}">
                  <a16:creationId xmlns:a16="http://schemas.microsoft.com/office/drawing/2014/main" id="{313A6E79-638B-4815-AD0C-8F5F24F8FAAF}"/>
                </a:ext>
              </a:extLst>
            </p:cNvPr>
            <p:cNvSpPr/>
            <p:nvPr/>
          </p:nvSpPr>
          <p:spPr>
            <a:xfrm>
              <a:off x="854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2" name="타원 4201">
              <a:extLst>
                <a:ext uri="{FF2B5EF4-FFF2-40B4-BE49-F238E27FC236}">
                  <a16:creationId xmlns:a16="http://schemas.microsoft.com/office/drawing/2014/main" id="{8137046A-6333-4348-BD1B-C8856B6FBB97}"/>
                </a:ext>
              </a:extLst>
            </p:cNvPr>
            <p:cNvSpPr/>
            <p:nvPr/>
          </p:nvSpPr>
          <p:spPr>
            <a:xfrm>
              <a:off x="1007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3" name="타원 4202">
              <a:extLst>
                <a:ext uri="{FF2B5EF4-FFF2-40B4-BE49-F238E27FC236}">
                  <a16:creationId xmlns:a16="http://schemas.microsoft.com/office/drawing/2014/main" id="{BFB22D2D-CFA3-437F-B649-47BC8F3EA8F0}"/>
                </a:ext>
              </a:extLst>
            </p:cNvPr>
            <p:cNvSpPr/>
            <p:nvPr/>
          </p:nvSpPr>
          <p:spPr>
            <a:xfrm>
              <a:off x="1159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4" name="타원 4203">
              <a:extLst>
                <a:ext uri="{FF2B5EF4-FFF2-40B4-BE49-F238E27FC236}">
                  <a16:creationId xmlns:a16="http://schemas.microsoft.com/office/drawing/2014/main" id="{D4796467-8014-49E6-A22E-1191953E1A9F}"/>
                </a:ext>
              </a:extLst>
            </p:cNvPr>
            <p:cNvSpPr/>
            <p:nvPr/>
          </p:nvSpPr>
          <p:spPr>
            <a:xfrm>
              <a:off x="1312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5" name="타원 4204">
              <a:extLst>
                <a:ext uri="{FF2B5EF4-FFF2-40B4-BE49-F238E27FC236}">
                  <a16:creationId xmlns:a16="http://schemas.microsoft.com/office/drawing/2014/main" id="{6B525300-05D6-454F-A954-6FAD9C1F15CB}"/>
                </a:ext>
              </a:extLst>
            </p:cNvPr>
            <p:cNvSpPr/>
            <p:nvPr/>
          </p:nvSpPr>
          <p:spPr>
            <a:xfrm>
              <a:off x="1464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6" name="타원 4205">
              <a:extLst>
                <a:ext uri="{FF2B5EF4-FFF2-40B4-BE49-F238E27FC236}">
                  <a16:creationId xmlns:a16="http://schemas.microsoft.com/office/drawing/2014/main" id="{789F79AF-DAE2-4DEF-B52C-53805C2DD26C}"/>
                </a:ext>
              </a:extLst>
            </p:cNvPr>
            <p:cNvSpPr/>
            <p:nvPr/>
          </p:nvSpPr>
          <p:spPr>
            <a:xfrm>
              <a:off x="1616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7" name="타원 4206">
              <a:extLst>
                <a:ext uri="{FF2B5EF4-FFF2-40B4-BE49-F238E27FC236}">
                  <a16:creationId xmlns:a16="http://schemas.microsoft.com/office/drawing/2014/main" id="{902B40D4-D302-494B-83B9-85AD427BE624}"/>
                </a:ext>
              </a:extLst>
            </p:cNvPr>
            <p:cNvSpPr/>
            <p:nvPr/>
          </p:nvSpPr>
          <p:spPr>
            <a:xfrm>
              <a:off x="1769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8" name="타원 4207">
              <a:extLst>
                <a:ext uri="{FF2B5EF4-FFF2-40B4-BE49-F238E27FC236}">
                  <a16:creationId xmlns:a16="http://schemas.microsoft.com/office/drawing/2014/main" id="{73D3B79A-52F9-4CA4-8BFD-3B87F21C888F}"/>
                </a:ext>
              </a:extLst>
            </p:cNvPr>
            <p:cNvSpPr/>
            <p:nvPr/>
          </p:nvSpPr>
          <p:spPr>
            <a:xfrm>
              <a:off x="1921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09" name="타원 4208">
              <a:extLst>
                <a:ext uri="{FF2B5EF4-FFF2-40B4-BE49-F238E27FC236}">
                  <a16:creationId xmlns:a16="http://schemas.microsoft.com/office/drawing/2014/main" id="{0FD60869-E4B1-4B23-83F6-DB96F88AF428}"/>
                </a:ext>
              </a:extLst>
            </p:cNvPr>
            <p:cNvSpPr/>
            <p:nvPr/>
          </p:nvSpPr>
          <p:spPr>
            <a:xfrm>
              <a:off x="2074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0" name="타원 4209">
              <a:extLst>
                <a:ext uri="{FF2B5EF4-FFF2-40B4-BE49-F238E27FC236}">
                  <a16:creationId xmlns:a16="http://schemas.microsoft.com/office/drawing/2014/main" id="{1AF7533B-4FBE-4D69-8A1A-D700F538B076}"/>
                </a:ext>
              </a:extLst>
            </p:cNvPr>
            <p:cNvSpPr/>
            <p:nvPr/>
          </p:nvSpPr>
          <p:spPr>
            <a:xfrm>
              <a:off x="2226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1" name="타원 4210">
              <a:extLst>
                <a:ext uri="{FF2B5EF4-FFF2-40B4-BE49-F238E27FC236}">
                  <a16:creationId xmlns:a16="http://schemas.microsoft.com/office/drawing/2014/main" id="{DDC4F592-84F1-41AA-AB1F-626A31A018DD}"/>
                </a:ext>
              </a:extLst>
            </p:cNvPr>
            <p:cNvSpPr/>
            <p:nvPr/>
          </p:nvSpPr>
          <p:spPr>
            <a:xfrm>
              <a:off x="2378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2" name="타원 4211">
              <a:extLst>
                <a:ext uri="{FF2B5EF4-FFF2-40B4-BE49-F238E27FC236}">
                  <a16:creationId xmlns:a16="http://schemas.microsoft.com/office/drawing/2014/main" id="{3B678332-8D22-43FC-8C75-4D7C1EDDB565}"/>
                </a:ext>
              </a:extLst>
            </p:cNvPr>
            <p:cNvSpPr/>
            <p:nvPr/>
          </p:nvSpPr>
          <p:spPr>
            <a:xfrm>
              <a:off x="2531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3" name="타원 4212">
              <a:extLst>
                <a:ext uri="{FF2B5EF4-FFF2-40B4-BE49-F238E27FC236}">
                  <a16:creationId xmlns:a16="http://schemas.microsoft.com/office/drawing/2014/main" id="{0FE7CCCB-4A1F-4D98-842F-0C183D58E779}"/>
                </a:ext>
              </a:extLst>
            </p:cNvPr>
            <p:cNvSpPr/>
            <p:nvPr/>
          </p:nvSpPr>
          <p:spPr>
            <a:xfrm>
              <a:off x="2683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4" name="타원 4213">
              <a:extLst>
                <a:ext uri="{FF2B5EF4-FFF2-40B4-BE49-F238E27FC236}">
                  <a16:creationId xmlns:a16="http://schemas.microsoft.com/office/drawing/2014/main" id="{7C9607B3-30C9-46FF-9D3F-2FB55086B8AB}"/>
                </a:ext>
              </a:extLst>
            </p:cNvPr>
            <p:cNvSpPr/>
            <p:nvPr/>
          </p:nvSpPr>
          <p:spPr>
            <a:xfrm>
              <a:off x="2836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5" name="타원 4214">
              <a:extLst>
                <a:ext uri="{FF2B5EF4-FFF2-40B4-BE49-F238E27FC236}">
                  <a16:creationId xmlns:a16="http://schemas.microsoft.com/office/drawing/2014/main" id="{DB819440-3158-4000-8C82-E4C14AB1F407}"/>
                </a:ext>
              </a:extLst>
            </p:cNvPr>
            <p:cNvSpPr/>
            <p:nvPr/>
          </p:nvSpPr>
          <p:spPr>
            <a:xfrm>
              <a:off x="2988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6" name="타원 4215">
              <a:extLst>
                <a:ext uri="{FF2B5EF4-FFF2-40B4-BE49-F238E27FC236}">
                  <a16:creationId xmlns:a16="http://schemas.microsoft.com/office/drawing/2014/main" id="{F5720DD8-BE1A-43F8-8937-9B047709895D}"/>
                </a:ext>
              </a:extLst>
            </p:cNvPr>
            <p:cNvSpPr/>
            <p:nvPr/>
          </p:nvSpPr>
          <p:spPr>
            <a:xfrm>
              <a:off x="3140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7" name="타원 4216">
              <a:extLst>
                <a:ext uri="{FF2B5EF4-FFF2-40B4-BE49-F238E27FC236}">
                  <a16:creationId xmlns:a16="http://schemas.microsoft.com/office/drawing/2014/main" id="{67CEAB86-84D9-4925-90E0-FC6E20FDDD25}"/>
                </a:ext>
              </a:extLst>
            </p:cNvPr>
            <p:cNvSpPr/>
            <p:nvPr/>
          </p:nvSpPr>
          <p:spPr>
            <a:xfrm>
              <a:off x="3293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8" name="타원 4217">
              <a:extLst>
                <a:ext uri="{FF2B5EF4-FFF2-40B4-BE49-F238E27FC236}">
                  <a16:creationId xmlns:a16="http://schemas.microsoft.com/office/drawing/2014/main" id="{CA69DFCE-D5E4-4FB3-9869-2CC34A9F5622}"/>
                </a:ext>
              </a:extLst>
            </p:cNvPr>
            <p:cNvSpPr/>
            <p:nvPr/>
          </p:nvSpPr>
          <p:spPr>
            <a:xfrm>
              <a:off x="3445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9" name="타원 4218">
              <a:extLst>
                <a:ext uri="{FF2B5EF4-FFF2-40B4-BE49-F238E27FC236}">
                  <a16:creationId xmlns:a16="http://schemas.microsoft.com/office/drawing/2014/main" id="{D9158E15-15C7-40D7-92EA-6543C660141B}"/>
                </a:ext>
              </a:extLst>
            </p:cNvPr>
            <p:cNvSpPr/>
            <p:nvPr/>
          </p:nvSpPr>
          <p:spPr>
            <a:xfrm>
              <a:off x="3598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0" name="타원 4219">
              <a:extLst>
                <a:ext uri="{FF2B5EF4-FFF2-40B4-BE49-F238E27FC236}">
                  <a16:creationId xmlns:a16="http://schemas.microsoft.com/office/drawing/2014/main" id="{6F8B9E8C-0EB7-41B0-BEF6-918AE31F524E}"/>
                </a:ext>
              </a:extLst>
            </p:cNvPr>
            <p:cNvSpPr/>
            <p:nvPr/>
          </p:nvSpPr>
          <p:spPr>
            <a:xfrm>
              <a:off x="3750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1" name="타원 4220">
              <a:extLst>
                <a:ext uri="{FF2B5EF4-FFF2-40B4-BE49-F238E27FC236}">
                  <a16:creationId xmlns:a16="http://schemas.microsoft.com/office/drawing/2014/main" id="{291BB2F6-8CFD-4418-9946-A600BBB91651}"/>
                </a:ext>
              </a:extLst>
            </p:cNvPr>
            <p:cNvSpPr/>
            <p:nvPr/>
          </p:nvSpPr>
          <p:spPr>
            <a:xfrm>
              <a:off x="3902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2" name="타원 4221">
              <a:extLst>
                <a:ext uri="{FF2B5EF4-FFF2-40B4-BE49-F238E27FC236}">
                  <a16:creationId xmlns:a16="http://schemas.microsoft.com/office/drawing/2014/main" id="{0FF083D3-B126-4BFF-83A4-BC3E08CBBDEB}"/>
                </a:ext>
              </a:extLst>
            </p:cNvPr>
            <p:cNvSpPr/>
            <p:nvPr/>
          </p:nvSpPr>
          <p:spPr>
            <a:xfrm>
              <a:off x="4055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3" name="타원 4222">
              <a:extLst>
                <a:ext uri="{FF2B5EF4-FFF2-40B4-BE49-F238E27FC236}">
                  <a16:creationId xmlns:a16="http://schemas.microsoft.com/office/drawing/2014/main" id="{09142AC0-3C65-409A-B232-3936FA58E993}"/>
                </a:ext>
              </a:extLst>
            </p:cNvPr>
            <p:cNvSpPr/>
            <p:nvPr/>
          </p:nvSpPr>
          <p:spPr>
            <a:xfrm>
              <a:off x="4207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4" name="타원 4223">
              <a:extLst>
                <a:ext uri="{FF2B5EF4-FFF2-40B4-BE49-F238E27FC236}">
                  <a16:creationId xmlns:a16="http://schemas.microsoft.com/office/drawing/2014/main" id="{E3247CC1-C121-4AF2-A36E-9E7D51E2D80A}"/>
                </a:ext>
              </a:extLst>
            </p:cNvPr>
            <p:cNvSpPr/>
            <p:nvPr/>
          </p:nvSpPr>
          <p:spPr>
            <a:xfrm>
              <a:off x="4360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5" name="타원 4224">
              <a:extLst>
                <a:ext uri="{FF2B5EF4-FFF2-40B4-BE49-F238E27FC236}">
                  <a16:creationId xmlns:a16="http://schemas.microsoft.com/office/drawing/2014/main" id="{C630BD55-084E-4CC6-BE35-2A8F36591B75}"/>
                </a:ext>
              </a:extLst>
            </p:cNvPr>
            <p:cNvSpPr/>
            <p:nvPr/>
          </p:nvSpPr>
          <p:spPr>
            <a:xfrm>
              <a:off x="4512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6" name="타원 4225">
              <a:extLst>
                <a:ext uri="{FF2B5EF4-FFF2-40B4-BE49-F238E27FC236}">
                  <a16:creationId xmlns:a16="http://schemas.microsoft.com/office/drawing/2014/main" id="{5FFA969B-D148-4D37-BEF0-8E640193D2C9}"/>
                </a:ext>
              </a:extLst>
            </p:cNvPr>
            <p:cNvSpPr/>
            <p:nvPr/>
          </p:nvSpPr>
          <p:spPr>
            <a:xfrm>
              <a:off x="4664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7" name="타원 4226">
              <a:extLst>
                <a:ext uri="{FF2B5EF4-FFF2-40B4-BE49-F238E27FC236}">
                  <a16:creationId xmlns:a16="http://schemas.microsoft.com/office/drawing/2014/main" id="{856D45D9-14DE-4263-B939-96F375E76B88}"/>
                </a:ext>
              </a:extLst>
            </p:cNvPr>
            <p:cNvSpPr/>
            <p:nvPr/>
          </p:nvSpPr>
          <p:spPr>
            <a:xfrm>
              <a:off x="4817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8" name="타원 4227">
              <a:extLst>
                <a:ext uri="{FF2B5EF4-FFF2-40B4-BE49-F238E27FC236}">
                  <a16:creationId xmlns:a16="http://schemas.microsoft.com/office/drawing/2014/main" id="{D37F15CA-4122-44A9-8B00-5F2D7E6C710D}"/>
                </a:ext>
              </a:extLst>
            </p:cNvPr>
            <p:cNvSpPr/>
            <p:nvPr/>
          </p:nvSpPr>
          <p:spPr>
            <a:xfrm>
              <a:off x="4969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29" name="타원 4228">
              <a:extLst>
                <a:ext uri="{FF2B5EF4-FFF2-40B4-BE49-F238E27FC236}">
                  <a16:creationId xmlns:a16="http://schemas.microsoft.com/office/drawing/2014/main" id="{45EA341A-ECCE-4C2B-8AED-0BC63D9B45C3}"/>
                </a:ext>
              </a:extLst>
            </p:cNvPr>
            <p:cNvSpPr/>
            <p:nvPr/>
          </p:nvSpPr>
          <p:spPr>
            <a:xfrm>
              <a:off x="51221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0" name="타원 4229">
              <a:extLst>
                <a:ext uri="{FF2B5EF4-FFF2-40B4-BE49-F238E27FC236}">
                  <a16:creationId xmlns:a16="http://schemas.microsoft.com/office/drawing/2014/main" id="{B7DD2FDD-4367-4C36-8FCD-69888FE58358}"/>
                </a:ext>
              </a:extLst>
            </p:cNvPr>
            <p:cNvSpPr/>
            <p:nvPr/>
          </p:nvSpPr>
          <p:spPr>
            <a:xfrm>
              <a:off x="52745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1" name="타원 4230">
              <a:extLst>
                <a:ext uri="{FF2B5EF4-FFF2-40B4-BE49-F238E27FC236}">
                  <a16:creationId xmlns:a16="http://schemas.microsoft.com/office/drawing/2014/main" id="{A929AE5E-3D21-4178-AD5D-C02D5F60C538}"/>
                </a:ext>
              </a:extLst>
            </p:cNvPr>
            <p:cNvSpPr/>
            <p:nvPr/>
          </p:nvSpPr>
          <p:spPr>
            <a:xfrm>
              <a:off x="54269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2" name="타원 4231">
              <a:extLst>
                <a:ext uri="{FF2B5EF4-FFF2-40B4-BE49-F238E27FC236}">
                  <a16:creationId xmlns:a16="http://schemas.microsoft.com/office/drawing/2014/main" id="{A27E7215-A375-4EF3-996E-CAE05159BAB7}"/>
                </a:ext>
              </a:extLst>
            </p:cNvPr>
            <p:cNvSpPr/>
            <p:nvPr/>
          </p:nvSpPr>
          <p:spPr>
            <a:xfrm>
              <a:off x="55793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3" name="타원 4232">
              <a:extLst>
                <a:ext uri="{FF2B5EF4-FFF2-40B4-BE49-F238E27FC236}">
                  <a16:creationId xmlns:a16="http://schemas.microsoft.com/office/drawing/2014/main" id="{E24AD166-92B9-49CC-9CCE-116B71D08027}"/>
                </a:ext>
              </a:extLst>
            </p:cNvPr>
            <p:cNvSpPr/>
            <p:nvPr/>
          </p:nvSpPr>
          <p:spPr>
            <a:xfrm>
              <a:off x="5731775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4" name="타원 4233">
              <a:extLst>
                <a:ext uri="{FF2B5EF4-FFF2-40B4-BE49-F238E27FC236}">
                  <a16:creationId xmlns:a16="http://schemas.microsoft.com/office/drawing/2014/main" id="{455132D8-8354-45A4-9217-1F54E68DA3CC}"/>
                </a:ext>
              </a:extLst>
            </p:cNvPr>
            <p:cNvSpPr/>
            <p:nvPr/>
          </p:nvSpPr>
          <p:spPr>
            <a:xfrm>
              <a:off x="245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5" name="타원 4234">
              <a:extLst>
                <a:ext uri="{FF2B5EF4-FFF2-40B4-BE49-F238E27FC236}">
                  <a16:creationId xmlns:a16="http://schemas.microsoft.com/office/drawing/2014/main" id="{A9B9A0AB-862C-4C71-862C-D22BB4F09B37}"/>
                </a:ext>
              </a:extLst>
            </p:cNvPr>
            <p:cNvSpPr/>
            <p:nvPr/>
          </p:nvSpPr>
          <p:spPr>
            <a:xfrm>
              <a:off x="397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6" name="타원 4235">
              <a:extLst>
                <a:ext uri="{FF2B5EF4-FFF2-40B4-BE49-F238E27FC236}">
                  <a16:creationId xmlns:a16="http://schemas.microsoft.com/office/drawing/2014/main" id="{12A9E6A1-71C8-42EA-BCBE-B9D9E45442DB}"/>
                </a:ext>
              </a:extLst>
            </p:cNvPr>
            <p:cNvSpPr/>
            <p:nvPr/>
          </p:nvSpPr>
          <p:spPr>
            <a:xfrm>
              <a:off x="550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7" name="타원 4236">
              <a:extLst>
                <a:ext uri="{FF2B5EF4-FFF2-40B4-BE49-F238E27FC236}">
                  <a16:creationId xmlns:a16="http://schemas.microsoft.com/office/drawing/2014/main" id="{7DD24D24-1C15-46B3-ABBE-84AE823D3741}"/>
                </a:ext>
              </a:extLst>
            </p:cNvPr>
            <p:cNvSpPr/>
            <p:nvPr/>
          </p:nvSpPr>
          <p:spPr>
            <a:xfrm>
              <a:off x="702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8" name="타원 4237">
              <a:extLst>
                <a:ext uri="{FF2B5EF4-FFF2-40B4-BE49-F238E27FC236}">
                  <a16:creationId xmlns:a16="http://schemas.microsoft.com/office/drawing/2014/main" id="{8E0AC516-8237-4AE4-8105-0A4720ADED4F}"/>
                </a:ext>
              </a:extLst>
            </p:cNvPr>
            <p:cNvSpPr/>
            <p:nvPr/>
          </p:nvSpPr>
          <p:spPr>
            <a:xfrm>
              <a:off x="854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39" name="타원 4238">
              <a:extLst>
                <a:ext uri="{FF2B5EF4-FFF2-40B4-BE49-F238E27FC236}">
                  <a16:creationId xmlns:a16="http://schemas.microsoft.com/office/drawing/2014/main" id="{BB24E1C4-A41D-44CD-B0E1-E23F2ECAC1BB}"/>
                </a:ext>
              </a:extLst>
            </p:cNvPr>
            <p:cNvSpPr/>
            <p:nvPr/>
          </p:nvSpPr>
          <p:spPr>
            <a:xfrm>
              <a:off x="1007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0" name="타원 4239">
              <a:extLst>
                <a:ext uri="{FF2B5EF4-FFF2-40B4-BE49-F238E27FC236}">
                  <a16:creationId xmlns:a16="http://schemas.microsoft.com/office/drawing/2014/main" id="{0FB9FF29-5303-463A-981F-CF84B66FA152}"/>
                </a:ext>
              </a:extLst>
            </p:cNvPr>
            <p:cNvSpPr/>
            <p:nvPr/>
          </p:nvSpPr>
          <p:spPr>
            <a:xfrm>
              <a:off x="1159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1" name="타원 4240">
              <a:extLst>
                <a:ext uri="{FF2B5EF4-FFF2-40B4-BE49-F238E27FC236}">
                  <a16:creationId xmlns:a16="http://schemas.microsoft.com/office/drawing/2014/main" id="{6D47F7E3-751A-4A32-9255-917AC21859D1}"/>
                </a:ext>
              </a:extLst>
            </p:cNvPr>
            <p:cNvSpPr/>
            <p:nvPr/>
          </p:nvSpPr>
          <p:spPr>
            <a:xfrm>
              <a:off x="1312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2" name="타원 4241">
              <a:extLst>
                <a:ext uri="{FF2B5EF4-FFF2-40B4-BE49-F238E27FC236}">
                  <a16:creationId xmlns:a16="http://schemas.microsoft.com/office/drawing/2014/main" id="{E4A157E9-5256-4710-B13F-D18E682A9BE7}"/>
                </a:ext>
              </a:extLst>
            </p:cNvPr>
            <p:cNvSpPr/>
            <p:nvPr/>
          </p:nvSpPr>
          <p:spPr>
            <a:xfrm>
              <a:off x="1464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3" name="타원 4242">
              <a:extLst>
                <a:ext uri="{FF2B5EF4-FFF2-40B4-BE49-F238E27FC236}">
                  <a16:creationId xmlns:a16="http://schemas.microsoft.com/office/drawing/2014/main" id="{ED771E9B-DDB3-4194-AAE3-015D1E9E803A}"/>
                </a:ext>
              </a:extLst>
            </p:cNvPr>
            <p:cNvSpPr/>
            <p:nvPr/>
          </p:nvSpPr>
          <p:spPr>
            <a:xfrm>
              <a:off x="1616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4" name="타원 4243">
              <a:extLst>
                <a:ext uri="{FF2B5EF4-FFF2-40B4-BE49-F238E27FC236}">
                  <a16:creationId xmlns:a16="http://schemas.microsoft.com/office/drawing/2014/main" id="{A9CD07B2-9620-45B3-A2EA-AB4DEE9A5042}"/>
                </a:ext>
              </a:extLst>
            </p:cNvPr>
            <p:cNvSpPr/>
            <p:nvPr/>
          </p:nvSpPr>
          <p:spPr>
            <a:xfrm>
              <a:off x="1769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5" name="타원 4244">
              <a:extLst>
                <a:ext uri="{FF2B5EF4-FFF2-40B4-BE49-F238E27FC236}">
                  <a16:creationId xmlns:a16="http://schemas.microsoft.com/office/drawing/2014/main" id="{A185BCED-F449-411D-AF6D-428D9D9A455E}"/>
                </a:ext>
              </a:extLst>
            </p:cNvPr>
            <p:cNvSpPr/>
            <p:nvPr/>
          </p:nvSpPr>
          <p:spPr>
            <a:xfrm>
              <a:off x="1921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6" name="타원 4245">
              <a:extLst>
                <a:ext uri="{FF2B5EF4-FFF2-40B4-BE49-F238E27FC236}">
                  <a16:creationId xmlns:a16="http://schemas.microsoft.com/office/drawing/2014/main" id="{F9A5028F-7895-4F76-9C2F-E620ABCFC840}"/>
                </a:ext>
              </a:extLst>
            </p:cNvPr>
            <p:cNvSpPr/>
            <p:nvPr/>
          </p:nvSpPr>
          <p:spPr>
            <a:xfrm>
              <a:off x="2074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7" name="타원 4246">
              <a:extLst>
                <a:ext uri="{FF2B5EF4-FFF2-40B4-BE49-F238E27FC236}">
                  <a16:creationId xmlns:a16="http://schemas.microsoft.com/office/drawing/2014/main" id="{4C2E51B0-386C-411B-83F7-D3D20CFFDFED}"/>
                </a:ext>
              </a:extLst>
            </p:cNvPr>
            <p:cNvSpPr/>
            <p:nvPr/>
          </p:nvSpPr>
          <p:spPr>
            <a:xfrm>
              <a:off x="2226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8" name="타원 4247">
              <a:extLst>
                <a:ext uri="{FF2B5EF4-FFF2-40B4-BE49-F238E27FC236}">
                  <a16:creationId xmlns:a16="http://schemas.microsoft.com/office/drawing/2014/main" id="{2C0F4B25-3852-4F21-B0EB-4FB5CA989037}"/>
                </a:ext>
              </a:extLst>
            </p:cNvPr>
            <p:cNvSpPr/>
            <p:nvPr/>
          </p:nvSpPr>
          <p:spPr>
            <a:xfrm>
              <a:off x="2378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49" name="타원 4248">
              <a:extLst>
                <a:ext uri="{FF2B5EF4-FFF2-40B4-BE49-F238E27FC236}">
                  <a16:creationId xmlns:a16="http://schemas.microsoft.com/office/drawing/2014/main" id="{2C8F5800-B8CC-4F2A-A663-2EC81DE1B334}"/>
                </a:ext>
              </a:extLst>
            </p:cNvPr>
            <p:cNvSpPr/>
            <p:nvPr/>
          </p:nvSpPr>
          <p:spPr>
            <a:xfrm>
              <a:off x="2531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0" name="타원 4249">
              <a:extLst>
                <a:ext uri="{FF2B5EF4-FFF2-40B4-BE49-F238E27FC236}">
                  <a16:creationId xmlns:a16="http://schemas.microsoft.com/office/drawing/2014/main" id="{52F66276-BFFE-4D53-ABE1-C02F4C686BE2}"/>
                </a:ext>
              </a:extLst>
            </p:cNvPr>
            <p:cNvSpPr/>
            <p:nvPr/>
          </p:nvSpPr>
          <p:spPr>
            <a:xfrm>
              <a:off x="2683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1" name="타원 4250">
              <a:extLst>
                <a:ext uri="{FF2B5EF4-FFF2-40B4-BE49-F238E27FC236}">
                  <a16:creationId xmlns:a16="http://schemas.microsoft.com/office/drawing/2014/main" id="{921BBE85-8027-4613-8C77-264EEF78BDD5}"/>
                </a:ext>
              </a:extLst>
            </p:cNvPr>
            <p:cNvSpPr/>
            <p:nvPr/>
          </p:nvSpPr>
          <p:spPr>
            <a:xfrm>
              <a:off x="2836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2" name="타원 4251">
              <a:extLst>
                <a:ext uri="{FF2B5EF4-FFF2-40B4-BE49-F238E27FC236}">
                  <a16:creationId xmlns:a16="http://schemas.microsoft.com/office/drawing/2014/main" id="{61FF1B8E-5CBB-42D1-8684-49DF902CACFB}"/>
                </a:ext>
              </a:extLst>
            </p:cNvPr>
            <p:cNvSpPr/>
            <p:nvPr/>
          </p:nvSpPr>
          <p:spPr>
            <a:xfrm>
              <a:off x="2988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3" name="타원 4252">
              <a:extLst>
                <a:ext uri="{FF2B5EF4-FFF2-40B4-BE49-F238E27FC236}">
                  <a16:creationId xmlns:a16="http://schemas.microsoft.com/office/drawing/2014/main" id="{0C20497A-24F6-463C-8C92-0B64DB9CE2A2}"/>
                </a:ext>
              </a:extLst>
            </p:cNvPr>
            <p:cNvSpPr/>
            <p:nvPr/>
          </p:nvSpPr>
          <p:spPr>
            <a:xfrm>
              <a:off x="3140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4" name="타원 4253">
              <a:extLst>
                <a:ext uri="{FF2B5EF4-FFF2-40B4-BE49-F238E27FC236}">
                  <a16:creationId xmlns:a16="http://schemas.microsoft.com/office/drawing/2014/main" id="{B9881494-8A94-404E-A79E-A69B5481A009}"/>
                </a:ext>
              </a:extLst>
            </p:cNvPr>
            <p:cNvSpPr/>
            <p:nvPr/>
          </p:nvSpPr>
          <p:spPr>
            <a:xfrm>
              <a:off x="3293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5" name="타원 4254">
              <a:extLst>
                <a:ext uri="{FF2B5EF4-FFF2-40B4-BE49-F238E27FC236}">
                  <a16:creationId xmlns:a16="http://schemas.microsoft.com/office/drawing/2014/main" id="{D4EB0180-7511-40AA-B3D6-36ACBD39DA6E}"/>
                </a:ext>
              </a:extLst>
            </p:cNvPr>
            <p:cNvSpPr/>
            <p:nvPr/>
          </p:nvSpPr>
          <p:spPr>
            <a:xfrm>
              <a:off x="3445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6" name="타원 4255">
              <a:extLst>
                <a:ext uri="{FF2B5EF4-FFF2-40B4-BE49-F238E27FC236}">
                  <a16:creationId xmlns:a16="http://schemas.microsoft.com/office/drawing/2014/main" id="{034C57B2-E89B-4821-BB73-B2474D737CF0}"/>
                </a:ext>
              </a:extLst>
            </p:cNvPr>
            <p:cNvSpPr/>
            <p:nvPr/>
          </p:nvSpPr>
          <p:spPr>
            <a:xfrm>
              <a:off x="3598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7" name="타원 4256">
              <a:extLst>
                <a:ext uri="{FF2B5EF4-FFF2-40B4-BE49-F238E27FC236}">
                  <a16:creationId xmlns:a16="http://schemas.microsoft.com/office/drawing/2014/main" id="{075B330F-A58F-4FB4-9DFD-F7246C7CE164}"/>
                </a:ext>
              </a:extLst>
            </p:cNvPr>
            <p:cNvSpPr/>
            <p:nvPr/>
          </p:nvSpPr>
          <p:spPr>
            <a:xfrm>
              <a:off x="3750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8" name="타원 4257">
              <a:extLst>
                <a:ext uri="{FF2B5EF4-FFF2-40B4-BE49-F238E27FC236}">
                  <a16:creationId xmlns:a16="http://schemas.microsoft.com/office/drawing/2014/main" id="{60896F26-1BBC-497A-80FB-25225EE1F2B3}"/>
                </a:ext>
              </a:extLst>
            </p:cNvPr>
            <p:cNvSpPr/>
            <p:nvPr/>
          </p:nvSpPr>
          <p:spPr>
            <a:xfrm>
              <a:off x="3902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59" name="타원 4258">
              <a:extLst>
                <a:ext uri="{FF2B5EF4-FFF2-40B4-BE49-F238E27FC236}">
                  <a16:creationId xmlns:a16="http://schemas.microsoft.com/office/drawing/2014/main" id="{E49F4471-E4EF-4437-9D36-DFCAE3F4599D}"/>
                </a:ext>
              </a:extLst>
            </p:cNvPr>
            <p:cNvSpPr/>
            <p:nvPr/>
          </p:nvSpPr>
          <p:spPr>
            <a:xfrm>
              <a:off x="4055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0" name="타원 4259">
              <a:extLst>
                <a:ext uri="{FF2B5EF4-FFF2-40B4-BE49-F238E27FC236}">
                  <a16:creationId xmlns:a16="http://schemas.microsoft.com/office/drawing/2014/main" id="{E41B3D8B-A38D-40D1-9662-A35FFB1F0ED7}"/>
                </a:ext>
              </a:extLst>
            </p:cNvPr>
            <p:cNvSpPr/>
            <p:nvPr/>
          </p:nvSpPr>
          <p:spPr>
            <a:xfrm>
              <a:off x="4207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1" name="타원 4260">
              <a:extLst>
                <a:ext uri="{FF2B5EF4-FFF2-40B4-BE49-F238E27FC236}">
                  <a16:creationId xmlns:a16="http://schemas.microsoft.com/office/drawing/2014/main" id="{70DEB01C-3DD2-4178-BEF6-4E2BE70BC4B8}"/>
                </a:ext>
              </a:extLst>
            </p:cNvPr>
            <p:cNvSpPr/>
            <p:nvPr/>
          </p:nvSpPr>
          <p:spPr>
            <a:xfrm>
              <a:off x="4360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2" name="타원 4261">
              <a:extLst>
                <a:ext uri="{FF2B5EF4-FFF2-40B4-BE49-F238E27FC236}">
                  <a16:creationId xmlns:a16="http://schemas.microsoft.com/office/drawing/2014/main" id="{7B407E96-9CD2-49B1-A691-E0A1ECC7FBFD}"/>
                </a:ext>
              </a:extLst>
            </p:cNvPr>
            <p:cNvSpPr/>
            <p:nvPr/>
          </p:nvSpPr>
          <p:spPr>
            <a:xfrm>
              <a:off x="4512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3" name="타원 4262">
              <a:extLst>
                <a:ext uri="{FF2B5EF4-FFF2-40B4-BE49-F238E27FC236}">
                  <a16:creationId xmlns:a16="http://schemas.microsoft.com/office/drawing/2014/main" id="{FD198902-64C7-4B62-8479-802C09C83301}"/>
                </a:ext>
              </a:extLst>
            </p:cNvPr>
            <p:cNvSpPr/>
            <p:nvPr/>
          </p:nvSpPr>
          <p:spPr>
            <a:xfrm>
              <a:off x="4664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4" name="타원 4263">
              <a:extLst>
                <a:ext uri="{FF2B5EF4-FFF2-40B4-BE49-F238E27FC236}">
                  <a16:creationId xmlns:a16="http://schemas.microsoft.com/office/drawing/2014/main" id="{751402E5-A758-48E5-93C3-FCDF0C7ECE8B}"/>
                </a:ext>
              </a:extLst>
            </p:cNvPr>
            <p:cNvSpPr/>
            <p:nvPr/>
          </p:nvSpPr>
          <p:spPr>
            <a:xfrm>
              <a:off x="4817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5" name="타원 4264">
              <a:extLst>
                <a:ext uri="{FF2B5EF4-FFF2-40B4-BE49-F238E27FC236}">
                  <a16:creationId xmlns:a16="http://schemas.microsoft.com/office/drawing/2014/main" id="{A0DBF7E5-3E93-4DB2-A4BB-DDAF1D62BB93}"/>
                </a:ext>
              </a:extLst>
            </p:cNvPr>
            <p:cNvSpPr/>
            <p:nvPr/>
          </p:nvSpPr>
          <p:spPr>
            <a:xfrm>
              <a:off x="4969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6" name="타원 4265">
              <a:extLst>
                <a:ext uri="{FF2B5EF4-FFF2-40B4-BE49-F238E27FC236}">
                  <a16:creationId xmlns:a16="http://schemas.microsoft.com/office/drawing/2014/main" id="{126DD29C-028A-496C-B123-4498C1A3DDCC}"/>
                </a:ext>
              </a:extLst>
            </p:cNvPr>
            <p:cNvSpPr/>
            <p:nvPr/>
          </p:nvSpPr>
          <p:spPr>
            <a:xfrm>
              <a:off x="51221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7" name="타원 4266">
              <a:extLst>
                <a:ext uri="{FF2B5EF4-FFF2-40B4-BE49-F238E27FC236}">
                  <a16:creationId xmlns:a16="http://schemas.microsoft.com/office/drawing/2014/main" id="{6F00B9B2-9D82-4A04-8F6A-BBF4CAD74C91}"/>
                </a:ext>
              </a:extLst>
            </p:cNvPr>
            <p:cNvSpPr/>
            <p:nvPr/>
          </p:nvSpPr>
          <p:spPr>
            <a:xfrm>
              <a:off x="52745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8" name="타원 4267">
              <a:extLst>
                <a:ext uri="{FF2B5EF4-FFF2-40B4-BE49-F238E27FC236}">
                  <a16:creationId xmlns:a16="http://schemas.microsoft.com/office/drawing/2014/main" id="{695F3D7D-628E-4DF1-BD6D-4CEF83090E80}"/>
                </a:ext>
              </a:extLst>
            </p:cNvPr>
            <p:cNvSpPr/>
            <p:nvPr/>
          </p:nvSpPr>
          <p:spPr>
            <a:xfrm>
              <a:off x="54269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69" name="타원 4268">
              <a:extLst>
                <a:ext uri="{FF2B5EF4-FFF2-40B4-BE49-F238E27FC236}">
                  <a16:creationId xmlns:a16="http://schemas.microsoft.com/office/drawing/2014/main" id="{E82E830F-F78E-47A0-BADB-0E0917A59788}"/>
                </a:ext>
              </a:extLst>
            </p:cNvPr>
            <p:cNvSpPr/>
            <p:nvPr/>
          </p:nvSpPr>
          <p:spPr>
            <a:xfrm>
              <a:off x="55793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0" name="타원 4269">
              <a:extLst>
                <a:ext uri="{FF2B5EF4-FFF2-40B4-BE49-F238E27FC236}">
                  <a16:creationId xmlns:a16="http://schemas.microsoft.com/office/drawing/2014/main" id="{5544A6C9-1D80-4B46-B02E-E9A22BB752ED}"/>
                </a:ext>
              </a:extLst>
            </p:cNvPr>
            <p:cNvSpPr/>
            <p:nvPr/>
          </p:nvSpPr>
          <p:spPr>
            <a:xfrm>
              <a:off x="5731775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1" name="타원 4270">
              <a:extLst>
                <a:ext uri="{FF2B5EF4-FFF2-40B4-BE49-F238E27FC236}">
                  <a16:creationId xmlns:a16="http://schemas.microsoft.com/office/drawing/2014/main" id="{D8226375-41E1-4DCE-8223-D4356FE91922}"/>
                </a:ext>
              </a:extLst>
            </p:cNvPr>
            <p:cNvSpPr/>
            <p:nvPr/>
          </p:nvSpPr>
          <p:spPr>
            <a:xfrm>
              <a:off x="245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2" name="타원 4271">
              <a:extLst>
                <a:ext uri="{FF2B5EF4-FFF2-40B4-BE49-F238E27FC236}">
                  <a16:creationId xmlns:a16="http://schemas.microsoft.com/office/drawing/2014/main" id="{82E2AABB-9B75-4DB1-BDC1-2FE14B5F4B89}"/>
                </a:ext>
              </a:extLst>
            </p:cNvPr>
            <p:cNvSpPr/>
            <p:nvPr/>
          </p:nvSpPr>
          <p:spPr>
            <a:xfrm>
              <a:off x="397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3" name="타원 4272">
              <a:extLst>
                <a:ext uri="{FF2B5EF4-FFF2-40B4-BE49-F238E27FC236}">
                  <a16:creationId xmlns:a16="http://schemas.microsoft.com/office/drawing/2014/main" id="{6D9FE990-7EE7-41E0-A4BC-6AD93EB99EBF}"/>
                </a:ext>
              </a:extLst>
            </p:cNvPr>
            <p:cNvSpPr/>
            <p:nvPr/>
          </p:nvSpPr>
          <p:spPr>
            <a:xfrm>
              <a:off x="550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4" name="타원 4273">
              <a:extLst>
                <a:ext uri="{FF2B5EF4-FFF2-40B4-BE49-F238E27FC236}">
                  <a16:creationId xmlns:a16="http://schemas.microsoft.com/office/drawing/2014/main" id="{C41AD0B6-B038-4FB9-B41B-F9F853A1BF2B}"/>
                </a:ext>
              </a:extLst>
            </p:cNvPr>
            <p:cNvSpPr/>
            <p:nvPr/>
          </p:nvSpPr>
          <p:spPr>
            <a:xfrm>
              <a:off x="702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5" name="타원 4274">
              <a:extLst>
                <a:ext uri="{FF2B5EF4-FFF2-40B4-BE49-F238E27FC236}">
                  <a16:creationId xmlns:a16="http://schemas.microsoft.com/office/drawing/2014/main" id="{64D81322-510F-493F-BB73-3CAC52C9D53B}"/>
                </a:ext>
              </a:extLst>
            </p:cNvPr>
            <p:cNvSpPr/>
            <p:nvPr/>
          </p:nvSpPr>
          <p:spPr>
            <a:xfrm>
              <a:off x="854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6" name="타원 4275">
              <a:extLst>
                <a:ext uri="{FF2B5EF4-FFF2-40B4-BE49-F238E27FC236}">
                  <a16:creationId xmlns:a16="http://schemas.microsoft.com/office/drawing/2014/main" id="{5773363B-B9A6-42CA-AFC8-9332F28553F0}"/>
                </a:ext>
              </a:extLst>
            </p:cNvPr>
            <p:cNvSpPr/>
            <p:nvPr/>
          </p:nvSpPr>
          <p:spPr>
            <a:xfrm>
              <a:off x="1007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7" name="타원 4276">
              <a:extLst>
                <a:ext uri="{FF2B5EF4-FFF2-40B4-BE49-F238E27FC236}">
                  <a16:creationId xmlns:a16="http://schemas.microsoft.com/office/drawing/2014/main" id="{96E581A6-EFD1-42C8-AE79-2D9043604119}"/>
                </a:ext>
              </a:extLst>
            </p:cNvPr>
            <p:cNvSpPr/>
            <p:nvPr/>
          </p:nvSpPr>
          <p:spPr>
            <a:xfrm>
              <a:off x="1159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8" name="타원 4277">
              <a:extLst>
                <a:ext uri="{FF2B5EF4-FFF2-40B4-BE49-F238E27FC236}">
                  <a16:creationId xmlns:a16="http://schemas.microsoft.com/office/drawing/2014/main" id="{412D6AE1-722B-4573-834E-7EF2919E5935}"/>
                </a:ext>
              </a:extLst>
            </p:cNvPr>
            <p:cNvSpPr/>
            <p:nvPr/>
          </p:nvSpPr>
          <p:spPr>
            <a:xfrm>
              <a:off x="1312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79" name="타원 4278">
              <a:extLst>
                <a:ext uri="{FF2B5EF4-FFF2-40B4-BE49-F238E27FC236}">
                  <a16:creationId xmlns:a16="http://schemas.microsoft.com/office/drawing/2014/main" id="{A18D872D-5EC6-4836-906D-47479E2A343E}"/>
                </a:ext>
              </a:extLst>
            </p:cNvPr>
            <p:cNvSpPr/>
            <p:nvPr/>
          </p:nvSpPr>
          <p:spPr>
            <a:xfrm>
              <a:off x="1464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0" name="타원 4279">
              <a:extLst>
                <a:ext uri="{FF2B5EF4-FFF2-40B4-BE49-F238E27FC236}">
                  <a16:creationId xmlns:a16="http://schemas.microsoft.com/office/drawing/2014/main" id="{9E7B5F53-039A-413F-9859-1FA4328B38EC}"/>
                </a:ext>
              </a:extLst>
            </p:cNvPr>
            <p:cNvSpPr/>
            <p:nvPr/>
          </p:nvSpPr>
          <p:spPr>
            <a:xfrm>
              <a:off x="1616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1" name="타원 4280">
              <a:extLst>
                <a:ext uri="{FF2B5EF4-FFF2-40B4-BE49-F238E27FC236}">
                  <a16:creationId xmlns:a16="http://schemas.microsoft.com/office/drawing/2014/main" id="{779CDF02-5247-4418-B53C-7FA69ECBA539}"/>
                </a:ext>
              </a:extLst>
            </p:cNvPr>
            <p:cNvSpPr/>
            <p:nvPr/>
          </p:nvSpPr>
          <p:spPr>
            <a:xfrm>
              <a:off x="1769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2" name="타원 4281">
              <a:extLst>
                <a:ext uri="{FF2B5EF4-FFF2-40B4-BE49-F238E27FC236}">
                  <a16:creationId xmlns:a16="http://schemas.microsoft.com/office/drawing/2014/main" id="{41BEDF28-CCC3-48AF-A4A1-C1E9E4A76C32}"/>
                </a:ext>
              </a:extLst>
            </p:cNvPr>
            <p:cNvSpPr/>
            <p:nvPr/>
          </p:nvSpPr>
          <p:spPr>
            <a:xfrm>
              <a:off x="1921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3" name="타원 4282">
              <a:extLst>
                <a:ext uri="{FF2B5EF4-FFF2-40B4-BE49-F238E27FC236}">
                  <a16:creationId xmlns:a16="http://schemas.microsoft.com/office/drawing/2014/main" id="{A6E92974-93F5-4F19-B5E7-8AD8C307BE62}"/>
                </a:ext>
              </a:extLst>
            </p:cNvPr>
            <p:cNvSpPr/>
            <p:nvPr/>
          </p:nvSpPr>
          <p:spPr>
            <a:xfrm>
              <a:off x="2074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4" name="타원 4283">
              <a:extLst>
                <a:ext uri="{FF2B5EF4-FFF2-40B4-BE49-F238E27FC236}">
                  <a16:creationId xmlns:a16="http://schemas.microsoft.com/office/drawing/2014/main" id="{9A1E6A36-FECA-4844-BB5B-F79AEB9953B7}"/>
                </a:ext>
              </a:extLst>
            </p:cNvPr>
            <p:cNvSpPr/>
            <p:nvPr/>
          </p:nvSpPr>
          <p:spPr>
            <a:xfrm>
              <a:off x="2226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5" name="타원 4284">
              <a:extLst>
                <a:ext uri="{FF2B5EF4-FFF2-40B4-BE49-F238E27FC236}">
                  <a16:creationId xmlns:a16="http://schemas.microsoft.com/office/drawing/2014/main" id="{C6CA1DCD-BE62-4603-9F74-11CD425FB8CE}"/>
                </a:ext>
              </a:extLst>
            </p:cNvPr>
            <p:cNvSpPr/>
            <p:nvPr/>
          </p:nvSpPr>
          <p:spPr>
            <a:xfrm>
              <a:off x="2378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6" name="타원 4285">
              <a:extLst>
                <a:ext uri="{FF2B5EF4-FFF2-40B4-BE49-F238E27FC236}">
                  <a16:creationId xmlns:a16="http://schemas.microsoft.com/office/drawing/2014/main" id="{85D7BBA5-C47F-4707-81FD-987CF73C80BD}"/>
                </a:ext>
              </a:extLst>
            </p:cNvPr>
            <p:cNvSpPr/>
            <p:nvPr/>
          </p:nvSpPr>
          <p:spPr>
            <a:xfrm>
              <a:off x="2531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7" name="타원 4286">
              <a:extLst>
                <a:ext uri="{FF2B5EF4-FFF2-40B4-BE49-F238E27FC236}">
                  <a16:creationId xmlns:a16="http://schemas.microsoft.com/office/drawing/2014/main" id="{ECFCB31C-5F70-49B7-9458-121AD985F266}"/>
                </a:ext>
              </a:extLst>
            </p:cNvPr>
            <p:cNvSpPr/>
            <p:nvPr/>
          </p:nvSpPr>
          <p:spPr>
            <a:xfrm>
              <a:off x="2683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8" name="타원 4287">
              <a:extLst>
                <a:ext uri="{FF2B5EF4-FFF2-40B4-BE49-F238E27FC236}">
                  <a16:creationId xmlns:a16="http://schemas.microsoft.com/office/drawing/2014/main" id="{F1804666-5714-4408-83BC-FC9BE0A193B3}"/>
                </a:ext>
              </a:extLst>
            </p:cNvPr>
            <p:cNvSpPr/>
            <p:nvPr/>
          </p:nvSpPr>
          <p:spPr>
            <a:xfrm>
              <a:off x="2836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89" name="타원 4288">
              <a:extLst>
                <a:ext uri="{FF2B5EF4-FFF2-40B4-BE49-F238E27FC236}">
                  <a16:creationId xmlns:a16="http://schemas.microsoft.com/office/drawing/2014/main" id="{26A61AB3-EBF4-4C63-9210-2A653C3E7DAC}"/>
                </a:ext>
              </a:extLst>
            </p:cNvPr>
            <p:cNvSpPr/>
            <p:nvPr/>
          </p:nvSpPr>
          <p:spPr>
            <a:xfrm>
              <a:off x="2988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0" name="타원 4289">
              <a:extLst>
                <a:ext uri="{FF2B5EF4-FFF2-40B4-BE49-F238E27FC236}">
                  <a16:creationId xmlns:a16="http://schemas.microsoft.com/office/drawing/2014/main" id="{3143D333-20AC-4638-8856-EB9C1A6C6A56}"/>
                </a:ext>
              </a:extLst>
            </p:cNvPr>
            <p:cNvSpPr/>
            <p:nvPr/>
          </p:nvSpPr>
          <p:spPr>
            <a:xfrm>
              <a:off x="3140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1" name="타원 4290">
              <a:extLst>
                <a:ext uri="{FF2B5EF4-FFF2-40B4-BE49-F238E27FC236}">
                  <a16:creationId xmlns:a16="http://schemas.microsoft.com/office/drawing/2014/main" id="{E152870D-1733-4B9D-9E47-414723E4F1E0}"/>
                </a:ext>
              </a:extLst>
            </p:cNvPr>
            <p:cNvSpPr/>
            <p:nvPr/>
          </p:nvSpPr>
          <p:spPr>
            <a:xfrm>
              <a:off x="3293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2" name="타원 4291">
              <a:extLst>
                <a:ext uri="{FF2B5EF4-FFF2-40B4-BE49-F238E27FC236}">
                  <a16:creationId xmlns:a16="http://schemas.microsoft.com/office/drawing/2014/main" id="{3FBE18F7-1FA7-41A8-93BD-C5AF500536A0}"/>
                </a:ext>
              </a:extLst>
            </p:cNvPr>
            <p:cNvSpPr/>
            <p:nvPr/>
          </p:nvSpPr>
          <p:spPr>
            <a:xfrm>
              <a:off x="3445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3" name="타원 4292">
              <a:extLst>
                <a:ext uri="{FF2B5EF4-FFF2-40B4-BE49-F238E27FC236}">
                  <a16:creationId xmlns:a16="http://schemas.microsoft.com/office/drawing/2014/main" id="{6B18FB1C-B844-4C94-94A3-B70609732331}"/>
                </a:ext>
              </a:extLst>
            </p:cNvPr>
            <p:cNvSpPr/>
            <p:nvPr/>
          </p:nvSpPr>
          <p:spPr>
            <a:xfrm>
              <a:off x="3598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4" name="타원 4293">
              <a:extLst>
                <a:ext uri="{FF2B5EF4-FFF2-40B4-BE49-F238E27FC236}">
                  <a16:creationId xmlns:a16="http://schemas.microsoft.com/office/drawing/2014/main" id="{B692277F-4D2D-47F6-B3C3-1F0F08948C8C}"/>
                </a:ext>
              </a:extLst>
            </p:cNvPr>
            <p:cNvSpPr/>
            <p:nvPr/>
          </p:nvSpPr>
          <p:spPr>
            <a:xfrm>
              <a:off x="3750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5" name="타원 4294">
              <a:extLst>
                <a:ext uri="{FF2B5EF4-FFF2-40B4-BE49-F238E27FC236}">
                  <a16:creationId xmlns:a16="http://schemas.microsoft.com/office/drawing/2014/main" id="{5468F371-79F5-4875-83BD-CC8E9925B937}"/>
                </a:ext>
              </a:extLst>
            </p:cNvPr>
            <p:cNvSpPr/>
            <p:nvPr/>
          </p:nvSpPr>
          <p:spPr>
            <a:xfrm>
              <a:off x="3902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6" name="타원 4295">
              <a:extLst>
                <a:ext uri="{FF2B5EF4-FFF2-40B4-BE49-F238E27FC236}">
                  <a16:creationId xmlns:a16="http://schemas.microsoft.com/office/drawing/2014/main" id="{CABA6D92-8177-4B93-A5BE-8282982248D4}"/>
                </a:ext>
              </a:extLst>
            </p:cNvPr>
            <p:cNvSpPr/>
            <p:nvPr/>
          </p:nvSpPr>
          <p:spPr>
            <a:xfrm>
              <a:off x="4055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7" name="타원 4296">
              <a:extLst>
                <a:ext uri="{FF2B5EF4-FFF2-40B4-BE49-F238E27FC236}">
                  <a16:creationId xmlns:a16="http://schemas.microsoft.com/office/drawing/2014/main" id="{5AE488CB-FD89-4196-A1AC-18F4AF2A2B53}"/>
                </a:ext>
              </a:extLst>
            </p:cNvPr>
            <p:cNvSpPr/>
            <p:nvPr/>
          </p:nvSpPr>
          <p:spPr>
            <a:xfrm>
              <a:off x="4207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8" name="타원 4297">
              <a:extLst>
                <a:ext uri="{FF2B5EF4-FFF2-40B4-BE49-F238E27FC236}">
                  <a16:creationId xmlns:a16="http://schemas.microsoft.com/office/drawing/2014/main" id="{58D7F162-97E0-47C4-883B-B75FC19D1C72}"/>
                </a:ext>
              </a:extLst>
            </p:cNvPr>
            <p:cNvSpPr/>
            <p:nvPr/>
          </p:nvSpPr>
          <p:spPr>
            <a:xfrm>
              <a:off x="4360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99" name="타원 4298">
              <a:extLst>
                <a:ext uri="{FF2B5EF4-FFF2-40B4-BE49-F238E27FC236}">
                  <a16:creationId xmlns:a16="http://schemas.microsoft.com/office/drawing/2014/main" id="{B0441C1D-FB32-4E89-9821-A2F2494B7E17}"/>
                </a:ext>
              </a:extLst>
            </p:cNvPr>
            <p:cNvSpPr/>
            <p:nvPr/>
          </p:nvSpPr>
          <p:spPr>
            <a:xfrm>
              <a:off x="4512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0" name="타원 4299">
              <a:extLst>
                <a:ext uri="{FF2B5EF4-FFF2-40B4-BE49-F238E27FC236}">
                  <a16:creationId xmlns:a16="http://schemas.microsoft.com/office/drawing/2014/main" id="{7D90327D-DAFA-4E53-998C-34C39FF7A94B}"/>
                </a:ext>
              </a:extLst>
            </p:cNvPr>
            <p:cNvSpPr/>
            <p:nvPr/>
          </p:nvSpPr>
          <p:spPr>
            <a:xfrm>
              <a:off x="4664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1" name="타원 4300">
              <a:extLst>
                <a:ext uri="{FF2B5EF4-FFF2-40B4-BE49-F238E27FC236}">
                  <a16:creationId xmlns:a16="http://schemas.microsoft.com/office/drawing/2014/main" id="{7D5759D0-3138-44EF-9775-148EAB427660}"/>
                </a:ext>
              </a:extLst>
            </p:cNvPr>
            <p:cNvSpPr/>
            <p:nvPr/>
          </p:nvSpPr>
          <p:spPr>
            <a:xfrm>
              <a:off x="4817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2" name="타원 4301">
              <a:extLst>
                <a:ext uri="{FF2B5EF4-FFF2-40B4-BE49-F238E27FC236}">
                  <a16:creationId xmlns:a16="http://schemas.microsoft.com/office/drawing/2014/main" id="{F2B2442D-5F80-4F48-A570-90AA9C14FD07}"/>
                </a:ext>
              </a:extLst>
            </p:cNvPr>
            <p:cNvSpPr/>
            <p:nvPr/>
          </p:nvSpPr>
          <p:spPr>
            <a:xfrm>
              <a:off x="4969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3" name="타원 4302">
              <a:extLst>
                <a:ext uri="{FF2B5EF4-FFF2-40B4-BE49-F238E27FC236}">
                  <a16:creationId xmlns:a16="http://schemas.microsoft.com/office/drawing/2014/main" id="{BEFCA62F-C1E2-4316-8CE0-B9FC85E647AD}"/>
                </a:ext>
              </a:extLst>
            </p:cNvPr>
            <p:cNvSpPr/>
            <p:nvPr/>
          </p:nvSpPr>
          <p:spPr>
            <a:xfrm>
              <a:off x="51221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4" name="타원 4303">
              <a:extLst>
                <a:ext uri="{FF2B5EF4-FFF2-40B4-BE49-F238E27FC236}">
                  <a16:creationId xmlns:a16="http://schemas.microsoft.com/office/drawing/2014/main" id="{AAE46D47-0538-47E2-A6D1-F396F31AF4F5}"/>
                </a:ext>
              </a:extLst>
            </p:cNvPr>
            <p:cNvSpPr/>
            <p:nvPr/>
          </p:nvSpPr>
          <p:spPr>
            <a:xfrm>
              <a:off x="52745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5" name="타원 4304">
              <a:extLst>
                <a:ext uri="{FF2B5EF4-FFF2-40B4-BE49-F238E27FC236}">
                  <a16:creationId xmlns:a16="http://schemas.microsoft.com/office/drawing/2014/main" id="{4545B38D-71C0-4D7C-884B-0846172D6429}"/>
                </a:ext>
              </a:extLst>
            </p:cNvPr>
            <p:cNvSpPr/>
            <p:nvPr/>
          </p:nvSpPr>
          <p:spPr>
            <a:xfrm>
              <a:off x="54269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6" name="타원 4305">
              <a:extLst>
                <a:ext uri="{FF2B5EF4-FFF2-40B4-BE49-F238E27FC236}">
                  <a16:creationId xmlns:a16="http://schemas.microsoft.com/office/drawing/2014/main" id="{EE2C959B-596C-4BC4-A1F5-F909ADDC7214}"/>
                </a:ext>
              </a:extLst>
            </p:cNvPr>
            <p:cNvSpPr/>
            <p:nvPr/>
          </p:nvSpPr>
          <p:spPr>
            <a:xfrm>
              <a:off x="55793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7" name="타원 4306">
              <a:extLst>
                <a:ext uri="{FF2B5EF4-FFF2-40B4-BE49-F238E27FC236}">
                  <a16:creationId xmlns:a16="http://schemas.microsoft.com/office/drawing/2014/main" id="{697D3E0E-62C6-49E8-A81F-8EBFCAABA518}"/>
                </a:ext>
              </a:extLst>
            </p:cNvPr>
            <p:cNvSpPr/>
            <p:nvPr/>
          </p:nvSpPr>
          <p:spPr>
            <a:xfrm>
              <a:off x="5731775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8" name="타원 4307">
              <a:extLst>
                <a:ext uri="{FF2B5EF4-FFF2-40B4-BE49-F238E27FC236}">
                  <a16:creationId xmlns:a16="http://schemas.microsoft.com/office/drawing/2014/main" id="{2573D84C-7D5E-4E48-9915-A3565819CD70}"/>
                </a:ext>
              </a:extLst>
            </p:cNvPr>
            <p:cNvSpPr/>
            <p:nvPr/>
          </p:nvSpPr>
          <p:spPr>
            <a:xfrm>
              <a:off x="245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09" name="타원 4308">
              <a:extLst>
                <a:ext uri="{FF2B5EF4-FFF2-40B4-BE49-F238E27FC236}">
                  <a16:creationId xmlns:a16="http://schemas.microsoft.com/office/drawing/2014/main" id="{859E9573-92F7-487A-9FB3-5E969E81330E}"/>
                </a:ext>
              </a:extLst>
            </p:cNvPr>
            <p:cNvSpPr/>
            <p:nvPr/>
          </p:nvSpPr>
          <p:spPr>
            <a:xfrm>
              <a:off x="397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0" name="타원 4309">
              <a:extLst>
                <a:ext uri="{FF2B5EF4-FFF2-40B4-BE49-F238E27FC236}">
                  <a16:creationId xmlns:a16="http://schemas.microsoft.com/office/drawing/2014/main" id="{B73005BA-6100-43BA-80A1-E76AD46EE647}"/>
                </a:ext>
              </a:extLst>
            </p:cNvPr>
            <p:cNvSpPr/>
            <p:nvPr/>
          </p:nvSpPr>
          <p:spPr>
            <a:xfrm>
              <a:off x="550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1" name="타원 4310">
              <a:extLst>
                <a:ext uri="{FF2B5EF4-FFF2-40B4-BE49-F238E27FC236}">
                  <a16:creationId xmlns:a16="http://schemas.microsoft.com/office/drawing/2014/main" id="{C2326C8E-07EC-4F32-AF56-554567D785A0}"/>
                </a:ext>
              </a:extLst>
            </p:cNvPr>
            <p:cNvSpPr/>
            <p:nvPr/>
          </p:nvSpPr>
          <p:spPr>
            <a:xfrm>
              <a:off x="702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2" name="타원 4311">
              <a:extLst>
                <a:ext uri="{FF2B5EF4-FFF2-40B4-BE49-F238E27FC236}">
                  <a16:creationId xmlns:a16="http://schemas.microsoft.com/office/drawing/2014/main" id="{3357F0B1-FDCF-4033-9B82-A383535CFA1B}"/>
                </a:ext>
              </a:extLst>
            </p:cNvPr>
            <p:cNvSpPr/>
            <p:nvPr/>
          </p:nvSpPr>
          <p:spPr>
            <a:xfrm>
              <a:off x="854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3" name="타원 4312">
              <a:extLst>
                <a:ext uri="{FF2B5EF4-FFF2-40B4-BE49-F238E27FC236}">
                  <a16:creationId xmlns:a16="http://schemas.microsoft.com/office/drawing/2014/main" id="{94951575-3158-4C62-BDEB-9574D97A316D}"/>
                </a:ext>
              </a:extLst>
            </p:cNvPr>
            <p:cNvSpPr/>
            <p:nvPr/>
          </p:nvSpPr>
          <p:spPr>
            <a:xfrm>
              <a:off x="1007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4" name="타원 4313">
              <a:extLst>
                <a:ext uri="{FF2B5EF4-FFF2-40B4-BE49-F238E27FC236}">
                  <a16:creationId xmlns:a16="http://schemas.microsoft.com/office/drawing/2014/main" id="{51C4041F-0ABE-4BA3-852E-F43CAE649558}"/>
                </a:ext>
              </a:extLst>
            </p:cNvPr>
            <p:cNvSpPr/>
            <p:nvPr/>
          </p:nvSpPr>
          <p:spPr>
            <a:xfrm>
              <a:off x="1159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5" name="타원 4314">
              <a:extLst>
                <a:ext uri="{FF2B5EF4-FFF2-40B4-BE49-F238E27FC236}">
                  <a16:creationId xmlns:a16="http://schemas.microsoft.com/office/drawing/2014/main" id="{AC25F1B7-BE6C-4779-B754-5BAAEAAD1D38}"/>
                </a:ext>
              </a:extLst>
            </p:cNvPr>
            <p:cNvSpPr/>
            <p:nvPr/>
          </p:nvSpPr>
          <p:spPr>
            <a:xfrm>
              <a:off x="1312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6" name="타원 4315">
              <a:extLst>
                <a:ext uri="{FF2B5EF4-FFF2-40B4-BE49-F238E27FC236}">
                  <a16:creationId xmlns:a16="http://schemas.microsoft.com/office/drawing/2014/main" id="{C45D1B89-4D95-4973-94A7-41822E4B19B1}"/>
                </a:ext>
              </a:extLst>
            </p:cNvPr>
            <p:cNvSpPr/>
            <p:nvPr/>
          </p:nvSpPr>
          <p:spPr>
            <a:xfrm>
              <a:off x="1464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7" name="타원 4316">
              <a:extLst>
                <a:ext uri="{FF2B5EF4-FFF2-40B4-BE49-F238E27FC236}">
                  <a16:creationId xmlns:a16="http://schemas.microsoft.com/office/drawing/2014/main" id="{05756686-EED0-4008-B460-0B0D622B8DE8}"/>
                </a:ext>
              </a:extLst>
            </p:cNvPr>
            <p:cNvSpPr/>
            <p:nvPr/>
          </p:nvSpPr>
          <p:spPr>
            <a:xfrm>
              <a:off x="1616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8" name="타원 4317">
              <a:extLst>
                <a:ext uri="{FF2B5EF4-FFF2-40B4-BE49-F238E27FC236}">
                  <a16:creationId xmlns:a16="http://schemas.microsoft.com/office/drawing/2014/main" id="{89DECCF2-6DC1-417B-BB9E-3D97DF4120CB}"/>
                </a:ext>
              </a:extLst>
            </p:cNvPr>
            <p:cNvSpPr/>
            <p:nvPr/>
          </p:nvSpPr>
          <p:spPr>
            <a:xfrm>
              <a:off x="1769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19" name="타원 4318">
              <a:extLst>
                <a:ext uri="{FF2B5EF4-FFF2-40B4-BE49-F238E27FC236}">
                  <a16:creationId xmlns:a16="http://schemas.microsoft.com/office/drawing/2014/main" id="{376E4107-831F-47F7-9EC5-267551588965}"/>
                </a:ext>
              </a:extLst>
            </p:cNvPr>
            <p:cNvSpPr/>
            <p:nvPr/>
          </p:nvSpPr>
          <p:spPr>
            <a:xfrm>
              <a:off x="1921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0" name="타원 4319">
              <a:extLst>
                <a:ext uri="{FF2B5EF4-FFF2-40B4-BE49-F238E27FC236}">
                  <a16:creationId xmlns:a16="http://schemas.microsoft.com/office/drawing/2014/main" id="{00796D0D-39AA-4DA0-AA48-3F70EBDC41F9}"/>
                </a:ext>
              </a:extLst>
            </p:cNvPr>
            <p:cNvSpPr/>
            <p:nvPr/>
          </p:nvSpPr>
          <p:spPr>
            <a:xfrm>
              <a:off x="2074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1" name="타원 4320">
              <a:extLst>
                <a:ext uri="{FF2B5EF4-FFF2-40B4-BE49-F238E27FC236}">
                  <a16:creationId xmlns:a16="http://schemas.microsoft.com/office/drawing/2014/main" id="{14A4F6A1-9EE9-411D-8392-A0C934624952}"/>
                </a:ext>
              </a:extLst>
            </p:cNvPr>
            <p:cNvSpPr/>
            <p:nvPr/>
          </p:nvSpPr>
          <p:spPr>
            <a:xfrm>
              <a:off x="2226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2" name="타원 4321">
              <a:extLst>
                <a:ext uri="{FF2B5EF4-FFF2-40B4-BE49-F238E27FC236}">
                  <a16:creationId xmlns:a16="http://schemas.microsoft.com/office/drawing/2014/main" id="{8BF3661C-22F4-42D7-879A-110D7375EEBD}"/>
                </a:ext>
              </a:extLst>
            </p:cNvPr>
            <p:cNvSpPr/>
            <p:nvPr/>
          </p:nvSpPr>
          <p:spPr>
            <a:xfrm>
              <a:off x="2378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3" name="타원 4322">
              <a:extLst>
                <a:ext uri="{FF2B5EF4-FFF2-40B4-BE49-F238E27FC236}">
                  <a16:creationId xmlns:a16="http://schemas.microsoft.com/office/drawing/2014/main" id="{8F9188AB-239C-4FB7-A01F-B1AC6A6C1415}"/>
                </a:ext>
              </a:extLst>
            </p:cNvPr>
            <p:cNvSpPr/>
            <p:nvPr/>
          </p:nvSpPr>
          <p:spPr>
            <a:xfrm>
              <a:off x="2531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4" name="타원 4323">
              <a:extLst>
                <a:ext uri="{FF2B5EF4-FFF2-40B4-BE49-F238E27FC236}">
                  <a16:creationId xmlns:a16="http://schemas.microsoft.com/office/drawing/2014/main" id="{2D8894B6-D639-4C23-846F-832CEFAF321E}"/>
                </a:ext>
              </a:extLst>
            </p:cNvPr>
            <p:cNvSpPr/>
            <p:nvPr/>
          </p:nvSpPr>
          <p:spPr>
            <a:xfrm>
              <a:off x="2683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5" name="타원 4324">
              <a:extLst>
                <a:ext uri="{FF2B5EF4-FFF2-40B4-BE49-F238E27FC236}">
                  <a16:creationId xmlns:a16="http://schemas.microsoft.com/office/drawing/2014/main" id="{3CF19D96-3EDA-44FD-A066-7A2A08C2F89B}"/>
                </a:ext>
              </a:extLst>
            </p:cNvPr>
            <p:cNvSpPr/>
            <p:nvPr/>
          </p:nvSpPr>
          <p:spPr>
            <a:xfrm>
              <a:off x="2836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6" name="타원 4325">
              <a:extLst>
                <a:ext uri="{FF2B5EF4-FFF2-40B4-BE49-F238E27FC236}">
                  <a16:creationId xmlns:a16="http://schemas.microsoft.com/office/drawing/2014/main" id="{CC93B205-3F9F-48AE-BB78-7E6D0774E5C9}"/>
                </a:ext>
              </a:extLst>
            </p:cNvPr>
            <p:cNvSpPr/>
            <p:nvPr/>
          </p:nvSpPr>
          <p:spPr>
            <a:xfrm>
              <a:off x="2988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7" name="타원 4326">
              <a:extLst>
                <a:ext uri="{FF2B5EF4-FFF2-40B4-BE49-F238E27FC236}">
                  <a16:creationId xmlns:a16="http://schemas.microsoft.com/office/drawing/2014/main" id="{FF2D15CA-074B-4A7B-905A-40376C1ACC7F}"/>
                </a:ext>
              </a:extLst>
            </p:cNvPr>
            <p:cNvSpPr/>
            <p:nvPr/>
          </p:nvSpPr>
          <p:spPr>
            <a:xfrm>
              <a:off x="3140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8" name="타원 4327">
              <a:extLst>
                <a:ext uri="{FF2B5EF4-FFF2-40B4-BE49-F238E27FC236}">
                  <a16:creationId xmlns:a16="http://schemas.microsoft.com/office/drawing/2014/main" id="{F874DC33-5D6D-410E-B438-9D03317872F0}"/>
                </a:ext>
              </a:extLst>
            </p:cNvPr>
            <p:cNvSpPr/>
            <p:nvPr/>
          </p:nvSpPr>
          <p:spPr>
            <a:xfrm>
              <a:off x="3293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29" name="타원 4328">
              <a:extLst>
                <a:ext uri="{FF2B5EF4-FFF2-40B4-BE49-F238E27FC236}">
                  <a16:creationId xmlns:a16="http://schemas.microsoft.com/office/drawing/2014/main" id="{2D6C067E-F973-459A-8B71-392AB021F8C3}"/>
                </a:ext>
              </a:extLst>
            </p:cNvPr>
            <p:cNvSpPr/>
            <p:nvPr/>
          </p:nvSpPr>
          <p:spPr>
            <a:xfrm>
              <a:off x="3445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0" name="타원 4329">
              <a:extLst>
                <a:ext uri="{FF2B5EF4-FFF2-40B4-BE49-F238E27FC236}">
                  <a16:creationId xmlns:a16="http://schemas.microsoft.com/office/drawing/2014/main" id="{9AFFD369-DEC7-4BF2-AB88-2515C28F5EDA}"/>
                </a:ext>
              </a:extLst>
            </p:cNvPr>
            <p:cNvSpPr/>
            <p:nvPr/>
          </p:nvSpPr>
          <p:spPr>
            <a:xfrm>
              <a:off x="3598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1" name="타원 4330">
              <a:extLst>
                <a:ext uri="{FF2B5EF4-FFF2-40B4-BE49-F238E27FC236}">
                  <a16:creationId xmlns:a16="http://schemas.microsoft.com/office/drawing/2014/main" id="{4AE8A36D-1A76-45BC-A505-E036E2A68DA7}"/>
                </a:ext>
              </a:extLst>
            </p:cNvPr>
            <p:cNvSpPr/>
            <p:nvPr/>
          </p:nvSpPr>
          <p:spPr>
            <a:xfrm>
              <a:off x="3750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2" name="타원 4331">
              <a:extLst>
                <a:ext uri="{FF2B5EF4-FFF2-40B4-BE49-F238E27FC236}">
                  <a16:creationId xmlns:a16="http://schemas.microsoft.com/office/drawing/2014/main" id="{30198C29-D1EB-4F81-8CF1-C06E6E3731C0}"/>
                </a:ext>
              </a:extLst>
            </p:cNvPr>
            <p:cNvSpPr/>
            <p:nvPr/>
          </p:nvSpPr>
          <p:spPr>
            <a:xfrm>
              <a:off x="3902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3" name="타원 4332">
              <a:extLst>
                <a:ext uri="{FF2B5EF4-FFF2-40B4-BE49-F238E27FC236}">
                  <a16:creationId xmlns:a16="http://schemas.microsoft.com/office/drawing/2014/main" id="{25949C5B-622F-4AA7-8916-D2929A50350A}"/>
                </a:ext>
              </a:extLst>
            </p:cNvPr>
            <p:cNvSpPr/>
            <p:nvPr/>
          </p:nvSpPr>
          <p:spPr>
            <a:xfrm>
              <a:off x="4055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4" name="타원 4333">
              <a:extLst>
                <a:ext uri="{FF2B5EF4-FFF2-40B4-BE49-F238E27FC236}">
                  <a16:creationId xmlns:a16="http://schemas.microsoft.com/office/drawing/2014/main" id="{8AE71D0D-0A16-408D-AB06-8295D5D78C67}"/>
                </a:ext>
              </a:extLst>
            </p:cNvPr>
            <p:cNvSpPr/>
            <p:nvPr/>
          </p:nvSpPr>
          <p:spPr>
            <a:xfrm>
              <a:off x="4207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5" name="타원 4334">
              <a:extLst>
                <a:ext uri="{FF2B5EF4-FFF2-40B4-BE49-F238E27FC236}">
                  <a16:creationId xmlns:a16="http://schemas.microsoft.com/office/drawing/2014/main" id="{708E5F75-915A-4C8F-8A49-42BC147BF9F7}"/>
                </a:ext>
              </a:extLst>
            </p:cNvPr>
            <p:cNvSpPr/>
            <p:nvPr/>
          </p:nvSpPr>
          <p:spPr>
            <a:xfrm>
              <a:off x="4360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6" name="타원 4335">
              <a:extLst>
                <a:ext uri="{FF2B5EF4-FFF2-40B4-BE49-F238E27FC236}">
                  <a16:creationId xmlns:a16="http://schemas.microsoft.com/office/drawing/2014/main" id="{7664B120-CE30-4B77-8DF2-B6A7C0B228B5}"/>
                </a:ext>
              </a:extLst>
            </p:cNvPr>
            <p:cNvSpPr/>
            <p:nvPr/>
          </p:nvSpPr>
          <p:spPr>
            <a:xfrm>
              <a:off x="4512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7" name="타원 4336">
              <a:extLst>
                <a:ext uri="{FF2B5EF4-FFF2-40B4-BE49-F238E27FC236}">
                  <a16:creationId xmlns:a16="http://schemas.microsoft.com/office/drawing/2014/main" id="{9A8CCD34-FF1E-417F-985D-CAD9824BD9EE}"/>
                </a:ext>
              </a:extLst>
            </p:cNvPr>
            <p:cNvSpPr/>
            <p:nvPr/>
          </p:nvSpPr>
          <p:spPr>
            <a:xfrm>
              <a:off x="4664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8" name="타원 4337">
              <a:extLst>
                <a:ext uri="{FF2B5EF4-FFF2-40B4-BE49-F238E27FC236}">
                  <a16:creationId xmlns:a16="http://schemas.microsoft.com/office/drawing/2014/main" id="{45AAD3EE-22F2-4DB6-B959-E19F13039B1E}"/>
                </a:ext>
              </a:extLst>
            </p:cNvPr>
            <p:cNvSpPr/>
            <p:nvPr/>
          </p:nvSpPr>
          <p:spPr>
            <a:xfrm>
              <a:off x="4817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39" name="타원 4338">
              <a:extLst>
                <a:ext uri="{FF2B5EF4-FFF2-40B4-BE49-F238E27FC236}">
                  <a16:creationId xmlns:a16="http://schemas.microsoft.com/office/drawing/2014/main" id="{59938D78-D7A6-467B-AE11-E4BF35D109F2}"/>
                </a:ext>
              </a:extLst>
            </p:cNvPr>
            <p:cNvSpPr/>
            <p:nvPr/>
          </p:nvSpPr>
          <p:spPr>
            <a:xfrm>
              <a:off x="4969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0" name="타원 4339">
              <a:extLst>
                <a:ext uri="{FF2B5EF4-FFF2-40B4-BE49-F238E27FC236}">
                  <a16:creationId xmlns:a16="http://schemas.microsoft.com/office/drawing/2014/main" id="{5B74B5DB-F1A5-4A99-AB0A-2202EB9EC7CA}"/>
                </a:ext>
              </a:extLst>
            </p:cNvPr>
            <p:cNvSpPr/>
            <p:nvPr/>
          </p:nvSpPr>
          <p:spPr>
            <a:xfrm>
              <a:off x="51221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1" name="타원 4340">
              <a:extLst>
                <a:ext uri="{FF2B5EF4-FFF2-40B4-BE49-F238E27FC236}">
                  <a16:creationId xmlns:a16="http://schemas.microsoft.com/office/drawing/2014/main" id="{FEA9BEEA-C9A8-4EAB-AF1C-CF5C6D33CF27}"/>
                </a:ext>
              </a:extLst>
            </p:cNvPr>
            <p:cNvSpPr/>
            <p:nvPr/>
          </p:nvSpPr>
          <p:spPr>
            <a:xfrm>
              <a:off x="52745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2" name="타원 4341">
              <a:extLst>
                <a:ext uri="{FF2B5EF4-FFF2-40B4-BE49-F238E27FC236}">
                  <a16:creationId xmlns:a16="http://schemas.microsoft.com/office/drawing/2014/main" id="{59B18CFC-B647-4354-A486-E786F5096025}"/>
                </a:ext>
              </a:extLst>
            </p:cNvPr>
            <p:cNvSpPr/>
            <p:nvPr/>
          </p:nvSpPr>
          <p:spPr>
            <a:xfrm>
              <a:off x="54269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3" name="타원 4342">
              <a:extLst>
                <a:ext uri="{FF2B5EF4-FFF2-40B4-BE49-F238E27FC236}">
                  <a16:creationId xmlns:a16="http://schemas.microsoft.com/office/drawing/2014/main" id="{5091839B-F6F5-4FF9-81C1-8B08B93CFBEA}"/>
                </a:ext>
              </a:extLst>
            </p:cNvPr>
            <p:cNvSpPr/>
            <p:nvPr/>
          </p:nvSpPr>
          <p:spPr>
            <a:xfrm>
              <a:off x="55793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4" name="타원 4343">
              <a:extLst>
                <a:ext uri="{FF2B5EF4-FFF2-40B4-BE49-F238E27FC236}">
                  <a16:creationId xmlns:a16="http://schemas.microsoft.com/office/drawing/2014/main" id="{C307F611-8861-40D4-B887-8A8DE3ABABC5}"/>
                </a:ext>
              </a:extLst>
            </p:cNvPr>
            <p:cNvSpPr/>
            <p:nvPr/>
          </p:nvSpPr>
          <p:spPr>
            <a:xfrm>
              <a:off x="5731775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5" name="타원 4344">
              <a:extLst>
                <a:ext uri="{FF2B5EF4-FFF2-40B4-BE49-F238E27FC236}">
                  <a16:creationId xmlns:a16="http://schemas.microsoft.com/office/drawing/2014/main" id="{0BA601F9-1DA1-42BB-8CB6-0F13D4A32855}"/>
                </a:ext>
              </a:extLst>
            </p:cNvPr>
            <p:cNvSpPr/>
            <p:nvPr/>
          </p:nvSpPr>
          <p:spPr>
            <a:xfrm>
              <a:off x="245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6" name="타원 4345">
              <a:extLst>
                <a:ext uri="{FF2B5EF4-FFF2-40B4-BE49-F238E27FC236}">
                  <a16:creationId xmlns:a16="http://schemas.microsoft.com/office/drawing/2014/main" id="{8BD7FF36-648A-4F2F-856A-492BB832BAF9}"/>
                </a:ext>
              </a:extLst>
            </p:cNvPr>
            <p:cNvSpPr/>
            <p:nvPr/>
          </p:nvSpPr>
          <p:spPr>
            <a:xfrm>
              <a:off x="397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7" name="타원 4346">
              <a:extLst>
                <a:ext uri="{FF2B5EF4-FFF2-40B4-BE49-F238E27FC236}">
                  <a16:creationId xmlns:a16="http://schemas.microsoft.com/office/drawing/2014/main" id="{85DA64C6-9A9B-4B8F-8891-A4B01BAAAAA0}"/>
                </a:ext>
              </a:extLst>
            </p:cNvPr>
            <p:cNvSpPr/>
            <p:nvPr/>
          </p:nvSpPr>
          <p:spPr>
            <a:xfrm>
              <a:off x="550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8" name="타원 4347">
              <a:extLst>
                <a:ext uri="{FF2B5EF4-FFF2-40B4-BE49-F238E27FC236}">
                  <a16:creationId xmlns:a16="http://schemas.microsoft.com/office/drawing/2014/main" id="{705F3A0C-D3FA-4C89-9775-D3A987B7CB20}"/>
                </a:ext>
              </a:extLst>
            </p:cNvPr>
            <p:cNvSpPr/>
            <p:nvPr/>
          </p:nvSpPr>
          <p:spPr>
            <a:xfrm>
              <a:off x="702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49" name="타원 4348">
              <a:extLst>
                <a:ext uri="{FF2B5EF4-FFF2-40B4-BE49-F238E27FC236}">
                  <a16:creationId xmlns:a16="http://schemas.microsoft.com/office/drawing/2014/main" id="{1AF18AFF-7D12-4B3C-A3F3-62854DCF7D60}"/>
                </a:ext>
              </a:extLst>
            </p:cNvPr>
            <p:cNvSpPr/>
            <p:nvPr/>
          </p:nvSpPr>
          <p:spPr>
            <a:xfrm>
              <a:off x="854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0" name="타원 4349">
              <a:extLst>
                <a:ext uri="{FF2B5EF4-FFF2-40B4-BE49-F238E27FC236}">
                  <a16:creationId xmlns:a16="http://schemas.microsoft.com/office/drawing/2014/main" id="{03A3D1C2-401E-41B4-9C8D-5263F32D11BC}"/>
                </a:ext>
              </a:extLst>
            </p:cNvPr>
            <p:cNvSpPr/>
            <p:nvPr/>
          </p:nvSpPr>
          <p:spPr>
            <a:xfrm>
              <a:off x="1007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1" name="타원 4350">
              <a:extLst>
                <a:ext uri="{FF2B5EF4-FFF2-40B4-BE49-F238E27FC236}">
                  <a16:creationId xmlns:a16="http://schemas.microsoft.com/office/drawing/2014/main" id="{0FFDF82E-08B4-4FE2-98E6-C0C080071B00}"/>
                </a:ext>
              </a:extLst>
            </p:cNvPr>
            <p:cNvSpPr/>
            <p:nvPr/>
          </p:nvSpPr>
          <p:spPr>
            <a:xfrm>
              <a:off x="1159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2" name="타원 4351">
              <a:extLst>
                <a:ext uri="{FF2B5EF4-FFF2-40B4-BE49-F238E27FC236}">
                  <a16:creationId xmlns:a16="http://schemas.microsoft.com/office/drawing/2014/main" id="{3C2C0F5D-B980-4A90-B7C4-6FA1892959E2}"/>
                </a:ext>
              </a:extLst>
            </p:cNvPr>
            <p:cNvSpPr/>
            <p:nvPr/>
          </p:nvSpPr>
          <p:spPr>
            <a:xfrm>
              <a:off x="1312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3" name="타원 4352">
              <a:extLst>
                <a:ext uri="{FF2B5EF4-FFF2-40B4-BE49-F238E27FC236}">
                  <a16:creationId xmlns:a16="http://schemas.microsoft.com/office/drawing/2014/main" id="{3E24EA55-EA09-447A-9175-74622F4559E9}"/>
                </a:ext>
              </a:extLst>
            </p:cNvPr>
            <p:cNvSpPr/>
            <p:nvPr/>
          </p:nvSpPr>
          <p:spPr>
            <a:xfrm>
              <a:off x="1464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4" name="타원 4353">
              <a:extLst>
                <a:ext uri="{FF2B5EF4-FFF2-40B4-BE49-F238E27FC236}">
                  <a16:creationId xmlns:a16="http://schemas.microsoft.com/office/drawing/2014/main" id="{4098617C-AEF4-4FDD-BAC7-1BB4E0D0D77A}"/>
                </a:ext>
              </a:extLst>
            </p:cNvPr>
            <p:cNvSpPr/>
            <p:nvPr/>
          </p:nvSpPr>
          <p:spPr>
            <a:xfrm>
              <a:off x="1616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5" name="타원 4354">
              <a:extLst>
                <a:ext uri="{FF2B5EF4-FFF2-40B4-BE49-F238E27FC236}">
                  <a16:creationId xmlns:a16="http://schemas.microsoft.com/office/drawing/2014/main" id="{712E711D-3E6A-4670-8154-B9C5BC3C5089}"/>
                </a:ext>
              </a:extLst>
            </p:cNvPr>
            <p:cNvSpPr/>
            <p:nvPr/>
          </p:nvSpPr>
          <p:spPr>
            <a:xfrm>
              <a:off x="1769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6" name="타원 4355">
              <a:extLst>
                <a:ext uri="{FF2B5EF4-FFF2-40B4-BE49-F238E27FC236}">
                  <a16:creationId xmlns:a16="http://schemas.microsoft.com/office/drawing/2014/main" id="{A3C25A4E-846D-4D73-9868-38040EE5EA72}"/>
                </a:ext>
              </a:extLst>
            </p:cNvPr>
            <p:cNvSpPr/>
            <p:nvPr/>
          </p:nvSpPr>
          <p:spPr>
            <a:xfrm>
              <a:off x="1921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7" name="타원 4356">
              <a:extLst>
                <a:ext uri="{FF2B5EF4-FFF2-40B4-BE49-F238E27FC236}">
                  <a16:creationId xmlns:a16="http://schemas.microsoft.com/office/drawing/2014/main" id="{D6D01143-AE79-4DE0-AC34-13577416E916}"/>
                </a:ext>
              </a:extLst>
            </p:cNvPr>
            <p:cNvSpPr/>
            <p:nvPr/>
          </p:nvSpPr>
          <p:spPr>
            <a:xfrm>
              <a:off x="2074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8" name="타원 4357">
              <a:extLst>
                <a:ext uri="{FF2B5EF4-FFF2-40B4-BE49-F238E27FC236}">
                  <a16:creationId xmlns:a16="http://schemas.microsoft.com/office/drawing/2014/main" id="{1C6504EF-424D-4B8B-B47B-B9BA59E50FDD}"/>
                </a:ext>
              </a:extLst>
            </p:cNvPr>
            <p:cNvSpPr/>
            <p:nvPr/>
          </p:nvSpPr>
          <p:spPr>
            <a:xfrm>
              <a:off x="2226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59" name="타원 4358">
              <a:extLst>
                <a:ext uri="{FF2B5EF4-FFF2-40B4-BE49-F238E27FC236}">
                  <a16:creationId xmlns:a16="http://schemas.microsoft.com/office/drawing/2014/main" id="{85BE853C-F935-45AF-9FBF-8269F06FF460}"/>
                </a:ext>
              </a:extLst>
            </p:cNvPr>
            <p:cNvSpPr/>
            <p:nvPr/>
          </p:nvSpPr>
          <p:spPr>
            <a:xfrm>
              <a:off x="2378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0" name="타원 4359">
              <a:extLst>
                <a:ext uri="{FF2B5EF4-FFF2-40B4-BE49-F238E27FC236}">
                  <a16:creationId xmlns:a16="http://schemas.microsoft.com/office/drawing/2014/main" id="{C04E4265-F5E4-48E4-911A-512315DA19A4}"/>
                </a:ext>
              </a:extLst>
            </p:cNvPr>
            <p:cNvSpPr/>
            <p:nvPr/>
          </p:nvSpPr>
          <p:spPr>
            <a:xfrm>
              <a:off x="2531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1" name="타원 4360">
              <a:extLst>
                <a:ext uri="{FF2B5EF4-FFF2-40B4-BE49-F238E27FC236}">
                  <a16:creationId xmlns:a16="http://schemas.microsoft.com/office/drawing/2014/main" id="{E9CB4297-61ED-4E3C-9B53-90F619EAB2EA}"/>
                </a:ext>
              </a:extLst>
            </p:cNvPr>
            <p:cNvSpPr/>
            <p:nvPr/>
          </p:nvSpPr>
          <p:spPr>
            <a:xfrm>
              <a:off x="2683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2" name="타원 4361">
              <a:extLst>
                <a:ext uri="{FF2B5EF4-FFF2-40B4-BE49-F238E27FC236}">
                  <a16:creationId xmlns:a16="http://schemas.microsoft.com/office/drawing/2014/main" id="{1A9C4F1F-0815-4AEC-8BA1-834BE183A895}"/>
                </a:ext>
              </a:extLst>
            </p:cNvPr>
            <p:cNvSpPr/>
            <p:nvPr/>
          </p:nvSpPr>
          <p:spPr>
            <a:xfrm>
              <a:off x="2836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3" name="타원 4362">
              <a:extLst>
                <a:ext uri="{FF2B5EF4-FFF2-40B4-BE49-F238E27FC236}">
                  <a16:creationId xmlns:a16="http://schemas.microsoft.com/office/drawing/2014/main" id="{6821ED5D-D372-4223-A981-B706EC5BB011}"/>
                </a:ext>
              </a:extLst>
            </p:cNvPr>
            <p:cNvSpPr/>
            <p:nvPr/>
          </p:nvSpPr>
          <p:spPr>
            <a:xfrm>
              <a:off x="2988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4" name="타원 4363">
              <a:extLst>
                <a:ext uri="{FF2B5EF4-FFF2-40B4-BE49-F238E27FC236}">
                  <a16:creationId xmlns:a16="http://schemas.microsoft.com/office/drawing/2014/main" id="{EA9BD63C-E184-4930-A0CD-746FA1271AB8}"/>
                </a:ext>
              </a:extLst>
            </p:cNvPr>
            <p:cNvSpPr/>
            <p:nvPr/>
          </p:nvSpPr>
          <p:spPr>
            <a:xfrm>
              <a:off x="3140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5" name="타원 4364">
              <a:extLst>
                <a:ext uri="{FF2B5EF4-FFF2-40B4-BE49-F238E27FC236}">
                  <a16:creationId xmlns:a16="http://schemas.microsoft.com/office/drawing/2014/main" id="{6DD720DC-3A9B-4682-8415-B98A98D2AACE}"/>
                </a:ext>
              </a:extLst>
            </p:cNvPr>
            <p:cNvSpPr/>
            <p:nvPr/>
          </p:nvSpPr>
          <p:spPr>
            <a:xfrm>
              <a:off x="3293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6" name="타원 4365">
              <a:extLst>
                <a:ext uri="{FF2B5EF4-FFF2-40B4-BE49-F238E27FC236}">
                  <a16:creationId xmlns:a16="http://schemas.microsoft.com/office/drawing/2014/main" id="{2AAE68CF-2210-4809-A53D-CF10BD34D48E}"/>
                </a:ext>
              </a:extLst>
            </p:cNvPr>
            <p:cNvSpPr/>
            <p:nvPr/>
          </p:nvSpPr>
          <p:spPr>
            <a:xfrm>
              <a:off x="3445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7" name="타원 4366">
              <a:extLst>
                <a:ext uri="{FF2B5EF4-FFF2-40B4-BE49-F238E27FC236}">
                  <a16:creationId xmlns:a16="http://schemas.microsoft.com/office/drawing/2014/main" id="{31FB9E3A-EBCB-40F8-BBA6-94EED1B5F122}"/>
                </a:ext>
              </a:extLst>
            </p:cNvPr>
            <p:cNvSpPr/>
            <p:nvPr/>
          </p:nvSpPr>
          <p:spPr>
            <a:xfrm>
              <a:off x="3598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8" name="타원 4367">
              <a:extLst>
                <a:ext uri="{FF2B5EF4-FFF2-40B4-BE49-F238E27FC236}">
                  <a16:creationId xmlns:a16="http://schemas.microsoft.com/office/drawing/2014/main" id="{298F731A-1A07-4748-BB85-47DDA2736070}"/>
                </a:ext>
              </a:extLst>
            </p:cNvPr>
            <p:cNvSpPr/>
            <p:nvPr/>
          </p:nvSpPr>
          <p:spPr>
            <a:xfrm>
              <a:off x="3750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69" name="타원 4368">
              <a:extLst>
                <a:ext uri="{FF2B5EF4-FFF2-40B4-BE49-F238E27FC236}">
                  <a16:creationId xmlns:a16="http://schemas.microsoft.com/office/drawing/2014/main" id="{D1F21E91-5B8D-4704-9BED-90A1780D853E}"/>
                </a:ext>
              </a:extLst>
            </p:cNvPr>
            <p:cNvSpPr/>
            <p:nvPr/>
          </p:nvSpPr>
          <p:spPr>
            <a:xfrm>
              <a:off x="3902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0" name="타원 4369">
              <a:extLst>
                <a:ext uri="{FF2B5EF4-FFF2-40B4-BE49-F238E27FC236}">
                  <a16:creationId xmlns:a16="http://schemas.microsoft.com/office/drawing/2014/main" id="{E92052A9-4F2D-4D8F-B296-7E070224E946}"/>
                </a:ext>
              </a:extLst>
            </p:cNvPr>
            <p:cNvSpPr/>
            <p:nvPr/>
          </p:nvSpPr>
          <p:spPr>
            <a:xfrm>
              <a:off x="4055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1" name="타원 4370">
              <a:extLst>
                <a:ext uri="{FF2B5EF4-FFF2-40B4-BE49-F238E27FC236}">
                  <a16:creationId xmlns:a16="http://schemas.microsoft.com/office/drawing/2014/main" id="{2560A195-8DFA-4D2B-9770-A04EDE2EECF6}"/>
                </a:ext>
              </a:extLst>
            </p:cNvPr>
            <p:cNvSpPr/>
            <p:nvPr/>
          </p:nvSpPr>
          <p:spPr>
            <a:xfrm>
              <a:off x="4207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2" name="타원 4371">
              <a:extLst>
                <a:ext uri="{FF2B5EF4-FFF2-40B4-BE49-F238E27FC236}">
                  <a16:creationId xmlns:a16="http://schemas.microsoft.com/office/drawing/2014/main" id="{8D1EFFDD-41D8-4C63-B109-18B6A8824293}"/>
                </a:ext>
              </a:extLst>
            </p:cNvPr>
            <p:cNvSpPr/>
            <p:nvPr/>
          </p:nvSpPr>
          <p:spPr>
            <a:xfrm>
              <a:off x="4360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3" name="타원 4372">
              <a:extLst>
                <a:ext uri="{FF2B5EF4-FFF2-40B4-BE49-F238E27FC236}">
                  <a16:creationId xmlns:a16="http://schemas.microsoft.com/office/drawing/2014/main" id="{CB17A1B0-B04A-46C9-B2B4-E1C409014BFC}"/>
                </a:ext>
              </a:extLst>
            </p:cNvPr>
            <p:cNvSpPr/>
            <p:nvPr/>
          </p:nvSpPr>
          <p:spPr>
            <a:xfrm>
              <a:off x="4512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4" name="타원 4373">
              <a:extLst>
                <a:ext uri="{FF2B5EF4-FFF2-40B4-BE49-F238E27FC236}">
                  <a16:creationId xmlns:a16="http://schemas.microsoft.com/office/drawing/2014/main" id="{9BCA3576-203B-4F26-9942-1E1FB0EA45E8}"/>
                </a:ext>
              </a:extLst>
            </p:cNvPr>
            <p:cNvSpPr/>
            <p:nvPr/>
          </p:nvSpPr>
          <p:spPr>
            <a:xfrm>
              <a:off x="4664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5" name="타원 4374">
              <a:extLst>
                <a:ext uri="{FF2B5EF4-FFF2-40B4-BE49-F238E27FC236}">
                  <a16:creationId xmlns:a16="http://schemas.microsoft.com/office/drawing/2014/main" id="{2D03C3E4-079E-4CB7-9EFD-5831C642E918}"/>
                </a:ext>
              </a:extLst>
            </p:cNvPr>
            <p:cNvSpPr/>
            <p:nvPr/>
          </p:nvSpPr>
          <p:spPr>
            <a:xfrm>
              <a:off x="4817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6" name="타원 4375">
              <a:extLst>
                <a:ext uri="{FF2B5EF4-FFF2-40B4-BE49-F238E27FC236}">
                  <a16:creationId xmlns:a16="http://schemas.microsoft.com/office/drawing/2014/main" id="{FB8800C8-500A-4D8A-9B16-2BA84F7B6A66}"/>
                </a:ext>
              </a:extLst>
            </p:cNvPr>
            <p:cNvSpPr/>
            <p:nvPr/>
          </p:nvSpPr>
          <p:spPr>
            <a:xfrm>
              <a:off x="4969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7" name="타원 4376">
              <a:extLst>
                <a:ext uri="{FF2B5EF4-FFF2-40B4-BE49-F238E27FC236}">
                  <a16:creationId xmlns:a16="http://schemas.microsoft.com/office/drawing/2014/main" id="{7DCA60D4-99EF-46BD-BEE1-293E50E60760}"/>
                </a:ext>
              </a:extLst>
            </p:cNvPr>
            <p:cNvSpPr/>
            <p:nvPr/>
          </p:nvSpPr>
          <p:spPr>
            <a:xfrm>
              <a:off x="51221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8" name="타원 4377">
              <a:extLst>
                <a:ext uri="{FF2B5EF4-FFF2-40B4-BE49-F238E27FC236}">
                  <a16:creationId xmlns:a16="http://schemas.microsoft.com/office/drawing/2014/main" id="{490D9445-776D-4837-AC26-BCDBABFE0240}"/>
                </a:ext>
              </a:extLst>
            </p:cNvPr>
            <p:cNvSpPr/>
            <p:nvPr/>
          </p:nvSpPr>
          <p:spPr>
            <a:xfrm>
              <a:off x="52745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79" name="타원 4378">
              <a:extLst>
                <a:ext uri="{FF2B5EF4-FFF2-40B4-BE49-F238E27FC236}">
                  <a16:creationId xmlns:a16="http://schemas.microsoft.com/office/drawing/2014/main" id="{59B6AD1D-BFC3-48E2-A1A7-8B5AE5D410E0}"/>
                </a:ext>
              </a:extLst>
            </p:cNvPr>
            <p:cNvSpPr/>
            <p:nvPr/>
          </p:nvSpPr>
          <p:spPr>
            <a:xfrm>
              <a:off x="54269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0" name="타원 4379">
              <a:extLst>
                <a:ext uri="{FF2B5EF4-FFF2-40B4-BE49-F238E27FC236}">
                  <a16:creationId xmlns:a16="http://schemas.microsoft.com/office/drawing/2014/main" id="{FBC85ACF-A7C3-4889-BD2A-9B3EE3CC90E8}"/>
                </a:ext>
              </a:extLst>
            </p:cNvPr>
            <p:cNvSpPr/>
            <p:nvPr/>
          </p:nvSpPr>
          <p:spPr>
            <a:xfrm>
              <a:off x="55793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1" name="타원 4380">
              <a:extLst>
                <a:ext uri="{FF2B5EF4-FFF2-40B4-BE49-F238E27FC236}">
                  <a16:creationId xmlns:a16="http://schemas.microsoft.com/office/drawing/2014/main" id="{53D40EA9-91C9-4F8A-8D6B-45B3F153AC45}"/>
                </a:ext>
              </a:extLst>
            </p:cNvPr>
            <p:cNvSpPr/>
            <p:nvPr/>
          </p:nvSpPr>
          <p:spPr>
            <a:xfrm>
              <a:off x="5731775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2" name="타원 4381">
              <a:extLst>
                <a:ext uri="{FF2B5EF4-FFF2-40B4-BE49-F238E27FC236}">
                  <a16:creationId xmlns:a16="http://schemas.microsoft.com/office/drawing/2014/main" id="{420469E8-EA0C-4658-BF37-74F3A9F04EDC}"/>
                </a:ext>
              </a:extLst>
            </p:cNvPr>
            <p:cNvSpPr/>
            <p:nvPr/>
          </p:nvSpPr>
          <p:spPr>
            <a:xfrm>
              <a:off x="245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3" name="타원 4382">
              <a:extLst>
                <a:ext uri="{FF2B5EF4-FFF2-40B4-BE49-F238E27FC236}">
                  <a16:creationId xmlns:a16="http://schemas.microsoft.com/office/drawing/2014/main" id="{9CB0A9F0-CB4A-438F-A0EE-FAAD76C14539}"/>
                </a:ext>
              </a:extLst>
            </p:cNvPr>
            <p:cNvSpPr/>
            <p:nvPr/>
          </p:nvSpPr>
          <p:spPr>
            <a:xfrm>
              <a:off x="397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4" name="타원 4383">
              <a:extLst>
                <a:ext uri="{FF2B5EF4-FFF2-40B4-BE49-F238E27FC236}">
                  <a16:creationId xmlns:a16="http://schemas.microsoft.com/office/drawing/2014/main" id="{031A5E15-5B48-4D12-90F1-6B6F84425863}"/>
                </a:ext>
              </a:extLst>
            </p:cNvPr>
            <p:cNvSpPr/>
            <p:nvPr/>
          </p:nvSpPr>
          <p:spPr>
            <a:xfrm>
              <a:off x="550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5" name="타원 4384">
              <a:extLst>
                <a:ext uri="{FF2B5EF4-FFF2-40B4-BE49-F238E27FC236}">
                  <a16:creationId xmlns:a16="http://schemas.microsoft.com/office/drawing/2014/main" id="{943D8C9D-D26F-4DBE-995F-65F76AE1D424}"/>
                </a:ext>
              </a:extLst>
            </p:cNvPr>
            <p:cNvSpPr/>
            <p:nvPr/>
          </p:nvSpPr>
          <p:spPr>
            <a:xfrm>
              <a:off x="702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6" name="타원 4385">
              <a:extLst>
                <a:ext uri="{FF2B5EF4-FFF2-40B4-BE49-F238E27FC236}">
                  <a16:creationId xmlns:a16="http://schemas.microsoft.com/office/drawing/2014/main" id="{FFF3461E-61A1-4699-B7C1-0EEC55EE44C8}"/>
                </a:ext>
              </a:extLst>
            </p:cNvPr>
            <p:cNvSpPr/>
            <p:nvPr/>
          </p:nvSpPr>
          <p:spPr>
            <a:xfrm>
              <a:off x="854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7" name="타원 4386">
              <a:extLst>
                <a:ext uri="{FF2B5EF4-FFF2-40B4-BE49-F238E27FC236}">
                  <a16:creationId xmlns:a16="http://schemas.microsoft.com/office/drawing/2014/main" id="{7F347FBF-AB7E-4711-AA69-B29D2E64B91B}"/>
                </a:ext>
              </a:extLst>
            </p:cNvPr>
            <p:cNvSpPr/>
            <p:nvPr/>
          </p:nvSpPr>
          <p:spPr>
            <a:xfrm>
              <a:off x="1007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8" name="타원 4387">
              <a:extLst>
                <a:ext uri="{FF2B5EF4-FFF2-40B4-BE49-F238E27FC236}">
                  <a16:creationId xmlns:a16="http://schemas.microsoft.com/office/drawing/2014/main" id="{167CA695-295B-4C35-8307-F7480310C854}"/>
                </a:ext>
              </a:extLst>
            </p:cNvPr>
            <p:cNvSpPr/>
            <p:nvPr/>
          </p:nvSpPr>
          <p:spPr>
            <a:xfrm>
              <a:off x="1159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89" name="타원 4388">
              <a:extLst>
                <a:ext uri="{FF2B5EF4-FFF2-40B4-BE49-F238E27FC236}">
                  <a16:creationId xmlns:a16="http://schemas.microsoft.com/office/drawing/2014/main" id="{96404F8E-66D1-4E3F-B8FD-9B522262EF82}"/>
                </a:ext>
              </a:extLst>
            </p:cNvPr>
            <p:cNvSpPr/>
            <p:nvPr/>
          </p:nvSpPr>
          <p:spPr>
            <a:xfrm>
              <a:off x="1312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0" name="타원 4389">
              <a:extLst>
                <a:ext uri="{FF2B5EF4-FFF2-40B4-BE49-F238E27FC236}">
                  <a16:creationId xmlns:a16="http://schemas.microsoft.com/office/drawing/2014/main" id="{A8682B01-3C7D-4CA0-877D-481363A1C4B3}"/>
                </a:ext>
              </a:extLst>
            </p:cNvPr>
            <p:cNvSpPr/>
            <p:nvPr/>
          </p:nvSpPr>
          <p:spPr>
            <a:xfrm>
              <a:off x="1464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1" name="타원 4390">
              <a:extLst>
                <a:ext uri="{FF2B5EF4-FFF2-40B4-BE49-F238E27FC236}">
                  <a16:creationId xmlns:a16="http://schemas.microsoft.com/office/drawing/2014/main" id="{8461D892-DA60-4E47-8611-3FAD0AAF274A}"/>
                </a:ext>
              </a:extLst>
            </p:cNvPr>
            <p:cNvSpPr/>
            <p:nvPr/>
          </p:nvSpPr>
          <p:spPr>
            <a:xfrm>
              <a:off x="1616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2" name="타원 4391">
              <a:extLst>
                <a:ext uri="{FF2B5EF4-FFF2-40B4-BE49-F238E27FC236}">
                  <a16:creationId xmlns:a16="http://schemas.microsoft.com/office/drawing/2014/main" id="{BC9C13F1-174F-4340-A1A6-A86CC4752C2F}"/>
                </a:ext>
              </a:extLst>
            </p:cNvPr>
            <p:cNvSpPr/>
            <p:nvPr/>
          </p:nvSpPr>
          <p:spPr>
            <a:xfrm>
              <a:off x="1769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3" name="타원 4392">
              <a:extLst>
                <a:ext uri="{FF2B5EF4-FFF2-40B4-BE49-F238E27FC236}">
                  <a16:creationId xmlns:a16="http://schemas.microsoft.com/office/drawing/2014/main" id="{F5758FF7-16C7-497C-807A-F2C4D2B6C52C}"/>
                </a:ext>
              </a:extLst>
            </p:cNvPr>
            <p:cNvSpPr/>
            <p:nvPr/>
          </p:nvSpPr>
          <p:spPr>
            <a:xfrm>
              <a:off x="1921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4" name="타원 4393">
              <a:extLst>
                <a:ext uri="{FF2B5EF4-FFF2-40B4-BE49-F238E27FC236}">
                  <a16:creationId xmlns:a16="http://schemas.microsoft.com/office/drawing/2014/main" id="{2CB62884-CE0A-411B-8460-F0FFACA91D2F}"/>
                </a:ext>
              </a:extLst>
            </p:cNvPr>
            <p:cNvSpPr/>
            <p:nvPr/>
          </p:nvSpPr>
          <p:spPr>
            <a:xfrm>
              <a:off x="2074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5" name="타원 4394">
              <a:extLst>
                <a:ext uri="{FF2B5EF4-FFF2-40B4-BE49-F238E27FC236}">
                  <a16:creationId xmlns:a16="http://schemas.microsoft.com/office/drawing/2014/main" id="{2EDC7C45-C5F4-4CFD-B7B4-DD34FBB15CC3}"/>
                </a:ext>
              </a:extLst>
            </p:cNvPr>
            <p:cNvSpPr/>
            <p:nvPr/>
          </p:nvSpPr>
          <p:spPr>
            <a:xfrm>
              <a:off x="2226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6" name="타원 4395">
              <a:extLst>
                <a:ext uri="{FF2B5EF4-FFF2-40B4-BE49-F238E27FC236}">
                  <a16:creationId xmlns:a16="http://schemas.microsoft.com/office/drawing/2014/main" id="{CD7A2247-3659-4CE1-B0D7-6CDFA6CB6A46}"/>
                </a:ext>
              </a:extLst>
            </p:cNvPr>
            <p:cNvSpPr/>
            <p:nvPr/>
          </p:nvSpPr>
          <p:spPr>
            <a:xfrm>
              <a:off x="2378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7" name="타원 4396">
              <a:extLst>
                <a:ext uri="{FF2B5EF4-FFF2-40B4-BE49-F238E27FC236}">
                  <a16:creationId xmlns:a16="http://schemas.microsoft.com/office/drawing/2014/main" id="{CE93BDAA-6D70-4504-A814-8277317869C9}"/>
                </a:ext>
              </a:extLst>
            </p:cNvPr>
            <p:cNvSpPr/>
            <p:nvPr/>
          </p:nvSpPr>
          <p:spPr>
            <a:xfrm>
              <a:off x="2531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8" name="타원 4397">
              <a:extLst>
                <a:ext uri="{FF2B5EF4-FFF2-40B4-BE49-F238E27FC236}">
                  <a16:creationId xmlns:a16="http://schemas.microsoft.com/office/drawing/2014/main" id="{E598CAA1-8494-44FF-9F27-1C3A2F0814DC}"/>
                </a:ext>
              </a:extLst>
            </p:cNvPr>
            <p:cNvSpPr/>
            <p:nvPr/>
          </p:nvSpPr>
          <p:spPr>
            <a:xfrm>
              <a:off x="2683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99" name="타원 4398">
              <a:extLst>
                <a:ext uri="{FF2B5EF4-FFF2-40B4-BE49-F238E27FC236}">
                  <a16:creationId xmlns:a16="http://schemas.microsoft.com/office/drawing/2014/main" id="{9521401E-D0D1-4A2A-89DB-66187506780A}"/>
                </a:ext>
              </a:extLst>
            </p:cNvPr>
            <p:cNvSpPr/>
            <p:nvPr/>
          </p:nvSpPr>
          <p:spPr>
            <a:xfrm>
              <a:off x="2836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0" name="타원 4399">
              <a:extLst>
                <a:ext uri="{FF2B5EF4-FFF2-40B4-BE49-F238E27FC236}">
                  <a16:creationId xmlns:a16="http://schemas.microsoft.com/office/drawing/2014/main" id="{6D7DC406-9BA6-4B99-9F39-2B90EA173E0B}"/>
                </a:ext>
              </a:extLst>
            </p:cNvPr>
            <p:cNvSpPr/>
            <p:nvPr/>
          </p:nvSpPr>
          <p:spPr>
            <a:xfrm>
              <a:off x="2988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1" name="타원 4400">
              <a:extLst>
                <a:ext uri="{FF2B5EF4-FFF2-40B4-BE49-F238E27FC236}">
                  <a16:creationId xmlns:a16="http://schemas.microsoft.com/office/drawing/2014/main" id="{F52B6D39-2CAA-493A-9A7D-05674E309227}"/>
                </a:ext>
              </a:extLst>
            </p:cNvPr>
            <p:cNvSpPr/>
            <p:nvPr/>
          </p:nvSpPr>
          <p:spPr>
            <a:xfrm>
              <a:off x="3140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2" name="타원 4401">
              <a:extLst>
                <a:ext uri="{FF2B5EF4-FFF2-40B4-BE49-F238E27FC236}">
                  <a16:creationId xmlns:a16="http://schemas.microsoft.com/office/drawing/2014/main" id="{0CAF4348-AD57-4814-AF10-D18706B81532}"/>
                </a:ext>
              </a:extLst>
            </p:cNvPr>
            <p:cNvSpPr/>
            <p:nvPr/>
          </p:nvSpPr>
          <p:spPr>
            <a:xfrm>
              <a:off x="3293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3" name="타원 4402">
              <a:extLst>
                <a:ext uri="{FF2B5EF4-FFF2-40B4-BE49-F238E27FC236}">
                  <a16:creationId xmlns:a16="http://schemas.microsoft.com/office/drawing/2014/main" id="{749A6F50-5211-4CCF-B652-4C8B8320AE34}"/>
                </a:ext>
              </a:extLst>
            </p:cNvPr>
            <p:cNvSpPr/>
            <p:nvPr/>
          </p:nvSpPr>
          <p:spPr>
            <a:xfrm>
              <a:off x="3445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4" name="타원 4403">
              <a:extLst>
                <a:ext uri="{FF2B5EF4-FFF2-40B4-BE49-F238E27FC236}">
                  <a16:creationId xmlns:a16="http://schemas.microsoft.com/office/drawing/2014/main" id="{CA209B2C-6F09-4162-B1A5-DB2E7C3308E1}"/>
                </a:ext>
              </a:extLst>
            </p:cNvPr>
            <p:cNvSpPr/>
            <p:nvPr/>
          </p:nvSpPr>
          <p:spPr>
            <a:xfrm>
              <a:off x="3598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5" name="타원 4404">
              <a:extLst>
                <a:ext uri="{FF2B5EF4-FFF2-40B4-BE49-F238E27FC236}">
                  <a16:creationId xmlns:a16="http://schemas.microsoft.com/office/drawing/2014/main" id="{9C6B2ABD-4E66-4625-8D2A-C4C8F12B3CB5}"/>
                </a:ext>
              </a:extLst>
            </p:cNvPr>
            <p:cNvSpPr/>
            <p:nvPr/>
          </p:nvSpPr>
          <p:spPr>
            <a:xfrm>
              <a:off x="3750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6" name="타원 4405">
              <a:extLst>
                <a:ext uri="{FF2B5EF4-FFF2-40B4-BE49-F238E27FC236}">
                  <a16:creationId xmlns:a16="http://schemas.microsoft.com/office/drawing/2014/main" id="{4055AC0D-1E69-4A93-9884-0A8BFB055886}"/>
                </a:ext>
              </a:extLst>
            </p:cNvPr>
            <p:cNvSpPr/>
            <p:nvPr/>
          </p:nvSpPr>
          <p:spPr>
            <a:xfrm>
              <a:off x="3902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7" name="타원 4406">
              <a:extLst>
                <a:ext uri="{FF2B5EF4-FFF2-40B4-BE49-F238E27FC236}">
                  <a16:creationId xmlns:a16="http://schemas.microsoft.com/office/drawing/2014/main" id="{1839E0ED-E554-4A05-935E-867199E9CAF8}"/>
                </a:ext>
              </a:extLst>
            </p:cNvPr>
            <p:cNvSpPr/>
            <p:nvPr/>
          </p:nvSpPr>
          <p:spPr>
            <a:xfrm>
              <a:off x="4055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8" name="타원 4407">
              <a:extLst>
                <a:ext uri="{FF2B5EF4-FFF2-40B4-BE49-F238E27FC236}">
                  <a16:creationId xmlns:a16="http://schemas.microsoft.com/office/drawing/2014/main" id="{E13DE51C-5769-4F4C-AD67-AE46D823B143}"/>
                </a:ext>
              </a:extLst>
            </p:cNvPr>
            <p:cNvSpPr/>
            <p:nvPr/>
          </p:nvSpPr>
          <p:spPr>
            <a:xfrm>
              <a:off x="4207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09" name="타원 4408">
              <a:extLst>
                <a:ext uri="{FF2B5EF4-FFF2-40B4-BE49-F238E27FC236}">
                  <a16:creationId xmlns:a16="http://schemas.microsoft.com/office/drawing/2014/main" id="{571B31B6-1FF7-44EE-A08D-8C546A2248B0}"/>
                </a:ext>
              </a:extLst>
            </p:cNvPr>
            <p:cNvSpPr/>
            <p:nvPr/>
          </p:nvSpPr>
          <p:spPr>
            <a:xfrm>
              <a:off x="4360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0" name="타원 4409">
              <a:extLst>
                <a:ext uri="{FF2B5EF4-FFF2-40B4-BE49-F238E27FC236}">
                  <a16:creationId xmlns:a16="http://schemas.microsoft.com/office/drawing/2014/main" id="{2335ECB6-E34B-4E83-A19A-3D4F9073F0B9}"/>
                </a:ext>
              </a:extLst>
            </p:cNvPr>
            <p:cNvSpPr/>
            <p:nvPr/>
          </p:nvSpPr>
          <p:spPr>
            <a:xfrm>
              <a:off x="4512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1" name="타원 4410">
              <a:extLst>
                <a:ext uri="{FF2B5EF4-FFF2-40B4-BE49-F238E27FC236}">
                  <a16:creationId xmlns:a16="http://schemas.microsoft.com/office/drawing/2014/main" id="{D4717AE4-D9FA-465D-BCD6-84B6DF963223}"/>
                </a:ext>
              </a:extLst>
            </p:cNvPr>
            <p:cNvSpPr/>
            <p:nvPr/>
          </p:nvSpPr>
          <p:spPr>
            <a:xfrm>
              <a:off x="4664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2" name="타원 4411">
              <a:extLst>
                <a:ext uri="{FF2B5EF4-FFF2-40B4-BE49-F238E27FC236}">
                  <a16:creationId xmlns:a16="http://schemas.microsoft.com/office/drawing/2014/main" id="{1F950BED-3E5D-4207-ADF6-9D55EBD7E796}"/>
                </a:ext>
              </a:extLst>
            </p:cNvPr>
            <p:cNvSpPr/>
            <p:nvPr/>
          </p:nvSpPr>
          <p:spPr>
            <a:xfrm>
              <a:off x="4817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3" name="타원 4412">
              <a:extLst>
                <a:ext uri="{FF2B5EF4-FFF2-40B4-BE49-F238E27FC236}">
                  <a16:creationId xmlns:a16="http://schemas.microsoft.com/office/drawing/2014/main" id="{AE8D96C4-2608-4C09-BA62-D3B90A3935A8}"/>
                </a:ext>
              </a:extLst>
            </p:cNvPr>
            <p:cNvSpPr/>
            <p:nvPr/>
          </p:nvSpPr>
          <p:spPr>
            <a:xfrm>
              <a:off x="4969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4" name="타원 4413">
              <a:extLst>
                <a:ext uri="{FF2B5EF4-FFF2-40B4-BE49-F238E27FC236}">
                  <a16:creationId xmlns:a16="http://schemas.microsoft.com/office/drawing/2014/main" id="{AD71E242-9A9B-4660-9FEC-5DAD7EF0A688}"/>
                </a:ext>
              </a:extLst>
            </p:cNvPr>
            <p:cNvSpPr/>
            <p:nvPr/>
          </p:nvSpPr>
          <p:spPr>
            <a:xfrm>
              <a:off x="51221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5" name="타원 4414">
              <a:extLst>
                <a:ext uri="{FF2B5EF4-FFF2-40B4-BE49-F238E27FC236}">
                  <a16:creationId xmlns:a16="http://schemas.microsoft.com/office/drawing/2014/main" id="{B995A4EC-01C0-41E2-8991-70B0D1267E4F}"/>
                </a:ext>
              </a:extLst>
            </p:cNvPr>
            <p:cNvSpPr/>
            <p:nvPr/>
          </p:nvSpPr>
          <p:spPr>
            <a:xfrm>
              <a:off x="52745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6" name="타원 4415">
              <a:extLst>
                <a:ext uri="{FF2B5EF4-FFF2-40B4-BE49-F238E27FC236}">
                  <a16:creationId xmlns:a16="http://schemas.microsoft.com/office/drawing/2014/main" id="{0B0819B8-15E0-4579-8191-94FC77A6F8A3}"/>
                </a:ext>
              </a:extLst>
            </p:cNvPr>
            <p:cNvSpPr/>
            <p:nvPr/>
          </p:nvSpPr>
          <p:spPr>
            <a:xfrm>
              <a:off x="54269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7" name="타원 4416">
              <a:extLst>
                <a:ext uri="{FF2B5EF4-FFF2-40B4-BE49-F238E27FC236}">
                  <a16:creationId xmlns:a16="http://schemas.microsoft.com/office/drawing/2014/main" id="{DB5EBB7A-9073-417C-BDDE-E28E11CC193B}"/>
                </a:ext>
              </a:extLst>
            </p:cNvPr>
            <p:cNvSpPr/>
            <p:nvPr/>
          </p:nvSpPr>
          <p:spPr>
            <a:xfrm>
              <a:off x="55793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8" name="타원 4417">
              <a:extLst>
                <a:ext uri="{FF2B5EF4-FFF2-40B4-BE49-F238E27FC236}">
                  <a16:creationId xmlns:a16="http://schemas.microsoft.com/office/drawing/2014/main" id="{6158BAF1-F37D-4AAB-87A7-0EEF1D648FDE}"/>
                </a:ext>
              </a:extLst>
            </p:cNvPr>
            <p:cNvSpPr/>
            <p:nvPr/>
          </p:nvSpPr>
          <p:spPr>
            <a:xfrm>
              <a:off x="5731775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19" name="타원 4418">
              <a:extLst>
                <a:ext uri="{FF2B5EF4-FFF2-40B4-BE49-F238E27FC236}">
                  <a16:creationId xmlns:a16="http://schemas.microsoft.com/office/drawing/2014/main" id="{6D35CB29-2FF0-4762-A08D-83951F1A6041}"/>
                </a:ext>
              </a:extLst>
            </p:cNvPr>
            <p:cNvSpPr/>
            <p:nvPr/>
          </p:nvSpPr>
          <p:spPr>
            <a:xfrm>
              <a:off x="245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0" name="타원 4419">
              <a:extLst>
                <a:ext uri="{FF2B5EF4-FFF2-40B4-BE49-F238E27FC236}">
                  <a16:creationId xmlns:a16="http://schemas.microsoft.com/office/drawing/2014/main" id="{339ED6E4-DA9F-4476-AFA0-058BD11FC58A}"/>
                </a:ext>
              </a:extLst>
            </p:cNvPr>
            <p:cNvSpPr/>
            <p:nvPr/>
          </p:nvSpPr>
          <p:spPr>
            <a:xfrm>
              <a:off x="397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1" name="타원 4420">
              <a:extLst>
                <a:ext uri="{FF2B5EF4-FFF2-40B4-BE49-F238E27FC236}">
                  <a16:creationId xmlns:a16="http://schemas.microsoft.com/office/drawing/2014/main" id="{105A4EC6-F84E-43E5-905F-AC1664284ABB}"/>
                </a:ext>
              </a:extLst>
            </p:cNvPr>
            <p:cNvSpPr/>
            <p:nvPr/>
          </p:nvSpPr>
          <p:spPr>
            <a:xfrm>
              <a:off x="550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2" name="타원 4421">
              <a:extLst>
                <a:ext uri="{FF2B5EF4-FFF2-40B4-BE49-F238E27FC236}">
                  <a16:creationId xmlns:a16="http://schemas.microsoft.com/office/drawing/2014/main" id="{21B4FE21-5794-420E-BF53-00E93447A265}"/>
                </a:ext>
              </a:extLst>
            </p:cNvPr>
            <p:cNvSpPr/>
            <p:nvPr/>
          </p:nvSpPr>
          <p:spPr>
            <a:xfrm>
              <a:off x="702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3" name="타원 4422">
              <a:extLst>
                <a:ext uri="{FF2B5EF4-FFF2-40B4-BE49-F238E27FC236}">
                  <a16:creationId xmlns:a16="http://schemas.microsoft.com/office/drawing/2014/main" id="{7175984C-C5B9-4686-8374-631C47B33E16}"/>
                </a:ext>
              </a:extLst>
            </p:cNvPr>
            <p:cNvSpPr/>
            <p:nvPr/>
          </p:nvSpPr>
          <p:spPr>
            <a:xfrm>
              <a:off x="854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4" name="타원 4423">
              <a:extLst>
                <a:ext uri="{FF2B5EF4-FFF2-40B4-BE49-F238E27FC236}">
                  <a16:creationId xmlns:a16="http://schemas.microsoft.com/office/drawing/2014/main" id="{89D05A1C-D732-44C7-9B85-E51E195DB18E}"/>
                </a:ext>
              </a:extLst>
            </p:cNvPr>
            <p:cNvSpPr/>
            <p:nvPr/>
          </p:nvSpPr>
          <p:spPr>
            <a:xfrm>
              <a:off x="1007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5" name="타원 4424">
              <a:extLst>
                <a:ext uri="{FF2B5EF4-FFF2-40B4-BE49-F238E27FC236}">
                  <a16:creationId xmlns:a16="http://schemas.microsoft.com/office/drawing/2014/main" id="{CE8762F4-B8D0-439A-BF8C-A580EDAF88D4}"/>
                </a:ext>
              </a:extLst>
            </p:cNvPr>
            <p:cNvSpPr/>
            <p:nvPr/>
          </p:nvSpPr>
          <p:spPr>
            <a:xfrm>
              <a:off x="1159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6" name="타원 4425">
              <a:extLst>
                <a:ext uri="{FF2B5EF4-FFF2-40B4-BE49-F238E27FC236}">
                  <a16:creationId xmlns:a16="http://schemas.microsoft.com/office/drawing/2014/main" id="{F72425CB-4D6C-4FCE-9A09-112B4AC9FE60}"/>
                </a:ext>
              </a:extLst>
            </p:cNvPr>
            <p:cNvSpPr/>
            <p:nvPr/>
          </p:nvSpPr>
          <p:spPr>
            <a:xfrm>
              <a:off x="1312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7" name="타원 4426">
              <a:extLst>
                <a:ext uri="{FF2B5EF4-FFF2-40B4-BE49-F238E27FC236}">
                  <a16:creationId xmlns:a16="http://schemas.microsoft.com/office/drawing/2014/main" id="{A56788BB-83C0-4264-BCF0-671338E24DA4}"/>
                </a:ext>
              </a:extLst>
            </p:cNvPr>
            <p:cNvSpPr/>
            <p:nvPr/>
          </p:nvSpPr>
          <p:spPr>
            <a:xfrm>
              <a:off x="1464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8" name="타원 4427">
              <a:extLst>
                <a:ext uri="{FF2B5EF4-FFF2-40B4-BE49-F238E27FC236}">
                  <a16:creationId xmlns:a16="http://schemas.microsoft.com/office/drawing/2014/main" id="{AB06A39E-121A-424C-BAA1-11364FF959C6}"/>
                </a:ext>
              </a:extLst>
            </p:cNvPr>
            <p:cNvSpPr/>
            <p:nvPr/>
          </p:nvSpPr>
          <p:spPr>
            <a:xfrm>
              <a:off x="1616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29" name="타원 4428">
              <a:extLst>
                <a:ext uri="{FF2B5EF4-FFF2-40B4-BE49-F238E27FC236}">
                  <a16:creationId xmlns:a16="http://schemas.microsoft.com/office/drawing/2014/main" id="{D1063142-24DB-4A47-BF64-546E63D01B23}"/>
                </a:ext>
              </a:extLst>
            </p:cNvPr>
            <p:cNvSpPr/>
            <p:nvPr/>
          </p:nvSpPr>
          <p:spPr>
            <a:xfrm>
              <a:off x="1769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0" name="타원 4429">
              <a:extLst>
                <a:ext uri="{FF2B5EF4-FFF2-40B4-BE49-F238E27FC236}">
                  <a16:creationId xmlns:a16="http://schemas.microsoft.com/office/drawing/2014/main" id="{C5F45DD9-7735-4ABF-A4F2-516C5D6FDFEF}"/>
                </a:ext>
              </a:extLst>
            </p:cNvPr>
            <p:cNvSpPr/>
            <p:nvPr/>
          </p:nvSpPr>
          <p:spPr>
            <a:xfrm>
              <a:off x="1921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1" name="타원 4430">
              <a:extLst>
                <a:ext uri="{FF2B5EF4-FFF2-40B4-BE49-F238E27FC236}">
                  <a16:creationId xmlns:a16="http://schemas.microsoft.com/office/drawing/2014/main" id="{E7672A11-9B61-4B44-8A63-ED615D5F90EA}"/>
                </a:ext>
              </a:extLst>
            </p:cNvPr>
            <p:cNvSpPr/>
            <p:nvPr/>
          </p:nvSpPr>
          <p:spPr>
            <a:xfrm>
              <a:off x="2074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2" name="타원 4431">
              <a:extLst>
                <a:ext uri="{FF2B5EF4-FFF2-40B4-BE49-F238E27FC236}">
                  <a16:creationId xmlns:a16="http://schemas.microsoft.com/office/drawing/2014/main" id="{C2EB3245-541F-4A54-BB4F-23AD1F253548}"/>
                </a:ext>
              </a:extLst>
            </p:cNvPr>
            <p:cNvSpPr/>
            <p:nvPr/>
          </p:nvSpPr>
          <p:spPr>
            <a:xfrm>
              <a:off x="2226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3" name="타원 4432">
              <a:extLst>
                <a:ext uri="{FF2B5EF4-FFF2-40B4-BE49-F238E27FC236}">
                  <a16:creationId xmlns:a16="http://schemas.microsoft.com/office/drawing/2014/main" id="{B66774B6-69F8-4523-BEF7-2461DF1755C4}"/>
                </a:ext>
              </a:extLst>
            </p:cNvPr>
            <p:cNvSpPr/>
            <p:nvPr/>
          </p:nvSpPr>
          <p:spPr>
            <a:xfrm>
              <a:off x="2378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4" name="타원 4433">
              <a:extLst>
                <a:ext uri="{FF2B5EF4-FFF2-40B4-BE49-F238E27FC236}">
                  <a16:creationId xmlns:a16="http://schemas.microsoft.com/office/drawing/2014/main" id="{E2F36606-4C75-4811-9308-DE97AB32B4ED}"/>
                </a:ext>
              </a:extLst>
            </p:cNvPr>
            <p:cNvSpPr/>
            <p:nvPr/>
          </p:nvSpPr>
          <p:spPr>
            <a:xfrm>
              <a:off x="2531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5" name="타원 4434">
              <a:extLst>
                <a:ext uri="{FF2B5EF4-FFF2-40B4-BE49-F238E27FC236}">
                  <a16:creationId xmlns:a16="http://schemas.microsoft.com/office/drawing/2014/main" id="{B1FD1C63-82FD-415C-876B-A8DC00DB0FFE}"/>
                </a:ext>
              </a:extLst>
            </p:cNvPr>
            <p:cNvSpPr/>
            <p:nvPr/>
          </p:nvSpPr>
          <p:spPr>
            <a:xfrm>
              <a:off x="2683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6" name="타원 4435">
              <a:extLst>
                <a:ext uri="{FF2B5EF4-FFF2-40B4-BE49-F238E27FC236}">
                  <a16:creationId xmlns:a16="http://schemas.microsoft.com/office/drawing/2014/main" id="{560AE8FE-470A-44C2-B4BE-FC6EA05F0B73}"/>
                </a:ext>
              </a:extLst>
            </p:cNvPr>
            <p:cNvSpPr/>
            <p:nvPr/>
          </p:nvSpPr>
          <p:spPr>
            <a:xfrm>
              <a:off x="2836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7" name="타원 4436">
              <a:extLst>
                <a:ext uri="{FF2B5EF4-FFF2-40B4-BE49-F238E27FC236}">
                  <a16:creationId xmlns:a16="http://schemas.microsoft.com/office/drawing/2014/main" id="{087BB275-7425-4AF1-A1E9-85E7FB7D9442}"/>
                </a:ext>
              </a:extLst>
            </p:cNvPr>
            <p:cNvSpPr/>
            <p:nvPr/>
          </p:nvSpPr>
          <p:spPr>
            <a:xfrm>
              <a:off x="2988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8" name="타원 4437">
              <a:extLst>
                <a:ext uri="{FF2B5EF4-FFF2-40B4-BE49-F238E27FC236}">
                  <a16:creationId xmlns:a16="http://schemas.microsoft.com/office/drawing/2014/main" id="{8BADA8D3-70D1-4E66-97DE-28F099F77CFE}"/>
                </a:ext>
              </a:extLst>
            </p:cNvPr>
            <p:cNvSpPr/>
            <p:nvPr/>
          </p:nvSpPr>
          <p:spPr>
            <a:xfrm>
              <a:off x="3140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39" name="타원 4438">
              <a:extLst>
                <a:ext uri="{FF2B5EF4-FFF2-40B4-BE49-F238E27FC236}">
                  <a16:creationId xmlns:a16="http://schemas.microsoft.com/office/drawing/2014/main" id="{AA4F7ABD-C5D0-42F1-9B3B-4C1E654903D1}"/>
                </a:ext>
              </a:extLst>
            </p:cNvPr>
            <p:cNvSpPr/>
            <p:nvPr/>
          </p:nvSpPr>
          <p:spPr>
            <a:xfrm>
              <a:off x="3293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0" name="타원 4439">
              <a:extLst>
                <a:ext uri="{FF2B5EF4-FFF2-40B4-BE49-F238E27FC236}">
                  <a16:creationId xmlns:a16="http://schemas.microsoft.com/office/drawing/2014/main" id="{85A3D1DB-1C78-414E-9DD2-7A7F4B9C0141}"/>
                </a:ext>
              </a:extLst>
            </p:cNvPr>
            <p:cNvSpPr/>
            <p:nvPr/>
          </p:nvSpPr>
          <p:spPr>
            <a:xfrm>
              <a:off x="3445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1" name="타원 4440">
              <a:extLst>
                <a:ext uri="{FF2B5EF4-FFF2-40B4-BE49-F238E27FC236}">
                  <a16:creationId xmlns:a16="http://schemas.microsoft.com/office/drawing/2014/main" id="{6EFF48B1-2DCF-4A15-BD49-8067D2188937}"/>
                </a:ext>
              </a:extLst>
            </p:cNvPr>
            <p:cNvSpPr/>
            <p:nvPr/>
          </p:nvSpPr>
          <p:spPr>
            <a:xfrm>
              <a:off x="3598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2" name="타원 4441">
              <a:extLst>
                <a:ext uri="{FF2B5EF4-FFF2-40B4-BE49-F238E27FC236}">
                  <a16:creationId xmlns:a16="http://schemas.microsoft.com/office/drawing/2014/main" id="{BB1FA4BC-1567-44F4-B5FA-2B9D726999C3}"/>
                </a:ext>
              </a:extLst>
            </p:cNvPr>
            <p:cNvSpPr/>
            <p:nvPr/>
          </p:nvSpPr>
          <p:spPr>
            <a:xfrm>
              <a:off x="3750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3" name="타원 4442">
              <a:extLst>
                <a:ext uri="{FF2B5EF4-FFF2-40B4-BE49-F238E27FC236}">
                  <a16:creationId xmlns:a16="http://schemas.microsoft.com/office/drawing/2014/main" id="{D90A00F3-0CA2-4C23-82AE-C98DDE651CE0}"/>
                </a:ext>
              </a:extLst>
            </p:cNvPr>
            <p:cNvSpPr/>
            <p:nvPr/>
          </p:nvSpPr>
          <p:spPr>
            <a:xfrm>
              <a:off x="3902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4" name="타원 4443">
              <a:extLst>
                <a:ext uri="{FF2B5EF4-FFF2-40B4-BE49-F238E27FC236}">
                  <a16:creationId xmlns:a16="http://schemas.microsoft.com/office/drawing/2014/main" id="{475E0E15-E283-4452-925F-E4F871935901}"/>
                </a:ext>
              </a:extLst>
            </p:cNvPr>
            <p:cNvSpPr/>
            <p:nvPr/>
          </p:nvSpPr>
          <p:spPr>
            <a:xfrm>
              <a:off x="4055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5" name="타원 4444">
              <a:extLst>
                <a:ext uri="{FF2B5EF4-FFF2-40B4-BE49-F238E27FC236}">
                  <a16:creationId xmlns:a16="http://schemas.microsoft.com/office/drawing/2014/main" id="{71455E74-55D5-472E-8647-B4689C761C43}"/>
                </a:ext>
              </a:extLst>
            </p:cNvPr>
            <p:cNvSpPr/>
            <p:nvPr/>
          </p:nvSpPr>
          <p:spPr>
            <a:xfrm>
              <a:off x="4207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6" name="타원 4445">
              <a:extLst>
                <a:ext uri="{FF2B5EF4-FFF2-40B4-BE49-F238E27FC236}">
                  <a16:creationId xmlns:a16="http://schemas.microsoft.com/office/drawing/2014/main" id="{32FF2E2B-E0C9-4213-83BB-35BCCD0EFE13}"/>
                </a:ext>
              </a:extLst>
            </p:cNvPr>
            <p:cNvSpPr/>
            <p:nvPr/>
          </p:nvSpPr>
          <p:spPr>
            <a:xfrm>
              <a:off x="4360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7" name="타원 4446">
              <a:extLst>
                <a:ext uri="{FF2B5EF4-FFF2-40B4-BE49-F238E27FC236}">
                  <a16:creationId xmlns:a16="http://schemas.microsoft.com/office/drawing/2014/main" id="{3A27CCD6-F6FF-4392-89BA-F074B61D202B}"/>
                </a:ext>
              </a:extLst>
            </p:cNvPr>
            <p:cNvSpPr/>
            <p:nvPr/>
          </p:nvSpPr>
          <p:spPr>
            <a:xfrm>
              <a:off x="4512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8" name="타원 4447">
              <a:extLst>
                <a:ext uri="{FF2B5EF4-FFF2-40B4-BE49-F238E27FC236}">
                  <a16:creationId xmlns:a16="http://schemas.microsoft.com/office/drawing/2014/main" id="{1B2F68D3-6EAF-48E3-8120-BB346AA27418}"/>
                </a:ext>
              </a:extLst>
            </p:cNvPr>
            <p:cNvSpPr/>
            <p:nvPr/>
          </p:nvSpPr>
          <p:spPr>
            <a:xfrm>
              <a:off x="4664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49" name="타원 4448">
              <a:extLst>
                <a:ext uri="{FF2B5EF4-FFF2-40B4-BE49-F238E27FC236}">
                  <a16:creationId xmlns:a16="http://schemas.microsoft.com/office/drawing/2014/main" id="{21208A68-6742-480A-A76A-95CACC0D3987}"/>
                </a:ext>
              </a:extLst>
            </p:cNvPr>
            <p:cNvSpPr/>
            <p:nvPr/>
          </p:nvSpPr>
          <p:spPr>
            <a:xfrm>
              <a:off x="4817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0" name="타원 4449">
              <a:extLst>
                <a:ext uri="{FF2B5EF4-FFF2-40B4-BE49-F238E27FC236}">
                  <a16:creationId xmlns:a16="http://schemas.microsoft.com/office/drawing/2014/main" id="{82C680FC-F8A7-4E34-B7D6-33D4C9A32BE2}"/>
                </a:ext>
              </a:extLst>
            </p:cNvPr>
            <p:cNvSpPr/>
            <p:nvPr/>
          </p:nvSpPr>
          <p:spPr>
            <a:xfrm>
              <a:off x="4969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1" name="타원 4450">
              <a:extLst>
                <a:ext uri="{FF2B5EF4-FFF2-40B4-BE49-F238E27FC236}">
                  <a16:creationId xmlns:a16="http://schemas.microsoft.com/office/drawing/2014/main" id="{7576C877-A9C6-4584-91C7-8BE1F648C6B4}"/>
                </a:ext>
              </a:extLst>
            </p:cNvPr>
            <p:cNvSpPr/>
            <p:nvPr/>
          </p:nvSpPr>
          <p:spPr>
            <a:xfrm>
              <a:off x="51221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2" name="타원 4451">
              <a:extLst>
                <a:ext uri="{FF2B5EF4-FFF2-40B4-BE49-F238E27FC236}">
                  <a16:creationId xmlns:a16="http://schemas.microsoft.com/office/drawing/2014/main" id="{27186C29-3AC7-4CB7-8E53-F4899B1A9799}"/>
                </a:ext>
              </a:extLst>
            </p:cNvPr>
            <p:cNvSpPr/>
            <p:nvPr/>
          </p:nvSpPr>
          <p:spPr>
            <a:xfrm>
              <a:off x="52745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3" name="타원 4452">
              <a:extLst>
                <a:ext uri="{FF2B5EF4-FFF2-40B4-BE49-F238E27FC236}">
                  <a16:creationId xmlns:a16="http://schemas.microsoft.com/office/drawing/2014/main" id="{35E52F00-D40D-4B21-AD29-ED959DE6AE6D}"/>
                </a:ext>
              </a:extLst>
            </p:cNvPr>
            <p:cNvSpPr/>
            <p:nvPr/>
          </p:nvSpPr>
          <p:spPr>
            <a:xfrm>
              <a:off x="54269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4" name="타원 4453">
              <a:extLst>
                <a:ext uri="{FF2B5EF4-FFF2-40B4-BE49-F238E27FC236}">
                  <a16:creationId xmlns:a16="http://schemas.microsoft.com/office/drawing/2014/main" id="{F20EA1B2-376A-497C-A49C-A9CD80875138}"/>
                </a:ext>
              </a:extLst>
            </p:cNvPr>
            <p:cNvSpPr/>
            <p:nvPr/>
          </p:nvSpPr>
          <p:spPr>
            <a:xfrm>
              <a:off x="55793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5" name="타원 4454">
              <a:extLst>
                <a:ext uri="{FF2B5EF4-FFF2-40B4-BE49-F238E27FC236}">
                  <a16:creationId xmlns:a16="http://schemas.microsoft.com/office/drawing/2014/main" id="{B1FB20CB-A83F-4F4B-B28D-1F3BA20D957A}"/>
                </a:ext>
              </a:extLst>
            </p:cNvPr>
            <p:cNvSpPr/>
            <p:nvPr/>
          </p:nvSpPr>
          <p:spPr>
            <a:xfrm>
              <a:off x="5731775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6" name="타원 4455">
              <a:extLst>
                <a:ext uri="{FF2B5EF4-FFF2-40B4-BE49-F238E27FC236}">
                  <a16:creationId xmlns:a16="http://schemas.microsoft.com/office/drawing/2014/main" id="{5E04D9F2-8A4E-4977-A471-D6E6EA11EA48}"/>
                </a:ext>
              </a:extLst>
            </p:cNvPr>
            <p:cNvSpPr/>
            <p:nvPr/>
          </p:nvSpPr>
          <p:spPr>
            <a:xfrm>
              <a:off x="245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7" name="타원 4456">
              <a:extLst>
                <a:ext uri="{FF2B5EF4-FFF2-40B4-BE49-F238E27FC236}">
                  <a16:creationId xmlns:a16="http://schemas.microsoft.com/office/drawing/2014/main" id="{91832E33-31CC-472E-A85D-8EB11C231931}"/>
                </a:ext>
              </a:extLst>
            </p:cNvPr>
            <p:cNvSpPr/>
            <p:nvPr/>
          </p:nvSpPr>
          <p:spPr>
            <a:xfrm>
              <a:off x="397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8" name="타원 4457">
              <a:extLst>
                <a:ext uri="{FF2B5EF4-FFF2-40B4-BE49-F238E27FC236}">
                  <a16:creationId xmlns:a16="http://schemas.microsoft.com/office/drawing/2014/main" id="{EECC9A65-1DC0-44EB-9A2E-0A26C0F57F51}"/>
                </a:ext>
              </a:extLst>
            </p:cNvPr>
            <p:cNvSpPr/>
            <p:nvPr/>
          </p:nvSpPr>
          <p:spPr>
            <a:xfrm>
              <a:off x="550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59" name="타원 4458">
              <a:extLst>
                <a:ext uri="{FF2B5EF4-FFF2-40B4-BE49-F238E27FC236}">
                  <a16:creationId xmlns:a16="http://schemas.microsoft.com/office/drawing/2014/main" id="{0EE9C1D9-BD3F-4774-A44A-65B78409835C}"/>
                </a:ext>
              </a:extLst>
            </p:cNvPr>
            <p:cNvSpPr/>
            <p:nvPr/>
          </p:nvSpPr>
          <p:spPr>
            <a:xfrm>
              <a:off x="702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0" name="타원 4459">
              <a:extLst>
                <a:ext uri="{FF2B5EF4-FFF2-40B4-BE49-F238E27FC236}">
                  <a16:creationId xmlns:a16="http://schemas.microsoft.com/office/drawing/2014/main" id="{32A2FB7E-73A2-4954-8E6B-22EF568AC3D0}"/>
                </a:ext>
              </a:extLst>
            </p:cNvPr>
            <p:cNvSpPr/>
            <p:nvPr/>
          </p:nvSpPr>
          <p:spPr>
            <a:xfrm>
              <a:off x="854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1" name="타원 4460">
              <a:extLst>
                <a:ext uri="{FF2B5EF4-FFF2-40B4-BE49-F238E27FC236}">
                  <a16:creationId xmlns:a16="http://schemas.microsoft.com/office/drawing/2014/main" id="{112A84AB-96C6-4207-BF1B-8579F77360D6}"/>
                </a:ext>
              </a:extLst>
            </p:cNvPr>
            <p:cNvSpPr/>
            <p:nvPr/>
          </p:nvSpPr>
          <p:spPr>
            <a:xfrm>
              <a:off x="1007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2" name="타원 4461">
              <a:extLst>
                <a:ext uri="{FF2B5EF4-FFF2-40B4-BE49-F238E27FC236}">
                  <a16:creationId xmlns:a16="http://schemas.microsoft.com/office/drawing/2014/main" id="{14B5FB47-7F52-4719-AA33-2D8DE84EEFC1}"/>
                </a:ext>
              </a:extLst>
            </p:cNvPr>
            <p:cNvSpPr/>
            <p:nvPr/>
          </p:nvSpPr>
          <p:spPr>
            <a:xfrm>
              <a:off x="1159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3" name="타원 4462">
              <a:extLst>
                <a:ext uri="{FF2B5EF4-FFF2-40B4-BE49-F238E27FC236}">
                  <a16:creationId xmlns:a16="http://schemas.microsoft.com/office/drawing/2014/main" id="{EFD82DDD-8489-4667-89B6-9CD447C3ABD7}"/>
                </a:ext>
              </a:extLst>
            </p:cNvPr>
            <p:cNvSpPr/>
            <p:nvPr/>
          </p:nvSpPr>
          <p:spPr>
            <a:xfrm>
              <a:off x="1312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4" name="타원 4463">
              <a:extLst>
                <a:ext uri="{FF2B5EF4-FFF2-40B4-BE49-F238E27FC236}">
                  <a16:creationId xmlns:a16="http://schemas.microsoft.com/office/drawing/2014/main" id="{8F53D187-9AD7-4E75-AE72-15054ED1CE37}"/>
                </a:ext>
              </a:extLst>
            </p:cNvPr>
            <p:cNvSpPr/>
            <p:nvPr/>
          </p:nvSpPr>
          <p:spPr>
            <a:xfrm>
              <a:off x="1464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5" name="타원 4464">
              <a:extLst>
                <a:ext uri="{FF2B5EF4-FFF2-40B4-BE49-F238E27FC236}">
                  <a16:creationId xmlns:a16="http://schemas.microsoft.com/office/drawing/2014/main" id="{085FFF46-6373-4F61-B232-B46318D10BD0}"/>
                </a:ext>
              </a:extLst>
            </p:cNvPr>
            <p:cNvSpPr/>
            <p:nvPr/>
          </p:nvSpPr>
          <p:spPr>
            <a:xfrm>
              <a:off x="1616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6" name="타원 4465">
              <a:extLst>
                <a:ext uri="{FF2B5EF4-FFF2-40B4-BE49-F238E27FC236}">
                  <a16:creationId xmlns:a16="http://schemas.microsoft.com/office/drawing/2014/main" id="{D5CCE2F2-7F4D-43B7-BF4A-AF5E5B087A0F}"/>
                </a:ext>
              </a:extLst>
            </p:cNvPr>
            <p:cNvSpPr/>
            <p:nvPr/>
          </p:nvSpPr>
          <p:spPr>
            <a:xfrm>
              <a:off x="1769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7" name="타원 4466">
              <a:extLst>
                <a:ext uri="{FF2B5EF4-FFF2-40B4-BE49-F238E27FC236}">
                  <a16:creationId xmlns:a16="http://schemas.microsoft.com/office/drawing/2014/main" id="{7B281851-8887-4701-8745-5BEAA97B39FD}"/>
                </a:ext>
              </a:extLst>
            </p:cNvPr>
            <p:cNvSpPr/>
            <p:nvPr/>
          </p:nvSpPr>
          <p:spPr>
            <a:xfrm>
              <a:off x="1921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8" name="타원 4467">
              <a:extLst>
                <a:ext uri="{FF2B5EF4-FFF2-40B4-BE49-F238E27FC236}">
                  <a16:creationId xmlns:a16="http://schemas.microsoft.com/office/drawing/2014/main" id="{8727C1BD-E6E6-4FDC-B954-0B8C17E1AB45}"/>
                </a:ext>
              </a:extLst>
            </p:cNvPr>
            <p:cNvSpPr/>
            <p:nvPr/>
          </p:nvSpPr>
          <p:spPr>
            <a:xfrm>
              <a:off x="2074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69" name="타원 4468">
              <a:extLst>
                <a:ext uri="{FF2B5EF4-FFF2-40B4-BE49-F238E27FC236}">
                  <a16:creationId xmlns:a16="http://schemas.microsoft.com/office/drawing/2014/main" id="{1F1D83F8-C37D-45A3-9B9D-04AB9EA77F81}"/>
                </a:ext>
              </a:extLst>
            </p:cNvPr>
            <p:cNvSpPr/>
            <p:nvPr/>
          </p:nvSpPr>
          <p:spPr>
            <a:xfrm>
              <a:off x="2226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0" name="타원 4469">
              <a:extLst>
                <a:ext uri="{FF2B5EF4-FFF2-40B4-BE49-F238E27FC236}">
                  <a16:creationId xmlns:a16="http://schemas.microsoft.com/office/drawing/2014/main" id="{4B930A2B-DEC2-4E3F-BE38-AC2D72E1BCA2}"/>
                </a:ext>
              </a:extLst>
            </p:cNvPr>
            <p:cNvSpPr/>
            <p:nvPr/>
          </p:nvSpPr>
          <p:spPr>
            <a:xfrm>
              <a:off x="2378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1" name="타원 4470">
              <a:extLst>
                <a:ext uri="{FF2B5EF4-FFF2-40B4-BE49-F238E27FC236}">
                  <a16:creationId xmlns:a16="http://schemas.microsoft.com/office/drawing/2014/main" id="{522373E7-0D3C-4015-8248-1B95025700FF}"/>
                </a:ext>
              </a:extLst>
            </p:cNvPr>
            <p:cNvSpPr/>
            <p:nvPr/>
          </p:nvSpPr>
          <p:spPr>
            <a:xfrm>
              <a:off x="2531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2" name="타원 4471">
              <a:extLst>
                <a:ext uri="{FF2B5EF4-FFF2-40B4-BE49-F238E27FC236}">
                  <a16:creationId xmlns:a16="http://schemas.microsoft.com/office/drawing/2014/main" id="{E5C091DD-FAF6-41B4-A6A8-7B070DB45940}"/>
                </a:ext>
              </a:extLst>
            </p:cNvPr>
            <p:cNvSpPr/>
            <p:nvPr/>
          </p:nvSpPr>
          <p:spPr>
            <a:xfrm>
              <a:off x="2683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3" name="타원 4472">
              <a:extLst>
                <a:ext uri="{FF2B5EF4-FFF2-40B4-BE49-F238E27FC236}">
                  <a16:creationId xmlns:a16="http://schemas.microsoft.com/office/drawing/2014/main" id="{C8011DDE-D8C3-4B99-8C41-4B4CA668C4B3}"/>
                </a:ext>
              </a:extLst>
            </p:cNvPr>
            <p:cNvSpPr/>
            <p:nvPr/>
          </p:nvSpPr>
          <p:spPr>
            <a:xfrm>
              <a:off x="2836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4" name="타원 4473">
              <a:extLst>
                <a:ext uri="{FF2B5EF4-FFF2-40B4-BE49-F238E27FC236}">
                  <a16:creationId xmlns:a16="http://schemas.microsoft.com/office/drawing/2014/main" id="{BA7F7DA2-B56A-4B93-8E5B-B68449A795AA}"/>
                </a:ext>
              </a:extLst>
            </p:cNvPr>
            <p:cNvSpPr/>
            <p:nvPr/>
          </p:nvSpPr>
          <p:spPr>
            <a:xfrm>
              <a:off x="2988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5" name="타원 4474">
              <a:extLst>
                <a:ext uri="{FF2B5EF4-FFF2-40B4-BE49-F238E27FC236}">
                  <a16:creationId xmlns:a16="http://schemas.microsoft.com/office/drawing/2014/main" id="{0FCA54DC-7567-4FE2-BB1B-5BD6DE170EE5}"/>
                </a:ext>
              </a:extLst>
            </p:cNvPr>
            <p:cNvSpPr/>
            <p:nvPr/>
          </p:nvSpPr>
          <p:spPr>
            <a:xfrm>
              <a:off x="3140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6" name="타원 4475">
              <a:extLst>
                <a:ext uri="{FF2B5EF4-FFF2-40B4-BE49-F238E27FC236}">
                  <a16:creationId xmlns:a16="http://schemas.microsoft.com/office/drawing/2014/main" id="{6C7FBBE6-8883-4CBE-9877-ADDEB6EF5097}"/>
                </a:ext>
              </a:extLst>
            </p:cNvPr>
            <p:cNvSpPr/>
            <p:nvPr/>
          </p:nvSpPr>
          <p:spPr>
            <a:xfrm>
              <a:off x="3293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7" name="타원 4476">
              <a:extLst>
                <a:ext uri="{FF2B5EF4-FFF2-40B4-BE49-F238E27FC236}">
                  <a16:creationId xmlns:a16="http://schemas.microsoft.com/office/drawing/2014/main" id="{9DACB71C-CEA0-4EE2-9910-81CFAC3E6CCE}"/>
                </a:ext>
              </a:extLst>
            </p:cNvPr>
            <p:cNvSpPr/>
            <p:nvPr/>
          </p:nvSpPr>
          <p:spPr>
            <a:xfrm>
              <a:off x="3445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8" name="타원 4477">
              <a:extLst>
                <a:ext uri="{FF2B5EF4-FFF2-40B4-BE49-F238E27FC236}">
                  <a16:creationId xmlns:a16="http://schemas.microsoft.com/office/drawing/2014/main" id="{376E089E-84F7-463A-BD47-5925D2FCA964}"/>
                </a:ext>
              </a:extLst>
            </p:cNvPr>
            <p:cNvSpPr/>
            <p:nvPr/>
          </p:nvSpPr>
          <p:spPr>
            <a:xfrm>
              <a:off x="3598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79" name="타원 4478">
              <a:extLst>
                <a:ext uri="{FF2B5EF4-FFF2-40B4-BE49-F238E27FC236}">
                  <a16:creationId xmlns:a16="http://schemas.microsoft.com/office/drawing/2014/main" id="{5116311E-B516-4FE7-A646-C8CB376D4C92}"/>
                </a:ext>
              </a:extLst>
            </p:cNvPr>
            <p:cNvSpPr/>
            <p:nvPr/>
          </p:nvSpPr>
          <p:spPr>
            <a:xfrm>
              <a:off x="3750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0" name="타원 4479">
              <a:extLst>
                <a:ext uri="{FF2B5EF4-FFF2-40B4-BE49-F238E27FC236}">
                  <a16:creationId xmlns:a16="http://schemas.microsoft.com/office/drawing/2014/main" id="{044D9095-95F2-48D4-A5AC-8B5CB99EAF58}"/>
                </a:ext>
              </a:extLst>
            </p:cNvPr>
            <p:cNvSpPr/>
            <p:nvPr/>
          </p:nvSpPr>
          <p:spPr>
            <a:xfrm>
              <a:off x="3902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1" name="타원 4480">
              <a:extLst>
                <a:ext uri="{FF2B5EF4-FFF2-40B4-BE49-F238E27FC236}">
                  <a16:creationId xmlns:a16="http://schemas.microsoft.com/office/drawing/2014/main" id="{48357EF2-4911-4FDF-A18E-F95656F4D682}"/>
                </a:ext>
              </a:extLst>
            </p:cNvPr>
            <p:cNvSpPr/>
            <p:nvPr/>
          </p:nvSpPr>
          <p:spPr>
            <a:xfrm>
              <a:off x="4055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2" name="타원 4481">
              <a:extLst>
                <a:ext uri="{FF2B5EF4-FFF2-40B4-BE49-F238E27FC236}">
                  <a16:creationId xmlns:a16="http://schemas.microsoft.com/office/drawing/2014/main" id="{7D238F43-6635-4F54-B79C-583B9CB217CB}"/>
                </a:ext>
              </a:extLst>
            </p:cNvPr>
            <p:cNvSpPr/>
            <p:nvPr/>
          </p:nvSpPr>
          <p:spPr>
            <a:xfrm>
              <a:off x="4207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3" name="타원 4482">
              <a:extLst>
                <a:ext uri="{FF2B5EF4-FFF2-40B4-BE49-F238E27FC236}">
                  <a16:creationId xmlns:a16="http://schemas.microsoft.com/office/drawing/2014/main" id="{5868CEFC-5364-4D1C-95D1-5A53CDFDF0A2}"/>
                </a:ext>
              </a:extLst>
            </p:cNvPr>
            <p:cNvSpPr/>
            <p:nvPr/>
          </p:nvSpPr>
          <p:spPr>
            <a:xfrm>
              <a:off x="4360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4" name="타원 4483">
              <a:extLst>
                <a:ext uri="{FF2B5EF4-FFF2-40B4-BE49-F238E27FC236}">
                  <a16:creationId xmlns:a16="http://schemas.microsoft.com/office/drawing/2014/main" id="{5DF51F79-C6B6-42CC-8381-EC692815D716}"/>
                </a:ext>
              </a:extLst>
            </p:cNvPr>
            <p:cNvSpPr/>
            <p:nvPr/>
          </p:nvSpPr>
          <p:spPr>
            <a:xfrm>
              <a:off x="4512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5" name="타원 4484">
              <a:extLst>
                <a:ext uri="{FF2B5EF4-FFF2-40B4-BE49-F238E27FC236}">
                  <a16:creationId xmlns:a16="http://schemas.microsoft.com/office/drawing/2014/main" id="{AF6D28D5-6E4B-42DA-934F-420602548B45}"/>
                </a:ext>
              </a:extLst>
            </p:cNvPr>
            <p:cNvSpPr/>
            <p:nvPr/>
          </p:nvSpPr>
          <p:spPr>
            <a:xfrm>
              <a:off x="4664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6" name="타원 4485">
              <a:extLst>
                <a:ext uri="{FF2B5EF4-FFF2-40B4-BE49-F238E27FC236}">
                  <a16:creationId xmlns:a16="http://schemas.microsoft.com/office/drawing/2014/main" id="{3E8B7358-5EC8-4D99-979C-C34206A7551C}"/>
                </a:ext>
              </a:extLst>
            </p:cNvPr>
            <p:cNvSpPr/>
            <p:nvPr/>
          </p:nvSpPr>
          <p:spPr>
            <a:xfrm>
              <a:off x="4817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7" name="타원 4486">
              <a:extLst>
                <a:ext uri="{FF2B5EF4-FFF2-40B4-BE49-F238E27FC236}">
                  <a16:creationId xmlns:a16="http://schemas.microsoft.com/office/drawing/2014/main" id="{19643483-F599-4BF4-B5DB-4CF4275B4A1C}"/>
                </a:ext>
              </a:extLst>
            </p:cNvPr>
            <p:cNvSpPr/>
            <p:nvPr/>
          </p:nvSpPr>
          <p:spPr>
            <a:xfrm>
              <a:off x="4969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8" name="타원 4487">
              <a:extLst>
                <a:ext uri="{FF2B5EF4-FFF2-40B4-BE49-F238E27FC236}">
                  <a16:creationId xmlns:a16="http://schemas.microsoft.com/office/drawing/2014/main" id="{612E582A-0F6B-4719-9438-C6F85FA00DA7}"/>
                </a:ext>
              </a:extLst>
            </p:cNvPr>
            <p:cNvSpPr/>
            <p:nvPr/>
          </p:nvSpPr>
          <p:spPr>
            <a:xfrm>
              <a:off x="51221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9" name="타원 4488">
              <a:extLst>
                <a:ext uri="{FF2B5EF4-FFF2-40B4-BE49-F238E27FC236}">
                  <a16:creationId xmlns:a16="http://schemas.microsoft.com/office/drawing/2014/main" id="{5B19A672-DE3A-4A95-8745-024F0F389F6F}"/>
                </a:ext>
              </a:extLst>
            </p:cNvPr>
            <p:cNvSpPr/>
            <p:nvPr/>
          </p:nvSpPr>
          <p:spPr>
            <a:xfrm>
              <a:off x="52745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0" name="타원 4489">
              <a:extLst>
                <a:ext uri="{FF2B5EF4-FFF2-40B4-BE49-F238E27FC236}">
                  <a16:creationId xmlns:a16="http://schemas.microsoft.com/office/drawing/2014/main" id="{1947B7DC-11B6-489C-B46B-E44B5B910014}"/>
                </a:ext>
              </a:extLst>
            </p:cNvPr>
            <p:cNvSpPr/>
            <p:nvPr/>
          </p:nvSpPr>
          <p:spPr>
            <a:xfrm>
              <a:off x="54269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1" name="타원 4490">
              <a:extLst>
                <a:ext uri="{FF2B5EF4-FFF2-40B4-BE49-F238E27FC236}">
                  <a16:creationId xmlns:a16="http://schemas.microsoft.com/office/drawing/2014/main" id="{A6B8A639-3995-40B2-8351-5DCA7DD8963B}"/>
                </a:ext>
              </a:extLst>
            </p:cNvPr>
            <p:cNvSpPr/>
            <p:nvPr/>
          </p:nvSpPr>
          <p:spPr>
            <a:xfrm>
              <a:off x="55793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2" name="타원 4491">
              <a:extLst>
                <a:ext uri="{FF2B5EF4-FFF2-40B4-BE49-F238E27FC236}">
                  <a16:creationId xmlns:a16="http://schemas.microsoft.com/office/drawing/2014/main" id="{A53DC2A0-B70C-4D88-B27A-F0823AC49C46}"/>
                </a:ext>
              </a:extLst>
            </p:cNvPr>
            <p:cNvSpPr/>
            <p:nvPr/>
          </p:nvSpPr>
          <p:spPr>
            <a:xfrm>
              <a:off x="5731775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3" name="타원 4492">
              <a:extLst>
                <a:ext uri="{FF2B5EF4-FFF2-40B4-BE49-F238E27FC236}">
                  <a16:creationId xmlns:a16="http://schemas.microsoft.com/office/drawing/2014/main" id="{1CA18EF6-27A5-42B9-BEAB-7F7F3BC843F6}"/>
                </a:ext>
              </a:extLst>
            </p:cNvPr>
            <p:cNvSpPr/>
            <p:nvPr/>
          </p:nvSpPr>
          <p:spPr>
            <a:xfrm>
              <a:off x="245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4" name="타원 4493">
              <a:extLst>
                <a:ext uri="{FF2B5EF4-FFF2-40B4-BE49-F238E27FC236}">
                  <a16:creationId xmlns:a16="http://schemas.microsoft.com/office/drawing/2014/main" id="{89AF06BC-00AC-4DCF-8377-58CDA9020AFC}"/>
                </a:ext>
              </a:extLst>
            </p:cNvPr>
            <p:cNvSpPr/>
            <p:nvPr/>
          </p:nvSpPr>
          <p:spPr>
            <a:xfrm>
              <a:off x="397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5" name="타원 4494">
              <a:extLst>
                <a:ext uri="{FF2B5EF4-FFF2-40B4-BE49-F238E27FC236}">
                  <a16:creationId xmlns:a16="http://schemas.microsoft.com/office/drawing/2014/main" id="{36AD7A04-0385-42E9-93A9-C2302E5657E4}"/>
                </a:ext>
              </a:extLst>
            </p:cNvPr>
            <p:cNvSpPr/>
            <p:nvPr/>
          </p:nvSpPr>
          <p:spPr>
            <a:xfrm>
              <a:off x="550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6" name="타원 4495">
              <a:extLst>
                <a:ext uri="{FF2B5EF4-FFF2-40B4-BE49-F238E27FC236}">
                  <a16:creationId xmlns:a16="http://schemas.microsoft.com/office/drawing/2014/main" id="{B2EACBF2-AD54-441B-9481-F5D780E4B7A0}"/>
                </a:ext>
              </a:extLst>
            </p:cNvPr>
            <p:cNvSpPr/>
            <p:nvPr/>
          </p:nvSpPr>
          <p:spPr>
            <a:xfrm>
              <a:off x="702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7" name="타원 4496">
              <a:extLst>
                <a:ext uri="{FF2B5EF4-FFF2-40B4-BE49-F238E27FC236}">
                  <a16:creationId xmlns:a16="http://schemas.microsoft.com/office/drawing/2014/main" id="{329E996D-0416-414E-BFE8-95653F80443C}"/>
                </a:ext>
              </a:extLst>
            </p:cNvPr>
            <p:cNvSpPr/>
            <p:nvPr/>
          </p:nvSpPr>
          <p:spPr>
            <a:xfrm>
              <a:off x="854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8" name="타원 4497">
              <a:extLst>
                <a:ext uri="{FF2B5EF4-FFF2-40B4-BE49-F238E27FC236}">
                  <a16:creationId xmlns:a16="http://schemas.microsoft.com/office/drawing/2014/main" id="{82314B37-D1ED-4D0A-9CE7-6C5875A01B48}"/>
                </a:ext>
              </a:extLst>
            </p:cNvPr>
            <p:cNvSpPr/>
            <p:nvPr/>
          </p:nvSpPr>
          <p:spPr>
            <a:xfrm>
              <a:off x="1007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99" name="타원 4498">
              <a:extLst>
                <a:ext uri="{FF2B5EF4-FFF2-40B4-BE49-F238E27FC236}">
                  <a16:creationId xmlns:a16="http://schemas.microsoft.com/office/drawing/2014/main" id="{1F4D2DB7-CBFF-4078-8228-E48F487E5F62}"/>
                </a:ext>
              </a:extLst>
            </p:cNvPr>
            <p:cNvSpPr/>
            <p:nvPr/>
          </p:nvSpPr>
          <p:spPr>
            <a:xfrm>
              <a:off x="1159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0" name="타원 4499">
              <a:extLst>
                <a:ext uri="{FF2B5EF4-FFF2-40B4-BE49-F238E27FC236}">
                  <a16:creationId xmlns:a16="http://schemas.microsoft.com/office/drawing/2014/main" id="{CF08F9D2-7C19-427E-8E90-5054F8BD2A89}"/>
                </a:ext>
              </a:extLst>
            </p:cNvPr>
            <p:cNvSpPr/>
            <p:nvPr/>
          </p:nvSpPr>
          <p:spPr>
            <a:xfrm>
              <a:off x="1312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1" name="타원 4500">
              <a:extLst>
                <a:ext uri="{FF2B5EF4-FFF2-40B4-BE49-F238E27FC236}">
                  <a16:creationId xmlns:a16="http://schemas.microsoft.com/office/drawing/2014/main" id="{E1D1C8E7-D380-4DAB-B4D8-7E068C0EDE3F}"/>
                </a:ext>
              </a:extLst>
            </p:cNvPr>
            <p:cNvSpPr/>
            <p:nvPr/>
          </p:nvSpPr>
          <p:spPr>
            <a:xfrm>
              <a:off x="1464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2" name="타원 4501">
              <a:extLst>
                <a:ext uri="{FF2B5EF4-FFF2-40B4-BE49-F238E27FC236}">
                  <a16:creationId xmlns:a16="http://schemas.microsoft.com/office/drawing/2014/main" id="{F970D275-81B3-40BD-ABE9-9D93B77AC3E5}"/>
                </a:ext>
              </a:extLst>
            </p:cNvPr>
            <p:cNvSpPr/>
            <p:nvPr/>
          </p:nvSpPr>
          <p:spPr>
            <a:xfrm>
              <a:off x="1616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3" name="타원 4502">
              <a:extLst>
                <a:ext uri="{FF2B5EF4-FFF2-40B4-BE49-F238E27FC236}">
                  <a16:creationId xmlns:a16="http://schemas.microsoft.com/office/drawing/2014/main" id="{35E21F7A-542F-443B-96D7-D36807DADE60}"/>
                </a:ext>
              </a:extLst>
            </p:cNvPr>
            <p:cNvSpPr/>
            <p:nvPr/>
          </p:nvSpPr>
          <p:spPr>
            <a:xfrm>
              <a:off x="1769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4" name="타원 4503">
              <a:extLst>
                <a:ext uri="{FF2B5EF4-FFF2-40B4-BE49-F238E27FC236}">
                  <a16:creationId xmlns:a16="http://schemas.microsoft.com/office/drawing/2014/main" id="{08D8A588-8BBC-42F3-8B87-548765914065}"/>
                </a:ext>
              </a:extLst>
            </p:cNvPr>
            <p:cNvSpPr/>
            <p:nvPr/>
          </p:nvSpPr>
          <p:spPr>
            <a:xfrm>
              <a:off x="1921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5" name="타원 4504">
              <a:extLst>
                <a:ext uri="{FF2B5EF4-FFF2-40B4-BE49-F238E27FC236}">
                  <a16:creationId xmlns:a16="http://schemas.microsoft.com/office/drawing/2014/main" id="{6B6B42C2-29C3-4868-B506-FFF4913874D2}"/>
                </a:ext>
              </a:extLst>
            </p:cNvPr>
            <p:cNvSpPr/>
            <p:nvPr/>
          </p:nvSpPr>
          <p:spPr>
            <a:xfrm>
              <a:off x="2074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6" name="타원 4505">
              <a:extLst>
                <a:ext uri="{FF2B5EF4-FFF2-40B4-BE49-F238E27FC236}">
                  <a16:creationId xmlns:a16="http://schemas.microsoft.com/office/drawing/2014/main" id="{594E1187-20A6-4FC3-9B9C-FE17198AA1AE}"/>
                </a:ext>
              </a:extLst>
            </p:cNvPr>
            <p:cNvSpPr/>
            <p:nvPr/>
          </p:nvSpPr>
          <p:spPr>
            <a:xfrm>
              <a:off x="2226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7" name="타원 4506">
              <a:extLst>
                <a:ext uri="{FF2B5EF4-FFF2-40B4-BE49-F238E27FC236}">
                  <a16:creationId xmlns:a16="http://schemas.microsoft.com/office/drawing/2014/main" id="{1494296D-0781-4999-B4E6-C69782D43C52}"/>
                </a:ext>
              </a:extLst>
            </p:cNvPr>
            <p:cNvSpPr/>
            <p:nvPr/>
          </p:nvSpPr>
          <p:spPr>
            <a:xfrm>
              <a:off x="2378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8" name="타원 4507">
              <a:extLst>
                <a:ext uri="{FF2B5EF4-FFF2-40B4-BE49-F238E27FC236}">
                  <a16:creationId xmlns:a16="http://schemas.microsoft.com/office/drawing/2014/main" id="{0558F67A-1833-4659-A265-9E50D6912FE4}"/>
                </a:ext>
              </a:extLst>
            </p:cNvPr>
            <p:cNvSpPr/>
            <p:nvPr/>
          </p:nvSpPr>
          <p:spPr>
            <a:xfrm>
              <a:off x="2531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09" name="타원 4508">
              <a:extLst>
                <a:ext uri="{FF2B5EF4-FFF2-40B4-BE49-F238E27FC236}">
                  <a16:creationId xmlns:a16="http://schemas.microsoft.com/office/drawing/2014/main" id="{841BA22B-E33E-4554-99E8-6A36A1F77677}"/>
                </a:ext>
              </a:extLst>
            </p:cNvPr>
            <p:cNvSpPr/>
            <p:nvPr/>
          </p:nvSpPr>
          <p:spPr>
            <a:xfrm>
              <a:off x="2683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0" name="타원 4509">
              <a:extLst>
                <a:ext uri="{FF2B5EF4-FFF2-40B4-BE49-F238E27FC236}">
                  <a16:creationId xmlns:a16="http://schemas.microsoft.com/office/drawing/2014/main" id="{0AD0535F-82E3-432E-8BB5-0161F1F17358}"/>
                </a:ext>
              </a:extLst>
            </p:cNvPr>
            <p:cNvSpPr/>
            <p:nvPr/>
          </p:nvSpPr>
          <p:spPr>
            <a:xfrm>
              <a:off x="2836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1" name="타원 4510">
              <a:extLst>
                <a:ext uri="{FF2B5EF4-FFF2-40B4-BE49-F238E27FC236}">
                  <a16:creationId xmlns:a16="http://schemas.microsoft.com/office/drawing/2014/main" id="{7538768F-F273-4B52-B971-B4F53B5E3606}"/>
                </a:ext>
              </a:extLst>
            </p:cNvPr>
            <p:cNvSpPr/>
            <p:nvPr/>
          </p:nvSpPr>
          <p:spPr>
            <a:xfrm>
              <a:off x="2988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2" name="타원 4511">
              <a:extLst>
                <a:ext uri="{FF2B5EF4-FFF2-40B4-BE49-F238E27FC236}">
                  <a16:creationId xmlns:a16="http://schemas.microsoft.com/office/drawing/2014/main" id="{8DB30C15-1260-4F46-B611-C2BAE766345D}"/>
                </a:ext>
              </a:extLst>
            </p:cNvPr>
            <p:cNvSpPr/>
            <p:nvPr/>
          </p:nvSpPr>
          <p:spPr>
            <a:xfrm>
              <a:off x="3140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3" name="타원 4512">
              <a:extLst>
                <a:ext uri="{FF2B5EF4-FFF2-40B4-BE49-F238E27FC236}">
                  <a16:creationId xmlns:a16="http://schemas.microsoft.com/office/drawing/2014/main" id="{7A60E705-CE08-4147-9270-706B431DB5D4}"/>
                </a:ext>
              </a:extLst>
            </p:cNvPr>
            <p:cNvSpPr/>
            <p:nvPr/>
          </p:nvSpPr>
          <p:spPr>
            <a:xfrm>
              <a:off x="3293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4" name="타원 4513">
              <a:extLst>
                <a:ext uri="{FF2B5EF4-FFF2-40B4-BE49-F238E27FC236}">
                  <a16:creationId xmlns:a16="http://schemas.microsoft.com/office/drawing/2014/main" id="{A41ADD05-8F95-4B29-B9F4-4116189767CA}"/>
                </a:ext>
              </a:extLst>
            </p:cNvPr>
            <p:cNvSpPr/>
            <p:nvPr/>
          </p:nvSpPr>
          <p:spPr>
            <a:xfrm>
              <a:off x="3445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5" name="타원 4514">
              <a:extLst>
                <a:ext uri="{FF2B5EF4-FFF2-40B4-BE49-F238E27FC236}">
                  <a16:creationId xmlns:a16="http://schemas.microsoft.com/office/drawing/2014/main" id="{84B0F6EE-73EC-4213-BCFB-1CB871E932AA}"/>
                </a:ext>
              </a:extLst>
            </p:cNvPr>
            <p:cNvSpPr/>
            <p:nvPr/>
          </p:nvSpPr>
          <p:spPr>
            <a:xfrm>
              <a:off x="3598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6" name="타원 4515">
              <a:extLst>
                <a:ext uri="{FF2B5EF4-FFF2-40B4-BE49-F238E27FC236}">
                  <a16:creationId xmlns:a16="http://schemas.microsoft.com/office/drawing/2014/main" id="{75B83ADF-55BD-4F09-AB02-42660F09A4F5}"/>
                </a:ext>
              </a:extLst>
            </p:cNvPr>
            <p:cNvSpPr/>
            <p:nvPr/>
          </p:nvSpPr>
          <p:spPr>
            <a:xfrm>
              <a:off x="3750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7" name="타원 4516">
              <a:extLst>
                <a:ext uri="{FF2B5EF4-FFF2-40B4-BE49-F238E27FC236}">
                  <a16:creationId xmlns:a16="http://schemas.microsoft.com/office/drawing/2014/main" id="{E5A79527-FA20-4FC9-9370-53AE9567F859}"/>
                </a:ext>
              </a:extLst>
            </p:cNvPr>
            <p:cNvSpPr/>
            <p:nvPr/>
          </p:nvSpPr>
          <p:spPr>
            <a:xfrm>
              <a:off x="3902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8" name="타원 4517">
              <a:extLst>
                <a:ext uri="{FF2B5EF4-FFF2-40B4-BE49-F238E27FC236}">
                  <a16:creationId xmlns:a16="http://schemas.microsoft.com/office/drawing/2014/main" id="{D0FC659F-7A7C-44CD-AB52-931F73E048FC}"/>
                </a:ext>
              </a:extLst>
            </p:cNvPr>
            <p:cNvSpPr/>
            <p:nvPr/>
          </p:nvSpPr>
          <p:spPr>
            <a:xfrm>
              <a:off x="4055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19" name="타원 4518">
              <a:extLst>
                <a:ext uri="{FF2B5EF4-FFF2-40B4-BE49-F238E27FC236}">
                  <a16:creationId xmlns:a16="http://schemas.microsoft.com/office/drawing/2014/main" id="{0236B7B1-EAA4-4C0D-AF69-5B3C39091079}"/>
                </a:ext>
              </a:extLst>
            </p:cNvPr>
            <p:cNvSpPr/>
            <p:nvPr/>
          </p:nvSpPr>
          <p:spPr>
            <a:xfrm>
              <a:off x="4207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0" name="타원 4519">
              <a:extLst>
                <a:ext uri="{FF2B5EF4-FFF2-40B4-BE49-F238E27FC236}">
                  <a16:creationId xmlns:a16="http://schemas.microsoft.com/office/drawing/2014/main" id="{06554A5D-DCEA-4713-991B-3CB446E2B5CE}"/>
                </a:ext>
              </a:extLst>
            </p:cNvPr>
            <p:cNvSpPr/>
            <p:nvPr/>
          </p:nvSpPr>
          <p:spPr>
            <a:xfrm>
              <a:off x="4360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1" name="타원 4520">
              <a:extLst>
                <a:ext uri="{FF2B5EF4-FFF2-40B4-BE49-F238E27FC236}">
                  <a16:creationId xmlns:a16="http://schemas.microsoft.com/office/drawing/2014/main" id="{078621FB-8E9E-4ACB-AAAF-0AB8526056D3}"/>
                </a:ext>
              </a:extLst>
            </p:cNvPr>
            <p:cNvSpPr/>
            <p:nvPr/>
          </p:nvSpPr>
          <p:spPr>
            <a:xfrm>
              <a:off x="4512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2" name="타원 4521">
              <a:extLst>
                <a:ext uri="{FF2B5EF4-FFF2-40B4-BE49-F238E27FC236}">
                  <a16:creationId xmlns:a16="http://schemas.microsoft.com/office/drawing/2014/main" id="{CFBEEDBC-875B-4829-8E54-1274AFE64B24}"/>
                </a:ext>
              </a:extLst>
            </p:cNvPr>
            <p:cNvSpPr/>
            <p:nvPr/>
          </p:nvSpPr>
          <p:spPr>
            <a:xfrm>
              <a:off x="4664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3" name="타원 4522">
              <a:extLst>
                <a:ext uri="{FF2B5EF4-FFF2-40B4-BE49-F238E27FC236}">
                  <a16:creationId xmlns:a16="http://schemas.microsoft.com/office/drawing/2014/main" id="{A4AF8ED4-84BF-4B4F-BA57-6DA33E165646}"/>
                </a:ext>
              </a:extLst>
            </p:cNvPr>
            <p:cNvSpPr/>
            <p:nvPr/>
          </p:nvSpPr>
          <p:spPr>
            <a:xfrm>
              <a:off x="4817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4" name="타원 4523">
              <a:extLst>
                <a:ext uri="{FF2B5EF4-FFF2-40B4-BE49-F238E27FC236}">
                  <a16:creationId xmlns:a16="http://schemas.microsoft.com/office/drawing/2014/main" id="{14A99EC6-834D-46C5-B7D2-E9B25873EF69}"/>
                </a:ext>
              </a:extLst>
            </p:cNvPr>
            <p:cNvSpPr/>
            <p:nvPr/>
          </p:nvSpPr>
          <p:spPr>
            <a:xfrm>
              <a:off x="4969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5" name="타원 4524">
              <a:extLst>
                <a:ext uri="{FF2B5EF4-FFF2-40B4-BE49-F238E27FC236}">
                  <a16:creationId xmlns:a16="http://schemas.microsoft.com/office/drawing/2014/main" id="{97675078-1155-4656-9572-77E6E26E30E3}"/>
                </a:ext>
              </a:extLst>
            </p:cNvPr>
            <p:cNvSpPr/>
            <p:nvPr/>
          </p:nvSpPr>
          <p:spPr>
            <a:xfrm>
              <a:off x="51221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6" name="타원 4525">
              <a:extLst>
                <a:ext uri="{FF2B5EF4-FFF2-40B4-BE49-F238E27FC236}">
                  <a16:creationId xmlns:a16="http://schemas.microsoft.com/office/drawing/2014/main" id="{CC7F8EA7-36D8-44A5-848E-B9456EE5E2E9}"/>
                </a:ext>
              </a:extLst>
            </p:cNvPr>
            <p:cNvSpPr/>
            <p:nvPr/>
          </p:nvSpPr>
          <p:spPr>
            <a:xfrm>
              <a:off x="52745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7" name="타원 4526">
              <a:extLst>
                <a:ext uri="{FF2B5EF4-FFF2-40B4-BE49-F238E27FC236}">
                  <a16:creationId xmlns:a16="http://schemas.microsoft.com/office/drawing/2014/main" id="{718317C8-54F6-461C-88F0-6458B66629AE}"/>
                </a:ext>
              </a:extLst>
            </p:cNvPr>
            <p:cNvSpPr/>
            <p:nvPr/>
          </p:nvSpPr>
          <p:spPr>
            <a:xfrm>
              <a:off x="54269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8" name="타원 4527">
              <a:extLst>
                <a:ext uri="{FF2B5EF4-FFF2-40B4-BE49-F238E27FC236}">
                  <a16:creationId xmlns:a16="http://schemas.microsoft.com/office/drawing/2014/main" id="{D7FF14C0-55C6-402D-9C0A-8E4BA57B62D8}"/>
                </a:ext>
              </a:extLst>
            </p:cNvPr>
            <p:cNvSpPr/>
            <p:nvPr/>
          </p:nvSpPr>
          <p:spPr>
            <a:xfrm>
              <a:off x="55793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9" name="타원 4528">
              <a:extLst>
                <a:ext uri="{FF2B5EF4-FFF2-40B4-BE49-F238E27FC236}">
                  <a16:creationId xmlns:a16="http://schemas.microsoft.com/office/drawing/2014/main" id="{C8796F6A-62F5-4E7C-AFD5-9911A29AD679}"/>
                </a:ext>
              </a:extLst>
            </p:cNvPr>
            <p:cNvSpPr/>
            <p:nvPr/>
          </p:nvSpPr>
          <p:spPr>
            <a:xfrm>
              <a:off x="5731775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0" name="타원 4529">
              <a:extLst>
                <a:ext uri="{FF2B5EF4-FFF2-40B4-BE49-F238E27FC236}">
                  <a16:creationId xmlns:a16="http://schemas.microsoft.com/office/drawing/2014/main" id="{59E5841A-40E3-4027-A3ED-72B52D22D71B}"/>
                </a:ext>
              </a:extLst>
            </p:cNvPr>
            <p:cNvSpPr/>
            <p:nvPr/>
          </p:nvSpPr>
          <p:spPr>
            <a:xfrm>
              <a:off x="245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1" name="타원 4530">
              <a:extLst>
                <a:ext uri="{FF2B5EF4-FFF2-40B4-BE49-F238E27FC236}">
                  <a16:creationId xmlns:a16="http://schemas.microsoft.com/office/drawing/2014/main" id="{010FE9CB-1A84-4860-BFE5-B3C9779232EB}"/>
                </a:ext>
              </a:extLst>
            </p:cNvPr>
            <p:cNvSpPr/>
            <p:nvPr/>
          </p:nvSpPr>
          <p:spPr>
            <a:xfrm>
              <a:off x="397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2" name="타원 4531">
              <a:extLst>
                <a:ext uri="{FF2B5EF4-FFF2-40B4-BE49-F238E27FC236}">
                  <a16:creationId xmlns:a16="http://schemas.microsoft.com/office/drawing/2014/main" id="{E95BE47E-1288-457F-B9EC-31395ADBF0FA}"/>
                </a:ext>
              </a:extLst>
            </p:cNvPr>
            <p:cNvSpPr/>
            <p:nvPr/>
          </p:nvSpPr>
          <p:spPr>
            <a:xfrm>
              <a:off x="550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3" name="타원 4532">
              <a:extLst>
                <a:ext uri="{FF2B5EF4-FFF2-40B4-BE49-F238E27FC236}">
                  <a16:creationId xmlns:a16="http://schemas.microsoft.com/office/drawing/2014/main" id="{E0AED661-50E9-4552-B673-9AE41BDBAF19}"/>
                </a:ext>
              </a:extLst>
            </p:cNvPr>
            <p:cNvSpPr/>
            <p:nvPr/>
          </p:nvSpPr>
          <p:spPr>
            <a:xfrm>
              <a:off x="702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4" name="타원 4533">
              <a:extLst>
                <a:ext uri="{FF2B5EF4-FFF2-40B4-BE49-F238E27FC236}">
                  <a16:creationId xmlns:a16="http://schemas.microsoft.com/office/drawing/2014/main" id="{9D4EADCF-D1A0-4AC5-AB52-D2AB9A2EBA16}"/>
                </a:ext>
              </a:extLst>
            </p:cNvPr>
            <p:cNvSpPr/>
            <p:nvPr/>
          </p:nvSpPr>
          <p:spPr>
            <a:xfrm>
              <a:off x="854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5" name="타원 4534">
              <a:extLst>
                <a:ext uri="{FF2B5EF4-FFF2-40B4-BE49-F238E27FC236}">
                  <a16:creationId xmlns:a16="http://schemas.microsoft.com/office/drawing/2014/main" id="{D0468215-6C7D-4D40-B435-478F1B6EAE6A}"/>
                </a:ext>
              </a:extLst>
            </p:cNvPr>
            <p:cNvSpPr/>
            <p:nvPr/>
          </p:nvSpPr>
          <p:spPr>
            <a:xfrm>
              <a:off x="1007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6" name="타원 4535">
              <a:extLst>
                <a:ext uri="{FF2B5EF4-FFF2-40B4-BE49-F238E27FC236}">
                  <a16:creationId xmlns:a16="http://schemas.microsoft.com/office/drawing/2014/main" id="{E50ECEBF-7135-4C41-BD22-602334381200}"/>
                </a:ext>
              </a:extLst>
            </p:cNvPr>
            <p:cNvSpPr/>
            <p:nvPr/>
          </p:nvSpPr>
          <p:spPr>
            <a:xfrm>
              <a:off x="1159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7" name="타원 4536">
              <a:extLst>
                <a:ext uri="{FF2B5EF4-FFF2-40B4-BE49-F238E27FC236}">
                  <a16:creationId xmlns:a16="http://schemas.microsoft.com/office/drawing/2014/main" id="{ED8FD210-EF63-47AA-B217-91289319EFBA}"/>
                </a:ext>
              </a:extLst>
            </p:cNvPr>
            <p:cNvSpPr/>
            <p:nvPr/>
          </p:nvSpPr>
          <p:spPr>
            <a:xfrm>
              <a:off x="1312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8" name="타원 4537">
              <a:extLst>
                <a:ext uri="{FF2B5EF4-FFF2-40B4-BE49-F238E27FC236}">
                  <a16:creationId xmlns:a16="http://schemas.microsoft.com/office/drawing/2014/main" id="{B10AB526-D27D-48DF-BC05-66C448B50882}"/>
                </a:ext>
              </a:extLst>
            </p:cNvPr>
            <p:cNvSpPr/>
            <p:nvPr/>
          </p:nvSpPr>
          <p:spPr>
            <a:xfrm>
              <a:off x="1464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39" name="타원 4538">
              <a:extLst>
                <a:ext uri="{FF2B5EF4-FFF2-40B4-BE49-F238E27FC236}">
                  <a16:creationId xmlns:a16="http://schemas.microsoft.com/office/drawing/2014/main" id="{6C62B487-38C3-458D-BC7E-B20881370AA4}"/>
                </a:ext>
              </a:extLst>
            </p:cNvPr>
            <p:cNvSpPr/>
            <p:nvPr/>
          </p:nvSpPr>
          <p:spPr>
            <a:xfrm>
              <a:off x="1616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0" name="타원 4539">
              <a:extLst>
                <a:ext uri="{FF2B5EF4-FFF2-40B4-BE49-F238E27FC236}">
                  <a16:creationId xmlns:a16="http://schemas.microsoft.com/office/drawing/2014/main" id="{15B918D3-2179-40A0-BB04-AF209D132E76}"/>
                </a:ext>
              </a:extLst>
            </p:cNvPr>
            <p:cNvSpPr/>
            <p:nvPr/>
          </p:nvSpPr>
          <p:spPr>
            <a:xfrm>
              <a:off x="1769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1" name="타원 4540">
              <a:extLst>
                <a:ext uri="{FF2B5EF4-FFF2-40B4-BE49-F238E27FC236}">
                  <a16:creationId xmlns:a16="http://schemas.microsoft.com/office/drawing/2014/main" id="{FF768D2E-5F37-43D4-AFD0-FDF6BE0AFC61}"/>
                </a:ext>
              </a:extLst>
            </p:cNvPr>
            <p:cNvSpPr/>
            <p:nvPr/>
          </p:nvSpPr>
          <p:spPr>
            <a:xfrm>
              <a:off x="1921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2" name="타원 4541">
              <a:extLst>
                <a:ext uri="{FF2B5EF4-FFF2-40B4-BE49-F238E27FC236}">
                  <a16:creationId xmlns:a16="http://schemas.microsoft.com/office/drawing/2014/main" id="{7F606648-318D-4B94-8F9F-18DD5CE7BC51}"/>
                </a:ext>
              </a:extLst>
            </p:cNvPr>
            <p:cNvSpPr/>
            <p:nvPr/>
          </p:nvSpPr>
          <p:spPr>
            <a:xfrm>
              <a:off x="2074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3" name="타원 4542">
              <a:extLst>
                <a:ext uri="{FF2B5EF4-FFF2-40B4-BE49-F238E27FC236}">
                  <a16:creationId xmlns:a16="http://schemas.microsoft.com/office/drawing/2014/main" id="{CFA2FDC8-BCE8-4FF4-A1C8-8A74D604AF60}"/>
                </a:ext>
              </a:extLst>
            </p:cNvPr>
            <p:cNvSpPr/>
            <p:nvPr/>
          </p:nvSpPr>
          <p:spPr>
            <a:xfrm>
              <a:off x="2226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4" name="타원 4543">
              <a:extLst>
                <a:ext uri="{FF2B5EF4-FFF2-40B4-BE49-F238E27FC236}">
                  <a16:creationId xmlns:a16="http://schemas.microsoft.com/office/drawing/2014/main" id="{2A6B82BD-EBCD-4C62-A838-A3D4D84B75ED}"/>
                </a:ext>
              </a:extLst>
            </p:cNvPr>
            <p:cNvSpPr/>
            <p:nvPr/>
          </p:nvSpPr>
          <p:spPr>
            <a:xfrm>
              <a:off x="2378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5" name="타원 4544">
              <a:extLst>
                <a:ext uri="{FF2B5EF4-FFF2-40B4-BE49-F238E27FC236}">
                  <a16:creationId xmlns:a16="http://schemas.microsoft.com/office/drawing/2014/main" id="{B87FF73B-6F86-46AF-9B39-7CFB8C0A9E0F}"/>
                </a:ext>
              </a:extLst>
            </p:cNvPr>
            <p:cNvSpPr/>
            <p:nvPr/>
          </p:nvSpPr>
          <p:spPr>
            <a:xfrm>
              <a:off x="2531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6" name="타원 4545">
              <a:extLst>
                <a:ext uri="{FF2B5EF4-FFF2-40B4-BE49-F238E27FC236}">
                  <a16:creationId xmlns:a16="http://schemas.microsoft.com/office/drawing/2014/main" id="{88B50F4D-DDB4-4867-A4A0-49064020761D}"/>
                </a:ext>
              </a:extLst>
            </p:cNvPr>
            <p:cNvSpPr/>
            <p:nvPr/>
          </p:nvSpPr>
          <p:spPr>
            <a:xfrm>
              <a:off x="2683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7" name="타원 4546">
              <a:extLst>
                <a:ext uri="{FF2B5EF4-FFF2-40B4-BE49-F238E27FC236}">
                  <a16:creationId xmlns:a16="http://schemas.microsoft.com/office/drawing/2014/main" id="{3D8FEE12-8AA0-4E08-822A-614EA2C7D56A}"/>
                </a:ext>
              </a:extLst>
            </p:cNvPr>
            <p:cNvSpPr/>
            <p:nvPr/>
          </p:nvSpPr>
          <p:spPr>
            <a:xfrm>
              <a:off x="2836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8" name="타원 4547">
              <a:extLst>
                <a:ext uri="{FF2B5EF4-FFF2-40B4-BE49-F238E27FC236}">
                  <a16:creationId xmlns:a16="http://schemas.microsoft.com/office/drawing/2014/main" id="{7A21F112-915E-4E97-BD3F-999E353ED1CE}"/>
                </a:ext>
              </a:extLst>
            </p:cNvPr>
            <p:cNvSpPr/>
            <p:nvPr/>
          </p:nvSpPr>
          <p:spPr>
            <a:xfrm>
              <a:off x="2988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49" name="타원 4548">
              <a:extLst>
                <a:ext uri="{FF2B5EF4-FFF2-40B4-BE49-F238E27FC236}">
                  <a16:creationId xmlns:a16="http://schemas.microsoft.com/office/drawing/2014/main" id="{467115AF-0315-4343-8ECD-EF30DDE61E58}"/>
                </a:ext>
              </a:extLst>
            </p:cNvPr>
            <p:cNvSpPr/>
            <p:nvPr/>
          </p:nvSpPr>
          <p:spPr>
            <a:xfrm>
              <a:off x="3140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0" name="타원 4549">
              <a:extLst>
                <a:ext uri="{FF2B5EF4-FFF2-40B4-BE49-F238E27FC236}">
                  <a16:creationId xmlns:a16="http://schemas.microsoft.com/office/drawing/2014/main" id="{2CF74CB0-8DB5-49A7-9A6E-53386B695CC9}"/>
                </a:ext>
              </a:extLst>
            </p:cNvPr>
            <p:cNvSpPr/>
            <p:nvPr/>
          </p:nvSpPr>
          <p:spPr>
            <a:xfrm>
              <a:off x="3293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1" name="타원 4550">
              <a:extLst>
                <a:ext uri="{FF2B5EF4-FFF2-40B4-BE49-F238E27FC236}">
                  <a16:creationId xmlns:a16="http://schemas.microsoft.com/office/drawing/2014/main" id="{9E7F1D3C-4262-4648-B5C8-F37A78C0F114}"/>
                </a:ext>
              </a:extLst>
            </p:cNvPr>
            <p:cNvSpPr/>
            <p:nvPr/>
          </p:nvSpPr>
          <p:spPr>
            <a:xfrm>
              <a:off x="3445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2" name="타원 4551">
              <a:extLst>
                <a:ext uri="{FF2B5EF4-FFF2-40B4-BE49-F238E27FC236}">
                  <a16:creationId xmlns:a16="http://schemas.microsoft.com/office/drawing/2014/main" id="{BC0EFC09-48A3-4FA7-A5CE-93888F0FAE9D}"/>
                </a:ext>
              </a:extLst>
            </p:cNvPr>
            <p:cNvSpPr/>
            <p:nvPr/>
          </p:nvSpPr>
          <p:spPr>
            <a:xfrm>
              <a:off x="3598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3" name="타원 4552">
              <a:extLst>
                <a:ext uri="{FF2B5EF4-FFF2-40B4-BE49-F238E27FC236}">
                  <a16:creationId xmlns:a16="http://schemas.microsoft.com/office/drawing/2014/main" id="{B2673857-AB22-4F48-B319-8675EB7A535E}"/>
                </a:ext>
              </a:extLst>
            </p:cNvPr>
            <p:cNvSpPr/>
            <p:nvPr/>
          </p:nvSpPr>
          <p:spPr>
            <a:xfrm>
              <a:off x="3750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4" name="타원 4553">
              <a:extLst>
                <a:ext uri="{FF2B5EF4-FFF2-40B4-BE49-F238E27FC236}">
                  <a16:creationId xmlns:a16="http://schemas.microsoft.com/office/drawing/2014/main" id="{C8007219-4A98-4486-81D0-C1D709A3B05A}"/>
                </a:ext>
              </a:extLst>
            </p:cNvPr>
            <p:cNvSpPr/>
            <p:nvPr/>
          </p:nvSpPr>
          <p:spPr>
            <a:xfrm>
              <a:off x="3902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5" name="타원 4554">
              <a:extLst>
                <a:ext uri="{FF2B5EF4-FFF2-40B4-BE49-F238E27FC236}">
                  <a16:creationId xmlns:a16="http://schemas.microsoft.com/office/drawing/2014/main" id="{4FABA924-D886-484D-B791-5353B1B1FC50}"/>
                </a:ext>
              </a:extLst>
            </p:cNvPr>
            <p:cNvSpPr/>
            <p:nvPr/>
          </p:nvSpPr>
          <p:spPr>
            <a:xfrm>
              <a:off x="4055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6" name="타원 4555">
              <a:extLst>
                <a:ext uri="{FF2B5EF4-FFF2-40B4-BE49-F238E27FC236}">
                  <a16:creationId xmlns:a16="http://schemas.microsoft.com/office/drawing/2014/main" id="{4C57837B-FAC4-4B62-816A-0DA001006436}"/>
                </a:ext>
              </a:extLst>
            </p:cNvPr>
            <p:cNvSpPr/>
            <p:nvPr/>
          </p:nvSpPr>
          <p:spPr>
            <a:xfrm>
              <a:off x="4207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7" name="타원 4556">
              <a:extLst>
                <a:ext uri="{FF2B5EF4-FFF2-40B4-BE49-F238E27FC236}">
                  <a16:creationId xmlns:a16="http://schemas.microsoft.com/office/drawing/2014/main" id="{32FC2655-AC7F-42F9-96DD-A34906B91215}"/>
                </a:ext>
              </a:extLst>
            </p:cNvPr>
            <p:cNvSpPr/>
            <p:nvPr/>
          </p:nvSpPr>
          <p:spPr>
            <a:xfrm>
              <a:off x="4360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8" name="타원 4557">
              <a:extLst>
                <a:ext uri="{FF2B5EF4-FFF2-40B4-BE49-F238E27FC236}">
                  <a16:creationId xmlns:a16="http://schemas.microsoft.com/office/drawing/2014/main" id="{D3788ADF-64CC-403C-9ED6-13F42602904B}"/>
                </a:ext>
              </a:extLst>
            </p:cNvPr>
            <p:cNvSpPr/>
            <p:nvPr/>
          </p:nvSpPr>
          <p:spPr>
            <a:xfrm>
              <a:off x="4512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59" name="타원 4558">
              <a:extLst>
                <a:ext uri="{FF2B5EF4-FFF2-40B4-BE49-F238E27FC236}">
                  <a16:creationId xmlns:a16="http://schemas.microsoft.com/office/drawing/2014/main" id="{298745F4-8A5F-483C-88D7-95DFEF534450}"/>
                </a:ext>
              </a:extLst>
            </p:cNvPr>
            <p:cNvSpPr/>
            <p:nvPr/>
          </p:nvSpPr>
          <p:spPr>
            <a:xfrm>
              <a:off x="4664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0" name="타원 4559">
              <a:extLst>
                <a:ext uri="{FF2B5EF4-FFF2-40B4-BE49-F238E27FC236}">
                  <a16:creationId xmlns:a16="http://schemas.microsoft.com/office/drawing/2014/main" id="{0876EC60-31B8-477A-AA52-D9434109A6BA}"/>
                </a:ext>
              </a:extLst>
            </p:cNvPr>
            <p:cNvSpPr/>
            <p:nvPr/>
          </p:nvSpPr>
          <p:spPr>
            <a:xfrm>
              <a:off x="4817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1" name="타원 4560">
              <a:extLst>
                <a:ext uri="{FF2B5EF4-FFF2-40B4-BE49-F238E27FC236}">
                  <a16:creationId xmlns:a16="http://schemas.microsoft.com/office/drawing/2014/main" id="{37B149E6-6D78-4932-AB98-CE2525C58A73}"/>
                </a:ext>
              </a:extLst>
            </p:cNvPr>
            <p:cNvSpPr/>
            <p:nvPr/>
          </p:nvSpPr>
          <p:spPr>
            <a:xfrm>
              <a:off x="4969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2" name="타원 4561">
              <a:extLst>
                <a:ext uri="{FF2B5EF4-FFF2-40B4-BE49-F238E27FC236}">
                  <a16:creationId xmlns:a16="http://schemas.microsoft.com/office/drawing/2014/main" id="{697E37B8-3D35-4F4E-88A1-29BD57A57E6B}"/>
                </a:ext>
              </a:extLst>
            </p:cNvPr>
            <p:cNvSpPr/>
            <p:nvPr/>
          </p:nvSpPr>
          <p:spPr>
            <a:xfrm>
              <a:off x="51221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3" name="타원 4562">
              <a:extLst>
                <a:ext uri="{FF2B5EF4-FFF2-40B4-BE49-F238E27FC236}">
                  <a16:creationId xmlns:a16="http://schemas.microsoft.com/office/drawing/2014/main" id="{A660AD46-4D92-4AF7-AD62-BCA7A5EEEEF7}"/>
                </a:ext>
              </a:extLst>
            </p:cNvPr>
            <p:cNvSpPr/>
            <p:nvPr/>
          </p:nvSpPr>
          <p:spPr>
            <a:xfrm>
              <a:off x="52745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4" name="타원 4563">
              <a:extLst>
                <a:ext uri="{FF2B5EF4-FFF2-40B4-BE49-F238E27FC236}">
                  <a16:creationId xmlns:a16="http://schemas.microsoft.com/office/drawing/2014/main" id="{253385AC-ADEC-4D25-92F4-30D96FE9CEA5}"/>
                </a:ext>
              </a:extLst>
            </p:cNvPr>
            <p:cNvSpPr/>
            <p:nvPr/>
          </p:nvSpPr>
          <p:spPr>
            <a:xfrm>
              <a:off x="54269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5" name="타원 4564">
              <a:extLst>
                <a:ext uri="{FF2B5EF4-FFF2-40B4-BE49-F238E27FC236}">
                  <a16:creationId xmlns:a16="http://schemas.microsoft.com/office/drawing/2014/main" id="{65E58C43-8B92-4108-BC53-99C480E00322}"/>
                </a:ext>
              </a:extLst>
            </p:cNvPr>
            <p:cNvSpPr/>
            <p:nvPr/>
          </p:nvSpPr>
          <p:spPr>
            <a:xfrm>
              <a:off x="55793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6" name="타원 4565">
              <a:extLst>
                <a:ext uri="{FF2B5EF4-FFF2-40B4-BE49-F238E27FC236}">
                  <a16:creationId xmlns:a16="http://schemas.microsoft.com/office/drawing/2014/main" id="{64D5BEE4-5F12-4663-ABF5-884281CBA362}"/>
                </a:ext>
              </a:extLst>
            </p:cNvPr>
            <p:cNvSpPr/>
            <p:nvPr/>
          </p:nvSpPr>
          <p:spPr>
            <a:xfrm>
              <a:off x="5731775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7" name="타원 4566">
              <a:extLst>
                <a:ext uri="{FF2B5EF4-FFF2-40B4-BE49-F238E27FC236}">
                  <a16:creationId xmlns:a16="http://schemas.microsoft.com/office/drawing/2014/main" id="{2030DF90-74A0-4900-BA60-8D771C3B5E61}"/>
                </a:ext>
              </a:extLst>
            </p:cNvPr>
            <p:cNvSpPr/>
            <p:nvPr/>
          </p:nvSpPr>
          <p:spPr>
            <a:xfrm>
              <a:off x="245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8" name="타원 4567">
              <a:extLst>
                <a:ext uri="{FF2B5EF4-FFF2-40B4-BE49-F238E27FC236}">
                  <a16:creationId xmlns:a16="http://schemas.microsoft.com/office/drawing/2014/main" id="{18B9960C-1F29-4944-B417-D672DD9493DD}"/>
                </a:ext>
              </a:extLst>
            </p:cNvPr>
            <p:cNvSpPr/>
            <p:nvPr/>
          </p:nvSpPr>
          <p:spPr>
            <a:xfrm>
              <a:off x="397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9" name="타원 4568">
              <a:extLst>
                <a:ext uri="{FF2B5EF4-FFF2-40B4-BE49-F238E27FC236}">
                  <a16:creationId xmlns:a16="http://schemas.microsoft.com/office/drawing/2014/main" id="{0BA5B111-FDA0-46ED-9752-621B1EEA0F22}"/>
                </a:ext>
              </a:extLst>
            </p:cNvPr>
            <p:cNvSpPr/>
            <p:nvPr/>
          </p:nvSpPr>
          <p:spPr>
            <a:xfrm>
              <a:off x="550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0" name="타원 4569">
              <a:extLst>
                <a:ext uri="{FF2B5EF4-FFF2-40B4-BE49-F238E27FC236}">
                  <a16:creationId xmlns:a16="http://schemas.microsoft.com/office/drawing/2014/main" id="{F735E85D-A960-4140-81A4-47365615E405}"/>
                </a:ext>
              </a:extLst>
            </p:cNvPr>
            <p:cNvSpPr/>
            <p:nvPr/>
          </p:nvSpPr>
          <p:spPr>
            <a:xfrm>
              <a:off x="702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1" name="타원 4570">
              <a:extLst>
                <a:ext uri="{FF2B5EF4-FFF2-40B4-BE49-F238E27FC236}">
                  <a16:creationId xmlns:a16="http://schemas.microsoft.com/office/drawing/2014/main" id="{D9C4FAD1-E767-4CDB-BA70-F683582D51A5}"/>
                </a:ext>
              </a:extLst>
            </p:cNvPr>
            <p:cNvSpPr/>
            <p:nvPr/>
          </p:nvSpPr>
          <p:spPr>
            <a:xfrm>
              <a:off x="854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2" name="타원 4571">
              <a:extLst>
                <a:ext uri="{FF2B5EF4-FFF2-40B4-BE49-F238E27FC236}">
                  <a16:creationId xmlns:a16="http://schemas.microsoft.com/office/drawing/2014/main" id="{DFD41165-1C99-4F44-8FB5-007959098793}"/>
                </a:ext>
              </a:extLst>
            </p:cNvPr>
            <p:cNvSpPr/>
            <p:nvPr/>
          </p:nvSpPr>
          <p:spPr>
            <a:xfrm>
              <a:off x="1007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3" name="타원 4572">
              <a:extLst>
                <a:ext uri="{FF2B5EF4-FFF2-40B4-BE49-F238E27FC236}">
                  <a16:creationId xmlns:a16="http://schemas.microsoft.com/office/drawing/2014/main" id="{9349AAB9-3BFA-41CC-8AC9-C26C6E7CA255}"/>
                </a:ext>
              </a:extLst>
            </p:cNvPr>
            <p:cNvSpPr/>
            <p:nvPr/>
          </p:nvSpPr>
          <p:spPr>
            <a:xfrm>
              <a:off x="1159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4" name="타원 4573">
              <a:extLst>
                <a:ext uri="{FF2B5EF4-FFF2-40B4-BE49-F238E27FC236}">
                  <a16:creationId xmlns:a16="http://schemas.microsoft.com/office/drawing/2014/main" id="{18D79AAA-DB2C-4A73-9C8C-12FECF1D5F76}"/>
                </a:ext>
              </a:extLst>
            </p:cNvPr>
            <p:cNvSpPr/>
            <p:nvPr/>
          </p:nvSpPr>
          <p:spPr>
            <a:xfrm>
              <a:off x="1312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5" name="타원 4574">
              <a:extLst>
                <a:ext uri="{FF2B5EF4-FFF2-40B4-BE49-F238E27FC236}">
                  <a16:creationId xmlns:a16="http://schemas.microsoft.com/office/drawing/2014/main" id="{B267A61C-D8BB-4322-BFC7-3C500962BA2A}"/>
                </a:ext>
              </a:extLst>
            </p:cNvPr>
            <p:cNvSpPr/>
            <p:nvPr/>
          </p:nvSpPr>
          <p:spPr>
            <a:xfrm>
              <a:off x="1464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6" name="타원 4575">
              <a:extLst>
                <a:ext uri="{FF2B5EF4-FFF2-40B4-BE49-F238E27FC236}">
                  <a16:creationId xmlns:a16="http://schemas.microsoft.com/office/drawing/2014/main" id="{E7858713-1D10-4D25-950A-D7F39B62095F}"/>
                </a:ext>
              </a:extLst>
            </p:cNvPr>
            <p:cNvSpPr/>
            <p:nvPr/>
          </p:nvSpPr>
          <p:spPr>
            <a:xfrm>
              <a:off x="1616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7" name="타원 4576">
              <a:extLst>
                <a:ext uri="{FF2B5EF4-FFF2-40B4-BE49-F238E27FC236}">
                  <a16:creationId xmlns:a16="http://schemas.microsoft.com/office/drawing/2014/main" id="{CD80251C-5157-4D14-AB1D-FF15598AE86C}"/>
                </a:ext>
              </a:extLst>
            </p:cNvPr>
            <p:cNvSpPr/>
            <p:nvPr/>
          </p:nvSpPr>
          <p:spPr>
            <a:xfrm>
              <a:off x="1769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8" name="타원 4577">
              <a:extLst>
                <a:ext uri="{FF2B5EF4-FFF2-40B4-BE49-F238E27FC236}">
                  <a16:creationId xmlns:a16="http://schemas.microsoft.com/office/drawing/2014/main" id="{8C8805CB-5840-477A-9EE2-C10F5C96532B}"/>
                </a:ext>
              </a:extLst>
            </p:cNvPr>
            <p:cNvSpPr/>
            <p:nvPr/>
          </p:nvSpPr>
          <p:spPr>
            <a:xfrm>
              <a:off x="1921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79" name="타원 4578">
              <a:extLst>
                <a:ext uri="{FF2B5EF4-FFF2-40B4-BE49-F238E27FC236}">
                  <a16:creationId xmlns:a16="http://schemas.microsoft.com/office/drawing/2014/main" id="{665D80B0-2699-453B-8384-D8120E9DEB71}"/>
                </a:ext>
              </a:extLst>
            </p:cNvPr>
            <p:cNvSpPr/>
            <p:nvPr/>
          </p:nvSpPr>
          <p:spPr>
            <a:xfrm>
              <a:off x="2074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0" name="타원 4579">
              <a:extLst>
                <a:ext uri="{FF2B5EF4-FFF2-40B4-BE49-F238E27FC236}">
                  <a16:creationId xmlns:a16="http://schemas.microsoft.com/office/drawing/2014/main" id="{E31072B1-5BE5-48B9-A6C2-0EA2AE26FBBD}"/>
                </a:ext>
              </a:extLst>
            </p:cNvPr>
            <p:cNvSpPr/>
            <p:nvPr/>
          </p:nvSpPr>
          <p:spPr>
            <a:xfrm>
              <a:off x="2226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1" name="타원 4580">
              <a:extLst>
                <a:ext uri="{FF2B5EF4-FFF2-40B4-BE49-F238E27FC236}">
                  <a16:creationId xmlns:a16="http://schemas.microsoft.com/office/drawing/2014/main" id="{F27483FD-F587-45A1-8C1E-5F1CFD06FBD5}"/>
                </a:ext>
              </a:extLst>
            </p:cNvPr>
            <p:cNvSpPr/>
            <p:nvPr/>
          </p:nvSpPr>
          <p:spPr>
            <a:xfrm>
              <a:off x="2378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2" name="타원 4581">
              <a:extLst>
                <a:ext uri="{FF2B5EF4-FFF2-40B4-BE49-F238E27FC236}">
                  <a16:creationId xmlns:a16="http://schemas.microsoft.com/office/drawing/2014/main" id="{029000B2-3819-4DB7-9276-ABA5E1E68872}"/>
                </a:ext>
              </a:extLst>
            </p:cNvPr>
            <p:cNvSpPr/>
            <p:nvPr/>
          </p:nvSpPr>
          <p:spPr>
            <a:xfrm>
              <a:off x="2531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3" name="타원 4582">
              <a:extLst>
                <a:ext uri="{FF2B5EF4-FFF2-40B4-BE49-F238E27FC236}">
                  <a16:creationId xmlns:a16="http://schemas.microsoft.com/office/drawing/2014/main" id="{6427B2D9-8350-404F-88B1-F5222013A18E}"/>
                </a:ext>
              </a:extLst>
            </p:cNvPr>
            <p:cNvSpPr/>
            <p:nvPr/>
          </p:nvSpPr>
          <p:spPr>
            <a:xfrm>
              <a:off x="2683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4" name="타원 4583">
              <a:extLst>
                <a:ext uri="{FF2B5EF4-FFF2-40B4-BE49-F238E27FC236}">
                  <a16:creationId xmlns:a16="http://schemas.microsoft.com/office/drawing/2014/main" id="{71065F13-7B4A-43E8-8D2A-A0047E44B95F}"/>
                </a:ext>
              </a:extLst>
            </p:cNvPr>
            <p:cNvSpPr/>
            <p:nvPr/>
          </p:nvSpPr>
          <p:spPr>
            <a:xfrm>
              <a:off x="2836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5" name="타원 4584">
              <a:extLst>
                <a:ext uri="{FF2B5EF4-FFF2-40B4-BE49-F238E27FC236}">
                  <a16:creationId xmlns:a16="http://schemas.microsoft.com/office/drawing/2014/main" id="{A3E890B7-CB40-4740-B399-827E1F6FA31C}"/>
                </a:ext>
              </a:extLst>
            </p:cNvPr>
            <p:cNvSpPr/>
            <p:nvPr/>
          </p:nvSpPr>
          <p:spPr>
            <a:xfrm>
              <a:off x="2988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6" name="타원 4585">
              <a:extLst>
                <a:ext uri="{FF2B5EF4-FFF2-40B4-BE49-F238E27FC236}">
                  <a16:creationId xmlns:a16="http://schemas.microsoft.com/office/drawing/2014/main" id="{620D1CD5-8722-41B0-A456-B3AE82B713A6}"/>
                </a:ext>
              </a:extLst>
            </p:cNvPr>
            <p:cNvSpPr/>
            <p:nvPr/>
          </p:nvSpPr>
          <p:spPr>
            <a:xfrm>
              <a:off x="3140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7" name="타원 4586">
              <a:extLst>
                <a:ext uri="{FF2B5EF4-FFF2-40B4-BE49-F238E27FC236}">
                  <a16:creationId xmlns:a16="http://schemas.microsoft.com/office/drawing/2014/main" id="{F7A66C8B-6ED7-4D83-969C-6A9A0EE823CD}"/>
                </a:ext>
              </a:extLst>
            </p:cNvPr>
            <p:cNvSpPr/>
            <p:nvPr/>
          </p:nvSpPr>
          <p:spPr>
            <a:xfrm>
              <a:off x="3293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8" name="타원 4587">
              <a:extLst>
                <a:ext uri="{FF2B5EF4-FFF2-40B4-BE49-F238E27FC236}">
                  <a16:creationId xmlns:a16="http://schemas.microsoft.com/office/drawing/2014/main" id="{9E8AEE83-2E31-47EB-AA95-93D966200708}"/>
                </a:ext>
              </a:extLst>
            </p:cNvPr>
            <p:cNvSpPr/>
            <p:nvPr/>
          </p:nvSpPr>
          <p:spPr>
            <a:xfrm>
              <a:off x="3445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89" name="타원 4588">
              <a:extLst>
                <a:ext uri="{FF2B5EF4-FFF2-40B4-BE49-F238E27FC236}">
                  <a16:creationId xmlns:a16="http://schemas.microsoft.com/office/drawing/2014/main" id="{4E53AB03-E000-4BD5-90F3-3D085C1EC356}"/>
                </a:ext>
              </a:extLst>
            </p:cNvPr>
            <p:cNvSpPr/>
            <p:nvPr/>
          </p:nvSpPr>
          <p:spPr>
            <a:xfrm>
              <a:off x="3598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0" name="타원 4589">
              <a:extLst>
                <a:ext uri="{FF2B5EF4-FFF2-40B4-BE49-F238E27FC236}">
                  <a16:creationId xmlns:a16="http://schemas.microsoft.com/office/drawing/2014/main" id="{AAE2B21D-129F-4E3E-92B7-580D4ABC7B99}"/>
                </a:ext>
              </a:extLst>
            </p:cNvPr>
            <p:cNvSpPr/>
            <p:nvPr/>
          </p:nvSpPr>
          <p:spPr>
            <a:xfrm>
              <a:off x="3750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1" name="타원 4590">
              <a:extLst>
                <a:ext uri="{FF2B5EF4-FFF2-40B4-BE49-F238E27FC236}">
                  <a16:creationId xmlns:a16="http://schemas.microsoft.com/office/drawing/2014/main" id="{8BB245F6-0CF0-43FC-8716-3EF368565C5A}"/>
                </a:ext>
              </a:extLst>
            </p:cNvPr>
            <p:cNvSpPr/>
            <p:nvPr/>
          </p:nvSpPr>
          <p:spPr>
            <a:xfrm>
              <a:off x="3902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2" name="타원 4591">
              <a:extLst>
                <a:ext uri="{FF2B5EF4-FFF2-40B4-BE49-F238E27FC236}">
                  <a16:creationId xmlns:a16="http://schemas.microsoft.com/office/drawing/2014/main" id="{7312588B-F392-4A79-B699-F78207AA91BC}"/>
                </a:ext>
              </a:extLst>
            </p:cNvPr>
            <p:cNvSpPr/>
            <p:nvPr/>
          </p:nvSpPr>
          <p:spPr>
            <a:xfrm>
              <a:off x="4055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3" name="타원 4592">
              <a:extLst>
                <a:ext uri="{FF2B5EF4-FFF2-40B4-BE49-F238E27FC236}">
                  <a16:creationId xmlns:a16="http://schemas.microsoft.com/office/drawing/2014/main" id="{503C1DCD-D052-43FA-BA21-12C65AD3BCE7}"/>
                </a:ext>
              </a:extLst>
            </p:cNvPr>
            <p:cNvSpPr/>
            <p:nvPr/>
          </p:nvSpPr>
          <p:spPr>
            <a:xfrm>
              <a:off x="4207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4" name="타원 4593">
              <a:extLst>
                <a:ext uri="{FF2B5EF4-FFF2-40B4-BE49-F238E27FC236}">
                  <a16:creationId xmlns:a16="http://schemas.microsoft.com/office/drawing/2014/main" id="{5E3BCFC7-519C-4DCA-BFD1-6F18B7F354AB}"/>
                </a:ext>
              </a:extLst>
            </p:cNvPr>
            <p:cNvSpPr/>
            <p:nvPr/>
          </p:nvSpPr>
          <p:spPr>
            <a:xfrm>
              <a:off x="4360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5" name="타원 4594">
              <a:extLst>
                <a:ext uri="{FF2B5EF4-FFF2-40B4-BE49-F238E27FC236}">
                  <a16:creationId xmlns:a16="http://schemas.microsoft.com/office/drawing/2014/main" id="{0754DCB8-7712-4942-AE33-F663B5E60BB1}"/>
                </a:ext>
              </a:extLst>
            </p:cNvPr>
            <p:cNvSpPr/>
            <p:nvPr/>
          </p:nvSpPr>
          <p:spPr>
            <a:xfrm>
              <a:off x="4512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6" name="타원 4595">
              <a:extLst>
                <a:ext uri="{FF2B5EF4-FFF2-40B4-BE49-F238E27FC236}">
                  <a16:creationId xmlns:a16="http://schemas.microsoft.com/office/drawing/2014/main" id="{A1F0A5D9-FB6A-455A-A351-1D1B8A2B7D37}"/>
                </a:ext>
              </a:extLst>
            </p:cNvPr>
            <p:cNvSpPr/>
            <p:nvPr/>
          </p:nvSpPr>
          <p:spPr>
            <a:xfrm>
              <a:off x="4664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7" name="타원 4596">
              <a:extLst>
                <a:ext uri="{FF2B5EF4-FFF2-40B4-BE49-F238E27FC236}">
                  <a16:creationId xmlns:a16="http://schemas.microsoft.com/office/drawing/2014/main" id="{A57E34D3-375E-492E-9055-478AE5C8A313}"/>
                </a:ext>
              </a:extLst>
            </p:cNvPr>
            <p:cNvSpPr/>
            <p:nvPr/>
          </p:nvSpPr>
          <p:spPr>
            <a:xfrm>
              <a:off x="4817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8" name="타원 4597">
              <a:extLst>
                <a:ext uri="{FF2B5EF4-FFF2-40B4-BE49-F238E27FC236}">
                  <a16:creationId xmlns:a16="http://schemas.microsoft.com/office/drawing/2014/main" id="{954E217B-30F2-4FD4-9A99-DA4A51EFAB54}"/>
                </a:ext>
              </a:extLst>
            </p:cNvPr>
            <p:cNvSpPr/>
            <p:nvPr/>
          </p:nvSpPr>
          <p:spPr>
            <a:xfrm>
              <a:off x="4969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99" name="타원 4598">
              <a:extLst>
                <a:ext uri="{FF2B5EF4-FFF2-40B4-BE49-F238E27FC236}">
                  <a16:creationId xmlns:a16="http://schemas.microsoft.com/office/drawing/2014/main" id="{925AD216-3AD0-4EAD-9833-3FF5FDEA939D}"/>
                </a:ext>
              </a:extLst>
            </p:cNvPr>
            <p:cNvSpPr/>
            <p:nvPr/>
          </p:nvSpPr>
          <p:spPr>
            <a:xfrm>
              <a:off x="51221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0" name="타원 4599">
              <a:extLst>
                <a:ext uri="{FF2B5EF4-FFF2-40B4-BE49-F238E27FC236}">
                  <a16:creationId xmlns:a16="http://schemas.microsoft.com/office/drawing/2014/main" id="{09A116AD-C8A7-4C6C-80D9-22046050A059}"/>
                </a:ext>
              </a:extLst>
            </p:cNvPr>
            <p:cNvSpPr/>
            <p:nvPr/>
          </p:nvSpPr>
          <p:spPr>
            <a:xfrm>
              <a:off x="52745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1" name="타원 4600">
              <a:extLst>
                <a:ext uri="{FF2B5EF4-FFF2-40B4-BE49-F238E27FC236}">
                  <a16:creationId xmlns:a16="http://schemas.microsoft.com/office/drawing/2014/main" id="{89B7FAE8-D61E-4B43-AFC7-68FB4CF31754}"/>
                </a:ext>
              </a:extLst>
            </p:cNvPr>
            <p:cNvSpPr/>
            <p:nvPr/>
          </p:nvSpPr>
          <p:spPr>
            <a:xfrm>
              <a:off x="54269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2" name="타원 4601">
              <a:extLst>
                <a:ext uri="{FF2B5EF4-FFF2-40B4-BE49-F238E27FC236}">
                  <a16:creationId xmlns:a16="http://schemas.microsoft.com/office/drawing/2014/main" id="{94431C85-C226-40BA-BA91-A8D88D2BF512}"/>
                </a:ext>
              </a:extLst>
            </p:cNvPr>
            <p:cNvSpPr/>
            <p:nvPr/>
          </p:nvSpPr>
          <p:spPr>
            <a:xfrm>
              <a:off x="55793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3" name="타원 4602">
              <a:extLst>
                <a:ext uri="{FF2B5EF4-FFF2-40B4-BE49-F238E27FC236}">
                  <a16:creationId xmlns:a16="http://schemas.microsoft.com/office/drawing/2014/main" id="{6B392189-1913-4729-BED1-5B575C8D3334}"/>
                </a:ext>
              </a:extLst>
            </p:cNvPr>
            <p:cNvSpPr/>
            <p:nvPr/>
          </p:nvSpPr>
          <p:spPr>
            <a:xfrm>
              <a:off x="5731775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4" name="타원 4603">
              <a:extLst>
                <a:ext uri="{FF2B5EF4-FFF2-40B4-BE49-F238E27FC236}">
                  <a16:creationId xmlns:a16="http://schemas.microsoft.com/office/drawing/2014/main" id="{36C40B95-A14F-45BB-ACF4-394118BD2756}"/>
                </a:ext>
              </a:extLst>
            </p:cNvPr>
            <p:cNvSpPr/>
            <p:nvPr/>
          </p:nvSpPr>
          <p:spPr>
            <a:xfrm>
              <a:off x="245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5" name="타원 4604">
              <a:extLst>
                <a:ext uri="{FF2B5EF4-FFF2-40B4-BE49-F238E27FC236}">
                  <a16:creationId xmlns:a16="http://schemas.microsoft.com/office/drawing/2014/main" id="{066CD282-2945-4E93-8142-7C5A415B9E8B}"/>
                </a:ext>
              </a:extLst>
            </p:cNvPr>
            <p:cNvSpPr/>
            <p:nvPr/>
          </p:nvSpPr>
          <p:spPr>
            <a:xfrm>
              <a:off x="397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6" name="타원 4605">
              <a:extLst>
                <a:ext uri="{FF2B5EF4-FFF2-40B4-BE49-F238E27FC236}">
                  <a16:creationId xmlns:a16="http://schemas.microsoft.com/office/drawing/2014/main" id="{8E7FCF34-5CBA-4A87-B9BC-CBA1DDFF833E}"/>
                </a:ext>
              </a:extLst>
            </p:cNvPr>
            <p:cNvSpPr/>
            <p:nvPr/>
          </p:nvSpPr>
          <p:spPr>
            <a:xfrm>
              <a:off x="550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7" name="타원 4606">
              <a:extLst>
                <a:ext uri="{FF2B5EF4-FFF2-40B4-BE49-F238E27FC236}">
                  <a16:creationId xmlns:a16="http://schemas.microsoft.com/office/drawing/2014/main" id="{EAE8F15F-5C0D-4634-AAC8-882A93A26356}"/>
                </a:ext>
              </a:extLst>
            </p:cNvPr>
            <p:cNvSpPr/>
            <p:nvPr/>
          </p:nvSpPr>
          <p:spPr>
            <a:xfrm>
              <a:off x="702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8" name="타원 4607">
              <a:extLst>
                <a:ext uri="{FF2B5EF4-FFF2-40B4-BE49-F238E27FC236}">
                  <a16:creationId xmlns:a16="http://schemas.microsoft.com/office/drawing/2014/main" id="{ACAD5DA8-A2A2-4751-A7C8-24776B064040}"/>
                </a:ext>
              </a:extLst>
            </p:cNvPr>
            <p:cNvSpPr/>
            <p:nvPr/>
          </p:nvSpPr>
          <p:spPr>
            <a:xfrm>
              <a:off x="854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9" name="타원 4608">
              <a:extLst>
                <a:ext uri="{FF2B5EF4-FFF2-40B4-BE49-F238E27FC236}">
                  <a16:creationId xmlns:a16="http://schemas.microsoft.com/office/drawing/2014/main" id="{C92E59F8-D4F1-46E0-8760-697AF4229C0D}"/>
                </a:ext>
              </a:extLst>
            </p:cNvPr>
            <p:cNvSpPr/>
            <p:nvPr/>
          </p:nvSpPr>
          <p:spPr>
            <a:xfrm>
              <a:off x="1007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0" name="타원 4609">
              <a:extLst>
                <a:ext uri="{FF2B5EF4-FFF2-40B4-BE49-F238E27FC236}">
                  <a16:creationId xmlns:a16="http://schemas.microsoft.com/office/drawing/2014/main" id="{D4DB5428-F129-4C03-98C2-613D5969A081}"/>
                </a:ext>
              </a:extLst>
            </p:cNvPr>
            <p:cNvSpPr/>
            <p:nvPr/>
          </p:nvSpPr>
          <p:spPr>
            <a:xfrm>
              <a:off x="1159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1" name="타원 4610">
              <a:extLst>
                <a:ext uri="{FF2B5EF4-FFF2-40B4-BE49-F238E27FC236}">
                  <a16:creationId xmlns:a16="http://schemas.microsoft.com/office/drawing/2014/main" id="{35BF1E3C-85B7-4141-9D56-F6F1E94C8581}"/>
                </a:ext>
              </a:extLst>
            </p:cNvPr>
            <p:cNvSpPr/>
            <p:nvPr/>
          </p:nvSpPr>
          <p:spPr>
            <a:xfrm>
              <a:off x="1312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2" name="타원 4611">
              <a:extLst>
                <a:ext uri="{FF2B5EF4-FFF2-40B4-BE49-F238E27FC236}">
                  <a16:creationId xmlns:a16="http://schemas.microsoft.com/office/drawing/2014/main" id="{0238FFCE-0A56-4B10-8836-B10BF368B952}"/>
                </a:ext>
              </a:extLst>
            </p:cNvPr>
            <p:cNvSpPr/>
            <p:nvPr/>
          </p:nvSpPr>
          <p:spPr>
            <a:xfrm>
              <a:off x="1464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3" name="타원 4612">
              <a:extLst>
                <a:ext uri="{FF2B5EF4-FFF2-40B4-BE49-F238E27FC236}">
                  <a16:creationId xmlns:a16="http://schemas.microsoft.com/office/drawing/2014/main" id="{A8B1169D-C2A4-4893-B335-09EAA0D71FA4}"/>
                </a:ext>
              </a:extLst>
            </p:cNvPr>
            <p:cNvSpPr/>
            <p:nvPr/>
          </p:nvSpPr>
          <p:spPr>
            <a:xfrm>
              <a:off x="1616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4" name="타원 4613">
              <a:extLst>
                <a:ext uri="{FF2B5EF4-FFF2-40B4-BE49-F238E27FC236}">
                  <a16:creationId xmlns:a16="http://schemas.microsoft.com/office/drawing/2014/main" id="{7B9D7930-90E3-4F96-B146-50F70B711F93}"/>
                </a:ext>
              </a:extLst>
            </p:cNvPr>
            <p:cNvSpPr/>
            <p:nvPr/>
          </p:nvSpPr>
          <p:spPr>
            <a:xfrm>
              <a:off x="1769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5" name="타원 4614">
              <a:extLst>
                <a:ext uri="{FF2B5EF4-FFF2-40B4-BE49-F238E27FC236}">
                  <a16:creationId xmlns:a16="http://schemas.microsoft.com/office/drawing/2014/main" id="{AA5E6620-B003-4E71-BAC9-EC5F03769C8C}"/>
                </a:ext>
              </a:extLst>
            </p:cNvPr>
            <p:cNvSpPr/>
            <p:nvPr/>
          </p:nvSpPr>
          <p:spPr>
            <a:xfrm>
              <a:off x="1921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6" name="타원 4615">
              <a:extLst>
                <a:ext uri="{FF2B5EF4-FFF2-40B4-BE49-F238E27FC236}">
                  <a16:creationId xmlns:a16="http://schemas.microsoft.com/office/drawing/2014/main" id="{7A434C26-3322-4A86-A560-1324F9ADF586}"/>
                </a:ext>
              </a:extLst>
            </p:cNvPr>
            <p:cNvSpPr/>
            <p:nvPr/>
          </p:nvSpPr>
          <p:spPr>
            <a:xfrm>
              <a:off x="2074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7" name="타원 4616">
              <a:extLst>
                <a:ext uri="{FF2B5EF4-FFF2-40B4-BE49-F238E27FC236}">
                  <a16:creationId xmlns:a16="http://schemas.microsoft.com/office/drawing/2014/main" id="{DF89AE96-43F2-4B66-8A64-ACC209B901C1}"/>
                </a:ext>
              </a:extLst>
            </p:cNvPr>
            <p:cNvSpPr/>
            <p:nvPr/>
          </p:nvSpPr>
          <p:spPr>
            <a:xfrm>
              <a:off x="2226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8" name="타원 4617">
              <a:extLst>
                <a:ext uri="{FF2B5EF4-FFF2-40B4-BE49-F238E27FC236}">
                  <a16:creationId xmlns:a16="http://schemas.microsoft.com/office/drawing/2014/main" id="{22259B2A-1C31-4C01-982C-FAF6701133E8}"/>
                </a:ext>
              </a:extLst>
            </p:cNvPr>
            <p:cNvSpPr/>
            <p:nvPr/>
          </p:nvSpPr>
          <p:spPr>
            <a:xfrm>
              <a:off x="2378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19" name="타원 4618">
              <a:extLst>
                <a:ext uri="{FF2B5EF4-FFF2-40B4-BE49-F238E27FC236}">
                  <a16:creationId xmlns:a16="http://schemas.microsoft.com/office/drawing/2014/main" id="{B052E27B-2FCC-46D7-8472-CAD882075940}"/>
                </a:ext>
              </a:extLst>
            </p:cNvPr>
            <p:cNvSpPr/>
            <p:nvPr/>
          </p:nvSpPr>
          <p:spPr>
            <a:xfrm>
              <a:off x="2531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0" name="타원 4619">
              <a:extLst>
                <a:ext uri="{FF2B5EF4-FFF2-40B4-BE49-F238E27FC236}">
                  <a16:creationId xmlns:a16="http://schemas.microsoft.com/office/drawing/2014/main" id="{9C9C3387-FE90-454C-AD80-05BA8163F1DF}"/>
                </a:ext>
              </a:extLst>
            </p:cNvPr>
            <p:cNvSpPr/>
            <p:nvPr/>
          </p:nvSpPr>
          <p:spPr>
            <a:xfrm>
              <a:off x="2683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1" name="타원 4620">
              <a:extLst>
                <a:ext uri="{FF2B5EF4-FFF2-40B4-BE49-F238E27FC236}">
                  <a16:creationId xmlns:a16="http://schemas.microsoft.com/office/drawing/2014/main" id="{4F297170-6816-4B9F-BA3E-D1D104878BFD}"/>
                </a:ext>
              </a:extLst>
            </p:cNvPr>
            <p:cNvSpPr/>
            <p:nvPr/>
          </p:nvSpPr>
          <p:spPr>
            <a:xfrm>
              <a:off x="2836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2" name="타원 4621">
              <a:extLst>
                <a:ext uri="{FF2B5EF4-FFF2-40B4-BE49-F238E27FC236}">
                  <a16:creationId xmlns:a16="http://schemas.microsoft.com/office/drawing/2014/main" id="{EE348A2C-3709-47DC-8EB4-7D7EB75AED8F}"/>
                </a:ext>
              </a:extLst>
            </p:cNvPr>
            <p:cNvSpPr/>
            <p:nvPr/>
          </p:nvSpPr>
          <p:spPr>
            <a:xfrm>
              <a:off x="2988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3" name="타원 4622">
              <a:extLst>
                <a:ext uri="{FF2B5EF4-FFF2-40B4-BE49-F238E27FC236}">
                  <a16:creationId xmlns:a16="http://schemas.microsoft.com/office/drawing/2014/main" id="{0FF66017-1923-49DE-B7F4-B009D0EE07FF}"/>
                </a:ext>
              </a:extLst>
            </p:cNvPr>
            <p:cNvSpPr/>
            <p:nvPr/>
          </p:nvSpPr>
          <p:spPr>
            <a:xfrm>
              <a:off x="3140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4" name="타원 4623">
              <a:extLst>
                <a:ext uri="{FF2B5EF4-FFF2-40B4-BE49-F238E27FC236}">
                  <a16:creationId xmlns:a16="http://schemas.microsoft.com/office/drawing/2014/main" id="{910E3087-F66F-44C9-AE47-28FB9245C71E}"/>
                </a:ext>
              </a:extLst>
            </p:cNvPr>
            <p:cNvSpPr/>
            <p:nvPr/>
          </p:nvSpPr>
          <p:spPr>
            <a:xfrm>
              <a:off x="3293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5" name="타원 4624">
              <a:extLst>
                <a:ext uri="{FF2B5EF4-FFF2-40B4-BE49-F238E27FC236}">
                  <a16:creationId xmlns:a16="http://schemas.microsoft.com/office/drawing/2014/main" id="{0DCFD376-4E4D-4529-97E7-FFC080E35456}"/>
                </a:ext>
              </a:extLst>
            </p:cNvPr>
            <p:cNvSpPr/>
            <p:nvPr/>
          </p:nvSpPr>
          <p:spPr>
            <a:xfrm>
              <a:off x="3445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6" name="타원 4625">
              <a:extLst>
                <a:ext uri="{FF2B5EF4-FFF2-40B4-BE49-F238E27FC236}">
                  <a16:creationId xmlns:a16="http://schemas.microsoft.com/office/drawing/2014/main" id="{586DFB0B-8D35-4B1B-A151-AD91D088BC5C}"/>
                </a:ext>
              </a:extLst>
            </p:cNvPr>
            <p:cNvSpPr/>
            <p:nvPr/>
          </p:nvSpPr>
          <p:spPr>
            <a:xfrm>
              <a:off x="3598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7" name="타원 4626">
              <a:extLst>
                <a:ext uri="{FF2B5EF4-FFF2-40B4-BE49-F238E27FC236}">
                  <a16:creationId xmlns:a16="http://schemas.microsoft.com/office/drawing/2014/main" id="{634BE095-10A4-48A1-B3E3-464ADBE48AE6}"/>
                </a:ext>
              </a:extLst>
            </p:cNvPr>
            <p:cNvSpPr/>
            <p:nvPr/>
          </p:nvSpPr>
          <p:spPr>
            <a:xfrm>
              <a:off x="3750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8" name="타원 4627">
              <a:extLst>
                <a:ext uri="{FF2B5EF4-FFF2-40B4-BE49-F238E27FC236}">
                  <a16:creationId xmlns:a16="http://schemas.microsoft.com/office/drawing/2014/main" id="{C948E01A-0B81-4BDF-A24D-01ED977EC558}"/>
                </a:ext>
              </a:extLst>
            </p:cNvPr>
            <p:cNvSpPr/>
            <p:nvPr/>
          </p:nvSpPr>
          <p:spPr>
            <a:xfrm>
              <a:off x="3902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29" name="타원 4628">
              <a:extLst>
                <a:ext uri="{FF2B5EF4-FFF2-40B4-BE49-F238E27FC236}">
                  <a16:creationId xmlns:a16="http://schemas.microsoft.com/office/drawing/2014/main" id="{B91C9DF8-4E9A-4F9F-9B66-C0089285B72A}"/>
                </a:ext>
              </a:extLst>
            </p:cNvPr>
            <p:cNvSpPr/>
            <p:nvPr/>
          </p:nvSpPr>
          <p:spPr>
            <a:xfrm>
              <a:off x="4055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0" name="타원 4629">
              <a:extLst>
                <a:ext uri="{FF2B5EF4-FFF2-40B4-BE49-F238E27FC236}">
                  <a16:creationId xmlns:a16="http://schemas.microsoft.com/office/drawing/2014/main" id="{4BEF6927-61D8-4B42-8AA5-FB9750B38D69}"/>
                </a:ext>
              </a:extLst>
            </p:cNvPr>
            <p:cNvSpPr/>
            <p:nvPr/>
          </p:nvSpPr>
          <p:spPr>
            <a:xfrm>
              <a:off x="4207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1" name="타원 4630">
              <a:extLst>
                <a:ext uri="{FF2B5EF4-FFF2-40B4-BE49-F238E27FC236}">
                  <a16:creationId xmlns:a16="http://schemas.microsoft.com/office/drawing/2014/main" id="{8BAD9C9E-A251-424F-BF2E-9A89F8C28E96}"/>
                </a:ext>
              </a:extLst>
            </p:cNvPr>
            <p:cNvSpPr/>
            <p:nvPr/>
          </p:nvSpPr>
          <p:spPr>
            <a:xfrm>
              <a:off x="4360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2" name="타원 4631">
              <a:extLst>
                <a:ext uri="{FF2B5EF4-FFF2-40B4-BE49-F238E27FC236}">
                  <a16:creationId xmlns:a16="http://schemas.microsoft.com/office/drawing/2014/main" id="{1A51C1A9-E6BA-4765-90D0-C7602C9AC2E8}"/>
                </a:ext>
              </a:extLst>
            </p:cNvPr>
            <p:cNvSpPr/>
            <p:nvPr/>
          </p:nvSpPr>
          <p:spPr>
            <a:xfrm>
              <a:off x="4512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3" name="타원 4632">
              <a:extLst>
                <a:ext uri="{FF2B5EF4-FFF2-40B4-BE49-F238E27FC236}">
                  <a16:creationId xmlns:a16="http://schemas.microsoft.com/office/drawing/2014/main" id="{3BBD1B20-55E3-4BDE-A89C-9A67C5A9DF80}"/>
                </a:ext>
              </a:extLst>
            </p:cNvPr>
            <p:cNvSpPr/>
            <p:nvPr/>
          </p:nvSpPr>
          <p:spPr>
            <a:xfrm>
              <a:off x="4664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4" name="타원 4633">
              <a:extLst>
                <a:ext uri="{FF2B5EF4-FFF2-40B4-BE49-F238E27FC236}">
                  <a16:creationId xmlns:a16="http://schemas.microsoft.com/office/drawing/2014/main" id="{8458892F-A52A-491E-8AD0-9C7DB4A8FF9A}"/>
                </a:ext>
              </a:extLst>
            </p:cNvPr>
            <p:cNvSpPr/>
            <p:nvPr/>
          </p:nvSpPr>
          <p:spPr>
            <a:xfrm>
              <a:off x="4817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5" name="타원 4634">
              <a:extLst>
                <a:ext uri="{FF2B5EF4-FFF2-40B4-BE49-F238E27FC236}">
                  <a16:creationId xmlns:a16="http://schemas.microsoft.com/office/drawing/2014/main" id="{A7DFBA7E-030C-45C3-B3EB-BA01D8E7713F}"/>
                </a:ext>
              </a:extLst>
            </p:cNvPr>
            <p:cNvSpPr/>
            <p:nvPr/>
          </p:nvSpPr>
          <p:spPr>
            <a:xfrm>
              <a:off x="4969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6" name="타원 4635">
              <a:extLst>
                <a:ext uri="{FF2B5EF4-FFF2-40B4-BE49-F238E27FC236}">
                  <a16:creationId xmlns:a16="http://schemas.microsoft.com/office/drawing/2014/main" id="{A54F24CB-334A-474C-B2EA-BE6522FB4C53}"/>
                </a:ext>
              </a:extLst>
            </p:cNvPr>
            <p:cNvSpPr/>
            <p:nvPr/>
          </p:nvSpPr>
          <p:spPr>
            <a:xfrm>
              <a:off x="51221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7" name="타원 4636">
              <a:extLst>
                <a:ext uri="{FF2B5EF4-FFF2-40B4-BE49-F238E27FC236}">
                  <a16:creationId xmlns:a16="http://schemas.microsoft.com/office/drawing/2014/main" id="{7A4755DE-F9A9-4016-9343-5ADAC3316F3D}"/>
                </a:ext>
              </a:extLst>
            </p:cNvPr>
            <p:cNvSpPr/>
            <p:nvPr/>
          </p:nvSpPr>
          <p:spPr>
            <a:xfrm>
              <a:off x="52745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8" name="타원 4637">
              <a:extLst>
                <a:ext uri="{FF2B5EF4-FFF2-40B4-BE49-F238E27FC236}">
                  <a16:creationId xmlns:a16="http://schemas.microsoft.com/office/drawing/2014/main" id="{A5A972B8-DF04-4A65-BA0D-4C6D625D075B}"/>
                </a:ext>
              </a:extLst>
            </p:cNvPr>
            <p:cNvSpPr/>
            <p:nvPr/>
          </p:nvSpPr>
          <p:spPr>
            <a:xfrm>
              <a:off x="54269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39" name="타원 4638">
              <a:extLst>
                <a:ext uri="{FF2B5EF4-FFF2-40B4-BE49-F238E27FC236}">
                  <a16:creationId xmlns:a16="http://schemas.microsoft.com/office/drawing/2014/main" id="{DDF4BB53-843C-46C2-87C0-7576EB6F2A05}"/>
                </a:ext>
              </a:extLst>
            </p:cNvPr>
            <p:cNvSpPr/>
            <p:nvPr/>
          </p:nvSpPr>
          <p:spPr>
            <a:xfrm>
              <a:off x="55793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0" name="타원 4639">
              <a:extLst>
                <a:ext uri="{FF2B5EF4-FFF2-40B4-BE49-F238E27FC236}">
                  <a16:creationId xmlns:a16="http://schemas.microsoft.com/office/drawing/2014/main" id="{746B1897-C054-4A7A-9564-DBC2EC3EDF3E}"/>
                </a:ext>
              </a:extLst>
            </p:cNvPr>
            <p:cNvSpPr/>
            <p:nvPr/>
          </p:nvSpPr>
          <p:spPr>
            <a:xfrm>
              <a:off x="5731775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1" name="타원 4640">
              <a:extLst>
                <a:ext uri="{FF2B5EF4-FFF2-40B4-BE49-F238E27FC236}">
                  <a16:creationId xmlns:a16="http://schemas.microsoft.com/office/drawing/2014/main" id="{1C34C68E-41DC-4008-B4D4-A4411CCF3038}"/>
                </a:ext>
              </a:extLst>
            </p:cNvPr>
            <p:cNvSpPr/>
            <p:nvPr/>
          </p:nvSpPr>
          <p:spPr>
            <a:xfrm>
              <a:off x="245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2" name="타원 4641">
              <a:extLst>
                <a:ext uri="{FF2B5EF4-FFF2-40B4-BE49-F238E27FC236}">
                  <a16:creationId xmlns:a16="http://schemas.microsoft.com/office/drawing/2014/main" id="{A1702FD1-4215-46AB-8F76-8DF47FEE5BF6}"/>
                </a:ext>
              </a:extLst>
            </p:cNvPr>
            <p:cNvSpPr/>
            <p:nvPr/>
          </p:nvSpPr>
          <p:spPr>
            <a:xfrm>
              <a:off x="397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3" name="타원 4642">
              <a:extLst>
                <a:ext uri="{FF2B5EF4-FFF2-40B4-BE49-F238E27FC236}">
                  <a16:creationId xmlns:a16="http://schemas.microsoft.com/office/drawing/2014/main" id="{932CA15E-E291-4388-B204-569F945062E7}"/>
                </a:ext>
              </a:extLst>
            </p:cNvPr>
            <p:cNvSpPr/>
            <p:nvPr/>
          </p:nvSpPr>
          <p:spPr>
            <a:xfrm>
              <a:off x="550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4" name="타원 4643">
              <a:extLst>
                <a:ext uri="{FF2B5EF4-FFF2-40B4-BE49-F238E27FC236}">
                  <a16:creationId xmlns:a16="http://schemas.microsoft.com/office/drawing/2014/main" id="{01570934-864D-4752-AD9F-BD86A04CD21E}"/>
                </a:ext>
              </a:extLst>
            </p:cNvPr>
            <p:cNvSpPr/>
            <p:nvPr/>
          </p:nvSpPr>
          <p:spPr>
            <a:xfrm>
              <a:off x="702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5" name="타원 4644">
              <a:extLst>
                <a:ext uri="{FF2B5EF4-FFF2-40B4-BE49-F238E27FC236}">
                  <a16:creationId xmlns:a16="http://schemas.microsoft.com/office/drawing/2014/main" id="{4CADD68A-F96C-44A8-B70E-9E59863552E1}"/>
                </a:ext>
              </a:extLst>
            </p:cNvPr>
            <p:cNvSpPr/>
            <p:nvPr/>
          </p:nvSpPr>
          <p:spPr>
            <a:xfrm>
              <a:off x="854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6" name="타원 4645">
              <a:extLst>
                <a:ext uri="{FF2B5EF4-FFF2-40B4-BE49-F238E27FC236}">
                  <a16:creationId xmlns:a16="http://schemas.microsoft.com/office/drawing/2014/main" id="{8E0DA40C-1530-4757-94FB-FC08E81D2AA9}"/>
                </a:ext>
              </a:extLst>
            </p:cNvPr>
            <p:cNvSpPr/>
            <p:nvPr/>
          </p:nvSpPr>
          <p:spPr>
            <a:xfrm>
              <a:off x="1007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7" name="타원 4646">
              <a:extLst>
                <a:ext uri="{FF2B5EF4-FFF2-40B4-BE49-F238E27FC236}">
                  <a16:creationId xmlns:a16="http://schemas.microsoft.com/office/drawing/2014/main" id="{F5F85F99-40BC-4F15-8D22-DF4BD0C91ED9}"/>
                </a:ext>
              </a:extLst>
            </p:cNvPr>
            <p:cNvSpPr/>
            <p:nvPr/>
          </p:nvSpPr>
          <p:spPr>
            <a:xfrm>
              <a:off x="1159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8" name="타원 4647">
              <a:extLst>
                <a:ext uri="{FF2B5EF4-FFF2-40B4-BE49-F238E27FC236}">
                  <a16:creationId xmlns:a16="http://schemas.microsoft.com/office/drawing/2014/main" id="{89A8A10D-043D-4BC8-B6CB-B7B9887E84C7}"/>
                </a:ext>
              </a:extLst>
            </p:cNvPr>
            <p:cNvSpPr/>
            <p:nvPr/>
          </p:nvSpPr>
          <p:spPr>
            <a:xfrm>
              <a:off x="1312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9" name="타원 4648">
              <a:extLst>
                <a:ext uri="{FF2B5EF4-FFF2-40B4-BE49-F238E27FC236}">
                  <a16:creationId xmlns:a16="http://schemas.microsoft.com/office/drawing/2014/main" id="{1B2CF626-9F38-45AB-B115-07F5BE8DDE76}"/>
                </a:ext>
              </a:extLst>
            </p:cNvPr>
            <p:cNvSpPr/>
            <p:nvPr/>
          </p:nvSpPr>
          <p:spPr>
            <a:xfrm>
              <a:off x="1464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0" name="타원 4649">
              <a:extLst>
                <a:ext uri="{FF2B5EF4-FFF2-40B4-BE49-F238E27FC236}">
                  <a16:creationId xmlns:a16="http://schemas.microsoft.com/office/drawing/2014/main" id="{34B3976B-72A2-425E-8D94-BEDC887EFC6C}"/>
                </a:ext>
              </a:extLst>
            </p:cNvPr>
            <p:cNvSpPr/>
            <p:nvPr/>
          </p:nvSpPr>
          <p:spPr>
            <a:xfrm>
              <a:off x="1616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1" name="타원 4650">
              <a:extLst>
                <a:ext uri="{FF2B5EF4-FFF2-40B4-BE49-F238E27FC236}">
                  <a16:creationId xmlns:a16="http://schemas.microsoft.com/office/drawing/2014/main" id="{0BF27D33-30DA-47F7-A354-964683C27F36}"/>
                </a:ext>
              </a:extLst>
            </p:cNvPr>
            <p:cNvSpPr/>
            <p:nvPr/>
          </p:nvSpPr>
          <p:spPr>
            <a:xfrm>
              <a:off x="1769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2" name="타원 4651">
              <a:extLst>
                <a:ext uri="{FF2B5EF4-FFF2-40B4-BE49-F238E27FC236}">
                  <a16:creationId xmlns:a16="http://schemas.microsoft.com/office/drawing/2014/main" id="{F8016332-AE6D-4B52-8218-CF134E93AB0E}"/>
                </a:ext>
              </a:extLst>
            </p:cNvPr>
            <p:cNvSpPr/>
            <p:nvPr/>
          </p:nvSpPr>
          <p:spPr>
            <a:xfrm>
              <a:off x="1921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3" name="타원 4652">
              <a:extLst>
                <a:ext uri="{FF2B5EF4-FFF2-40B4-BE49-F238E27FC236}">
                  <a16:creationId xmlns:a16="http://schemas.microsoft.com/office/drawing/2014/main" id="{A232304C-3CD7-4A68-86A0-EAC3176DCD28}"/>
                </a:ext>
              </a:extLst>
            </p:cNvPr>
            <p:cNvSpPr/>
            <p:nvPr/>
          </p:nvSpPr>
          <p:spPr>
            <a:xfrm>
              <a:off x="2074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4" name="타원 4653">
              <a:extLst>
                <a:ext uri="{FF2B5EF4-FFF2-40B4-BE49-F238E27FC236}">
                  <a16:creationId xmlns:a16="http://schemas.microsoft.com/office/drawing/2014/main" id="{17D26386-9C38-47A9-B881-CB0827A19DEE}"/>
                </a:ext>
              </a:extLst>
            </p:cNvPr>
            <p:cNvSpPr/>
            <p:nvPr/>
          </p:nvSpPr>
          <p:spPr>
            <a:xfrm>
              <a:off x="2226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5" name="타원 4654">
              <a:extLst>
                <a:ext uri="{FF2B5EF4-FFF2-40B4-BE49-F238E27FC236}">
                  <a16:creationId xmlns:a16="http://schemas.microsoft.com/office/drawing/2014/main" id="{3B63876C-D63B-4B3D-BCA7-E3B9F38DF2CD}"/>
                </a:ext>
              </a:extLst>
            </p:cNvPr>
            <p:cNvSpPr/>
            <p:nvPr/>
          </p:nvSpPr>
          <p:spPr>
            <a:xfrm>
              <a:off x="2378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6" name="타원 4655">
              <a:extLst>
                <a:ext uri="{FF2B5EF4-FFF2-40B4-BE49-F238E27FC236}">
                  <a16:creationId xmlns:a16="http://schemas.microsoft.com/office/drawing/2014/main" id="{3EA268A7-1F93-4516-97D8-4C85EB564595}"/>
                </a:ext>
              </a:extLst>
            </p:cNvPr>
            <p:cNvSpPr/>
            <p:nvPr/>
          </p:nvSpPr>
          <p:spPr>
            <a:xfrm>
              <a:off x="2531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7" name="타원 4656">
              <a:extLst>
                <a:ext uri="{FF2B5EF4-FFF2-40B4-BE49-F238E27FC236}">
                  <a16:creationId xmlns:a16="http://schemas.microsoft.com/office/drawing/2014/main" id="{7949341A-EACF-4FF0-9572-C93F119102E4}"/>
                </a:ext>
              </a:extLst>
            </p:cNvPr>
            <p:cNvSpPr/>
            <p:nvPr/>
          </p:nvSpPr>
          <p:spPr>
            <a:xfrm>
              <a:off x="2683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8" name="타원 4657">
              <a:extLst>
                <a:ext uri="{FF2B5EF4-FFF2-40B4-BE49-F238E27FC236}">
                  <a16:creationId xmlns:a16="http://schemas.microsoft.com/office/drawing/2014/main" id="{5C87F133-73FD-48DA-8AAE-953B93C62214}"/>
                </a:ext>
              </a:extLst>
            </p:cNvPr>
            <p:cNvSpPr/>
            <p:nvPr/>
          </p:nvSpPr>
          <p:spPr>
            <a:xfrm>
              <a:off x="2836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59" name="타원 4658">
              <a:extLst>
                <a:ext uri="{FF2B5EF4-FFF2-40B4-BE49-F238E27FC236}">
                  <a16:creationId xmlns:a16="http://schemas.microsoft.com/office/drawing/2014/main" id="{813289BC-243B-41A1-9091-A0E19E78252E}"/>
                </a:ext>
              </a:extLst>
            </p:cNvPr>
            <p:cNvSpPr/>
            <p:nvPr/>
          </p:nvSpPr>
          <p:spPr>
            <a:xfrm>
              <a:off x="2988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0" name="타원 4659">
              <a:extLst>
                <a:ext uri="{FF2B5EF4-FFF2-40B4-BE49-F238E27FC236}">
                  <a16:creationId xmlns:a16="http://schemas.microsoft.com/office/drawing/2014/main" id="{8CE5785A-50A6-4329-8B59-8F857C80D04D}"/>
                </a:ext>
              </a:extLst>
            </p:cNvPr>
            <p:cNvSpPr/>
            <p:nvPr/>
          </p:nvSpPr>
          <p:spPr>
            <a:xfrm>
              <a:off x="3140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1" name="타원 4660">
              <a:extLst>
                <a:ext uri="{FF2B5EF4-FFF2-40B4-BE49-F238E27FC236}">
                  <a16:creationId xmlns:a16="http://schemas.microsoft.com/office/drawing/2014/main" id="{60D6FBA3-884D-4DC6-B3D4-9AE5FD195C64}"/>
                </a:ext>
              </a:extLst>
            </p:cNvPr>
            <p:cNvSpPr/>
            <p:nvPr/>
          </p:nvSpPr>
          <p:spPr>
            <a:xfrm>
              <a:off x="3293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2" name="타원 4661">
              <a:extLst>
                <a:ext uri="{FF2B5EF4-FFF2-40B4-BE49-F238E27FC236}">
                  <a16:creationId xmlns:a16="http://schemas.microsoft.com/office/drawing/2014/main" id="{200B24D9-210E-45AA-9071-5805F2A3B8C3}"/>
                </a:ext>
              </a:extLst>
            </p:cNvPr>
            <p:cNvSpPr/>
            <p:nvPr/>
          </p:nvSpPr>
          <p:spPr>
            <a:xfrm>
              <a:off x="3445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3" name="타원 4662">
              <a:extLst>
                <a:ext uri="{FF2B5EF4-FFF2-40B4-BE49-F238E27FC236}">
                  <a16:creationId xmlns:a16="http://schemas.microsoft.com/office/drawing/2014/main" id="{A7846D01-61A7-438C-9E6E-652A6232BF9C}"/>
                </a:ext>
              </a:extLst>
            </p:cNvPr>
            <p:cNvSpPr/>
            <p:nvPr/>
          </p:nvSpPr>
          <p:spPr>
            <a:xfrm>
              <a:off x="3598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4" name="타원 4663">
              <a:extLst>
                <a:ext uri="{FF2B5EF4-FFF2-40B4-BE49-F238E27FC236}">
                  <a16:creationId xmlns:a16="http://schemas.microsoft.com/office/drawing/2014/main" id="{6939153B-DA36-4862-8AF7-0D01FC84298A}"/>
                </a:ext>
              </a:extLst>
            </p:cNvPr>
            <p:cNvSpPr/>
            <p:nvPr/>
          </p:nvSpPr>
          <p:spPr>
            <a:xfrm>
              <a:off x="3750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5" name="타원 4664">
              <a:extLst>
                <a:ext uri="{FF2B5EF4-FFF2-40B4-BE49-F238E27FC236}">
                  <a16:creationId xmlns:a16="http://schemas.microsoft.com/office/drawing/2014/main" id="{DA44A32D-5139-46F3-A759-CD8906D924D5}"/>
                </a:ext>
              </a:extLst>
            </p:cNvPr>
            <p:cNvSpPr/>
            <p:nvPr/>
          </p:nvSpPr>
          <p:spPr>
            <a:xfrm>
              <a:off x="3902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6" name="타원 4665">
              <a:extLst>
                <a:ext uri="{FF2B5EF4-FFF2-40B4-BE49-F238E27FC236}">
                  <a16:creationId xmlns:a16="http://schemas.microsoft.com/office/drawing/2014/main" id="{14750D28-E355-453B-8A83-9325D4A2F04C}"/>
                </a:ext>
              </a:extLst>
            </p:cNvPr>
            <p:cNvSpPr/>
            <p:nvPr/>
          </p:nvSpPr>
          <p:spPr>
            <a:xfrm>
              <a:off x="4055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7" name="타원 4666">
              <a:extLst>
                <a:ext uri="{FF2B5EF4-FFF2-40B4-BE49-F238E27FC236}">
                  <a16:creationId xmlns:a16="http://schemas.microsoft.com/office/drawing/2014/main" id="{239DA7B2-6501-4B64-924F-95E0EA283F7A}"/>
                </a:ext>
              </a:extLst>
            </p:cNvPr>
            <p:cNvSpPr/>
            <p:nvPr/>
          </p:nvSpPr>
          <p:spPr>
            <a:xfrm>
              <a:off x="4207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8" name="타원 4667">
              <a:extLst>
                <a:ext uri="{FF2B5EF4-FFF2-40B4-BE49-F238E27FC236}">
                  <a16:creationId xmlns:a16="http://schemas.microsoft.com/office/drawing/2014/main" id="{84C5142D-054E-47A5-833F-5008E715F7BC}"/>
                </a:ext>
              </a:extLst>
            </p:cNvPr>
            <p:cNvSpPr/>
            <p:nvPr/>
          </p:nvSpPr>
          <p:spPr>
            <a:xfrm>
              <a:off x="4360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69" name="타원 4668">
              <a:extLst>
                <a:ext uri="{FF2B5EF4-FFF2-40B4-BE49-F238E27FC236}">
                  <a16:creationId xmlns:a16="http://schemas.microsoft.com/office/drawing/2014/main" id="{AF72B9E4-2B43-4E2A-A5DA-0D69BBCC62B9}"/>
                </a:ext>
              </a:extLst>
            </p:cNvPr>
            <p:cNvSpPr/>
            <p:nvPr/>
          </p:nvSpPr>
          <p:spPr>
            <a:xfrm>
              <a:off x="4512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0" name="타원 4669">
              <a:extLst>
                <a:ext uri="{FF2B5EF4-FFF2-40B4-BE49-F238E27FC236}">
                  <a16:creationId xmlns:a16="http://schemas.microsoft.com/office/drawing/2014/main" id="{1ACFDD22-D791-4D09-8A9E-7080F7A6E129}"/>
                </a:ext>
              </a:extLst>
            </p:cNvPr>
            <p:cNvSpPr/>
            <p:nvPr/>
          </p:nvSpPr>
          <p:spPr>
            <a:xfrm>
              <a:off x="4664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1" name="타원 4670">
              <a:extLst>
                <a:ext uri="{FF2B5EF4-FFF2-40B4-BE49-F238E27FC236}">
                  <a16:creationId xmlns:a16="http://schemas.microsoft.com/office/drawing/2014/main" id="{50004B9D-A12D-4D66-8024-BBFBEDCEA764}"/>
                </a:ext>
              </a:extLst>
            </p:cNvPr>
            <p:cNvSpPr/>
            <p:nvPr/>
          </p:nvSpPr>
          <p:spPr>
            <a:xfrm>
              <a:off x="4817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2" name="타원 4671">
              <a:extLst>
                <a:ext uri="{FF2B5EF4-FFF2-40B4-BE49-F238E27FC236}">
                  <a16:creationId xmlns:a16="http://schemas.microsoft.com/office/drawing/2014/main" id="{227809C1-F568-4B90-91E1-B78F98ED6F20}"/>
                </a:ext>
              </a:extLst>
            </p:cNvPr>
            <p:cNvSpPr/>
            <p:nvPr/>
          </p:nvSpPr>
          <p:spPr>
            <a:xfrm>
              <a:off x="4969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3" name="타원 4672">
              <a:extLst>
                <a:ext uri="{FF2B5EF4-FFF2-40B4-BE49-F238E27FC236}">
                  <a16:creationId xmlns:a16="http://schemas.microsoft.com/office/drawing/2014/main" id="{3A0F2B0B-975A-4F3E-A10D-15F63AB78894}"/>
                </a:ext>
              </a:extLst>
            </p:cNvPr>
            <p:cNvSpPr/>
            <p:nvPr/>
          </p:nvSpPr>
          <p:spPr>
            <a:xfrm>
              <a:off x="51221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4" name="타원 4673">
              <a:extLst>
                <a:ext uri="{FF2B5EF4-FFF2-40B4-BE49-F238E27FC236}">
                  <a16:creationId xmlns:a16="http://schemas.microsoft.com/office/drawing/2014/main" id="{C53E9876-C716-4D55-BC06-42EAF6D6901F}"/>
                </a:ext>
              </a:extLst>
            </p:cNvPr>
            <p:cNvSpPr/>
            <p:nvPr/>
          </p:nvSpPr>
          <p:spPr>
            <a:xfrm>
              <a:off x="52745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5" name="타원 4674">
              <a:extLst>
                <a:ext uri="{FF2B5EF4-FFF2-40B4-BE49-F238E27FC236}">
                  <a16:creationId xmlns:a16="http://schemas.microsoft.com/office/drawing/2014/main" id="{69897B8A-3202-45B0-AA74-B389F47DF81F}"/>
                </a:ext>
              </a:extLst>
            </p:cNvPr>
            <p:cNvSpPr/>
            <p:nvPr/>
          </p:nvSpPr>
          <p:spPr>
            <a:xfrm>
              <a:off x="54269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6" name="타원 4675">
              <a:extLst>
                <a:ext uri="{FF2B5EF4-FFF2-40B4-BE49-F238E27FC236}">
                  <a16:creationId xmlns:a16="http://schemas.microsoft.com/office/drawing/2014/main" id="{5151E430-50E4-41A6-ADF1-706392C33A21}"/>
                </a:ext>
              </a:extLst>
            </p:cNvPr>
            <p:cNvSpPr/>
            <p:nvPr/>
          </p:nvSpPr>
          <p:spPr>
            <a:xfrm>
              <a:off x="55793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7" name="타원 4676">
              <a:extLst>
                <a:ext uri="{FF2B5EF4-FFF2-40B4-BE49-F238E27FC236}">
                  <a16:creationId xmlns:a16="http://schemas.microsoft.com/office/drawing/2014/main" id="{9D32A261-F9D2-4C70-81DD-AAF9CA32ACD2}"/>
                </a:ext>
              </a:extLst>
            </p:cNvPr>
            <p:cNvSpPr/>
            <p:nvPr/>
          </p:nvSpPr>
          <p:spPr>
            <a:xfrm>
              <a:off x="5731775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8" name="타원 4677">
              <a:extLst>
                <a:ext uri="{FF2B5EF4-FFF2-40B4-BE49-F238E27FC236}">
                  <a16:creationId xmlns:a16="http://schemas.microsoft.com/office/drawing/2014/main" id="{C4771119-018D-43A3-AD72-9202A2DD3990}"/>
                </a:ext>
              </a:extLst>
            </p:cNvPr>
            <p:cNvSpPr/>
            <p:nvPr/>
          </p:nvSpPr>
          <p:spPr>
            <a:xfrm>
              <a:off x="245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79" name="타원 4678">
              <a:extLst>
                <a:ext uri="{FF2B5EF4-FFF2-40B4-BE49-F238E27FC236}">
                  <a16:creationId xmlns:a16="http://schemas.microsoft.com/office/drawing/2014/main" id="{234F5BBB-7F26-4263-B389-DE480460C5AB}"/>
                </a:ext>
              </a:extLst>
            </p:cNvPr>
            <p:cNvSpPr/>
            <p:nvPr/>
          </p:nvSpPr>
          <p:spPr>
            <a:xfrm>
              <a:off x="397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0" name="타원 4679">
              <a:extLst>
                <a:ext uri="{FF2B5EF4-FFF2-40B4-BE49-F238E27FC236}">
                  <a16:creationId xmlns:a16="http://schemas.microsoft.com/office/drawing/2014/main" id="{89049FB3-EE6D-4AE0-9D28-45DDF064C107}"/>
                </a:ext>
              </a:extLst>
            </p:cNvPr>
            <p:cNvSpPr/>
            <p:nvPr/>
          </p:nvSpPr>
          <p:spPr>
            <a:xfrm>
              <a:off x="550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1" name="타원 4680">
              <a:extLst>
                <a:ext uri="{FF2B5EF4-FFF2-40B4-BE49-F238E27FC236}">
                  <a16:creationId xmlns:a16="http://schemas.microsoft.com/office/drawing/2014/main" id="{57745361-DA60-4043-BC42-8C191F03AFBF}"/>
                </a:ext>
              </a:extLst>
            </p:cNvPr>
            <p:cNvSpPr/>
            <p:nvPr/>
          </p:nvSpPr>
          <p:spPr>
            <a:xfrm>
              <a:off x="702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2" name="타원 4681">
              <a:extLst>
                <a:ext uri="{FF2B5EF4-FFF2-40B4-BE49-F238E27FC236}">
                  <a16:creationId xmlns:a16="http://schemas.microsoft.com/office/drawing/2014/main" id="{17855485-E0A8-432A-875E-351C4ED7873E}"/>
                </a:ext>
              </a:extLst>
            </p:cNvPr>
            <p:cNvSpPr/>
            <p:nvPr/>
          </p:nvSpPr>
          <p:spPr>
            <a:xfrm>
              <a:off x="854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3" name="타원 4682">
              <a:extLst>
                <a:ext uri="{FF2B5EF4-FFF2-40B4-BE49-F238E27FC236}">
                  <a16:creationId xmlns:a16="http://schemas.microsoft.com/office/drawing/2014/main" id="{EF2B1177-6DE9-4430-8755-3A765BCCBDCE}"/>
                </a:ext>
              </a:extLst>
            </p:cNvPr>
            <p:cNvSpPr/>
            <p:nvPr/>
          </p:nvSpPr>
          <p:spPr>
            <a:xfrm>
              <a:off x="1007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4" name="타원 4683">
              <a:extLst>
                <a:ext uri="{FF2B5EF4-FFF2-40B4-BE49-F238E27FC236}">
                  <a16:creationId xmlns:a16="http://schemas.microsoft.com/office/drawing/2014/main" id="{DDF861C1-E46B-4856-955C-E3E7D753DC37}"/>
                </a:ext>
              </a:extLst>
            </p:cNvPr>
            <p:cNvSpPr/>
            <p:nvPr/>
          </p:nvSpPr>
          <p:spPr>
            <a:xfrm>
              <a:off x="1159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5" name="타원 4684">
              <a:extLst>
                <a:ext uri="{FF2B5EF4-FFF2-40B4-BE49-F238E27FC236}">
                  <a16:creationId xmlns:a16="http://schemas.microsoft.com/office/drawing/2014/main" id="{43B0F8F5-990E-4DAF-8C15-42B78266746D}"/>
                </a:ext>
              </a:extLst>
            </p:cNvPr>
            <p:cNvSpPr/>
            <p:nvPr/>
          </p:nvSpPr>
          <p:spPr>
            <a:xfrm>
              <a:off x="1312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6" name="타원 4685">
              <a:extLst>
                <a:ext uri="{FF2B5EF4-FFF2-40B4-BE49-F238E27FC236}">
                  <a16:creationId xmlns:a16="http://schemas.microsoft.com/office/drawing/2014/main" id="{10021485-2A31-4B62-BE12-332F5AE2CB62}"/>
                </a:ext>
              </a:extLst>
            </p:cNvPr>
            <p:cNvSpPr/>
            <p:nvPr/>
          </p:nvSpPr>
          <p:spPr>
            <a:xfrm>
              <a:off x="1464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7" name="타원 4686">
              <a:extLst>
                <a:ext uri="{FF2B5EF4-FFF2-40B4-BE49-F238E27FC236}">
                  <a16:creationId xmlns:a16="http://schemas.microsoft.com/office/drawing/2014/main" id="{D9CAA608-211B-4E74-81F4-95F99B71CAA8}"/>
                </a:ext>
              </a:extLst>
            </p:cNvPr>
            <p:cNvSpPr/>
            <p:nvPr/>
          </p:nvSpPr>
          <p:spPr>
            <a:xfrm>
              <a:off x="1616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8" name="타원 4687">
              <a:extLst>
                <a:ext uri="{FF2B5EF4-FFF2-40B4-BE49-F238E27FC236}">
                  <a16:creationId xmlns:a16="http://schemas.microsoft.com/office/drawing/2014/main" id="{6BF9B595-2F4A-4291-A939-4B94FD71407C}"/>
                </a:ext>
              </a:extLst>
            </p:cNvPr>
            <p:cNvSpPr/>
            <p:nvPr/>
          </p:nvSpPr>
          <p:spPr>
            <a:xfrm>
              <a:off x="1769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89" name="타원 4688">
              <a:extLst>
                <a:ext uri="{FF2B5EF4-FFF2-40B4-BE49-F238E27FC236}">
                  <a16:creationId xmlns:a16="http://schemas.microsoft.com/office/drawing/2014/main" id="{A86B9F90-53F8-440D-A9DF-61D04DCDED3D}"/>
                </a:ext>
              </a:extLst>
            </p:cNvPr>
            <p:cNvSpPr/>
            <p:nvPr/>
          </p:nvSpPr>
          <p:spPr>
            <a:xfrm>
              <a:off x="1921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0" name="타원 4689">
              <a:extLst>
                <a:ext uri="{FF2B5EF4-FFF2-40B4-BE49-F238E27FC236}">
                  <a16:creationId xmlns:a16="http://schemas.microsoft.com/office/drawing/2014/main" id="{5B48A9E9-F66E-41B0-9786-B1BB7873A9C5}"/>
                </a:ext>
              </a:extLst>
            </p:cNvPr>
            <p:cNvSpPr/>
            <p:nvPr/>
          </p:nvSpPr>
          <p:spPr>
            <a:xfrm>
              <a:off x="2074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1" name="타원 4690">
              <a:extLst>
                <a:ext uri="{FF2B5EF4-FFF2-40B4-BE49-F238E27FC236}">
                  <a16:creationId xmlns:a16="http://schemas.microsoft.com/office/drawing/2014/main" id="{A7966C3A-18DE-40D9-99FE-1C0374A672A4}"/>
                </a:ext>
              </a:extLst>
            </p:cNvPr>
            <p:cNvSpPr/>
            <p:nvPr/>
          </p:nvSpPr>
          <p:spPr>
            <a:xfrm>
              <a:off x="2226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2" name="타원 4691">
              <a:extLst>
                <a:ext uri="{FF2B5EF4-FFF2-40B4-BE49-F238E27FC236}">
                  <a16:creationId xmlns:a16="http://schemas.microsoft.com/office/drawing/2014/main" id="{AE36D313-A3CC-4833-B1B0-54253AC87DEE}"/>
                </a:ext>
              </a:extLst>
            </p:cNvPr>
            <p:cNvSpPr/>
            <p:nvPr/>
          </p:nvSpPr>
          <p:spPr>
            <a:xfrm>
              <a:off x="2378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3" name="타원 4692">
              <a:extLst>
                <a:ext uri="{FF2B5EF4-FFF2-40B4-BE49-F238E27FC236}">
                  <a16:creationId xmlns:a16="http://schemas.microsoft.com/office/drawing/2014/main" id="{B53D2652-406D-4FDB-880F-A70320C32C42}"/>
                </a:ext>
              </a:extLst>
            </p:cNvPr>
            <p:cNvSpPr/>
            <p:nvPr/>
          </p:nvSpPr>
          <p:spPr>
            <a:xfrm>
              <a:off x="2531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4" name="타원 4693">
              <a:extLst>
                <a:ext uri="{FF2B5EF4-FFF2-40B4-BE49-F238E27FC236}">
                  <a16:creationId xmlns:a16="http://schemas.microsoft.com/office/drawing/2014/main" id="{821ED759-5F80-4F33-8BE9-F1829502546D}"/>
                </a:ext>
              </a:extLst>
            </p:cNvPr>
            <p:cNvSpPr/>
            <p:nvPr/>
          </p:nvSpPr>
          <p:spPr>
            <a:xfrm>
              <a:off x="2683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5" name="타원 4694">
              <a:extLst>
                <a:ext uri="{FF2B5EF4-FFF2-40B4-BE49-F238E27FC236}">
                  <a16:creationId xmlns:a16="http://schemas.microsoft.com/office/drawing/2014/main" id="{F1B0FF34-069E-4CB7-AB3C-4C4A25AEE677}"/>
                </a:ext>
              </a:extLst>
            </p:cNvPr>
            <p:cNvSpPr/>
            <p:nvPr/>
          </p:nvSpPr>
          <p:spPr>
            <a:xfrm>
              <a:off x="2836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6" name="타원 4695">
              <a:extLst>
                <a:ext uri="{FF2B5EF4-FFF2-40B4-BE49-F238E27FC236}">
                  <a16:creationId xmlns:a16="http://schemas.microsoft.com/office/drawing/2014/main" id="{894AC7D6-9F2C-40A6-B85B-75FD50A1196D}"/>
                </a:ext>
              </a:extLst>
            </p:cNvPr>
            <p:cNvSpPr/>
            <p:nvPr/>
          </p:nvSpPr>
          <p:spPr>
            <a:xfrm>
              <a:off x="2988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7" name="타원 4696">
              <a:extLst>
                <a:ext uri="{FF2B5EF4-FFF2-40B4-BE49-F238E27FC236}">
                  <a16:creationId xmlns:a16="http://schemas.microsoft.com/office/drawing/2014/main" id="{8D56919B-A7F4-4E9E-8EB5-05BF7ADBD751}"/>
                </a:ext>
              </a:extLst>
            </p:cNvPr>
            <p:cNvSpPr/>
            <p:nvPr/>
          </p:nvSpPr>
          <p:spPr>
            <a:xfrm>
              <a:off x="3140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8" name="타원 4697">
              <a:extLst>
                <a:ext uri="{FF2B5EF4-FFF2-40B4-BE49-F238E27FC236}">
                  <a16:creationId xmlns:a16="http://schemas.microsoft.com/office/drawing/2014/main" id="{BB7599FC-6999-4E22-B774-A320AEACF87F}"/>
                </a:ext>
              </a:extLst>
            </p:cNvPr>
            <p:cNvSpPr/>
            <p:nvPr/>
          </p:nvSpPr>
          <p:spPr>
            <a:xfrm>
              <a:off x="3293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99" name="타원 4698">
              <a:extLst>
                <a:ext uri="{FF2B5EF4-FFF2-40B4-BE49-F238E27FC236}">
                  <a16:creationId xmlns:a16="http://schemas.microsoft.com/office/drawing/2014/main" id="{6483528B-1EA0-4950-BDF3-ADE369F7996C}"/>
                </a:ext>
              </a:extLst>
            </p:cNvPr>
            <p:cNvSpPr/>
            <p:nvPr/>
          </p:nvSpPr>
          <p:spPr>
            <a:xfrm>
              <a:off x="3445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0" name="타원 4699">
              <a:extLst>
                <a:ext uri="{FF2B5EF4-FFF2-40B4-BE49-F238E27FC236}">
                  <a16:creationId xmlns:a16="http://schemas.microsoft.com/office/drawing/2014/main" id="{FF7ED858-4CF5-45C3-8755-9E8BDD6BAAD4}"/>
                </a:ext>
              </a:extLst>
            </p:cNvPr>
            <p:cNvSpPr/>
            <p:nvPr/>
          </p:nvSpPr>
          <p:spPr>
            <a:xfrm>
              <a:off x="3598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1" name="타원 4700">
              <a:extLst>
                <a:ext uri="{FF2B5EF4-FFF2-40B4-BE49-F238E27FC236}">
                  <a16:creationId xmlns:a16="http://schemas.microsoft.com/office/drawing/2014/main" id="{686473C5-A9FA-4F66-96BF-0B2535B8A288}"/>
                </a:ext>
              </a:extLst>
            </p:cNvPr>
            <p:cNvSpPr/>
            <p:nvPr/>
          </p:nvSpPr>
          <p:spPr>
            <a:xfrm>
              <a:off x="3750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2" name="타원 4701">
              <a:extLst>
                <a:ext uri="{FF2B5EF4-FFF2-40B4-BE49-F238E27FC236}">
                  <a16:creationId xmlns:a16="http://schemas.microsoft.com/office/drawing/2014/main" id="{D9678FE5-282A-41F9-BE04-24EEBA0250B3}"/>
                </a:ext>
              </a:extLst>
            </p:cNvPr>
            <p:cNvSpPr/>
            <p:nvPr/>
          </p:nvSpPr>
          <p:spPr>
            <a:xfrm>
              <a:off x="3902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3" name="타원 4702">
              <a:extLst>
                <a:ext uri="{FF2B5EF4-FFF2-40B4-BE49-F238E27FC236}">
                  <a16:creationId xmlns:a16="http://schemas.microsoft.com/office/drawing/2014/main" id="{2BD49DB6-7082-44A5-8F45-AD78487A9B08}"/>
                </a:ext>
              </a:extLst>
            </p:cNvPr>
            <p:cNvSpPr/>
            <p:nvPr/>
          </p:nvSpPr>
          <p:spPr>
            <a:xfrm>
              <a:off x="4055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4" name="타원 4703">
              <a:extLst>
                <a:ext uri="{FF2B5EF4-FFF2-40B4-BE49-F238E27FC236}">
                  <a16:creationId xmlns:a16="http://schemas.microsoft.com/office/drawing/2014/main" id="{2B7F3080-8EC1-483C-B443-4546E4D50139}"/>
                </a:ext>
              </a:extLst>
            </p:cNvPr>
            <p:cNvSpPr/>
            <p:nvPr/>
          </p:nvSpPr>
          <p:spPr>
            <a:xfrm>
              <a:off x="4207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5" name="타원 4704">
              <a:extLst>
                <a:ext uri="{FF2B5EF4-FFF2-40B4-BE49-F238E27FC236}">
                  <a16:creationId xmlns:a16="http://schemas.microsoft.com/office/drawing/2014/main" id="{1289593D-D982-4977-BE0B-49F7DB00CEA4}"/>
                </a:ext>
              </a:extLst>
            </p:cNvPr>
            <p:cNvSpPr/>
            <p:nvPr/>
          </p:nvSpPr>
          <p:spPr>
            <a:xfrm>
              <a:off x="4360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6" name="타원 4705">
              <a:extLst>
                <a:ext uri="{FF2B5EF4-FFF2-40B4-BE49-F238E27FC236}">
                  <a16:creationId xmlns:a16="http://schemas.microsoft.com/office/drawing/2014/main" id="{7F4566DA-AC93-4387-AF2E-FFA0282E6E29}"/>
                </a:ext>
              </a:extLst>
            </p:cNvPr>
            <p:cNvSpPr/>
            <p:nvPr/>
          </p:nvSpPr>
          <p:spPr>
            <a:xfrm>
              <a:off x="4512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7" name="타원 4706">
              <a:extLst>
                <a:ext uri="{FF2B5EF4-FFF2-40B4-BE49-F238E27FC236}">
                  <a16:creationId xmlns:a16="http://schemas.microsoft.com/office/drawing/2014/main" id="{027AF8B7-CDCD-49D8-ACFA-3FE1AF270782}"/>
                </a:ext>
              </a:extLst>
            </p:cNvPr>
            <p:cNvSpPr/>
            <p:nvPr/>
          </p:nvSpPr>
          <p:spPr>
            <a:xfrm>
              <a:off x="4664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8" name="타원 4707">
              <a:extLst>
                <a:ext uri="{FF2B5EF4-FFF2-40B4-BE49-F238E27FC236}">
                  <a16:creationId xmlns:a16="http://schemas.microsoft.com/office/drawing/2014/main" id="{55AEFD7C-701D-4FA9-8CF6-5281CA48D83B}"/>
                </a:ext>
              </a:extLst>
            </p:cNvPr>
            <p:cNvSpPr/>
            <p:nvPr/>
          </p:nvSpPr>
          <p:spPr>
            <a:xfrm>
              <a:off x="4817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09" name="타원 4708">
              <a:extLst>
                <a:ext uri="{FF2B5EF4-FFF2-40B4-BE49-F238E27FC236}">
                  <a16:creationId xmlns:a16="http://schemas.microsoft.com/office/drawing/2014/main" id="{E0DEFF41-6D16-4471-B366-629B186E1EE1}"/>
                </a:ext>
              </a:extLst>
            </p:cNvPr>
            <p:cNvSpPr/>
            <p:nvPr/>
          </p:nvSpPr>
          <p:spPr>
            <a:xfrm>
              <a:off x="4969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0" name="타원 4709">
              <a:extLst>
                <a:ext uri="{FF2B5EF4-FFF2-40B4-BE49-F238E27FC236}">
                  <a16:creationId xmlns:a16="http://schemas.microsoft.com/office/drawing/2014/main" id="{D29ECAD8-4932-4B40-84BD-0D22053FA6D0}"/>
                </a:ext>
              </a:extLst>
            </p:cNvPr>
            <p:cNvSpPr/>
            <p:nvPr/>
          </p:nvSpPr>
          <p:spPr>
            <a:xfrm>
              <a:off x="51221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1" name="타원 4710">
              <a:extLst>
                <a:ext uri="{FF2B5EF4-FFF2-40B4-BE49-F238E27FC236}">
                  <a16:creationId xmlns:a16="http://schemas.microsoft.com/office/drawing/2014/main" id="{A416D7AF-9792-41EE-9C98-7FDCC8189241}"/>
                </a:ext>
              </a:extLst>
            </p:cNvPr>
            <p:cNvSpPr/>
            <p:nvPr/>
          </p:nvSpPr>
          <p:spPr>
            <a:xfrm>
              <a:off x="52745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2" name="타원 4711">
              <a:extLst>
                <a:ext uri="{FF2B5EF4-FFF2-40B4-BE49-F238E27FC236}">
                  <a16:creationId xmlns:a16="http://schemas.microsoft.com/office/drawing/2014/main" id="{27BC455E-9458-40C4-AA5C-18C9C4C90EFE}"/>
                </a:ext>
              </a:extLst>
            </p:cNvPr>
            <p:cNvSpPr/>
            <p:nvPr/>
          </p:nvSpPr>
          <p:spPr>
            <a:xfrm>
              <a:off x="54269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3" name="타원 4712">
              <a:extLst>
                <a:ext uri="{FF2B5EF4-FFF2-40B4-BE49-F238E27FC236}">
                  <a16:creationId xmlns:a16="http://schemas.microsoft.com/office/drawing/2014/main" id="{E5B2FF8A-BD7D-48C9-B016-79FEBDC1105D}"/>
                </a:ext>
              </a:extLst>
            </p:cNvPr>
            <p:cNvSpPr/>
            <p:nvPr/>
          </p:nvSpPr>
          <p:spPr>
            <a:xfrm>
              <a:off x="55793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4" name="타원 4713">
              <a:extLst>
                <a:ext uri="{FF2B5EF4-FFF2-40B4-BE49-F238E27FC236}">
                  <a16:creationId xmlns:a16="http://schemas.microsoft.com/office/drawing/2014/main" id="{B585E061-3784-4D0E-8BDE-8111F121253F}"/>
                </a:ext>
              </a:extLst>
            </p:cNvPr>
            <p:cNvSpPr/>
            <p:nvPr/>
          </p:nvSpPr>
          <p:spPr>
            <a:xfrm>
              <a:off x="5731775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5" name="타원 4714">
              <a:extLst>
                <a:ext uri="{FF2B5EF4-FFF2-40B4-BE49-F238E27FC236}">
                  <a16:creationId xmlns:a16="http://schemas.microsoft.com/office/drawing/2014/main" id="{4A885B6E-6A28-450C-8BA2-64750DFD6101}"/>
                </a:ext>
              </a:extLst>
            </p:cNvPr>
            <p:cNvSpPr/>
            <p:nvPr/>
          </p:nvSpPr>
          <p:spPr>
            <a:xfrm>
              <a:off x="245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6" name="타원 4715">
              <a:extLst>
                <a:ext uri="{FF2B5EF4-FFF2-40B4-BE49-F238E27FC236}">
                  <a16:creationId xmlns:a16="http://schemas.microsoft.com/office/drawing/2014/main" id="{63DD2900-42D7-4F4C-8CAD-316CC804396A}"/>
                </a:ext>
              </a:extLst>
            </p:cNvPr>
            <p:cNvSpPr/>
            <p:nvPr/>
          </p:nvSpPr>
          <p:spPr>
            <a:xfrm>
              <a:off x="397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7" name="타원 4716">
              <a:extLst>
                <a:ext uri="{FF2B5EF4-FFF2-40B4-BE49-F238E27FC236}">
                  <a16:creationId xmlns:a16="http://schemas.microsoft.com/office/drawing/2014/main" id="{DCC32D90-88B3-4598-98B7-E42FB9EDED23}"/>
                </a:ext>
              </a:extLst>
            </p:cNvPr>
            <p:cNvSpPr/>
            <p:nvPr/>
          </p:nvSpPr>
          <p:spPr>
            <a:xfrm>
              <a:off x="550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8" name="타원 4717">
              <a:extLst>
                <a:ext uri="{FF2B5EF4-FFF2-40B4-BE49-F238E27FC236}">
                  <a16:creationId xmlns:a16="http://schemas.microsoft.com/office/drawing/2014/main" id="{AFA5DBEA-8DEA-4C6B-8828-335926725619}"/>
                </a:ext>
              </a:extLst>
            </p:cNvPr>
            <p:cNvSpPr/>
            <p:nvPr/>
          </p:nvSpPr>
          <p:spPr>
            <a:xfrm>
              <a:off x="702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19" name="타원 4718">
              <a:extLst>
                <a:ext uri="{FF2B5EF4-FFF2-40B4-BE49-F238E27FC236}">
                  <a16:creationId xmlns:a16="http://schemas.microsoft.com/office/drawing/2014/main" id="{AD2DF395-46BE-4284-BE20-4EF2ABA96823}"/>
                </a:ext>
              </a:extLst>
            </p:cNvPr>
            <p:cNvSpPr/>
            <p:nvPr/>
          </p:nvSpPr>
          <p:spPr>
            <a:xfrm>
              <a:off x="854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0" name="타원 4719">
              <a:extLst>
                <a:ext uri="{FF2B5EF4-FFF2-40B4-BE49-F238E27FC236}">
                  <a16:creationId xmlns:a16="http://schemas.microsoft.com/office/drawing/2014/main" id="{6046D85F-C33D-4686-82B3-DE5267B3DE3C}"/>
                </a:ext>
              </a:extLst>
            </p:cNvPr>
            <p:cNvSpPr/>
            <p:nvPr/>
          </p:nvSpPr>
          <p:spPr>
            <a:xfrm>
              <a:off x="1007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1" name="타원 4720">
              <a:extLst>
                <a:ext uri="{FF2B5EF4-FFF2-40B4-BE49-F238E27FC236}">
                  <a16:creationId xmlns:a16="http://schemas.microsoft.com/office/drawing/2014/main" id="{12C9F4D7-4E29-4847-A4FE-CA39C580E002}"/>
                </a:ext>
              </a:extLst>
            </p:cNvPr>
            <p:cNvSpPr/>
            <p:nvPr/>
          </p:nvSpPr>
          <p:spPr>
            <a:xfrm>
              <a:off x="1159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2" name="타원 4721">
              <a:extLst>
                <a:ext uri="{FF2B5EF4-FFF2-40B4-BE49-F238E27FC236}">
                  <a16:creationId xmlns:a16="http://schemas.microsoft.com/office/drawing/2014/main" id="{E98EA69E-AC73-4F9C-A616-65ED26F30409}"/>
                </a:ext>
              </a:extLst>
            </p:cNvPr>
            <p:cNvSpPr/>
            <p:nvPr/>
          </p:nvSpPr>
          <p:spPr>
            <a:xfrm>
              <a:off x="1312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3" name="타원 4722">
              <a:extLst>
                <a:ext uri="{FF2B5EF4-FFF2-40B4-BE49-F238E27FC236}">
                  <a16:creationId xmlns:a16="http://schemas.microsoft.com/office/drawing/2014/main" id="{42E9DA09-D8BA-4A1C-8545-567D0127DD00}"/>
                </a:ext>
              </a:extLst>
            </p:cNvPr>
            <p:cNvSpPr/>
            <p:nvPr/>
          </p:nvSpPr>
          <p:spPr>
            <a:xfrm>
              <a:off x="1464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4" name="타원 4723">
              <a:extLst>
                <a:ext uri="{FF2B5EF4-FFF2-40B4-BE49-F238E27FC236}">
                  <a16:creationId xmlns:a16="http://schemas.microsoft.com/office/drawing/2014/main" id="{995E43D3-C464-4006-8B7E-B0DDAFC22AA0}"/>
                </a:ext>
              </a:extLst>
            </p:cNvPr>
            <p:cNvSpPr/>
            <p:nvPr/>
          </p:nvSpPr>
          <p:spPr>
            <a:xfrm>
              <a:off x="1616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5" name="타원 4724">
              <a:extLst>
                <a:ext uri="{FF2B5EF4-FFF2-40B4-BE49-F238E27FC236}">
                  <a16:creationId xmlns:a16="http://schemas.microsoft.com/office/drawing/2014/main" id="{6411B16D-71D9-4D08-A49E-42AC70ADE805}"/>
                </a:ext>
              </a:extLst>
            </p:cNvPr>
            <p:cNvSpPr/>
            <p:nvPr/>
          </p:nvSpPr>
          <p:spPr>
            <a:xfrm>
              <a:off x="1769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6" name="타원 4725">
              <a:extLst>
                <a:ext uri="{FF2B5EF4-FFF2-40B4-BE49-F238E27FC236}">
                  <a16:creationId xmlns:a16="http://schemas.microsoft.com/office/drawing/2014/main" id="{FCB6F31F-FC9D-4B08-ABEB-D1BBD80586B4}"/>
                </a:ext>
              </a:extLst>
            </p:cNvPr>
            <p:cNvSpPr/>
            <p:nvPr/>
          </p:nvSpPr>
          <p:spPr>
            <a:xfrm>
              <a:off x="1921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7" name="타원 4726">
              <a:extLst>
                <a:ext uri="{FF2B5EF4-FFF2-40B4-BE49-F238E27FC236}">
                  <a16:creationId xmlns:a16="http://schemas.microsoft.com/office/drawing/2014/main" id="{779ADC62-71C3-422B-BD5C-308569991024}"/>
                </a:ext>
              </a:extLst>
            </p:cNvPr>
            <p:cNvSpPr/>
            <p:nvPr/>
          </p:nvSpPr>
          <p:spPr>
            <a:xfrm>
              <a:off x="2074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8" name="타원 4727">
              <a:extLst>
                <a:ext uri="{FF2B5EF4-FFF2-40B4-BE49-F238E27FC236}">
                  <a16:creationId xmlns:a16="http://schemas.microsoft.com/office/drawing/2014/main" id="{F805B634-85E6-4401-B1F1-4BFBE9D7965A}"/>
                </a:ext>
              </a:extLst>
            </p:cNvPr>
            <p:cNvSpPr/>
            <p:nvPr/>
          </p:nvSpPr>
          <p:spPr>
            <a:xfrm>
              <a:off x="2226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29" name="타원 4728">
              <a:extLst>
                <a:ext uri="{FF2B5EF4-FFF2-40B4-BE49-F238E27FC236}">
                  <a16:creationId xmlns:a16="http://schemas.microsoft.com/office/drawing/2014/main" id="{904E2E4D-0EBE-46CD-BFDE-6CF2AFF943D1}"/>
                </a:ext>
              </a:extLst>
            </p:cNvPr>
            <p:cNvSpPr/>
            <p:nvPr/>
          </p:nvSpPr>
          <p:spPr>
            <a:xfrm>
              <a:off x="2378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0" name="타원 4729">
              <a:extLst>
                <a:ext uri="{FF2B5EF4-FFF2-40B4-BE49-F238E27FC236}">
                  <a16:creationId xmlns:a16="http://schemas.microsoft.com/office/drawing/2014/main" id="{FF2E313F-3382-489B-9890-82B7FAD59CA5}"/>
                </a:ext>
              </a:extLst>
            </p:cNvPr>
            <p:cNvSpPr/>
            <p:nvPr/>
          </p:nvSpPr>
          <p:spPr>
            <a:xfrm>
              <a:off x="2531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1" name="타원 4730">
              <a:extLst>
                <a:ext uri="{FF2B5EF4-FFF2-40B4-BE49-F238E27FC236}">
                  <a16:creationId xmlns:a16="http://schemas.microsoft.com/office/drawing/2014/main" id="{4B7FF126-3432-4E93-A721-3EA1CF5B3B93}"/>
                </a:ext>
              </a:extLst>
            </p:cNvPr>
            <p:cNvSpPr/>
            <p:nvPr/>
          </p:nvSpPr>
          <p:spPr>
            <a:xfrm>
              <a:off x="2683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2" name="타원 4731">
              <a:extLst>
                <a:ext uri="{FF2B5EF4-FFF2-40B4-BE49-F238E27FC236}">
                  <a16:creationId xmlns:a16="http://schemas.microsoft.com/office/drawing/2014/main" id="{3D4AA181-8789-4EF7-84C6-6059FE8B1B78}"/>
                </a:ext>
              </a:extLst>
            </p:cNvPr>
            <p:cNvSpPr/>
            <p:nvPr/>
          </p:nvSpPr>
          <p:spPr>
            <a:xfrm>
              <a:off x="2836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3" name="타원 4732">
              <a:extLst>
                <a:ext uri="{FF2B5EF4-FFF2-40B4-BE49-F238E27FC236}">
                  <a16:creationId xmlns:a16="http://schemas.microsoft.com/office/drawing/2014/main" id="{B426CBAA-6FCE-4281-B3D3-B39552B5AC66}"/>
                </a:ext>
              </a:extLst>
            </p:cNvPr>
            <p:cNvSpPr/>
            <p:nvPr/>
          </p:nvSpPr>
          <p:spPr>
            <a:xfrm>
              <a:off x="2988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4" name="타원 4733">
              <a:extLst>
                <a:ext uri="{FF2B5EF4-FFF2-40B4-BE49-F238E27FC236}">
                  <a16:creationId xmlns:a16="http://schemas.microsoft.com/office/drawing/2014/main" id="{32824DB3-9794-42CA-AAED-5AA7CA7F9F8D}"/>
                </a:ext>
              </a:extLst>
            </p:cNvPr>
            <p:cNvSpPr/>
            <p:nvPr/>
          </p:nvSpPr>
          <p:spPr>
            <a:xfrm>
              <a:off x="3140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5" name="타원 4734">
              <a:extLst>
                <a:ext uri="{FF2B5EF4-FFF2-40B4-BE49-F238E27FC236}">
                  <a16:creationId xmlns:a16="http://schemas.microsoft.com/office/drawing/2014/main" id="{821C2DCA-5653-4DC4-9E1E-A9CDACDFA521}"/>
                </a:ext>
              </a:extLst>
            </p:cNvPr>
            <p:cNvSpPr/>
            <p:nvPr/>
          </p:nvSpPr>
          <p:spPr>
            <a:xfrm>
              <a:off x="3293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6" name="타원 4735">
              <a:extLst>
                <a:ext uri="{FF2B5EF4-FFF2-40B4-BE49-F238E27FC236}">
                  <a16:creationId xmlns:a16="http://schemas.microsoft.com/office/drawing/2014/main" id="{E4782F18-F77F-48EC-9389-7134DD483F6D}"/>
                </a:ext>
              </a:extLst>
            </p:cNvPr>
            <p:cNvSpPr/>
            <p:nvPr/>
          </p:nvSpPr>
          <p:spPr>
            <a:xfrm>
              <a:off x="3445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7" name="타원 4736">
              <a:extLst>
                <a:ext uri="{FF2B5EF4-FFF2-40B4-BE49-F238E27FC236}">
                  <a16:creationId xmlns:a16="http://schemas.microsoft.com/office/drawing/2014/main" id="{AEFEEF98-48CD-4765-A32F-187375B78CAF}"/>
                </a:ext>
              </a:extLst>
            </p:cNvPr>
            <p:cNvSpPr/>
            <p:nvPr/>
          </p:nvSpPr>
          <p:spPr>
            <a:xfrm>
              <a:off x="3598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8" name="타원 4737">
              <a:extLst>
                <a:ext uri="{FF2B5EF4-FFF2-40B4-BE49-F238E27FC236}">
                  <a16:creationId xmlns:a16="http://schemas.microsoft.com/office/drawing/2014/main" id="{20C708C7-4FF6-4F9B-B188-2A7C7FF7C4D6}"/>
                </a:ext>
              </a:extLst>
            </p:cNvPr>
            <p:cNvSpPr/>
            <p:nvPr/>
          </p:nvSpPr>
          <p:spPr>
            <a:xfrm>
              <a:off x="3750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39" name="타원 4738">
              <a:extLst>
                <a:ext uri="{FF2B5EF4-FFF2-40B4-BE49-F238E27FC236}">
                  <a16:creationId xmlns:a16="http://schemas.microsoft.com/office/drawing/2014/main" id="{09C44E15-B4FD-4057-94C6-A9ACCD7BD0F8}"/>
                </a:ext>
              </a:extLst>
            </p:cNvPr>
            <p:cNvSpPr/>
            <p:nvPr/>
          </p:nvSpPr>
          <p:spPr>
            <a:xfrm>
              <a:off x="3902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0" name="타원 4739">
              <a:extLst>
                <a:ext uri="{FF2B5EF4-FFF2-40B4-BE49-F238E27FC236}">
                  <a16:creationId xmlns:a16="http://schemas.microsoft.com/office/drawing/2014/main" id="{DDF0976F-E330-4E93-AB9E-7AFA94D711BA}"/>
                </a:ext>
              </a:extLst>
            </p:cNvPr>
            <p:cNvSpPr/>
            <p:nvPr/>
          </p:nvSpPr>
          <p:spPr>
            <a:xfrm>
              <a:off x="4055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1" name="타원 4740">
              <a:extLst>
                <a:ext uri="{FF2B5EF4-FFF2-40B4-BE49-F238E27FC236}">
                  <a16:creationId xmlns:a16="http://schemas.microsoft.com/office/drawing/2014/main" id="{6453D24A-00FC-4714-B346-2B4D7345982B}"/>
                </a:ext>
              </a:extLst>
            </p:cNvPr>
            <p:cNvSpPr/>
            <p:nvPr/>
          </p:nvSpPr>
          <p:spPr>
            <a:xfrm>
              <a:off x="4207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2" name="타원 4741">
              <a:extLst>
                <a:ext uri="{FF2B5EF4-FFF2-40B4-BE49-F238E27FC236}">
                  <a16:creationId xmlns:a16="http://schemas.microsoft.com/office/drawing/2014/main" id="{FC6611A3-AE02-4FFE-81FE-D18846141581}"/>
                </a:ext>
              </a:extLst>
            </p:cNvPr>
            <p:cNvSpPr/>
            <p:nvPr/>
          </p:nvSpPr>
          <p:spPr>
            <a:xfrm>
              <a:off x="4360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3" name="타원 4742">
              <a:extLst>
                <a:ext uri="{FF2B5EF4-FFF2-40B4-BE49-F238E27FC236}">
                  <a16:creationId xmlns:a16="http://schemas.microsoft.com/office/drawing/2014/main" id="{6DF146D3-98EC-44D9-8F5A-108EE407AF9E}"/>
                </a:ext>
              </a:extLst>
            </p:cNvPr>
            <p:cNvSpPr/>
            <p:nvPr/>
          </p:nvSpPr>
          <p:spPr>
            <a:xfrm>
              <a:off x="4512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4" name="타원 4743">
              <a:extLst>
                <a:ext uri="{FF2B5EF4-FFF2-40B4-BE49-F238E27FC236}">
                  <a16:creationId xmlns:a16="http://schemas.microsoft.com/office/drawing/2014/main" id="{BC57E810-8246-4204-A6BA-1BA089C4EB68}"/>
                </a:ext>
              </a:extLst>
            </p:cNvPr>
            <p:cNvSpPr/>
            <p:nvPr/>
          </p:nvSpPr>
          <p:spPr>
            <a:xfrm>
              <a:off x="4664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5" name="타원 4744">
              <a:extLst>
                <a:ext uri="{FF2B5EF4-FFF2-40B4-BE49-F238E27FC236}">
                  <a16:creationId xmlns:a16="http://schemas.microsoft.com/office/drawing/2014/main" id="{94701E8F-8343-4CC8-9FD8-B441A26C072D}"/>
                </a:ext>
              </a:extLst>
            </p:cNvPr>
            <p:cNvSpPr/>
            <p:nvPr/>
          </p:nvSpPr>
          <p:spPr>
            <a:xfrm>
              <a:off x="4817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6" name="타원 4745">
              <a:extLst>
                <a:ext uri="{FF2B5EF4-FFF2-40B4-BE49-F238E27FC236}">
                  <a16:creationId xmlns:a16="http://schemas.microsoft.com/office/drawing/2014/main" id="{5A0497B5-A7F9-4503-BFE9-3FE5D9D2AD68}"/>
                </a:ext>
              </a:extLst>
            </p:cNvPr>
            <p:cNvSpPr/>
            <p:nvPr/>
          </p:nvSpPr>
          <p:spPr>
            <a:xfrm>
              <a:off x="4969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7" name="타원 4746">
              <a:extLst>
                <a:ext uri="{FF2B5EF4-FFF2-40B4-BE49-F238E27FC236}">
                  <a16:creationId xmlns:a16="http://schemas.microsoft.com/office/drawing/2014/main" id="{0928168C-7973-45F1-A754-C6A6347CA216}"/>
                </a:ext>
              </a:extLst>
            </p:cNvPr>
            <p:cNvSpPr/>
            <p:nvPr/>
          </p:nvSpPr>
          <p:spPr>
            <a:xfrm>
              <a:off x="51221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8" name="타원 4747">
              <a:extLst>
                <a:ext uri="{FF2B5EF4-FFF2-40B4-BE49-F238E27FC236}">
                  <a16:creationId xmlns:a16="http://schemas.microsoft.com/office/drawing/2014/main" id="{2EEA2897-37F6-4B88-B7AC-1F476F504D60}"/>
                </a:ext>
              </a:extLst>
            </p:cNvPr>
            <p:cNvSpPr/>
            <p:nvPr/>
          </p:nvSpPr>
          <p:spPr>
            <a:xfrm>
              <a:off x="52745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49" name="타원 4748">
              <a:extLst>
                <a:ext uri="{FF2B5EF4-FFF2-40B4-BE49-F238E27FC236}">
                  <a16:creationId xmlns:a16="http://schemas.microsoft.com/office/drawing/2014/main" id="{ECF7DE14-9DE8-4E3B-B44A-DA4FFD189F43}"/>
                </a:ext>
              </a:extLst>
            </p:cNvPr>
            <p:cNvSpPr/>
            <p:nvPr/>
          </p:nvSpPr>
          <p:spPr>
            <a:xfrm>
              <a:off x="54269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0" name="타원 4749">
              <a:extLst>
                <a:ext uri="{FF2B5EF4-FFF2-40B4-BE49-F238E27FC236}">
                  <a16:creationId xmlns:a16="http://schemas.microsoft.com/office/drawing/2014/main" id="{D4F1234C-C6AD-4FFA-A6D5-1379BB7FE3D9}"/>
                </a:ext>
              </a:extLst>
            </p:cNvPr>
            <p:cNvSpPr/>
            <p:nvPr/>
          </p:nvSpPr>
          <p:spPr>
            <a:xfrm>
              <a:off x="55793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1" name="타원 4750">
              <a:extLst>
                <a:ext uri="{FF2B5EF4-FFF2-40B4-BE49-F238E27FC236}">
                  <a16:creationId xmlns:a16="http://schemas.microsoft.com/office/drawing/2014/main" id="{CB610FA8-2C88-4FBE-BF3B-3514D5194781}"/>
                </a:ext>
              </a:extLst>
            </p:cNvPr>
            <p:cNvSpPr/>
            <p:nvPr/>
          </p:nvSpPr>
          <p:spPr>
            <a:xfrm>
              <a:off x="5731775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2" name="타원 4751">
              <a:extLst>
                <a:ext uri="{FF2B5EF4-FFF2-40B4-BE49-F238E27FC236}">
                  <a16:creationId xmlns:a16="http://schemas.microsoft.com/office/drawing/2014/main" id="{A53379AF-32CE-42AA-9CA4-60230F55A20D}"/>
                </a:ext>
              </a:extLst>
            </p:cNvPr>
            <p:cNvSpPr/>
            <p:nvPr/>
          </p:nvSpPr>
          <p:spPr>
            <a:xfrm>
              <a:off x="245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3" name="타원 4752">
              <a:extLst>
                <a:ext uri="{FF2B5EF4-FFF2-40B4-BE49-F238E27FC236}">
                  <a16:creationId xmlns:a16="http://schemas.microsoft.com/office/drawing/2014/main" id="{F4184108-901F-4155-86E9-DA40F7889C81}"/>
                </a:ext>
              </a:extLst>
            </p:cNvPr>
            <p:cNvSpPr/>
            <p:nvPr/>
          </p:nvSpPr>
          <p:spPr>
            <a:xfrm>
              <a:off x="397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4" name="타원 4753">
              <a:extLst>
                <a:ext uri="{FF2B5EF4-FFF2-40B4-BE49-F238E27FC236}">
                  <a16:creationId xmlns:a16="http://schemas.microsoft.com/office/drawing/2014/main" id="{71F7C85B-9509-4BC2-881A-2B8E2F79A628}"/>
                </a:ext>
              </a:extLst>
            </p:cNvPr>
            <p:cNvSpPr/>
            <p:nvPr/>
          </p:nvSpPr>
          <p:spPr>
            <a:xfrm>
              <a:off x="550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5" name="타원 4754">
              <a:extLst>
                <a:ext uri="{FF2B5EF4-FFF2-40B4-BE49-F238E27FC236}">
                  <a16:creationId xmlns:a16="http://schemas.microsoft.com/office/drawing/2014/main" id="{FB0FC38A-0CC9-454F-A6F2-96F72E041056}"/>
                </a:ext>
              </a:extLst>
            </p:cNvPr>
            <p:cNvSpPr/>
            <p:nvPr/>
          </p:nvSpPr>
          <p:spPr>
            <a:xfrm>
              <a:off x="702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6" name="타원 4755">
              <a:extLst>
                <a:ext uri="{FF2B5EF4-FFF2-40B4-BE49-F238E27FC236}">
                  <a16:creationId xmlns:a16="http://schemas.microsoft.com/office/drawing/2014/main" id="{5169013E-41A1-4D67-8EAC-2002458C7554}"/>
                </a:ext>
              </a:extLst>
            </p:cNvPr>
            <p:cNvSpPr/>
            <p:nvPr/>
          </p:nvSpPr>
          <p:spPr>
            <a:xfrm>
              <a:off x="854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7" name="타원 4756">
              <a:extLst>
                <a:ext uri="{FF2B5EF4-FFF2-40B4-BE49-F238E27FC236}">
                  <a16:creationId xmlns:a16="http://schemas.microsoft.com/office/drawing/2014/main" id="{BE31F69F-2726-4D19-B392-C1F5377232AE}"/>
                </a:ext>
              </a:extLst>
            </p:cNvPr>
            <p:cNvSpPr/>
            <p:nvPr/>
          </p:nvSpPr>
          <p:spPr>
            <a:xfrm>
              <a:off x="1007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8" name="타원 4757">
              <a:extLst>
                <a:ext uri="{FF2B5EF4-FFF2-40B4-BE49-F238E27FC236}">
                  <a16:creationId xmlns:a16="http://schemas.microsoft.com/office/drawing/2014/main" id="{0EA73AEB-9670-4366-B6E6-D3F8FF89B153}"/>
                </a:ext>
              </a:extLst>
            </p:cNvPr>
            <p:cNvSpPr/>
            <p:nvPr/>
          </p:nvSpPr>
          <p:spPr>
            <a:xfrm>
              <a:off x="1159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59" name="타원 4758">
              <a:extLst>
                <a:ext uri="{FF2B5EF4-FFF2-40B4-BE49-F238E27FC236}">
                  <a16:creationId xmlns:a16="http://schemas.microsoft.com/office/drawing/2014/main" id="{74A97172-783E-400B-B453-C1364BA66020}"/>
                </a:ext>
              </a:extLst>
            </p:cNvPr>
            <p:cNvSpPr/>
            <p:nvPr/>
          </p:nvSpPr>
          <p:spPr>
            <a:xfrm>
              <a:off x="1312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0" name="타원 4759">
              <a:extLst>
                <a:ext uri="{FF2B5EF4-FFF2-40B4-BE49-F238E27FC236}">
                  <a16:creationId xmlns:a16="http://schemas.microsoft.com/office/drawing/2014/main" id="{3062D614-4AF1-487A-A811-7496FC794070}"/>
                </a:ext>
              </a:extLst>
            </p:cNvPr>
            <p:cNvSpPr/>
            <p:nvPr/>
          </p:nvSpPr>
          <p:spPr>
            <a:xfrm>
              <a:off x="1464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1" name="타원 4760">
              <a:extLst>
                <a:ext uri="{FF2B5EF4-FFF2-40B4-BE49-F238E27FC236}">
                  <a16:creationId xmlns:a16="http://schemas.microsoft.com/office/drawing/2014/main" id="{506237EF-E684-4AC1-8B12-9F04C2E0EA8F}"/>
                </a:ext>
              </a:extLst>
            </p:cNvPr>
            <p:cNvSpPr/>
            <p:nvPr/>
          </p:nvSpPr>
          <p:spPr>
            <a:xfrm>
              <a:off x="1616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2" name="타원 4761">
              <a:extLst>
                <a:ext uri="{FF2B5EF4-FFF2-40B4-BE49-F238E27FC236}">
                  <a16:creationId xmlns:a16="http://schemas.microsoft.com/office/drawing/2014/main" id="{DEB3547A-E509-4146-A005-3E3A9208FE38}"/>
                </a:ext>
              </a:extLst>
            </p:cNvPr>
            <p:cNvSpPr/>
            <p:nvPr/>
          </p:nvSpPr>
          <p:spPr>
            <a:xfrm>
              <a:off x="1769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3" name="타원 4762">
              <a:extLst>
                <a:ext uri="{FF2B5EF4-FFF2-40B4-BE49-F238E27FC236}">
                  <a16:creationId xmlns:a16="http://schemas.microsoft.com/office/drawing/2014/main" id="{40021776-6A02-4A5C-9092-133648B78500}"/>
                </a:ext>
              </a:extLst>
            </p:cNvPr>
            <p:cNvSpPr/>
            <p:nvPr/>
          </p:nvSpPr>
          <p:spPr>
            <a:xfrm>
              <a:off x="1921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4" name="타원 4763">
              <a:extLst>
                <a:ext uri="{FF2B5EF4-FFF2-40B4-BE49-F238E27FC236}">
                  <a16:creationId xmlns:a16="http://schemas.microsoft.com/office/drawing/2014/main" id="{3C50A382-D567-4418-AF8B-2E0FA1CCFC3A}"/>
                </a:ext>
              </a:extLst>
            </p:cNvPr>
            <p:cNvSpPr/>
            <p:nvPr/>
          </p:nvSpPr>
          <p:spPr>
            <a:xfrm>
              <a:off x="2074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5" name="타원 4764">
              <a:extLst>
                <a:ext uri="{FF2B5EF4-FFF2-40B4-BE49-F238E27FC236}">
                  <a16:creationId xmlns:a16="http://schemas.microsoft.com/office/drawing/2014/main" id="{59CEC1FE-BA80-4526-88A4-0FE64256D48C}"/>
                </a:ext>
              </a:extLst>
            </p:cNvPr>
            <p:cNvSpPr/>
            <p:nvPr/>
          </p:nvSpPr>
          <p:spPr>
            <a:xfrm>
              <a:off x="2226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6" name="타원 4765">
              <a:extLst>
                <a:ext uri="{FF2B5EF4-FFF2-40B4-BE49-F238E27FC236}">
                  <a16:creationId xmlns:a16="http://schemas.microsoft.com/office/drawing/2014/main" id="{90275F42-85B1-4DC1-8552-B8D355FB15BE}"/>
                </a:ext>
              </a:extLst>
            </p:cNvPr>
            <p:cNvSpPr/>
            <p:nvPr/>
          </p:nvSpPr>
          <p:spPr>
            <a:xfrm>
              <a:off x="2378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7" name="타원 4766">
              <a:extLst>
                <a:ext uri="{FF2B5EF4-FFF2-40B4-BE49-F238E27FC236}">
                  <a16:creationId xmlns:a16="http://schemas.microsoft.com/office/drawing/2014/main" id="{7C077FFE-2AFB-4D3E-9B38-43320B171765}"/>
                </a:ext>
              </a:extLst>
            </p:cNvPr>
            <p:cNvSpPr/>
            <p:nvPr/>
          </p:nvSpPr>
          <p:spPr>
            <a:xfrm>
              <a:off x="2531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8" name="타원 4767">
              <a:extLst>
                <a:ext uri="{FF2B5EF4-FFF2-40B4-BE49-F238E27FC236}">
                  <a16:creationId xmlns:a16="http://schemas.microsoft.com/office/drawing/2014/main" id="{F66CFE91-DF16-416A-8C25-98B75DA8D8E9}"/>
                </a:ext>
              </a:extLst>
            </p:cNvPr>
            <p:cNvSpPr/>
            <p:nvPr/>
          </p:nvSpPr>
          <p:spPr>
            <a:xfrm>
              <a:off x="2683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69" name="타원 4768">
              <a:extLst>
                <a:ext uri="{FF2B5EF4-FFF2-40B4-BE49-F238E27FC236}">
                  <a16:creationId xmlns:a16="http://schemas.microsoft.com/office/drawing/2014/main" id="{F2681E05-D262-4138-96CB-CC4E200BB413}"/>
                </a:ext>
              </a:extLst>
            </p:cNvPr>
            <p:cNvSpPr/>
            <p:nvPr/>
          </p:nvSpPr>
          <p:spPr>
            <a:xfrm>
              <a:off x="2836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0" name="타원 4769">
              <a:extLst>
                <a:ext uri="{FF2B5EF4-FFF2-40B4-BE49-F238E27FC236}">
                  <a16:creationId xmlns:a16="http://schemas.microsoft.com/office/drawing/2014/main" id="{F4017A9D-0BAB-4FC4-BC66-11F86525DA2D}"/>
                </a:ext>
              </a:extLst>
            </p:cNvPr>
            <p:cNvSpPr/>
            <p:nvPr/>
          </p:nvSpPr>
          <p:spPr>
            <a:xfrm>
              <a:off x="2988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1" name="타원 4770">
              <a:extLst>
                <a:ext uri="{FF2B5EF4-FFF2-40B4-BE49-F238E27FC236}">
                  <a16:creationId xmlns:a16="http://schemas.microsoft.com/office/drawing/2014/main" id="{948FC223-C767-4624-815E-81F160F8A049}"/>
                </a:ext>
              </a:extLst>
            </p:cNvPr>
            <p:cNvSpPr/>
            <p:nvPr/>
          </p:nvSpPr>
          <p:spPr>
            <a:xfrm>
              <a:off x="3140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2" name="타원 4771">
              <a:extLst>
                <a:ext uri="{FF2B5EF4-FFF2-40B4-BE49-F238E27FC236}">
                  <a16:creationId xmlns:a16="http://schemas.microsoft.com/office/drawing/2014/main" id="{8CDCB6E8-7CBA-45D0-8928-CDF6F0567656}"/>
                </a:ext>
              </a:extLst>
            </p:cNvPr>
            <p:cNvSpPr/>
            <p:nvPr/>
          </p:nvSpPr>
          <p:spPr>
            <a:xfrm>
              <a:off x="3293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3" name="타원 4772">
              <a:extLst>
                <a:ext uri="{FF2B5EF4-FFF2-40B4-BE49-F238E27FC236}">
                  <a16:creationId xmlns:a16="http://schemas.microsoft.com/office/drawing/2014/main" id="{A57F15C0-1A07-4D72-B262-9608916CF9B4}"/>
                </a:ext>
              </a:extLst>
            </p:cNvPr>
            <p:cNvSpPr/>
            <p:nvPr/>
          </p:nvSpPr>
          <p:spPr>
            <a:xfrm>
              <a:off x="3445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4" name="타원 4773">
              <a:extLst>
                <a:ext uri="{FF2B5EF4-FFF2-40B4-BE49-F238E27FC236}">
                  <a16:creationId xmlns:a16="http://schemas.microsoft.com/office/drawing/2014/main" id="{692561C3-9A96-4FCB-B50B-08F77A70220F}"/>
                </a:ext>
              </a:extLst>
            </p:cNvPr>
            <p:cNvSpPr/>
            <p:nvPr/>
          </p:nvSpPr>
          <p:spPr>
            <a:xfrm>
              <a:off x="3598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5" name="타원 4774">
              <a:extLst>
                <a:ext uri="{FF2B5EF4-FFF2-40B4-BE49-F238E27FC236}">
                  <a16:creationId xmlns:a16="http://schemas.microsoft.com/office/drawing/2014/main" id="{A105595F-39E3-42A0-A7F6-C1330AD266E4}"/>
                </a:ext>
              </a:extLst>
            </p:cNvPr>
            <p:cNvSpPr/>
            <p:nvPr/>
          </p:nvSpPr>
          <p:spPr>
            <a:xfrm>
              <a:off x="3750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6" name="타원 4775">
              <a:extLst>
                <a:ext uri="{FF2B5EF4-FFF2-40B4-BE49-F238E27FC236}">
                  <a16:creationId xmlns:a16="http://schemas.microsoft.com/office/drawing/2014/main" id="{8C794513-9409-42D6-B550-E1294F093FE2}"/>
                </a:ext>
              </a:extLst>
            </p:cNvPr>
            <p:cNvSpPr/>
            <p:nvPr/>
          </p:nvSpPr>
          <p:spPr>
            <a:xfrm>
              <a:off x="3902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7" name="타원 4776">
              <a:extLst>
                <a:ext uri="{FF2B5EF4-FFF2-40B4-BE49-F238E27FC236}">
                  <a16:creationId xmlns:a16="http://schemas.microsoft.com/office/drawing/2014/main" id="{D202E669-4766-4005-8B54-20533FDE1B95}"/>
                </a:ext>
              </a:extLst>
            </p:cNvPr>
            <p:cNvSpPr/>
            <p:nvPr/>
          </p:nvSpPr>
          <p:spPr>
            <a:xfrm>
              <a:off x="4055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8" name="타원 4777">
              <a:extLst>
                <a:ext uri="{FF2B5EF4-FFF2-40B4-BE49-F238E27FC236}">
                  <a16:creationId xmlns:a16="http://schemas.microsoft.com/office/drawing/2014/main" id="{FBF0883F-AD6E-40FA-A828-7877FB2008E4}"/>
                </a:ext>
              </a:extLst>
            </p:cNvPr>
            <p:cNvSpPr/>
            <p:nvPr/>
          </p:nvSpPr>
          <p:spPr>
            <a:xfrm>
              <a:off x="4207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79" name="타원 4778">
              <a:extLst>
                <a:ext uri="{FF2B5EF4-FFF2-40B4-BE49-F238E27FC236}">
                  <a16:creationId xmlns:a16="http://schemas.microsoft.com/office/drawing/2014/main" id="{26741C09-AB27-4F1B-9E9F-BF139B2AB48A}"/>
                </a:ext>
              </a:extLst>
            </p:cNvPr>
            <p:cNvSpPr/>
            <p:nvPr/>
          </p:nvSpPr>
          <p:spPr>
            <a:xfrm>
              <a:off x="4360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0" name="타원 4779">
              <a:extLst>
                <a:ext uri="{FF2B5EF4-FFF2-40B4-BE49-F238E27FC236}">
                  <a16:creationId xmlns:a16="http://schemas.microsoft.com/office/drawing/2014/main" id="{99DD0DB0-2696-4E5D-9580-120159C0FF4C}"/>
                </a:ext>
              </a:extLst>
            </p:cNvPr>
            <p:cNvSpPr/>
            <p:nvPr/>
          </p:nvSpPr>
          <p:spPr>
            <a:xfrm>
              <a:off x="4512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1" name="타원 4780">
              <a:extLst>
                <a:ext uri="{FF2B5EF4-FFF2-40B4-BE49-F238E27FC236}">
                  <a16:creationId xmlns:a16="http://schemas.microsoft.com/office/drawing/2014/main" id="{38E5F4AC-3EF9-4BE4-ADAC-72456249CA15}"/>
                </a:ext>
              </a:extLst>
            </p:cNvPr>
            <p:cNvSpPr/>
            <p:nvPr/>
          </p:nvSpPr>
          <p:spPr>
            <a:xfrm>
              <a:off x="4664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2" name="타원 4781">
              <a:extLst>
                <a:ext uri="{FF2B5EF4-FFF2-40B4-BE49-F238E27FC236}">
                  <a16:creationId xmlns:a16="http://schemas.microsoft.com/office/drawing/2014/main" id="{7555DAD0-7353-4598-8046-4C72096C8278}"/>
                </a:ext>
              </a:extLst>
            </p:cNvPr>
            <p:cNvSpPr/>
            <p:nvPr/>
          </p:nvSpPr>
          <p:spPr>
            <a:xfrm>
              <a:off x="4817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3" name="타원 4782">
              <a:extLst>
                <a:ext uri="{FF2B5EF4-FFF2-40B4-BE49-F238E27FC236}">
                  <a16:creationId xmlns:a16="http://schemas.microsoft.com/office/drawing/2014/main" id="{2DC72C88-2248-4AD7-B4C7-752471B49E68}"/>
                </a:ext>
              </a:extLst>
            </p:cNvPr>
            <p:cNvSpPr/>
            <p:nvPr/>
          </p:nvSpPr>
          <p:spPr>
            <a:xfrm>
              <a:off x="4969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4" name="타원 4783">
              <a:extLst>
                <a:ext uri="{FF2B5EF4-FFF2-40B4-BE49-F238E27FC236}">
                  <a16:creationId xmlns:a16="http://schemas.microsoft.com/office/drawing/2014/main" id="{268E7F2F-18D3-405A-9C37-A29C55C68015}"/>
                </a:ext>
              </a:extLst>
            </p:cNvPr>
            <p:cNvSpPr/>
            <p:nvPr/>
          </p:nvSpPr>
          <p:spPr>
            <a:xfrm>
              <a:off x="51221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5" name="타원 4784">
              <a:extLst>
                <a:ext uri="{FF2B5EF4-FFF2-40B4-BE49-F238E27FC236}">
                  <a16:creationId xmlns:a16="http://schemas.microsoft.com/office/drawing/2014/main" id="{7011F5F7-CA92-45A3-A220-D2CD86FBCF4F}"/>
                </a:ext>
              </a:extLst>
            </p:cNvPr>
            <p:cNvSpPr/>
            <p:nvPr/>
          </p:nvSpPr>
          <p:spPr>
            <a:xfrm>
              <a:off x="52745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6" name="타원 4785">
              <a:extLst>
                <a:ext uri="{FF2B5EF4-FFF2-40B4-BE49-F238E27FC236}">
                  <a16:creationId xmlns:a16="http://schemas.microsoft.com/office/drawing/2014/main" id="{F165D1EE-3B76-4434-A50C-EB1F849F9980}"/>
                </a:ext>
              </a:extLst>
            </p:cNvPr>
            <p:cNvSpPr/>
            <p:nvPr/>
          </p:nvSpPr>
          <p:spPr>
            <a:xfrm>
              <a:off x="54269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7" name="타원 4786">
              <a:extLst>
                <a:ext uri="{FF2B5EF4-FFF2-40B4-BE49-F238E27FC236}">
                  <a16:creationId xmlns:a16="http://schemas.microsoft.com/office/drawing/2014/main" id="{1AF8DD18-5CA6-4357-9F7A-A3D7CD0D7222}"/>
                </a:ext>
              </a:extLst>
            </p:cNvPr>
            <p:cNvSpPr/>
            <p:nvPr/>
          </p:nvSpPr>
          <p:spPr>
            <a:xfrm>
              <a:off x="55793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8" name="타원 4787">
              <a:extLst>
                <a:ext uri="{FF2B5EF4-FFF2-40B4-BE49-F238E27FC236}">
                  <a16:creationId xmlns:a16="http://schemas.microsoft.com/office/drawing/2014/main" id="{C031177B-AEBF-4D58-AAB0-DB4BADE64A69}"/>
                </a:ext>
              </a:extLst>
            </p:cNvPr>
            <p:cNvSpPr/>
            <p:nvPr/>
          </p:nvSpPr>
          <p:spPr>
            <a:xfrm>
              <a:off x="5731775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89" name="타원 4788">
              <a:extLst>
                <a:ext uri="{FF2B5EF4-FFF2-40B4-BE49-F238E27FC236}">
                  <a16:creationId xmlns:a16="http://schemas.microsoft.com/office/drawing/2014/main" id="{0248B213-BEDD-4C92-A7BC-1ED3C2C1C945}"/>
                </a:ext>
              </a:extLst>
            </p:cNvPr>
            <p:cNvSpPr/>
            <p:nvPr/>
          </p:nvSpPr>
          <p:spPr>
            <a:xfrm>
              <a:off x="245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0" name="타원 4789">
              <a:extLst>
                <a:ext uri="{FF2B5EF4-FFF2-40B4-BE49-F238E27FC236}">
                  <a16:creationId xmlns:a16="http://schemas.microsoft.com/office/drawing/2014/main" id="{F233CBA9-8554-4D6F-9D57-7BF2269234D2}"/>
                </a:ext>
              </a:extLst>
            </p:cNvPr>
            <p:cNvSpPr/>
            <p:nvPr/>
          </p:nvSpPr>
          <p:spPr>
            <a:xfrm>
              <a:off x="397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1" name="타원 4790">
              <a:extLst>
                <a:ext uri="{FF2B5EF4-FFF2-40B4-BE49-F238E27FC236}">
                  <a16:creationId xmlns:a16="http://schemas.microsoft.com/office/drawing/2014/main" id="{2DB692DF-9C86-4EB1-83A3-05471A1937D0}"/>
                </a:ext>
              </a:extLst>
            </p:cNvPr>
            <p:cNvSpPr/>
            <p:nvPr/>
          </p:nvSpPr>
          <p:spPr>
            <a:xfrm>
              <a:off x="550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2" name="타원 4791">
              <a:extLst>
                <a:ext uri="{FF2B5EF4-FFF2-40B4-BE49-F238E27FC236}">
                  <a16:creationId xmlns:a16="http://schemas.microsoft.com/office/drawing/2014/main" id="{EC87B765-FDB5-4C3D-BE11-B1964ED14B85}"/>
                </a:ext>
              </a:extLst>
            </p:cNvPr>
            <p:cNvSpPr/>
            <p:nvPr/>
          </p:nvSpPr>
          <p:spPr>
            <a:xfrm>
              <a:off x="702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3" name="타원 4792">
              <a:extLst>
                <a:ext uri="{FF2B5EF4-FFF2-40B4-BE49-F238E27FC236}">
                  <a16:creationId xmlns:a16="http://schemas.microsoft.com/office/drawing/2014/main" id="{19C4104F-C397-49E9-B871-86E8923A942A}"/>
                </a:ext>
              </a:extLst>
            </p:cNvPr>
            <p:cNvSpPr/>
            <p:nvPr/>
          </p:nvSpPr>
          <p:spPr>
            <a:xfrm>
              <a:off x="854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4" name="타원 4793">
              <a:extLst>
                <a:ext uri="{FF2B5EF4-FFF2-40B4-BE49-F238E27FC236}">
                  <a16:creationId xmlns:a16="http://schemas.microsoft.com/office/drawing/2014/main" id="{03A81EF6-70E4-4797-AD4F-3DF4F3422019}"/>
                </a:ext>
              </a:extLst>
            </p:cNvPr>
            <p:cNvSpPr/>
            <p:nvPr/>
          </p:nvSpPr>
          <p:spPr>
            <a:xfrm>
              <a:off x="1007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5" name="타원 4794">
              <a:extLst>
                <a:ext uri="{FF2B5EF4-FFF2-40B4-BE49-F238E27FC236}">
                  <a16:creationId xmlns:a16="http://schemas.microsoft.com/office/drawing/2014/main" id="{CB968110-83E5-4890-A3F7-4A78E74FF187}"/>
                </a:ext>
              </a:extLst>
            </p:cNvPr>
            <p:cNvSpPr/>
            <p:nvPr/>
          </p:nvSpPr>
          <p:spPr>
            <a:xfrm>
              <a:off x="1159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6" name="타원 4795">
              <a:extLst>
                <a:ext uri="{FF2B5EF4-FFF2-40B4-BE49-F238E27FC236}">
                  <a16:creationId xmlns:a16="http://schemas.microsoft.com/office/drawing/2014/main" id="{520E57D4-575D-4FBE-BF22-DE131EEB838D}"/>
                </a:ext>
              </a:extLst>
            </p:cNvPr>
            <p:cNvSpPr/>
            <p:nvPr/>
          </p:nvSpPr>
          <p:spPr>
            <a:xfrm>
              <a:off x="1312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7" name="타원 4796">
              <a:extLst>
                <a:ext uri="{FF2B5EF4-FFF2-40B4-BE49-F238E27FC236}">
                  <a16:creationId xmlns:a16="http://schemas.microsoft.com/office/drawing/2014/main" id="{CF052B23-D3C5-4FC7-B09E-E35161591127}"/>
                </a:ext>
              </a:extLst>
            </p:cNvPr>
            <p:cNvSpPr/>
            <p:nvPr/>
          </p:nvSpPr>
          <p:spPr>
            <a:xfrm>
              <a:off x="1464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8" name="타원 4797">
              <a:extLst>
                <a:ext uri="{FF2B5EF4-FFF2-40B4-BE49-F238E27FC236}">
                  <a16:creationId xmlns:a16="http://schemas.microsoft.com/office/drawing/2014/main" id="{99E0696B-559A-4C8E-AD53-8CC38793D3B8}"/>
                </a:ext>
              </a:extLst>
            </p:cNvPr>
            <p:cNvSpPr/>
            <p:nvPr/>
          </p:nvSpPr>
          <p:spPr>
            <a:xfrm>
              <a:off x="1616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99" name="타원 4798">
              <a:extLst>
                <a:ext uri="{FF2B5EF4-FFF2-40B4-BE49-F238E27FC236}">
                  <a16:creationId xmlns:a16="http://schemas.microsoft.com/office/drawing/2014/main" id="{818A8C0F-7F48-4548-A0CD-223B8FCD9E98}"/>
                </a:ext>
              </a:extLst>
            </p:cNvPr>
            <p:cNvSpPr/>
            <p:nvPr/>
          </p:nvSpPr>
          <p:spPr>
            <a:xfrm>
              <a:off x="1769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0" name="타원 4799">
              <a:extLst>
                <a:ext uri="{FF2B5EF4-FFF2-40B4-BE49-F238E27FC236}">
                  <a16:creationId xmlns:a16="http://schemas.microsoft.com/office/drawing/2014/main" id="{788DCE50-59E2-4BEF-B4F2-8F7732832949}"/>
                </a:ext>
              </a:extLst>
            </p:cNvPr>
            <p:cNvSpPr/>
            <p:nvPr/>
          </p:nvSpPr>
          <p:spPr>
            <a:xfrm>
              <a:off x="1921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1" name="타원 4800">
              <a:extLst>
                <a:ext uri="{FF2B5EF4-FFF2-40B4-BE49-F238E27FC236}">
                  <a16:creationId xmlns:a16="http://schemas.microsoft.com/office/drawing/2014/main" id="{CB42F06B-CE6A-4B6F-9F59-AE3CA5CD586F}"/>
                </a:ext>
              </a:extLst>
            </p:cNvPr>
            <p:cNvSpPr/>
            <p:nvPr/>
          </p:nvSpPr>
          <p:spPr>
            <a:xfrm>
              <a:off x="2074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2" name="타원 4801">
              <a:extLst>
                <a:ext uri="{FF2B5EF4-FFF2-40B4-BE49-F238E27FC236}">
                  <a16:creationId xmlns:a16="http://schemas.microsoft.com/office/drawing/2014/main" id="{ECFD908F-7E5C-4EAF-87DF-5947684AAB51}"/>
                </a:ext>
              </a:extLst>
            </p:cNvPr>
            <p:cNvSpPr/>
            <p:nvPr/>
          </p:nvSpPr>
          <p:spPr>
            <a:xfrm>
              <a:off x="2226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3" name="타원 4802">
              <a:extLst>
                <a:ext uri="{FF2B5EF4-FFF2-40B4-BE49-F238E27FC236}">
                  <a16:creationId xmlns:a16="http://schemas.microsoft.com/office/drawing/2014/main" id="{F3B2055E-8546-4FC1-BB92-2068EBCA6F88}"/>
                </a:ext>
              </a:extLst>
            </p:cNvPr>
            <p:cNvSpPr/>
            <p:nvPr/>
          </p:nvSpPr>
          <p:spPr>
            <a:xfrm>
              <a:off x="2378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4" name="타원 4803">
              <a:extLst>
                <a:ext uri="{FF2B5EF4-FFF2-40B4-BE49-F238E27FC236}">
                  <a16:creationId xmlns:a16="http://schemas.microsoft.com/office/drawing/2014/main" id="{1AD9D89A-CF4E-4004-8D88-4DD8C4DFE75D}"/>
                </a:ext>
              </a:extLst>
            </p:cNvPr>
            <p:cNvSpPr/>
            <p:nvPr/>
          </p:nvSpPr>
          <p:spPr>
            <a:xfrm>
              <a:off x="2531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5" name="타원 4804">
              <a:extLst>
                <a:ext uri="{FF2B5EF4-FFF2-40B4-BE49-F238E27FC236}">
                  <a16:creationId xmlns:a16="http://schemas.microsoft.com/office/drawing/2014/main" id="{040D15A8-6AD0-48D3-A7B7-CE1309F5552C}"/>
                </a:ext>
              </a:extLst>
            </p:cNvPr>
            <p:cNvSpPr/>
            <p:nvPr/>
          </p:nvSpPr>
          <p:spPr>
            <a:xfrm>
              <a:off x="2683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6" name="타원 4805">
              <a:extLst>
                <a:ext uri="{FF2B5EF4-FFF2-40B4-BE49-F238E27FC236}">
                  <a16:creationId xmlns:a16="http://schemas.microsoft.com/office/drawing/2014/main" id="{B5D0E67B-376C-4C02-A9E7-D8818107B4B3}"/>
                </a:ext>
              </a:extLst>
            </p:cNvPr>
            <p:cNvSpPr/>
            <p:nvPr/>
          </p:nvSpPr>
          <p:spPr>
            <a:xfrm>
              <a:off x="2836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7" name="타원 4806">
              <a:extLst>
                <a:ext uri="{FF2B5EF4-FFF2-40B4-BE49-F238E27FC236}">
                  <a16:creationId xmlns:a16="http://schemas.microsoft.com/office/drawing/2014/main" id="{C5FFF45E-49E7-49A1-B8C4-55B7F0E0499F}"/>
                </a:ext>
              </a:extLst>
            </p:cNvPr>
            <p:cNvSpPr/>
            <p:nvPr/>
          </p:nvSpPr>
          <p:spPr>
            <a:xfrm>
              <a:off x="2988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8" name="타원 4807">
              <a:extLst>
                <a:ext uri="{FF2B5EF4-FFF2-40B4-BE49-F238E27FC236}">
                  <a16:creationId xmlns:a16="http://schemas.microsoft.com/office/drawing/2014/main" id="{4893CAC7-0B0F-4002-9DE9-7FD56A50ACBA}"/>
                </a:ext>
              </a:extLst>
            </p:cNvPr>
            <p:cNvSpPr/>
            <p:nvPr/>
          </p:nvSpPr>
          <p:spPr>
            <a:xfrm>
              <a:off x="3140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09" name="타원 4808">
              <a:extLst>
                <a:ext uri="{FF2B5EF4-FFF2-40B4-BE49-F238E27FC236}">
                  <a16:creationId xmlns:a16="http://schemas.microsoft.com/office/drawing/2014/main" id="{C7B36225-4578-4B4B-913F-6AB652E33788}"/>
                </a:ext>
              </a:extLst>
            </p:cNvPr>
            <p:cNvSpPr/>
            <p:nvPr/>
          </p:nvSpPr>
          <p:spPr>
            <a:xfrm>
              <a:off x="3293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0" name="타원 4809">
              <a:extLst>
                <a:ext uri="{FF2B5EF4-FFF2-40B4-BE49-F238E27FC236}">
                  <a16:creationId xmlns:a16="http://schemas.microsoft.com/office/drawing/2014/main" id="{477DEB32-76FD-400F-9A68-447FAA18D889}"/>
                </a:ext>
              </a:extLst>
            </p:cNvPr>
            <p:cNvSpPr/>
            <p:nvPr/>
          </p:nvSpPr>
          <p:spPr>
            <a:xfrm>
              <a:off x="3445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1" name="타원 4810">
              <a:extLst>
                <a:ext uri="{FF2B5EF4-FFF2-40B4-BE49-F238E27FC236}">
                  <a16:creationId xmlns:a16="http://schemas.microsoft.com/office/drawing/2014/main" id="{74913BE4-35D5-4BEF-8C0C-8B8820574B0B}"/>
                </a:ext>
              </a:extLst>
            </p:cNvPr>
            <p:cNvSpPr/>
            <p:nvPr/>
          </p:nvSpPr>
          <p:spPr>
            <a:xfrm>
              <a:off x="3598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2" name="타원 4811">
              <a:extLst>
                <a:ext uri="{FF2B5EF4-FFF2-40B4-BE49-F238E27FC236}">
                  <a16:creationId xmlns:a16="http://schemas.microsoft.com/office/drawing/2014/main" id="{026FF77E-38AB-4161-9E09-9B5FFB9587D5}"/>
                </a:ext>
              </a:extLst>
            </p:cNvPr>
            <p:cNvSpPr/>
            <p:nvPr/>
          </p:nvSpPr>
          <p:spPr>
            <a:xfrm>
              <a:off x="3750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3" name="타원 4812">
              <a:extLst>
                <a:ext uri="{FF2B5EF4-FFF2-40B4-BE49-F238E27FC236}">
                  <a16:creationId xmlns:a16="http://schemas.microsoft.com/office/drawing/2014/main" id="{6E1D3A82-ED01-4204-BD3F-830EA133B890}"/>
                </a:ext>
              </a:extLst>
            </p:cNvPr>
            <p:cNvSpPr/>
            <p:nvPr/>
          </p:nvSpPr>
          <p:spPr>
            <a:xfrm>
              <a:off x="3902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4" name="타원 4813">
              <a:extLst>
                <a:ext uri="{FF2B5EF4-FFF2-40B4-BE49-F238E27FC236}">
                  <a16:creationId xmlns:a16="http://schemas.microsoft.com/office/drawing/2014/main" id="{33862C76-0B51-4298-A6C2-C1DD4E33EF54}"/>
                </a:ext>
              </a:extLst>
            </p:cNvPr>
            <p:cNvSpPr/>
            <p:nvPr/>
          </p:nvSpPr>
          <p:spPr>
            <a:xfrm>
              <a:off x="4055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5" name="타원 4814">
              <a:extLst>
                <a:ext uri="{FF2B5EF4-FFF2-40B4-BE49-F238E27FC236}">
                  <a16:creationId xmlns:a16="http://schemas.microsoft.com/office/drawing/2014/main" id="{963A1465-CABD-4595-B700-56E8D04B418D}"/>
                </a:ext>
              </a:extLst>
            </p:cNvPr>
            <p:cNvSpPr/>
            <p:nvPr/>
          </p:nvSpPr>
          <p:spPr>
            <a:xfrm>
              <a:off x="4207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6" name="타원 4815">
              <a:extLst>
                <a:ext uri="{FF2B5EF4-FFF2-40B4-BE49-F238E27FC236}">
                  <a16:creationId xmlns:a16="http://schemas.microsoft.com/office/drawing/2014/main" id="{9632AAC6-BFB0-4F9C-909E-BFF3D49EEB5E}"/>
                </a:ext>
              </a:extLst>
            </p:cNvPr>
            <p:cNvSpPr/>
            <p:nvPr/>
          </p:nvSpPr>
          <p:spPr>
            <a:xfrm>
              <a:off x="4360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7" name="타원 4816">
              <a:extLst>
                <a:ext uri="{FF2B5EF4-FFF2-40B4-BE49-F238E27FC236}">
                  <a16:creationId xmlns:a16="http://schemas.microsoft.com/office/drawing/2014/main" id="{5EEF5CD7-90A2-4B02-9407-A31E2427CEAE}"/>
                </a:ext>
              </a:extLst>
            </p:cNvPr>
            <p:cNvSpPr/>
            <p:nvPr/>
          </p:nvSpPr>
          <p:spPr>
            <a:xfrm>
              <a:off x="4512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8" name="타원 4817">
              <a:extLst>
                <a:ext uri="{FF2B5EF4-FFF2-40B4-BE49-F238E27FC236}">
                  <a16:creationId xmlns:a16="http://schemas.microsoft.com/office/drawing/2014/main" id="{3725EB7B-6452-4D5F-BF74-E86F3EBF4EE8}"/>
                </a:ext>
              </a:extLst>
            </p:cNvPr>
            <p:cNvSpPr/>
            <p:nvPr/>
          </p:nvSpPr>
          <p:spPr>
            <a:xfrm>
              <a:off x="4664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19" name="타원 4818">
              <a:extLst>
                <a:ext uri="{FF2B5EF4-FFF2-40B4-BE49-F238E27FC236}">
                  <a16:creationId xmlns:a16="http://schemas.microsoft.com/office/drawing/2014/main" id="{FB13B2A5-AC4F-4EEE-9E7C-2DD73ADF565C}"/>
                </a:ext>
              </a:extLst>
            </p:cNvPr>
            <p:cNvSpPr/>
            <p:nvPr/>
          </p:nvSpPr>
          <p:spPr>
            <a:xfrm>
              <a:off x="4817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0" name="타원 4819">
              <a:extLst>
                <a:ext uri="{FF2B5EF4-FFF2-40B4-BE49-F238E27FC236}">
                  <a16:creationId xmlns:a16="http://schemas.microsoft.com/office/drawing/2014/main" id="{079F0367-84F6-438D-AEB6-19F2B5533687}"/>
                </a:ext>
              </a:extLst>
            </p:cNvPr>
            <p:cNvSpPr/>
            <p:nvPr/>
          </p:nvSpPr>
          <p:spPr>
            <a:xfrm>
              <a:off x="4969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1" name="타원 4820">
              <a:extLst>
                <a:ext uri="{FF2B5EF4-FFF2-40B4-BE49-F238E27FC236}">
                  <a16:creationId xmlns:a16="http://schemas.microsoft.com/office/drawing/2014/main" id="{C27E7D1A-7234-439D-BBDA-1700A3A8CD10}"/>
                </a:ext>
              </a:extLst>
            </p:cNvPr>
            <p:cNvSpPr/>
            <p:nvPr/>
          </p:nvSpPr>
          <p:spPr>
            <a:xfrm>
              <a:off x="51221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2" name="타원 4821">
              <a:extLst>
                <a:ext uri="{FF2B5EF4-FFF2-40B4-BE49-F238E27FC236}">
                  <a16:creationId xmlns:a16="http://schemas.microsoft.com/office/drawing/2014/main" id="{233EC341-0F19-4DDB-B24F-3C7098444436}"/>
                </a:ext>
              </a:extLst>
            </p:cNvPr>
            <p:cNvSpPr/>
            <p:nvPr/>
          </p:nvSpPr>
          <p:spPr>
            <a:xfrm>
              <a:off x="52745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3" name="타원 4822">
              <a:extLst>
                <a:ext uri="{FF2B5EF4-FFF2-40B4-BE49-F238E27FC236}">
                  <a16:creationId xmlns:a16="http://schemas.microsoft.com/office/drawing/2014/main" id="{EC8B3C75-DFB6-48FD-B65C-78BD9917855D}"/>
                </a:ext>
              </a:extLst>
            </p:cNvPr>
            <p:cNvSpPr/>
            <p:nvPr/>
          </p:nvSpPr>
          <p:spPr>
            <a:xfrm>
              <a:off x="54269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4" name="타원 4823">
              <a:extLst>
                <a:ext uri="{FF2B5EF4-FFF2-40B4-BE49-F238E27FC236}">
                  <a16:creationId xmlns:a16="http://schemas.microsoft.com/office/drawing/2014/main" id="{77F6BE87-B584-43D9-BAE5-C1864023F9C8}"/>
                </a:ext>
              </a:extLst>
            </p:cNvPr>
            <p:cNvSpPr/>
            <p:nvPr/>
          </p:nvSpPr>
          <p:spPr>
            <a:xfrm>
              <a:off x="55793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5" name="타원 4824">
              <a:extLst>
                <a:ext uri="{FF2B5EF4-FFF2-40B4-BE49-F238E27FC236}">
                  <a16:creationId xmlns:a16="http://schemas.microsoft.com/office/drawing/2014/main" id="{ABE3CEEA-D2C5-440F-95B9-8300E57C19B7}"/>
                </a:ext>
              </a:extLst>
            </p:cNvPr>
            <p:cNvSpPr/>
            <p:nvPr/>
          </p:nvSpPr>
          <p:spPr>
            <a:xfrm>
              <a:off x="5731775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6" name="타원 4825">
              <a:extLst>
                <a:ext uri="{FF2B5EF4-FFF2-40B4-BE49-F238E27FC236}">
                  <a16:creationId xmlns:a16="http://schemas.microsoft.com/office/drawing/2014/main" id="{5024118E-9F10-44F7-B8E2-0142F399AE08}"/>
                </a:ext>
              </a:extLst>
            </p:cNvPr>
            <p:cNvSpPr/>
            <p:nvPr/>
          </p:nvSpPr>
          <p:spPr>
            <a:xfrm>
              <a:off x="245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7" name="타원 4826">
              <a:extLst>
                <a:ext uri="{FF2B5EF4-FFF2-40B4-BE49-F238E27FC236}">
                  <a16:creationId xmlns:a16="http://schemas.microsoft.com/office/drawing/2014/main" id="{9C3B144A-D2EB-40D4-A789-E9DE93824629}"/>
                </a:ext>
              </a:extLst>
            </p:cNvPr>
            <p:cNvSpPr/>
            <p:nvPr/>
          </p:nvSpPr>
          <p:spPr>
            <a:xfrm>
              <a:off x="397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8" name="타원 4827">
              <a:extLst>
                <a:ext uri="{FF2B5EF4-FFF2-40B4-BE49-F238E27FC236}">
                  <a16:creationId xmlns:a16="http://schemas.microsoft.com/office/drawing/2014/main" id="{C9503301-24AB-48C0-9016-391139FD2EFA}"/>
                </a:ext>
              </a:extLst>
            </p:cNvPr>
            <p:cNvSpPr/>
            <p:nvPr/>
          </p:nvSpPr>
          <p:spPr>
            <a:xfrm>
              <a:off x="550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29" name="타원 4828">
              <a:extLst>
                <a:ext uri="{FF2B5EF4-FFF2-40B4-BE49-F238E27FC236}">
                  <a16:creationId xmlns:a16="http://schemas.microsoft.com/office/drawing/2014/main" id="{F1F70E0E-ADDF-4996-A7B0-8AB686891695}"/>
                </a:ext>
              </a:extLst>
            </p:cNvPr>
            <p:cNvSpPr/>
            <p:nvPr/>
          </p:nvSpPr>
          <p:spPr>
            <a:xfrm>
              <a:off x="702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0" name="타원 4829">
              <a:extLst>
                <a:ext uri="{FF2B5EF4-FFF2-40B4-BE49-F238E27FC236}">
                  <a16:creationId xmlns:a16="http://schemas.microsoft.com/office/drawing/2014/main" id="{FDD5688B-77CA-4157-A83D-ADD12818398C}"/>
                </a:ext>
              </a:extLst>
            </p:cNvPr>
            <p:cNvSpPr/>
            <p:nvPr/>
          </p:nvSpPr>
          <p:spPr>
            <a:xfrm>
              <a:off x="854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1" name="타원 4830">
              <a:extLst>
                <a:ext uri="{FF2B5EF4-FFF2-40B4-BE49-F238E27FC236}">
                  <a16:creationId xmlns:a16="http://schemas.microsoft.com/office/drawing/2014/main" id="{D80A3ECF-56A8-4409-85E9-F5AB9EC09B76}"/>
                </a:ext>
              </a:extLst>
            </p:cNvPr>
            <p:cNvSpPr/>
            <p:nvPr/>
          </p:nvSpPr>
          <p:spPr>
            <a:xfrm>
              <a:off x="1007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2" name="타원 4831">
              <a:extLst>
                <a:ext uri="{FF2B5EF4-FFF2-40B4-BE49-F238E27FC236}">
                  <a16:creationId xmlns:a16="http://schemas.microsoft.com/office/drawing/2014/main" id="{FFB07699-DC3E-4A21-A3EA-28A68955B775}"/>
                </a:ext>
              </a:extLst>
            </p:cNvPr>
            <p:cNvSpPr/>
            <p:nvPr/>
          </p:nvSpPr>
          <p:spPr>
            <a:xfrm>
              <a:off x="1159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3" name="타원 4832">
              <a:extLst>
                <a:ext uri="{FF2B5EF4-FFF2-40B4-BE49-F238E27FC236}">
                  <a16:creationId xmlns:a16="http://schemas.microsoft.com/office/drawing/2014/main" id="{F21C08B5-AF28-4CFB-89D2-E16EDA3366D5}"/>
                </a:ext>
              </a:extLst>
            </p:cNvPr>
            <p:cNvSpPr/>
            <p:nvPr/>
          </p:nvSpPr>
          <p:spPr>
            <a:xfrm>
              <a:off x="1312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4" name="타원 4833">
              <a:extLst>
                <a:ext uri="{FF2B5EF4-FFF2-40B4-BE49-F238E27FC236}">
                  <a16:creationId xmlns:a16="http://schemas.microsoft.com/office/drawing/2014/main" id="{8435D78A-2DBC-45BE-8DC2-3B6558DBA053}"/>
                </a:ext>
              </a:extLst>
            </p:cNvPr>
            <p:cNvSpPr/>
            <p:nvPr/>
          </p:nvSpPr>
          <p:spPr>
            <a:xfrm>
              <a:off x="1464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5" name="타원 4834">
              <a:extLst>
                <a:ext uri="{FF2B5EF4-FFF2-40B4-BE49-F238E27FC236}">
                  <a16:creationId xmlns:a16="http://schemas.microsoft.com/office/drawing/2014/main" id="{E479B8E8-D2F0-46BE-BD21-30F6A809EC19}"/>
                </a:ext>
              </a:extLst>
            </p:cNvPr>
            <p:cNvSpPr/>
            <p:nvPr/>
          </p:nvSpPr>
          <p:spPr>
            <a:xfrm>
              <a:off x="1616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6" name="타원 4835">
              <a:extLst>
                <a:ext uri="{FF2B5EF4-FFF2-40B4-BE49-F238E27FC236}">
                  <a16:creationId xmlns:a16="http://schemas.microsoft.com/office/drawing/2014/main" id="{99C2F0B9-26BC-4B16-8E64-D44B0075CDCA}"/>
                </a:ext>
              </a:extLst>
            </p:cNvPr>
            <p:cNvSpPr/>
            <p:nvPr/>
          </p:nvSpPr>
          <p:spPr>
            <a:xfrm>
              <a:off x="1769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7" name="타원 4836">
              <a:extLst>
                <a:ext uri="{FF2B5EF4-FFF2-40B4-BE49-F238E27FC236}">
                  <a16:creationId xmlns:a16="http://schemas.microsoft.com/office/drawing/2014/main" id="{5CAF6430-B477-4E01-A625-B0A4F6704972}"/>
                </a:ext>
              </a:extLst>
            </p:cNvPr>
            <p:cNvSpPr/>
            <p:nvPr/>
          </p:nvSpPr>
          <p:spPr>
            <a:xfrm>
              <a:off x="1921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8" name="타원 4837">
              <a:extLst>
                <a:ext uri="{FF2B5EF4-FFF2-40B4-BE49-F238E27FC236}">
                  <a16:creationId xmlns:a16="http://schemas.microsoft.com/office/drawing/2014/main" id="{76289D5A-F452-4D8F-BD01-5BF565A1E5D6}"/>
                </a:ext>
              </a:extLst>
            </p:cNvPr>
            <p:cNvSpPr/>
            <p:nvPr/>
          </p:nvSpPr>
          <p:spPr>
            <a:xfrm>
              <a:off x="2074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39" name="타원 4838">
              <a:extLst>
                <a:ext uri="{FF2B5EF4-FFF2-40B4-BE49-F238E27FC236}">
                  <a16:creationId xmlns:a16="http://schemas.microsoft.com/office/drawing/2014/main" id="{6DA64875-8737-422B-BDC6-557ED5540732}"/>
                </a:ext>
              </a:extLst>
            </p:cNvPr>
            <p:cNvSpPr/>
            <p:nvPr/>
          </p:nvSpPr>
          <p:spPr>
            <a:xfrm>
              <a:off x="2226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0" name="타원 4839">
              <a:extLst>
                <a:ext uri="{FF2B5EF4-FFF2-40B4-BE49-F238E27FC236}">
                  <a16:creationId xmlns:a16="http://schemas.microsoft.com/office/drawing/2014/main" id="{C79B72D0-37FE-484D-A00E-AC0F8EC629F1}"/>
                </a:ext>
              </a:extLst>
            </p:cNvPr>
            <p:cNvSpPr/>
            <p:nvPr/>
          </p:nvSpPr>
          <p:spPr>
            <a:xfrm>
              <a:off x="2378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1" name="타원 4840">
              <a:extLst>
                <a:ext uri="{FF2B5EF4-FFF2-40B4-BE49-F238E27FC236}">
                  <a16:creationId xmlns:a16="http://schemas.microsoft.com/office/drawing/2014/main" id="{D1C9C55A-462C-46AC-8E0D-9C21D69893E0}"/>
                </a:ext>
              </a:extLst>
            </p:cNvPr>
            <p:cNvSpPr/>
            <p:nvPr/>
          </p:nvSpPr>
          <p:spPr>
            <a:xfrm>
              <a:off x="2531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2" name="타원 4841">
              <a:extLst>
                <a:ext uri="{FF2B5EF4-FFF2-40B4-BE49-F238E27FC236}">
                  <a16:creationId xmlns:a16="http://schemas.microsoft.com/office/drawing/2014/main" id="{3C32AB5E-24A6-4472-B49A-474C730669C1}"/>
                </a:ext>
              </a:extLst>
            </p:cNvPr>
            <p:cNvSpPr/>
            <p:nvPr/>
          </p:nvSpPr>
          <p:spPr>
            <a:xfrm>
              <a:off x="2683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3" name="타원 4842">
              <a:extLst>
                <a:ext uri="{FF2B5EF4-FFF2-40B4-BE49-F238E27FC236}">
                  <a16:creationId xmlns:a16="http://schemas.microsoft.com/office/drawing/2014/main" id="{4398D50F-2C69-46E7-B94A-2DDD83B5F9CD}"/>
                </a:ext>
              </a:extLst>
            </p:cNvPr>
            <p:cNvSpPr/>
            <p:nvPr/>
          </p:nvSpPr>
          <p:spPr>
            <a:xfrm>
              <a:off x="2836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4" name="타원 4843">
              <a:extLst>
                <a:ext uri="{FF2B5EF4-FFF2-40B4-BE49-F238E27FC236}">
                  <a16:creationId xmlns:a16="http://schemas.microsoft.com/office/drawing/2014/main" id="{2AFEDCC4-5897-49C3-BC6D-481BD8803EDC}"/>
                </a:ext>
              </a:extLst>
            </p:cNvPr>
            <p:cNvSpPr/>
            <p:nvPr/>
          </p:nvSpPr>
          <p:spPr>
            <a:xfrm>
              <a:off x="2988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5" name="타원 4844">
              <a:extLst>
                <a:ext uri="{FF2B5EF4-FFF2-40B4-BE49-F238E27FC236}">
                  <a16:creationId xmlns:a16="http://schemas.microsoft.com/office/drawing/2014/main" id="{FD72C5C5-C2E9-4855-B09D-356541DF1530}"/>
                </a:ext>
              </a:extLst>
            </p:cNvPr>
            <p:cNvSpPr/>
            <p:nvPr/>
          </p:nvSpPr>
          <p:spPr>
            <a:xfrm>
              <a:off x="3140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6" name="타원 4845">
              <a:extLst>
                <a:ext uri="{FF2B5EF4-FFF2-40B4-BE49-F238E27FC236}">
                  <a16:creationId xmlns:a16="http://schemas.microsoft.com/office/drawing/2014/main" id="{7F1E42EA-661E-4732-A338-FA3470D537E6}"/>
                </a:ext>
              </a:extLst>
            </p:cNvPr>
            <p:cNvSpPr/>
            <p:nvPr/>
          </p:nvSpPr>
          <p:spPr>
            <a:xfrm>
              <a:off x="3293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7" name="타원 4846">
              <a:extLst>
                <a:ext uri="{FF2B5EF4-FFF2-40B4-BE49-F238E27FC236}">
                  <a16:creationId xmlns:a16="http://schemas.microsoft.com/office/drawing/2014/main" id="{3A49622A-220F-40EF-ABC0-25EBDD617197}"/>
                </a:ext>
              </a:extLst>
            </p:cNvPr>
            <p:cNvSpPr/>
            <p:nvPr/>
          </p:nvSpPr>
          <p:spPr>
            <a:xfrm>
              <a:off x="3445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8" name="타원 4847">
              <a:extLst>
                <a:ext uri="{FF2B5EF4-FFF2-40B4-BE49-F238E27FC236}">
                  <a16:creationId xmlns:a16="http://schemas.microsoft.com/office/drawing/2014/main" id="{7F484923-3C1A-4563-B6E3-9095DC686A7A}"/>
                </a:ext>
              </a:extLst>
            </p:cNvPr>
            <p:cNvSpPr/>
            <p:nvPr/>
          </p:nvSpPr>
          <p:spPr>
            <a:xfrm>
              <a:off x="3598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49" name="타원 4848">
              <a:extLst>
                <a:ext uri="{FF2B5EF4-FFF2-40B4-BE49-F238E27FC236}">
                  <a16:creationId xmlns:a16="http://schemas.microsoft.com/office/drawing/2014/main" id="{70C188B3-9567-4B6C-A471-E5F2665A915D}"/>
                </a:ext>
              </a:extLst>
            </p:cNvPr>
            <p:cNvSpPr/>
            <p:nvPr/>
          </p:nvSpPr>
          <p:spPr>
            <a:xfrm>
              <a:off x="3750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0" name="타원 4849">
              <a:extLst>
                <a:ext uri="{FF2B5EF4-FFF2-40B4-BE49-F238E27FC236}">
                  <a16:creationId xmlns:a16="http://schemas.microsoft.com/office/drawing/2014/main" id="{68A64697-598F-4723-ADB4-97F272F2EDBF}"/>
                </a:ext>
              </a:extLst>
            </p:cNvPr>
            <p:cNvSpPr/>
            <p:nvPr/>
          </p:nvSpPr>
          <p:spPr>
            <a:xfrm>
              <a:off x="3902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1" name="타원 4850">
              <a:extLst>
                <a:ext uri="{FF2B5EF4-FFF2-40B4-BE49-F238E27FC236}">
                  <a16:creationId xmlns:a16="http://schemas.microsoft.com/office/drawing/2014/main" id="{FA13B7B9-3947-4434-A1A3-F7DB714CB93C}"/>
                </a:ext>
              </a:extLst>
            </p:cNvPr>
            <p:cNvSpPr/>
            <p:nvPr/>
          </p:nvSpPr>
          <p:spPr>
            <a:xfrm>
              <a:off x="4055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2" name="타원 4851">
              <a:extLst>
                <a:ext uri="{FF2B5EF4-FFF2-40B4-BE49-F238E27FC236}">
                  <a16:creationId xmlns:a16="http://schemas.microsoft.com/office/drawing/2014/main" id="{456E17B7-90EC-4686-8821-52039F63103C}"/>
                </a:ext>
              </a:extLst>
            </p:cNvPr>
            <p:cNvSpPr/>
            <p:nvPr/>
          </p:nvSpPr>
          <p:spPr>
            <a:xfrm>
              <a:off x="4207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3" name="타원 4852">
              <a:extLst>
                <a:ext uri="{FF2B5EF4-FFF2-40B4-BE49-F238E27FC236}">
                  <a16:creationId xmlns:a16="http://schemas.microsoft.com/office/drawing/2014/main" id="{1148E1A1-75C7-4803-B8ED-F6EAED044A61}"/>
                </a:ext>
              </a:extLst>
            </p:cNvPr>
            <p:cNvSpPr/>
            <p:nvPr/>
          </p:nvSpPr>
          <p:spPr>
            <a:xfrm>
              <a:off x="4360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4" name="타원 4853">
              <a:extLst>
                <a:ext uri="{FF2B5EF4-FFF2-40B4-BE49-F238E27FC236}">
                  <a16:creationId xmlns:a16="http://schemas.microsoft.com/office/drawing/2014/main" id="{0E489420-76CE-405A-AFCF-F897C5EFCEF6}"/>
                </a:ext>
              </a:extLst>
            </p:cNvPr>
            <p:cNvSpPr/>
            <p:nvPr/>
          </p:nvSpPr>
          <p:spPr>
            <a:xfrm>
              <a:off x="4512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5" name="타원 4854">
              <a:extLst>
                <a:ext uri="{FF2B5EF4-FFF2-40B4-BE49-F238E27FC236}">
                  <a16:creationId xmlns:a16="http://schemas.microsoft.com/office/drawing/2014/main" id="{D3FF22EA-DDF2-4F71-BD72-BBC6B473622A}"/>
                </a:ext>
              </a:extLst>
            </p:cNvPr>
            <p:cNvSpPr/>
            <p:nvPr/>
          </p:nvSpPr>
          <p:spPr>
            <a:xfrm>
              <a:off x="4664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6" name="타원 4855">
              <a:extLst>
                <a:ext uri="{FF2B5EF4-FFF2-40B4-BE49-F238E27FC236}">
                  <a16:creationId xmlns:a16="http://schemas.microsoft.com/office/drawing/2014/main" id="{B7434BAB-4B07-4616-BB9E-2616BD36E792}"/>
                </a:ext>
              </a:extLst>
            </p:cNvPr>
            <p:cNvSpPr/>
            <p:nvPr/>
          </p:nvSpPr>
          <p:spPr>
            <a:xfrm>
              <a:off x="4817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7" name="타원 4856">
              <a:extLst>
                <a:ext uri="{FF2B5EF4-FFF2-40B4-BE49-F238E27FC236}">
                  <a16:creationId xmlns:a16="http://schemas.microsoft.com/office/drawing/2014/main" id="{5CE6F133-90FF-45E7-867F-BE1AC3A46EA5}"/>
                </a:ext>
              </a:extLst>
            </p:cNvPr>
            <p:cNvSpPr/>
            <p:nvPr/>
          </p:nvSpPr>
          <p:spPr>
            <a:xfrm>
              <a:off x="4969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8" name="타원 4857">
              <a:extLst>
                <a:ext uri="{FF2B5EF4-FFF2-40B4-BE49-F238E27FC236}">
                  <a16:creationId xmlns:a16="http://schemas.microsoft.com/office/drawing/2014/main" id="{28492893-ACC8-46AA-B968-CA4ABEFAA402}"/>
                </a:ext>
              </a:extLst>
            </p:cNvPr>
            <p:cNvSpPr/>
            <p:nvPr/>
          </p:nvSpPr>
          <p:spPr>
            <a:xfrm>
              <a:off x="51221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59" name="타원 4858">
              <a:extLst>
                <a:ext uri="{FF2B5EF4-FFF2-40B4-BE49-F238E27FC236}">
                  <a16:creationId xmlns:a16="http://schemas.microsoft.com/office/drawing/2014/main" id="{33AD7417-A811-454B-87FF-B1A29ED0138E}"/>
                </a:ext>
              </a:extLst>
            </p:cNvPr>
            <p:cNvSpPr/>
            <p:nvPr/>
          </p:nvSpPr>
          <p:spPr>
            <a:xfrm>
              <a:off x="52745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0" name="타원 4859">
              <a:extLst>
                <a:ext uri="{FF2B5EF4-FFF2-40B4-BE49-F238E27FC236}">
                  <a16:creationId xmlns:a16="http://schemas.microsoft.com/office/drawing/2014/main" id="{413B134A-B5C2-4A63-ABA8-6F2E1EF5BCB0}"/>
                </a:ext>
              </a:extLst>
            </p:cNvPr>
            <p:cNvSpPr/>
            <p:nvPr/>
          </p:nvSpPr>
          <p:spPr>
            <a:xfrm>
              <a:off x="54269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1" name="타원 4860">
              <a:extLst>
                <a:ext uri="{FF2B5EF4-FFF2-40B4-BE49-F238E27FC236}">
                  <a16:creationId xmlns:a16="http://schemas.microsoft.com/office/drawing/2014/main" id="{FD68EF5E-3E42-4E67-AB67-9A7117BD58DB}"/>
                </a:ext>
              </a:extLst>
            </p:cNvPr>
            <p:cNvSpPr/>
            <p:nvPr/>
          </p:nvSpPr>
          <p:spPr>
            <a:xfrm>
              <a:off x="55793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2" name="타원 4861">
              <a:extLst>
                <a:ext uri="{FF2B5EF4-FFF2-40B4-BE49-F238E27FC236}">
                  <a16:creationId xmlns:a16="http://schemas.microsoft.com/office/drawing/2014/main" id="{2D8670AF-1857-4842-A860-38FC567CBB3A}"/>
                </a:ext>
              </a:extLst>
            </p:cNvPr>
            <p:cNvSpPr/>
            <p:nvPr/>
          </p:nvSpPr>
          <p:spPr>
            <a:xfrm>
              <a:off x="5731775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3" name="타원 4862">
              <a:extLst>
                <a:ext uri="{FF2B5EF4-FFF2-40B4-BE49-F238E27FC236}">
                  <a16:creationId xmlns:a16="http://schemas.microsoft.com/office/drawing/2014/main" id="{2E18D15B-B3EC-48EB-8569-B46760C1B4C0}"/>
                </a:ext>
              </a:extLst>
            </p:cNvPr>
            <p:cNvSpPr/>
            <p:nvPr/>
          </p:nvSpPr>
          <p:spPr>
            <a:xfrm>
              <a:off x="245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4" name="타원 4863">
              <a:extLst>
                <a:ext uri="{FF2B5EF4-FFF2-40B4-BE49-F238E27FC236}">
                  <a16:creationId xmlns:a16="http://schemas.microsoft.com/office/drawing/2014/main" id="{0398B1A2-A2C2-4466-AEC1-548A6C4DD897}"/>
                </a:ext>
              </a:extLst>
            </p:cNvPr>
            <p:cNvSpPr/>
            <p:nvPr/>
          </p:nvSpPr>
          <p:spPr>
            <a:xfrm>
              <a:off x="397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5" name="타원 4864">
              <a:extLst>
                <a:ext uri="{FF2B5EF4-FFF2-40B4-BE49-F238E27FC236}">
                  <a16:creationId xmlns:a16="http://schemas.microsoft.com/office/drawing/2014/main" id="{6A3BD7DD-0EA4-437D-83AC-A9D4BB933343}"/>
                </a:ext>
              </a:extLst>
            </p:cNvPr>
            <p:cNvSpPr/>
            <p:nvPr/>
          </p:nvSpPr>
          <p:spPr>
            <a:xfrm>
              <a:off x="550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6" name="타원 4865">
              <a:extLst>
                <a:ext uri="{FF2B5EF4-FFF2-40B4-BE49-F238E27FC236}">
                  <a16:creationId xmlns:a16="http://schemas.microsoft.com/office/drawing/2014/main" id="{7EE4B7E9-6B9A-46D8-B10C-411E248CCF9B}"/>
                </a:ext>
              </a:extLst>
            </p:cNvPr>
            <p:cNvSpPr/>
            <p:nvPr/>
          </p:nvSpPr>
          <p:spPr>
            <a:xfrm>
              <a:off x="702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7" name="타원 4866">
              <a:extLst>
                <a:ext uri="{FF2B5EF4-FFF2-40B4-BE49-F238E27FC236}">
                  <a16:creationId xmlns:a16="http://schemas.microsoft.com/office/drawing/2014/main" id="{64AE6480-3DCD-4D20-871A-A77FEC51A9DC}"/>
                </a:ext>
              </a:extLst>
            </p:cNvPr>
            <p:cNvSpPr/>
            <p:nvPr/>
          </p:nvSpPr>
          <p:spPr>
            <a:xfrm>
              <a:off x="854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8" name="타원 4867">
              <a:extLst>
                <a:ext uri="{FF2B5EF4-FFF2-40B4-BE49-F238E27FC236}">
                  <a16:creationId xmlns:a16="http://schemas.microsoft.com/office/drawing/2014/main" id="{2EEF5742-B919-4BB1-BA0E-279BC8F79F81}"/>
                </a:ext>
              </a:extLst>
            </p:cNvPr>
            <p:cNvSpPr/>
            <p:nvPr/>
          </p:nvSpPr>
          <p:spPr>
            <a:xfrm>
              <a:off x="1007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69" name="타원 4868">
              <a:extLst>
                <a:ext uri="{FF2B5EF4-FFF2-40B4-BE49-F238E27FC236}">
                  <a16:creationId xmlns:a16="http://schemas.microsoft.com/office/drawing/2014/main" id="{A6B49D86-81AE-4501-A265-4B99532E74BB}"/>
                </a:ext>
              </a:extLst>
            </p:cNvPr>
            <p:cNvSpPr/>
            <p:nvPr/>
          </p:nvSpPr>
          <p:spPr>
            <a:xfrm>
              <a:off x="1159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0" name="타원 4869">
              <a:extLst>
                <a:ext uri="{FF2B5EF4-FFF2-40B4-BE49-F238E27FC236}">
                  <a16:creationId xmlns:a16="http://schemas.microsoft.com/office/drawing/2014/main" id="{63B324A4-8CF8-42BA-A058-341F3A468826}"/>
                </a:ext>
              </a:extLst>
            </p:cNvPr>
            <p:cNvSpPr/>
            <p:nvPr/>
          </p:nvSpPr>
          <p:spPr>
            <a:xfrm>
              <a:off x="1312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1" name="타원 4870">
              <a:extLst>
                <a:ext uri="{FF2B5EF4-FFF2-40B4-BE49-F238E27FC236}">
                  <a16:creationId xmlns:a16="http://schemas.microsoft.com/office/drawing/2014/main" id="{764F63D7-5EE0-4EF6-9110-08A725DA2C73}"/>
                </a:ext>
              </a:extLst>
            </p:cNvPr>
            <p:cNvSpPr/>
            <p:nvPr/>
          </p:nvSpPr>
          <p:spPr>
            <a:xfrm>
              <a:off x="1464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2" name="타원 4871">
              <a:extLst>
                <a:ext uri="{FF2B5EF4-FFF2-40B4-BE49-F238E27FC236}">
                  <a16:creationId xmlns:a16="http://schemas.microsoft.com/office/drawing/2014/main" id="{26DB84DB-764D-4B31-9886-9A522A4E724C}"/>
                </a:ext>
              </a:extLst>
            </p:cNvPr>
            <p:cNvSpPr/>
            <p:nvPr/>
          </p:nvSpPr>
          <p:spPr>
            <a:xfrm>
              <a:off x="1616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3" name="타원 4872">
              <a:extLst>
                <a:ext uri="{FF2B5EF4-FFF2-40B4-BE49-F238E27FC236}">
                  <a16:creationId xmlns:a16="http://schemas.microsoft.com/office/drawing/2014/main" id="{550F15EF-3A16-4A54-BF85-A9CB4292FF94}"/>
                </a:ext>
              </a:extLst>
            </p:cNvPr>
            <p:cNvSpPr/>
            <p:nvPr/>
          </p:nvSpPr>
          <p:spPr>
            <a:xfrm>
              <a:off x="1769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4" name="타원 4873">
              <a:extLst>
                <a:ext uri="{FF2B5EF4-FFF2-40B4-BE49-F238E27FC236}">
                  <a16:creationId xmlns:a16="http://schemas.microsoft.com/office/drawing/2014/main" id="{DFFBF05B-36F5-4585-BAFA-D545EB4D1368}"/>
                </a:ext>
              </a:extLst>
            </p:cNvPr>
            <p:cNvSpPr/>
            <p:nvPr/>
          </p:nvSpPr>
          <p:spPr>
            <a:xfrm>
              <a:off x="1921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5" name="타원 4874">
              <a:extLst>
                <a:ext uri="{FF2B5EF4-FFF2-40B4-BE49-F238E27FC236}">
                  <a16:creationId xmlns:a16="http://schemas.microsoft.com/office/drawing/2014/main" id="{F260F89A-A395-4497-9CEC-D3D59D620711}"/>
                </a:ext>
              </a:extLst>
            </p:cNvPr>
            <p:cNvSpPr/>
            <p:nvPr/>
          </p:nvSpPr>
          <p:spPr>
            <a:xfrm>
              <a:off x="2074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6" name="타원 4875">
              <a:extLst>
                <a:ext uri="{FF2B5EF4-FFF2-40B4-BE49-F238E27FC236}">
                  <a16:creationId xmlns:a16="http://schemas.microsoft.com/office/drawing/2014/main" id="{77156D01-FC0F-4842-9401-6514259099FD}"/>
                </a:ext>
              </a:extLst>
            </p:cNvPr>
            <p:cNvSpPr/>
            <p:nvPr/>
          </p:nvSpPr>
          <p:spPr>
            <a:xfrm>
              <a:off x="2226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7" name="타원 4876">
              <a:extLst>
                <a:ext uri="{FF2B5EF4-FFF2-40B4-BE49-F238E27FC236}">
                  <a16:creationId xmlns:a16="http://schemas.microsoft.com/office/drawing/2014/main" id="{B5DC5172-CEE1-4100-87D6-D27956663C70}"/>
                </a:ext>
              </a:extLst>
            </p:cNvPr>
            <p:cNvSpPr/>
            <p:nvPr/>
          </p:nvSpPr>
          <p:spPr>
            <a:xfrm>
              <a:off x="2378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8" name="타원 4877">
              <a:extLst>
                <a:ext uri="{FF2B5EF4-FFF2-40B4-BE49-F238E27FC236}">
                  <a16:creationId xmlns:a16="http://schemas.microsoft.com/office/drawing/2014/main" id="{7B0984F2-0A45-4822-B34C-A9BD8A9A47A7}"/>
                </a:ext>
              </a:extLst>
            </p:cNvPr>
            <p:cNvSpPr/>
            <p:nvPr/>
          </p:nvSpPr>
          <p:spPr>
            <a:xfrm>
              <a:off x="2531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79" name="타원 4878">
              <a:extLst>
                <a:ext uri="{FF2B5EF4-FFF2-40B4-BE49-F238E27FC236}">
                  <a16:creationId xmlns:a16="http://schemas.microsoft.com/office/drawing/2014/main" id="{BFA2867A-7372-410D-BB8B-0EA6648094BF}"/>
                </a:ext>
              </a:extLst>
            </p:cNvPr>
            <p:cNvSpPr/>
            <p:nvPr/>
          </p:nvSpPr>
          <p:spPr>
            <a:xfrm>
              <a:off x="2683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0" name="타원 4879">
              <a:extLst>
                <a:ext uri="{FF2B5EF4-FFF2-40B4-BE49-F238E27FC236}">
                  <a16:creationId xmlns:a16="http://schemas.microsoft.com/office/drawing/2014/main" id="{7530A266-7311-4D0F-9917-784FC9A6C4EA}"/>
                </a:ext>
              </a:extLst>
            </p:cNvPr>
            <p:cNvSpPr/>
            <p:nvPr/>
          </p:nvSpPr>
          <p:spPr>
            <a:xfrm>
              <a:off x="2836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1" name="타원 4880">
              <a:extLst>
                <a:ext uri="{FF2B5EF4-FFF2-40B4-BE49-F238E27FC236}">
                  <a16:creationId xmlns:a16="http://schemas.microsoft.com/office/drawing/2014/main" id="{47D06F8A-5DEE-46D3-8347-438ECD302832}"/>
                </a:ext>
              </a:extLst>
            </p:cNvPr>
            <p:cNvSpPr/>
            <p:nvPr/>
          </p:nvSpPr>
          <p:spPr>
            <a:xfrm>
              <a:off x="2988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2" name="타원 4881">
              <a:extLst>
                <a:ext uri="{FF2B5EF4-FFF2-40B4-BE49-F238E27FC236}">
                  <a16:creationId xmlns:a16="http://schemas.microsoft.com/office/drawing/2014/main" id="{832D7217-5511-43BF-A74B-447F88A9A555}"/>
                </a:ext>
              </a:extLst>
            </p:cNvPr>
            <p:cNvSpPr/>
            <p:nvPr/>
          </p:nvSpPr>
          <p:spPr>
            <a:xfrm>
              <a:off x="3140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3" name="타원 4882">
              <a:extLst>
                <a:ext uri="{FF2B5EF4-FFF2-40B4-BE49-F238E27FC236}">
                  <a16:creationId xmlns:a16="http://schemas.microsoft.com/office/drawing/2014/main" id="{D4D1F2D0-DA95-44FB-9059-E7A339FE1D87}"/>
                </a:ext>
              </a:extLst>
            </p:cNvPr>
            <p:cNvSpPr/>
            <p:nvPr/>
          </p:nvSpPr>
          <p:spPr>
            <a:xfrm>
              <a:off x="3293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4" name="타원 4883">
              <a:extLst>
                <a:ext uri="{FF2B5EF4-FFF2-40B4-BE49-F238E27FC236}">
                  <a16:creationId xmlns:a16="http://schemas.microsoft.com/office/drawing/2014/main" id="{BFF35175-3E8A-43A3-9985-302D8EB28043}"/>
                </a:ext>
              </a:extLst>
            </p:cNvPr>
            <p:cNvSpPr/>
            <p:nvPr/>
          </p:nvSpPr>
          <p:spPr>
            <a:xfrm>
              <a:off x="3445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5" name="타원 4884">
              <a:extLst>
                <a:ext uri="{FF2B5EF4-FFF2-40B4-BE49-F238E27FC236}">
                  <a16:creationId xmlns:a16="http://schemas.microsoft.com/office/drawing/2014/main" id="{3BFB0F66-5BEF-489E-873E-E96C47512A80}"/>
                </a:ext>
              </a:extLst>
            </p:cNvPr>
            <p:cNvSpPr/>
            <p:nvPr/>
          </p:nvSpPr>
          <p:spPr>
            <a:xfrm>
              <a:off x="3598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6" name="타원 4885">
              <a:extLst>
                <a:ext uri="{FF2B5EF4-FFF2-40B4-BE49-F238E27FC236}">
                  <a16:creationId xmlns:a16="http://schemas.microsoft.com/office/drawing/2014/main" id="{7897DBC8-FF73-4888-9AB8-E60C9DE4C503}"/>
                </a:ext>
              </a:extLst>
            </p:cNvPr>
            <p:cNvSpPr/>
            <p:nvPr/>
          </p:nvSpPr>
          <p:spPr>
            <a:xfrm>
              <a:off x="3750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7" name="타원 4886">
              <a:extLst>
                <a:ext uri="{FF2B5EF4-FFF2-40B4-BE49-F238E27FC236}">
                  <a16:creationId xmlns:a16="http://schemas.microsoft.com/office/drawing/2014/main" id="{D7333EEA-3044-46D5-8AB7-76B0251CF67B}"/>
                </a:ext>
              </a:extLst>
            </p:cNvPr>
            <p:cNvSpPr/>
            <p:nvPr/>
          </p:nvSpPr>
          <p:spPr>
            <a:xfrm>
              <a:off x="3902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8" name="타원 4887">
              <a:extLst>
                <a:ext uri="{FF2B5EF4-FFF2-40B4-BE49-F238E27FC236}">
                  <a16:creationId xmlns:a16="http://schemas.microsoft.com/office/drawing/2014/main" id="{779AF6CA-0777-4309-B58D-7EF45D9D8201}"/>
                </a:ext>
              </a:extLst>
            </p:cNvPr>
            <p:cNvSpPr/>
            <p:nvPr/>
          </p:nvSpPr>
          <p:spPr>
            <a:xfrm>
              <a:off x="4055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89" name="타원 4888">
              <a:extLst>
                <a:ext uri="{FF2B5EF4-FFF2-40B4-BE49-F238E27FC236}">
                  <a16:creationId xmlns:a16="http://schemas.microsoft.com/office/drawing/2014/main" id="{E4CE7B9D-3587-43EB-9892-E791A9A55B42}"/>
                </a:ext>
              </a:extLst>
            </p:cNvPr>
            <p:cNvSpPr/>
            <p:nvPr/>
          </p:nvSpPr>
          <p:spPr>
            <a:xfrm>
              <a:off x="4207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0" name="타원 4889">
              <a:extLst>
                <a:ext uri="{FF2B5EF4-FFF2-40B4-BE49-F238E27FC236}">
                  <a16:creationId xmlns:a16="http://schemas.microsoft.com/office/drawing/2014/main" id="{0CC743D1-81F6-4474-A5DE-5416E9454DD6}"/>
                </a:ext>
              </a:extLst>
            </p:cNvPr>
            <p:cNvSpPr/>
            <p:nvPr/>
          </p:nvSpPr>
          <p:spPr>
            <a:xfrm>
              <a:off x="4360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1" name="타원 4890">
              <a:extLst>
                <a:ext uri="{FF2B5EF4-FFF2-40B4-BE49-F238E27FC236}">
                  <a16:creationId xmlns:a16="http://schemas.microsoft.com/office/drawing/2014/main" id="{4B675BE6-05A4-4727-850E-1DCF65EF6F0B}"/>
                </a:ext>
              </a:extLst>
            </p:cNvPr>
            <p:cNvSpPr/>
            <p:nvPr/>
          </p:nvSpPr>
          <p:spPr>
            <a:xfrm>
              <a:off x="4512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2" name="타원 4891">
              <a:extLst>
                <a:ext uri="{FF2B5EF4-FFF2-40B4-BE49-F238E27FC236}">
                  <a16:creationId xmlns:a16="http://schemas.microsoft.com/office/drawing/2014/main" id="{F6692B7D-B5DB-487C-BC8E-0E301E7936FB}"/>
                </a:ext>
              </a:extLst>
            </p:cNvPr>
            <p:cNvSpPr/>
            <p:nvPr/>
          </p:nvSpPr>
          <p:spPr>
            <a:xfrm>
              <a:off x="4664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3" name="타원 4892">
              <a:extLst>
                <a:ext uri="{FF2B5EF4-FFF2-40B4-BE49-F238E27FC236}">
                  <a16:creationId xmlns:a16="http://schemas.microsoft.com/office/drawing/2014/main" id="{F3C93B4A-0A12-4412-8D29-716BC73BAC70}"/>
                </a:ext>
              </a:extLst>
            </p:cNvPr>
            <p:cNvSpPr/>
            <p:nvPr/>
          </p:nvSpPr>
          <p:spPr>
            <a:xfrm>
              <a:off x="4817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4" name="타원 4893">
              <a:extLst>
                <a:ext uri="{FF2B5EF4-FFF2-40B4-BE49-F238E27FC236}">
                  <a16:creationId xmlns:a16="http://schemas.microsoft.com/office/drawing/2014/main" id="{DED898FD-6AB0-4C27-AF0F-4EAD70321C28}"/>
                </a:ext>
              </a:extLst>
            </p:cNvPr>
            <p:cNvSpPr/>
            <p:nvPr/>
          </p:nvSpPr>
          <p:spPr>
            <a:xfrm>
              <a:off x="4969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5" name="타원 4894">
              <a:extLst>
                <a:ext uri="{FF2B5EF4-FFF2-40B4-BE49-F238E27FC236}">
                  <a16:creationId xmlns:a16="http://schemas.microsoft.com/office/drawing/2014/main" id="{B3B03C5E-8A41-46E0-B9C0-6E2D0ACFD1A8}"/>
                </a:ext>
              </a:extLst>
            </p:cNvPr>
            <p:cNvSpPr/>
            <p:nvPr/>
          </p:nvSpPr>
          <p:spPr>
            <a:xfrm>
              <a:off x="51221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6" name="타원 4895">
              <a:extLst>
                <a:ext uri="{FF2B5EF4-FFF2-40B4-BE49-F238E27FC236}">
                  <a16:creationId xmlns:a16="http://schemas.microsoft.com/office/drawing/2014/main" id="{F6A90A11-CDFB-4913-A5AE-E854D0368D3C}"/>
                </a:ext>
              </a:extLst>
            </p:cNvPr>
            <p:cNvSpPr/>
            <p:nvPr/>
          </p:nvSpPr>
          <p:spPr>
            <a:xfrm>
              <a:off x="52745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7" name="타원 4896">
              <a:extLst>
                <a:ext uri="{FF2B5EF4-FFF2-40B4-BE49-F238E27FC236}">
                  <a16:creationId xmlns:a16="http://schemas.microsoft.com/office/drawing/2014/main" id="{4882EC77-CE47-4A77-907F-C11864607249}"/>
                </a:ext>
              </a:extLst>
            </p:cNvPr>
            <p:cNvSpPr/>
            <p:nvPr/>
          </p:nvSpPr>
          <p:spPr>
            <a:xfrm>
              <a:off x="54269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8" name="타원 4897">
              <a:extLst>
                <a:ext uri="{FF2B5EF4-FFF2-40B4-BE49-F238E27FC236}">
                  <a16:creationId xmlns:a16="http://schemas.microsoft.com/office/drawing/2014/main" id="{DD5A4383-3435-4894-A161-88242CB7B200}"/>
                </a:ext>
              </a:extLst>
            </p:cNvPr>
            <p:cNvSpPr/>
            <p:nvPr/>
          </p:nvSpPr>
          <p:spPr>
            <a:xfrm>
              <a:off x="55793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99" name="타원 4898">
              <a:extLst>
                <a:ext uri="{FF2B5EF4-FFF2-40B4-BE49-F238E27FC236}">
                  <a16:creationId xmlns:a16="http://schemas.microsoft.com/office/drawing/2014/main" id="{9310540B-66B9-4B95-BDA8-10615ECA3392}"/>
                </a:ext>
              </a:extLst>
            </p:cNvPr>
            <p:cNvSpPr/>
            <p:nvPr/>
          </p:nvSpPr>
          <p:spPr>
            <a:xfrm>
              <a:off x="5731775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0" name="타원 4899">
              <a:extLst>
                <a:ext uri="{FF2B5EF4-FFF2-40B4-BE49-F238E27FC236}">
                  <a16:creationId xmlns:a16="http://schemas.microsoft.com/office/drawing/2014/main" id="{3BD4925A-9A98-4889-A19A-92DB4C569A38}"/>
                </a:ext>
              </a:extLst>
            </p:cNvPr>
            <p:cNvSpPr/>
            <p:nvPr/>
          </p:nvSpPr>
          <p:spPr>
            <a:xfrm>
              <a:off x="245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1" name="타원 4900">
              <a:extLst>
                <a:ext uri="{FF2B5EF4-FFF2-40B4-BE49-F238E27FC236}">
                  <a16:creationId xmlns:a16="http://schemas.microsoft.com/office/drawing/2014/main" id="{E945AEFA-E5D6-4457-B577-8A0EF7EEC826}"/>
                </a:ext>
              </a:extLst>
            </p:cNvPr>
            <p:cNvSpPr/>
            <p:nvPr/>
          </p:nvSpPr>
          <p:spPr>
            <a:xfrm>
              <a:off x="397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2" name="타원 4901">
              <a:extLst>
                <a:ext uri="{FF2B5EF4-FFF2-40B4-BE49-F238E27FC236}">
                  <a16:creationId xmlns:a16="http://schemas.microsoft.com/office/drawing/2014/main" id="{ACA451D6-F916-42F1-95F3-7E2BA38D60AE}"/>
                </a:ext>
              </a:extLst>
            </p:cNvPr>
            <p:cNvSpPr/>
            <p:nvPr/>
          </p:nvSpPr>
          <p:spPr>
            <a:xfrm>
              <a:off x="550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3" name="타원 4902">
              <a:extLst>
                <a:ext uri="{FF2B5EF4-FFF2-40B4-BE49-F238E27FC236}">
                  <a16:creationId xmlns:a16="http://schemas.microsoft.com/office/drawing/2014/main" id="{05301F5C-1634-4002-8F51-FD7F749D7F40}"/>
                </a:ext>
              </a:extLst>
            </p:cNvPr>
            <p:cNvSpPr/>
            <p:nvPr/>
          </p:nvSpPr>
          <p:spPr>
            <a:xfrm>
              <a:off x="702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4" name="타원 4903">
              <a:extLst>
                <a:ext uri="{FF2B5EF4-FFF2-40B4-BE49-F238E27FC236}">
                  <a16:creationId xmlns:a16="http://schemas.microsoft.com/office/drawing/2014/main" id="{A6C8789A-2EEB-441B-A6DD-C1529C72DFAA}"/>
                </a:ext>
              </a:extLst>
            </p:cNvPr>
            <p:cNvSpPr/>
            <p:nvPr/>
          </p:nvSpPr>
          <p:spPr>
            <a:xfrm>
              <a:off x="854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5" name="타원 4904">
              <a:extLst>
                <a:ext uri="{FF2B5EF4-FFF2-40B4-BE49-F238E27FC236}">
                  <a16:creationId xmlns:a16="http://schemas.microsoft.com/office/drawing/2014/main" id="{C00C1C84-688E-4123-883C-37BB36C3228B}"/>
                </a:ext>
              </a:extLst>
            </p:cNvPr>
            <p:cNvSpPr/>
            <p:nvPr/>
          </p:nvSpPr>
          <p:spPr>
            <a:xfrm>
              <a:off x="1007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6" name="타원 4905">
              <a:extLst>
                <a:ext uri="{FF2B5EF4-FFF2-40B4-BE49-F238E27FC236}">
                  <a16:creationId xmlns:a16="http://schemas.microsoft.com/office/drawing/2014/main" id="{C3813348-97DB-48B7-960D-495FF25B28F4}"/>
                </a:ext>
              </a:extLst>
            </p:cNvPr>
            <p:cNvSpPr/>
            <p:nvPr/>
          </p:nvSpPr>
          <p:spPr>
            <a:xfrm>
              <a:off x="1159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7" name="타원 4906">
              <a:extLst>
                <a:ext uri="{FF2B5EF4-FFF2-40B4-BE49-F238E27FC236}">
                  <a16:creationId xmlns:a16="http://schemas.microsoft.com/office/drawing/2014/main" id="{80099D42-C3EE-4C82-B7FF-8AE90089146F}"/>
                </a:ext>
              </a:extLst>
            </p:cNvPr>
            <p:cNvSpPr/>
            <p:nvPr/>
          </p:nvSpPr>
          <p:spPr>
            <a:xfrm>
              <a:off x="1312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8" name="타원 4907">
              <a:extLst>
                <a:ext uri="{FF2B5EF4-FFF2-40B4-BE49-F238E27FC236}">
                  <a16:creationId xmlns:a16="http://schemas.microsoft.com/office/drawing/2014/main" id="{F4AE14CE-4258-49AF-9A21-A94F0ED0D927}"/>
                </a:ext>
              </a:extLst>
            </p:cNvPr>
            <p:cNvSpPr/>
            <p:nvPr/>
          </p:nvSpPr>
          <p:spPr>
            <a:xfrm>
              <a:off x="1464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09" name="타원 4908">
              <a:extLst>
                <a:ext uri="{FF2B5EF4-FFF2-40B4-BE49-F238E27FC236}">
                  <a16:creationId xmlns:a16="http://schemas.microsoft.com/office/drawing/2014/main" id="{B5B8EF73-4A02-4BC7-A51F-12FA1EBEB31C}"/>
                </a:ext>
              </a:extLst>
            </p:cNvPr>
            <p:cNvSpPr/>
            <p:nvPr/>
          </p:nvSpPr>
          <p:spPr>
            <a:xfrm>
              <a:off x="1616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0" name="타원 4909">
              <a:extLst>
                <a:ext uri="{FF2B5EF4-FFF2-40B4-BE49-F238E27FC236}">
                  <a16:creationId xmlns:a16="http://schemas.microsoft.com/office/drawing/2014/main" id="{4C881531-F96E-42A8-BB52-CD1E1A56C748}"/>
                </a:ext>
              </a:extLst>
            </p:cNvPr>
            <p:cNvSpPr/>
            <p:nvPr/>
          </p:nvSpPr>
          <p:spPr>
            <a:xfrm>
              <a:off x="1769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1" name="타원 4910">
              <a:extLst>
                <a:ext uri="{FF2B5EF4-FFF2-40B4-BE49-F238E27FC236}">
                  <a16:creationId xmlns:a16="http://schemas.microsoft.com/office/drawing/2014/main" id="{306B6752-E452-4480-B357-28F312BE7528}"/>
                </a:ext>
              </a:extLst>
            </p:cNvPr>
            <p:cNvSpPr/>
            <p:nvPr/>
          </p:nvSpPr>
          <p:spPr>
            <a:xfrm>
              <a:off x="1921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2" name="타원 4911">
              <a:extLst>
                <a:ext uri="{FF2B5EF4-FFF2-40B4-BE49-F238E27FC236}">
                  <a16:creationId xmlns:a16="http://schemas.microsoft.com/office/drawing/2014/main" id="{BFAEAC7E-B901-48D1-8155-BDAC7F7FF746}"/>
                </a:ext>
              </a:extLst>
            </p:cNvPr>
            <p:cNvSpPr/>
            <p:nvPr/>
          </p:nvSpPr>
          <p:spPr>
            <a:xfrm>
              <a:off x="2074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3" name="타원 4912">
              <a:extLst>
                <a:ext uri="{FF2B5EF4-FFF2-40B4-BE49-F238E27FC236}">
                  <a16:creationId xmlns:a16="http://schemas.microsoft.com/office/drawing/2014/main" id="{36CCB3F4-F9E2-4958-83DE-ECDBEF6D0B5D}"/>
                </a:ext>
              </a:extLst>
            </p:cNvPr>
            <p:cNvSpPr/>
            <p:nvPr/>
          </p:nvSpPr>
          <p:spPr>
            <a:xfrm>
              <a:off x="2226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4" name="타원 4913">
              <a:extLst>
                <a:ext uri="{FF2B5EF4-FFF2-40B4-BE49-F238E27FC236}">
                  <a16:creationId xmlns:a16="http://schemas.microsoft.com/office/drawing/2014/main" id="{4070B2CB-8400-49FB-9DDB-8AA00B915A39}"/>
                </a:ext>
              </a:extLst>
            </p:cNvPr>
            <p:cNvSpPr/>
            <p:nvPr/>
          </p:nvSpPr>
          <p:spPr>
            <a:xfrm>
              <a:off x="2378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5" name="타원 4914">
              <a:extLst>
                <a:ext uri="{FF2B5EF4-FFF2-40B4-BE49-F238E27FC236}">
                  <a16:creationId xmlns:a16="http://schemas.microsoft.com/office/drawing/2014/main" id="{5A8ED3ED-711D-4259-A343-317ADBCCE81A}"/>
                </a:ext>
              </a:extLst>
            </p:cNvPr>
            <p:cNvSpPr/>
            <p:nvPr/>
          </p:nvSpPr>
          <p:spPr>
            <a:xfrm>
              <a:off x="2531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6" name="타원 4915">
              <a:extLst>
                <a:ext uri="{FF2B5EF4-FFF2-40B4-BE49-F238E27FC236}">
                  <a16:creationId xmlns:a16="http://schemas.microsoft.com/office/drawing/2014/main" id="{C2D0F482-16C3-4A40-821D-BAF0C0221C1C}"/>
                </a:ext>
              </a:extLst>
            </p:cNvPr>
            <p:cNvSpPr/>
            <p:nvPr/>
          </p:nvSpPr>
          <p:spPr>
            <a:xfrm>
              <a:off x="2683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7" name="타원 4916">
              <a:extLst>
                <a:ext uri="{FF2B5EF4-FFF2-40B4-BE49-F238E27FC236}">
                  <a16:creationId xmlns:a16="http://schemas.microsoft.com/office/drawing/2014/main" id="{8C304E43-8D9E-408C-9CE1-4DE8EEBEA5F3}"/>
                </a:ext>
              </a:extLst>
            </p:cNvPr>
            <p:cNvSpPr/>
            <p:nvPr/>
          </p:nvSpPr>
          <p:spPr>
            <a:xfrm>
              <a:off x="2836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8" name="타원 4917">
              <a:extLst>
                <a:ext uri="{FF2B5EF4-FFF2-40B4-BE49-F238E27FC236}">
                  <a16:creationId xmlns:a16="http://schemas.microsoft.com/office/drawing/2014/main" id="{F48AE350-3ACD-4527-BE7B-7F89ED3953C1}"/>
                </a:ext>
              </a:extLst>
            </p:cNvPr>
            <p:cNvSpPr/>
            <p:nvPr/>
          </p:nvSpPr>
          <p:spPr>
            <a:xfrm>
              <a:off x="2988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19" name="타원 4918">
              <a:extLst>
                <a:ext uri="{FF2B5EF4-FFF2-40B4-BE49-F238E27FC236}">
                  <a16:creationId xmlns:a16="http://schemas.microsoft.com/office/drawing/2014/main" id="{AF36393B-6401-4F68-A66C-1E34F7E7595C}"/>
                </a:ext>
              </a:extLst>
            </p:cNvPr>
            <p:cNvSpPr/>
            <p:nvPr/>
          </p:nvSpPr>
          <p:spPr>
            <a:xfrm>
              <a:off x="3140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0" name="타원 4919">
              <a:extLst>
                <a:ext uri="{FF2B5EF4-FFF2-40B4-BE49-F238E27FC236}">
                  <a16:creationId xmlns:a16="http://schemas.microsoft.com/office/drawing/2014/main" id="{CB1D377C-6781-41AC-BB63-A8D75974BB39}"/>
                </a:ext>
              </a:extLst>
            </p:cNvPr>
            <p:cNvSpPr/>
            <p:nvPr/>
          </p:nvSpPr>
          <p:spPr>
            <a:xfrm>
              <a:off x="3293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1" name="타원 4920">
              <a:extLst>
                <a:ext uri="{FF2B5EF4-FFF2-40B4-BE49-F238E27FC236}">
                  <a16:creationId xmlns:a16="http://schemas.microsoft.com/office/drawing/2014/main" id="{FF177E5E-C893-424D-8B6B-952C6DF7831C}"/>
                </a:ext>
              </a:extLst>
            </p:cNvPr>
            <p:cNvSpPr/>
            <p:nvPr/>
          </p:nvSpPr>
          <p:spPr>
            <a:xfrm>
              <a:off x="3445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2" name="타원 4921">
              <a:extLst>
                <a:ext uri="{FF2B5EF4-FFF2-40B4-BE49-F238E27FC236}">
                  <a16:creationId xmlns:a16="http://schemas.microsoft.com/office/drawing/2014/main" id="{A6F19EED-33E7-46D4-8A4E-A4384534024D}"/>
                </a:ext>
              </a:extLst>
            </p:cNvPr>
            <p:cNvSpPr/>
            <p:nvPr/>
          </p:nvSpPr>
          <p:spPr>
            <a:xfrm>
              <a:off x="3598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3" name="타원 4922">
              <a:extLst>
                <a:ext uri="{FF2B5EF4-FFF2-40B4-BE49-F238E27FC236}">
                  <a16:creationId xmlns:a16="http://schemas.microsoft.com/office/drawing/2014/main" id="{B622ABD1-32F1-4F03-BF09-547B44E85ACD}"/>
                </a:ext>
              </a:extLst>
            </p:cNvPr>
            <p:cNvSpPr/>
            <p:nvPr/>
          </p:nvSpPr>
          <p:spPr>
            <a:xfrm>
              <a:off x="3750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4" name="타원 4923">
              <a:extLst>
                <a:ext uri="{FF2B5EF4-FFF2-40B4-BE49-F238E27FC236}">
                  <a16:creationId xmlns:a16="http://schemas.microsoft.com/office/drawing/2014/main" id="{122F3DF8-3A95-4218-8352-470F771BBD0E}"/>
                </a:ext>
              </a:extLst>
            </p:cNvPr>
            <p:cNvSpPr/>
            <p:nvPr/>
          </p:nvSpPr>
          <p:spPr>
            <a:xfrm>
              <a:off x="3902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5" name="타원 4924">
              <a:extLst>
                <a:ext uri="{FF2B5EF4-FFF2-40B4-BE49-F238E27FC236}">
                  <a16:creationId xmlns:a16="http://schemas.microsoft.com/office/drawing/2014/main" id="{C6C525A8-8E3C-4520-B3E3-B3CBBF2CB2C0}"/>
                </a:ext>
              </a:extLst>
            </p:cNvPr>
            <p:cNvSpPr/>
            <p:nvPr/>
          </p:nvSpPr>
          <p:spPr>
            <a:xfrm>
              <a:off x="4055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6" name="타원 4925">
              <a:extLst>
                <a:ext uri="{FF2B5EF4-FFF2-40B4-BE49-F238E27FC236}">
                  <a16:creationId xmlns:a16="http://schemas.microsoft.com/office/drawing/2014/main" id="{B542BABF-C0E3-4A3A-9745-CFA373C8E1E2}"/>
                </a:ext>
              </a:extLst>
            </p:cNvPr>
            <p:cNvSpPr/>
            <p:nvPr/>
          </p:nvSpPr>
          <p:spPr>
            <a:xfrm>
              <a:off x="4207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7" name="타원 4926">
              <a:extLst>
                <a:ext uri="{FF2B5EF4-FFF2-40B4-BE49-F238E27FC236}">
                  <a16:creationId xmlns:a16="http://schemas.microsoft.com/office/drawing/2014/main" id="{958A3BFC-134B-493F-BB35-63975473B35F}"/>
                </a:ext>
              </a:extLst>
            </p:cNvPr>
            <p:cNvSpPr/>
            <p:nvPr/>
          </p:nvSpPr>
          <p:spPr>
            <a:xfrm>
              <a:off x="4360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8" name="타원 4927">
              <a:extLst>
                <a:ext uri="{FF2B5EF4-FFF2-40B4-BE49-F238E27FC236}">
                  <a16:creationId xmlns:a16="http://schemas.microsoft.com/office/drawing/2014/main" id="{D5D568AE-336E-4391-91B8-72A6D4F9E2E9}"/>
                </a:ext>
              </a:extLst>
            </p:cNvPr>
            <p:cNvSpPr/>
            <p:nvPr/>
          </p:nvSpPr>
          <p:spPr>
            <a:xfrm>
              <a:off x="4512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29" name="타원 4928">
              <a:extLst>
                <a:ext uri="{FF2B5EF4-FFF2-40B4-BE49-F238E27FC236}">
                  <a16:creationId xmlns:a16="http://schemas.microsoft.com/office/drawing/2014/main" id="{2F00B29A-71E2-4315-9533-E22112E060C7}"/>
                </a:ext>
              </a:extLst>
            </p:cNvPr>
            <p:cNvSpPr/>
            <p:nvPr/>
          </p:nvSpPr>
          <p:spPr>
            <a:xfrm>
              <a:off x="4664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0" name="타원 4929">
              <a:extLst>
                <a:ext uri="{FF2B5EF4-FFF2-40B4-BE49-F238E27FC236}">
                  <a16:creationId xmlns:a16="http://schemas.microsoft.com/office/drawing/2014/main" id="{8F499040-9160-4F42-B6F6-E3986225BA9B}"/>
                </a:ext>
              </a:extLst>
            </p:cNvPr>
            <p:cNvSpPr/>
            <p:nvPr/>
          </p:nvSpPr>
          <p:spPr>
            <a:xfrm>
              <a:off x="4817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1" name="타원 4930">
              <a:extLst>
                <a:ext uri="{FF2B5EF4-FFF2-40B4-BE49-F238E27FC236}">
                  <a16:creationId xmlns:a16="http://schemas.microsoft.com/office/drawing/2014/main" id="{D863015F-93C0-4F39-A654-CB67409A5483}"/>
                </a:ext>
              </a:extLst>
            </p:cNvPr>
            <p:cNvSpPr/>
            <p:nvPr/>
          </p:nvSpPr>
          <p:spPr>
            <a:xfrm>
              <a:off x="4969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2" name="타원 4931">
              <a:extLst>
                <a:ext uri="{FF2B5EF4-FFF2-40B4-BE49-F238E27FC236}">
                  <a16:creationId xmlns:a16="http://schemas.microsoft.com/office/drawing/2014/main" id="{A5888FB5-5AC7-4DEA-9B7A-5E229EAAD2AE}"/>
                </a:ext>
              </a:extLst>
            </p:cNvPr>
            <p:cNvSpPr/>
            <p:nvPr/>
          </p:nvSpPr>
          <p:spPr>
            <a:xfrm>
              <a:off x="51221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3" name="타원 4932">
              <a:extLst>
                <a:ext uri="{FF2B5EF4-FFF2-40B4-BE49-F238E27FC236}">
                  <a16:creationId xmlns:a16="http://schemas.microsoft.com/office/drawing/2014/main" id="{D38DEC40-E2A7-459C-9584-6010CDD0C334}"/>
                </a:ext>
              </a:extLst>
            </p:cNvPr>
            <p:cNvSpPr/>
            <p:nvPr/>
          </p:nvSpPr>
          <p:spPr>
            <a:xfrm>
              <a:off x="52745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4" name="타원 4933">
              <a:extLst>
                <a:ext uri="{FF2B5EF4-FFF2-40B4-BE49-F238E27FC236}">
                  <a16:creationId xmlns:a16="http://schemas.microsoft.com/office/drawing/2014/main" id="{897B9FFE-F6C8-4020-9E99-E17E780768A4}"/>
                </a:ext>
              </a:extLst>
            </p:cNvPr>
            <p:cNvSpPr/>
            <p:nvPr/>
          </p:nvSpPr>
          <p:spPr>
            <a:xfrm>
              <a:off x="54269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5" name="타원 4934">
              <a:extLst>
                <a:ext uri="{FF2B5EF4-FFF2-40B4-BE49-F238E27FC236}">
                  <a16:creationId xmlns:a16="http://schemas.microsoft.com/office/drawing/2014/main" id="{2D9F21EC-1CD0-4B6F-864D-043C2D4217DF}"/>
                </a:ext>
              </a:extLst>
            </p:cNvPr>
            <p:cNvSpPr/>
            <p:nvPr/>
          </p:nvSpPr>
          <p:spPr>
            <a:xfrm>
              <a:off x="55793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6" name="타원 4935">
              <a:extLst>
                <a:ext uri="{FF2B5EF4-FFF2-40B4-BE49-F238E27FC236}">
                  <a16:creationId xmlns:a16="http://schemas.microsoft.com/office/drawing/2014/main" id="{90FDAB5D-2054-4B4F-9F08-DFAE9CE954FF}"/>
                </a:ext>
              </a:extLst>
            </p:cNvPr>
            <p:cNvSpPr/>
            <p:nvPr/>
          </p:nvSpPr>
          <p:spPr>
            <a:xfrm>
              <a:off x="5731775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7" name="타원 4936">
              <a:extLst>
                <a:ext uri="{FF2B5EF4-FFF2-40B4-BE49-F238E27FC236}">
                  <a16:creationId xmlns:a16="http://schemas.microsoft.com/office/drawing/2014/main" id="{34A41D3A-FEEA-4B36-A5EE-256FBCEA8AC9}"/>
                </a:ext>
              </a:extLst>
            </p:cNvPr>
            <p:cNvSpPr/>
            <p:nvPr/>
          </p:nvSpPr>
          <p:spPr>
            <a:xfrm>
              <a:off x="245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8" name="타원 4937">
              <a:extLst>
                <a:ext uri="{FF2B5EF4-FFF2-40B4-BE49-F238E27FC236}">
                  <a16:creationId xmlns:a16="http://schemas.microsoft.com/office/drawing/2014/main" id="{81774E65-4ABC-491E-888B-F27641DDF485}"/>
                </a:ext>
              </a:extLst>
            </p:cNvPr>
            <p:cNvSpPr/>
            <p:nvPr/>
          </p:nvSpPr>
          <p:spPr>
            <a:xfrm>
              <a:off x="397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39" name="타원 4938">
              <a:extLst>
                <a:ext uri="{FF2B5EF4-FFF2-40B4-BE49-F238E27FC236}">
                  <a16:creationId xmlns:a16="http://schemas.microsoft.com/office/drawing/2014/main" id="{620A81FC-92C6-49AA-9D7B-96677825C95C}"/>
                </a:ext>
              </a:extLst>
            </p:cNvPr>
            <p:cNvSpPr/>
            <p:nvPr/>
          </p:nvSpPr>
          <p:spPr>
            <a:xfrm>
              <a:off x="550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0" name="타원 4939">
              <a:extLst>
                <a:ext uri="{FF2B5EF4-FFF2-40B4-BE49-F238E27FC236}">
                  <a16:creationId xmlns:a16="http://schemas.microsoft.com/office/drawing/2014/main" id="{CED9802A-EF68-44AF-97C8-C970D42847F8}"/>
                </a:ext>
              </a:extLst>
            </p:cNvPr>
            <p:cNvSpPr/>
            <p:nvPr/>
          </p:nvSpPr>
          <p:spPr>
            <a:xfrm>
              <a:off x="702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1" name="타원 4940">
              <a:extLst>
                <a:ext uri="{FF2B5EF4-FFF2-40B4-BE49-F238E27FC236}">
                  <a16:creationId xmlns:a16="http://schemas.microsoft.com/office/drawing/2014/main" id="{AF9F7A46-FB05-43AC-8536-B43AB4E1BABE}"/>
                </a:ext>
              </a:extLst>
            </p:cNvPr>
            <p:cNvSpPr/>
            <p:nvPr/>
          </p:nvSpPr>
          <p:spPr>
            <a:xfrm>
              <a:off x="854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2" name="타원 4941">
              <a:extLst>
                <a:ext uri="{FF2B5EF4-FFF2-40B4-BE49-F238E27FC236}">
                  <a16:creationId xmlns:a16="http://schemas.microsoft.com/office/drawing/2014/main" id="{D486D5E4-B402-498A-B6D9-EEA54429D5B2}"/>
                </a:ext>
              </a:extLst>
            </p:cNvPr>
            <p:cNvSpPr/>
            <p:nvPr/>
          </p:nvSpPr>
          <p:spPr>
            <a:xfrm>
              <a:off x="1007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3" name="타원 4942">
              <a:extLst>
                <a:ext uri="{FF2B5EF4-FFF2-40B4-BE49-F238E27FC236}">
                  <a16:creationId xmlns:a16="http://schemas.microsoft.com/office/drawing/2014/main" id="{BD0D3F96-261F-4E06-9F4A-7F4FE80F039B}"/>
                </a:ext>
              </a:extLst>
            </p:cNvPr>
            <p:cNvSpPr/>
            <p:nvPr/>
          </p:nvSpPr>
          <p:spPr>
            <a:xfrm>
              <a:off x="1159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4" name="타원 4943">
              <a:extLst>
                <a:ext uri="{FF2B5EF4-FFF2-40B4-BE49-F238E27FC236}">
                  <a16:creationId xmlns:a16="http://schemas.microsoft.com/office/drawing/2014/main" id="{801835BD-69EE-435A-B69B-2F97F4E1253D}"/>
                </a:ext>
              </a:extLst>
            </p:cNvPr>
            <p:cNvSpPr/>
            <p:nvPr/>
          </p:nvSpPr>
          <p:spPr>
            <a:xfrm>
              <a:off x="1312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5" name="타원 4944">
              <a:extLst>
                <a:ext uri="{FF2B5EF4-FFF2-40B4-BE49-F238E27FC236}">
                  <a16:creationId xmlns:a16="http://schemas.microsoft.com/office/drawing/2014/main" id="{CF537A08-7D4B-43AA-AEA0-D5DD75D72B23}"/>
                </a:ext>
              </a:extLst>
            </p:cNvPr>
            <p:cNvSpPr/>
            <p:nvPr/>
          </p:nvSpPr>
          <p:spPr>
            <a:xfrm>
              <a:off x="1464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6" name="타원 4945">
              <a:extLst>
                <a:ext uri="{FF2B5EF4-FFF2-40B4-BE49-F238E27FC236}">
                  <a16:creationId xmlns:a16="http://schemas.microsoft.com/office/drawing/2014/main" id="{E81ECBA7-CF17-4B34-A8BE-DD1E83183029}"/>
                </a:ext>
              </a:extLst>
            </p:cNvPr>
            <p:cNvSpPr/>
            <p:nvPr/>
          </p:nvSpPr>
          <p:spPr>
            <a:xfrm>
              <a:off x="1616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7" name="타원 4946">
              <a:extLst>
                <a:ext uri="{FF2B5EF4-FFF2-40B4-BE49-F238E27FC236}">
                  <a16:creationId xmlns:a16="http://schemas.microsoft.com/office/drawing/2014/main" id="{65093727-29DA-469A-A487-0EF27814C6E6}"/>
                </a:ext>
              </a:extLst>
            </p:cNvPr>
            <p:cNvSpPr/>
            <p:nvPr/>
          </p:nvSpPr>
          <p:spPr>
            <a:xfrm>
              <a:off x="1769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8" name="타원 4947">
              <a:extLst>
                <a:ext uri="{FF2B5EF4-FFF2-40B4-BE49-F238E27FC236}">
                  <a16:creationId xmlns:a16="http://schemas.microsoft.com/office/drawing/2014/main" id="{34D2BDFD-DCBA-4FB7-A20C-4DB667331902}"/>
                </a:ext>
              </a:extLst>
            </p:cNvPr>
            <p:cNvSpPr/>
            <p:nvPr/>
          </p:nvSpPr>
          <p:spPr>
            <a:xfrm>
              <a:off x="1921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49" name="타원 4948">
              <a:extLst>
                <a:ext uri="{FF2B5EF4-FFF2-40B4-BE49-F238E27FC236}">
                  <a16:creationId xmlns:a16="http://schemas.microsoft.com/office/drawing/2014/main" id="{61D095C7-B62D-4BEC-AA20-A32DCEF262FC}"/>
                </a:ext>
              </a:extLst>
            </p:cNvPr>
            <p:cNvSpPr/>
            <p:nvPr/>
          </p:nvSpPr>
          <p:spPr>
            <a:xfrm>
              <a:off x="2074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0" name="타원 4949">
              <a:extLst>
                <a:ext uri="{FF2B5EF4-FFF2-40B4-BE49-F238E27FC236}">
                  <a16:creationId xmlns:a16="http://schemas.microsoft.com/office/drawing/2014/main" id="{3314CB21-495A-4899-8F56-70901AD2C035}"/>
                </a:ext>
              </a:extLst>
            </p:cNvPr>
            <p:cNvSpPr/>
            <p:nvPr/>
          </p:nvSpPr>
          <p:spPr>
            <a:xfrm>
              <a:off x="2226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1" name="타원 4950">
              <a:extLst>
                <a:ext uri="{FF2B5EF4-FFF2-40B4-BE49-F238E27FC236}">
                  <a16:creationId xmlns:a16="http://schemas.microsoft.com/office/drawing/2014/main" id="{9EF88F82-57B4-4468-ADD8-448D16CC07FF}"/>
                </a:ext>
              </a:extLst>
            </p:cNvPr>
            <p:cNvSpPr/>
            <p:nvPr/>
          </p:nvSpPr>
          <p:spPr>
            <a:xfrm>
              <a:off x="2378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2" name="타원 4951">
              <a:extLst>
                <a:ext uri="{FF2B5EF4-FFF2-40B4-BE49-F238E27FC236}">
                  <a16:creationId xmlns:a16="http://schemas.microsoft.com/office/drawing/2014/main" id="{B1DB4671-501A-4046-90A6-CE3B5A839B83}"/>
                </a:ext>
              </a:extLst>
            </p:cNvPr>
            <p:cNvSpPr/>
            <p:nvPr/>
          </p:nvSpPr>
          <p:spPr>
            <a:xfrm>
              <a:off x="2531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3" name="타원 4952">
              <a:extLst>
                <a:ext uri="{FF2B5EF4-FFF2-40B4-BE49-F238E27FC236}">
                  <a16:creationId xmlns:a16="http://schemas.microsoft.com/office/drawing/2014/main" id="{13674D02-9C7F-4F50-ADE0-575ADAF6A36D}"/>
                </a:ext>
              </a:extLst>
            </p:cNvPr>
            <p:cNvSpPr/>
            <p:nvPr/>
          </p:nvSpPr>
          <p:spPr>
            <a:xfrm>
              <a:off x="2683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4" name="타원 4953">
              <a:extLst>
                <a:ext uri="{FF2B5EF4-FFF2-40B4-BE49-F238E27FC236}">
                  <a16:creationId xmlns:a16="http://schemas.microsoft.com/office/drawing/2014/main" id="{BE3A9518-D093-43DA-8F93-8AC546FBA54C}"/>
                </a:ext>
              </a:extLst>
            </p:cNvPr>
            <p:cNvSpPr/>
            <p:nvPr/>
          </p:nvSpPr>
          <p:spPr>
            <a:xfrm>
              <a:off x="2836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5" name="타원 4954">
              <a:extLst>
                <a:ext uri="{FF2B5EF4-FFF2-40B4-BE49-F238E27FC236}">
                  <a16:creationId xmlns:a16="http://schemas.microsoft.com/office/drawing/2014/main" id="{E31F7DCF-CEDA-43A3-937C-DE9D815AEF2D}"/>
                </a:ext>
              </a:extLst>
            </p:cNvPr>
            <p:cNvSpPr/>
            <p:nvPr/>
          </p:nvSpPr>
          <p:spPr>
            <a:xfrm>
              <a:off x="2988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6" name="타원 4955">
              <a:extLst>
                <a:ext uri="{FF2B5EF4-FFF2-40B4-BE49-F238E27FC236}">
                  <a16:creationId xmlns:a16="http://schemas.microsoft.com/office/drawing/2014/main" id="{9ED63349-9E96-4285-AF3B-D58280A600A5}"/>
                </a:ext>
              </a:extLst>
            </p:cNvPr>
            <p:cNvSpPr/>
            <p:nvPr/>
          </p:nvSpPr>
          <p:spPr>
            <a:xfrm>
              <a:off x="3140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7" name="타원 4956">
              <a:extLst>
                <a:ext uri="{FF2B5EF4-FFF2-40B4-BE49-F238E27FC236}">
                  <a16:creationId xmlns:a16="http://schemas.microsoft.com/office/drawing/2014/main" id="{1B77C0F1-7F12-48D6-B591-D9D295CCAD66}"/>
                </a:ext>
              </a:extLst>
            </p:cNvPr>
            <p:cNvSpPr/>
            <p:nvPr/>
          </p:nvSpPr>
          <p:spPr>
            <a:xfrm>
              <a:off x="3293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8" name="타원 4957">
              <a:extLst>
                <a:ext uri="{FF2B5EF4-FFF2-40B4-BE49-F238E27FC236}">
                  <a16:creationId xmlns:a16="http://schemas.microsoft.com/office/drawing/2014/main" id="{05F30225-A0D5-444A-85B7-C831FE5A8292}"/>
                </a:ext>
              </a:extLst>
            </p:cNvPr>
            <p:cNvSpPr/>
            <p:nvPr/>
          </p:nvSpPr>
          <p:spPr>
            <a:xfrm>
              <a:off x="3445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59" name="타원 4958">
              <a:extLst>
                <a:ext uri="{FF2B5EF4-FFF2-40B4-BE49-F238E27FC236}">
                  <a16:creationId xmlns:a16="http://schemas.microsoft.com/office/drawing/2014/main" id="{31F88E25-34C2-4F46-A286-D0C3BE742C86}"/>
                </a:ext>
              </a:extLst>
            </p:cNvPr>
            <p:cNvSpPr/>
            <p:nvPr/>
          </p:nvSpPr>
          <p:spPr>
            <a:xfrm>
              <a:off x="3598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0" name="타원 4959">
              <a:extLst>
                <a:ext uri="{FF2B5EF4-FFF2-40B4-BE49-F238E27FC236}">
                  <a16:creationId xmlns:a16="http://schemas.microsoft.com/office/drawing/2014/main" id="{BBD63CBB-9AB6-4713-9495-0B6588C79E40}"/>
                </a:ext>
              </a:extLst>
            </p:cNvPr>
            <p:cNvSpPr/>
            <p:nvPr/>
          </p:nvSpPr>
          <p:spPr>
            <a:xfrm>
              <a:off x="3750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1" name="타원 4960">
              <a:extLst>
                <a:ext uri="{FF2B5EF4-FFF2-40B4-BE49-F238E27FC236}">
                  <a16:creationId xmlns:a16="http://schemas.microsoft.com/office/drawing/2014/main" id="{F6A192E8-E922-4E09-88F0-1ADEC386E074}"/>
                </a:ext>
              </a:extLst>
            </p:cNvPr>
            <p:cNvSpPr/>
            <p:nvPr/>
          </p:nvSpPr>
          <p:spPr>
            <a:xfrm>
              <a:off x="3902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2" name="타원 4961">
              <a:extLst>
                <a:ext uri="{FF2B5EF4-FFF2-40B4-BE49-F238E27FC236}">
                  <a16:creationId xmlns:a16="http://schemas.microsoft.com/office/drawing/2014/main" id="{B142E2EA-90C5-4EAD-914A-3CCFDF556834}"/>
                </a:ext>
              </a:extLst>
            </p:cNvPr>
            <p:cNvSpPr/>
            <p:nvPr/>
          </p:nvSpPr>
          <p:spPr>
            <a:xfrm>
              <a:off x="4055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3" name="타원 4962">
              <a:extLst>
                <a:ext uri="{FF2B5EF4-FFF2-40B4-BE49-F238E27FC236}">
                  <a16:creationId xmlns:a16="http://schemas.microsoft.com/office/drawing/2014/main" id="{7B5B1335-04B7-4999-BD5B-5E244D1ABF30}"/>
                </a:ext>
              </a:extLst>
            </p:cNvPr>
            <p:cNvSpPr/>
            <p:nvPr/>
          </p:nvSpPr>
          <p:spPr>
            <a:xfrm>
              <a:off x="4207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4" name="타원 4963">
              <a:extLst>
                <a:ext uri="{FF2B5EF4-FFF2-40B4-BE49-F238E27FC236}">
                  <a16:creationId xmlns:a16="http://schemas.microsoft.com/office/drawing/2014/main" id="{1F747667-4742-47FF-8676-A642E32D49F5}"/>
                </a:ext>
              </a:extLst>
            </p:cNvPr>
            <p:cNvSpPr/>
            <p:nvPr/>
          </p:nvSpPr>
          <p:spPr>
            <a:xfrm>
              <a:off x="4360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5" name="타원 4964">
              <a:extLst>
                <a:ext uri="{FF2B5EF4-FFF2-40B4-BE49-F238E27FC236}">
                  <a16:creationId xmlns:a16="http://schemas.microsoft.com/office/drawing/2014/main" id="{B5E2692D-4095-4D80-A69E-8EE2313235AD}"/>
                </a:ext>
              </a:extLst>
            </p:cNvPr>
            <p:cNvSpPr/>
            <p:nvPr/>
          </p:nvSpPr>
          <p:spPr>
            <a:xfrm>
              <a:off x="4512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6" name="타원 4965">
              <a:extLst>
                <a:ext uri="{FF2B5EF4-FFF2-40B4-BE49-F238E27FC236}">
                  <a16:creationId xmlns:a16="http://schemas.microsoft.com/office/drawing/2014/main" id="{F23926AD-742E-4A89-860F-60F01185DA08}"/>
                </a:ext>
              </a:extLst>
            </p:cNvPr>
            <p:cNvSpPr/>
            <p:nvPr/>
          </p:nvSpPr>
          <p:spPr>
            <a:xfrm>
              <a:off x="4664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7" name="타원 4966">
              <a:extLst>
                <a:ext uri="{FF2B5EF4-FFF2-40B4-BE49-F238E27FC236}">
                  <a16:creationId xmlns:a16="http://schemas.microsoft.com/office/drawing/2014/main" id="{EAECE673-1844-4ACB-A628-4B5DB3F20A81}"/>
                </a:ext>
              </a:extLst>
            </p:cNvPr>
            <p:cNvSpPr/>
            <p:nvPr/>
          </p:nvSpPr>
          <p:spPr>
            <a:xfrm>
              <a:off x="4817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8" name="타원 4967">
              <a:extLst>
                <a:ext uri="{FF2B5EF4-FFF2-40B4-BE49-F238E27FC236}">
                  <a16:creationId xmlns:a16="http://schemas.microsoft.com/office/drawing/2014/main" id="{FFBF8F3F-2070-4F9A-9895-88E6481B1829}"/>
                </a:ext>
              </a:extLst>
            </p:cNvPr>
            <p:cNvSpPr/>
            <p:nvPr/>
          </p:nvSpPr>
          <p:spPr>
            <a:xfrm>
              <a:off x="4969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69" name="타원 4968">
              <a:extLst>
                <a:ext uri="{FF2B5EF4-FFF2-40B4-BE49-F238E27FC236}">
                  <a16:creationId xmlns:a16="http://schemas.microsoft.com/office/drawing/2014/main" id="{DB41058E-3264-47C8-945B-736BEC19FCB8}"/>
                </a:ext>
              </a:extLst>
            </p:cNvPr>
            <p:cNvSpPr/>
            <p:nvPr/>
          </p:nvSpPr>
          <p:spPr>
            <a:xfrm>
              <a:off x="51221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0" name="타원 4969">
              <a:extLst>
                <a:ext uri="{FF2B5EF4-FFF2-40B4-BE49-F238E27FC236}">
                  <a16:creationId xmlns:a16="http://schemas.microsoft.com/office/drawing/2014/main" id="{BADA7E2E-C5FF-46D5-84B9-729303D39AF1}"/>
                </a:ext>
              </a:extLst>
            </p:cNvPr>
            <p:cNvSpPr/>
            <p:nvPr/>
          </p:nvSpPr>
          <p:spPr>
            <a:xfrm>
              <a:off x="52745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1" name="타원 4970">
              <a:extLst>
                <a:ext uri="{FF2B5EF4-FFF2-40B4-BE49-F238E27FC236}">
                  <a16:creationId xmlns:a16="http://schemas.microsoft.com/office/drawing/2014/main" id="{54DD388E-AF77-4C4C-B414-49DF89C57A43}"/>
                </a:ext>
              </a:extLst>
            </p:cNvPr>
            <p:cNvSpPr/>
            <p:nvPr/>
          </p:nvSpPr>
          <p:spPr>
            <a:xfrm>
              <a:off x="54269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2" name="타원 4971">
              <a:extLst>
                <a:ext uri="{FF2B5EF4-FFF2-40B4-BE49-F238E27FC236}">
                  <a16:creationId xmlns:a16="http://schemas.microsoft.com/office/drawing/2014/main" id="{68C08590-47E9-41CE-90D3-D3CA03885704}"/>
                </a:ext>
              </a:extLst>
            </p:cNvPr>
            <p:cNvSpPr/>
            <p:nvPr/>
          </p:nvSpPr>
          <p:spPr>
            <a:xfrm>
              <a:off x="55793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3" name="타원 4972">
              <a:extLst>
                <a:ext uri="{FF2B5EF4-FFF2-40B4-BE49-F238E27FC236}">
                  <a16:creationId xmlns:a16="http://schemas.microsoft.com/office/drawing/2014/main" id="{ACC8BF3B-C85B-4865-8EF3-95D7E4766641}"/>
                </a:ext>
              </a:extLst>
            </p:cNvPr>
            <p:cNvSpPr/>
            <p:nvPr/>
          </p:nvSpPr>
          <p:spPr>
            <a:xfrm>
              <a:off x="5731775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4" name="타원 4973">
              <a:extLst>
                <a:ext uri="{FF2B5EF4-FFF2-40B4-BE49-F238E27FC236}">
                  <a16:creationId xmlns:a16="http://schemas.microsoft.com/office/drawing/2014/main" id="{7B0F3CC3-5BC6-4ADE-AC28-6F2F66CFF227}"/>
                </a:ext>
              </a:extLst>
            </p:cNvPr>
            <p:cNvSpPr/>
            <p:nvPr/>
          </p:nvSpPr>
          <p:spPr>
            <a:xfrm>
              <a:off x="245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5" name="타원 4974">
              <a:extLst>
                <a:ext uri="{FF2B5EF4-FFF2-40B4-BE49-F238E27FC236}">
                  <a16:creationId xmlns:a16="http://schemas.microsoft.com/office/drawing/2014/main" id="{87DD0459-4FF2-414C-BEE0-7F79A06EF3E2}"/>
                </a:ext>
              </a:extLst>
            </p:cNvPr>
            <p:cNvSpPr/>
            <p:nvPr/>
          </p:nvSpPr>
          <p:spPr>
            <a:xfrm>
              <a:off x="397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6" name="타원 4975">
              <a:extLst>
                <a:ext uri="{FF2B5EF4-FFF2-40B4-BE49-F238E27FC236}">
                  <a16:creationId xmlns:a16="http://schemas.microsoft.com/office/drawing/2014/main" id="{91AEBECE-3327-4076-9104-6F86B3499865}"/>
                </a:ext>
              </a:extLst>
            </p:cNvPr>
            <p:cNvSpPr/>
            <p:nvPr/>
          </p:nvSpPr>
          <p:spPr>
            <a:xfrm>
              <a:off x="550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7" name="타원 4976">
              <a:extLst>
                <a:ext uri="{FF2B5EF4-FFF2-40B4-BE49-F238E27FC236}">
                  <a16:creationId xmlns:a16="http://schemas.microsoft.com/office/drawing/2014/main" id="{D503C06E-B36F-4B17-B9F4-DDCC19650FDC}"/>
                </a:ext>
              </a:extLst>
            </p:cNvPr>
            <p:cNvSpPr/>
            <p:nvPr/>
          </p:nvSpPr>
          <p:spPr>
            <a:xfrm>
              <a:off x="702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8" name="타원 4977">
              <a:extLst>
                <a:ext uri="{FF2B5EF4-FFF2-40B4-BE49-F238E27FC236}">
                  <a16:creationId xmlns:a16="http://schemas.microsoft.com/office/drawing/2014/main" id="{43E8381D-F9AC-4F9E-AD2B-C03760E7D527}"/>
                </a:ext>
              </a:extLst>
            </p:cNvPr>
            <p:cNvSpPr/>
            <p:nvPr/>
          </p:nvSpPr>
          <p:spPr>
            <a:xfrm>
              <a:off x="854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79" name="타원 4978">
              <a:extLst>
                <a:ext uri="{FF2B5EF4-FFF2-40B4-BE49-F238E27FC236}">
                  <a16:creationId xmlns:a16="http://schemas.microsoft.com/office/drawing/2014/main" id="{1B8AFC30-DB2C-40BF-A748-5BE63583235E}"/>
                </a:ext>
              </a:extLst>
            </p:cNvPr>
            <p:cNvSpPr/>
            <p:nvPr/>
          </p:nvSpPr>
          <p:spPr>
            <a:xfrm>
              <a:off x="1007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0" name="타원 4979">
              <a:extLst>
                <a:ext uri="{FF2B5EF4-FFF2-40B4-BE49-F238E27FC236}">
                  <a16:creationId xmlns:a16="http://schemas.microsoft.com/office/drawing/2014/main" id="{A1A51F3E-6DC1-4118-8689-72E44CABA03C}"/>
                </a:ext>
              </a:extLst>
            </p:cNvPr>
            <p:cNvSpPr/>
            <p:nvPr/>
          </p:nvSpPr>
          <p:spPr>
            <a:xfrm>
              <a:off x="1159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1" name="타원 4980">
              <a:extLst>
                <a:ext uri="{FF2B5EF4-FFF2-40B4-BE49-F238E27FC236}">
                  <a16:creationId xmlns:a16="http://schemas.microsoft.com/office/drawing/2014/main" id="{0E32DF7C-8003-423C-82D5-2975924AE123}"/>
                </a:ext>
              </a:extLst>
            </p:cNvPr>
            <p:cNvSpPr/>
            <p:nvPr/>
          </p:nvSpPr>
          <p:spPr>
            <a:xfrm>
              <a:off x="1312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2" name="타원 4981">
              <a:extLst>
                <a:ext uri="{FF2B5EF4-FFF2-40B4-BE49-F238E27FC236}">
                  <a16:creationId xmlns:a16="http://schemas.microsoft.com/office/drawing/2014/main" id="{DC2BBD62-AE30-4C15-A77E-AE6115F8F1CE}"/>
                </a:ext>
              </a:extLst>
            </p:cNvPr>
            <p:cNvSpPr/>
            <p:nvPr/>
          </p:nvSpPr>
          <p:spPr>
            <a:xfrm>
              <a:off x="1464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3" name="타원 4982">
              <a:extLst>
                <a:ext uri="{FF2B5EF4-FFF2-40B4-BE49-F238E27FC236}">
                  <a16:creationId xmlns:a16="http://schemas.microsoft.com/office/drawing/2014/main" id="{6777BDC8-B545-4132-88E5-1B07025F1A4E}"/>
                </a:ext>
              </a:extLst>
            </p:cNvPr>
            <p:cNvSpPr/>
            <p:nvPr/>
          </p:nvSpPr>
          <p:spPr>
            <a:xfrm>
              <a:off x="1616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4" name="타원 4983">
              <a:extLst>
                <a:ext uri="{FF2B5EF4-FFF2-40B4-BE49-F238E27FC236}">
                  <a16:creationId xmlns:a16="http://schemas.microsoft.com/office/drawing/2014/main" id="{563BC840-851B-4F89-85EC-00203BA5D314}"/>
                </a:ext>
              </a:extLst>
            </p:cNvPr>
            <p:cNvSpPr/>
            <p:nvPr/>
          </p:nvSpPr>
          <p:spPr>
            <a:xfrm>
              <a:off x="1769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5" name="타원 4984">
              <a:extLst>
                <a:ext uri="{FF2B5EF4-FFF2-40B4-BE49-F238E27FC236}">
                  <a16:creationId xmlns:a16="http://schemas.microsoft.com/office/drawing/2014/main" id="{4AF87AC6-D95E-476E-A968-DE3D19E97F1C}"/>
                </a:ext>
              </a:extLst>
            </p:cNvPr>
            <p:cNvSpPr/>
            <p:nvPr/>
          </p:nvSpPr>
          <p:spPr>
            <a:xfrm>
              <a:off x="1921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6" name="타원 4985">
              <a:extLst>
                <a:ext uri="{FF2B5EF4-FFF2-40B4-BE49-F238E27FC236}">
                  <a16:creationId xmlns:a16="http://schemas.microsoft.com/office/drawing/2014/main" id="{96DBE368-B5B7-4C5F-A25D-7E98D8B236B8}"/>
                </a:ext>
              </a:extLst>
            </p:cNvPr>
            <p:cNvSpPr/>
            <p:nvPr/>
          </p:nvSpPr>
          <p:spPr>
            <a:xfrm>
              <a:off x="2074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7" name="타원 4986">
              <a:extLst>
                <a:ext uri="{FF2B5EF4-FFF2-40B4-BE49-F238E27FC236}">
                  <a16:creationId xmlns:a16="http://schemas.microsoft.com/office/drawing/2014/main" id="{C4E4AA27-D022-4882-BDA1-8D4D1FC45ECC}"/>
                </a:ext>
              </a:extLst>
            </p:cNvPr>
            <p:cNvSpPr/>
            <p:nvPr/>
          </p:nvSpPr>
          <p:spPr>
            <a:xfrm>
              <a:off x="2226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8" name="타원 4987">
              <a:extLst>
                <a:ext uri="{FF2B5EF4-FFF2-40B4-BE49-F238E27FC236}">
                  <a16:creationId xmlns:a16="http://schemas.microsoft.com/office/drawing/2014/main" id="{7AC85FF9-5B3D-4454-8745-335F2B98D2F0}"/>
                </a:ext>
              </a:extLst>
            </p:cNvPr>
            <p:cNvSpPr/>
            <p:nvPr/>
          </p:nvSpPr>
          <p:spPr>
            <a:xfrm>
              <a:off x="2378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89" name="타원 4988">
              <a:extLst>
                <a:ext uri="{FF2B5EF4-FFF2-40B4-BE49-F238E27FC236}">
                  <a16:creationId xmlns:a16="http://schemas.microsoft.com/office/drawing/2014/main" id="{8CCFA9DE-1DF1-4BB9-8222-4BE4B02642C3}"/>
                </a:ext>
              </a:extLst>
            </p:cNvPr>
            <p:cNvSpPr/>
            <p:nvPr/>
          </p:nvSpPr>
          <p:spPr>
            <a:xfrm>
              <a:off x="2531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0" name="타원 4989">
              <a:extLst>
                <a:ext uri="{FF2B5EF4-FFF2-40B4-BE49-F238E27FC236}">
                  <a16:creationId xmlns:a16="http://schemas.microsoft.com/office/drawing/2014/main" id="{A1FBF916-4D5C-40FD-B98A-EFB242424418}"/>
                </a:ext>
              </a:extLst>
            </p:cNvPr>
            <p:cNvSpPr/>
            <p:nvPr/>
          </p:nvSpPr>
          <p:spPr>
            <a:xfrm>
              <a:off x="2683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1" name="타원 4990">
              <a:extLst>
                <a:ext uri="{FF2B5EF4-FFF2-40B4-BE49-F238E27FC236}">
                  <a16:creationId xmlns:a16="http://schemas.microsoft.com/office/drawing/2014/main" id="{3205E6F9-DF51-4C45-BE85-1DB7457C4E1B}"/>
                </a:ext>
              </a:extLst>
            </p:cNvPr>
            <p:cNvSpPr/>
            <p:nvPr/>
          </p:nvSpPr>
          <p:spPr>
            <a:xfrm>
              <a:off x="2836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2" name="타원 4991">
              <a:extLst>
                <a:ext uri="{FF2B5EF4-FFF2-40B4-BE49-F238E27FC236}">
                  <a16:creationId xmlns:a16="http://schemas.microsoft.com/office/drawing/2014/main" id="{A7B18503-FE87-4F2B-B77E-75CB5937D1F8}"/>
                </a:ext>
              </a:extLst>
            </p:cNvPr>
            <p:cNvSpPr/>
            <p:nvPr/>
          </p:nvSpPr>
          <p:spPr>
            <a:xfrm>
              <a:off x="2988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3" name="타원 4992">
              <a:extLst>
                <a:ext uri="{FF2B5EF4-FFF2-40B4-BE49-F238E27FC236}">
                  <a16:creationId xmlns:a16="http://schemas.microsoft.com/office/drawing/2014/main" id="{2F051AD0-BCA2-4E0E-900C-CB197785DFFA}"/>
                </a:ext>
              </a:extLst>
            </p:cNvPr>
            <p:cNvSpPr/>
            <p:nvPr/>
          </p:nvSpPr>
          <p:spPr>
            <a:xfrm>
              <a:off x="3140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4" name="타원 4993">
              <a:extLst>
                <a:ext uri="{FF2B5EF4-FFF2-40B4-BE49-F238E27FC236}">
                  <a16:creationId xmlns:a16="http://schemas.microsoft.com/office/drawing/2014/main" id="{7E7276EC-FE32-4588-A605-BFCA278570EC}"/>
                </a:ext>
              </a:extLst>
            </p:cNvPr>
            <p:cNvSpPr/>
            <p:nvPr/>
          </p:nvSpPr>
          <p:spPr>
            <a:xfrm>
              <a:off x="3293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5" name="타원 4994">
              <a:extLst>
                <a:ext uri="{FF2B5EF4-FFF2-40B4-BE49-F238E27FC236}">
                  <a16:creationId xmlns:a16="http://schemas.microsoft.com/office/drawing/2014/main" id="{5ABA835C-EA25-484D-BBCE-DBCC7CAA223E}"/>
                </a:ext>
              </a:extLst>
            </p:cNvPr>
            <p:cNvSpPr/>
            <p:nvPr/>
          </p:nvSpPr>
          <p:spPr>
            <a:xfrm>
              <a:off x="3445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6" name="타원 4995">
              <a:extLst>
                <a:ext uri="{FF2B5EF4-FFF2-40B4-BE49-F238E27FC236}">
                  <a16:creationId xmlns:a16="http://schemas.microsoft.com/office/drawing/2014/main" id="{B78BC3C4-8B96-4BF8-96CA-DC2342B67AAA}"/>
                </a:ext>
              </a:extLst>
            </p:cNvPr>
            <p:cNvSpPr/>
            <p:nvPr/>
          </p:nvSpPr>
          <p:spPr>
            <a:xfrm>
              <a:off x="3598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7" name="타원 4996">
              <a:extLst>
                <a:ext uri="{FF2B5EF4-FFF2-40B4-BE49-F238E27FC236}">
                  <a16:creationId xmlns:a16="http://schemas.microsoft.com/office/drawing/2014/main" id="{502C597A-59A5-4455-93FF-95CCFEEBE780}"/>
                </a:ext>
              </a:extLst>
            </p:cNvPr>
            <p:cNvSpPr/>
            <p:nvPr/>
          </p:nvSpPr>
          <p:spPr>
            <a:xfrm>
              <a:off x="3750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8" name="타원 4997">
              <a:extLst>
                <a:ext uri="{FF2B5EF4-FFF2-40B4-BE49-F238E27FC236}">
                  <a16:creationId xmlns:a16="http://schemas.microsoft.com/office/drawing/2014/main" id="{B30E83FD-7DA0-4FEF-AD6D-901FDFF546CB}"/>
                </a:ext>
              </a:extLst>
            </p:cNvPr>
            <p:cNvSpPr/>
            <p:nvPr/>
          </p:nvSpPr>
          <p:spPr>
            <a:xfrm>
              <a:off x="3902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99" name="타원 4998">
              <a:extLst>
                <a:ext uri="{FF2B5EF4-FFF2-40B4-BE49-F238E27FC236}">
                  <a16:creationId xmlns:a16="http://schemas.microsoft.com/office/drawing/2014/main" id="{19EB6830-9C12-437F-A5A2-5F48F543EE5C}"/>
                </a:ext>
              </a:extLst>
            </p:cNvPr>
            <p:cNvSpPr/>
            <p:nvPr/>
          </p:nvSpPr>
          <p:spPr>
            <a:xfrm>
              <a:off x="4055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0" name="타원 4999">
              <a:extLst>
                <a:ext uri="{FF2B5EF4-FFF2-40B4-BE49-F238E27FC236}">
                  <a16:creationId xmlns:a16="http://schemas.microsoft.com/office/drawing/2014/main" id="{A5A49B85-012A-4DA7-90D5-D9809E345A56}"/>
                </a:ext>
              </a:extLst>
            </p:cNvPr>
            <p:cNvSpPr/>
            <p:nvPr/>
          </p:nvSpPr>
          <p:spPr>
            <a:xfrm>
              <a:off x="4207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1" name="타원 5000">
              <a:extLst>
                <a:ext uri="{FF2B5EF4-FFF2-40B4-BE49-F238E27FC236}">
                  <a16:creationId xmlns:a16="http://schemas.microsoft.com/office/drawing/2014/main" id="{6ED30FCA-A481-4405-A6ED-C608378AF302}"/>
                </a:ext>
              </a:extLst>
            </p:cNvPr>
            <p:cNvSpPr/>
            <p:nvPr/>
          </p:nvSpPr>
          <p:spPr>
            <a:xfrm>
              <a:off x="4360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2" name="타원 5001">
              <a:extLst>
                <a:ext uri="{FF2B5EF4-FFF2-40B4-BE49-F238E27FC236}">
                  <a16:creationId xmlns:a16="http://schemas.microsoft.com/office/drawing/2014/main" id="{406B5ED9-DD4B-4FD1-B7B0-FD290401632F}"/>
                </a:ext>
              </a:extLst>
            </p:cNvPr>
            <p:cNvSpPr/>
            <p:nvPr/>
          </p:nvSpPr>
          <p:spPr>
            <a:xfrm>
              <a:off x="4512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3" name="타원 5002">
              <a:extLst>
                <a:ext uri="{FF2B5EF4-FFF2-40B4-BE49-F238E27FC236}">
                  <a16:creationId xmlns:a16="http://schemas.microsoft.com/office/drawing/2014/main" id="{13C3DFD3-48F1-46E0-81A6-E015E37A720D}"/>
                </a:ext>
              </a:extLst>
            </p:cNvPr>
            <p:cNvSpPr/>
            <p:nvPr/>
          </p:nvSpPr>
          <p:spPr>
            <a:xfrm>
              <a:off x="4664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4" name="타원 5003">
              <a:extLst>
                <a:ext uri="{FF2B5EF4-FFF2-40B4-BE49-F238E27FC236}">
                  <a16:creationId xmlns:a16="http://schemas.microsoft.com/office/drawing/2014/main" id="{6E718618-49D9-4E38-99E9-0CAE250AFA7C}"/>
                </a:ext>
              </a:extLst>
            </p:cNvPr>
            <p:cNvSpPr/>
            <p:nvPr/>
          </p:nvSpPr>
          <p:spPr>
            <a:xfrm>
              <a:off x="4817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5" name="타원 5004">
              <a:extLst>
                <a:ext uri="{FF2B5EF4-FFF2-40B4-BE49-F238E27FC236}">
                  <a16:creationId xmlns:a16="http://schemas.microsoft.com/office/drawing/2014/main" id="{FD35D7AC-5E75-44AC-AC7F-B8B92BF9A0C7}"/>
                </a:ext>
              </a:extLst>
            </p:cNvPr>
            <p:cNvSpPr/>
            <p:nvPr/>
          </p:nvSpPr>
          <p:spPr>
            <a:xfrm>
              <a:off x="4969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6" name="타원 5005">
              <a:extLst>
                <a:ext uri="{FF2B5EF4-FFF2-40B4-BE49-F238E27FC236}">
                  <a16:creationId xmlns:a16="http://schemas.microsoft.com/office/drawing/2014/main" id="{3E081149-78AD-4A0B-93E8-059FE5A8F12C}"/>
                </a:ext>
              </a:extLst>
            </p:cNvPr>
            <p:cNvSpPr/>
            <p:nvPr/>
          </p:nvSpPr>
          <p:spPr>
            <a:xfrm>
              <a:off x="51221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7" name="타원 5006">
              <a:extLst>
                <a:ext uri="{FF2B5EF4-FFF2-40B4-BE49-F238E27FC236}">
                  <a16:creationId xmlns:a16="http://schemas.microsoft.com/office/drawing/2014/main" id="{6C13F494-40FD-42B5-BDD1-B84191297FEA}"/>
                </a:ext>
              </a:extLst>
            </p:cNvPr>
            <p:cNvSpPr/>
            <p:nvPr/>
          </p:nvSpPr>
          <p:spPr>
            <a:xfrm>
              <a:off x="52745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8" name="타원 5007">
              <a:extLst>
                <a:ext uri="{FF2B5EF4-FFF2-40B4-BE49-F238E27FC236}">
                  <a16:creationId xmlns:a16="http://schemas.microsoft.com/office/drawing/2014/main" id="{3D67F189-B5D3-4EE3-80D2-7AAE3F95A79D}"/>
                </a:ext>
              </a:extLst>
            </p:cNvPr>
            <p:cNvSpPr/>
            <p:nvPr/>
          </p:nvSpPr>
          <p:spPr>
            <a:xfrm>
              <a:off x="54269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09" name="타원 5008">
              <a:extLst>
                <a:ext uri="{FF2B5EF4-FFF2-40B4-BE49-F238E27FC236}">
                  <a16:creationId xmlns:a16="http://schemas.microsoft.com/office/drawing/2014/main" id="{4D2D94DB-3BF0-4324-84B5-19D6DF876B39}"/>
                </a:ext>
              </a:extLst>
            </p:cNvPr>
            <p:cNvSpPr/>
            <p:nvPr/>
          </p:nvSpPr>
          <p:spPr>
            <a:xfrm>
              <a:off x="55793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0" name="타원 5009">
              <a:extLst>
                <a:ext uri="{FF2B5EF4-FFF2-40B4-BE49-F238E27FC236}">
                  <a16:creationId xmlns:a16="http://schemas.microsoft.com/office/drawing/2014/main" id="{54A909AE-DDFA-4BB6-985F-5AC8B1D69562}"/>
                </a:ext>
              </a:extLst>
            </p:cNvPr>
            <p:cNvSpPr/>
            <p:nvPr/>
          </p:nvSpPr>
          <p:spPr>
            <a:xfrm>
              <a:off x="5731775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1" name="타원 5010">
              <a:extLst>
                <a:ext uri="{FF2B5EF4-FFF2-40B4-BE49-F238E27FC236}">
                  <a16:creationId xmlns:a16="http://schemas.microsoft.com/office/drawing/2014/main" id="{61BE3C50-4BC8-46F6-BA13-2430DBBF6BA7}"/>
                </a:ext>
              </a:extLst>
            </p:cNvPr>
            <p:cNvSpPr/>
            <p:nvPr/>
          </p:nvSpPr>
          <p:spPr>
            <a:xfrm>
              <a:off x="245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2" name="타원 5011">
              <a:extLst>
                <a:ext uri="{FF2B5EF4-FFF2-40B4-BE49-F238E27FC236}">
                  <a16:creationId xmlns:a16="http://schemas.microsoft.com/office/drawing/2014/main" id="{B46245E2-713C-42F7-942A-7EBBF45F2C8C}"/>
                </a:ext>
              </a:extLst>
            </p:cNvPr>
            <p:cNvSpPr/>
            <p:nvPr/>
          </p:nvSpPr>
          <p:spPr>
            <a:xfrm>
              <a:off x="397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3" name="타원 5012">
              <a:extLst>
                <a:ext uri="{FF2B5EF4-FFF2-40B4-BE49-F238E27FC236}">
                  <a16:creationId xmlns:a16="http://schemas.microsoft.com/office/drawing/2014/main" id="{1E38E014-37C1-42F3-9B56-77474056B602}"/>
                </a:ext>
              </a:extLst>
            </p:cNvPr>
            <p:cNvSpPr/>
            <p:nvPr/>
          </p:nvSpPr>
          <p:spPr>
            <a:xfrm>
              <a:off x="550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4" name="타원 5013">
              <a:extLst>
                <a:ext uri="{FF2B5EF4-FFF2-40B4-BE49-F238E27FC236}">
                  <a16:creationId xmlns:a16="http://schemas.microsoft.com/office/drawing/2014/main" id="{CF3863DA-B704-46B8-983B-1FA5D4A8C34A}"/>
                </a:ext>
              </a:extLst>
            </p:cNvPr>
            <p:cNvSpPr/>
            <p:nvPr/>
          </p:nvSpPr>
          <p:spPr>
            <a:xfrm>
              <a:off x="702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5" name="타원 5014">
              <a:extLst>
                <a:ext uri="{FF2B5EF4-FFF2-40B4-BE49-F238E27FC236}">
                  <a16:creationId xmlns:a16="http://schemas.microsoft.com/office/drawing/2014/main" id="{984E50B9-DC1D-43E6-8F3E-33654301C249}"/>
                </a:ext>
              </a:extLst>
            </p:cNvPr>
            <p:cNvSpPr/>
            <p:nvPr/>
          </p:nvSpPr>
          <p:spPr>
            <a:xfrm>
              <a:off x="854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6" name="타원 5015">
              <a:extLst>
                <a:ext uri="{FF2B5EF4-FFF2-40B4-BE49-F238E27FC236}">
                  <a16:creationId xmlns:a16="http://schemas.microsoft.com/office/drawing/2014/main" id="{1E6BCDEC-0DAE-4D52-BC45-88FFF1930B17}"/>
                </a:ext>
              </a:extLst>
            </p:cNvPr>
            <p:cNvSpPr/>
            <p:nvPr/>
          </p:nvSpPr>
          <p:spPr>
            <a:xfrm>
              <a:off x="1007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7" name="타원 5016">
              <a:extLst>
                <a:ext uri="{FF2B5EF4-FFF2-40B4-BE49-F238E27FC236}">
                  <a16:creationId xmlns:a16="http://schemas.microsoft.com/office/drawing/2014/main" id="{800C0007-C73B-4098-B377-93AC0F3F09FF}"/>
                </a:ext>
              </a:extLst>
            </p:cNvPr>
            <p:cNvSpPr/>
            <p:nvPr/>
          </p:nvSpPr>
          <p:spPr>
            <a:xfrm>
              <a:off x="1159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8" name="타원 5017">
              <a:extLst>
                <a:ext uri="{FF2B5EF4-FFF2-40B4-BE49-F238E27FC236}">
                  <a16:creationId xmlns:a16="http://schemas.microsoft.com/office/drawing/2014/main" id="{215D2788-21D0-4CC6-8C3F-7F7D03DDF54A}"/>
                </a:ext>
              </a:extLst>
            </p:cNvPr>
            <p:cNvSpPr/>
            <p:nvPr/>
          </p:nvSpPr>
          <p:spPr>
            <a:xfrm>
              <a:off x="1312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9" name="타원 5018">
              <a:extLst>
                <a:ext uri="{FF2B5EF4-FFF2-40B4-BE49-F238E27FC236}">
                  <a16:creationId xmlns:a16="http://schemas.microsoft.com/office/drawing/2014/main" id="{E6ACAE52-1A0E-4481-A6BD-24806B90863F}"/>
                </a:ext>
              </a:extLst>
            </p:cNvPr>
            <p:cNvSpPr/>
            <p:nvPr/>
          </p:nvSpPr>
          <p:spPr>
            <a:xfrm>
              <a:off x="1464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0" name="타원 5019">
              <a:extLst>
                <a:ext uri="{FF2B5EF4-FFF2-40B4-BE49-F238E27FC236}">
                  <a16:creationId xmlns:a16="http://schemas.microsoft.com/office/drawing/2014/main" id="{8D0729E3-6053-4AC6-BF7C-EC7C8E5BB21E}"/>
                </a:ext>
              </a:extLst>
            </p:cNvPr>
            <p:cNvSpPr/>
            <p:nvPr/>
          </p:nvSpPr>
          <p:spPr>
            <a:xfrm>
              <a:off x="1616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1" name="타원 5020">
              <a:extLst>
                <a:ext uri="{FF2B5EF4-FFF2-40B4-BE49-F238E27FC236}">
                  <a16:creationId xmlns:a16="http://schemas.microsoft.com/office/drawing/2014/main" id="{A9C7F8B5-B68F-422F-914A-99E4168D3492}"/>
                </a:ext>
              </a:extLst>
            </p:cNvPr>
            <p:cNvSpPr/>
            <p:nvPr/>
          </p:nvSpPr>
          <p:spPr>
            <a:xfrm>
              <a:off x="1769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2" name="타원 5021">
              <a:extLst>
                <a:ext uri="{FF2B5EF4-FFF2-40B4-BE49-F238E27FC236}">
                  <a16:creationId xmlns:a16="http://schemas.microsoft.com/office/drawing/2014/main" id="{C8C2F043-3227-456E-8A0B-F0726CB47668}"/>
                </a:ext>
              </a:extLst>
            </p:cNvPr>
            <p:cNvSpPr/>
            <p:nvPr/>
          </p:nvSpPr>
          <p:spPr>
            <a:xfrm>
              <a:off x="1921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3" name="타원 5022">
              <a:extLst>
                <a:ext uri="{FF2B5EF4-FFF2-40B4-BE49-F238E27FC236}">
                  <a16:creationId xmlns:a16="http://schemas.microsoft.com/office/drawing/2014/main" id="{093F0975-0048-4ED1-9986-8B7C4C5A5E3C}"/>
                </a:ext>
              </a:extLst>
            </p:cNvPr>
            <p:cNvSpPr/>
            <p:nvPr/>
          </p:nvSpPr>
          <p:spPr>
            <a:xfrm>
              <a:off x="2074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4" name="타원 5023">
              <a:extLst>
                <a:ext uri="{FF2B5EF4-FFF2-40B4-BE49-F238E27FC236}">
                  <a16:creationId xmlns:a16="http://schemas.microsoft.com/office/drawing/2014/main" id="{C3A4D664-F41B-4150-AAF5-9A88EB901B09}"/>
                </a:ext>
              </a:extLst>
            </p:cNvPr>
            <p:cNvSpPr/>
            <p:nvPr/>
          </p:nvSpPr>
          <p:spPr>
            <a:xfrm>
              <a:off x="2226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5" name="타원 5024">
              <a:extLst>
                <a:ext uri="{FF2B5EF4-FFF2-40B4-BE49-F238E27FC236}">
                  <a16:creationId xmlns:a16="http://schemas.microsoft.com/office/drawing/2014/main" id="{5E9AA8F5-ADC7-48EF-944B-F4AD4D6D7E18}"/>
                </a:ext>
              </a:extLst>
            </p:cNvPr>
            <p:cNvSpPr/>
            <p:nvPr/>
          </p:nvSpPr>
          <p:spPr>
            <a:xfrm>
              <a:off x="2378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6" name="타원 5025">
              <a:extLst>
                <a:ext uri="{FF2B5EF4-FFF2-40B4-BE49-F238E27FC236}">
                  <a16:creationId xmlns:a16="http://schemas.microsoft.com/office/drawing/2014/main" id="{A65F9161-2747-482A-B806-6AF2F6FA9C81}"/>
                </a:ext>
              </a:extLst>
            </p:cNvPr>
            <p:cNvSpPr/>
            <p:nvPr/>
          </p:nvSpPr>
          <p:spPr>
            <a:xfrm>
              <a:off x="2531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7" name="타원 5026">
              <a:extLst>
                <a:ext uri="{FF2B5EF4-FFF2-40B4-BE49-F238E27FC236}">
                  <a16:creationId xmlns:a16="http://schemas.microsoft.com/office/drawing/2014/main" id="{A46617A5-B517-4410-987E-B63A9D3B537F}"/>
                </a:ext>
              </a:extLst>
            </p:cNvPr>
            <p:cNvSpPr/>
            <p:nvPr/>
          </p:nvSpPr>
          <p:spPr>
            <a:xfrm>
              <a:off x="2683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8" name="타원 5027">
              <a:extLst>
                <a:ext uri="{FF2B5EF4-FFF2-40B4-BE49-F238E27FC236}">
                  <a16:creationId xmlns:a16="http://schemas.microsoft.com/office/drawing/2014/main" id="{3BBFE529-703E-49B4-8F1E-DB8508E931F2}"/>
                </a:ext>
              </a:extLst>
            </p:cNvPr>
            <p:cNvSpPr/>
            <p:nvPr/>
          </p:nvSpPr>
          <p:spPr>
            <a:xfrm>
              <a:off x="2836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29" name="타원 5028">
              <a:extLst>
                <a:ext uri="{FF2B5EF4-FFF2-40B4-BE49-F238E27FC236}">
                  <a16:creationId xmlns:a16="http://schemas.microsoft.com/office/drawing/2014/main" id="{FBFC49B2-1456-473E-AA46-99923637101C}"/>
                </a:ext>
              </a:extLst>
            </p:cNvPr>
            <p:cNvSpPr/>
            <p:nvPr/>
          </p:nvSpPr>
          <p:spPr>
            <a:xfrm>
              <a:off x="2988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0" name="타원 5029">
              <a:extLst>
                <a:ext uri="{FF2B5EF4-FFF2-40B4-BE49-F238E27FC236}">
                  <a16:creationId xmlns:a16="http://schemas.microsoft.com/office/drawing/2014/main" id="{AE1FC934-45B3-456E-AA38-07F6E5CF77A5}"/>
                </a:ext>
              </a:extLst>
            </p:cNvPr>
            <p:cNvSpPr/>
            <p:nvPr/>
          </p:nvSpPr>
          <p:spPr>
            <a:xfrm>
              <a:off x="3140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1" name="타원 5030">
              <a:extLst>
                <a:ext uri="{FF2B5EF4-FFF2-40B4-BE49-F238E27FC236}">
                  <a16:creationId xmlns:a16="http://schemas.microsoft.com/office/drawing/2014/main" id="{8A184659-AAB6-4DDB-A1F3-D3894794FEEE}"/>
                </a:ext>
              </a:extLst>
            </p:cNvPr>
            <p:cNvSpPr/>
            <p:nvPr/>
          </p:nvSpPr>
          <p:spPr>
            <a:xfrm>
              <a:off x="3293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2" name="타원 5031">
              <a:extLst>
                <a:ext uri="{FF2B5EF4-FFF2-40B4-BE49-F238E27FC236}">
                  <a16:creationId xmlns:a16="http://schemas.microsoft.com/office/drawing/2014/main" id="{A2E91A7A-CDDF-4C2E-929D-140F57FEE2D8}"/>
                </a:ext>
              </a:extLst>
            </p:cNvPr>
            <p:cNvSpPr/>
            <p:nvPr/>
          </p:nvSpPr>
          <p:spPr>
            <a:xfrm>
              <a:off x="3445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3" name="타원 5032">
              <a:extLst>
                <a:ext uri="{FF2B5EF4-FFF2-40B4-BE49-F238E27FC236}">
                  <a16:creationId xmlns:a16="http://schemas.microsoft.com/office/drawing/2014/main" id="{4D98AA87-EBEA-415B-BDFC-C73D27BC8F45}"/>
                </a:ext>
              </a:extLst>
            </p:cNvPr>
            <p:cNvSpPr/>
            <p:nvPr/>
          </p:nvSpPr>
          <p:spPr>
            <a:xfrm>
              <a:off x="3598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4" name="타원 5033">
              <a:extLst>
                <a:ext uri="{FF2B5EF4-FFF2-40B4-BE49-F238E27FC236}">
                  <a16:creationId xmlns:a16="http://schemas.microsoft.com/office/drawing/2014/main" id="{C7E5538F-4FFF-447A-AFDE-2CC39425BCEB}"/>
                </a:ext>
              </a:extLst>
            </p:cNvPr>
            <p:cNvSpPr/>
            <p:nvPr/>
          </p:nvSpPr>
          <p:spPr>
            <a:xfrm>
              <a:off x="3750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5" name="타원 5034">
              <a:extLst>
                <a:ext uri="{FF2B5EF4-FFF2-40B4-BE49-F238E27FC236}">
                  <a16:creationId xmlns:a16="http://schemas.microsoft.com/office/drawing/2014/main" id="{6233936E-AD41-4F93-950E-E8F9CBA70A8B}"/>
                </a:ext>
              </a:extLst>
            </p:cNvPr>
            <p:cNvSpPr/>
            <p:nvPr/>
          </p:nvSpPr>
          <p:spPr>
            <a:xfrm>
              <a:off x="3902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6" name="타원 5035">
              <a:extLst>
                <a:ext uri="{FF2B5EF4-FFF2-40B4-BE49-F238E27FC236}">
                  <a16:creationId xmlns:a16="http://schemas.microsoft.com/office/drawing/2014/main" id="{957D268D-AC63-4DBA-8140-8F282E8E5CF0}"/>
                </a:ext>
              </a:extLst>
            </p:cNvPr>
            <p:cNvSpPr/>
            <p:nvPr/>
          </p:nvSpPr>
          <p:spPr>
            <a:xfrm>
              <a:off x="4055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7" name="타원 5036">
              <a:extLst>
                <a:ext uri="{FF2B5EF4-FFF2-40B4-BE49-F238E27FC236}">
                  <a16:creationId xmlns:a16="http://schemas.microsoft.com/office/drawing/2014/main" id="{F49C7234-4944-414E-9DC6-0363D8FCB1E9}"/>
                </a:ext>
              </a:extLst>
            </p:cNvPr>
            <p:cNvSpPr/>
            <p:nvPr/>
          </p:nvSpPr>
          <p:spPr>
            <a:xfrm>
              <a:off x="4207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8" name="타원 5037">
              <a:extLst>
                <a:ext uri="{FF2B5EF4-FFF2-40B4-BE49-F238E27FC236}">
                  <a16:creationId xmlns:a16="http://schemas.microsoft.com/office/drawing/2014/main" id="{FFF10D3D-CCFE-4D78-9AF1-4C6CB8ECA41E}"/>
                </a:ext>
              </a:extLst>
            </p:cNvPr>
            <p:cNvSpPr/>
            <p:nvPr/>
          </p:nvSpPr>
          <p:spPr>
            <a:xfrm>
              <a:off x="4360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9" name="타원 5038">
              <a:extLst>
                <a:ext uri="{FF2B5EF4-FFF2-40B4-BE49-F238E27FC236}">
                  <a16:creationId xmlns:a16="http://schemas.microsoft.com/office/drawing/2014/main" id="{714CE6CA-BE36-4A7F-9E9A-4BFF29D0BC1C}"/>
                </a:ext>
              </a:extLst>
            </p:cNvPr>
            <p:cNvSpPr/>
            <p:nvPr/>
          </p:nvSpPr>
          <p:spPr>
            <a:xfrm>
              <a:off x="4512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0" name="타원 5039">
              <a:extLst>
                <a:ext uri="{FF2B5EF4-FFF2-40B4-BE49-F238E27FC236}">
                  <a16:creationId xmlns:a16="http://schemas.microsoft.com/office/drawing/2014/main" id="{E53C9C2A-3F73-4CDE-B0A4-C9B20AA18D81}"/>
                </a:ext>
              </a:extLst>
            </p:cNvPr>
            <p:cNvSpPr/>
            <p:nvPr/>
          </p:nvSpPr>
          <p:spPr>
            <a:xfrm>
              <a:off x="4664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1" name="타원 5040">
              <a:extLst>
                <a:ext uri="{FF2B5EF4-FFF2-40B4-BE49-F238E27FC236}">
                  <a16:creationId xmlns:a16="http://schemas.microsoft.com/office/drawing/2014/main" id="{0283E609-986C-4F60-9D4D-1D25C0C60AE5}"/>
                </a:ext>
              </a:extLst>
            </p:cNvPr>
            <p:cNvSpPr/>
            <p:nvPr/>
          </p:nvSpPr>
          <p:spPr>
            <a:xfrm>
              <a:off x="4817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2" name="타원 5041">
              <a:extLst>
                <a:ext uri="{FF2B5EF4-FFF2-40B4-BE49-F238E27FC236}">
                  <a16:creationId xmlns:a16="http://schemas.microsoft.com/office/drawing/2014/main" id="{247FE916-05E2-4E2E-AED2-63B680FB2A53}"/>
                </a:ext>
              </a:extLst>
            </p:cNvPr>
            <p:cNvSpPr/>
            <p:nvPr/>
          </p:nvSpPr>
          <p:spPr>
            <a:xfrm>
              <a:off x="4969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3" name="타원 5042">
              <a:extLst>
                <a:ext uri="{FF2B5EF4-FFF2-40B4-BE49-F238E27FC236}">
                  <a16:creationId xmlns:a16="http://schemas.microsoft.com/office/drawing/2014/main" id="{0C97C820-A7D4-4E04-B123-8662BCC006C0}"/>
                </a:ext>
              </a:extLst>
            </p:cNvPr>
            <p:cNvSpPr/>
            <p:nvPr/>
          </p:nvSpPr>
          <p:spPr>
            <a:xfrm>
              <a:off x="51221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4" name="타원 5043">
              <a:extLst>
                <a:ext uri="{FF2B5EF4-FFF2-40B4-BE49-F238E27FC236}">
                  <a16:creationId xmlns:a16="http://schemas.microsoft.com/office/drawing/2014/main" id="{6A174C35-83B2-48B6-AB1F-37060C724277}"/>
                </a:ext>
              </a:extLst>
            </p:cNvPr>
            <p:cNvSpPr/>
            <p:nvPr/>
          </p:nvSpPr>
          <p:spPr>
            <a:xfrm>
              <a:off x="52745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5" name="타원 5044">
              <a:extLst>
                <a:ext uri="{FF2B5EF4-FFF2-40B4-BE49-F238E27FC236}">
                  <a16:creationId xmlns:a16="http://schemas.microsoft.com/office/drawing/2014/main" id="{A49C5BE5-ED55-4DB7-86E9-3BE071FB862A}"/>
                </a:ext>
              </a:extLst>
            </p:cNvPr>
            <p:cNvSpPr/>
            <p:nvPr/>
          </p:nvSpPr>
          <p:spPr>
            <a:xfrm>
              <a:off x="54269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6" name="타원 5045">
              <a:extLst>
                <a:ext uri="{FF2B5EF4-FFF2-40B4-BE49-F238E27FC236}">
                  <a16:creationId xmlns:a16="http://schemas.microsoft.com/office/drawing/2014/main" id="{FBE38FF6-EEDD-4172-B2A4-D0593834BBDC}"/>
                </a:ext>
              </a:extLst>
            </p:cNvPr>
            <p:cNvSpPr/>
            <p:nvPr/>
          </p:nvSpPr>
          <p:spPr>
            <a:xfrm>
              <a:off x="55793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7" name="타원 5046">
              <a:extLst>
                <a:ext uri="{FF2B5EF4-FFF2-40B4-BE49-F238E27FC236}">
                  <a16:creationId xmlns:a16="http://schemas.microsoft.com/office/drawing/2014/main" id="{57CD86B0-7EEE-45A6-BFE4-27E8B85B2206}"/>
                </a:ext>
              </a:extLst>
            </p:cNvPr>
            <p:cNvSpPr/>
            <p:nvPr/>
          </p:nvSpPr>
          <p:spPr>
            <a:xfrm>
              <a:off x="5731775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8" name="타원 5047">
              <a:extLst>
                <a:ext uri="{FF2B5EF4-FFF2-40B4-BE49-F238E27FC236}">
                  <a16:creationId xmlns:a16="http://schemas.microsoft.com/office/drawing/2014/main" id="{887085C4-0E41-42BC-BAC7-5CC0758D25BE}"/>
                </a:ext>
              </a:extLst>
            </p:cNvPr>
            <p:cNvSpPr/>
            <p:nvPr/>
          </p:nvSpPr>
          <p:spPr>
            <a:xfrm>
              <a:off x="245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9" name="타원 5048">
              <a:extLst>
                <a:ext uri="{FF2B5EF4-FFF2-40B4-BE49-F238E27FC236}">
                  <a16:creationId xmlns:a16="http://schemas.microsoft.com/office/drawing/2014/main" id="{8335B604-970E-472C-890A-72A13E21EC9E}"/>
                </a:ext>
              </a:extLst>
            </p:cNvPr>
            <p:cNvSpPr/>
            <p:nvPr/>
          </p:nvSpPr>
          <p:spPr>
            <a:xfrm>
              <a:off x="397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0" name="타원 5049">
              <a:extLst>
                <a:ext uri="{FF2B5EF4-FFF2-40B4-BE49-F238E27FC236}">
                  <a16:creationId xmlns:a16="http://schemas.microsoft.com/office/drawing/2014/main" id="{9F0AE4AB-8FE9-45F9-B33E-75399A7D1949}"/>
                </a:ext>
              </a:extLst>
            </p:cNvPr>
            <p:cNvSpPr/>
            <p:nvPr/>
          </p:nvSpPr>
          <p:spPr>
            <a:xfrm>
              <a:off x="550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1" name="타원 5050">
              <a:extLst>
                <a:ext uri="{FF2B5EF4-FFF2-40B4-BE49-F238E27FC236}">
                  <a16:creationId xmlns:a16="http://schemas.microsoft.com/office/drawing/2014/main" id="{2F433569-C514-48A4-A74B-C639E5A549DD}"/>
                </a:ext>
              </a:extLst>
            </p:cNvPr>
            <p:cNvSpPr/>
            <p:nvPr/>
          </p:nvSpPr>
          <p:spPr>
            <a:xfrm>
              <a:off x="702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2" name="타원 5051">
              <a:extLst>
                <a:ext uri="{FF2B5EF4-FFF2-40B4-BE49-F238E27FC236}">
                  <a16:creationId xmlns:a16="http://schemas.microsoft.com/office/drawing/2014/main" id="{C16E927B-1957-40BC-AEDC-D5CBCAAAA1A5}"/>
                </a:ext>
              </a:extLst>
            </p:cNvPr>
            <p:cNvSpPr/>
            <p:nvPr/>
          </p:nvSpPr>
          <p:spPr>
            <a:xfrm>
              <a:off x="854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3" name="타원 5052">
              <a:extLst>
                <a:ext uri="{FF2B5EF4-FFF2-40B4-BE49-F238E27FC236}">
                  <a16:creationId xmlns:a16="http://schemas.microsoft.com/office/drawing/2014/main" id="{4F9AFA0B-A3C4-4E57-AE44-8F89F95086F0}"/>
                </a:ext>
              </a:extLst>
            </p:cNvPr>
            <p:cNvSpPr/>
            <p:nvPr/>
          </p:nvSpPr>
          <p:spPr>
            <a:xfrm>
              <a:off x="1007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4" name="타원 5053">
              <a:extLst>
                <a:ext uri="{FF2B5EF4-FFF2-40B4-BE49-F238E27FC236}">
                  <a16:creationId xmlns:a16="http://schemas.microsoft.com/office/drawing/2014/main" id="{6EC75443-6C15-4F03-BB90-AFB63883AB35}"/>
                </a:ext>
              </a:extLst>
            </p:cNvPr>
            <p:cNvSpPr/>
            <p:nvPr/>
          </p:nvSpPr>
          <p:spPr>
            <a:xfrm>
              <a:off x="1159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5" name="타원 5054">
              <a:extLst>
                <a:ext uri="{FF2B5EF4-FFF2-40B4-BE49-F238E27FC236}">
                  <a16:creationId xmlns:a16="http://schemas.microsoft.com/office/drawing/2014/main" id="{70B601A6-2F48-42EB-812F-DF4219D0F7FE}"/>
                </a:ext>
              </a:extLst>
            </p:cNvPr>
            <p:cNvSpPr/>
            <p:nvPr/>
          </p:nvSpPr>
          <p:spPr>
            <a:xfrm>
              <a:off x="1312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6" name="타원 5055">
              <a:extLst>
                <a:ext uri="{FF2B5EF4-FFF2-40B4-BE49-F238E27FC236}">
                  <a16:creationId xmlns:a16="http://schemas.microsoft.com/office/drawing/2014/main" id="{148928A8-7A9C-4528-97A7-F697DA1AF441}"/>
                </a:ext>
              </a:extLst>
            </p:cNvPr>
            <p:cNvSpPr/>
            <p:nvPr/>
          </p:nvSpPr>
          <p:spPr>
            <a:xfrm>
              <a:off x="1464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7" name="타원 5056">
              <a:extLst>
                <a:ext uri="{FF2B5EF4-FFF2-40B4-BE49-F238E27FC236}">
                  <a16:creationId xmlns:a16="http://schemas.microsoft.com/office/drawing/2014/main" id="{71B0A3CF-4F7B-475D-8E0E-12652D6C4F61}"/>
                </a:ext>
              </a:extLst>
            </p:cNvPr>
            <p:cNvSpPr/>
            <p:nvPr/>
          </p:nvSpPr>
          <p:spPr>
            <a:xfrm>
              <a:off x="1616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8" name="타원 5057">
              <a:extLst>
                <a:ext uri="{FF2B5EF4-FFF2-40B4-BE49-F238E27FC236}">
                  <a16:creationId xmlns:a16="http://schemas.microsoft.com/office/drawing/2014/main" id="{5FBCFC00-45D4-4EC7-AA50-E751392DD76D}"/>
                </a:ext>
              </a:extLst>
            </p:cNvPr>
            <p:cNvSpPr/>
            <p:nvPr/>
          </p:nvSpPr>
          <p:spPr>
            <a:xfrm>
              <a:off x="1769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9" name="타원 5058">
              <a:extLst>
                <a:ext uri="{FF2B5EF4-FFF2-40B4-BE49-F238E27FC236}">
                  <a16:creationId xmlns:a16="http://schemas.microsoft.com/office/drawing/2014/main" id="{ED49D170-0B94-4064-B510-1B4358FF9F56}"/>
                </a:ext>
              </a:extLst>
            </p:cNvPr>
            <p:cNvSpPr/>
            <p:nvPr/>
          </p:nvSpPr>
          <p:spPr>
            <a:xfrm>
              <a:off x="1921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0" name="타원 5059">
              <a:extLst>
                <a:ext uri="{FF2B5EF4-FFF2-40B4-BE49-F238E27FC236}">
                  <a16:creationId xmlns:a16="http://schemas.microsoft.com/office/drawing/2014/main" id="{E36C01C7-CA62-44B9-BC75-5F3B145FD22F}"/>
                </a:ext>
              </a:extLst>
            </p:cNvPr>
            <p:cNvSpPr/>
            <p:nvPr/>
          </p:nvSpPr>
          <p:spPr>
            <a:xfrm>
              <a:off x="2074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1" name="타원 5060">
              <a:extLst>
                <a:ext uri="{FF2B5EF4-FFF2-40B4-BE49-F238E27FC236}">
                  <a16:creationId xmlns:a16="http://schemas.microsoft.com/office/drawing/2014/main" id="{B11C1C69-E5E9-4F34-A79E-53743F5EA644}"/>
                </a:ext>
              </a:extLst>
            </p:cNvPr>
            <p:cNvSpPr/>
            <p:nvPr/>
          </p:nvSpPr>
          <p:spPr>
            <a:xfrm>
              <a:off x="2226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2" name="타원 5061">
              <a:extLst>
                <a:ext uri="{FF2B5EF4-FFF2-40B4-BE49-F238E27FC236}">
                  <a16:creationId xmlns:a16="http://schemas.microsoft.com/office/drawing/2014/main" id="{C21A9FE7-5AFD-4A78-99F9-866FCE356228}"/>
                </a:ext>
              </a:extLst>
            </p:cNvPr>
            <p:cNvSpPr/>
            <p:nvPr/>
          </p:nvSpPr>
          <p:spPr>
            <a:xfrm>
              <a:off x="2378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3" name="타원 5062">
              <a:extLst>
                <a:ext uri="{FF2B5EF4-FFF2-40B4-BE49-F238E27FC236}">
                  <a16:creationId xmlns:a16="http://schemas.microsoft.com/office/drawing/2014/main" id="{6831F15F-6A3D-4D91-8999-3C3B4B487AB0}"/>
                </a:ext>
              </a:extLst>
            </p:cNvPr>
            <p:cNvSpPr/>
            <p:nvPr/>
          </p:nvSpPr>
          <p:spPr>
            <a:xfrm>
              <a:off x="2531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4" name="타원 5063">
              <a:extLst>
                <a:ext uri="{FF2B5EF4-FFF2-40B4-BE49-F238E27FC236}">
                  <a16:creationId xmlns:a16="http://schemas.microsoft.com/office/drawing/2014/main" id="{0873E60B-BF4F-419E-8238-D1CD1C1FC503}"/>
                </a:ext>
              </a:extLst>
            </p:cNvPr>
            <p:cNvSpPr/>
            <p:nvPr/>
          </p:nvSpPr>
          <p:spPr>
            <a:xfrm>
              <a:off x="2683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5" name="타원 5064">
              <a:extLst>
                <a:ext uri="{FF2B5EF4-FFF2-40B4-BE49-F238E27FC236}">
                  <a16:creationId xmlns:a16="http://schemas.microsoft.com/office/drawing/2014/main" id="{BDD2E854-65D9-4052-8E02-85D08C34E212}"/>
                </a:ext>
              </a:extLst>
            </p:cNvPr>
            <p:cNvSpPr/>
            <p:nvPr/>
          </p:nvSpPr>
          <p:spPr>
            <a:xfrm>
              <a:off x="2836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6" name="타원 5065">
              <a:extLst>
                <a:ext uri="{FF2B5EF4-FFF2-40B4-BE49-F238E27FC236}">
                  <a16:creationId xmlns:a16="http://schemas.microsoft.com/office/drawing/2014/main" id="{05372A3A-AFB5-46BA-978D-607469919A17}"/>
                </a:ext>
              </a:extLst>
            </p:cNvPr>
            <p:cNvSpPr/>
            <p:nvPr/>
          </p:nvSpPr>
          <p:spPr>
            <a:xfrm>
              <a:off x="2988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7" name="타원 5066">
              <a:extLst>
                <a:ext uri="{FF2B5EF4-FFF2-40B4-BE49-F238E27FC236}">
                  <a16:creationId xmlns:a16="http://schemas.microsoft.com/office/drawing/2014/main" id="{549DA7D9-846A-400A-B20D-F983355D11FC}"/>
                </a:ext>
              </a:extLst>
            </p:cNvPr>
            <p:cNvSpPr/>
            <p:nvPr/>
          </p:nvSpPr>
          <p:spPr>
            <a:xfrm>
              <a:off x="3140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8" name="타원 5067">
              <a:extLst>
                <a:ext uri="{FF2B5EF4-FFF2-40B4-BE49-F238E27FC236}">
                  <a16:creationId xmlns:a16="http://schemas.microsoft.com/office/drawing/2014/main" id="{7920C048-C372-4AEF-A96E-EDB063F63619}"/>
                </a:ext>
              </a:extLst>
            </p:cNvPr>
            <p:cNvSpPr/>
            <p:nvPr/>
          </p:nvSpPr>
          <p:spPr>
            <a:xfrm>
              <a:off x="3293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69" name="타원 5068">
              <a:extLst>
                <a:ext uri="{FF2B5EF4-FFF2-40B4-BE49-F238E27FC236}">
                  <a16:creationId xmlns:a16="http://schemas.microsoft.com/office/drawing/2014/main" id="{26F785E8-7D47-4448-AB90-B2A9671C5E0C}"/>
                </a:ext>
              </a:extLst>
            </p:cNvPr>
            <p:cNvSpPr/>
            <p:nvPr/>
          </p:nvSpPr>
          <p:spPr>
            <a:xfrm>
              <a:off x="3445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0" name="타원 5069">
              <a:extLst>
                <a:ext uri="{FF2B5EF4-FFF2-40B4-BE49-F238E27FC236}">
                  <a16:creationId xmlns:a16="http://schemas.microsoft.com/office/drawing/2014/main" id="{5BFAC5B1-69E7-4696-861F-70FAC0E5FEDF}"/>
                </a:ext>
              </a:extLst>
            </p:cNvPr>
            <p:cNvSpPr/>
            <p:nvPr/>
          </p:nvSpPr>
          <p:spPr>
            <a:xfrm>
              <a:off x="3598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1" name="타원 5070">
              <a:extLst>
                <a:ext uri="{FF2B5EF4-FFF2-40B4-BE49-F238E27FC236}">
                  <a16:creationId xmlns:a16="http://schemas.microsoft.com/office/drawing/2014/main" id="{DF8694D0-75F3-49FB-B938-D699697CA732}"/>
                </a:ext>
              </a:extLst>
            </p:cNvPr>
            <p:cNvSpPr/>
            <p:nvPr/>
          </p:nvSpPr>
          <p:spPr>
            <a:xfrm>
              <a:off x="3750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2" name="타원 5071">
              <a:extLst>
                <a:ext uri="{FF2B5EF4-FFF2-40B4-BE49-F238E27FC236}">
                  <a16:creationId xmlns:a16="http://schemas.microsoft.com/office/drawing/2014/main" id="{26740E80-1A79-4B23-885B-5926179AE0AA}"/>
                </a:ext>
              </a:extLst>
            </p:cNvPr>
            <p:cNvSpPr/>
            <p:nvPr/>
          </p:nvSpPr>
          <p:spPr>
            <a:xfrm>
              <a:off x="3902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3" name="타원 5072">
              <a:extLst>
                <a:ext uri="{FF2B5EF4-FFF2-40B4-BE49-F238E27FC236}">
                  <a16:creationId xmlns:a16="http://schemas.microsoft.com/office/drawing/2014/main" id="{2E423734-47C3-4F80-A947-995C9ECF05A0}"/>
                </a:ext>
              </a:extLst>
            </p:cNvPr>
            <p:cNvSpPr/>
            <p:nvPr/>
          </p:nvSpPr>
          <p:spPr>
            <a:xfrm>
              <a:off x="4055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4" name="타원 5073">
              <a:extLst>
                <a:ext uri="{FF2B5EF4-FFF2-40B4-BE49-F238E27FC236}">
                  <a16:creationId xmlns:a16="http://schemas.microsoft.com/office/drawing/2014/main" id="{B6870E61-4146-491A-9245-D355D30F8002}"/>
                </a:ext>
              </a:extLst>
            </p:cNvPr>
            <p:cNvSpPr/>
            <p:nvPr/>
          </p:nvSpPr>
          <p:spPr>
            <a:xfrm>
              <a:off x="4207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5" name="타원 5074">
              <a:extLst>
                <a:ext uri="{FF2B5EF4-FFF2-40B4-BE49-F238E27FC236}">
                  <a16:creationId xmlns:a16="http://schemas.microsoft.com/office/drawing/2014/main" id="{D79B9365-B1C6-4A54-B9EF-D040ADBEEBF9}"/>
                </a:ext>
              </a:extLst>
            </p:cNvPr>
            <p:cNvSpPr/>
            <p:nvPr/>
          </p:nvSpPr>
          <p:spPr>
            <a:xfrm>
              <a:off x="4360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6" name="타원 5075">
              <a:extLst>
                <a:ext uri="{FF2B5EF4-FFF2-40B4-BE49-F238E27FC236}">
                  <a16:creationId xmlns:a16="http://schemas.microsoft.com/office/drawing/2014/main" id="{040AB253-6432-4DED-B358-C6ADD7CC425A}"/>
                </a:ext>
              </a:extLst>
            </p:cNvPr>
            <p:cNvSpPr/>
            <p:nvPr/>
          </p:nvSpPr>
          <p:spPr>
            <a:xfrm>
              <a:off x="4512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7" name="타원 5076">
              <a:extLst>
                <a:ext uri="{FF2B5EF4-FFF2-40B4-BE49-F238E27FC236}">
                  <a16:creationId xmlns:a16="http://schemas.microsoft.com/office/drawing/2014/main" id="{0738321F-F807-4444-AD19-F261E68DC816}"/>
                </a:ext>
              </a:extLst>
            </p:cNvPr>
            <p:cNvSpPr/>
            <p:nvPr/>
          </p:nvSpPr>
          <p:spPr>
            <a:xfrm>
              <a:off x="4664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8" name="타원 5077">
              <a:extLst>
                <a:ext uri="{FF2B5EF4-FFF2-40B4-BE49-F238E27FC236}">
                  <a16:creationId xmlns:a16="http://schemas.microsoft.com/office/drawing/2014/main" id="{65E2E9EC-AE1B-46C7-85CE-283D3DDC6055}"/>
                </a:ext>
              </a:extLst>
            </p:cNvPr>
            <p:cNvSpPr/>
            <p:nvPr/>
          </p:nvSpPr>
          <p:spPr>
            <a:xfrm>
              <a:off x="4817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9" name="타원 5078">
              <a:extLst>
                <a:ext uri="{FF2B5EF4-FFF2-40B4-BE49-F238E27FC236}">
                  <a16:creationId xmlns:a16="http://schemas.microsoft.com/office/drawing/2014/main" id="{488DBBAA-3C32-4F36-ADCC-A499A9EF25F4}"/>
                </a:ext>
              </a:extLst>
            </p:cNvPr>
            <p:cNvSpPr/>
            <p:nvPr/>
          </p:nvSpPr>
          <p:spPr>
            <a:xfrm>
              <a:off x="4969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80" name="타원 5079">
              <a:extLst>
                <a:ext uri="{FF2B5EF4-FFF2-40B4-BE49-F238E27FC236}">
                  <a16:creationId xmlns:a16="http://schemas.microsoft.com/office/drawing/2014/main" id="{0E2B13C3-BFAF-4C92-8B71-943B37F9CD85}"/>
                </a:ext>
              </a:extLst>
            </p:cNvPr>
            <p:cNvSpPr/>
            <p:nvPr/>
          </p:nvSpPr>
          <p:spPr>
            <a:xfrm>
              <a:off x="51221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81" name="타원 5080">
              <a:extLst>
                <a:ext uri="{FF2B5EF4-FFF2-40B4-BE49-F238E27FC236}">
                  <a16:creationId xmlns:a16="http://schemas.microsoft.com/office/drawing/2014/main" id="{40C44FDA-E71F-4357-B0EB-00668C948265}"/>
                </a:ext>
              </a:extLst>
            </p:cNvPr>
            <p:cNvSpPr/>
            <p:nvPr/>
          </p:nvSpPr>
          <p:spPr>
            <a:xfrm>
              <a:off x="52745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82" name="타원 5081">
              <a:extLst>
                <a:ext uri="{FF2B5EF4-FFF2-40B4-BE49-F238E27FC236}">
                  <a16:creationId xmlns:a16="http://schemas.microsoft.com/office/drawing/2014/main" id="{12531AC8-2D80-4F03-8FB5-430FBEBD4297}"/>
                </a:ext>
              </a:extLst>
            </p:cNvPr>
            <p:cNvSpPr/>
            <p:nvPr/>
          </p:nvSpPr>
          <p:spPr>
            <a:xfrm>
              <a:off x="54269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83" name="타원 5082">
              <a:extLst>
                <a:ext uri="{FF2B5EF4-FFF2-40B4-BE49-F238E27FC236}">
                  <a16:creationId xmlns:a16="http://schemas.microsoft.com/office/drawing/2014/main" id="{10F5D812-B98F-4BDC-BCDD-613491E6D666}"/>
                </a:ext>
              </a:extLst>
            </p:cNvPr>
            <p:cNvSpPr/>
            <p:nvPr/>
          </p:nvSpPr>
          <p:spPr>
            <a:xfrm>
              <a:off x="55793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84" name="타원 5083">
              <a:extLst>
                <a:ext uri="{FF2B5EF4-FFF2-40B4-BE49-F238E27FC236}">
                  <a16:creationId xmlns:a16="http://schemas.microsoft.com/office/drawing/2014/main" id="{1EA3C0D4-1906-4A90-AC7F-B4B07E308EE7}"/>
                </a:ext>
              </a:extLst>
            </p:cNvPr>
            <p:cNvSpPr/>
            <p:nvPr/>
          </p:nvSpPr>
          <p:spPr>
            <a:xfrm>
              <a:off x="5731775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23" name="타원 5122">
              <a:extLst>
                <a:ext uri="{FF2B5EF4-FFF2-40B4-BE49-F238E27FC236}">
                  <a16:creationId xmlns:a16="http://schemas.microsoft.com/office/drawing/2014/main" id="{F17562C3-4B25-40DB-9592-40BC44BD8229}"/>
                </a:ext>
              </a:extLst>
            </p:cNvPr>
            <p:cNvSpPr/>
            <p:nvPr/>
          </p:nvSpPr>
          <p:spPr>
            <a:xfrm>
              <a:off x="2453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24" name="타원 5123">
              <a:extLst>
                <a:ext uri="{FF2B5EF4-FFF2-40B4-BE49-F238E27FC236}">
                  <a16:creationId xmlns:a16="http://schemas.microsoft.com/office/drawing/2014/main" id="{C26FC12F-1C22-41A2-AEAB-4926946499CA}"/>
                </a:ext>
              </a:extLst>
            </p:cNvPr>
            <p:cNvSpPr/>
            <p:nvPr/>
          </p:nvSpPr>
          <p:spPr>
            <a:xfrm>
              <a:off x="3977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25" name="타원 5124">
              <a:extLst>
                <a:ext uri="{FF2B5EF4-FFF2-40B4-BE49-F238E27FC236}">
                  <a16:creationId xmlns:a16="http://schemas.microsoft.com/office/drawing/2014/main" id="{8C93DEA9-4D5B-4A53-A872-68504E65C956}"/>
                </a:ext>
              </a:extLst>
            </p:cNvPr>
            <p:cNvSpPr/>
            <p:nvPr/>
          </p:nvSpPr>
          <p:spPr>
            <a:xfrm>
              <a:off x="5501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26" name="타원 5125">
              <a:extLst>
                <a:ext uri="{FF2B5EF4-FFF2-40B4-BE49-F238E27FC236}">
                  <a16:creationId xmlns:a16="http://schemas.microsoft.com/office/drawing/2014/main" id="{143D605D-8EE3-4319-8ABE-4F63F5F51260}"/>
                </a:ext>
              </a:extLst>
            </p:cNvPr>
            <p:cNvSpPr/>
            <p:nvPr/>
          </p:nvSpPr>
          <p:spPr>
            <a:xfrm>
              <a:off x="7025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27" name="타원 5126">
              <a:extLst>
                <a:ext uri="{FF2B5EF4-FFF2-40B4-BE49-F238E27FC236}">
                  <a16:creationId xmlns:a16="http://schemas.microsoft.com/office/drawing/2014/main" id="{08AF3BD0-ECD7-45A2-A495-DDC8ABBE3A7E}"/>
                </a:ext>
              </a:extLst>
            </p:cNvPr>
            <p:cNvSpPr/>
            <p:nvPr/>
          </p:nvSpPr>
          <p:spPr>
            <a:xfrm>
              <a:off x="8549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28" name="타원 5127">
              <a:extLst>
                <a:ext uri="{FF2B5EF4-FFF2-40B4-BE49-F238E27FC236}">
                  <a16:creationId xmlns:a16="http://schemas.microsoft.com/office/drawing/2014/main" id="{542CF81D-0E6A-4AFB-855D-A49915845D1E}"/>
                </a:ext>
              </a:extLst>
            </p:cNvPr>
            <p:cNvSpPr/>
            <p:nvPr/>
          </p:nvSpPr>
          <p:spPr>
            <a:xfrm>
              <a:off x="10073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29" name="타원 5128">
              <a:extLst>
                <a:ext uri="{FF2B5EF4-FFF2-40B4-BE49-F238E27FC236}">
                  <a16:creationId xmlns:a16="http://schemas.microsoft.com/office/drawing/2014/main" id="{23547F35-86EF-4591-8B31-BF821EE86814}"/>
                </a:ext>
              </a:extLst>
            </p:cNvPr>
            <p:cNvSpPr/>
            <p:nvPr/>
          </p:nvSpPr>
          <p:spPr>
            <a:xfrm>
              <a:off x="11597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0" name="타원 5129">
              <a:extLst>
                <a:ext uri="{FF2B5EF4-FFF2-40B4-BE49-F238E27FC236}">
                  <a16:creationId xmlns:a16="http://schemas.microsoft.com/office/drawing/2014/main" id="{430CF5E4-C9C2-4892-AC22-40B4C29C8B13}"/>
                </a:ext>
              </a:extLst>
            </p:cNvPr>
            <p:cNvSpPr/>
            <p:nvPr/>
          </p:nvSpPr>
          <p:spPr>
            <a:xfrm>
              <a:off x="13121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1" name="타원 5130">
              <a:extLst>
                <a:ext uri="{FF2B5EF4-FFF2-40B4-BE49-F238E27FC236}">
                  <a16:creationId xmlns:a16="http://schemas.microsoft.com/office/drawing/2014/main" id="{A96DE6E6-8C5A-4958-9DAE-A100C2805CC3}"/>
                </a:ext>
              </a:extLst>
            </p:cNvPr>
            <p:cNvSpPr/>
            <p:nvPr/>
          </p:nvSpPr>
          <p:spPr>
            <a:xfrm>
              <a:off x="14645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2" name="타원 5131">
              <a:extLst>
                <a:ext uri="{FF2B5EF4-FFF2-40B4-BE49-F238E27FC236}">
                  <a16:creationId xmlns:a16="http://schemas.microsoft.com/office/drawing/2014/main" id="{8C76DEFE-F4BB-4964-A6A9-5576FE2736CD}"/>
                </a:ext>
              </a:extLst>
            </p:cNvPr>
            <p:cNvSpPr/>
            <p:nvPr/>
          </p:nvSpPr>
          <p:spPr>
            <a:xfrm>
              <a:off x="16169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3" name="타원 5132">
              <a:extLst>
                <a:ext uri="{FF2B5EF4-FFF2-40B4-BE49-F238E27FC236}">
                  <a16:creationId xmlns:a16="http://schemas.microsoft.com/office/drawing/2014/main" id="{BCB4EE33-4A1D-45F7-8D94-AA85A7E62670}"/>
                </a:ext>
              </a:extLst>
            </p:cNvPr>
            <p:cNvSpPr/>
            <p:nvPr/>
          </p:nvSpPr>
          <p:spPr>
            <a:xfrm>
              <a:off x="17693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4" name="타원 5133">
              <a:extLst>
                <a:ext uri="{FF2B5EF4-FFF2-40B4-BE49-F238E27FC236}">
                  <a16:creationId xmlns:a16="http://schemas.microsoft.com/office/drawing/2014/main" id="{E47AF605-FE4E-4926-984C-EE82D5BC00CB}"/>
                </a:ext>
              </a:extLst>
            </p:cNvPr>
            <p:cNvSpPr/>
            <p:nvPr/>
          </p:nvSpPr>
          <p:spPr>
            <a:xfrm>
              <a:off x="19217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5" name="타원 5134">
              <a:extLst>
                <a:ext uri="{FF2B5EF4-FFF2-40B4-BE49-F238E27FC236}">
                  <a16:creationId xmlns:a16="http://schemas.microsoft.com/office/drawing/2014/main" id="{5282F854-CB8D-4962-82C6-73738E5CED89}"/>
                </a:ext>
              </a:extLst>
            </p:cNvPr>
            <p:cNvSpPr/>
            <p:nvPr/>
          </p:nvSpPr>
          <p:spPr>
            <a:xfrm>
              <a:off x="20741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6" name="타원 5135">
              <a:extLst>
                <a:ext uri="{FF2B5EF4-FFF2-40B4-BE49-F238E27FC236}">
                  <a16:creationId xmlns:a16="http://schemas.microsoft.com/office/drawing/2014/main" id="{09DD9B9B-E444-44DE-B7EE-00A7512B019D}"/>
                </a:ext>
              </a:extLst>
            </p:cNvPr>
            <p:cNvSpPr/>
            <p:nvPr/>
          </p:nvSpPr>
          <p:spPr>
            <a:xfrm>
              <a:off x="22265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7" name="타원 5136">
              <a:extLst>
                <a:ext uri="{FF2B5EF4-FFF2-40B4-BE49-F238E27FC236}">
                  <a16:creationId xmlns:a16="http://schemas.microsoft.com/office/drawing/2014/main" id="{FD13BAE3-A772-4C89-B48C-D5306EFA396A}"/>
                </a:ext>
              </a:extLst>
            </p:cNvPr>
            <p:cNvSpPr/>
            <p:nvPr/>
          </p:nvSpPr>
          <p:spPr>
            <a:xfrm>
              <a:off x="23789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8" name="타원 5137">
              <a:extLst>
                <a:ext uri="{FF2B5EF4-FFF2-40B4-BE49-F238E27FC236}">
                  <a16:creationId xmlns:a16="http://schemas.microsoft.com/office/drawing/2014/main" id="{19BEF259-3FD7-4A0F-8CBB-9957E61DCE5C}"/>
                </a:ext>
              </a:extLst>
            </p:cNvPr>
            <p:cNvSpPr/>
            <p:nvPr/>
          </p:nvSpPr>
          <p:spPr>
            <a:xfrm>
              <a:off x="25313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39" name="타원 5138">
              <a:extLst>
                <a:ext uri="{FF2B5EF4-FFF2-40B4-BE49-F238E27FC236}">
                  <a16:creationId xmlns:a16="http://schemas.microsoft.com/office/drawing/2014/main" id="{F0AA2B31-1CB9-407E-806B-7105A9446E99}"/>
                </a:ext>
              </a:extLst>
            </p:cNvPr>
            <p:cNvSpPr/>
            <p:nvPr/>
          </p:nvSpPr>
          <p:spPr>
            <a:xfrm>
              <a:off x="26837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0" name="타원 5139">
              <a:extLst>
                <a:ext uri="{FF2B5EF4-FFF2-40B4-BE49-F238E27FC236}">
                  <a16:creationId xmlns:a16="http://schemas.microsoft.com/office/drawing/2014/main" id="{DB2236BB-B335-4617-AB91-BDD5C1050567}"/>
                </a:ext>
              </a:extLst>
            </p:cNvPr>
            <p:cNvSpPr/>
            <p:nvPr/>
          </p:nvSpPr>
          <p:spPr>
            <a:xfrm>
              <a:off x="28361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1" name="타원 5140">
              <a:extLst>
                <a:ext uri="{FF2B5EF4-FFF2-40B4-BE49-F238E27FC236}">
                  <a16:creationId xmlns:a16="http://schemas.microsoft.com/office/drawing/2014/main" id="{41D74867-4634-413C-AB86-30635AA61B5B}"/>
                </a:ext>
              </a:extLst>
            </p:cNvPr>
            <p:cNvSpPr/>
            <p:nvPr/>
          </p:nvSpPr>
          <p:spPr>
            <a:xfrm>
              <a:off x="29885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2" name="타원 5141">
              <a:extLst>
                <a:ext uri="{FF2B5EF4-FFF2-40B4-BE49-F238E27FC236}">
                  <a16:creationId xmlns:a16="http://schemas.microsoft.com/office/drawing/2014/main" id="{C54018DD-E7F5-4AB7-AA23-F4B22AA7A7F9}"/>
                </a:ext>
              </a:extLst>
            </p:cNvPr>
            <p:cNvSpPr/>
            <p:nvPr/>
          </p:nvSpPr>
          <p:spPr>
            <a:xfrm>
              <a:off x="31409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3" name="타원 5142">
              <a:extLst>
                <a:ext uri="{FF2B5EF4-FFF2-40B4-BE49-F238E27FC236}">
                  <a16:creationId xmlns:a16="http://schemas.microsoft.com/office/drawing/2014/main" id="{609C75B7-7DDA-4487-B1F8-7550524855EC}"/>
                </a:ext>
              </a:extLst>
            </p:cNvPr>
            <p:cNvSpPr/>
            <p:nvPr/>
          </p:nvSpPr>
          <p:spPr>
            <a:xfrm>
              <a:off x="32933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4" name="타원 5143">
              <a:extLst>
                <a:ext uri="{FF2B5EF4-FFF2-40B4-BE49-F238E27FC236}">
                  <a16:creationId xmlns:a16="http://schemas.microsoft.com/office/drawing/2014/main" id="{C6D04B7A-E7D1-43E7-A5FD-9378072AA0AD}"/>
                </a:ext>
              </a:extLst>
            </p:cNvPr>
            <p:cNvSpPr/>
            <p:nvPr/>
          </p:nvSpPr>
          <p:spPr>
            <a:xfrm>
              <a:off x="34457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5" name="타원 5144">
              <a:extLst>
                <a:ext uri="{FF2B5EF4-FFF2-40B4-BE49-F238E27FC236}">
                  <a16:creationId xmlns:a16="http://schemas.microsoft.com/office/drawing/2014/main" id="{5D5C4006-AF0B-473F-A54B-335F3928D064}"/>
                </a:ext>
              </a:extLst>
            </p:cNvPr>
            <p:cNvSpPr/>
            <p:nvPr/>
          </p:nvSpPr>
          <p:spPr>
            <a:xfrm>
              <a:off x="35981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6" name="타원 5145">
              <a:extLst>
                <a:ext uri="{FF2B5EF4-FFF2-40B4-BE49-F238E27FC236}">
                  <a16:creationId xmlns:a16="http://schemas.microsoft.com/office/drawing/2014/main" id="{ADAB8E0C-A0B2-486B-B026-7643B5C6CA8D}"/>
                </a:ext>
              </a:extLst>
            </p:cNvPr>
            <p:cNvSpPr/>
            <p:nvPr/>
          </p:nvSpPr>
          <p:spPr>
            <a:xfrm>
              <a:off x="37505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7" name="타원 5146">
              <a:extLst>
                <a:ext uri="{FF2B5EF4-FFF2-40B4-BE49-F238E27FC236}">
                  <a16:creationId xmlns:a16="http://schemas.microsoft.com/office/drawing/2014/main" id="{9B90BCDA-86C4-4FC1-8ECD-01E59279FFD3}"/>
                </a:ext>
              </a:extLst>
            </p:cNvPr>
            <p:cNvSpPr/>
            <p:nvPr/>
          </p:nvSpPr>
          <p:spPr>
            <a:xfrm>
              <a:off x="39029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8" name="타원 5147">
              <a:extLst>
                <a:ext uri="{FF2B5EF4-FFF2-40B4-BE49-F238E27FC236}">
                  <a16:creationId xmlns:a16="http://schemas.microsoft.com/office/drawing/2014/main" id="{9E52F8CA-63D8-44DB-8E1A-24C109A5257F}"/>
                </a:ext>
              </a:extLst>
            </p:cNvPr>
            <p:cNvSpPr/>
            <p:nvPr/>
          </p:nvSpPr>
          <p:spPr>
            <a:xfrm>
              <a:off x="40553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49" name="타원 5148">
              <a:extLst>
                <a:ext uri="{FF2B5EF4-FFF2-40B4-BE49-F238E27FC236}">
                  <a16:creationId xmlns:a16="http://schemas.microsoft.com/office/drawing/2014/main" id="{1A819E27-05E5-4867-8E81-49A4C5F85849}"/>
                </a:ext>
              </a:extLst>
            </p:cNvPr>
            <p:cNvSpPr/>
            <p:nvPr/>
          </p:nvSpPr>
          <p:spPr>
            <a:xfrm>
              <a:off x="42077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0" name="타원 5149">
              <a:extLst>
                <a:ext uri="{FF2B5EF4-FFF2-40B4-BE49-F238E27FC236}">
                  <a16:creationId xmlns:a16="http://schemas.microsoft.com/office/drawing/2014/main" id="{B8F6343D-C822-4E99-8C5D-18100885D318}"/>
                </a:ext>
              </a:extLst>
            </p:cNvPr>
            <p:cNvSpPr/>
            <p:nvPr/>
          </p:nvSpPr>
          <p:spPr>
            <a:xfrm>
              <a:off x="43601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1" name="타원 5150">
              <a:extLst>
                <a:ext uri="{FF2B5EF4-FFF2-40B4-BE49-F238E27FC236}">
                  <a16:creationId xmlns:a16="http://schemas.microsoft.com/office/drawing/2014/main" id="{0A8A98F0-2135-43AC-8FF5-B6BE6BED31AB}"/>
                </a:ext>
              </a:extLst>
            </p:cNvPr>
            <p:cNvSpPr/>
            <p:nvPr/>
          </p:nvSpPr>
          <p:spPr>
            <a:xfrm>
              <a:off x="45125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2" name="타원 5151">
              <a:extLst>
                <a:ext uri="{FF2B5EF4-FFF2-40B4-BE49-F238E27FC236}">
                  <a16:creationId xmlns:a16="http://schemas.microsoft.com/office/drawing/2014/main" id="{DDAD7296-41F6-47CF-9567-C19A702CFA11}"/>
                </a:ext>
              </a:extLst>
            </p:cNvPr>
            <p:cNvSpPr/>
            <p:nvPr/>
          </p:nvSpPr>
          <p:spPr>
            <a:xfrm>
              <a:off x="46649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3" name="타원 5152">
              <a:extLst>
                <a:ext uri="{FF2B5EF4-FFF2-40B4-BE49-F238E27FC236}">
                  <a16:creationId xmlns:a16="http://schemas.microsoft.com/office/drawing/2014/main" id="{A5E9DBAF-3EFD-487C-926C-512EE93EB38D}"/>
                </a:ext>
              </a:extLst>
            </p:cNvPr>
            <p:cNvSpPr/>
            <p:nvPr/>
          </p:nvSpPr>
          <p:spPr>
            <a:xfrm>
              <a:off x="48173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4" name="타원 5153">
              <a:extLst>
                <a:ext uri="{FF2B5EF4-FFF2-40B4-BE49-F238E27FC236}">
                  <a16:creationId xmlns:a16="http://schemas.microsoft.com/office/drawing/2014/main" id="{96E8774E-CA02-4BB0-9B4F-EFD9EC0748D1}"/>
                </a:ext>
              </a:extLst>
            </p:cNvPr>
            <p:cNvSpPr/>
            <p:nvPr/>
          </p:nvSpPr>
          <p:spPr>
            <a:xfrm>
              <a:off x="49697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5" name="타원 5154">
              <a:extLst>
                <a:ext uri="{FF2B5EF4-FFF2-40B4-BE49-F238E27FC236}">
                  <a16:creationId xmlns:a16="http://schemas.microsoft.com/office/drawing/2014/main" id="{138DF322-F30E-4411-9AC8-1D4111514D8F}"/>
                </a:ext>
              </a:extLst>
            </p:cNvPr>
            <p:cNvSpPr/>
            <p:nvPr/>
          </p:nvSpPr>
          <p:spPr>
            <a:xfrm>
              <a:off x="51221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6" name="타원 5155">
              <a:extLst>
                <a:ext uri="{FF2B5EF4-FFF2-40B4-BE49-F238E27FC236}">
                  <a16:creationId xmlns:a16="http://schemas.microsoft.com/office/drawing/2014/main" id="{B864AFE8-632F-40FF-8995-7EAF0ECCF77B}"/>
                </a:ext>
              </a:extLst>
            </p:cNvPr>
            <p:cNvSpPr/>
            <p:nvPr/>
          </p:nvSpPr>
          <p:spPr>
            <a:xfrm>
              <a:off x="52745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7" name="타원 5156">
              <a:extLst>
                <a:ext uri="{FF2B5EF4-FFF2-40B4-BE49-F238E27FC236}">
                  <a16:creationId xmlns:a16="http://schemas.microsoft.com/office/drawing/2014/main" id="{DED6FC60-91C2-41EA-8BB4-804D6FBEFB00}"/>
                </a:ext>
              </a:extLst>
            </p:cNvPr>
            <p:cNvSpPr/>
            <p:nvPr/>
          </p:nvSpPr>
          <p:spPr>
            <a:xfrm>
              <a:off x="54269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8" name="타원 5157">
              <a:extLst>
                <a:ext uri="{FF2B5EF4-FFF2-40B4-BE49-F238E27FC236}">
                  <a16:creationId xmlns:a16="http://schemas.microsoft.com/office/drawing/2014/main" id="{F2EC1B41-F597-42E0-8211-6B112CE5E155}"/>
                </a:ext>
              </a:extLst>
            </p:cNvPr>
            <p:cNvSpPr/>
            <p:nvPr/>
          </p:nvSpPr>
          <p:spPr>
            <a:xfrm>
              <a:off x="55793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59" name="타원 5158">
              <a:extLst>
                <a:ext uri="{FF2B5EF4-FFF2-40B4-BE49-F238E27FC236}">
                  <a16:creationId xmlns:a16="http://schemas.microsoft.com/office/drawing/2014/main" id="{6C71CB54-CEBD-4C50-AA84-03C4214AE279}"/>
                </a:ext>
              </a:extLst>
            </p:cNvPr>
            <p:cNvSpPr/>
            <p:nvPr/>
          </p:nvSpPr>
          <p:spPr>
            <a:xfrm>
              <a:off x="5731775" y="60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0" name="타원 5159">
              <a:extLst>
                <a:ext uri="{FF2B5EF4-FFF2-40B4-BE49-F238E27FC236}">
                  <a16:creationId xmlns:a16="http://schemas.microsoft.com/office/drawing/2014/main" id="{E35D7B2D-DA51-4769-B431-6D8DC39A00F9}"/>
                </a:ext>
              </a:extLst>
            </p:cNvPr>
            <p:cNvSpPr/>
            <p:nvPr/>
          </p:nvSpPr>
          <p:spPr>
            <a:xfrm>
              <a:off x="2453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1" name="타원 5160">
              <a:extLst>
                <a:ext uri="{FF2B5EF4-FFF2-40B4-BE49-F238E27FC236}">
                  <a16:creationId xmlns:a16="http://schemas.microsoft.com/office/drawing/2014/main" id="{15AD9934-FC84-40DA-8239-13AA53CD0FFA}"/>
                </a:ext>
              </a:extLst>
            </p:cNvPr>
            <p:cNvSpPr/>
            <p:nvPr/>
          </p:nvSpPr>
          <p:spPr>
            <a:xfrm>
              <a:off x="3977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2" name="타원 5161">
              <a:extLst>
                <a:ext uri="{FF2B5EF4-FFF2-40B4-BE49-F238E27FC236}">
                  <a16:creationId xmlns:a16="http://schemas.microsoft.com/office/drawing/2014/main" id="{3F81D6DF-4B04-4225-A3FA-67B657ED0C0C}"/>
                </a:ext>
              </a:extLst>
            </p:cNvPr>
            <p:cNvSpPr/>
            <p:nvPr/>
          </p:nvSpPr>
          <p:spPr>
            <a:xfrm>
              <a:off x="5501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3" name="타원 5162">
              <a:extLst>
                <a:ext uri="{FF2B5EF4-FFF2-40B4-BE49-F238E27FC236}">
                  <a16:creationId xmlns:a16="http://schemas.microsoft.com/office/drawing/2014/main" id="{1BE290CA-01B0-42FB-A6D3-89DFFCBAEE10}"/>
                </a:ext>
              </a:extLst>
            </p:cNvPr>
            <p:cNvSpPr/>
            <p:nvPr/>
          </p:nvSpPr>
          <p:spPr>
            <a:xfrm>
              <a:off x="7025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4" name="타원 5163">
              <a:extLst>
                <a:ext uri="{FF2B5EF4-FFF2-40B4-BE49-F238E27FC236}">
                  <a16:creationId xmlns:a16="http://schemas.microsoft.com/office/drawing/2014/main" id="{89B0A0A7-68C9-43AF-8FED-EBC3C122CAE1}"/>
                </a:ext>
              </a:extLst>
            </p:cNvPr>
            <p:cNvSpPr/>
            <p:nvPr/>
          </p:nvSpPr>
          <p:spPr>
            <a:xfrm>
              <a:off x="8549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5" name="타원 5164">
              <a:extLst>
                <a:ext uri="{FF2B5EF4-FFF2-40B4-BE49-F238E27FC236}">
                  <a16:creationId xmlns:a16="http://schemas.microsoft.com/office/drawing/2014/main" id="{6C14F366-81FE-47D5-A6D0-B52ED2807A82}"/>
                </a:ext>
              </a:extLst>
            </p:cNvPr>
            <p:cNvSpPr/>
            <p:nvPr/>
          </p:nvSpPr>
          <p:spPr>
            <a:xfrm>
              <a:off x="10073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6" name="타원 5165">
              <a:extLst>
                <a:ext uri="{FF2B5EF4-FFF2-40B4-BE49-F238E27FC236}">
                  <a16:creationId xmlns:a16="http://schemas.microsoft.com/office/drawing/2014/main" id="{2671A61D-8657-437C-9E97-07976EED9912}"/>
                </a:ext>
              </a:extLst>
            </p:cNvPr>
            <p:cNvSpPr/>
            <p:nvPr/>
          </p:nvSpPr>
          <p:spPr>
            <a:xfrm>
              <a:off x="11597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7" name="타원 5166">
              <a:extLst>
                <a:ext uri="{FF2B5EF4-FFF2-40B4-BE49-F238E27FC236}">
                  <a16:creationId xmlns:a16="http://schemas.microsoft.com/office/drawing/2014/main" id="{555AED94-8592-4480-A15E-33357B754EFB}"/>
                </a:ext>
              </a:extLst>
            </p:cNvPr>
            <p:cNvSpPr/>
            <p:nvPr/>
          </p:nvSpPr>
          <p:spPr>
            <a:xfrm>
              <a:off x="13121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8" name="타원 5167">
              <a:extLst>
                <a:ext uri="{FF2B5EF4-FFF2-40B4-BE49-F238E27FC236}">
                  <a16:creationId xmlns:a16="http://schemas.microsoft.com/office/drawing/2014/main" id="{01BA46A7-5A88-4CAB-A725-04A38B36B871}"/>
                </a:ext>
              </a:extLst>
            </p:cNvPr>
            <p:cNvSpPr/>
            <p:nvPr/>
          </p:nvSpPr>
          <p:spPr>
            <a:xfrm>
              <a:off x="14645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69" name="타원 5168">
              <a:extLst>
                <a:ext uri="{FF2B5EF4-FFF2-40B4-BE49-F238E27FC236}">
                  <a16:creationId xmlns:a16="http://schemas.microsoft.com/office/drawing/2014/main" id="{748A5CA0-BD3F-499D-9C32-EE63A850F17B}"/>
                </a:ext>
              </a:extLst>
            </p:cNvPr>
            <p:cNvSpPr/>
            <p:nvPr/>
          </p:nvSpPr>
          <p:spPr>
            <a:xfrm>
              <a:off x="16169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0" name="타원 5169">
              <a:extLst>
                <a:ext uri="{FF2B5EF4-FFF2-40B4-BE49-F238E27FC236}">
                  <a16:creationId xmlns:a16="http://schemas.microsoft.com/office/drawing/2014/main" id="{4416DEBA-AF9A-4222-B9F0-0DF5D7D61FD9}"/>
                </a:ext>
              </a:extLst>
            </p:cNvPr>
            <p:cNvSpPr/>
            <p:nvPr/>
          </p:nvSpPr>
          <p:spPr>
            <a:xfrm>
              <a:off x="17693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1" name="타원 5170">
              <a:extLst>
                <a:ext uri="{FF2B5EF4-FFF2-40B4-BE49-F238E27FC236}">
                  <a16:creationId xmlns:a16="http://schemas.microsoft.com/office/drawing/2014/main" id="{940005E8-BA3C-4971-BE82-A819862FE375}"/>
                </a:ext>
              </a:extLst>
            </p:cNvPr>
            <p:cNvSpPr/>
            <p:nvPr/>
          </p:nvSpPr>
          <p:spPr>
            <a:xfrm>
              <a:off x="19217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2" name="타원 5171">
              <a:extLst>
                <a:ext uri="{FF2B5EF4-FFF2-40B4-BE49-F238E27FC236}">
                  <a16:creationId xmlns:a16="http://schemas.microsoft.com/office/drawing/2014/main" id="{199FDFF3-0F35-4723-99A1-E2E867335D08}"/>
                </a:ext>
              </a:extLst>
            </p:cNvPr>
            <p:cNvSpPr/>
            <p:nvPr/>
          </p:nvSpPr>
          <p:spPr>
            <a:xfrm>
              <a:off x="20741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3" name="타원 5172">
              <a:extLst>
                <a:ext uri="{FF2B5EF4-FFF2-40B4-BE49-F238E27FC236}">
                  <a16:creationId xmlns:a16="http://schemas.microsoft.com/office/drawing/2014/main" id="{1B6D1EDF-36E0-4693-832B-E9A1541A106D}"/>
                </a:ext>
              </a:extLst>
            </p:cNvPr>
            <p:cNvSpPr/>
            <p:nvPr/>
          </p:nvSpPr>
          <p:spPr>
            <a:xfrm>
              <a:off x="22265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4" name="타원 5173">
              <a:extLst>
                <a:ext uri="{FF2B5EF4-FFF2-40B4-BE49-F238E27FC236}">
                  <a16:creationId xmlns:a16="http://schemas.microsoft.com/office/drawing/2014/main" id="{C0173B29-3BC8-4841-95C8-920F2F88AE0C}"/>
                </a:ext>
              </a:extLst>
            </p:cNvPr>
            <p:cNvSpPr/>
            <p:nvPr/>
          </p:nvSpPr>
          <p:spPr>
            <a:xfrm>
              <a:off x="23789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5" name="타원 5174">
              <a:extLst>
                <a:ext uri="{FF2B5EF4-FFF2-40B4-BE49-F238E27FC236}">
                  <a16:creationId xmlns:a16="http://schemas.microsoft.com/office/drawing/2014/main" id="{C312B99D-B263-457A-A1BF-00D91A6BF987}"/>
                </a:ext>
              </a:extLst>
            </p:cNvPr>
            <p:cNvSpPr/>
            <p:nvPr/>
          </p:nvSpPr>
          <p:spPr>
            <a:xfrm>
              <a:off x="25313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6" name="타원 5175">
              <a:extLst>
                <a:ext uri="{FF2B5EF4-FFF2-40B4-BE49-F238E27FC236}">
                  <a16:creationId xmlns:a16="http://schemas.microsoft.com/office/drawing/2014/main" id="{EB7863A3-92CC-48FA-81BA-3BEBE8A9E70D}"/>
                </a:ext>
              </a:extLst>
            </p:cNvPr>
            <p:cNvSpPr/>
            <p:nvPr/>
          </p:nvSpPr>
          <p:spPr>
            <a:xfrm>
              <a:off x="26837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7" name="타원 5176">
              <a:extLst>
                <a:ext uri="{FF2B5EF4-FFF2-40B4-BE49-F238E27FC236}">
                  <a16:creationId xmlns:a16="http://schemas.microsoft.com/office/drawing/2014/main" id="{B6615015-3C3E-46EF-8024-7DE4B97EADEC}"/>
                </a:ext>
              </a:extLst>
            </p:cNvPr>
            <p:cNvSpPr/>
            <p:nvPr/>
          </p:nvSpPr>
          <p:spPr>
            <a:xfrm>
              <a:off x="28361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8" name="타원 5177">
              <a:extLst>
                <a:ext uri="{FF2B5EF4-FFF2-40B4-BE49-F238E27FC236}">
                  <a16:creationId xmlns:a16="http://schemas.microsoft.com/office/drawing/2014/main" id="{F0FF34A6-4E00-4D9A-924F-7DDD4782DFF0}"/>
                </a:ext>
              </a:extLst>
            </p:cNvPr>
            <p:cNvSpPr/>
            <p:nvPr/>
          </p:nvSpPr>
          <p:spPr>
            <a:xfrm>
              <a:off x="29885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79" name="타원 5178">
              <a:extLst>
                <a:ext uri="{FF2B5EF4-FFF2-40B4-BE49-F238E27FC236}">
                  <a16:creationId xmlns:a16="http://schemas.microsoft.com/office/drawing/2014/main" id="{12521628-D2AC-48FD-83DD-1C7D94941235}"/>
                </a:ext>
              </a:extLst>
            </p:cNvPr>
            <p:cNvSpPr/>
            <p:nvPr/>
          </p:nvSpPr>
          <p:spPr>
            <a:xfrm>
              <a:off x="31409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0" name="타원 5179">
              <a:extLst>
                <a:ext uri="{FF2B5EF4-FFF2-40B4-BE49-F238E27FC236}">
                  <a16:creationId xmlns:a16="http://schemas.microsoft.com/office/drawing/2014/main" id="{DD322E04-AAF0-49E7-8D10-1EE0BFDA4347}"/>
                </a:ext>
              </a:extLst>
            </p:cNvPr>
            <p:cNvSpPr/>
            <p:nvPr/>
          </p:nvSpPr>
          <p:spPr>
            <a:xfrm>
              <a:off x="32933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1" name="타원 5180">
              <a:extLst>
                <a:ext uri="{FF2B5EF4-FFF2-40B4-BE49-F238E27FC236}">
                  <a16:creationId xmlns:a16="http://schemas.microsoft.com/office/drawing/2014/main" id="{E5C7C7AA-5D4D-40C5-8508-3D1609F04A54}"/>
                </a:ext>
              </a:extLst>
            </p:cNvPr>
            <p:cNvSpPr/>
            <p:nvPr/>
          </p:nvSpPr>
          <p:spPr>
            <a:xfrm>
              <a:off x="34457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2" name="타원 5181">
              <a:extLst>
                <a:ext uri="{FF2B5EF4-FFF2-40B4-BE49-F238E27FC236}">
                  <a16:creationId xmlns:a16="http://schemas.microsoft.com/office/drawing/2014/main" id="{689B9FD6-45C2-42F5-B95A-E4D5F6A33B1D}"/>
                </a:ext>
              </a:extLst>
            </p:cNvPr>
            <p:cNvSpPr/>
            <p:nvPr/>
          </p:nvSpPr>
          <p:spPr>
            <a:xfrm>
              <a:off x="35981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3" name="타원 5182">
              <a:extLst>
                <a:ext uri="{FF2B5EF4-FFF2-40B4-BE49-F238E27FC236}">
                  <a16:creationId xmlns:a16="http://schemas.microsoft.com/office/drawing/2014/main" id="{CEEB6C98-758D-486E-813A-8BA6A09DA9C9}"/>
                </a:ext>
              </a:extLst>
            </p:cNvPr>
            <p:cNvSpPr/>
            <p:nvPr/>
          </p:nvSpPr>
          <p:spPr>
            <a:xfrm>
              <a:off x="37505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4" name="타원 5183">
              <a:extLst>
                <a:ext uri="{FF2B5EF4-FFF2-40B4-BE49-F238E27FC236}">
                  <a16:creationId xmlns:a16="http://schemas.microsoft.com/office/drawing/2014/main" id="{63158317-D447-4922-9106-8C93F88D9321}"/>
                </a:ext>
              </a:extLst>
            </p:cNvPr>
            <p:cNvSpPr/>
            <p:nvPr/>
          </p:nvSpPr>
          <p:spPr>
            <a:xfrm>
              <a:off x="39029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5" name="타원 5184">
              <a:extLst>
                <a:ext uri="{FF2B5EF4-FFF2-40B4-BE49-F238E27FC236}">
                  <a16:creationId xmlns:a16="http://schemas.microsoft.com/office/drawing/2014/main" id="{BFFE53F7-3407-473A-9E36-D676C7A4A2CF}"/>
                </a:ext>
              </a:extLst>
            </p:cNvPr>
            <p:cNvSpPr/>
            <p:nvPr/>
          </p:nvSpPr>
          <p:spPr>
            <a:xfrm>
              <a:off x="40553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6" name="타원 5185">
              <a:extLst>
                <a:ext uri="{FF2B5EF4-FFF2-40B4-BE49-F238E27FC236}">
                  <a16:creationId xmlns:a16="http://schemas.microsoft.com/office/drawing/2014/main" id="{14775664-DDC3-4053-B7AF-BF73E0388FC9}"/>
                </a:ext>
              </a:extLst>
            </p:cNvPr>
            <p:cNvSpPr/>
            <p:nvPr/>
          </p:nvSpPr>
          <p:spPr>
            <a:xfrm>
              <a:off x="42077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7" name="타원 5186">
              <a:extLst>
                <a:ext uri="{FF2B5EF4-FFF2-40B4-BE49-F238E27FC236}">
                  <a16:creationId xmlns:a16="http://schemas.microsoft.com/office/drawing/2014/main" id="{C873090B-4C40-4232-B694-A23F9E927CE5}"/>
                </a:ext>
              </a:extLst>
            </p:cNvPr>
            <p:cNvSpPr/>
            <p:nvPr/>
          </p:nvSpPr>
          <p:spPr>
            <a:xfrm>
              <a:off x="43601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8" name="타원 5187">
              <a:extLst>
                <a:ext uri="{FF2B5EF4-FFF2-40B4-BE49-F238E27FC236}">
                  <a16:creationId xmlns:a16="http://schemas.microsoft.com/office/drawing/2014/main" id="{E561E3FB-A14D-4A35-ACC7-B40911284482}"/>
                </a:ext>
              </a:extLst>
            </p:cNvPr>
            <p:cNvSpPr/>
            <p:nvPr/>
          </p:nvSpPr>
          <p:spPr>
            <a:xfrm>
              <a:off x="45125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89" name="타원 5188">
              <a:extLst>
                <a:ext uri="{FF2B5EF4-FFF2-40B4-BE49-F238E27FC236}">
                  <a16:creationId xmlns:a16="http://schemas.microsoft.com/office/drawing/2014/main" id="{D5BDC280-8028-4CBD-8FB9-601B90FB724D}"/>
                </a:ext>
              </a:extLst>
            </p:cNvPr>
            <p:cNvSpPr/>
            <p:nvPr/>
          </p:nvSpPr>
          <p:spPr>
            <a:xfrm>
              <a:off x="46649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0" name="타원 5189">
              <a:extLst>
                <a:ext uri="{FF2B5EF4-FFF2-40B4-BE49-F238E27FC236}">
                  <a16:creationId xmlns:a16="http://schemas.microsoft.com/office/drawing/2014/main" id="{D20A0B0E-EDF9-4BBB-8FC9-5D4751D170EE}"/>
                </a:ext>
              </a:extLst>
            </p:cNvPr>
            <p:cNvSpPr/>
            <p:nvPr/>
          </p:nvSpPr>
          <p:spPr>
            <a:xfrm>
              <a:off x="48173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1" name="타원 5190">
              <a:extLst>
                <a:ext uri="{FF2B5EF4-FFF2-40B4-BE49-F238E27FC236}">
                  <a16:creationId xmlns:a16="http://schemas.microsoft.com/office/drawing/2014/main" id="{766FFFFE-2F56-4D5E-B46D-77758DFC390C}"/>
                </a:ext>
              </a:extLst>
            </p:cNvPr>
            <p:cNvSpPr/>
            <p:nvPr/>
          </p:nvSpPr>
          <p:spPr>
            <a:xfrm>
              <a:off x="49697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2" name="타원 5191">
              <a:extLst>
                <a:ext uri="{FF2B5EF4-FFF2-40B4-BE49-F238E27FC236}">
                  <a16:creationId xmlns:a16="http://schemas.microsoft.com/office/drawing/2014/main" id="{6A010495-00DD-4547-BA41-2D48153343C4}"/>
                </a:ext>
              </a:extLst>
            </p:cNvPr>
            <p:cNvSpPr/>
            <p:nvPr/>
          </p:nvSpPr>
          <p:spPr>
            <a:xfrm>
              <a:off x="51221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3" name="타원 5192">
              <a:extLst>
                <a:ext uri="{FF2B5EF4-FFF2-40B4-BE49-F238E27FC236}">
                  <a16:creationId xmlns:a16="http://schemas.microsoft.com/office/drawing/2014/main" id="{5B4FD2C9-EB78-4B9B-B75D-FC5FED0607B0}"/>
                </a:ext>
              </a:extLst>
            </p:cNvPr>
            <p:cNvSpPr/>
            <p:nvPr/>
          </p:nvSpPr>
          <p:spPr>
            <a:xfrm>
              <a:off x="52745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4" name="타원 5193">
              <a:extLst>
                <a:ext uri="{FF2B5EF4-FFF2-40B4-BE49-F238E27FC236}">
                  <a16:creationId xmlns:a16="http://schemas.microsoft.com/office/drawing/2014/main" id="{21552B1F-2DE6-4C4E-8BC4-CB3933ABAC4C}"/>
                </a:ext>
              </a:extLst>
            </p:cNvPr>
            <p:cNvSpPr/>
            <p:nvPr/>
          </p:nvSpPr>
          <p:spPr>
            <a:xfrm>
              <a:off x="54269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5" name="타원 5194">
              <a:extLst>
                <a:ext uri="{FF2B5EF4-FFF2-40B4-BE49-F238E27FC236}">
                  <a16:creationId xmlns:a16="http://schemas.microsoft.com/office/drawing/2014/main" id="{2A34F08F-E10B-4D8D-8E19-857CC567B63D}"/>
                </a:ext>
              </a:extLst>
            </p:cNvPr>
            <p:cNvSpPr/>
            <p:nvPr/>
          </p:nvSpPr>
          <p:spPr>
            <a:xfrm>
              <a:off x="55793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6" name="타원 5195">
              <a:extLst>
                <a:ext uri="{FF2B5EF4-FFF2-40B4-BE49-F238E27FC236}">
                  <a16:creationId xmlns:a16="http://schemas.microsoft.com/office/drawing/2014/main" id="{D1DF9849-D817-4956-AADC-D00DD9E9703D}"/>
                </a:ext>
              </a:extLst>
            </p:cNvPr>
            <p:cNvSpPr/>
            <p:nvPr/>
          </p:nvSpPr>
          <p:spPr>
            <a:xfrm>
              <a:off x="5731775" y="75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7" name="타원 5196">
              <a:extLst>
                <a:ext uri="{FF2B5EF4-FFF2-40B4-BE49-F238E27FC236}">
                  <a16:creationId xmlns:a16="http://schemas.microsoft.com/office/drawing/2014/main" id="{9B2D9244-3DA3-4D64-8B83-C96B4A5DE710}"/>
                </a:ext>
              </a:extLst>
            </p:cNvPr>
            <p:cNvSpPr/>
            <p:nvPr/>
          </p:nvSpPr>
          <p:spPr>
            <a:xfrm>
              <a:off x="2453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8" name="타원 5197">
              <a:extLst>
                <a:ext uri="{FF2B5EF4-FFF2-40B4-BE49-F238E27FC236}">
                  <a16:creationId xmlns:a16="http://schemas.microsoft.com/office/drawing/2014/main" id="{13E8F8A4-5EA0-4848-9F77-697E2A67E57D}"/>
                </a:ext>
              </a:extLst>
            </p:cNvPr>
            <p:cNvSpPr/>
            <p:nvPr/>
          </p:nvSpPr>
          <p:spPr>
            <a:xfrm>
              <a:off x="3977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99" name="타원 5198">
              <a:extLst>
                <a:ext uri="{FF2B5EF4-FFF2-40B4-BE49-F238E27FC236}">
                  <a16:creationId xmlns:a16="http://schemas.microsoft.com/office/drawing/2014/main" id="{736A4FAC-2394-4C40-B3D5-C57968F425BC}"/>
                </a:ext>
              </a:extLst>
            </p:cNvPr>
            <p:cNvSpPr/>
            <p:nvPr/>
          </p:nvSpPr>
          <p:spPr>
            <a:xfrm>
              <a:off x="5501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0" name="타원 5199">
              <a:extLst>
                <a:ext uri="{FF2B5EF4-FFF2-40B4-BE49-F238E27FC236}">
                  <a16:creationId xmlns:a16="http://schemas.microsoft.com/office/drawing/2014/main" id="{27283718-619E-4151-860F-B9E9A285296E}"/>
                </a:ext>
              </a:extLst>
            </p:cNvPr>
            <p:cNvSpPr/>
            <p:nvPr/>
          </p:nvSpPr>
          <p:spPr>
            <a:xfrm>
              <a:off x="7025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1" name="타원 5200">
              <a:extLst>
                <a:ext uri="{FF2B5EF4-FFF2-40B4-BE49-F238E27FC236}">
                  <a16:creationId xmlns:a16="http://schemas.microsoft.com/office/drawing/2014/main" id="{83896A81-D1FB-4AF9-9246-0A43AA2651F1}"/>
                </a:ext>
              </a:extLst>
            </p:cNvPr>
            <p:cNvSpPr/>
            <p:nvPr/>
          </p:nvSpPr>
          <p:spPr>
            <a:xfrm>
              <a:off x="8549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2" name="타원 5201">
              <a:extLst>
                <a:ext uri="{FF2B5EF4-FFF2-40B4-BE49-F238E27FC236}">
                  <a16:creationId xmlns:a16="http://schemas.microsoft.com/office/drawing/2014/main" id="{C057C7C4-6BD5-415E-8055-B9E7FC0319F2}"/>
                </a:ext>
              </a:extLst>
            </p:cNvPr>
            <p:cNvSpPr/>
            <p:nvPr/>
          </p:nvSpPr>
          <p:spPr>
            <a:xfrm>
              <a:off x="10073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3" name="타원 5202">
              <a:extLst>
                <a:ext uri="{FF2B5EF4-FFF2-40B4-BE49-F238E27FC236}">
                  <a16:creationId xmlns:a16="http://schemas.microsoft.com/office/drawing/2014/main" id="{7C2A29F5-BFC1-4995-BAFA-CD38052309B0}"/>
                </a:ext>
              </a:extLst>
            </p:cNvPr>
            <p:cNvSpPr/>
            <p:nvPr/>
          </p:nvSpPr>
          <p:spPr>
            <a:xfrm>
              <a:off x="11597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4" name="타원 5203">
              <a:extLst>
                <a:ext uri="{FF2B5EF4-FFF2-40B4-BE49-F238E27FC236}">
                  <a16:creationId xmlns:a16="http://schemas.microsoft.com/office/drawing/2014/main" id="{0520947F-850F-4009-A927-E12EA31831D1}"/>
                </a:ext>
              </a:extLst>
            </p:cNvPr>
            <p:cNvSpPr/>
            <p:nvPr/>
          </p:nvSpPr>
          <p:spPr>
            <a:xfrm>
              <a:off x="13121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5" name="타원 5204">
              <a:extLst>
                <a:ext uri="{FF2B5EF4-FFF2-40B4-BE49-F238E27FC236}">
                  <a16:creationId xmlns:a16="http://schemas.microsoft.com/office/drawing/2014/main" id="{3B15D6E7-965A-4125-AB50-95A5D4F56243}"/>
                </a:ext>
              </a:extLst>
            </p:cNvPr>
            <p:cNvSpPr/>
            <p:nvPr/>
          </p:nvSpPr>
          <p:spPr>
            <a:xfrm>
              <a:off x="14645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6" name="타원 5205">
              <a:extLst>
                <a:ext uri="{FF2B5EF4-FFF2-40B4-BE49-F238E27FC236}">
                  <a16:creationId xmlns:a16="http://schemas.microsoft.com/office/drawing/2014/main" id="{DE0F49E4-9F5F-4B2B-8503-CEFE699FB33A}"/>
                </a:ext>
              </a:extLst>
            </p:cNvPr>
            <p:cNvSpPr/>
            <p:nvPr/>
          </p:nvSpPr>
          <p:spPr>
            <a:xfrm>
              <a:off x="16169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7" name="타원 5206">
              <a:extLst>
                <a:ext uri="{FF2B5EF4-FFF2-40B4-BE49-F238E27FC236}">
                  <a16:creationId xmlns:a16="http://schemas.microsoft.com/office/drawing/2014/main" id="{4DC301FD-2551-4A60-8F96-7E7DE9A623AB}"/>
                </a:ext>
              </a:extLst>
            </p:cNvPr>
            <p:cNvSpPr/>
            <p:nvPr/>
          </p:nvSpPr>
          <p:spPr>
            <a:xfrm>
              <a:off x="17693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8" name="타원 5207">
              <a:extLst>
                <a:ext uri="{FF2B5EF4-FFF2-40B4-BE49-F238E27FC236}">
                  <a16:creationId xmlns:a16="http://schemas.microsoft.com/office/drawing/2014/main" id="{753C75FE-077E-4C06-AF2D-653372609AA5}"/>
                </a:ext>
              </a:extLst>
            </p:cNvPr>
            <p:cNvSpPr/>
            <p:nvPr/>
          </p:nvSpPr>
          <p:spPr>
            <a:xfrm>
              <a:off x="19217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09" name="타원 5208">
              <a:extLst>
                <a:ext uri="{FF2B5EF4-FFF2-40B4-BE49-F238E27FC236}">
                  <a16:creationId xmlns:a16="http://schemas.microsoft.com/office/drawing/2014/main" id="{E45D19F0-DB4E-4300-A3D2-B75DA0A8D06B}"/>
                </a:ext>
              </a:extLst>
            </p:cNvPr>
            <p:cNvSpPr/>
            <p:nvPr/>
          </p:nvSpPr>
          <p:spPr>
            <a:xfrm>
              <a:off x="20741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0" name="타원 5209">
              <a:extLst>
                <a:ext uri="{FF2B5EF4-FFF2-40B4-BE49-F238E27FC236}">
                  <a16:creationId xmlns:a16="http://schemas.microsoft.com/office/drawing/2014/main" id="{2025EBAE-EC18-4824-A591-1B48EC3822F0}"/>
                </a:ext>
              </a:extLst>
            </p:cNvPr>
            <p:cNvSpPr/>
            <p:nvPr/>
          </p:nvSpPr>
          <p:spPr>
            <a:xfrm>
              <a:off x="22265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1" name="타원 5210">
              <a:extLst>
                <a:ext uri="{FF2B5EF4-FFF2-40B4-BE49-F238E27FC236}">
                  <a16:creationId xmlns:a16="http://schemas.microsoft.com/office/drawing/2014/main" id="{69139B85-B5EB-4408-BEB6-ED5656235702}"/>
                </a:ext>
              </a:extLst>
            </p:cNvPr>
            <p:cNvSpPr/>
            <p:nvPr/>
          </p:nvSpPr>
          <p:spPr>
            <a:xfrm>
              <a:off x="23789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2" name="타원 5211">
              <a:extLst>
                <a:ext uri="{FF2B5EF4-FFF2-40B4-BE49-F238E27FC236}">
                  <a16:creationId xmlns:a16="http://schemas.microsoft.com/office/drawing/2014/main" id="{3CED19A9-3B64-4717-9661-E687DADFD8C6}"/>
                </a:ext>
              </a:extLst>
            </p:cNvPr>
            <p:cNvSpPr/>
            <p:nvPr/>
          </p:nvSpPr>
          <p:spPr>
            <a:xfrm>
              <a:off x="25313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3" name="타원 5212">
              <a:extLst>
                <a:ext uri="{FF2B5EF4-FFF2-40B4-BE49-F238E27FC236}">
                  <a16:creationId xmlns:a16="http://schemas.microsoft.com/office/drawing/2014/main" id="{CFC42B88-B187-4773-AE76-60DD4BCA5CEF}"/>
                </a:ext>
              </a:extLst>
            </p:cNvPr>
            <p:cNvSpPr/>
            <p:nvPr/>
          </p:nvSpPr>
          <p:spPr>
            <a:xfrm>
              <a:off x="26837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4" name="타원 5213">
              <a:extLst>
                <a:ext uri="{FF2B5EF4-FFF2-40B4-BE49-F238E27FC236}">
                  <a16:creationId xmlns:a16="http://schemas.microsoft.com/office/drawing/2014/main" id="{79C08158-D60B-40AE-BCD9-A998B4F044A6}"/>
                </a:ext>
              </a:extLst>
            </p:cNvPr>
            <p:cNvSpPr/>
            <p:nvPr/>
          </p:nvSpPr>
          <p:spPr>
            <a:xfrm>
              <a:off x="28361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5" name="타원 5214">
              <a:extLst>
                <a:ext uri="{FF2B5EF4-FFF2-40B4-BE49-F238E27FC236}">
                  <a16:creationId xmlns:a16="http://schemas.microsoft.com/office/drawing/2014/main" id="{0E1409A2-BC3F-4D1B-BA27-213FCFA11EDE}"/>
                </a:ext>
              </a:extLst>
            </p:cNvPr>
            <p:cNvSpPr/>
            <p:nvPr/>
          </p:nvSpPr>
          <p:spPr>
            <a:xfrm>
              <a:off x="29885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6" name="타원 5215">
              <a:extLst>
                <a:ext uri="{FF2B5EF4-FFF2-40B4-BE49-F238E27FC236}">
                  <a16:creationId xmlns:a16="http://schemas.microsoft.com/office/drawing/2014/main" id="{1FAE6677-3509-4E7F-9170-3DAB102B3381}"/>
                </a:ext>
              </a:extLst>
            </p:cNvPr>
            <p:cNvSpPr/>
            <p:nvPr/>
          </p:nvSpPr>
          <p:spPr>
            <a:xfrm>
              <a:off x="31409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7" name="타원 5216">
              <a:extLst>
                <a:ext uri="{FF2B5EF4-FFF2-40B4-BE49-F238E27FC236}">
                  <a16:creationId xmlns:a16="http://schemas.microsoft.com/office/drawing/2014/main" id="{4885AC8D-7E90-4B90-ADD2-D7FA4E183C93}"/>
                </a:ext>
              </a:extLst>
            </p:cNvPr>
            <p:cNvSpPr/>
            <p:nvPr/>
          </p:nvSpPr>
          <p:spPr>
            <a:xfrm>
              <a:off x="32933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8" name="타원 5217">
              <a:extLst>
                <a:ext uri="{FF2B5EF4-FFF2-40B4-BE49-F238E27FC236}">
                  <a16:creationId xmlns:a16="http://schemas.microsoft.com/office/drawing/2014/main" id="{85671E22-BC3E-4638-8433-1FA6B87AE73C}"/>
                </a:ext>
              </a:extLst>
            </p:cNvPr>
            <p:cNvSpPr/>
            <p:nvPr/>
          </p:nvSpPr>
          <p:spPr>
            <a:xfrm>
              <a:off x="34457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19" name="타원 5218">
              <a:extLst>
                <a:ext uri="{FF2B5EF4-FFF2-40B4-BE49-F238E27FC236}">
                  <a16:creationId xmlns:a16="http://schemas.microsoft.com/office/drawing/2014/main" id="{5C8AEA14-B5D3-44C8-8654-E3FEDEAF2346}"/>
                </a:ext>
              </a:extLst>
            </p:cNvPr>
            <p:cNvSpPr/>
            <p:nvPr/>
          </p:nvSpPr>
          <p:spPr>
            <a:xfrm>
              <a:off x="35981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0" name="타원 5219">
              <a:extLst>
                <a:ext uri="{FF2B5EF4-FFF2-40B4-BE49-F238E27FC236}">
                  <a16:creationId xmlns:a16="http://schemas.microsoft.com/office/drawing/2014/main" id="{63A2CC1C-EDCA-4500-9B66-82B0148F5F2C}"/>
                </a:ext>
              </a:extLst>
            </p:cNvPr>
            <p:cNvSpPr/>
            <p:nvPr/>
          </p:nvSpPr>
          <p:spPr>
            <a:xfrm>
              <a:off x="37505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1" name="타원 5220">
              <a:extLst>
                <a:ext uri="{FF2B5EF4-FFF2-40B4-BE49-F238E27FC236}">
                  <a16:creationId xmlns:a16="http://schemas.microsoft.com/office/drawing/2014/main" id="{EAC99E2B-CE2E-40CB-82B2-65A727B54AC8}"/>
                </a:ext>
              </a:extLst>
            </p:cNvPr>
            <p:cNvSpPr/>
            <p:nvPr/>
          </p:nvSpPr>
          <p:spPr>
            <a:xfrm>
              <a:off x="39029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2" name="타원 5221">
              <a:extLst>
                <a:ext uri="{FF2B5EF4-FFF2-40B4-BE49-F238E27FC236}">
                  <a16:creationId xmlns:a16="http://schemas.microsoft.com/office/drawing/2014/main" id="{62508CBC-014A-4E24-81D6-530D16FD09CC}"/>
                </a:ext>
              </a:extLst>
            </p:cNvPr>
            <p:cNvSpPr/>
            <p:nvPr/>
          </p:nvSpPr>
          <p:spPr>
            <a:xfrm>
              <a:off x="40553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3" name="타원 5222">
              <a:extLst>
                <a:ext uri="{FF2B5EF4-FFF2-40B4-BE49-F238E27FC236}">
                  <a16:creationId xmlns:a16="http://schemas.microsoft.com/office/drawing/2014/main" id="{4BD07724-E7CF-450A-BCCA-92F381B504E5}"/>
                </a:ext>
              </a:extLst>
            </p:cNvPr>
            <p:cNvSpPr/>
            <p:nvPr/>
          </p:nvSpPr>
          <p:spPr>
            <a:xfrm>
              <a:off x="42077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4" name="타원 5223">
              <a:extLst>
                <a:ext uri="{FF2B5EF4-FFF2-40B4-BE49-F238E27FC236}">
                  <a16:creationId xmlns:a16="http://schemas.microsoft.com/office/drawing/2014/main" id="{9335783F-6FFD-4656-92BE-93BA20FC025D}"/>
                </a:ext>
              </a:extLst>
            </p:cNvPr>
            <p:cNvSpPr/>
            <p:nvPr/>
          </p:nvSpPr>
          <p:spPr>
            <a:xfrm>
              <a:off x="43601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5" name="타원 5224">
              <a:extLst>
                <a:ext uri="{FF2B5EF4-FFF2-40B4-BE49-F238E27FC236}">
                  <a16:creationId xmlns:a16="http://schemas.microsoft.com/office/drawing/2014/main" id="{B04C9A9F-5608-4C81-A47C-8962FB26ABE7}"/>
                </a:ext>
              </a:extLst>
            </p:cNvPr>
            <p:cNvSpPr/>
            <p:nvPr/>
          </p:nvSpPr>
          <p:spPr>
            <a:xfrm>
              <a:off x="45125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6" name="타원 5225">
              <a:extLst>
                <a:ext uri="{FF2B5EF4-FFF2-40B4-BE49-F238E27FC236}">
                  <a16:creationId xmlns:a16="http://schemas.microsoft.com/office/drawing/2014/main" id="{AA41CBBD-1DED-4596-938A-61D0BC848715}"/>
                </a:ext>
              </a:extLst>
            </p:cNvPr>
            <p:cNvSpPr/>
            <p:nvPr/>
          </p:nvSpPr>
          <p:spPr>
            <a:xfrm>
              <a:off x="46649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7" name="타원 5226">
              <a:extLst>
                <a:ext uri="{FF2B5EF4-FFF2-40B4-BE49-F238E27FC236}">
                  <a16:creationId xmlns:a16="http://schemas.microsoft.com/office/drawing/2014/main" id="{DB992A4D-AE45-4730-A2C5-8422F27C8FFE}"/>
                </a:ext>
              </a:extLst>
            </p:cNvPr>
            <p:cNvSpPr/>
            <p:nvPr/>
          </p:nvSpPr>
          <p:spPr>
            <a:xfrm>
              <a:off x="48173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8" name="타원 5227">
              <a:extLst>
                <a:ext uri="{FF2B5EF4-FFF2-40B4-BE49-F238E27FC236}">
                  <a16:creationId xmlns:a16="http://schemas.microsoft.com/office/drawing/2014/main" id="{01F71A4B-8E48-4D9D-B446-0C5A5CBFD6CD}"/>
                </a:ext>
              </a:extLst>
            </p:cNvPr>
            <p:cNvSpPr/>
            <p:nvPr/>
          </p:nvSpPr>
          <p:spPr>
            <a:xfrm>
              <a:off x="49697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29" name="타원 5228">
              <a:extLst>
                <a:ext uri="{FF2B5EF4-FFF2-40B4-BE49-F238E27FC236}">
                  <a16:creationId xmlns:a16="http://schemas.microsoft.com/office/drawing/2014/main" id="{0B8CF13E-8088-43B7-979A-0ACE0ADB70E9}"/>
                </a:ext>
              </a:extLst>
            </p:cNvPr>
            <p:cNvSpPr/>
            <p:nvPr/>
          </p:nvSpPr>
          <p:spPr>
            <a:xfrm>
              <a:off x="51221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0" name="타원 5229">
              <a:extLst>
                <a:ext uri="{FF2B5EF4-FFF2-40B4-BE49-F238E27FC236}">
                  <a16:creationId xmlns:a16="http://schemas.microsoft.com/office/drawing/2014/main" id="{D33530F6-769A-4095-BC07-93FDABA31CBD}"/>
                </a:ext>
              </a:extLst>
            </p:cNvPr>
            <p:cNvSpPr/>
            <p:nvPr/>
          </p:nvSpPr>
          <p:spPr>
            <a:xfrm>
              <a:off x="52745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1" name="타원 5230">
              <a:extLst>
                <a:ext uri="{FF2B5EF4-FFF2-40B4-BE49-F238E27FC236}">
                  <a16:creationId xmlns:a16="http://schemas.microsoft.com/office/drawing/2014/main" id="{B8062E59-1704-4133-8CD3-3F2E3CE8BEB6}"/>
                </a:ext>
              </a:extLst>
            </p:cNvPr>
            <p:cNvSpPr/>
            <p:nvPr/>
          </p:nvSpPr>
          <p:spPr>
            <a:xfrm>
              <a:off x="54269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2" name="타원 5231">
              <a:extLst>
                <a:ext uri="{FF2B5EF4-FFF2-40B4-BE49-F238E27FC236}">
                  <a16:creationId xmlns:a16="http://schemas.microsoft.com/office/drawing/2014/main" id="{62812656-6069-4BAF-9B70-DBB1AA24517D}"/>
                </a:ext>
              </a:extLst>
            </p:cNvPr>
            <p:cNvSpPr/>
            <p:nvPr/>
          </p:nvSpPr>
          <p:spPr>
            <a:xfrm>
              <a:off x="55793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3" name="타원 5232">
              <a:extLst>
                <a:ext uri="{FF2B5EF4-FFF2-40B4-BE49-F238E27FC236}">
                  <a16:creationId xmlns:a16="http://schemas.microsoft.com/office/drawing/2014/main" id="{DB6166F6-2202-4D55-9A00-575FA9DFC3A6}"/>
                </a:ext>
              </a:extLst>
            </p:cNvPr>
            <p:cNvSpPr/>
            <p:nvPr/>
          </p:nvSpPr>
          <p:spPr>
            <a:xfrm>
              <a:off x="5731775" y="91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4" name="타원 5233">
              <a:extLst>
                <a:ext uri="{FF2B5EF4-FFF2-40B4-BE49-F238E27FC236}">
                  <a16:creationId xmlns:a16="http://schemas.microsoft.com/office/drawing/2014/main" id="{04C0D34E-A089-4513-88ED-84B944EC045F}"/>
                </a:ext>
              </a:extLst>
            </p:cNvPr>
            <p:cNvSpPr/>
            <p:nvPr/>
          </p:nvSpPr>
          <p:spPr>
            <a:xfrm>
              <a:off x="2453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5" name="타원 5234">
              <a:extLst>
                <a:ext uri="{FF2B5EF4-FFF2-40B4-BE49-F238E27FC236}">
                  <a16:creationId xmlns:a16="http://schemas.microsoft.com/office/drawing/2014/main" id="{BCCF2C2F-CE69-4ADE-9A4B-9A2B96354C5C}"/>
                </a:ext>
              </a:extLst>
            </p:cNvPr>
            <p:cNvSpPr/>
            <p:nvPr/>
          </p:nvSpPr>
          <p:spPr>
            <a:xfrm>
              <a:off x="3977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6" name="타원 5235">
              <a:extLst>
                <a:ext uri="{FF2B5EF4-FFF2-40B4-BE49-F238E27FC236}">
                  <a16:creationId xmlns:a16="http://schemas.microsoft.com/office/drawing/2014/main" id="{DA9FC3A3-D72C-4160-9557-6AC14A3CC3AC}"/>
                </a:ext>
              </a:extLst>
            </p:cNvPr>
            <p:cNvSpPr/>
            <p:nvPr/>
          </p:nvSpPr>
          <p:spPr>
            <a:xfrm>
              <a:off x="5501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7" name="타원 5236">
              <a:extLst>
                <a:ext uri="{FF2B5EF4-FFF2-40B4-BE49-F238E27FC236}">
                  <a16:creationId xmlns:a16="http://schemas.microsoft.com/office/drawing/2014/main" id="{2AF4112B-80D3-4B16-A062-353BB0E95DFE}"/>
                </a:ext>
              </a:extLst>
            </p:cNvPr>
            <p:cNvSpPr/>
            <p:nvPr/>
          </p:nvSpPr>
          <p:spPr>
            <a:xfrm>
              <a:off x="7025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8" name="타원 5237">
              <a:extLst>
                <a:ext uri="{FF2B5EF4-FFF2-40B4-BE49-F238E27FC236}">
                  <a16:creationId xmlns:a16="http://schemas.microsoft.com/office/drawing/2014/main" id="{330CCED5-2037-49D3-9F31-5C5BA85BB468}"/>
                </a:ext>
              </a:extLst>
            </p:cNvPr>
            <p:cNvSpPr/>
            <p:nvPr/>
          </p:nvSpPr>
          <p:spPr>
            <a:xfrm>
              <a:off x="8549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39" name="타원 5238">
              <a:extLst>
                <a:ext uri="{FF2B5EF4-FFF2-40B4-BE49-F238E27FC236}">
                  <a16:creationId xmlns:a16="http://schemas.microsoft.com/office/drawing/2014/main" id="{CB1DE47D-E426-4B45-BD9E-8BCB70EA0EAB}"/>
                </a:ext>
              </a:extLst>
            </p:cNvPr>
            <p:cNvSpPr/>
            <p:nvPr/>
          </p:nvSpPr>
          <p:spPr>
            <a:xfrm>
              <a:off x="10073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0" name="타원 5239">
              <a:extLst>
                <a:ext uri="{FF2B5EF4-FFF2-40B4-BE49-F238E27FC236}">
                  <a16:creationId xmlns:a16="http://schemas.microsoft.com/office/drawing/2014/main" id="{6C379AB5-4792-4B93-9033-0DE844A4C3CE}"/>
                </a:ext>
              </a:extLst>
            </p:cNvPr>
            <p:cNvSpPr/>
            <p:nvPr/>
          </p:nvSpPr>
          <p:spPr>
            <a:xfrm>
              <a:off x="11597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1" name="타원 5240">
              <a:extLst>
                <a:ext uri="{FF2B5EF4-FFF2-40B4-BE49-F238E27FC236}">
                  <a16:creationId xmlns:a16="http://schemas.microsoft.com/office/drawing/2014/main" id="{35741BEE-AE9D-47F0-B411-442C3DAF5950}"/>
                </a:ext>
              </a:extLst>
            </p:cNvPr>
            <p:cNvSpPr/>
            <p:nvPr/>
          </p:nvSpPr>
          <p:spPr>
            <a:xfrm>
              <a:off x="13121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2" name="타원 5241">
              <a:extLst>
                <a:ext uri="{FF2B5EF4-FFF2-40B4-BE49-F238E27FC236}">
                  <a16:creationId xmlns:a16="http://schemas.microsoft.com/office/drawing/2014/main" id="{E4F02AD6-29F2-44B7-8F2C-CC24ACD3A8A2}"/>
                </a:ext>
              </a:extLst>
            </p:cNvPr>
            <p:cNvSpPr/>
            <p:nvPr/>
          </p:nvSpPr>
          <p:spPr>
            <a:xfrm>
              <a:off x="14645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3" name="타원 5242">
              <a:extLst>
                <a:ext uri="{FF2B5EF4-FFF2-40B4-BE49-F238E27FC236}">
                  <a16:creationId xmlns:a16="http://schemas.microsoft.com/office/drawing/2014/main" id="{4C3D2633-202A-4921-BB51-13AA15A41AFD}"/>
                </a:ext>
              </a:extLst>
            </p:cNvPr>
            <p:cNvSpPr/>
            <p:nvPr/>
          </p:nvSpPr>
          <p:spPr>
            <a:xfrm>
              <a:off x="16169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4" name="타원 5243">
              <a:extLst>
                <a:ext uri="{FF2B5EF4-FFF2-40B4-BE49-F238E27FC236}">
                  <a16:creationId xmlns:a16="http://schemas.microsoft.com/office/drawing/2014/main" id="{335D3687-90CF-436A-9759-8C70A1D84F18}"/>
                </a:ext>
              </a:extLst>
            </p:cNvPr>
            <p:cNvSpPr/>
            <p:nvPr/>
          </p:nvSpPr>
          <p:spPr>
            <a:xfrm>
              <a:off x="17693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5" name="타원 5244">
              <a:extLst>
                <a:ext uri="{FF2B5EF4-FFF2-40B4-BE49-F238E27FC236}">
                  <a16:creationId xmlns:a16="http://schemas.microsoft.com/office/drawing/2014/main" id="{2AC4B05D-F995-415F-B9C2-E9038A1FACD2}"/>
                </a:ext>
              </a:extLst>
            </p:cNvPr>
            <p:cNvSpPr/>
            <p:nvPr/>
          </p:nvSpPr>
          <p:spPr>
            <a:xfrm>
              <a:off x="19217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6" name="타원 5245">
              <a:extLst>
                <a:ext uri="{FF2B5EF4-FFF2-40B4-BE49-F238E27FC236}">
                  <a16:creationId xmlns:a16="http://schemas.microsoft.com/office/drawing/2014/main" id="{A225B128-7B96-405F-897D-ED918AB9881D}"/>
                </a:ext>
              </a:extLst>
            </p:cNvPr>
            <p:cNvSpPr/>
            <p:nvPr/>
          </p:nvSpPr>
          <p:spPr>
            <a:xfrm>
              <a:off x="20741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7" name="타원 5246">
              <a:extLst>
                <a:ext uri="{FF2B5EF4-FFF2-40B4-BE49-F238E27FC236}">
                  <a16:creationId xmlns:a16="http://schemas.microsoft.com/office/drawing/2014/main" id="{9C95983A-E6C4-4BB2-AF6E-23F3A3DE5F1B}"/>
                </a:ext>
              </a:extLst>
            </p:cNvPr>
            <p:cNvSpPr/>
            <p:nvPr/>
          </p:nvSpPr>
          <p:spPr>
            <a:xfrm>
              <a:off x="22265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8" name="타원 5247">
              <a:extLst>
                <a:ext uri="{FF2B5EF4-FFF2-40B4-BE49-F238E27FC236}">
                  <a16:creationId xmlns:a16="http://schemas.microsoft.com/office/drawing/2014/main" id="{AE10EF45-7DF6-4661-BB92-1DFAC2D0524B}"/>
                </a:ext>
              </a:extLst>
            </p:cNvPr>
            <p:cNvSpPr/>
            <p:nvPr/>
          </p:nvSpPr>
          <p:spPr>
            <a:xfrm>
              <a:off x="23789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49" name="타원 5248">
              <a:extLst>
                <a:ext uri="{FF2B5EF4-FFF2-40B4-BE49-F238E27FC236}">
                  <a16:creationId xmlns:a16="http://schemas.microsoft.com/office/drawing/2014/main" id="{A074F08F-FB81-4A28-845C-1E1AAB7AF103}"/>
                </a:ext>
              </a:extLst>
            </p:cNvPr>
            <p:cNvSpPr/>
            <p:nvPr/>
          </p:nvSpPr>
          <p:spPr>
            <a:xfrm>
              <a:off x="25313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0" name="타원 5249">
              <a:extLst>
                <a:ext uri="{FF2B5EF4-FFF2-40B4-BE49-F238E27FC236}">
                  <a16:creationId xmlns:a16="http://schemas.microsoft.com/office/drawing/2014/main" id="{36E5ED6E-13F8-454B-AF6E-2DC554F51FD0}"/>
                </a:ext>
              </a:extLst>
            </p:cNvPr>
            <p:cNvSpPr/>
            <p:nvPr/>
          </p:nvSpPr>
          <p:spPr>
            <a:xfrm>
              <a:off x="26837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1" name="타원 5250">
              <a:extLst>
                <a:ext uri="{FF2B5EF4-FFF2-40B4-BE49-F238E27FC236}">
                  <a16:creationId xmlns:a16="http://schemas.microsoft.com/office/drawing/2014/main" id="{20FA3E3E-573E-4DB9-B32E-D0FDB80871ED}"/>
                </a:ext>
              </a:extLst>
            </p:cNvPr>
            <p:cNvSpPr/>
            <p:nvPr/>
          </p:nvSpPr>
          <p:spPr>
            <a:xfrm>
              <a:off x="28361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2" name="타원 5251">
              <a:extLst>
                <a:ext uri="{FF2B5EF4-FFF2-40B4-BE49-F238E27FC236}">
                  <a16:creationId xmlns:a16="http://schemas.microsoft.com/office/drawing/2014/main" id="{2F4AA6F9-A794-4501-81BB-B6EE4B430A6F}"/>
                </a:ext>
              </a:extLst>
            </p:cNvPr>
            <p:cNvSpPr/>
            <p:nvPr/>
          </p:nvSpPr>
          <p:spPr>
            <a:xfrm>
              <a:off x="29885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3" name="타원 5252">
              <a:extLst>
                <a:ext uri="{FF2B5EF4-FFF2-40B4-BE49-F238E27FC236}">
                  <a16:creationId xmlns:a16="http://schemas.microsoft.com/office/drawing/2014/main" id="{AD4B0B0A-F3C3-4626-B60D-6250F44B17FB}"/>
                </a:ext>
              </a:extLst>
            </p:cNvPr>
            <p:cNvSpPr/>
            <p:nvPr/>
          </p:nvSpPr>
          <p:spPr>
            <a:xfrm>
              <a:off x="31409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4" name="타원 5253">
              <a:extLst>
                <a:ext uri="{FF2B5EF4-FFF2-40B4-BE49-F238E27FC236}">
                  <a16:creationId xmlns:a16="http://schemas.microsoft.com/office/drawing/2014/main" id="{7F5F7513-EB0D-484E-8B3A-04BC92791081}"/>
                </a:ext>
              </a:extLst>
            </p:cNvPr>
            <p:cNvSpPr/>
            <p:nvPr/>
          </p:nvSpPr>
          <p:spPr>
            <a:xfrm>
              <a:off x="32933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5" name="타원 5254">
              <a:extLst>
                <a:ext uri="{FF2B5EF4-FFF2-40B4-BE49-F238E27FC236}">
                  <a16:creationId xmlns:a16="http://schemas.microsoft.com/office/drawing/2014/main" id="{9B8E4571-2485-4FF1-9432-6C52CD5E41F4}"/>
                </a:ext>
              </a:extLst>
            </p:cNvPr>
            <p:cNvSpPr/>
            <p:nvPr/>
          </p:nvSpPr>
          <p:spPr>
            <a:xfrm>
              <a:off x="34457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6" name="타원 5255">
              <a:extLst>
                <a:ext uri="{FF2B5EF4-FFF2-40B4-BE49-F238E27FC236}">
                  <a16:creationId xmlns:a16="http://schemas.microsoft.com/office/drawing/2014/main" id="{C328B168-A8F2-4061-9FC3-73AA539E30F6}"/>
                </a:ext>
              </a:extLst>
            </p:cNvPr>
            <p:cNvSpPr/>
            <p:nvPr/>
          </p:nvSpPr>
          <p:spPr>
            <a:xfrm>
              <a:off x="35981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7" name="타원 5256">
              <a:extLst>
                <a:ext uri="{FF2B5EF4-FFF2-40B4-BE49-F238E27FC236}">
                  <a16:creationId xmlns:a16="http://schemas.microsoft.com/office/drawing/2014/main" id="{285321C6-7B43-4772-80A0-4F91677E7954}"/>
                </a:ext>
              </a:extLst>
            </p:cNvPr>
            <p:cNvSpPr/>
            <p:nvPr/>
          </p:nvSpPr>
          <p:spPr>
            <a:xfrm>
              <a:off x="37505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8" name="타원 5257">
              <a:extLst>
                <a:ext uri="{FF2B5EF4-FFF2-40B4-BE49-F238E27FC236}">
                  <a16:creationId xmlns:a16="http://schemas.microsoft.com/office/drawing/2014/main" id="{7799AD54-AC58-4A68-8ABB-033C8BC957B8}"/>
                </a:ext>
              </a:extLst>
            </p:cNvPr>
            <p:cNvSpPr/>
            <p:nvPr/>
          </p:nvSpPr>
          <p:spPr>
            <a:xfrm>
              <a:off x="39029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9" name="타원 5258">
              <a:extLst>
                <a:ext uri="{FF2B5EF4-FFF2-40B4-BE49-F238E27FC236}">
                  <a16:creationId xmlns:a16="http://schemas.microsoft.com/office/drawing/2014/main" id="{DA7D400A-CD85-4819-8F74-122D79DF3FC0}"/>
                </a:ext>
              </a:extLst>
            </p:cNvPr>
            <p:cNvSpPr/>
            <p:nvPr/>
          </p:nvSpPr>
          <p:spPr>
            <a:xfrm>
              <a:off x="40553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0" name="타원 5259">
              <a:extLst>
                <a:ext uri="{FF2B5EF4-FFF2-40B4-BE49-F238E27FC236}">
                  <a16:creationId xmlns:a16="http://schemas.microsoft.com/office/drawing/2014/main" id="{CE2ED8A2-6258-4C41-892B-3B973EA508DC}"/>
                </a:ext>
              </a:extLst>
            </p:cNvPr>
            <p:cNvSpPr/>
            <p:nvPr/>
          </p:nvSpPr>
          <p:spPr>
            <a:xfrm>
              <a:off x="42077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1" name="타원 5260">
              <a:extLst>
                <a:ext uri="{FF2B5EF4-FFF2-40B4-BE49-F238E27FC236}">
                  <a16:creationId xmlns:a16="http://schemas.microsoft.com/office/drawing/2014/main" id="{E9906C0B-ACC3-4864-A1BD-AB097164D765}"/>
                </a:ext>
              </a:extLst>
            </p:cNvPr>
            <p:cNvSpPr/>
            <p:nvPr/>
          </p:nvSpPr>
          <p:spPr>
            <a:xfrm>
              <a:off x="43601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2" name="타원 5261">
              <a:extLst>
                <a:ext uri="{FF2B5EF4-FFF2-40B4-BE49-F238E27FC236}">
                  <a16:creationId xmlns:a16="http://schemas.microsoft.com/office/drawing/2014/main" id="{C3C46C81-E0E5-402B-8133-787BFE2C831F}"/>
                </a:ext>
              </a:extLst>
            </p:cNvPr>
            <p:cNvSpPr/>
            <p:nvPr/>
          </p:nvSpPr>
          <p:spPr>
            <a:xfrm>
              <a:off x="45125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3" name="타원 5262">
              <a:extLst>
                <a:ext uri="{FF2B5EF4-FFF2-40B4-BE49-F238E27FC236}">
                  <a16:creationId xmlns:a16="http://schemas.microsoft.com/office/drawing/2014/main" id="{A4FEE217-A9A9-46F5-88FC-48D9DE069BEB}"/>
                </a:ext>
              </a:extLst>
            </p:cNvPr>
            <p:cNvSpPr/>
            <p:nvPr/>
          </p:nvSpPr>
          <p:spPr>
            <a:xfrm>
              <a:off x="46649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4" name="타원 5263">
              <a:extLst>
                <a:ext uri="{FF2B5EF4-FFF2-40B4-BE49-F238E27FC236}">
                  <a16:creationId xmlns:a16="http://schemas.microsoft.com/office/drawing/2014/main" id="{0E64DD56-64A7-4CE7-8E3E-F0F8BCE34905}"/>
                </a:ext>
              </a:extLst>
            </p:cNvPr>
            <p:cNvSpPr/>
            <p:nvPr/>
          </p:nvSpPr>
          <p:spPr>
            <a:xfrm>
              <a:off x="48173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5" name="타원 5264">
              <a:extLst>
                <a:ext uri="{FF2B5EF4-FFF2-40B4-BE49-F238E27FC236}">
                  <a16:creationId xmlns:a16="http://schemas.microsoft.com/office/drawing/2014/main" id="{5660423B-EA2F-40FC-9296-1BA4A2FE9454}"/>
                </a:ext>
              </a:extLst>
            </p:cNvPr>
            <p:cNvSpPr/>
            <p:nvPr/>
          </p:nvSpPr>
          <p:spPr>
            <a:xfrm>
              <a:off x="49697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6" name="타원 5265">
              <a:extLst>
                <a:ext uri="{FF2B5EF4-FFF2-40B4-BE49-F238E27FC236}">
                  <a16:creationId xmlns:a16="http://schemas.microsoft.com/office/drawing/2014/main" id="{5B314AA1-5185-4BF4-B423-3FE8E995CF72}"/>
                </a:ext>
              </a:extLst>
            </p:cNvPr>
            <p:cNvSpPr/>
            <p:nvPr/>
          </p:nvSpPr>
          <p:spPr>
            <a:xfrm>
              <a:off x="51221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7" name="타원 5266">
              <a:extLst>
                <a:ext uri="{FF2B5EF4-FFF2-40B4-BE49-F238E27FC236}">
                  <a16:creationId xmlns:a16="http://schemas.microsoft.com/office/drawing/2014/main" id="{688F669A-B24C-4F6B-B7D7-DC58A83AFDC7}"/>
                </a:ext>
              </a:extLst>
            </p:cNvPr>
            <p:cNvSpPr/>
            <p:nvPr/>
          </p:nvSpPr>
          <p:spPr>
            <a:xfrm>
              <a:off x="52745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8" name="타원 5267">
              <a:extLst>
                <a:ext uri="{FF2B5EF4-FFF2-40B4-BE49-F238E27FC236}">
                  <a16:creationId xmlns:a16="http://schemas.microsoft.com/office/drawing/2014/main" id="{9FD2370E-17FF-4771-9C80-10D6EC129E52}"/>
                </a:ext>
              </a:extLst>
            </p:cNvPr>
            <p:cNvSpPr/>
            <p:nvPr/>
          </p:nvSpPr>
          <p:spPr>
            <a:xfrm>
              <a:off x="54269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69" name="타원 5268">
              <a:extLst>
                <a:ext uri="{FF2B5EF4-FFF2-40B4-BE49-F238E27FC236}">
                  <a16:creationId xmlns:a16="http://schemas.microsoft.com/office/drawing/2014/main" id="{A5859495-7D34-45CE-A23B-AA0154BEAA31}"/>
                </a:ext>
              </a:extLst>
            </p:cNvPr>
            <p:cNvSpPr/>
            <p:nvPr/>
          </p:nvSpPr>
          <p:spPr>
            <a:xfrm>
              <a:off x="55793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0" name="타원 5269">
              <a:extLst>
                <a:ext uri="{FF2B5EF4-FFF2-40B4-BE49-F238E27FC236}">
                  <a16:creationId xmlns:a16="http://schemas.microsoft.com/office/drawing/2014/main" id="{55048ACE-91B3-43EB-BA67-8B005EA2DCC7}"/>
                </a:ext>
              </a:extLst>
            </p:cNvPr>
            <p:cNvSpPr/>
            <p:nvPr/>
          </p:nvSpPr>
          <p:spPr>
            <a:xfrm>
              <a:off x="5731775" y="106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1" name="타원 5270">
              <a:extLst>
                <a:ext uri="{FF2B5EF4-FFF2-40B4-BE49-F238E27FC236}">
                  <a16:creationId xmlns:a16="http://schemas.microsoft.com/office/drawing/2014/main" id="{3165E18C-ED00-47E7-B67C-E31C040E47F7}"/>
                </a:ext>
              </a:extLst>
            </p:cNvPr>
            <p:cNvSpPr/>
            <p:nvPr/>
          </p:nvSpPr>
          <p:spPr>
            <a:xfrm>
              <a:off x="2453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2" name="타원 5271">
              <a:extLst>
                <a:ext uri="{FF2B5EF4-FFF2-40B4-BE49-F238E27FC236}">
                  <a16:creationId xmlns:a16="http://schemas.microsoft.com/office/drawing/2014/main" id="{1A92C272-22FF-4D7B-8E6B-0DB518CC6427}"/>
                </a:ext>
              </a:extLst>
            </p:cNvPr>
            <p:cNvSpPr/>
            <p:nvPr/>
          </p:nvSpPr>
          <p:spPr>
            <a:xfrm>
              <a:off x="3977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3" name="타원 5272">
              <a:extLst>
                <a:ext uri="{FF2B5EF4-FFF2-40B4-BE49-F238E27FC236}">
                  <a16:creationId xmlns:a16="http://schemas.microsoft.com/office/drawing/2014/main" id="{B6CD9ECD-CD7F-419F-93EA-F7CB5BE29FE6}"/>
                </a:ext>
              </a:extLst>
            </p:cNvPr>
            <p:cNvSpPr/>
            <p:nvPr/>
          </p:nvSpPr>
          <p:spPr>
            <a:xfrm>
              <a:off x="5501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4" name="타원 5273">
              <a:extLst>
                <a:ext uri="{FF2B5EF4-FFF2-40B4-BE49-F238E27FC236}">
                  <a16:creationId xmlns:a16="http://schemas.microsoft.com/office/drawing/2014/main" id="{9CD856C5-202D-4701-8D3E-F3A697A5ABF6}"/>
                </a:ext>
              </a:extLst>
            </p:cNvPr>
            <p:cNvSpPr/>
            <p:nvPr/>
          </p:nvSpPr>
          <p:spPr>
            <a:xfrm>
              <a:off x="7025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5" name="타원 5274">
              <a:extLst>
                <a:ext uri="{FF2B5EF4-FFF2-40B4-BE49-F238E27FC236}">
                  <a16:creationId xmlns:a16="http://schemas.microsoft.com/office/drawing/2014/main" id="{99DFF717-736E-487C-B1D7-A25A36817AA6}"/>
                </a:ext>
              </a:extLst>
            </p:cNvPr>
            <p:cNvSpPr/>
            <p:nvPr/>
          </p:nvSpPr>
          <p:spPr>
            <a:xfrm>
              <a:off x="8549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6" name="타원 5275">
              <a:extLst>
                <a:ext uri="{FF2B5EF4-FFF2-40B4-BE49-F238E27FC236}">
                  <a16:creationId xmlns:a16="http://schemas.microsoft.com/office/drawing/2014/main" id="{9370B950-296E-41EB-8B3E-50F937D9CD50}"/>
                </a:ext>
              </a:extLst>
            </p:cNvPr>
            <p:cNvSpPr/>
            <p:nvPr/>
          </p:nvSpPr>
          <p:spPr>
            <a:xfrm>
              <a:off x="10073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7" name="타원 5276">
              <a:extLst>
                <a:ext uri="{FF2B5EF4-FFF2-40B4-BE49-F238E27FC236}">
                  <a16:creationId xmlns:a16="http://schemas.microsoft.com/office/drawing/2014/main" id="{8C8B3D12-0F58-49ED-9942-3BB42E85FE86}"/>
                </a:ext>
              </a:extLst>
            </p:cNvPr>
            <p:cNvSpPr/>
            <p:nvPr/>
          </p:nvSpPr>
          <p:spPr>
            <a:xfrm>
              <a:off x="11597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8" name="타원 5277">
              <a:extLst>
                <a:ext uri="{FF2B5EF4-FFF2-40B4-BE49-F238E27FC236}">
                  <a16:creationId xmlns:a16="http://schemas.microsoft.com/office/drawing/2014/main" id="{74B55BA7-540D-4EA2-99EA-8F796C46B208}"/>
                </a:ext>
              </a:extLst>
            </p:cNvPr>
            <p:cNvSpPr/>
            <p:nvPr/>
          </p:nvSpPr>
          <p:spPr>
            <a:xfrm>
              <a:off x="13121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79" name="타원 5278">
              <a:extLst>
                <a:ext uri="{FF2B5EF4-FFF2-40B4-BE49-F238E27FC236}">
                  <a16:creationId xmlns:a16="http://schemas.microsoft.com/office/drawing/2014/main" id="{FC06A60F-C1FE-4FC5-8CDF-4A5875A52997}"/>
                </a:ext>
              </a:extLst>
            </p:cNvPr>
            <p:cNvSpPr/>
            <p:nvPr/>
          </p:nvSpPr>
          <p:spPr>
            <a:xfrm>
              <a:off x="14645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0" name="타원 5279">
              <a:extLst>
                <a:ext uri="{FF2B5EF4-FFF2-40B4-BE49-F238E27FC236}">
                  <a16:creationId xmlns:a16="http://schemas.microsoft.com/office/drawing/2014/main" id="{BB19B7D6-491F-438B-A391-C3F4E734E360}"/>
                </a:ext>
              </a:extLst>
            </p:cNvPr>
            <p:cNvSpPr/>
            <p:nvPr/>
          </p:nvSpPr>
          <p:spPr>
            <a:xfrm>
              <a:off x="16169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1" name="타원 5280">
              <a:extLst>
                <a:ext uri="{FF2B5EF4-FFF2-40B4-BE49-F238E27FC236}">
                  <a16:creationId xmlns:a16="http://schemas.microsoft.com/office/drawing/2014/main" id="{B1012628-0F7E-4142-8BE2-3B32C7939C1D}"/>
                </a:ext>
              </a:extLst>
            </p:cNvPr>
            <p:cNvSpPr/>
            <p:nvPr/>
          </p:nvSpPr>
          <p:spPr>
            <a:xfrm>
              <a:off x="17693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2" name="타원 5281">
              <a:extLst>
                <a:ext uri="{FF2B5EF4-FFF2-40B4-BE49-F238E27FC236}">
                  <a16:creationId xmlns:a16="http://schemas.microsoft.com/office/drawing/2014/main" id="{68591BCE-369B-47C9-998C-8D23F89F5AA0}"/>
                </a:ext>
              </a:extLst>
            </p:cNvPr>
            <p:cNvSpPr/>
            <p:nvPr/>
          </p:nvSpPr>
          <p:spPr>
            <a:xfrm>
              <a:off x="19217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3" name="타원 5282">
              <a:extLst>
                <a:ext uri="{FF2B5EF4-FFF2-40B4-BE49-F238E27FC236}">
                  <a16:creationId xmlns:a16="http://schemas.microsoft.com/office/drawing/2014/main" id="{E520CC4A-3E4D-40DF-A414-63EE179FD2B5}"/>
                </a:ext>
              </a:extLst>
            </p:cNvPr>
            <p:cNvSpPr/>
            <p:nvPr/>
          </p:nvSpPr>
          <p:spPr>
            <a:xfrm>
              <a:off x="20741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4" name="타원 5283">
              <a:extLst>
                <a:ext uri="{FF2B5EF4-FFF2-40B4-BE49-F238E27FC236}">
                  <a16:creationId xmlns:a16="http://schemas.microsoft.com/office/drawing/2014/main" id="{B112D8A4-C432-4BBD-8309-7CBE93855C52}"/>
                </a:ext>
              </a:extLst>
            </p:cNvPr>
            <p:cNvSpPr/>
            <p:nvPr/>
          </p:nvSpPr>
          <p:spPr>
            <a:xfrm>
              <a:off x="22265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5" name="타원 5284">
              <a:extLst>
                <a:ext uri="{FF2B5EF4-FFF2-40B4-BE49-F238E27FC236}">
                  <a16:creationId xmlns:a16="http://schemas.microsoft.com/office/drawing/2014/main" id="{4B158B33-776A-4760-87B9-A711907108CF}"/>
                </a:ext>
              </a:extLst>
            </p:cNvPr>
            <p:cNvSpPr/>
            <p:nvPr/>
          </p:nvSpPr>
          <p:spPr>
            <a:xfrm>
              <a:off x="23789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6" name="타원 5285">
              <a:extLst>
                <a:ext uri="{FF2B5EF4-FFF2-40B4-BE49-F238E27FC236}">
                  <a16:creationId xmlns:a16="http://schemas.microsoft.com/office/drawing/2014/main" id="{E3BA0F26-DCB4-4709-8CD9-19C3214F2DD1}"/>
                </a:ext>
              </a:extLst>
            </p:cNvPr>
            <p:cNvSpPr/>
            <p:nvPr/>
          </p:nvSpPr>
          <p:spPr>
            <a:xfrm>
              <a:off x="25313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7" name="타원 5286">
              <a:extLst>
                <a:ext uri="{FF2B5EF4-FFF2-40B4-BE49-F238E27FC236}">
                  <a16:creationId xmlns:a16="http://schemas.microsoft.com/office/drawing/2014/main" id="{70E63492-7222-4E64-B9CC-974FFD4B130B}"/>
                </a:ext>
              </a:extLst>
            </p:cNvPr>
            <p:cNvSpPr/>
            <p:nvPr/>
          </p:nvSpPr>
          <p:spPr>
            <a:xfrm>
              <a:off x="26837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8" name="타원 5287">
              <a:extLst>
                <a:ext uri="{FF2B5EF4-FFF2-40B4-BE49-F238E27FC236}">
                  <a16:creationId xmlns:a16="http://schemas.microsoft.com/office/drawing/2014/main" id="{86A460D1-3F61-4C99-B01E-4532866D0363}"/>
                </a:ext>
              </a:extLst>
            </p:cNvPr>
            <p:cNvSpPr/>
            <p:nvPr/>
          </p:nvSpPr>
          <p:spPr>
            <a:xfrm>
              <a:off x="28361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89" name="타원 5288">
              <a:extLst>
                <a:ext uri="{FF2B5EF4-FFF2-40B4-BE49-F238E27FC236}">
                  <a16:creationId xmlns:a16="http://schemas.microsoft.com/office/drawing/2014/main" id="{7BA39254-BD4E-4EE7-9374-F7DB742A31D4}"/>
                </a:ext>
              </a:extLst>
            </p:cNvPr>
            <p:cNvSpPr/>
            <p:nvPr/>
          </p:nvSpPr>
          <p:spPr>
            <a:xfrm>
              <a:off x="29885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0" name="타원 5289">
              <a:extLst>
                <a:ext uri="{FF2B5EF4-FFF2-40B4-BE49-F238E27FC236}">
                  <a16:creationId xmlns:a16="http://schemas.microsoft.com/office/drawing/2014/main" id="{5089ADEB-1BAD-46E0-B8A7-EE61EC27C020}"/>
                </a:ext>
              </a:extLst>
            </p:cNvPr>
            <p:cNvSpPr/>
            <p:nvPr/>
          </p:nvSpPr>
          <p:spPr>
            <a:xfrm>
              <a:off x="31409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1" name="타원 5290">
              <a:extLst>
                <a:ext uri="{FF2B5EF4-FFF2-40B4-BE49-F238E27FC236}">
                  <a16:creationId xmlns:a16="http://schemas.microsoft.com/office/drawing/2014/main" id="{782C05B2-C067-46F2-B9A8-C6634B36F941}"/>
                </a:ext>
              </a:extLst>
            </p:cNvPr>
            <p:cNvSpPr/>
            <p:nvPr/>
          </p:nvSpPr>
          <p:spPr>
            <a:xfrm>
              <a:off x="32933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2" name="타원 5291">
              <a:extLst>
                <a:ext uri="{FF2B5EF4-FFF2-40B4-BE49-F238E27FC236}">
                  <a16:creationId xmlns:a16="http://schemas.microsoft.com/office/drawing/2014/main" id="{32FD6D68-0133-4F10-9F0E-0D721789C64A}"/>
                </a:ext>
              </a:extLst>
            </p:cNvPr>
            <p:cNvSpPr/>
            <p:nvPr/>
          </p:nvSpPr>
          <p:spPr>
            <a:xfrm>
              <a:off x="34457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3" name="타원 5292">
              <a:extLst>
                <a:ext uri="{FF2B5EF4-FFF2-40B4-BE49-F238E27FC236}">
                  <a16:creationId xmlns:a16="http://schemas.microsoft.com/office/drawing/2014/main" id="{9B4F3C6D-6735-4E96-89F0-587709AAC43F}"/>
                </a:ext>
              </a:extLst>
            </p:cNvPr>
            <p:cNvSpPr/>
            <p:nvPr/>
          </p:nvSpPr>
          <p:spPr>
            <a:xfrm>
              <a:off x="35981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4" name="타원 5293">
              <a:extLst>
                <a:ext uri="{FF2B5EF4-FFF2-40B4-BE49-F238E27FC236}">
                  <a16:creationId xmlns:a16="http://schemas.microsoft.com/office/drawing/2014/main" id="{84B32235-7B97-4000-AD09-551EB1F1813F}"/>
                </a:ext>
              </a:extLst>
            </p:cNvPr>
            <p:cNvSpPr/>
            <p:nvPr/>
          </p:nvSpPr>
          <p:spPr>
            <a:xfrm>
              <a:off x="37505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5" name="타원 5294">
              <a:extLst>
                <a:ext uri="{FF2B5EF4-FFF2-40B4-BE49-F238E27FC236}">
                  <a16:creationId xmlns:a16="http://schemas.microsoft.com/office/drawing/2014/main" id="{E0F4A03A-FE4C-42E0-8D5D-92322D2EACF3}"/>
                </a:ext>
              </a:extLst>
            </p:cNvPr>
            <p:cNvSpPr/>
            <p:nvPr/>
          </p:nvSpPr>
          <p:spPr>
            <a:xfrm>
              <a:off x="39029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6" name="타원 5295">
              <a:extLst>
                <a:ext uri="{FF2B5EF4-FFF2-40B4-BE49-F238E27FC236}">
                  <a16:creationId xmlns:a16="http://schemas.microsoft.com/office/drawing/2014/main" id="{25C42FFA-A558-47EB-96AF-D38C951DB4F8}"/>
                </a:ext>
              </a:extLst>
            </p:cNvPr>
            <p:cNvSpPr/>
            <p:nvPr/>
          </p:nvSpPr>
          <p:spPr>
            <a:xfrm>
              <a:off x="40553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7" name="타원 5296">
              <a:extLst>
                <a:ext uri="{FF2B5EF4-FFF2-40B4-BE49-F238E27FC236}">
                  <a16:creationId xmlns:a16="http://schemas.microsoft.com/office/drawing/2014/main" id="{70DD113A-358E-42C3-ADA1-458DE08422CF}"/>
                </a:ext>
              </a:extLst>
            </p:cNvPr>
            <p:cNvSpPr/>
            <p:nvPr/>
          </p:nvSpPr>
          <p:spPr>
            <a:xfrm>
              <a:off x="42077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8" name="타원 5297">
              <a:extLst>
                <a:ext uri="{FF2B5EF4-FFF2-40B4-BE49-F238E27FC236}">
                  <a16:creationId xmlns:a16="http://schemas.microsoft.com/office/drawing/2014/main" id="{04E60330-9612-4451-BF5B-8366B6CDCBDF}"/>
                </a:ext>
              </a:extLst>
            </p:cNvPr>
            <p:cNvSpPr/>
            <p:nvPr/>
          </p:nvSpPr>
          <p:spPr>
            <a:xfrm>
              <a:off x="43601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9" name="타원 5298">
              <a:extLst>
                <a:ext uri="{FF2B5EF4-FFF2-40B4-BE49-F238E27FC236}">
                  <a16:creationId xmlns:a16="http://schemas.microsoft.com/office/drawing/2014/main" id="{AEA2D06D-8942-4BE2-9960-D5C5686DBDB3}"/>
                </a:ext>
              </a:extLst>
            </p:cNvPr>
            <p:cNvSpPr/>
            <p:nvPr/>
          </p:nvSpPr>
          <p:spPr>
            <a:xfrm>
              <a:off x="45125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0" name="타원 5299">
              <a:extLst>
                <a:ext uri="{FF2B5EF4-FFF2-40B4-BE49-F238E27FC236}">
                  <a16:creationId xmlns:a16="http://schemas.microsoft.com/office/drawing/2014/main" id="{F7A20EB4-2140-4D05-88AA-AA0F29AE63AC}"/>
                </a:ext>
              </a:extLst>
            </p:cNvPr>
            <p:cNvSpPr/>
            <p:nvPr/>
          </p:nvSpPr>
          <p:spPr>
            <a:xfrm>
              <a:off x="46649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1" name="타원 5300">
              <a:extLst>
                <a:ext uri="{FF2B5EF4-FFF2-40B4-BE49-F238E27FC236}">
                  <a16:creationId xmlns:a16="http://schemas.microsoft.com/office/drawing/2014/main" id="{D5798249-A85F-4901-A69D-D91727E5C1D5}"/>
                </a:ext>
              </a:extLst>
            </p:cNvPr>
            <p:cNvSpPr/>
            <p:nvPr/>
          </p:nvSpPr>
          <p:spPr>
            <a:xfrm>
              <a:off x="48173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2" name="타원 5301">
              <a:extLst>
                <a:ext uri="{FF2B5EF4-FFF2-40B4-BE49-F238E27FC236}">
                  <a16:creationId xmlns:a16="http://schemas.microsoft.com/office/drawing/2014/main" id="{A92D651F-9D71-4CD6-975C-C418DC30E907}"/>
                </a:ext>
              </a:extLst>
            </p:cNvPr>
            <p:cNvSpPr/>
            <p:nvPr/>
          </p:nvSpPr>
          <p:spPr>
            <a:xfrm>
              <a:off x="49697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3" name="타원 5302">
              <a:extLst>
                <a:ext uri="{FF2B5EF4-FFF2-40B4-BE49-F238E27FC236}">
                  <a16:creationId xmlns:a16="http://schemas.microsoft.com/office/drawing/2014/main" id="{C01B6930-5A8A-4D34-9DBA-7FD67B11F8FB}"/>
                </a:ext>
              </a:extLst>
            </p:cNvPr>
            <p:cNvSpPr/>
            <p:nvPr/>
          </p:nvSpPr>
          <p:spPr>
            <a:xfrm>
              <a:off x="51221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4" name="타원 5303">
              <a:extLst>
                <a:ext uri="{FF2B5EF4-FFF2-40B4-BE49-F238E27FC236}">
                  <a16:creationId xmlns:a16="http://schemas.microsoft.com/office/drawing/2014/main" id="{41231613-C270-4821-BB31-437AAE4BC065}"/>
                </a:ext>
              </a:extLst>
            </p:cNvPr>
            <p:cNvSpPr/>
            <p:nvPr/>
          </p:nvSpPr>
          <p:spPr>
            <a:xfrm>
              <a:off x="52745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5" name="타원 5304">
              <a:extLst>
                <a:ext uri="{FF2B5EF4-FFF2-40B4-BE49-F238E27FC236}">
                  <a16:creationId xmlns:a16="http://schemas.microsoft.com/office/drawing/2014/main" id="{2076BCBE-2C59-417F-A7E7-ECEDE4ABC9BC}"/>
                </a:ext>
              </a:extLst>
            </p:cNvPr>
            <p:cNvSpPr/>
            <p:nvPr/>
          </p:nvSpPr>
          <p:spPr>
            <a:xfrm>
              <a:off x="54269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6" name="타원 5305">
              <a:extLst>
                <a:ext uri="{FF2B5EF4-FFF2-40B4-BE49-F238E27FC236}">
                  <a16:creationId xmlns:a16="http://schemas.microsoft.com/office/drawing/2014/main" id="{230072BF-FFE0-4301-9EE5-4DB91D522E4A}"/>
                </a:ext>
              </a:extLst>
            </p:cNvPr>
            <p:cNvSpPr/>
            <p:nvPr/>
          </p:nvSpPr>
          <p:spPr>
            <a:xfrm>
              <a:off x="55793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7" name="타원 5306">
              <a:extLst>
                <a:ext uri="{FF2B5EF4-FFF2-40B4-BE49-F238E27FC236}">
                  <a16:creationId xmlns:a16="http://schemas.microsoft.com/office/drawing/2014/main" id="{F70BCFA5-265E-40CC-AC7D-750FD9F475DE}"/>
                </a:ext>
              </a:extLst>
            </p:cNvPr>
            <p:cNvSpPr/>
            <p:nvPr/>
          </p:nvSpPr>
          <p:spPr>
            <a:xfrm>
              <a:off x="5731775" y="121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8" name="타원 5307">
              <a:extLst>
                <a:ext uri="{FF2B5EF4-FFF2-40B4-BE49-F238E27FC236}">
                  <a16:creationId xmlns:a16="http://schemas.microsoft.com/office/drawing/2014/main" id="{9940DECD-A2CB-4C97-B56F-F213F08E7D26}"/>
                </a:ext>
              </a:extLst>
            </p:cNvPr>
            <p:cNvSpPr/>
            <p:nvPr/>
          </p:nvSpPr>
          <p:spPr>
            <a:xfrm>
              <a:off x="2453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09" name="타원 5308">
              <a:extLst>
                <a:ext uri="{FF2B5EF4-FFF2-40B4-BE49-F238E27FC236}">
                  <a16:creationId xmlns:a16="http://schemas.microsoft.com/office/drawing/2014/main" id="{D94D3CDB-92D2-4879-913A-2F8F0929FD44}"/>
                </a:ext>
              </a:extLst>
            </p:cNvPr>
            <p:cNvSpPr/>
            <p:nvPr/>
          </p:nvSpPr>
          <p:spPr>
            <a:xfrm>
              <a:off x="3977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0" name="타원 5309">
              <a:extLst>
                <a:ext uri="{FF2B5EF4-FFF2-40B4-BE49-F238E27FC236}">
                  <a16:creationId xmlns:a16="http://schemas.microsoft.com/office/drawing/2014/main" id="{BF0B2D57-61FE-44FF-B586-DC0E28290B8F}"/>
                </a:ext>
              </a:extLst>
            </p:cNvPr>
            <p:cNvSpPr/>
            <p:nvPr/>
          </p:nvSpPr>
          <p:spPr>
            <a:xfrm>
              <a:off x="5501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1" name="타원 5310">
              <a:extLst>
                <a:ext uri="{FF2B5EF4-FFF2-40B4-BE49-F238E27FC236}">
                  <a16:creationId xmlns:a16="http://schemas.microsoft.com/office/drawing/2014/main" id="{5FF2A874-1B96-4D7E-A558-6C47518608EA}"/>
                </a:ext>
              </a:extLst>
            </p:cNvPr>
            <p:cNvSpPr/>
            <p:nvPr/>
          </p:nvSpPr>
          <p:spPr>
            <a:xfrm>
              <a:off x="7025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2" name="타원 5311">
              <a:extLst>
                <a:ext uri="{FF2B5EF4-FFF2-40B4-BE49-F238E27FC236}">
                  <a16:creationId xmlns:a16="http://schemas.microsoft.com/office/drawing/2014/main" id="{33EF378C-A358-44D6-A4A9-5629739E76F7}"/>
                </a:ext>
              </a:extLst>
            </p:cNvPr>
            <p:cNvSpPr/>
            <p:nvPr/>
          </p:nvSpPr>
          <p:spPr>
            <a:xfrm>
              <a:off x="8549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3" name="타원 5312">
              <a:extLst>
                <a:ext uri="{FF2B5EF4-FFF2-40B4-BE49-F238E27FC236}">
                  <a16:creationId xmlns:a16="http://schemas.microsoft.com/office/drawing/2014/main" id="{616CAFC9-E35F-4001-BCD9-0F9214E1FC00}"/>
                </a:ext>
              </a:extLst>
            </p:cNvPr>
            <p:cNvSpPr/>
            <p:nvPr/>
          </p:nvSpPr>
          <p:spPr>
            <a:xfrm>
              <a:off x="10073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4" name="타원 5313">
              <a:extLst>
                <a:ext uri="{FF2B5EF4-FFF2-40B4-BE49-F238E27FC236}">
                  <a16:creationId xmlns:a16="http://schemas.microsoft.com/office/drawing/2014/main" id="{4FCD5926-DC51-4FC7-941B-7012B57A5A4E}"/>
                </a:ext>
              </a:extLst>
            </p:cNvPr>
            <p:cNvSpPr/>
            <p:nvPr/>
          </p:nvSpPr>
          <p:spPr>
            <a:xfrm>
              <a:off x="11597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5" name="타원 5314">
              <a:extLst>
                <a:ext uri="{FF2B5EF4-FFF2-40B4-BE49-F238E27FC236}">
                  <a16:creationId xmlns:a16="http://schemas.microsoft.com/office/drawing/2014/main" id="{39A19114-B24A-491F-98C7-201F5220E272}"/>
                </a:ext>
              </a:extLst>
            </p:cNvPr>
            <p:cNvSpPr/>
            <p:nvPr/>
          </p:nvSpPr>
          <p:spPr>
            <a:xfrm>
              <a:off x="13121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6" name="타원 5315">
              <a:extLst>
                <a:ext uri="{FF2B5EF4-FFF2-40B4-BE49-F238E27FC236}">
                  <a16:creationId xmlns:a16="http://schemas.microsoft.com/office/drawing/2014/main" id="{4E0F27DB-7597-4416-AC9E-D9DA552EDAA2}"/>
                </a:ext>
              </a:extLst>
            </p:cNvPr>
            <p:cNvSpPr/>
            <p:nvPr/>
          </p:nvSpPr>
          <p:spPr>
            <a:xfrm>
              <a:off x="14645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7" name="타원 5316">
              <a:extLst>
                <a:ext uri="{FF2B5EF4-FFF2-40B4-BE49-F238E27FC236}">
                  <a16:creationId xmlns:a16="http://schemas.microsoft.com/office/drawing/2014/main" id="{7B31A99F-1BBF-4105-BEF3-B9CDF5C26DCF}"/>
                </a:ext>
              </a:extLst>
            </p:cNvPr>
            <p:cNvSpPr/>
            <p:nvPr/>
          </p:nvSpPr>
          <p:spPr>
            <a:xfrm>
              <a:off x="16169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8" name="타원 5317">
              <a:extLst>
                <a:ext uri="{FF2B5EF4-FFF2-40B4-BE49-F238E27FC236}">
                  <a16:creationId xmlns:a16="http://schemas.microsoft.com/office/drawing/2014/main" id="{361154F9-0B4F-4D32-8A03-1A79710D65F6}"/>
                </a:ext>
              </a:extLst>
            </p:cNvPr>
            <p:cNvSpPr/>
            <p:nvPr/>
          </p:nvSpPr>
          <p:spPr>
            <a:xfrm>
              <a:off x="17693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19" name="타원 5318">
              <a:extLst>
                <a:ext uri="{FF2B5EF4-FFF2-40B4-BE49-F238E27FC236}">
                  <a16:creationId xmlns:a16="http://schemas.microsoft.com/office/drawing/2014/main" id="{30FDC058-776F-4D4A-9AA2-0D74C967CEA1}"/>
                </a:ext>
              </a:extLst>
            </p:cNvPr>
            <p:cNvSpPr/>
            <p:nvPr/>
          </p:nvSpPr>
          <p:spPr>
            <a:xfrm>
              <a:off x="19217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0" name="타원 5319">
              <a:extLst>
                <a:ext uri="{FF2B5EF4-FFF2-40B4-BE49-F238E27FC236}">
                  <a16:creationId xmlns:a16="http://schemas.microsoft.com/office/drawing/2014/main" id="{328BC2FC-45F2-46F3-8CCA-0DDA9F5E09F4}"/>
                </a:ext>
              </a:extLst>
            </p:cNvPr>
            <p:cNvSpPr/>
            <p:nvPr/>
          </p:nvSpPr>
          <p:spPr>
            <a:xfrm>
              <a:off x="20741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1" name="타원 5320">
              <a:extLst>
                <a:ext uri="{FF2B5EF4-FFF2-40B4-BE49-F238E27FC236}">
                  <a16:creationId xmlns:a16="http://schemas.microsoft.com/office/drawing/2014/main" id="{ACF3D3A5-9058-4FE2-8CC7-ADC33AC82DFB}"/>
                </a:ext>
              </a:extLst>
            </p:cNvPr>
            <p:cNvSpPr/>
            <p:nvPr/>
          </p:nvSpPr>
          <p:spPr>
            <a:xfrm>
              <a:off x="22265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2" name="타원 5321">
              <a:extLst>
                <a:ext uri="{FF2B5EF4-FFF2-40B4-BE49-F238E27FC236}">
                  <a16:creationId xmlns:a16="http://schemas.microsoft.com/office/drawing/2014/main" id="{E6933DB1-E435-4D87-ACB8-D91850E0A105}"/>
                </a:ext>
              </a:extLst>
            </p:cNvPr>
            <p:cNvSpPr/>
            <p:nvPr/>
          </p:nvSpPr>
          <p:spPr>
            <a:xfrm>
              <a:off x="23789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3" name="타원 5322">
              <a:extLst>
                <a:ext uri="{FF2B5EF4-FFF2-40B4-BE49-F238E27FC236}">
                  <a16:creationId xmlns:a16="http://schemas.microsoft.com/office/drawing/2014/main" id="{B77246C0-6595-4AC1-B62F-E3B5D4E6BC41}"/>
                </a:ext>
              </a:extLst>
            </p:cNvPr>
            <p:cNvSpPr/>
            <p:nvPr/>
          </p:nvSpPr>
          <p:spPr>
            <a:xfrm>
              <a:off x="25313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4" name="타원 5323">
              <a:extLst>
                <a:ext uri="{FF2B5EF4-FFF2-40B4-BE49-F238E27FC236}">
                  <a16:creationId xmlns:a16="http://schemas.microsoft.com/office/drawing/2014/main" id="{3A62A878-9C96-453F-917E-81419B606D87}"/>
                </a:ext>
              </a:extLst>
            </p:cNvPr>
            <p:cNvSpPr/>
            <p:nvPr/>
          </p:nvSpPr>
          <p:spPr>
            <a:xfrm>
              <a:off x="26837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5" name="타원 5324">
              <a:extLst>
                <a:ext uri="{FF2B5EF4-FFF2-40B4-BE49-F238E27FC236}">
                  <a16:creationId xmlns:a16="http://schemas.microsoft.com/office/drawing/2014/main" id="{F5BE6CAE-8270-4871-B7D6-8FCE3289886B}"/>
                </a:ext>
              </a:extLst>
            </p:cNvPr>
            <p:cNvSpPr/>
            <p:nvPr/>
          </p:nvSpPr>
          <p:spPr>
            <a:xfrm>
              <a:off x="28361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6" name="타원 5325">
              <a:extLst>
                <a:ext uri="{FF2B5EF4-FFF2-40B4-BE49-F238E27FC236}">
                  <a16:creationId xmlns:a16="http://schemas.microsoft.com/office/drawing/2014/main" id="{24FDEF28-56D1-42F8-98C9-1F699EA76EEE}"/>
                </a:ext>
              </a:extLst>
            </p:cNvPr>
            <p:cNvSpPr/>
            <p:nvPr/>
          </p:nvSpPr>
          <p:spPr>
            <a:xfrm>
              <a:off x="29885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7" name="타원 5326">
              <a:extLst>
                <a:ext uri="{FF2B5EF4-FFF2-40B4-BE49-F238E27FC236}">
                  <a16:creationId xmlns:a16="http://schemas.microsoft.com/office/drawing/2014/main" id="{D6E6DEE1-15EF-4EB5-B2FF-3AE4F79449DE}"/>
                </a:ext>
              </a:extLst>
            </p:cNvPr>
            <p:cNvSpPr/>
            <p:nvPr/>
          </p:nvSpPr>
          <p:spPr>
            <a:xfrm>
              <a:off x="31409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8" name="타원 5327">
              <a:extLst>
                <a:ext uri="{FF2B5EF4-FFF2-40B4-BE49-F238E27FC236}">
                  <a16:creationId xmlns:a16="http://schemas.microsoft.com/office/drawing/2014/main" id="{3197C61B-F13A-49F6-BDD7-B0B5228A10A4}"/>
                </a:ext>
              </a:extLst>
            </p:cNvPr>
            <p:cNvSpPr/>
            <p:nvPr/>
          </p:nvSpPr>
          <p:spPr>
            <a:xfrm>
              <a:off x="32933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29" name="타원 5328">
              <a:extLst>
                <a:ext uri="{FF2B5EF4-FFF2-40B4-BE49-F238E27FC236}">
                  <a16:creationId xmlns:a16="http://schemas.microsoft.com/office/drawing/2014/main" id="{F8590936-3A64-48E6-8097-73638E2A105C}"/>
                </a:ext>
              </a:extLst>
            </p:cNvPr>
            <p:cNvSpPr/>
            <p:nvPr/>
          </p:nvSpPr>
          <p:spPr>
            <a:xfrm>
              <a:off x="34457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0" name="타원 5329">
              <a:extLst>
                <a:ext uri="{FF2B5EF4-FFF2-40B4-BE49-F238E27FC236}">
                  <a16:creationId xmlns:a16="http://schemas.microsoft.com/office/drawing/2014/main" id="{65A2044C-630E-4AE6-A84C-2B2D33E51903}"/>
                </a:ext>
              </a:extLst>
            </p:cNvPr>
            <p:cNvSpPr/>
            <p:nvPr/>
          </p:nvSpPr>
          <p:spPr>
            <a:xfrm>
              <a:off x="35981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1" name="타원 5330">
              <a:extLst>
                <a:ext uri="{FF2B5EF4-FFF2-40B4-BE49-F238E27FC236}">
                  <a16:creationId xmlns:a16="http://schemas.microsoft.com/office/drawing/2014/main" id="{686DD2E0-6B90-4B77-AA6C-70334F16068A}"/>
                </a:ext>
              </a:extLst>
            </p:cNvPr>
            <p:cNvSpPr/>
            <p:nvPr/>
          </p:nvSpPr>
          <p:spPr>
            <a:xfrm>
              <a:off x="37505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2" name="타원 5331">
              <a:extLst>
                <a:ext uri="{FF2B5EF4-FFF2-40B4-BE49-F238E27FC236}">
                  <a16:creationId xmlns:a16="http://schemas.microsoft.com/office/drawing/2014/main" id="{3F044AC9-FBE8-4A39-BCE8-A82BC585173F}"/>
                </a:ext>
              </a:extLst>
            </p:cNvPr>
            <p:cNvSpPr/>
            <p:nvPr/>
          </p:nvSpPr>
          <p:spPr>
            <a:xfrm>
              <a:off x="39029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3" name="타원 5332">
              <a:extLst>
                <a:ext uri="{FF2B5EF4-FFF2-40B4-BE49-F238E27FC236}">
                  <a16:creationId xmlns:a16="http://schemas.microsoft.com/office/drawing/2014/main" id="{AA60A8CE-25ED-4464-9621-CFC2BCE35020}"/>
                </a:ext>
              </a:extLst>
            </p:cNvPr>
            <p:cNvSpPr/>
            <p:nvPr/>
          </p:nvSpPr>
          <p:spPr>
            <a:xfrm>
              <a:off x="40553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4" name="타원 5333">
              <a:extLst>
                <a:ext uri="{FF2B5EF4-FFF2-40B4-BE49-F238E27FC236}">
                  <a16:creationId xmlns:a16="http://schemas.microsoft.com/office/drawing/2014/main" id="{484B444A-1D5D-417B-A31C-6087A4902C9E}"/>
                </a:ext>
              </a:extLst>
            </p:cNvPr>
            <p:cNvSpPr/>
            <p:nvPr/>
          </p:nvSpPr>
          <p:spPr>
            <a:xfrm>
              <a:off x="42077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5" name="타원 5334">
              <a:extLst>
                <a:ext uri="{FF2B5EF4-FFF2-40B4-BE49-F238E27FC236}">
                  <a16:creationId xmlns:a16="http://schemas.microsoft.com/office/drawing/2014/main" id="{69D54148-9715-4A31-81A7-B6A994F88584}"/>
                </a:ext>
              </a:extLst>
            </p:cNvPr>
            <p:cNvSpPr/>
            <p:nvPr/>
          </p:nvSpPr>
          <p:spPr>
            <a:xfrm>
              <a:off x="43601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6" name="타원 5335">
              <a:extLst>
                <a:ext uri="{FF2B5EF4-FFF2-40B4-BE49-F238E27FC236}">
                  <a16:creationId xmlns:a16="http://schemas.microsoft.com/office/drawing/2014/main" id="{4104D48B-C69C-43CD-82FC-4B4E090C5F11}"/>
                </a:ext>
              </a:extLst>
            </p:cNvPr>
            <p:cNvSpPr/>
            <p:nvPr/>
          </p:nvSpPr>
          <p:spPr>
            <a:xfrm>
              <a:off x="45125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7" name="타원 5336">
              <a:extLst>
                <a:ext uri="{FF2B5EF4-FFF2-40B4-BE49-F238E27FC236}">
                  <a16:creationId xmlns:a16="http://schemas.microsoft.com/office/drawing/2014/main" id="{D21B6F2D-12CE-4E75-A340-570C9D290A8C}"/>
                </a:ext>
              </a:extLst>
            </p:cNvPr>
            <p:cNvSpPr/>
            <p:nvPr/>
          </p:nvSpPr>
          <p:spPr>
            <a:xfrm>
              <a:off x="46649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8" name="타원 5337">
              <a:extLst>
                <a:ext uri="{FF2B5EF4-FFF2-40B4-BE49-F238E27FC236}">
                  <a16:creationId xmlns:a16="http://schemas.microsoft.com/office/drawing/2014/main" id="{1339F06E-0659-4536-BF9D-7DE38B1CF0D1}"/>
                </a:ext>
              </a:extLst>
            </p:cNvPr>
            <p:cNvSpPr/>
            <p:nvPr/>
          </p:nvSpPr>
          <p:spPr>
            <a:xfrm>
              <a:off x="48173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9" name="타원 5338">
              <a:extLst>
                <a:ext uri="{FF2B5EF4-FFF2-40B4-BE49-F238E27FC236}">
                  <a16:creationId xmlns:a16="http://schemas.microsoft.com/office/drawing/2014/main" id="{206AB7B1-8A25-4368-9BD7-D6C7F6CC909D}"/>
                </a:ext>
              </a:extLst>
            </p:cNvPr>
            <p:cNvSpPr/>
            <p:nvPr/>
          </p:nvSpPr>
          <p:spPr>
            <a:xfrm>
              <a:off x="49697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0" name="타원 5339">
              <a:extLst>
                <a:ext uri="{FF2B5EF4-FFF2-40B4-BE49-F238E27FC236}">
                  <a16:creationId xmlns:a16="http://schemas.microsoft.com/office/drawing/2014/main" id="{B8791F75-BBB9-42BA-8B5F-56E5A2BE6BC8}"/>
                </a:ext>
              </a:extLst>
            </p:cNvPr>
            <p:cNvSpPr/>
            <p:nvPr/>
          </p:nvSpPr>
          <p:spPr>
            <a:xfrm>
              <a:off x="51221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1" name="타원 5340">
              <a:extLst>
                <a:ext uri="{FF2B5EF4-FFF2-40B4-BE49-F238E27FC236}">
                  <a16:creationId xmlns:a16="http://schemas.microsoft.com/office/drawing/2014/main" id="{1A43EF76-3418-4AB3-9880-BDCFA8D9D4A4}"/>
                </a:ext>
              </a:extLst>
            </p:cNvPr>
            <p:cNvSpPr/>
            <p:nvPr/>
          </p:nvSpPr>
          <p:spPr>
            <a:xfrm>
              <a:off x="52745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2" name="타원 5341">
              <a:extLst>
                <a:ext uri="{FF2B5EF4-FFF2-40B4-BE49-F238E27FC236}">
                  <a16:creationId xmlns:a16="http://schemas.microsoft.com/office/drawing/2014/main" id="{B5DE7B6C-CBD6-403F-99E1-409FD0B300FA}"/>
                </a:ext>
              </a:extLst>
            </p:cNvPr>
            <p:cNvSpPr/>
            <p:nvPr/>
          </p:nvSpPr>
          <p:spPr>
            <a:xfrm>
              <a:off x="54269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3" name="타원 5342">
              <a:extLst>
                <a:ext uri="{FF2B5EF4-FFF2-40B4-BE49-F238E27FC236}">
                  <a16:creationId xmlns:a16="http://schemas.microsoft.com/office/drawing/2014/main" id="{9F5DF145-EEE7-4CE1-BCBF-BCAD110C8E94}"/>
                </a:ext>
              </a:extLst>
            </p:cNvPr>
            <p:cNvSpPr/>
            <p:nvPr/>
          </p:nvSpPr>
          <p:spPr>
            <a:xfrm>
              <a:off x="55793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4" name="타원 5343">
              <a:extLst>
                <a:ext uri="{FF2B5EF4-FFF2-40B4-BE49-F238E27FC236}">
                  <a16:creationId xmlns:a16="http://schemas.microsoft.com/office/drawing/2014/main" id="{F962D216-7067-4725-BF15-2EBFA18B523A}"/>
                </a:ext>
              </a:extLst>
            </p:cNvPr>
            <p:cNvSpPr/>
            <p:nvPr/>
          </p:nvSpPr>
          <p:spPr>
            <a:xfrm>
              <a:off x="5731775" y="136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5" name="타원 5344">
              <a:extLst>
                <a:ext uri="{FF2B5EF4-FFF2-40B4-BE49-F238E27FC236}">
                  <a16:creationId xmlns:a16="http://schemas.microsoft.com/office/drawing/2014/main" id="{23DEE59F-AE1B-48CD-8306-96C058D3E33E}"/>
                </a:ext>
              </a:extLst>
            </p:cNvPr>
            <p:cNvSpPr/>
            <p:nvPr/>
          </p:nvSpPr>
          <p:spPr>
            <a:xfrm>
              <a:off x="2453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6" name="타원 5345">
              <a:extLst>
                <a:ext uri="{FF2B5EF4-FFF2-40B4-BE49-F238E27FC236}">
                  <a16:creationId xmlns:a16="http://schemas.microsoft.com/office/drawing/2014/main" id="{6C6873F2-8B3D-4BF0-A3DC-32FA70A0D0BC}"/>
                </a:ext>
              </a:extLst>
            </p:cNvPr>
            <p:cNvSpPr/>
            <p:nvPr/>
          </p:nvSpPr>
          <p:spPr>
            <a:xfrm>
              <a:off x="3977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7" name="타원 5346">
              <a:extLst>
                <a:ext uri="{FF2B5EF4-FFF2-40B4-BE49-F238E27FC236}">
                  <a16:creationId xmlns:a16="http://schemas.microsoft.com/office/drawing/2014/main" id="{AE708416-598E-4CAF-A5B0-A651A3D8BB34}"/>
                </a:ext>
              </a:extLst>
            </p:cNvPr>
            <p:cNvSpPr/>
            <p:nvPr/>
          </p:nvSpPr>
          <p:spPr>
            <a:xfrm>
              <a:off x="5501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8" name="타원 5347">
              <a:extLst>
                <a:ext uri="{FF2B5EF4-FFF2-40B4-BE49-F238E27FC236}">
                  <a16:creationId xmlns:a16="http://schemas.microsoft.com/office/drawing/2014/main" id="{51D67C49-5A1E-4805-ABFF-3AE85A73FCFA}"/>
                </a:ext>
              </a:extLst>
            </p:cNvPr>
            <p:cNvSpPr/>
            <p:nvPr/>
          </p:nvSpPr>
          <p:spPr>
            <a:xfrm>
              <a:off x="7025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49" name="타원 5348">
              <a:extLst>
                <a:ext uri="{FF2B5EF4-FFF2-40B4-BE49-F238E27FC236}">
                  <a16:creationId xmlns:a16="http://schemas.microsoft.com/office/drawing/2014/main" id="{6CFCE906-2C3E-4C35-949F-3A0549236AA6}"/>
                </a:ext>
              </a:extLst>
            </p:cNvPr>
            <p:cNvSpPr/>
            <p:nvPr/>
          </p:nvSpPr>
          <p:spPr>
            <a:xfrm>
              <a:off x="8549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0" name="타원 5349">
              <a:extLst>
                <a:ext uri="{FF2B5EF4-FFF2-40B4-BE49-F238E27FC236}">
                  <a16:creationId xmlns:a16="http://schemas.microsoft.com/office/drawing/2014/main" id="{2DA33039-118F-46C1-8C18-994EE192DC71}"/>
                </a:ext>
              </a:extLst>
            </p:cNvPr>
            <p:cNvSpPr/>
            <p:nvPr/>
          </p:nvSpPr>
          <p:spPr>
            <a:xfrm>
              <a:off x="10073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1" name="타원 5350">
              <a:extLst>
                <a:ext uri="{FF2B5EF4-FFF2-40B4-BE49-F238E27FC236}">
                  <a16:creationId xmlns:a16="http://schemas.microsoft.com/office/drawing/2014/main" id="{DB761F15-092A-4BAB-A6A6-856800B95930}"/>
                </a:ext>
              </a:extLst>
            </p:cNvPr>
            <p:cNvSpPr/>
            <p:nvPr/>
          </p:nvSpPr>
          <p:spPr>
            <a:xfrm>
              <a:off x="11597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2" name="타원 5351">
              <a:extLst>
                <a:ext uri="{FF2B5EF4-FFF2-40B4-BE49-F238E27FC236}">
                  <a16:creationId xmlns:a16="http://schemas.microsoft.com/office/drawing/2014/main" id="{4F2D2765-C7C0-4E84-A4D7-6743245C2B4E}"/>
                </a:ext>
              </a:extLst>
            </p:cNvPr>
            <p:cNvSpPr/>
            <p:nvPr/>
          </p:nvSpPr>
          <p:spPr>
            <a:xfrm>
              <a:off x="13121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3" name="타원 5352">
              <a:extLst>
                <a:ext uri="{FF2B5EF4-FFF2-40B4-BE49-F238E27FC236}">
                  <a16:creationId xmlns:a16="http://schemas.microsoft.com/office/drawing/2014/main" id="{446E3CDA-8501-4DBF-8EE8-5B9BCCA01D2B}"/>
                </a:ext>
              </a:extLst>
            </p:cNvPr>
            <p:cNvSpPr/>
            <p:nvPr/>
          </p:nvSpPr>
          <p:spPr>
            <a:xfrm>
              <a:off x="14645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4" name="타원 5353">
              <a:extLst>
                <a:ext uri="{FF2B5EF4-FFF2-40B4-BE49-F238E27FC236}">
                  <a16:creationId xmlns:a16="http://schemas.microsoft.com/office/drawing/2014/main" id="{ED236599-865A-4FC1-9118-5B56A6C709BA}"/>
                </a:ext>
              </a:extLst>
            </p:cNvPr>
            <p:cNvSpPr/>
            <p:nvPr/>
          </p:nvSpPr>
          <p:spPr>
            <a:xfrm>
              <a:off x="16169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5" name="타원 5354">
              <a:extLst>
                <a:ext uri="{FF2B5EF4-FFF2-40B4-BE49-F238E27FC236}">
                  <a16:creationId xmlns:a16="http://schemas.microsoft.com/office/drawing/2014/main" id="{4E8DA1B8-D47B-4B45-885B-0E12BD393923}"/>
                </a:ext>
              </a:extLst>
            </p:cNvPr>
            <p:cNvSpPr/>
            <p:nvPr/>
          </p:nvSpPr>
          <p:spPr>
            <a:xfrm>
              <a:off x="17693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6" name="타원 5355">
              <a:extLst>
                <a:ext uri="{FF2B5EF4-FFF2-40B4-BE49-F238E27FC236}">
                  <a16:creationId xmlns:a16="http://schemas.microsoft.com/office/drawing/2014/main" id="{A5F2FC34-925B-47E2-9468-5C28DC8E2B9C}"/>
                </a:ext>
              </a:extLst>
            </p:cNvPr>
            <p:cNvSpPr/>
            <p:nvPr/>
          </p:nvSpPr>
          <p:spPr>
            <a:xfrm>
              <a:off x="19217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7" name="타원 5356">
              <a:extLst>
                <a:ext uri="{FF2B5EF4-FFF2-40B4-BE49-F238E27FC236}">
                  <a16:creationId xmlns:a16="http://schemas.microsoft.com/office/drawing/2014/main" id="{0481E3BA-8794-4E7E-9181-56B45D5B2939}"/>
                </a:ext>
              </a:extLst>
            </p:cNvPr>
            <p:cNvSpPr/>
            <p:nvPr/>
          </p:nvSpPr>
          <p:spPr>
            <a:xfrm>
              <a:off x="20741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8" name="타원 5357">
              <a:extLst>
                <a:ext uri="{FF2B5EF4-FFF2-40B4-BE49-F238E27FC236}">
                  <a16:creationId xmlns:a16="http://schemas.microsoft.com/office/drawing/2014/main" id="{E8CDFA2B-69E8-4494-869C-4C70DA21F893}"/>
                </a:ext>
              </a:extLst>
            </p:cNvPr>
            <p:cNvSpPr/>
            <p:nvPr/>
          </p:nvSpPr>
          <p:spPr>
            <a:xfrm>
              <a:off x="22265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59" name="타원 5358">
              <a:extLst>
                <a:ext uri="{FF2B5EF4-FFF2-40B4-BE49-F238E27FC236}">
                  <a16:creationId xmlns:a16="http://schemas.microsoft.com/office/drawing/2014/main" id="{8CAED58E-E28D-47E3-9C2C-DB22FA2BE74B}"/>
                </a:ext>
              </a:extLst>
            </p:cNvPr>
            <p:cNvSpPr/>
            <p:nvPr/>
          </p:nvSpPr>
          <p:spPr>
            <a:xfrm>
              <a:off x="23789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0" name="타원 5359">
              <a:extLst>
                <a:ext uri="{FF2B5EF4-FFF2-40B4-BE49-F238E27FC236}">
                  <a16:creationId xmlns:a16="http://schemas.microsoft.com/office/drawing/2014/main" id="{CE568742-018D-49E2-B25F-A82CE523B562}"/>
                </a:ext>
              </a:extLst>
            </p:cNvPr>
            <p:cNvSpPr/>
            <p:nvPr/>
          </p:nvSpPr>
          <p:spPr>
            <a:xfrm>
              <a:off x="25313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1" name="타원 5360">
              <a:extLst>
                <a:ext uri="{FF2B5EF4-FFF2-40B4-BE49-F238E27FC236}">
                  <a16:creationId xmlns:a16="http://schemas.microsoft.com/office/drawing/2014/main" id="{76285A68-4E4D-448E-A944-994C0F157A56}"/>
                </a:ext>
              </a:extLst>
            </p:cNvPr>
            <p:cNvSpPr/>
            <p:nvPr/>
          </p:nvSpPr>
          <p:spPr>
            <a:xfrm>
              <a:off x="26837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2" name="타원 5361">
              <a:extLst>
                <a:ext uri="{FF2B5EF4-FFF2-40B4-BE49-F238E27FC236}">
                  <a16:creationId xmlns:a16="http://schemas.microsoft.com/office/drawing/2014/main" id="{11F59977-3112-4453-82FE-08179093118B}"/>
                </a:ext>
              </a:extLst>
            </p:cNvPr>
            <p:cNvSpPr/>
            <p:nvPr/>
          </p:nvSpPr>
          <p:spPr>
            <a:xfrm>
              <a:off x="28361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3" name="타원 5362">
              <a:extLst>
                <a:ext uri="{FF2B5EF4-FFF2-40B4-BE49-F238E27FC236}">
                  <a16:creationId xmlns:a16="http://schemas.microsoft.com/office/drawing/2014/main" id="{1433C7CC-489B-42B3-8C03-0A91E1A7BBBC}"/>
                </a:ext>
              </a:extLst>
            </p:cNvPr>
            <p:cNvSpPr/>
            <p:nvPr/>
          </p:nvSpPr>
          <p:spPr>
            <a:xfrm>
              <a:off x="29885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4" name="타원 5363">
              <a:extLst>
                <a:ext uri="{FF2B5EF4-FFF2-40B4-BE49-F238E27FC236}">
                  <a16:creationId xmlns:a16="http://schemas.microsoft.com/office/drawing/2014/main" id="{6B70EAE4-3502-4A4B-888C-40E7BDFD108B}"/>
                </a:ext>
              </a:extLst>
            </p:cNvPr>
            <p:cNvSpPr/>
            <p:nvPr/>
          </p:nvSpPr>
          <p:spPr>
            <a:xfrm>
              <a:off x="31409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5" name="타원 5364">
              <a:extLst>
                <a:ext uri="{FF2B5EF4-FFF2-40B4-BE49-F238E27FC236}">
                  <a16:creationId xmlns:a16="http://schemas.microsoft.com/office/drawing/2014/main" id="{FEECEE91-93BC-410C-9806-B9359ED3A95D}"/>
                </a:ext>
              </a:extLst>
            </p:cNvPr>
            <p:cNvSpPr/>
            <p:nvPr/>
          </p:nvSpPr>
          <p:spPr>
            <a:xfrm>
              <a:off x="32933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6" name="타원 5365">
              <a:extLst>
                <a:ext uri="{FF2B5EF4-FFF2-40B4-BE49-F238E27FC236}">
                  <a16:creationId xmlns:a16="http://schemas.microsoft.com/office/drawing/2014/main" id="{5F1A7EA7-3AD9-4152-A944-40AE8434091F}"/>
                </a:ext>
              </a:extLst>
            </p:cNvPr>
            <p:cNvSpPr/>
            <p:nvPr/>
          </p:nvSpPr>
          <p:spPr>
            <a:xfrm>
              <a:off x="34457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7" name="타원 5366">
              <a:extLst>
                <a:ext uri="{FF2B5EF4-FFF2-40B4-BE49-F238E27FC236}">
                  <a16:creationId xmlns:a16="http://schemas.microsoft.com/office/drawing/2014/main" id="{7A001764-1F05-438E-8D9F-F1D04D438C47}"/>
                </a:ext>
              </a:extLst>
            </p:cNvPr>
            <p:cNvSpPr/>
            <p:nvPr/>
          </p:nvSpPr>
          <p:spPr>
            <a:xfrm>
              <a:off x="35981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8" name="타원 5367">
              <a:extLst>
                <a:ext uri="{FF2B5EF4-FFF2-40B4-BE49-F238E27FC236}">
                  <a16:creationId xmlns:a16="http://schemas.microsoft.com/office/drawing/2014/main" id="{53FA0BD5-0D43-46AB-B9CF-CA2C5D3CF493}"/>
                </a:ext>
              </a:extLst>
            </p:cNvPr>
            <p:cNvSpPr/>
            <p:nvPr/>
          </p:nvSpPr>
          <p:spPr>
            <a:xfrm>
              <a:off x="37505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9" name="타원 5368">
              <a:extLst>
                <a:ext uri="{FF2B5EF4-FFF2-40B4-BE49-F238E27FC236}">
                  <a16:creationId xmlns:a16="http://schemas.microsoft.com/office/drawing/2014/main" id="{DCB05339-48F6-425F-BFB8-E43D9A38C7C8}"/>
                </a:ext>
              </a:extLst>
            </p:cNvPr>
            <p:cNvSpPr/>
            <p:nvPr/>
          </p:nvSpPr>
          <p:spPr>
            <a:xfrm>
              <a:off x="39029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0" name="타원 5369">
              <a:extLst>
                <a:ext uri="{FF2B5EF4-FFF2-40B4-BE49-F238E27FC236}">
                  <a16:creationId xmlns:a16="http://schemas.microsoft.com/office/drawing/2014/main" id="{6F0089A3-211D-4FDA-A2A1-422BC91D237A}"/>
                </a:ext>
              </a:extLst>
            </p:cNvPr>
            <p:cNvSpPr/>
            <p:nvPr/>
          </p:nvSpPr>
          <p:spPr>
            <a:xfrm>
              <a:off x="40553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1" name="타원 5370">
              <a:extLst>
                <a:ext uri="{FF2B5EF4-FFF2-40B4-BE49-F238E27FC236}">
                  <a16:creationId xmlns:a16="http://schemas.microsoft.com/office/drawing/2014/main" id="{E91BAAB4-4015-4829-ADDC-E2FD392E75D1}"/>
                </a:ext>
              </a:extLst>
            </p:cNvPr>
            <p:cNvSpPr/>
            <p:nvPr/>
          </p:nvSpPr>
          <p:spPr>
            <a:xfrm>
              <a:off x="42077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2" name="타원 5371">
              <a:extLst>
                <a:ext uri="{FF2B5EF4-FFF2-40B4-BE49-F238E27FC236}">
                  <a16:creationId xmlns:a16="http://schemas.microsoft.com/office/drawing/2014/main" id="{279ACE5D-4D7B-43AC-A78E-43CB9BFA85EF}"/>
                </a:ext>
              </a:extLst>
            </p:cNvPr>
            <p:cNvSpPr/>
            <p:nvPr/>
          </p:nvSpPr>
          <p:spPr>
            <a:xfrm>
              <a:off x="43601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3" name="타원 5372">
              <a:extLst>
                <a:ext uri="{FF2B5EF4-FFF2-40B4-BE49-F238E27FC236}">
                  <a16:creationId xmlns:a16="http://schemas.microsoft.com/office/drawing/2014/main" id="{C81C3B6D-D749-43EB-B6C0-B5BB0C8A1314}"/>
                </a:ext>
              </a:extLst>
            </p:cNvPr>
            <p:cNvSpPr/>
            <p:nvPr/>
          </p:nvSpPr>
          <p:spPr>
            <a:xfrm>
              <a:off x="45125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4" name="타원 5373">
              <a:extLst>
                <a:ext uri="{FF2B5EF4-FFF2-40B4-BE49-F238E27FC236}">
                  <a16:creationId xmlns:a16="http://schemas.microsoft.com/office/drawing/2014/main" id="{17F8A806-1466-480E-889C-09FEDDA7FFA2}"/>
                </a:ext>
              </a:extLst>
            </p:cNvPr>
            <p:cNvSpPr/>
            <p:nvPr/>
          </p:nvSpPr>
          <p:spPr>
            <a:xfrm>
              <a:off x="46649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5" name="타원 5374">
              <a:extLst>
                <a:ext uri="{FF2B5EF4-FFF2-40B4-BE49-F238E27FC236}">
                  <a16:creationId xmlns:a16="http://schemas.microsoft.com/office/drawing/2014/main" id="{6D2707F3-EA2A-4F06-8194-09903106EE59}"/>
                </a:ext>
              </a:extLst>
            </p:cNvPr>
            <p:cNvSpPr/>
            <p:nvPr/>
          </p:nvSpPr>
          <p:spPr>
            <a:xfrm>
              <a:off x="48173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6" name="타원 5375">
              <a:extLst>
                <a:ext uri="{FF2B5EF4-FFF2-40B4-BE49-F238E27FC236}">
                  <a16:creationId xmlns:a16="http://schemas.microsoft.com/office/drawing/2014/main" id="{F812ED0F-C502-42A2-917F-9FEB3BCA80E1}"/>
                </a:ext>
              </a:extLst>
            </p:cNvPr>
            <p:cNvSpPr/>
            <p:nvPr/>
          </p:nvSpPr>
          <p:spPr>
            <a:xfrm>
              <a:off x="49697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7" name="타원 5376">
              <a:extLst>
                <a:ext uri="{FF2B5EF4-FFF2-40B4-BE49-F238E27FC236}">
                  <a16:creationId xmlns:a16="http://schemas.microsoft.com/office/drawing/2014/main" id="{3DF261DC-6959-4F88-9A5B-B3DA0486CBAF}"/>
                </a:ext>
              </a:extLst>
            </p:cNvPr>
            <p:cNvSpPr/>
            <p:nvPr/>
          </p:nvSpPr>
          <p:spPr>
            <a:xfrm>
              <a:off x="51221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8" name="타원 5377">
              <a:extLst>
                <a:ext uri="{FF2B5EF4-FFF2-40B4-BE49-F238E27FC236}">
                  <a16:creationId xmlns:a16="http://schemas.microsoft.com/office/drawing/2014/main" id="{D8A26885-1EF8-405D-B47D-21466D9CDD53}"/>
                </a:ext>
              </a:extLst>
            </p:cNvPr>
            <p:cNvSpPr/>
            <p:nvPr/>
          </p:nvSpPr>
          <p:spPr>
            <a:xfrm>
              <a:off x="52745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79" name="타원 5378">
              <a:extLst>
                <a:ext uri="{FF2B5EF4-FFF2-40B4-BE49-F238E27FC236}">
                  <a16:creationId xmlns:a16="http://schemas.microsoft.com/office/drawing/2014/main" id="{54FC79A5-689C-4967-9619-F9CDBDD1BEC0}"/>
                </a:ext>
              </a:extLst>
            </p:cNvPr>
            <p:cNvSpPr/>
            <p:nvPr/>
          </p:nvSpPr>
          <p:spPr>
            <a:xfrm>
              <a:off x="54269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0" name="타원 5379">
              <a:extLst>
                <a:ext uri="{FF2B5EF4-FFF2-40B4-BE49-F238E27FC236}">
                  <a16:creationId xmlns:a16="http://schemas.microsoft.com/office/drawing/2014/main" id="{6B8DC2F3-C6DC-4525-B7C6-1BF22BEFCC33}"/>
                </a:ext>
              </a:extLst>
            </p:cNvPr>
            <p:cNvSpPr/>
            <p:nvPr/>
          </p:nvSpPr>
          <p:spPr>
            <a:xfrm>
              <a:off x="55793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1" name="타원 5380">
              <a:extLst>
                <a:ext uri="{FF2B5EF4-FFF2-40B4-BE49-F238E27FC236}">
                  <a16:creationId xmlns:a16="http://schemas.microsoft.com/office/drawing/2014/main" id="{A22415A9-E655-436C-BC1D-B7B6D7B313DD}"/>
                </a:ext>
              </a:extLst>
            </p:cNvPr>
            <p:cNvSpPr/>
            <p:nvPr/>
          </p:nvSpPr>
          <p:spPr>
            <a:xfrm>
              <a:off x="5731775" y="152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2" name="타원 5381">
              <a:extLst>
                <a:ext uri="{FF2B5EF4-FFF2-40B4-BE49-F238E27FC236}">
                  <a16:creationId xmlns:a16="http://schemas.microsoft.com/office/drawing/2014/main" id="{99FDFB71-735D-4347-8BC1-20D503E5AF85}"/>
                </a:ext>
              </a:extLst>
            </p:cNvPr>
            <p:cNvSpPr/>
            <p:nvPr/>
          </p:nvSpPr>
          <p:spPr>
            <a:xfrm>
              <a:off x="2453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3" name="타원 5382">
              <a:extLst>
                <a:ext uri="{FF2B5EF4-FFF2-40B4-BE49-F238E27FC236}">
                  <a16:creationId xmlns:a16="http://schemas.microsoft.com/office/drawing/2014/main" id="{C5354960-CC10-409D-80F4-CC280AF6EA6E}"/>
                </a:ext>
              </a:extLst>
            </p:cNvPr>
            <p:cNvSpPr/>
            <p:nvPr/>
          </p:nvSpPr>
          <p:spPr>
            <a:xfrm>
              <a:off x="3977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4" name="타원 5383">
              <a:extLst>
                <a:ext uri="{FF2B5EF4-FFF2-40B4-BE49-F238E27FC236}">
                  <a16:creationId xmlns:a16="http://schemas.microsoft.com/office/drawing/2014/main" id="{99A6F943-4E5B-460B-A201-3E2BDB87C57D}"/>
                </a:ext>
              </a:extLst>
            </p:cNvPr>
            <p:cNvSpPr/>
            <p:nvPr/>
          </p:nvSpPr>
          <p:spPr>
            <a:xfrm>
              <a:off x="5501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5" name="타원 5384">
              <a:extLst>
                <a:ext uri="{FF2B5EF4-FFF2-40B4-BE49-F238E27FC236}">
                  <a16:creationId xmlns:a16="http://schemas.microsoft.com/office/drawing/2014/main" id="{B8408629-6D2C-4708-9E5D-1E8A0FB3B087}"/>
                </a:ext>
              </a:extLst>
            </p:cNvPr>
            <p:cNvSpPr/>
            <p:nvPr/>
          </p:nvSpPr>
          <p:spPr>
            <a:xfrm>
              <a:off x="7025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6" name="타원 5385">
              <a:extLst>
                <a:ext uri="{FF2B5EF4-FFF2-40B4-BE49-F238E27FC236}">
                  <a16:creationId xmlns:a16="http://schemas.microsoft.com/office/drawing/2014/main" id="{7B5C6721-D4B7-497A-9E8D-82A8866F9709}"/>
                </a:ext>
              </a:extLst>
            </p:cNvPr>
            <p:cNvSpPr/>
            <p:nvPr/>
          </p:nvSpPr>
          <p:spPr>
            <a:xfrm>
              <a:off x="8549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7" name="타원 5386">
              <a:extLst>
                <a:ext uri="{FF2B5EF4-FFF2-40B4-BE49-F238E27FC236}">
                  <a16:creationId xmlns:a16="http://schemas.microsoft.com/office/drawing/2014/main" id="{A03A1CF2-1786-4BCB-AB91-549ADC7A57DE}"/>
                </a:ext>
              </a:extLst>
            </p:cNvPr>
            <p:cNvSpPr/>
            <p:nvPr/>
          </p:nvSpPr>
          <p:spPr>
            <a:xfrm>
              <a:off x="10073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8" name="타원 5387">
              <a:extLst>
                <a:ext uri="{FF2B5EF4-FFF2-40B4-BE49-F238E27FC236}">
                  <a16:creationId xmlns:a16="http://schemas.microsoft.com/office/drawing/2014/main" id="{5D06AA4B-D5B7-43F6-97B9-0271630E3EE0}"/>
                </a:ext>
              </a:extLst>
            </p:cNvPr>
            <p:cNvSpPr/>
            <p:nvPr/>
          </p:nvSpPr>
          <p:spPr>
            <a:xfrm>
              <a:off x="11597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89" name="타원 5388">
              <a:extLst>
                <a:ext uri="{FF2B5EF4-FFF2-40B4-BE49-F238E27FC236}">
                  <a16:creationId xmlns:a16="http://schemas.microsoft.com/office/drawing/2014/main" id="{2109B860-AA30-4FDB-9D46-6EC80D402354}"/>
                </a:ext>
              </a:extLst>
            </p:cNvPr>
            <p:cNvSpPr/>
            <p:nvPr/>
          </p:nvSpPr>
          <p:spPr>
            <a:xfrm>
              <a:off x="13121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0" name="타원 5389">
              <a:extLst>
                <a:ext uri="{FF2B5EF4-FFF2-40B4-BE49-F238E27FC236}">
                  <a16:creationId xmlns:a16="http://schemas.microsoft.com/office/drawing/2014/main" id="{0BC5570C-4928-4725-B54F-5A9FD1C88174}"/>
                </a:ext>
              </a:extLst>
            </p:cNvPr>
            <p:cNvSpPr/>
            <p:nvPr/>
          </p:nvSpPr>
          <p:spPr>
            <a:xfrm>
              <a:off x="14645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1" name="타원 5390">
              <a:extLst>
                <a:ext uri="{FF2B5EF4-FFF2-40B4-BE49-F238E27FC236}">
                  <a16:creationId xmlns:a16="http://schemas.microsoft.com/office/drawing/2014/main" id="{58642993-417C-400B-82AD-E91A70A9942F}"/>
                </a:ext>
              </a:extLst>
            </p:cNvPr>
            <p:cNvSpPr/>
            <p:nvPr/>
          </p:nvSpPr>
          <p:spPr>
            <a:xfrm>
              <a:off x="16169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2" name="타원 5391">
              <a:extLst>
                <a:ext uri="{FF2B5EF4-FFF2-40B4-BE49-F238E27FC236}">
                  <a16:creationId xmlns:a16="http://schemas.microsoft.com/office/drawing/2014/main" id="{ADC5CE05-7E9C-498B-A1DD-929E96739BB8}"/>
                </a:ext>
              </a:extLst>
            </p:cNvPr>
            <p:cNvSpPr/>
            <p:nvPr/>
          </p:nvSpPr>
          <p:spPr>
            <a:xfrm>
              <a:off x="17693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3" name="타원 5392">
              <a:extLst>
                <a:ext uri="{FF2B5EF4-FFF2-40B4-BE49-F238E27FC236}">
                  <a16:creationId xmlns:a16="http://schemas.microsoft.com/office/drawing/2014/main" id="{6AA28E53-844E-476C-88CA-B44E4952DC79}"/>
                </a:ext>
              </a:extLst>
            </p:cNvPr>
            <p:cNvSpPr/>
            <p:nvPr/>
          </p:nvSpPr>
          <p:spPr>
            <a:xfrm>
              <a:off x="19217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4" name="타원 5393">
              <a:extLst>
                <a:ext uri="{FF2B5EF4-FFF2-40B4-BE49-F238E27FC236}">
                  <a16:creationId xmlns:a16="http://schemas.microsoft.com/office/drawing/2014/main" id="{4D5546B0-AC1A-4CBC-B5CD-47B4B00F5C95}"/>
                </a:ext>
              </a:extLst>
            </p:cNvPr>
            <p:cNvSpPr/>
            <p:nvPr/>
          </p:nvSpPr>
          <p:spPr>
            <a:xfrm>
              <a:off x="20741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5" name="타원 5394">
              <a:extLst>
                <a:ext uri="{FF2B5EF4-FFF2-40B4-BE49-F238E27FC236}">
                  <a16:creationId xmlns:a16="http://schemas.microsoft.com/office/drawing/2014/main" id="{AF4AFE0D-9F10-40A2-9F95-BDC465255D41}"/>
                </a:ext>
              </a:extLst>
            </p:cNvPr>
            <p:cNvSpPr/>
            <p:nvPr/>
          </p:nvSpPr>
          <p:spPr>
            <a:xfrm>
              <a:off x="22265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6" name="타원 5395">
              <a:extLst>
                <a:ext uri="{FF2B5EF4-FFF2-40B4-BE49-F238E27FC236}">
                  <a16:creationId xmlns:a16="http://schemas.microsoft.com/office/drawing/2014/main" id="{DB3D6FE4-AD8A-455C-9CB9-223FA5B6E877}"/>
                </a:ext>
              </a:extLst>
            </p:cNvPr>
            <p:cNvSpPr/>
            <p:nvPr/>
          </p:nvSpPr>
          <p:spPr>
            <a:xfrm>
              <a:off x="23789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7" name="타원 5396">
              <a:extLst>
                <a:ext uri="{FF2B5EF4-FFF2-40B4-BE49-F238E27FC236}">
                  <a16:creationId xmlns:a16="http://schemas.microsoft.com/office/drawing/2014/main" id="{12E8D46C-F4F1-4BDE-9BF7-4A6DBB83D900}"/>
                </a:ext>
              </a:extLst>
            </p:cNvPr>
            <p:cNvSpPr/>
            <p:nvPr/>
          </p:nvSpPr>
          <p:spPr>
            <a:xfrm>
              <a:off x="25313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8" name="타원 5397">
              <a:extLst>
                <a:ext uri="{FF2B5EF4-FFF2-40B4-BE49-F238E27FC236}">
                  <a16:creationId xmlns:a16="http://schemas.microsoft.com/office/drawing/2014/main" id="{111ED663-37DE-40DC-9030-F42F0A9DDF76}"/>
                </a:ext>
              </a:extLst>
            </p:cNvPr>
            <p:cNvSpPr/>
            <p:nvPr/>
          </p:nvSpPr>
          <p:spPr>
            <a:xfrm>
              <a:off x="26837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99" name="타원 5398">
              <a:extLst>
                <a:ext uri="{FF2B5EF4-FFF2-40B4-BE49-F238E27FC236}">
                  <a16:creationId xmlns:a16="http://schemas.microsoft.com/office/drawing/2014/main" id="{D5A00045-F2A7-4BBC-8FE2-9B418F24A6CD}"/>
                </a:ext>
              </a:extLst>
            </p:cNvPr>
            <p:cNvSpPr/>
            <p:nvPr/>
          </p:nvSpPr>
          <p:spPr>
            <a:xfrm>
              <a:off x="28361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0" name="타원 5399">
              <a:extLst>
                <a:ext uri="{FF2B5EF4-FFF2-40B4-BE49-F238E27FC236}">
                  <a16:creationId xmlns:a16="http://schemas.microsoft.com/office/drawing/2014/main" id="{6DBCF981-D82B-463A-BF0A-B407A0467E05}"/>
                </a:ext>
              </a:extLst>
            </p:cNvPr>
            <p:cNvSpPr/>
            <p:nvPr/>
          </p:nvSpPr>
          <p:spPr>
            <a:xfrm>
              <a:off x="29885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1" name="타원 5400">
              <a:extLst>
                <a:ext uri="{FF2B5EF4-FFF2-40B4-BE49-F238E27FC236}">
                  <a16:creationId xmlns:a16="http://schemas.microsoft.com/office/drawing/2014/main" id="{EDC0ADD5-5A00-4D6D-9E5D-EB627871E499}"/>
                </a:ext>
              </a:extLst>
            </p:cNvPr>
            <p:cNvSpPr/>
            <p:nvPr/>
          </p:nvSpPr>
          <p:spPr>
            <a:xfrm>
              <a:off x="31409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2" name="타원 5401">
              <a:extLst>
                <a:ext uri="{FF2B5EF4-FFF2-40B4-BE49-F238E27FC236}">
                  <a16:creationId xmlns:a16="http://schemas.microsoft.com/office/drawing/2014/main" id="{01C6E15A-3FD0-4180-8EE6-C9ACF4B1BCAC}"/>
                </a:ext>
              </a:extLst>
            </p:cNvPr>
            <p:cNvSpPr/>
            <p:nvPr/>
          </p:nvSpPr>
          <p:spPr>
            <a:xfrm>
              <a:off x="32933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3" name="타원 5402">
              <a:extLst>
                <a:ext uri="{FF2B5EF4-FFF2-40B4-BE49-F238E27FC236}">
                  <a16:creationId xmlns:a16="http://schemas.microsoft.com/office/drawing/2014/main" id="{E0D412C4-A7E1-4EB1-8A78-FC07F7FE06FC}"/>
                </a:ext>
              </a:extLst>
            </p:cNvPr>
            <p:cNvSpPr/>
            <p:nvPr/>
          </p:nvSpPr>
          <p:spPr>
            <a:xfrm>
              <a:off x="34457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4" name="타원 5403">
              <a:extLst>
                <a:ext uri="{FF2B5EF4-FFF2-40B4-BE49-F238E27FC236}">
                  <a16:creationId xmlns:a16="http://schemas.microsoft.com/office/drawing/2014/main" id="{8BED68F9-1CFD-41D9-9259-9FE65BB6F06A}"/>
                </a:ext>
              </a:extLst>
            </p:cNvPr>
            <p:cNvSpPr/>
            <p:nvPr/>
          </p:nvSpPr>
          <p:spPr>
            <a:xfrm>
              <a:off x="35981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5" name="타원 5404">
              <a:extLst>
                <a:ext uri="{FF2B5EF4-FFF2-40B4-BE49-F238E27FC236}">
                  <a16:creationId xmlns:a16="http://schemas.microsoft.com/office/drawing/2014/main" id="{7107C018-9390-4290-A721-4B5576948B2F}"/>
                </a:ext>
              </a:extLst>
            </p:cNvPr>
            <p:cNvSpPr/>
            <p:nvPr/>
          </p:nvSpPr>
          <p:spPr>
            <a:xfrm>
              <a:off x="37505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6" name="타원 5405">
              <a:extLst>
                <a:ext uri="{FF2B5EF4-FFF2-40B4-BE49-F238E27FC236}">
                  <a16:creationId xmlns:a16="http://schemas.microsoft.com/office/drawing/2014/main" id="{D6819970-12DA-47D4-B478-0FD3F59DAB4C}"/>
                </a:ext>
              </a:extLst>
            </p:cNvPr>
            <p:cNvSpPr/>
            <p:nvPr/>
          </p:nvSpPr>
          <p:spPr>
            <a:xfrm>
              <a:off x="39029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7" name="타원 5406">
              <a:extLst>
                <a:ext uri="{FF2B5EF4-FFF2-40B4-BE49-F238E27FC236}">
                  <a16:creationId xmlns:a16="http://schemas.microsoft.com/office/drawing/2014/main" id="{94410B74-4E65-41D3-9DB8-AB2CA9A6FBD2}"/>
                </a:ext>
              </a:extLst>
            </p:cNvPr>
            <p:cNvSpPr/>
            <p:nvPr/>
          </p:nvSpPr>
          <p:spPr>
            <a:xfrm>
              <a:off x="40553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8" name="타원 5407">
              <a:extLst>
                <a:ext uri="{FF2B5EF4-FFF2-40B4-BE49-F238E27FC236}">
                  <a16:creationId xmlns:a16="http://schemas.microsoft.com/office/drawing/2014/main" id="{A7021693-4E83-4D3B-85E7-BA8967B409AC}"/>
                </a:ext>
              </a:extLst>
            </p:cNvPr>
            <p:cNvSpPr/>
            <p:nvPr/>
          </p:nvSpPr>
          <p:spPr>
            <a:xfrm>
              <a:off x="42077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9" name="타원 5408">
              <a:extLst>
                <a:ext uri="{FF2B5EF4-FFF2-40B4-BE49-F238E27FC236}">
                  <a16:creationId xmlns:a16="http://schemas.microsoft.com/office/drawing/2014/main" id="{951DDCE3-649F-44A1-85FA-404615B9493F}"/>
                </a:ext>
              </a:extLst>
            </p:cNvPr>
            <p:cNvSpPr/>
            <p:nvPr/>
          </p:nvSpPr>
          <p:spPr>
            <a:xfrm>
              <a:off x="43601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0" name="타원 5409">
              <a:extLst>
                <a:ext uri="{FF2B5EF4-FFF2-40B4-BE49-F238E27FC236}">
                  <a16:creationId xmlns:a16="http://schemas.microsoft.com/office/drawing/2014/main" id="{C2769DD7-CCED-4786-918C-D525283408A6}"/>
                </a:ext>
              </a:extLst>
            </p:cNvPr>
            <p:cNvSpPr/>
            <p:nvPr/>
          </p:nvSpPr>
          <p:spPr>
            <a:xfrm>
              <a:off x="45125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1" name="타원 5410">
              <a:extLst>
                <a:ext uri="{FF2B5EF4-FFF2-40B4-BE49-F238E27FC236}">
                  <a16:creationId xmlns:a16="http://schemas.microsoft.com/office/drawing/2014/main" id="{8C47925C-5D79-4017-866C-B50F2E8C273A}"/>
                </a:ext>
              </a:extLst>
            </p:cNvPr>
            <p:cNvSpPr/>
            <p:nvPr/>
          </p:nvSpPr>
          <p:spPr>
            <a:xfrm>
              <a:off x="46649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2" name="타원 5411">
              <a:extLst>
                <a:ext uri="{FF2B5EF4-FFF2-40B4-BE49-F238E27FC236}">
                  <a16:creationId xmlns:a16="http://schemas.microsoft.com/office/drawing/2014/main" id="{CAD06835-1273-483F-AAA5-57EA1B628626}"/>
                </a:ext>
              </a:extLst>
            </p:cNvPr>
            <p:cNvSpPr/>
            <p:nvPr/>
          </p:nvSpPr>
          <p:spPr>
            <a:xfrm>
              <a:off x="48173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3" name="타원 5412">
              <a:extLst>
                <a:ext uri="{FF2B5EF4-FFF2-40B4-BE49-F238E27FC236}">
                  <a16:creationId xmlns:a16="http://schemas.microsoft.com/office/drawing/2014/main" id="{5B96132E-FD28-46D2-8D76-44A61AEF8244}"/>
                </a:ext>
              </a:extLst>
            </p:cNvPr>
            <p:cNvSpPr/>
            <p:nvPr/>
          </p:nvSpPr>
          <p:spPr>
            <a:xfrm>
              <a:off x="49697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4" name="타원 5413">
              <a:extLst>
                <a:ext uri="{FF2B5EF4-FFF2-40B4-BE49-F238E27FC236}">
                  <a16:creationId xmlns:a16="http://schemas.microsoft.com/office/drawing/2014/main" id="{1ADFF765-4443-4119-9193-D434F7463039}"/>
                </a:ext>
              </a:extLst>
            </p:cNvPr>
            <p:cNvSpPr/>
            <p:nvPr/>
          </p:nvSpPr>
          <p:spPr>
            <a:xfrm>
              <a:off x="51221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5" name="타원 5414">
              <a:extLst>
                <a:ext uri="{FF2B5EF4-FFF2-40B4-BE49-F238E27FC236}">
                  <a16:creationId xmlns:a16="http://schemas.microsoft.com/office/drawing/2014/main" id="{B37BA33A-D3ED-416E-BB11-9FB9FD40ADA4}"/>
                </a:ext>
              </a:extLst>
            </p:cNvPr>
            <p:cNvSpPr/>
            <p:nvPr/>
          </p:nvSpPr>
          <p:spPr>
            <a:xfrm>
              <a:off x="52745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6" name="타원 5415">
              <a:extLst>
                <a:ext uri="{FF2B5EF4-FFF2-40B4-BE49-F238E27FC236}">
                  <a16:creationId xmlns:a16="http://schemas.microsoft.com/office/drawing/2014/main" id="{C4CEE59B-9B06-423B-BBAD-3A9A35022749}"/>
                </a:ext>
              </a:extLst>
            </p:cNvPr>
            <p:cNvSpPr/>
            <p:nvPr/>
          </p:nvSpPr>
          <p:spPr>
            <a:xfrm>
              <a:off x="54269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7" name="타원 5416">
              <a:extLst>
                <a:ext uri="{FF2B5EF4-FFF2-40B4-BE49-F238E27FC236}">
                  <a16:creationId xmlns:a16="http://schemas.microsoft.com/office/drawing/2014/main" id="{81CF9902-D3BD-4BB1-840F-780427FEC764}"/>
                </a:ext>
              </a:extLst>
            </p:cNvPr>
            <p:cNvSpPr/>
            <p:nvPr/>
          </p:nvSpPr>
          <p:spPr>
            <a:xfrm>
              <a:off x="55793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8" name="타원 5417">
              <a:extLst>
                <a:ext uri="{FF2B5EF4-FFF2-40B4-BE49-F238E27FC236}">
                  <a16:creationId xmlns:a16="http://schemas.microsoft.com/office/drawing/2014/main" id="{B96DED0D-D5D4-420A-8C85-D9441DBFD3B3}"/>
                </a:ext>
              </a:extLst>
            </p:cNvPr>
            <p:cNvSpPr/>
            <p:nvPr/>
          </p:nvSpPr>
          <p:spPr>
            <a:xfrm>
              <a:off x="5731775" y="167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19" name="타원 5418">
              <a:extLst>
                <a:ext uri="{FF2B5EF4-FFF2-40B4-BE49-F238E27FC236}">
                  <a16:creationId xmlns:a16="http://schemas.microsoft.com/office/drawing/2014/main" id="{6CC31961-3081-425C-93A8-4AF9AAE4E047}"/>
                </a:ext>
              </a:extLst>
            </p:cNvPr>
            <p:cNvSpPr/>
            <p:nvPr/>
          </p:nvSpPr>
          <p:spPr>
            <a:xfrm>
              <a:off x="2453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0" name="타원 5419">
              <a:extLst>
                <a:ext uri="{FF2B5EF4-FFF2-40B4-BE49-F238E27FC236}">
                  <a16:creationId xmlns:a16="http://schemas.microsoft.com/office/drawing/2014/main" id="{B4C9CC4B-F442-4085-8C3F-28DF186D33BF}"/>
                </a:ext>
              </a:extLst>
            </p:cNvPr>
            <p:cNvSpPr/>
            <p:nvPr/>
          </p:nvSpPr>
          <p:spPr>
            <a:xfrm>
              <a:off x="3977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1" name="타원 5420">
              <a:extLst>
                <a:ext uri="{FF2B5EF4-FFF2-40B4-BE49-F238E27FC236}">
                  <a16:creationId xmlns:a16="http://schemas.microsoft.com/office/drawing/2014/main" id="{AD946C98-EA61-42F3-9A80-C272B0DE5D9A}"/>
                </a:ext>
              </a:extLst>
            </p:cNvPr>
            <p:cNvSpPr/>
            <p:nvPr/>
          </p:nvSpPr>
          <p:spPr>
            <a:xfrm>
              <a:off x="5501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2" name="타원 5421">
              <a:extLst>
                <a:ext uri="{FF2B5EF4-FFF2-40B4-BE49-F238E27FC236}">
                  <a16:creationId xmlns:a16="http://schemas.microsoft.com/office/drawing/2014/main" id="{05B60AC9-E5BE-4927-8100-3C23E08D3D78}"/>
                </a:ext>
              </a:extLst>
            </p:cNvPr>
            <p:cNvSpPr/>
            <p:nvPr/>
          </p:nvSpPr>
          <p:spPr>
            <a:xfrm>
              <a:off x="7025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3" name="타원 5422">
              <a:extLst>
                <a:ext uri="{FF2B5EF4-FFF2-40B4-BE49-F238E27FC236}">
                  <a16:creationId xmlns:a16="http://schemas.microsoft.com/office/drawing/2014/main" id="{F6D87348-13AE-4AC8-888C-AD10E42335FB}"/>
                </a:ext>
              </a:extLst>
            </p:cNvPr>
            <p:cNvSpPr/>
            <p:nvPr/>
          </p:nvSpPr>
          <p:spPr>
            <a:xfrm>
              <a:off x="8549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4" name="타원 5423">
              <a:extLst>
                <a:ext uri="{FF2B5EF4-FFF2-40B4-BE49-F238E27FC236}">
                  <a16:creationId xmlns:a16="http://schemas.microsoft.com/office/drawing/2014/main" id="{12F2E596-BD92-435A-AF42-AAD014B5F8B6}"/>
                </a:ext>
              </a:extLst>
            </p:cNvPr>
            <p:cNvSpPr/>
            <p:nvPr/>
          </p:nvSpPr>
          <p:spPr>
            <a:xfrm>
              <a:off x="10073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5" name="타원 5424">
              <a:extLst>
                <a:ext uri="{FF2B5EF4-FFF2-40B4-BE49-F238E27FC236}">
                  <a16:creationId xmlns:a16="http://schemas.microsoft.com/office/drawing/2014/main" id="{759E06AC-7C59-40D2-8FAE-1D54E77D1F2D}"/>
                </a:ext>
              </a:extLst>
            </p:cNvPr>
            <p:cNvSpPr/>
            <p:nvPr/>
          </p:nvSpPr>
          <p:spPr>
            <a:xfrm>
              <a:off x="11597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6" name="타원 5425">
              <a:extLst>
                <a:ext uri="{FF2B5EF4-FFF2-40B4-BE49-F238E27FC236}">
                  <a16:creationId xmlns:a16="http://schemas.microsoft.com/office/drawing/2014/main" id="{D2AA0810-481D-44E6-8633-CEC4A90EDA69}"/>
                </a:ext>
              </a:extLst>
            </p:cNvPr>
            <p:cNvSpPr/>
            <p:nvPr/>
          </p:nvSpPr>
          <p:spPr>
            <a:xfrm>
              <a:off x="13121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7" name="타원 5426">
              <a:extLst>
                <a:ext uri="{FF2B5EF4-FFF2-40B4-BE49-F238E27FC236}">
                  <a16:creationId xmlns:a16="http://schemas.microsoft.com/office/drawing/2014/main" id="{61F96BDC-6F4D-4BD4-951E-519ECAD2FAF5}"/>
                </a:ext>
              </a:extLst>
            </p:cNvPr>
            <p:cNvSpPr/>
            <p:nvPr/>
          </p:nvSpPr>
          <p:spPr>
            <a:xfrm>
              <a:off x="14645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8" name="타원 5427">
              <a:extLst>
                <a:ext uri="{FF2B5EF4-FFF2-40B4-BE49-F238E27FC236}">
                  <a16:creationId xmlns:a16="http://schemas.microsoft.com/office/drawing/2014/main" id="{A07F756E-056C-4AD3-8E06-373AB322AA0E}"/>
                </a:ext>
              </a:extLst>
            </p:cNvPr>
            <p:cNvSpPr/>
            <p:nvPr/>
          </p:nvSpPr>
          <p:spPr>
            <a:xfrm>
              <a:off x="16169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29" name="타원 5428">
              <a:extLst>
                <a:ext uri="{FF2B5EF4-FFF2-40B4-BE49-F238E27FC236}">
                  <a16:creationId xmlns:a16="http://schemas.microsoft.com/office/drawing/2014/main" id="{04141101-DDC7-480B-BA01-5F8C258540FF}"/>
                </a:ext>
              </a:extLst>
            </p:cNvPr>
            <p:cNvSpPr/>
            <p:nvPr/>
          </p:nvSpPr>
          <p:spPr>
            <a:xfrm>
              <a:off x="17693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0" name="타원 5429">
              <a:extLst>
                <a:ext uri="{FF2B5EF4-FFF2-40B4-BE49-F238E27FC236}">
                  <a16:creationId xmlns:a16="http://schemas.microsoft.com/office/drawing/2014/main" id="{13409683-0342-4493-9D90-5E084B647471}"/>
                </a:ext>
              </a:extLst>
            </p:cNvPr>
            <p:cNvSpPr/>
            <p:nvPr/>
          </p:nvSpPr>
          <p:spPr>
            <a:xfrm>
              <a:off x="19217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1" name="타원 5430">
              <a:extLst>
                <a:ext uri="{FF2B5EF4-FFF2-40B4-BE49-F238E27FC236}">
                  <a16:creationId xmlns:a16="http://schemas.microsoft.com/office/drawing/2014/main" id="{A0C20FB8-0ED5-4F92-A4C1-CE56C7D13D4F}"/>
                </a:ext>
              </a:extLst>
            </p:cNvPr>
            <p:cNvSpPr/>
            <p:nvPr/>
          </p:nvSpPr>
          <p:spPr>
            <a:xfrm>
              <a:off x="20741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2" name="타원 5431">
              <a:extLst>
                <a:ext uri="{FF2B5EF4-FFF2-40B4-BE49-F238E27FC236}">
                  <a16:creationId xmlns:a16="http://schemas.microsoft.com/office/drawing/2014/main" id="{0E69D32E-1F76-4D37-91BF-8D5E5CBC56A9}"/>
                </a:ext>
              </a:extLst>
            </p:cNvPr>
            <p:cNvSpPr/>
            <p:nvPr/>
          </p:nvSpPr>
          <p:spPr>
            <a:xfrm>
              <a:off x="22265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3" name="타원 5432">
              <a:extLst>
                <a:ext uri="{FF2B5EF4-FFF2-40B4-BE49-F238E27FC236}">
                  <a16:creationId xmlns:a16="http://schemas.microsoft.com/office/drawing/2014/main" id="{8499FB2C-878A-4288-94BB-70A9EFBA1653}"/>
                </a:ext>
              </a:extLst>
            </p:cNvPr>
            <p:cNvSpPr/>
            <p:nvPr/>
          </p:nvSpPr>
          <p:spPr>
            <a:xfrm>
              <a:off x="23789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4" name="타원 5433">
              <a:extLst>
                <a:ext uri="{FF2B5EF4-FFF2-40B4-BE49-F238E27FC236}">
                  <a16:creationId xmlns:a16="http://schemas.microsoft.com/office/drawing/2014/main" id="{51046E22-ADF8-45EB-8774-76EC169E512C}"/>
                </a:ext>
              </a:extLst>
            </p:cNvPr>
            <p:cNvSpPr/>
            <p:nvPr/>
          </p:nvSpPr>
          <p:spPr>
            <a:xfrm>
              <a:off x="25313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5" name="타원 5434">
              <a:extLst>
                <a:ext uri="{FF2B5EF4-FFF2-40B4-BE49-F238E27FC236}">
                  <a16:creationId xmlns:a16="http://schemas.microsoft.com/office/drawing/2014/main" id="{4B05BC93-018E-4BC0-BD81-4CFB7D3C1AA1}"/>
                </a:ext>
              </a:extLst>
            </p:cNvPr>
            <p:cNvSpPr/>
            <p:nvPr/>
          </p:nvSpPr>
          <p:spPr>
            <a:xfrm>
              <a:off x="26837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6" name="타원 5435">
              <a:extLst>
                <a:ext uri="{FF2B5EF4-FFF2-40B4-BE49-F238E27FC236}">
                  <a16:creationId xmlns:a16="http://schemas.microsoft.com/office/drawing/2014/main" id="{28ACEFF5-6688-44F6-9BD6-87CD2FF223B3}"/>
                </a:ext>
              </a:extLst>
            </p:cNvPr>
            <p:cNvSpPr/>
            <p:nvPr/>
          </p:nvSpPr>
          <p:spPr>
            <a:xfrm>
              <a:off x="28361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7" name="타원 5436">
              <a:extLst>
                <a:ext uri="{FF2B5EF4-FFF2-40B4-BE49-F238E27FC236}">
                  <a16:creationId xmlns:a16="http://schemas.microsoft.com/office/drawing/2014/main" id="{AA7CFDCD-66E3-4CE2-B716-044F01422FB2}"/>
                </a:ext>
              </a:extLst>
            </p:cNvPr>
            <p:cNvSpPr/>
            <p:nvPr/>
          </p:nvSpPr>
          <p:spPr>
            <a:xfrm>
              <a:off x="29885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8" name="타원 5437">
              <a:extLst>
                <a:ext uri="{FF2B5EF4-FFF2-40B4-BE49-F238E27FC236}">
                  <a16:creationId xmlns:a16="http://schemas.microsoft.com/office/drawing/2014/main" id="{27D1D265-60B7-4424-AA75-C5C2B4F4AA6E}"/>
                </a:ext>
              </a:extLst>
            </p:cNvPr>
            <p:cNvSpPr/>
            <p:nvPr/>
          </p:nvSpPr>
          <p:spPr>
            <a:xfrm>
              <a:off x="31409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9" name="타원 5438">
              <a:extLst>
                <a:ext uri="{FF2B5EF4-FFF2-40B4-BE49-F238E27FC236}">
                  <a16:creationId xmlns:a16="http://schemas.microsoft.com/office/drawing/2014/main" id="{789636E3-FFA7-4C25-9FCF-36BB6B10198F}"/>
                </a:ext>
              </a:extLst>
            </p:cNvPr>
            <p:cNvSpPr/>
            <p:nvPr/>
          </p:nvSpPr>
          <p:spPr>
            <a:xfrm>
              <a:off x="32933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0" name="타원 5439">
              <a:extLst>
                <a:ext uri="{FF2B5EF4-FFF2-40B4-BE49-F238E27FC236}">
                  <a16:creationId xmlns:a16="http://schemas.microsoft.com/office/drawing/2014/main" id="{E04D39E5-547F-43C0-87A4-E2002E02AFD4}"/>
                </a:ext>
              </a:extLst>
            </p:cNvPr>
            <p:cNvSpPr/>
            <p:nvPr/>
          </p:nvSpPr>
          <p:spPr>
            <a:xfrm>
              <a:off x="34457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1" name="타원 5440">
              <a:extLst>
                <a:ext uri="{FF2B5EF4-FFF2-40B4-BE49-F238E27FC236}">
                  <a16:creationId xmlns:a16="http://schemas.microsoft.com/office/drawing/2014/main" id="{C3886999-9A69-44BC-9094-4F54FE3D1BDF}"/>
                </a:ext>
              </a:extLst>
            </p:cNvPr>
            <p:cNvSpPr/>
            <p:nvPr/>
          </p:nvSpPr>
          <p:spPr>
            <a:xfrm>
              <a:off x="35981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2" name="타원 5441">
              <a:extLst>
                <a:ext uri="{FF2B5EF4-FFF2-40B4-BE49-F238E27FC236}">
                  <a16:creationId xmlns:a16="http://schemas.microsoft.com/office/drawing/2014/main" id="{BF1F5B2F-F877-42A7-8914-EAE719C9A0C0}"/>
                </a:ext>
              </a:extLst>
            </p:cNvPr>
            <p:cNvSpPr/>
            <p:nvPr/>
          </p:nvSpPr>
          <p:spPr>
            <a:xfrm>
              <a:off x="37505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3" name="타원 5442">
              <a:extLst>
                <a:ext uri="{FF2B5EF4-FFF2-40B4-BE49-F238E27FC236}">
                  <a16:creationId xmlns:a16="http://schemas.microsoft.com/office/drawing/2014/main" id="{8888D47F-9E9A-4175-B421-70E7AAB03790}"/>
                </a:ext>
              </a:extLst>
            </p:cNvPr>
            <p:cNvSpPr/>
            <p:nvPr/>
          </p:nvSpPr>
          <p:spPr>
            <a:xfrm>
              <a:off x="39029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4" name="타원 5443">
              <a:extLst>
                <a:ext uri="{FF2B5EF4-FFF2-40B4-BE49-F238E27FC236}">
                  <a16:creationId xmlns:a16="http://schemas.microsoft.com/office/drawing/2014/main" id="{A45A4649-F82A-4EEA-9DBD-D8991384DA86}"/>
                </a:ext>
              </a:extLst>
            </p:cNvPr>
            <p:cNvSpPr/>
            <p:nvPr/>
          </p:nvSpPr>
          <p:spPr>
            <a:xfrm>
              <a:off x="40553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5" name="타원 5444">
              <a:extLst>
                <a:ext uri="{FF2B5EF4-FFF2-40B4-BE49-F238E27FC236}">
                  <a16:creationId xmlns:a16="http://schemas.microsoft.com/office/drawing/2014/main" id="{ABF09283-E573-4D0D-B093-74F8D24724DE}"/>
                </a:ext>
              </a:extLst>
            </p:cNvPr>
            <p:cNvSpPr/>
            <p:nvPr/>
          </p:nvSpPr>
          <p:spPr>
            <a:xfrm>
              <a:off x="42077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6" name="타원 5445">
              <a:extLst>
                <a:ext uri="{FF2B5EF4-FFF2-40B4-BE49-F238E27FC236}">
                  <a16:creationId xmlns:a16="http://schemas.microsoft.com/office/drawing/2014/main" id="{A25677D8-32BE-4CA2-8889-DD7D13E6D85C}"/>
                </a:ext>
              </a:extLst>
            </p:cNvPr>
            <p:cNvSpPr/>
            <p:nvPr/>
          </p:nvSpPr>
          <p:spPr>
            <a:xfrm>
              <a:off x="43601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7" name="타원 5446">
              <a:extLst>
                <a:ext uri="{FF2B5EF4-FFF2-40B4-BE49-F238E27FC236}">
                  <a16:creationId xmlns:a16="http://schemas.microsoft.com/office/drawing/2014/main" id="{FE1F1EBF-4AE0-4A73-88ED-68A16BADDAF6}"/>
                </a:ext>
              </a:extLst>
            </p:cNvPr>
            <p:cNvSpPr/>
            <p:nvPr/>
          </p:nvSpPr>
          <p:spPr>
            <a:xfrm>
              <a:off x="45125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8" name="타원 5447">
              <a:extLst>
                <a:ext uri="{FF2B5EF4-FFF2-40B4-BE49-F238E27FC236}">
                  <a16:creationId xmlns:a16="http://schemas.microsoft.com/office/drawing/2014/main" id="{0A23421A-94C8-4109-8E98-A08A0EEC276C}"/>
                </a:ext>
              </a:extLst>
            </p:cNvPr>
            <p:cNvSpPr/>
            <p:nvPr/>
          </p:nvSpPr>
          <p:spPr>
            <a:xfrm>
              <a:off x="46649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49" name="타원 5448">
              <a:extLst>
                <a:ext uri="{FF2B5EF4-FFF2-40B4-BE49-F238E27FC236}">
                  <a16:creationId xmlns:a16="http://schemas.microsoft.com/office/drawing/2014/main" id="{CF9C7206-C6A3-4ACF-A1D4-8533D4525A68}"/>
                </a:ext>
              </a:extLst>
            </p:cNvPr>
            <p:cNvSpPr/>
            <p:nvPr/>
          </p:nvSpPr>
          <p:spPr>
            <a:xfrm>
              <a:off x="48173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0" name="타원 5449">
              <a:extLst>
                <a:ext uri="{FF2B5EF4-FFF2-40B4-BE49-F238E27FC236}">
                  <a16:creationId xmlns:a16="http://schemas.microsoft.com/office/drawing/2014/main" id="{5D219F77-4637-4BC4-86EE-8AAC3815F56E}"/>
                </a:ext>
              </a:extLst>
            </p:cNvPr>
            <p:cNvSpPr/>
            <p:nvPr/>
          </p:nvSpPr>
          <p:spPr>
            <a:xfrm>
              <a:off x="49697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1" name="타원 5450">
              <a:extLst>
                <a:ext uri="{FF2B5EF4-FFF2-40B4-BE49-F238E27FC236}">
                  <a16:creationId xmlns:a16="http://schemas.microsoft.com/office/drawing/2014/main" id="{243AE39D-C344-48AF-B703-A95D06C91C76}"/>
                </a:ext>
              </a:extLst>
            </p:cNvPr>
            <p:cNvSpPr/>
            <p:nvPr/>
          </p:nvSpPr>
          <p:spPr>
            <a:xfrm>
              <a:off x="51221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2" name="타원 5451">
              <a:extLst>
                <a:ext uri="{FF2B5EF4-FFF2-40B4-BE49-F238E27FC236}">
                  <a16:creationId xmlns:a16="http://schemas.microsoft.com/office/drawing/2014/main" id="{F61822DF-1ED6-4D71-BCFA-8B37CCA30D0D}"/>
                </a:ext>
              </a:extLst>
            </p:cNvPr>
            <p:cNvSpPr/>
            <p:nvPr/>
          </p:nvSpPr>
          <p:spPr>
            <a:xfrm>
              <a:off x="52745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3" name="타원 5452">
              <a:extLst>
                <a:ext uri="{FF2B5EF4-FFF2-40B4-BE49-F238E27FC236}">
                  <a16:creationId xmlns:a16="http://schemas.microsoft.com/office/drawing/2014/main" id="{F9A700F0-534B-4132-A33A-F5C807FA9761}"/>
                </a:ext>
              </a:extLst>
            </p:cNvPr>
            <p:cNvSpPr/>
            <p:nvPr/>
          </p:nvSpPr>
          <p:spPr>
            <a:xfrm>
              <a:off x="54269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4" name="타원 5453">
              <a:extLst>
                <a:ext uri="{FF2B5EF4-FFF2-40B4-BE49-F238E27FC236}">
                  <a16:creationId xmlns:a16="http://schemas.microsoft.com/office/drawing/2014/main" id="{F06ECD6C-DB10-4521-A236-E1C16A742C9D}"/>
                </a:ext>
              </a:extLst>
            </p:cNvPr>
            <p:cNvSpPr/>
            <p:nvPr/>
          </p:nvSpPr>
          <p:spPr>
            <a:xfrm>
              <a:off x="55793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5" name="타원 5454">
              <a:extLst>
                <a:ext uri="{FF2B5EF4-FFF2-40B4-BE49-F238E27FC236}">
                  <a16:creationId xmlns:a16="http://schemas.microsoft.com/office/drawing/2014/main" id="{7729E566-3C04-4B3B-88AE-4E10DBF1B93B}"/>
                </a:ext>
              </a:extLst>
            </p:cNvPr>
            <p:cNvSpPr/>
            <p:nvPr/>
          </p:nvSpPr>
          <p:spPr>
            <a:xfrm>
              <a:off x="5731775" y="182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6" name="타원 5455">
              <a:extLst>
                <a:ext uri="{FF2B5EF4-FFF2-40B4-BE49-F238E27FC236}">
                  <a16:creationId xmlns:a16="http://schemas.microsoft.com/office/drawing/2014/main" id="{DEB3A9DB-033A-4D15-8CC8-DC739DF09E99}"/>
                </a:ext>
              </a:extLst>
            </p:cNvPr>
            <p:cNvSpPr/>
            <p:nvPr/>
          </p:nvSpPr>
          <p:spPr>
            <a:xfrm>
              <a:off x="2453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7" name="타원 5456">
              <a:extLst>
                <a:ext uri="{FF2B5EF4-FFF2-40B4-BE49-F238E27FC236}">
                  <a16:creationId xmlns:a16="http://schemas.microsoft.com/office/drawing/2014/main" id="{19CCF3F2-B536-4B5B-A0C8-EF9F3D26A3FB}"/>
                </a:ext>
              </a:extLst>
            </p:cNvPr>
            <p:cNvSpPr/>
            <p:nvPr/>
          </p:nvSpPr>
          <p:spPr>
            <a:xfrm>
              <a:off x="3977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8" name="타원 5457">
              <a:extLst>
                <a:ext uri="{FF2B5EF4-FFF2-40B4-BE49-F238E27FC236}">
                  <a16:creationId xmlns:a16="http://schemas.microsoft.com/office/drawing/2014/main" id="{27CB93FF-22CB-4D23-BCA5-C3B6FE3E1AE1}"/>
                </a:ext>
              </a:extLst>
            </p:cNvPr>
            <p:cNvSpPr/>
            <p:nvPr/>
          </p:nvSpPr>
          <p:spPr>
            <a:xfrm>
              <a:off x="5501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59" name="타원 5458">
              <a:extLst>
                <a:ext uri="{FF2B5EF4-FFF2-40B4-BE49-F238E27FC236}">
                  <a16:creationId xmlns:a16="http://schemas.microsoft.com/office/drawing/2014/main" id="{4E024B36-7816-4AC6-97AE-3A0C22C20B01}"/>
                </a:ext>
              </a:extLst>
            </p:cNvPr>
            <p:cNvSpPr/>
            <p:nvPr/>
          </p:nvSpPr>
          <p:spPr>
            <a:xfrm>
              <a:off x="7025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0" name="타원 5459">
              <a:extLst>
                <a:ext uri="{FF2B5EF4-FFF2-40B4-BE49-F238E27FC236}">
                  <a16:creationId xmlns:a16="http://schemas.microsoft.com/office/drawing/2014/main" id="{59751D0B-969A-45B3-8012-CAD52961A302}"/>
                </a:ext>
              </a:extLst>
            </p:cNvPr>
            <p:cNvSpPr/>
            <p:nvPr/>
          </p:nvSpPr>
          <p:spPr>
            <a:xfrm>
              <a:off x="8549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1" name="타원 5460">
              <a:extLst>
                <a:ext uri="{FF2B5EF4-FFF2-40B4-BE49-F238E27FC236}">
                  <a16:creationId xmlns:a16="http://schemas.microsoft.com/office/drawing/2014/main" id="{8C44DCC5-23F9-48AD-810F-6A1454D32CF5}"/>
                </a:ext>
              </a:extLst>
            </p:cNvPr>
            <p:cNvSpPr/>
            <p:nvPr/>
          </p:nvSpPr>
          <p:spPr>
            <a:xfrm>
              <a:off x="10073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2" name="타원 5461">
              <a:extLst>
                <a:ext uri="{FF2B5EF4-FFF2-40B4-BE49-F238E27FC236}">
                  <a16:creationId xmlns:a16="http://schemas.microsoft.com/office/drawing/2014/main" id="{2F8A5282-167A-4F85-BEEA-49D94218C87A}"/>
                </a:ext>
              </a:extLst>
            </p:cNvPr>
            <p:cNvSpPr/>
            <p:nvPr/>
          </p:nvSpPr>
          <p:spPr>
            <a:xfrm>
              <a:off x="11597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3" name="타원 5462">
              <a:extLst>
                <a:ext uri="{FF2B5EF4-FFF2-40B4-BE49-F238E27FC236}">
                  <a16:creationId xmlns:a16="http://schemas.microsoft.com/office/drawing/2014/main" id="{D6AD8868-5409-4AF3-9444-289BD07C8C55}"/>
                </a:ext>
              </a:extLst>
            </p:cNvPr>
            <p:cNvSpPr/>
            <p:nvPr/>
          </p:nvSpPr>
          <p:spPr>
            <a:xfrm>
              <a:off x="13121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4" name="타원 5463">
              <a:extLst>
                <a:ext uri="{FF2B5EF4-FFF2-40B4-BE49-F238E27FC236}">
                  <a16:creationId xmlns:a16="http://schemas.microsoft.com/office/drawing/2014/main" id="{E0F89231-6CA4-457F-ADBF-FAF894B6C93B}"/>
                </a:ext>
              </a:extLst>
            </p:cNvPr>
            <p:cNvSpPr/>
            <p:nvPr/>
          </p:nvSpPr>
          <p:spPr>
            <a:xfrm>
              <a:off x="14645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5" name="타원 5464">
              <a:extLst>
                <a:ext uri="{FF2B5EF4-FFF2-40B4-BE49-F238E27FC236}">
                  <a16:creationId xmlns:a16="http://schemas.microsoft.com/office/drawing/2014/main" id="{F82F5010-47A4-4740-A87F-4BEB3570E10F}"/>
                </a:ext>
              </a:extLst>
            </p:cNvPr>
            <p:cNvSpPr/>
            <p:nvPr/>
          </p:nvSpPr>
          <p:spPr>
            <a:xfrm>
              <a:off x="16169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6" name="타원 5465">
              <a:extLst>
                <a:ext uri="{FF2B5EF4-FFF2-40B4-BE49-F238E27FC236}">
                  <a16:creationId xmlns:a16="http://schemas.microsoft.com/office/drawing/2014/main" id="{82CB5CE8-B486-4A97-A1E1-76606377913A}"/>
                </a:ext>
              </a:extLst>
            </p:cNvPr>
            <p:cNvSpPr/>
            <p:nvPr/>
          </p:nvSpPr>
          <p:spPr>
            <a:xfrm>
              <a:off x="17693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7" name="타원 5466">
              <a:extLst>
                <a:ext uri="{FF2B5EF4-FFF2-40B4-BE49-F238E27FC236}">
                  <a16:creationId xmlns:a16="http://schemas.microsoft.com/office/drawing/2014/main" id="{AF524666-C449-4036-B747-904EA9947E37}"/>
                </a:ext>
              </a:extLst>
            </p:cNvPr>
            <p:cNvSpPr/>
            <p:nvPr/>
          </p:nvSpPr>
          <p:spPr>
            <a:xfrm>
              <a:off x="19217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8" name="타원 5467">
              <a:extLst>
                <a:ext uri="{FF2B5EF4-FFF2-40B4-BE49-F238E27FC236}">
                  <a16:creationId xmlns:a16="http://schemas.microsoft.com/office/drawing/2014/main" id="{3E0EC5C9-F173-4528-8ABA-4586DF623EC4}"/>
                </a:ext>
              </a:extLst>
            </p:cNvPr>
            <p:cNvSpPr/>
            <p:nvPr/>
          </p:nvSpPr>
          <p:spPr>
            <a:xfrm>
              <a:off x="20741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69" name="타원 5468">
              <a:extLst>
                <a:ext uri="{FF2B5EF4-FFF2-40B4-BE49-F238E27FC236}">
                  <a16:creationId xmlns:a16="http://schemas.microsoft.com/office/drawing/2014/main" id="{C6A1CF5D-40E3-433A-BF13-285AF04D1BB7}"/>
                </a:ext>
              </a:extLst>
            </p:cNvPr>
            <p:cNvSpPr/>
            <p:nvPr/>
          </p:nvSpPr>
          <p:spPr>
            <a:xfrm>
              <a:off x="22265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0" name="타원 5469">
              <a:extLst>
                <a:ext uri="{FF2B5EF4-FFF2-40B4-BE49-F238E27FC236}">
                  <a16:creationId xmlns:a16="http://schemas.microsoft.com/office/drawing/2014/main" id="{E4483165-01EE-4955-B05F-7A5736A65703}"/>
                </a:ext>
              </a:extLst>
            </p:cNvPr>
            <p:cNvSpPr/>
            <p:nvPr/>
          </p:nvSpPr>
          <p:spPr>
            <a:xfrm>
              <a:off x="23789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1" name="타원 5470">
              <a:extLst>
                <a:ext uri="{FF2B5EF4-FFF2-40B4-BE49-F238E27FC236}">
                  <a16:creationId xmlns:a16="http://schemas.microsoft.com/office/drawing/2014/main" id="{04CD88C4-02D2-47F8-A22C-169D9ABAF51E}"/>
                </a:ext>
              </a:extLst>
            </p:cNvPr>
            <p:cNvSpPr/>
            <p:nvPr/>
          </p:nvSpPr>
          <p:spPr>
            <a:xfrm>
              <a:off x="25313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2" name="타원 5471">
              <a:extLst>
                <a:ext uri="{FF2B5EF4-FFF2-40B4-BE49-F238E27FC236}">
                  <a16:creationId xmlns:a16="http://schemas.microsoft.com/office/drawing/2014/main" id="{8D4B11D9-543C-40BE-820D-FC4CFE0E55D1}"/>
                </a:ext>
              </a:extLst>
            </p:cNvPr>
            <p:cNvSpPr/>
            <p:nvPr/>
          </p:nvSpPr>
          <p:spPr>
            <a:xfrm>
              <a:off x="26837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3" name="타원 5472">
              <a:extLst>
                <a:ext uri="{FF2B5EF4-FFF2-40B4-BE49-F238E27FC236}">
                  <a16:creationId xmlns:a16="http://schemas.microsoft.com/office/drawing/2014/main" id="{5FAC656A-66C9-41E1-93C4-B75A092B958D}"/>
                </a:ext>
              </a:extLst>
            </p:cNvPr>
            <p:cNvSpPr/>
            <p:nvPr/>
          </p:nvSpPr>
          <p:spPr>
            <a:xfrm>
              <a:off x="28361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4" name="타원 5473">
              <a:extLst>
                <a:ext uri="{FF2B5EF4-FFF2-40B4-BE49-F238E27FC236}">
                  <a16:creationId xmlns:a16="http://schemas.microsoft.com/office/drawing/2014/main" id="{E9DAC8FD-4EA0-4910-823D-206F6E0BA598}"/>
                </a:ext>
              </a:extLst>
            </p:cNvPr>
            <p:cNvSpPr/>
            <p:nvPr/>
          </p:nvSpPr>
          <p:spPr>
            <a:xfrm>
              <a:off x="29885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5" name="타원 5474">
              <a:extLst>
                <a:ext uri="{FF2B5EF4-FFF2-40B4-BE49-F238E27FC236}">
                  <a16:creationId xmlns:a16="http://schemas.microsoft.com/office/drawing/2014/main" id="{0CC19284-8F9E-4CCF-A180-C262E5AEC8B4}"/>
                </a:ext>
              </a:extLst>
            </p:cNvPr>
            <p:cNvSpPr/>
            <p:nvPr/>
          </p:nvSpPr>
          <p:spPr>
            <a:xfrm>
              <a:off x="31409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6" name="타원 5475">
              <a:extLst>
                <a:ext uri="{FF2B5EF4-FFF2-40B4-BE49-F238E27FC236}">
                  <a16:creationId xmlns:a16="http://schemas.microsoft.com/office/drawing/2014/main" id="{D7DCA6DE-BAC0-4B4D-A30C-7AA5CF739BDB}"/>
                </a:ext>
              </a:extLst>
            </p:cNvPr>
            <p:cNvSpPr/>
            <p:nvPr/>
          </p:nvSpPr>
          <p:spPr>
            <a:xfrm>
              <a:off x="32933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7" name="타원 5476">
              <a:extLst>
                <a:ext uri="{FF2B5EF4-FFF2-40B4-BE49-F238E27FC236}">
                  <a16:creationId xmlns:a16="http://schemas.microsoft.com/office/drawing/2014/main" id="{57A17B0F-0B46-489C-87C5-E2884DCAB265}"/>
                </a:ext>
              </a:extLst>
            </p:cNvPr>
            <p:cNvSpPr/>
            <p:nvPr/>
          </p:nvSpPr>
          <p:spPr>
            <a:xfrm>
              <a:off x="34457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8" name="타원 5477">
              <a:extLst>
                <a:ext uri="{FF2B5EF4-FFF2-40B4-BE49-F238E27FC236}">
                  <a16:creationId xmlns:a16="http://schemas.microsoft.com/office/drawing/2014/main" id="{6098948D-4456-471C-81A0-41A554AE9C7C}"/>
                </a:ext>
              </a:extLst>
            </p:cNvPr>
            <p:cNvSpPr/>
            <p:nvPr/>
          </p:nvSpPr>
          <p:spPr>
            <a:xfrm>
              <a:off x="35981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9" name="타원 5478">
              <a:extLst>
                <a:ext uri="{FF2B5EF4-FFF2-40B4-BE49-F238E27FC236}">
                  <a16:creationId xmlns:a16="http://schemas.microsoft.com/office/drawing/2014/main" id="{A3621E60-B000-4E56-A4B7-599DD49879AE}"/>
                </a:ext>
              </a:extLst>
            </p:cNvPr>
            <p:cNvSpPr/>
            <p:nvPr/>
          </p:nvSpPr>
          <p:spPr>
            <a:xfrm>
              <a:off x="37505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0" name="타원 5479">
              <a:extLst>
                <a:ext uri="{FF2B5EF4-FFF2-40B4-BE49-F238E27FC236}">
                  <a16:creationId xmlns:a16="http://schemas.microsoft.com/office/drawing/2014/main" id="{356AB0DC-507E-41C9-AB40-19B671D36537}"/>
                </a:ext>
              </a:extLst>
            </p:cNvPr>
            <p:cNvSpPr/>
            <p:nvPr/>
          </p:nvSpPr>
          <p:spPr>
            <a:xfrm>
              <a:off x="39029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1" name="타원 5480">
              <a:extLst>
                <a:ext uri="{FF2B5EF4-FFF2-40B4-BE49-F238E27FC236}">
                  <a16:creationId xmlns:a16="http://schemas.microsoft.com/office/drawing/2014/main" id="{ACB7C4D6-AF6F-4E12-8869-2156DFCAA216}"/>
                </a:ext>
              </a:extLst>
            </p:cNvPr>
            <p:cNvSpPr/>
            <p:nvPr/>
          </p:nvSpPr>
          <p:spPr>
            <a:xfrm>
              <a:off x="40553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2" name="타원 5481">
              <a:extLst>
                <a:ext uri="{FF2B5EF4-FFF2-40B4-BE49-F238E27FC236}">
                  <a16:creationId xmlns:a16="http://schemas.microsoft.com/office/drawing/2014/main" id="{1E657D01-107F-4458-8385-1E9CE3227BD4}"/>
                </a:ext>
              </a:extLst>
            </p:cNvPr>
            <p:cNvSpPr/>
            <p:nvPr/>
          </p:nvSpPr>
          <p:spPr>
            <a:xfrm>
              <a:off x="42077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3" name="타원 5482">
              <a:extLst>
                <a:ext uri="{FF2B5EF4-FFF2-40B4-BE49-F238E27FC236}">
                  <a16:creationId xmlns:a16="http://schemas.microsoft.com/office/drawing/2014/main" id="{EBDDECB9-570D-4542-8836-158B450E7F57}"/>
                </a:ext>
              </a:extLst>
            </p:cNvPr>
            <p:cNvSpPr/>
            <p:nvPr/>
          </p:nvSpPr>
          <p:spPr>
            <a:xfrm>
              <a:off x="43601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4" name="타원 5483">
              <a:extLst>
                <a:ext uri="{FF2B5EF4-FFF2-40B4-BE49-F238E27FC236}">
                  <a16:creationId xmlns:a16="http://schemas.microsoft.com/office/drawing/2014/main" id="{A969BDFC-E83C-476E-ACD8-1C868C8935E8}"/>
                </a:ext>
              </a:extLst>
            </p:cNvPr>
            <p:cNvSpPr/>
            <p:nvPr/>
          </p:nvSpPr>
          <p:spPr>
            <a:xfrm>
              <a:off x="45125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5" name="타원 5484">
              <a:extLst>
                <a:ext uri="{FF2B5EF4-FFF2-40B4-BE49-F238E27FC236}">
                  <a16:creationId xmlns:a16="http://schemas.microsoft.com/office/drawing/2014/main" id="{5B98C5FF-3614-433A-9044-A99DC5C35FDD}"/>
                </a:ext>
              </a:extLst>
            </p:cNvPr>
            <p:cNvSpPr/>
            <p:nvPr/>
          </p:nvSpPr>
          <p:spPr>
            <a:xfrm>
              <a:off x="46649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6" name="타원 5485">
              <a:extLst>
                <a:ext uri="{FF2B5EF4-FFF2-40B4-BE49-F238E27FC236}">
                  <a16:creationId xmlns:a16="http://schemas.microsoft.com/office/drawing/2014/main" id="{AFCBE0D5-8D54-4195-94F6-5D4977FD704A}"/>
                </a:ext>
              </a:extLst>
            </p:cNvPr>
            <p:cNvSpPr/>
            <p:nvPr/>
          </p:nvSpPr>
          <p:spPr>
            <a:xfrm>
              <a:off x="48173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7" name="타원 5486">
              <a:extLst>
                <a:ext uri="{FF2B5EF4-FFF2-40B4-BE49-F238E27FC236}">
                  <a16:creationId xmlns:a16="http://schemas.microsoft.com/office/drawing/2014/main" id="{BE421CB4-6391-4BDA-9545-B3A6CF5A9C0B}"/>
                </a:ext>
              </a:extLst>
            </p:cNvPr>
            <p:cNvSpPr/>
            <p:nvPr/>
          </p:nvSpPr>
          <p:spPr>
            <a:xfrm>
              <a:off x="49697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8" name="타원 5487">
              <a:extLst>
                <a:ext uri="{FF2B5EF4-FFF2-40B4-BE49-F238E27FC236}">
                  <a16:creationId xmlns:a16="http://schemas.microsoft.com/office/drawing/2014/main" id="{C76C8A85-0C99-48D9-B4A5-5D717D9A7837}"/>
                </a:ext>
              </a:extLst>
            </p:cNvPr>
            <p:cNvSpPr/>
            <p:nvPr/>
          </p:nvSpPr>
          <p:spPr>
            <a:xfrm>
              <a:off x="51221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89" name="타원 5488">
              <a:extLst>
                <a:ext uri="{FF2B5EF4-FFF2-40B4-BE49-F238E27FC236}">
                  <a16:creationId xmlns:a16="http://schemas.microsoft.com/office/drawing/2014/main" id="{7AF06043-7F72-49BE-8D86-FB2F302CD623}"/>
                </a:ext>
              </a:extLst>
            </p:cNvPr>
            <p:cNvSpPr/>
            <p:nvPr/>
          </p:nvSpPr>
          <p:spPr>
            <a:xfrm>
              <a:off x="52745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0" name="타원 5489">
              <a:extLst>
                <a:ext uri="{FF2B5EF4-FFF2-40B4-BE49-F238E27FC236}">
                  <a16:creationId xmlns:a16="http://schemas.microsoft.com/office/drawing/2014/main" id="{F5F0479A-28CC-4DBB-938A-3BCFF2CB9233}"/>
                </a:ext>
              </a:extLst>
            </p:cNvPr>
            <p:cNvSpPr/>
            <p:nvPr/>
          </p:nvSpPr>
          <p:spPr>
            <a:xfrm>
              <a:off x="54269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1" name="타원 5490">
              <a:extLst>
                <a:ext uri="{FF2B5EF4-FFF2-40B4-BE49-F238E27FC236}">
                  <a16:creationId xmlns:a16="http://schemas.microsoft.com/office/drawing/2014/main" id="{548CE50B-47E1-49CE-858C-471E12C03CDB}"/>
                </a:ext>
              </a:extLst>
            </p:cNvPr>
            <p:cNvSpPr/>
            <p:nvPr/>
          </p:nvSpPr>
          <p:spPr>
            <a:xfrm>
              <a:off x="55793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2" name="타원 5491">
              <a:extLst>
                <a:ext uri="{FF2B5EF4-FFF2-40B4-BE49-F238E27FC236}">
                  <a16:creationId xmlns:a16="http://schemas.microsoft.com/office/drawing/2014/main" id="{76315B0F-5134-4270-A89A-02DB256F82C9}"/>
                </a:ext>
              </a:extLst>
            </p:cNvPr>
            <p:cNvSpPr/>
            <p:nvPr/>
          </p:nvSpPr>
          <p:spPr>
            <a:xfrm>
              <a:off x="5731775" y="197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3" name="타원 5492">
              <a:extLst>
                <a:ext uri="{FF2B5EF4-FFF2-40B4-BE49-F238E27FC236}">
                  <a16:creationId xmlns:a16="http://schemas.microsoft.com/office/drawing/2014/main" id="{9E075087-8C8D-4554-B736-AED8B60C8A65}"/>
                </a:ext>
              </a:extLst>
            </p:cNvPr>
            <p:cNvSpPr/>
            <p:nvPr/>
          </p:nvSpPr>
          <p:spPr>
            <a:xfrm>
              <a:off x="2453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4" name="타원 5493">
              <a:extLst>
                <a:ext uri="{FF2B5EF4-FFF2-40B4-BE49-F238E27FC236}">
                  <a16:creationId xmlns:a16="http://schemas.microsoft.com/office/drawing/2014/main" id="{FD938035-E75B-40C9-887F-20699C104D26}"/>
                </a:ext>
              </a:extLst>
            </p:cNvPr>
            <p:cNvSpPr/>
            <p:nvPr/>
          </p:nvSpPr>
          <p:spPr>
            <a:xfrm>
              <a:off x="3977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5" name="타원 5494">
              <a:extLst>
                <a:ext uri="{FF2B5EF4-FFF2-40B4-BE49-F238E27FC236}">
                  <a16:creationId xmlns:a16="http://schemas.microsoft.com/office/drawing/2014/main" id="{76384856-2424-4832-B18D-4B800FCCB167}"/>
                </a:ext>
              </a:extLst>
            </p:cNvPr>
            <p:cNvSpPr/>
            <p:nvPr/>
          </p:nvSpPr>
          <p:spPr>
            <a:xfrm>
              <a:off x="5501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6" name="타원 5495">
              <a:extLst>
                <a:ext uri="{FF2B5EF4-FFF2-40B4-BE49-F238E27FC236}">
                  <a16:creationId xmlns:a16="http://schemas.microsoft.com/office/drawing/2014/main" id="{65FE4896-C13E-4B8F-8E22-4F4BCA412A22}"/>
                </a:ext>
              </a:extLst>
            </p:cNvPr>
            <p:cNvSpPr/>
            <p:nvPr/>
          </p:nvSpPr>
          <p:spPr>
            <a:xfrm>
              <a:off x="7025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7" name="타원 5496">
              <a:extLst>
                <a:ext uri="{FF2B5EF4-FFF2-40B4-BE49-F238E27FC236}">
                  <a16:creationId xmlns:a16="http://schemas.microsoft.com/office/drawing/2014/main" id="{82F07996-FB1B-43C5-A3B7-63B21339369E}"/>
                </a:ext>
              </a:extLst>
            </p:cNvPr>
            <p:cNvSpPr/>
            <p:nvPr/>
          </p:nvSpPr>
          <p:spPr>
            <a:xfrm>
              <a:off x="8549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8" name="타원 5497">
              <a:extLst>
                <a:ext uri="{FF2B5EF4-FFF2-40B4-BE49-F238E27FC236}">
                  <a16:creationId xmlns:a16="http://schemas.microsoft.com/office/drawing/2014/main" id="{5CB1C1A7-0E88-43F1-B166-D68DB376DD72}"/>
                </a:ext>
              </a:extLst>
            </p:cNvPr>
            <p:cNvSpPr/>
            <p:nvPr/>
          </p:nvSpPr>
          <p:spPr>
            <a:xfrm>
              <a:off x="10073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99" name="타원 5498">
              <a:extLst>
                <a:ext uri="{FF2B5EF4-FFF2-40B4-BE49-F238E27FC236}">
                  <a16:creationId xmlns:a16="http://schemas.microsoft.com/office/drawing/2014/main" id="{AE986C90-13AC-4785-B64B-C2B53D550495}"/>
                </a:ext>
              </a:extLst>
            </p:cNvPr>
            <p:cNvSpPr/>
            <p:nvPr/>
          </p:nvSpPr>
          <p:spPr>
            <a:xfrm>
              <a:off x="11597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0" name="타원 5499">
              <a:extLst>
                <a:ext uri="{FF2B5EF4-FFF2-40B4-BE49-F238E27FC236}">
                  <a16:creationId xmlns:a16="http://schemas.microsoft.com/office/drawing/2014/main" id="{DD3A27DB-9547-4720-A409-14E941E0AD6D}"/>
                </a:ext>
              </a:extLst>
            </p:cNvPr>
            <p:cNvSpPr/>
            <p:nvPr/>
          </p:nvSpPr>
          <p:spPr>
            <a:xfrm>
              <a:off x="13121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1" name="타원 5500">
              <a:extLst>
                <a:ext uri="{FF2B5EF4-FFF2-40B4-BE49-F238E27FC236}">
                  <a16:creationId xmlns:a16="http://schemas.microsoft.com/office/drawing/2014/main" id="{5ECDD471-EF94-48B1-8A03-64F6BC18A90F}"/>
                </a:ext>
              </a:extLst>
            </p:cNvPr>
            <p:cNvSpPr/>
            <p:nvPr/>
          </p:nvSpPr>
          <p:spPr>
            <a:xfrm>
              <a:off x="14645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2" name="타원 5501">
              <a:extLst>
                <a:ext uri="{FF2B5EF4-FFF2-40B4-BE49-F238E27FC236}">
                  <a16:creationId xmlns:a16="http://schemas.microsoft.com/office/drawing/2014/main" id="{466853E1-01AE-4EEE-9C34-5D41CC094928}"/>
                </a:ext>
              </a:extLst>
            </p:cNvPr>
            <p:cNvSpPr/>
            <p:nvPr/>
          </p:nvSpPr>
          <p:spPr>
            <a:xfrm>
              <a:off x="16169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3" name="타원 5502">
              <a:extLst>
                <a:ext uri="{FF2B5EF4-FFF2-40B4-BE49-F238E27FC236}">
                  <a16:creationId xmlns:a16="http://schemas.microsoft.com/office/drawing/2014/main" id="{74E2D3E4-E8AD-4B8A-9FB4-AD221403451D}"/>
                </a:ext>
              </a:extLst>
            </p:cNvPr>
            <p:cNvSpPr/>
            <p:nvPr/>
          </p:nvSpPr>
          <p:spPr>
            <a:xfrm>
              <a:off x="17693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4" name="타원 5503">
              <a:extLst>
                <a:ext uri="{FF2B5EF4-FFF2-40B4-BE49-F238E27FC236}">
                  <a16:creationId xmlns:a16="http://schemas.microsoft.com/office/drawing/2014/main" id="{5D8CD2F6-91A8-4DAE-BD90-F2C07D8DED62}"/>
                </a:ext>
              </a:extLst>
            </p:cNvPr>
            <p:cNvSpPr/>
            <p:nvPr/>
          </p:nvSpPr>
          <p:spPr>
            <a:xfrm>
              <a:off x="19217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5" name="타원 5504">
              <a:extLst>
                <a:ext uri="{FF2B5EF4-FFF2-40B4-BE49-F238E27FC236}">
                  <a16:creationId xmlns:a16="http://schemas.microsoft.com/office/drawing/2014/main" id="{44156F47-34CE-4161-993E-1D9092096FEF}"/>
                </a:ext>
              </a:extLst>
            </p:cNvPr>
            <p:cNvSpPr/>
            <p:nvPr/>
          </p:nvSpPr>
          <p:spPr>
            <a:xfrm>
              <a:off x="20741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6" name="타원 5505">
              <a:extLst>
                <a:ext uri="{FF2B5EF4-FFF2-40B4-BE49-F238E27FC236}">
                  <a16:creationId xmlns:a16="http://schemas.microsoft.com/office/drawing/2014/main" id="{A89DDF17-4427-44C4-8381-309DEBBFD373}"/>
                </a:ext>
              </a:extLst>
            </p:cNvPr>
            <p:cNvSpPr/>
            <p:nvPr/>
          </p:nvSpPr>
          <p:spPr>
            <a:xfrm>
              <a:off x="22265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7" name="타원 5506">
              <a:extLst>
                <a:ext uri="{FF2B5EF4-FFF2-40B4-BE49-F238E27FC236}">
                  <a16:creationId xmlns:a16="http://schemas.microsoft.com/office/drawing/2014/main" id="{C3EA1133-A50C-43FC-8B9A-F20B349B435C}"/>
                </a:ext>
              </a:extLst>
            </p:cNvPr>
            <p:cNvSpPr/>
            <p:nvPr/>
          </p:nvSpPr>
          <p:spPr>
            <a:xfrm>
              <a:off x="23789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8" name="타원 5507">
              <a:extLst>
                <a:ext uri="{FF2B5EF4-FFF2-40B4-BE49-F238E27FC236}">
                  <a16:creationId xmlns:a16="http://schemas.microsoft.com/office/drawing/2014/main" id="{28DB1358-3C37-4B07-A802-B5317BF55EB5}"/>
                </a:ext>
              </a:extLst>
            </p:cNvPr>
            <p:cNvSpPr/>
            <p:nvPr/>
          </p:nvSpPr>
          <p:spPr>
            <a:xfrm>
              <a:off x="25313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09" name="타원 5508">
              <a:extLst>
                <a:ext uri="{FF2B5EF4-FFF2-40B4-BE49-F238E27FC236}">
                  <a16:creationId xmlns:a16="http://schemas.microsoft.com/office/drawing/2014/main" id="{9A26EA8B-8FE8-4D5E-8FAA-DDF472B53975}"/>
                </a:ext>
              </a:extLst>
            </p:cNvPr>
            <p:cNvSpPr/>
            <p:nvPr/>
          </p:nvSpPr>
          <p:spPr>
            <a:xfrm>
              <a:off x="26837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0" name="타원 5509">
              <a:extLst>
                <a:ext uri="{FF2B5EF4-FFF2-40B4-BE49-F238E27FC236}">
                  <a16:creationId xmlns:a16="http://schemas.microsoft.com/office/drawing/2014/main" id="{784EF7D7-37BB-440E-8A8E-C2D17A30BDD6}"/>
                </a:ext>
              </a:extLst>
            </p:cNvPr>
            <p:cNvSpPr/>
            <p:nvPr/>
          </p:nvSpPr>
          <p:spPr>
            <a:xfrm>
              <a:off x="28361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1" name="타원 5510">
              <a:extLst>
                <a:ext uri="{FF2B5EF4-FFF2-40B4-BE49-F238E27FC236}">
                  <a16:creationId xmlns:a16="http://schemas.microsoft.com/office/drawing/2014/main" id="{BABE0BDF-C823-48A6-960F-BCD424961E72}"/>
                </a:ext>
              </a:extLst>
            </p:cNvPr>
            <p:cNvSpPr/>
            <p:nvPr/>
          </p:nvSpPr>
          <p:spPr>
            <a:xfrm>
              <a:off x="29885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2" name="타원 5511">
              <a:extLst>
                <a:ext uri="{FF2B5EF4-FFF2-40B4-BE49-F238E27FC236}">
                  <a16:creationId xmlns:a16="http://schemas.microsoft.com/office/drawing/2014/main" id="{1F262D88-59CD-40A6-8E4B-297FFE046B66}"/>
                </a:ext>
              </a:extLst>
            </p:cNvPr>
            <p:cNvSpPr/>
            <p:nvPr/>
          </p:nvSpPr>
          <p:spPr>
            <a:xfrm>
              <a:off x="31409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3" name="타원 5512">
              <a:extLst>
                <a:ext uri="{FF2B5EF4-FFF2-40B4-BE49-F238E27FC236}">
                  <a16:creationId xmlns:a16="http://schemas.microsoft.com/office/drawing/2014/main" id="{FEE1B685-9214-4FBF-B5AD-8DD1878E9152}"/>
                </a:ext>
              </a:extLst>
            </p:cNvPr>
            <p:cNvSpPr/>
            <p:nvPr/>
          </p:nvSpPr>
          <p:spPr>
            <a:xfrm>
              <a:off x="32933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4" name="타원 5513">
              <a:extLst>
                <a:ext uri="{FF2B5EF4-FFF2-40B4-BE49-F238E27FC236}">
                  <a16:creationId xmlns:a16="http://schemas.microsoft.com/office/drawing/2014/main" id="{C18FC52D-79F0-43B4-896F-24FF2771F728}"/>
                </a:ext>
              </a:extLst>
            </p:cNvPr>
            <p:cNvSpPr/>
            <p:nvPr/>
          </p:nvSpPr>
          <p:spPr>
            <a:xfrm>
              <a:off x="34457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5" name="타원 5514">
              <a:extLst>
                <a:ext uri="{FF2B5EF4-FFF2-40B4-BE49-F238E27FC236}">
                  <a16:creationId xmlns:a16="http://schemas.microsoft.com/office/drawing/2014/main" id="{B3A1AF68-9514-4C47-810D-A996C87F3774}"/>
                </a:ext>
              </a:extLst>
            </p:cNvPr>
            <p:cNvSpPr/>
            <p:nvPr/>
          </p:nvSpPr>
          <p:spPr>
            <a:xfrm>
              <a:off x="35981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6" name="타원 5515">
              <a:extLst>
                <a:ext uri="{FF2B5EF4-FFF2-40B4-BE49-F238E27FC236}">
                  <a16:creationId xmlns:a16="http://schemas.microsoft.com/office/drawing/2014/main" id="{3F46598F-8D43-4E7C-82F4-96D31DD1A37D}"/>
                </a:ext>
              </a:extLst>
            </p:cNvPr>
            <p:cNvSpPr/>
            <p:nvPr/>
          </p:nvSpPr>
          <p:spPr>
            <a:xfrm>
              <a:off x="37505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7" name="타원 5516">
              <a:extLst>
                <a:ext uri="{FF2B5EF4-FFF2-40B4-BE49-F238E27FC236}">
                  <a16:creationId xmlns:a16="http://schemas.microsoft.com/office/drawing/2014/main" id="{0A368C2D-66CF-476E-A236-59582E9ED8DE}"/>
                </a:ext>
              </a:extLst>
            </p:cNvPr>
            <p:cNvSpPr/>
            <p:nvPr/>
          </p:nvSpPr>
          <p:spPr>
            <a:xfrm>
              <a:off x="39029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8" name="타원 5517">
              <a:extLst>
                <a:ext uri="{FF2B5EF4-FFF2-40B4-BE49-F238E27FC236}">
                  <a16:creationId xmlns:a16="http://schemas.microsoft.com/office/drawing/2014/main" id="{92EC8A34-24D8-4DE0-87C2-52907C7F7FE5}"/>
                </a:ext>
              </a:extLst>
            </p:cNvPr>
            <p:cNvSpPr/>
            <p:nvPr/>
          </p:nvSpPr>
          <p:spPr>
            <a:xfrm>
              <a:off x="40553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9" name="타원 5518">
              <a:extLst>
                <a:ext uri="{FF2B5EF4-FFF2-40B4-BE49-F238E27FC236}">
                  <a16:creationId xmlns:a16="http://schemas.microsoft.com/office/drawing/2014/main" id="{E7E16D6E-DFC5-4990-B219-65D00DFA4EEC}"/>
                </a:ext>
              </a:extLst>
            </p:cNvPr>
            <p:cNvSpPr/>
            <p:nvPr/>
          </p:nvSpPr>
          <p:spPr>
            <a:xfrm>
              <a:off x="42077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0" name="타원 5519">
              <a:extLst>
                <a:ext uri="{FF2B5EF4-FFF2-40B4-BE49-F238E27FC236}">
                  <a16:creationId xmlns:a16="http://schemas.microsoft.com/office/drawing/2014/main" id="{1FB08AAE-AA1E-4135-A882-C4299F61E52E}"/>
                </a:ext>
              </a:extLst>
            </p:cNvPr>
            <p:cNvSpPr/>
            <p:nvPr/>
          </p:nvSpPr>
          <p:spPr>
            <a:xfrm>
              <a:off x="43601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1" name="타원 5520">
              <a:extLst>
                <a:ext uri="{FF2B5EF4-FFF2-40B4-BE49-F238E27FC236}">
                  <a16:creationId xmlns:a16="http://schemas.microsoft.com/office/drawing/2014/main" id="{6D2264E5-EF17-43B2-9789-829D335A9582}"/>
                </a:ext>
              </a:extLst>
            </p:cNvPr>
            <p:cNvSpPr/>
            <p:nvPr/>
          </p:nvSpPr>
          <p:spPr>
            <a:xfrm>
              <a:off x="45125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2" name="타원 5521">
              <a:extLst>
                <a:ext uri="{FF2B5EF4-FFF2-40B4-BE49-F238E27FC236}">
                  <a16:creationId xmlns:a16="http://schemas.microsoft.com/office/drawing/2014/main" id="{D596F710-D3AE-4D8A-80A0-E07D2B919FD6}"/>
                </a:ext>
              </a:extLst>
            </p:cNvPr>
            <p:cNvSpPr/>
            <p:nvPr/>
          </p:nvSpPr>
          <p:spPr>
            <a:xfrm>
              <a:off x="46649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3" name="타원 5522">
              <a:extLst>
                <a:ext uri="{FF2B5EF4-FFF2-40B4-BE49-F238E27FC236}">
                  <a16:creationId xmlns:a16="http://schemas.microsoft.com/office/drawing/2014/main" id="{6C841EDC-3819-4EB1-ACE8-23841B229420}"/>
                </a:ext>
              </a:extLst>
            </p:cNvPr>
            <p:cNvSpPr/>
            <p:nvPr/>
          </p:nvSpPr>
          <p:spPr>
            <a:xfrm>
              <a:off x="48173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4" name="타원 5523">
              <a:extLst>
                <a:ext uri="{FF2B5EF4-FFF2-40B4-BE49-F238E27FC236}">
                  <a16:creationId xmlns:a16="http://schemas.microsoft.com/office/drawing/2014/main" id="{D2AFF67E-947C-44F0-94BD-772BDCC0580A}"/>
                </a:ext>
              </a:extLst>
            </p:cNvPr>
            <p:cNvSpPr/>
            <p:nvPr/>
          </p:nvSpPr>
          <p:spPr>
            <a:xfrm>
              <a:off x="49697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5" name="타원 5524">
              <a:extLst>
                <a:ext uri="{FF2B5EF4-FFF2-40B4-BE49-F238E27FC236}">
                  <a16:creationId xmlns:a16="http://schemas.microsoft.com/office/drawing/2014/main" id="{DFB146AB-CD7A-434C-ABE3-26E4CE71CE00}"/>
                </a:ext>
              </a:extLst>
            </p:cNvPr>
            <p:cNvSpPr/>
            <p:nvPr/>
          </p:nvSpPr>
          <p:spPr>
            <a:xfrm>
              <a:off x="51221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6" name="타원 5525">
              <a:extLst>
                <a:ext uri="{FF2B5EF4-FFF2-40B4-BE49-F238E27FC236}">
                  <a16:creationId xmlns:a16="http://schemas.microsoft.com/office/drawing/2014/main" id="{9E6F0963-2EC2-4280-8A83-C3B06E2D36E9}"/>
                </a:ext>
              </a:extLst>
            </p:cNvPr>
            <p:cNvSpPr/>
            <p:nvPr/>
          </p:nvSpPr>
          <p:spPr>
            <a:xfrm>
              <a:off x="52745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7" name="타원 5526">
              <a:extLst>
                <a:ext uri="{FF2B5EF4-FFF2-40B4-BE49-F238E27FC236}">
                  <a16:creationId xmlns:a16="http://schemas.microsoft.com/office/drawing/2014/main" id="{4FEA8C1F-442C-4AA9-90EC-3A23392608FE}"/>
                </a:ext>
              </a:extLst>
            </p:cNvPr>
            <p:cNvSpPr/>
            <p:nvPr/>
          </p:nvSpPr>
          <p:spPr>
            <a:xfrm>
              <a:off x="54269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8" name="타원 5527">
              <a:extLst>
                <a:ext uri="{FF2B5EF4-FFF2-40B4-BE49-F238E27FC236}">
                  <a16:creationId xmlns:a16="http://schemas.microsoft.com/office/drawing/2014/main" id="{F9F58043-5280-4879-BAAA-354577C6DAAC}"/>
                </a:ext>
              </a:extLst>
            </p:cNvPr>
            <p:cNvSpPr/>
            <p:nvPr/>
          </p:nvSpPr>
          <p:spPr>
            <a:xfrm>
              <a:off x="55793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29" name="타원 5528">
              <a:extLst>
                <a:ext uri="{FF2B5EF4-FFF2-40B4-BE49-F238E27FC236}">
                  <a16:creationId xmlns:a16="http://schemas.microsoft.com/office/drawing/2014/main" id="{7CCB211D-AA5B-480B-8791-E49BB8E1FC75}"/>
                </a:ext>
              </a:extLst>
            </p:cNvPr>
            <p:cNvSpPr/>
            <p:nvPr/>
          </p:nvSpPr>
          <p:spPr>
            <a:xfrm>
              <a:off x="5731775" y="213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0" name="타원 5529">
              <a:extLst>
                <a:ext uri="{FF2B5EF4-FFF2-40B4-BE49-F238E27FC236}">
                  <a16:creationId xmlns:a16="http://schemas.microsoft.com/office/drawing/2014/main" id="{7BB5DC99-1800-4B52-B726-96A0651B0DA9}"/>
                </a:ext>
              </a:extLst>
            </p:cNvPr>
            <p:cNvSpPr/>
            <p:nvPr/>
          </p:nvSpPr>
          <p:spPr>
            <a:xfrm>
              <a:off x="2453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1" name="타원 5530">
              <a:extLst>
                <a:ext uri="{FF2B5EF4-FFF2-40B4-BE49-F238E27FC236}">
                  <a16:creationId xmlns:a16="http://schemas.microsoft.com/office/drawing/2014/main" id="{654C80F3-02C4-459E-82FA-7AD92114475A}"/>
                </a:ext>
              </a:extLst>
            </p:cNvPr>
            <p:cNvSpPr/>
            <p:nvPr/>
          </p:nvSpPr>
          <p:spPr>
            <a:xfrm>
              <a:off x="3977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2" name="타원 5531">
              <a:extLst>
                <a:ext uri="{FF2B5EF4-FFF2-40B4-BE49-F238E27FC236}">
                  <a16:creationId xmlns:a16="http://schemas.microsoft.com/office/drawing/2014/main" id="{48E17C97-F6C2-4D6D-9BF0-2F9BB19D715F}"/>
                </a:ext>
              </a:extLst>
            </p:cNvPr>
            <p:cNvSpPr/>
            <p:nvPr/>
          </p:nvSpPr>
          <p:spPr>
            <a:xfrm>
              <a:off x="5501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3" name="타원 5532">
              <a:extLst>
                <a:ext uri="{FF2B5EF4-FFF2-40B4-BE49-F238E27FC236}">
                  <a16:creationId xmlns:a16="http://schemas.microsoft.com/office/drawing/2014/main" id="{9B153E58-A8AA-4A97-92CB-C65AD740EAEB}"/>
                </a:ext>
              </a:extLst>
            </p:cNvPr>
            <p:cNvSpPr/>
            <p:nvPr/>
          </p:nvSpPr>
          <p:spPr>
            <a:xfrm>
              <a:off x="7025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4" name="타원 5533">
              <a:extLst>
                <a:ext uri="{FF2B5EF4-FFF2-40B4-BE49-F238E27FC236}">
                  <a16:creationId xmlns:a16="http://schemas.microsoft.com/office/drawing/2014/main" id="{3C7202DE-751D-4E9D-9FE0-E95BCB2CCBF1}"/>
                </a:ext>
              </a:extLst>
            </p:cNvPr>
            <p:cNvSpPr/>
            <p:nvPr/>
          </p:nvSpPr>
          <p:spPr>
            <a:xfrm>
              <a:off x="8549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5" name="타원 5534">
              <a:extLst>
                <a:ext uri="{FF2B5EF4-FFF2-40B4-BE49-F238E27FC236}">
                  <a16:creationId xmlns:a16="http://schemas.microsoft.com/office/drawing/2014/main" id="{64D8E48A-C27A-4F3C-B69F-200749AFC0CF}"/>
                </a:ext>
              </a:extLst>
            </p:cNvPr>
            <p:cNvSpPr/>
            <p:nvPr/>
          </p:nvSpPr>
          <p:spPr>
            <a:xfrm>
              <a:off x="10073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6" name="타원 5535">
              <a:extLst>
                <a:ext uri="{FF2B5EF4-FFF2-40B4-BE49-F238E27FC236}">
                  <a16:creationId xmlns:a16="http://schemas.microsoft.com/office/drawing/2014/main" id="{D2C243EA-4B51-43FE-B947-ABE877957A69}"/>
                </a:ext>
              </a:extLst>
            </p:cNvPr>
            <p:cNvSpPr/>
            <p:nvPr/>
          </p:nvSpPr>
          <p:spPr>
            <a:xfrm>
              <a:off x="11597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7" name="타원 5536">
              <a:extLst>
                <a:ext uri="{FF2B5EF4-FFF2-40B4-BE49-F238E27FC236}">
                  <a16:creationId xmlns:a16="http://schemas.microsoft.com/office/drawing/2014/main" id="{C2DD1E86-CA5F-4D23-8E31-EB185EAA9E57}"/>
                </a:ext>
              </a:extLst>
            </p:cNvPr>
            <p:cNvSpPr/>
            <p:nvPr/>
          </p:nvSpPr>
          <p:spPr>
            <a:xfrm>
              <a:off x="13121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8" name="타원 5537">
              <a:extLst>
                <a:ext uri="{FF2B5EF4-FFF2-40B4-BE49-F238E27FC236}">
                  <a16:creationId xmlns:a16="http://schemas.microsoft.com/office/drawing/2014/main" id="{3BE67D22-6F14-444B-982D-72E97787E256}"/>
                </a:ext>
              </a:extLst>
            </p:cNvPr>
            <p:cNvSpPr/>
            <p:nvPr/>
          </p:nvSpPr>
          <p:spPr>
            <a:xfrm>
              <a:off x="14645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39" name="타원 5538">
              <a:extLst>
                <a:ext uri="{FF2B5EF4-FFF2-40B4-BE49-F238E27FC236}">
                  <a16:creationId xmlns:a16="http://schemas.microsoft.com/office/drawing/2014/main" id="{A6C78344-0B74-4554-BA1E-446555677F80}"/>
                </a:ext>
              </a:extLst>
            </p:cNvPr>
            <p:cNvSpPr/>
            <p:nvPr/>
          </p:nvSpPr>
          <p:spPr>
            <a:xfrm>
              <a:off x="16169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0" name="타원 5539">
              <a:extLst>
                <a:ext uri="{FF2B5EF4-FFF2-40B4-BE49-F238E27FC236}">
                  <a16:creationId xmlns:a16="http://schemas.microsoft.com/office/drawing/2014/main" id="{0E350777-F154-44EE-AC60-B50E6EC3649F}"/>
                </a:ext>
              </a:extLst>
            </p:cNvPr>
            <p:cNvSpPr/>
            <p:nvPr/>
          </p:nvSpPr>
          <p:spPr>
            <a:xfrm>
              <a:off x="17693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1" name="타원 5540">
              <a:extLst>
                <a:ext uri="{FF2B5EF4-FFF2-40B4-BE49-F238E27FC236}">
                  <a16:creationId xmlns:a16="http://schemas.microsoft.com/office/drawing/2014/main" id="{60CDFD43-D9DC-4D76-A668-5A6160FD906F}"/>
                </a:ext>
              </a:extLst>
            </p:cNvPr>
            <p:cNvSpPr/>
            <p:nvPr/>
          </p:nvSpPr>
          <p:spPr>
            <a:xfrm>
              <a:off x="19217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2" name="타원 5541">
              <a:extLst>
                <a:ext uri="{FF2B5EF4-FFF2-40B4-BE49-F238E27FC236}">
                  <a16:creationId xmlns:a16="http://schemas.microsoft.com/office/drawing/2014/main" id="{D1E0CF6F-5989-44A1-A801-BD89BD5778DF}"/>
                </a:ext>
              </a:extLst>
            </p:cNvPr>
            <p:cNvSpPr/>
            <p:nvPr/>
          </p:nvSpPr>
          <p:spPr>
            <a:xfrm>
              <a:off x="20741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3" name="타원 5542">
              <a:extLst>
                <a:ext uri="{FF2B5EF4-FFF2-40B4-BE49-F238E27FC236}">
                  <a16:creationId xmlns:a16="http://schemas.microsoft.com/office/drawing/2014/main" id="{5CEC834F-5088-4108-BF45-AE192C646ADE}"/>
                </a:ext>
              </a:extLst>
            </p:cNvPr>
            <p:cNvSpPr/>
            <p:nvPr/>
          </p:nvSpPr>
          <p:spPr>
            <a:xfrm>
              <a:off x="22265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4" name="타원 5543">
              <a:extLst>
                <a:ext uri="{FF2B5EF4-FFF2-40B4-BE49-F238E27FC236}">
                  <a16:creationId xmlns:a16="http://schemas.microsoft.com/office/drawing/2014/main" id="{570D4D99-78EC-4A3B-8991-D03C684C80DC}"/>
                </a:ext>
              </a:extLst>
            </p:cNvPr>
            <p:cNvSpPr/>
            <p:nvPr/>
          </p:nvSpPr>
          <p:spPr>
            <a:xfrm>
              <a:off x="23789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5" name="타원 5544">
              <a:extLst>
                <a:ext uri="{FF2B5EF4-FFF2-40B4-BE49-F238E27FC236}">
                  <a16:creationId xmlns:a16="http://schemas.microsoft.com/office/drawing/2014/main" id="{B20E3E7A-F2B6-4D4D-829A-DE3885BB3836}"/>
                </a:ext>
              </a:extLst>
            </p:cNvPr>
            <p:cNvSpPr/>
            <p:nvPr/>
          </p:nvSpPr>
          <p:spPr>
            <a:xfrm>
              <a:off x="25313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6" name="타원 5545">
              <a:extLst>
                <a:ext uri="{FF2B5EF4-FFF2-40B4-BE49-F238E27FC236}">
                  <a16:creationId xmlns:a16="http://schemas.microsoft.com/office/drawing/2014/main" id="{1C2C6397-B749-4C0C-BF0A-2AB2016F34A1}"/>
                </a:ext>
              </a:extLst>
            </p:cNvPr>
            <p:cNvSpPr/>
            <p:nvPr/>
          </p:nvSpPr>
          <p:spPr>
            <a:xfrm>
              <a:off x="26837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7" name="타원 5546">
              <a:extLst>
                <a:ext uri="{FF2B5EF4-FFF2-40B4-BE49-F238E27FC236}">
                  <a16:creationId xmlns:a16="http://schemas.microsoft.com/office/drawing/2014/main" id="{7D25113A-5036-4A0F-BB54-92D215036161}"/>
                </a:ext>
              </a:extLst>
            </p:cNvPr>
            <p:cNvSpPr/>
            <p:nvPr/>
          </p:nvSpPr>
          <p:spPr>
            <a:xfrm>
              <a:off x="28361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8" name="타원 5547">
              <a:extLst>
                <a:ext uri="{FF2B5EF4-FFF2-40B4-BE49-F238E27FC236}">
                  <a16:creationId xmlns:a16="http://schemas.microsoft.com/office/drawing/2014/main" id="{192D21EE-916E-4083-ADAF-333606776789}"/>
                </a:ext>
              </a:extLst>
            </p:cNvPr>
            <p:cNvSpPr/>
            <p:nvPr/>
          </p:nvSpPr>
          <p:spPr>
            <a:xfrm>
              <a:off x="29885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49" name="타원 5548">
              <a:extLst>
                <a:ext uri="{FF2B5EF4-FFF2-40B4-BE49-F238E27FC236}">
                  <a16:creationId xmlns:a16="http://schemas.microsoft.com/office/drawing/2014/main" id="{2C05B5EF-6249-4236-AD25-301AF9112D52}"/>
                </a:ext>
              </a:extLst>
            </p:cNvPr>
            <p:cNvSpPr/>
            <p:nvPr/>
          </p:nvSpPr>
          <p:spPr>
            <a:xfrm>
              <a:off x="31409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0" name="타원 5549">
              <a:extLst>
                <a:ext uri="{FF2B5EF4-FFF2-40B4-BE49-F238E27FC236}">
                  <a16:creationId xmlns:a16="http://schemas.microsoft.com/office/drawing/2014/main" id="{58D2EF58-7FF9-47D9-8015-A83A4806677B}"/>
                </a:ext>
              </a:extLst>
            </p:cNvPr>
            <p:cNvSpPr/>
            <p:nvPr/>
          </p:nvSpPr>
          <p:spPr>
            <a:xfrm>
              <a:off x="32933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1" name="타원 5550">
              <a:extLst>
                <a:ext uri="{FF2B5EF4-FFF2-40B4-BE49-F238E27FC236}">
                  <a16:creationId xmlns:a16="http://schemas.microsoft.com/office/drawing/2014/main" id="{80544483-35D4-4BBB-90BA-DE37320BF64C}"/>
                </a:ext>
              </a:extLst>
            </p:cNvPr>
            <p:cNvSpPr/>
            <p:nvPr/>
          </p:nvSpPr>
          <p:spPr>
            <a:xfrm>
              <a:off x="34457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2" name="타원 5551">
              <a:extLst>
                <a:ext uri="{FF2B5EF4-FFF2-40B4-BE49-F238E27FC236}">
                  <a16:creationId xmlns:a16="http://schemas.microsoft.com/office/drawing/2014/main" id="{957E3F8A-9224-4FDF-B112-4B9406B8F3AA}"/>
                </a:ext>
              </a:extLst>
            </p:cNvPr>
            <p:cNvSpPr/>
            <p:nvPr/>
          </p:nvSpPr>
          <p:spPr>
            <a:xfrm>
              <a:off x="35981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3" name="타원 5552">
              <a:extLst>
                <a:ext uri="{FF2B5EF4-FFF2-40B4-BE49-F238E27FC236}">
                  <a16:creationId xmlns:a16="http://schemas.microsoft.com/office/drawing/2014/main" id="{B6568679-FBE6-4F5C-8EF7-E89CFC62F6AB}"/>
                </a:ext>
              </a:extLst>
            </p:cNvPr>
            <p:cNvSpPr/>
            <p:nvPr/>
          </p:nvSpPr>
          <p:spPr>
            <a:xfrm>
              <a:off x="37505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4" name="타원 5553">
              <a:extLst>
                <a:ext uri="{FF2B5EF4-FFF2-40B4-BE49-F238E27FC236}">
                  <a16:creationId xmlns:a16="http://schemas.microsoft.com/office/drawing/2014/main" id="{D470098B-2CFC-4095-B08F-23BB7C80E7FE}"/>
                </a:ext>
              </a:extLst>
            </p:cNvPr>
            <p:cNvSpPr/>
            <p:nvPr/>
          </p:nvSpPr>
          <p:spPr>
            <a:xfrm>
              <a:off x="39029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5" name="타원 5554">
              <a:extLst>
                <a:ext uri="{FF2B5EF4-FFF2-40B4-BE49-F238E27FC236}">
                  <a16:creationId xmlns:a16="http://schemas.microsoft.com/office/drawing/2014/main" id="{6541BB04-89B3-4FC6-A188-DFB6EAB0F1A1}"/>
                </a:ext>
              </a:extLst>
            </p:cNvPr>
            <p:cNvSpPr/>
            <p:nvPr/>
          </p:nvSpPr>
          <p:spPr>
            <a:xfrm>
              <a:off x="40553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6" name="타원 5555">
              <a:extLst>
                <a:ext uri="{FF2B5EF4-FFF2-40B4-BE49-F238E27FC236}">
                  <a16:creationId xmlns:a16="http://schemas.microsoft.com/office/drawing/2014/main" id="{115ECACB-6F6E-4F9D-B65E-9D45E3A256DE}"/>
                </a:ext>
              </a:extLst>
            </p:cNvPr>
            <p:cNvSpPr/>
            <p:nvPr/>
          </p:nvSpPr>
          <p:spPr>
            <a:xfrm>
              <a:off x="42077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7" name="타원 5556">
              <a:extLst>
                <a:ext uri="{FF2B5EF4-FFF2-40B4-BE49-F238E27FC236}">
                  <a16:creationId xmlns:a16="http://schemas.microsoft.com/office/drawing/2014/main" id="{7370E270-8243-4A59-8D44-E9537E290181}"/>
                </a:ext>
              </a:extLst>
            </p:cNvPr>
            <p:cNvSpPr/>
            <p:nvPr/>
          </p:nvSpPr>
          <p:spPr>
            <a:xfrm>
              <a:off x="43601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8" name="타원 5557">
              <a:extLst>
                <a:ext uri="{FF2B5EF4-FFF2-40B4-BE49-F238E27FC236}">
                  <a16:creationId xmlns:a16="http://schemas.microsoft.com/office/drawing/2014/main" id="{A9747C2C-B7CC-4022-9315-A05F098AFFFA}"/>
                </a:ext>
              </a:extLst>
            </p:cNvPr>
            <p:cNvSpPr/>
            <p:nvPr/>
          </p:nvSpPr>
          <p:spPr>
            <a:xfrm>
              <a:off x="45125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59" name="타원 5558">
              <a:extLst>
                <a:ext uri="{FF2B5EF4-FFF2-40B4-BE49-F238E27FC236}">
                  <a16:creationId xmlns:a16="http://schemas.microsoft.com/office/drawing/2014/main" id="{43F6656A-CA76-4442-AA42-4DD3F2BAD626}"/>
                </a:ext>
              </a:extLst>
            </p:cNvPr>
            <p:cNvSpPr/>
            <p:nvPr/>
          </p:nvSpPr>
          <p:spPr>
            <a:xfrm>
              <a:off x="46649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0" name="타원 5559">
              <a:extLst>
                <a:ext uri="{FF2B5EF4-FFF2-40B4-BE49-F238E27FC236}">
                  <a16:creationId xmlns:a16="http://schemas.microsoft.com/office/drawing/2014/main" id="{E2023787-6B69-43AA-BEF4-2633D4A13810}"/>
                </a:ext>
              </a:extLst>
            </p:cNvPr>
            <p:cNvSpPr/>
            <p:nvPr/>
          </p:nvSpPr>
          <p:spPr>
            <a:xfrm>
              <a:off x="48173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1" name="타원 5560">
              <a:extLst>
                <a:ext uri="{FF2B5EF4-FFF2-40B4-BE49-F238E27FC236}">
                  <a16:creationId xmlns:a16="http://schemas.microsoft.com/office/drawing/2014/main" id="{0EE9DFDD-3591-49CA-AE9E-CB30CC279266}"/>
                </a:ext>
              </a:extLst>
            </p:cNvPr>
            <p:cNvSpPr/>
            <p:nvPr/>
          </p:nvSpPr>
          <p:spPr>
            <a:xfrm>
              <a:off x="49697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2" name="타원 5561">
              <a:extLst>
                <a:ext uri="{FF2B5EF4-FFF2-40B4-BE49-F238E27FC236}">
                  <a16:creationId xmlns:a16="http://schemas.microsoft.com/office/drawing/2014/main" id="{BBD2C365-1AD2-4275-8AAE-6C419328D1D7}"/>
                </a:ext>
              </a:extLst>
            </p:cNvPr>
            <p:cNvSpPr/>
            <p:nvPr/>
          </p:nvSpPr>
          <p:spPr>
            <a:xfrm>
              <a:off x="51221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3" name="타원 5562">
              <a:extLst>
                <a:ext uri="{FF2B5EF4-FFF2-40B4-BE49-F238E27FC236}">
                  <a16:creationId xmlns:a16="http://schemas.microsoft.com/office/drawing/2014/main" id="{EB739325-25A7-42F5-890C-C3F0126D0ED0}"/>
                </a:ext>
              </a:extLst>
            </p:cNvPr>
            <p:cNvSpPr/>
            <p:nvPr/>
          </p:nvSpPr>
          <p:spPr>
            <a:xfrm>
              <a:off x="52745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4" name="타원 5563">
              <a:extLst>
                <a:ext uri="{FF2B5EF4-FFF2-40B4-BE49-F238E27FC236}">
                  <a16:creationId xmlns:a16="http://schemas.microsoft.com/office/drawing/2014/main" id="{24EAFE47-1048-4E27-850A-ABC3F0BA57DB}"/>
                </a:ext>
              </a:extLst>
            </p:cNvPr>
            <p:cNvSpPr/>
            <p:nvPr/>
          </p:nvSpPr>
          <p:spPr>
            <a:xfrm>
              <a:off x="54269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5" name="타원 5564">
              <a:extLst>
                <a:ext uri="{FF2B5EF4-FFF2-40B4-BE49-F238E27FC236}">
                  <a16:creationId xmlns:a16="http://schemas.microsoft.com/office/drawing/2014/main" id="{0033A6B0-2DBB-4387-9D5D-CFDA2966805B}"/>
                </a:ext>
              </a:extLst>
            </p:cNvPr>
            <p:cNvSpPr/>
            <p:nvPr/>
          </p:nvSpPr>
          <p:spPr>
            <a:xfrm>
              <a:off x="55793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6" name="타원 5565">
              <a:extLst>
                <a:ext uri="{FF2B5EF4-FFF2-40B4-BE49-F238E27FC236}">
                  <a16:creationId xmlns:a16="http://schemas.microsoft.com/office/drawing/2014/main" id="{54562780-9389-4433-A98D-4074FE67F286}"/>
                </a:ext>
              </a:extLst>
            </p:cNvPr>
            <p:cNvSpPr/>
            <p:nvPr/>
          </p:nvSpPr>
          <p:spPr>
            <a:xfrm>
              <a:off x="5731775" y="228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7" name="타원 5566">
              <a:extLst>
                <a:ext uri="{FF2B5EF4-FFF2-40B4-BE49-F238E27FC236}">
                  <a16:creationId xmlns:a16="http://schemas.microsoft.com/office/drawing/2014/main" id="{D9FE71D3-9614-4C31-8796-25B4A2219F93}"/>
                </a:ext>
              </a:extLst>
            </p:cNvPr>
            <p:cNvSpPr/>
            <p:nvPr/>
          </p:nvSpPr>
          <p:spPr>
            <a:xfrm>
              <a:off x="2453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8" name="타원 5567">
              <a:extLst>
                <a:ext uri="{FF2B5EF4-FFF2-40B4-BE49-F238E27FC236}">
                  <a16:creationId xmlns:a16="http://schemas.microsoft.com/office/drawing/2014/main" id="{8A4848C7-B6DD-42E1-82A5-CAFC419C23F2}"/>
                </a:ext>
              </a:extLst>
            </p:cNvPr>
            <p:cNvSpPr/>
            <p:nvPr/>
          </p:nvSpPr>
          <p:spPr>
            <a:xfrm>
              <a:off x="3977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69" name="타원 5568">
              <a:extLst>
                <a:ext uri="{FF2B5EF4-FFF2-40B4-BE49-F238E27FC236}">
                  <a16:creationId xmlns:a16="http://schemas.microsoft.com/office/drawing/2014/main" id="{10A526CE-999B-45CE-9391-A250CE8E02FB}"/>
                </a:ext>
              </a:extLst>
            </p:cNvPr>
            <p:cNvSpPr/>
            <p:nvPr/>
          </p:nvSpPr>
          <p:spPr>
            <a:xfrm>
              <a:off x="5501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0" name="타원 5569">
              <a:extLst>
                <a:ext uri="{FF2B5EF4-FFF2-40B4-BE49-F238E27FC236}">
                  <a16:creationId xmlns:a16="http://schemas.microsoft.com/office/drawing/2014/main" id="{83E6726D-07CD-4C24-8F73-9919690DAB14}"/>
                </a:ext>
              </a:extLst>
            </p:cNvPr>
            <p:cNvSpPr/>
            <p:nvPr/>
          </p:nvSpPr>
          <p:spPr>
            <a:xfrm>
              <a:off x="7025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1" name="타원 5570">
              <a:extLst>
                <a:ext uri="{FF2B5EF4-FFF2-40B4-BE49-F238E27FC236}">
                  <a16:creationId xmlns:a16="http://schemas.microsoft.com/office/drawing/2014/main" id="{BDED4AFA-792F-4CB9-82EF-0F5088EB2F80}"/>
                </a:ext>
              </a:extLst>
            </p:cNvPr>
            <p:cNvSpPr/>
            <p:nvPr/>
          </p:nvSpPr>
          <p:spPr>
            <a:xfrm>
              <a:off x="8549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2" name="타원 5571">
              <a:extLst>
                <a:ext uri="{FF2B5EF4-FFF2-40B4-BE49-F238E27FC236}">
                  <a16:creationId xmlns:a16="http://schemas.microsoft.com/office/drawing/2014/main" id="{15371201-77E5-412B-B032-2FAF3614A4E3}"/>
                </a:ext>
              </a:extLst>
            </p:cNvPr>
            <p:cNvSpPr/>
            <p:nvPr/>
          </p:nvSpPr>
          <p:spPr>
            <a:xfrm>
              <a:off x="10073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3" name="타원 5572">
              <a:extLst>
                <a:ext uri="{FF2B5EF4-FFF2-40B4-BE49-F238E27FC236}">
                  <a16:creationId xmlns:a16="http://schemas.microsoft.com/office/drawing/2014/main" id="{E99A1109-B6A8-41A5-BBB8-BF3459F6E704}"/>
                </a:ext>
              </a:extLst>
            </p:cNvPr>
            <p:cNvSpPr/>
            <p:nvPr/>
          </p:nvSpPr>
          <p:spPr>
            <a:xfrm>
              <a:off x="11597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4" name="타원 5573">
              <a:extLst>
                <a:ext uri="{FF2B5EF4-FFF2-40B4-BE49-F238E27FC236}">
                  <a16:creationId xmlns:a16="http://schemas.microsoft.com/office/drawing/2014/main" id="{156A3B99-EA84-4A8D-B84E-1C22DF802044}"/>
                </a:ext>
              </a:extLst>
            </p:cNvPr>
            <p:cNvSpPr/>
            <p:nvPr/>
          </p:nvSpPr>
          <p:spPr>
            <a:xfrm>
              <a:off x="13121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5" name="타원 5574">
              <a:extLst>
                <a:ext uri="{FF2B5EF4-FFF2-40B4-BE49-F238E27FC236}">
                  <a16:creationId xmlns:a16="http://schemas.microsoft.com/office/drawing/2014/main" id="{07C3C7D4-8228-4D50-8D51-B5C0E2ADCAE9}"/>
                </a:ext>
              </a:extLst>
            </p:cNvPr>
            <p:cNvSpPr/>
            <p:nvPr/>
          </p:nvSpPr>
          <p:spPr>
            <a:xfrm>
              <a:off x="14645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6" name="타원 5575">
              <a:extLst>
                <a:ext uri="{FF2B5EF4-FFF2-40B4-BE49-F238E27FC236}">
                  <a16:creationId xmlns:a16="http://schemas.microsoft.com/office/drawing/2014/main" id="{550E5B4D-1CCF-466C-AC01-D11B19896CE0}"/>
                </a:ext>
              </a:extLst>
            </p:cNvPr>
            <p:cNvSpPr/>
            <p:nvPr/>
          </p:nvSpPr>
          <p:spPr>
            <a:xfrm>
              <a:off x="16169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7" name="타원 5576">
              <a:extLst>
                <a:ext uri="{FF2B5EF4-FFF2-40B4-BE49-F238E27FC236}">
                  <a16:creationId xmlns:a16="http://schemas.microsoft.com/office/drawing/2014/main" id="{6B387D9F-2332-481D-BFBD-8BDB18CE2DBC}"/>
                </a:ext>
              </a:extLst>
            </p:cNvPr>
            <p:cNvSpPr/>
            <p:nvPr/>
          </p:nvSpPr>
          <p:spPr>
            <a:xfrm>
              <a:off x="17693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8" name="타원 5577">
              <a:extLst>
                <a:ext uri="{FF2B5EF4-FFF2-40B4-BE49-F238E27FC236}">
                  <a16:creationId xmlns:a16="http://schemas.microsoft.com/office/drawing/2014/main" id="{BD348F6F-161C-4BEC-A149-5D7DAC9FF80A}"/>
                </a:ext>
              </a:extLst>
            </p:cNvPr>
            <p:cNvSpPr/>
            <p:nvPr/>
          </p:nvSpPr>
          <p:spPr>
            <a:xfrm>
              <a:off x="19217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79" name="타원 5578">
              <a:extLst>
                <a:ext uri="{FF2B5EF4-FFF2-40B4-BE49-F238E27FC236}">
                  <a16:creationId xmlns:a16="http://schemas.microsoft.com/office/drawing/2014/main" id="{9B86B1FD-8EBD-4878-98F6-3FD7953C3B6D}"/>
                </a:ext>
              </a:extLst>
            </p:cNvPr>
            <p:cNvSpPr/>
            <p:nvPr/>
          </p:nvSpPr>
          <p:spPr>
            <a:xfrm>
              <a:off x="20741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0" name="타원 5579">
              <a:extLst>
                <a:ext uri="{FF2B5EF4-FFF2-40B4-BE49-F238E27FC236}">
                  <a16:creationId xmlns:a16="http://schemas.microsoft.com/office/drawing/2014/main" id="{99148FA8-5219-4D4A-9FED-BD79D9C75BB1}"/>
                </a:ext>
              </a:extLst>
            </p:cNvPr>
            <p:cNvSpPr/>
            <p:nvPr/>
          </p:nvSpPr>
          <p:spPr>
            <a:xfrm>
              <a:off x="22265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1" name="타원 5580">
              <a:extLst>
                <a:ext uri="{FF2B5EF4-FFF2-40B4-BE49-F238E27FC236}">
                  <a16:creationId xmlns:a16="http://schemas.microsoft.com/office/drawing/2014/main" id="{AF8EB1B1-445F-4724-81F3-303E1981FAA4}"/>
                </a:ext>
              </a:extLst>
            </p:cNvPr>
            <p:cNvSpPr/>
            <p:nvPr/>
          </p:nvSpPr>
          <p:spPr>
            <a:xfrm>
              <a:off x="23789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2" name="타원 5581">
              <a:extLst>
                <a:ext uri="{FF2B5EF4-FFF2-40B4-BE49-F238E27FC236}">
                  <a16:creationId xmlns:a16="http://schemas.microsoft.com/office/drawing/2014/main" id="{29B297AF-F279-4A04-B8A9-8E7A715F35A2}"/>
                </a:ext>
              </a:extLst>
            </p:cNvPr>
            <p:cNvSpPr/>
            <p:nvPr/>
          </p:nvSpPr>
          <p:spPr>
            <a:xfrm>
              <a:off x="25313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3" name="타원 5582">
              <a:extLst>
                <a:ext uri="{FF2B5EF4-FFF2-40B4-BE49-F238E27FC236}">
                  <a16:creationId xmlns:a16="http://schemas.microsoft.com/office/drawing/2014/main" id="{D435AA4A-944F-4D8B-BDB9-7DAEB2CFF819}"/>
                </a:ext>
              </a:extLst>
            </p:cNvPr>
            <p:cNvSpPr/>
            <p:nvPr/>
          </p:nvSpPr>
          <p:spPr>
            <a:xfrm>
              <a:off x="26837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4" name="타원 5583">
              <a:extLst>
                <a:ext uri="{FF2B5EF4-FFF2-40B4-BE49-F238E27FC236}">
                  <a16:creationId xmlns:a16="http://schemas.microsoft.com/office/drawing/2014/main" id="{C2336814-DCEF-4607-B5A6-7681D30D608B}"/>
                </a:ext>
              </a:extLst>
            </p:cNvPr>
            <p:cNvSpPr/>
            <p:nvPr/>
          </p:nvSpPr>
          <p:spPr>
            <a:xfrm>
              <a:off x="28361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5" name="타원 5584">
              <a:extLst>
                <a:ext uri="{FF2B5EF4-FFF2-40B4-BE49-F238E27FC236}">
                  <a16:creationId xmlns:a16="http://schemas.microsoft.com/office/drawing/2014/main" id="{237AAB48-8C4B-451D-B940-C96A11D3B48B}"/>
                </a:ext>
              </a:extLst>
            </p:cNvPr>
            <p:cNvSpPr/>
            <p:nvPr/>
          </p:nvSpPr>
          <p:spPr>
            <a:xfrm>
              <a:off x="29885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6" name="타원 5585">
              <a:extLst>
                <a:ext uri="{FF2B5EF4-FFF2-40B4-BE49-F238E27FC236}">
                  <a16:creationId xmlns:a16="http://schemas.microsoft.com/office/drawing/2014/main" id="{CADC3C42-2304-45E0-9159-DDAB24F8DEA2}"/>
                </a:ext>
              </a:extLst>
            </p:cNvPr>
            <p:cNvSpPr/>
            <p:nvPr/>
          </p:nvSpPr>
          <p:spPr>
            <a:xfrm>
              <a:off x="31409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7" name="타원 5586">
              <a:extLst>
                <a:ext uri="{FF2B5EF4-FFF2-40B4-BE49-F238E27FC236}">
                  <a16:creationId xmlns:a16="http://schemas.microsoft.com/office/drawing/2014/main" id="{CE561D42-DA12-456B-8182-92FCB4F8B360}"/>
                </a:ext>
              </a:extLst>
            </p:cNvPr>
            <p:cNvSpPr/>
            <p:nvPr/>
          </p:nvSpPr>
          <p:spPr>
            <a:xfrm>
              <a:off x="32933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8" name="타원 5587">
              <a:extLst>
                <a:ext uri="{FF2B5EF4-FFF2-40B4-BE49-F238E27FC236}">
                  <a16:creationId xmlns:a16="http://schemas.microsoft.com/office/drawing/2014/main" id="{E76F4668-D894-4E1A-A0C0-400AEEB64E18}"/>
                </a:ext>
              </a:extLst>
            </p:cNvPr>
            <p:cNvSpPr/>
            <p:nvPr/>
          </p:nvSpPr>
          <p:spPr>
            <a:xfrm>
              <a:off x="34457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89" name="타원 5588">
              <a:extLst>
                <a:ext uri="{FF2B5EF4-FFF2-40B4-BE49-F238E27FC236}">
                  <a16:creationId xmlns:a16="http://schemas.microsoft.com/office/drawing/2014/main" id="{2F839BE1-9301-4FD3-9F44-412BDC043A73}"/>
                </a:ext>
              </a:extLst>
            </p:cNvPr>
            <p:cNvSpPr/>
            <p:nvPr/>
          </p:nvSpPr>
          <p:spPr>
            <a:xfrm>
              <a:off x="35981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0" name="타원 5589">
              <a:extLst>
                <a:ext uri="{FF2B5EF4-FFF2-40B4-BE49-F238E27FC236}">
                  <a16:creationId xmlns:a16="http://schemas.microsoft.com/office/drawing/2014/main" id="{E7A25B4E-94C9-4F28-9F89-03F04ECF5266}"/>
                </a:ext>
              </a:extLst>
            </p:cNvPr>
            <p:cNvSpPr/>
            <p:nvPr/>
          </p:nvSpPr>
          <p:spPr>
            <a:xfrm>
              <a:off x="37505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1" name="타원 5590">
              <a:extLst>
                <a:ext uri="{FF2B5EF4-FFF2-40B4-BE49-F238E27FC236}">
                  <a16:creationId xmlns:a16="http://schemas.microsoft.com/office/drawing/2014/main" id="{25CEF518-7B28-40FF-AD93-88BF068C8F0C}"/>
                </a:ext>
              </a:extLst>
            </p:cNvPr>
            <p:cNvSpPr/>
            <p:nvPr/>
          </p:nvSpPr>
          <p:spPr>
            <a:xfrm>
              <a:off x="39029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2" name="타원 5591">
              <a:extLst>
                <a:ext uri="{FF2B5EF4-FFF2-40B4-BE49-F238E27FC236}">
                  <a16:creationId xmlns:a16="http://schemas.microsoft.com/office/drawing/2014/main" id="{2F7441FB-DBD5-4B36-982D-CCC75FF6E24D}"/>
                </a:ext>
              </a:extLst>
            </p:cNvPr>
            <p:cNvSpPr/>
            <p:nvPr/>
          </p:nvSpPr>
          <p:spPr>
            <a:xfrm>
              <a:off x="40553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3" name="타원 5592">
              <a:extLst>
                <a:ext uri="{FF2B5EF4-FFF2-40B4-BE49-F238E27FC236}">
                  <a16:creationId xmlns:a16="http://schemas.microsoft.com/office/drawing/2014/main" id="{DF5A9220-C192-473A-B80C-0873B1D5B64D}"/>
                </a:ext>
              </a:extLst>
            </p:cNvPr>
            <p:cNvSpPr/>
            <p:nvPr/>
          </p:nvSpPr>
          <p:spPr>
            <a:xfrm>
              <a:off x="42077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4" name="타원 5593">
              <a:extLst>
                <a:ext uri="{FF2B5EF4-FFF2-40B4-BE49-F238E27FC236}">
                  <a16:creationId xmlns:a16="http://schemas.microsoft.com/office/drawing/2014/main" id="{E74BEB4F-86E1-4E81-9EBB-C66B5E1E911C}"/>
                </a:ext>
              </a:extLst>
            </p:cNvPr>
            <p:cNvSpPr/>
            <p:nvPr/>
          </p:nvSpPr>
          <p:spPr>
            <a:xfrm>
              <a:off x="43601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5" name="타원 5594">
              <a:extLst>
                <a:ext uri="{FF2B5EF4-FFF2-40B4-BE49-F238E27FC236}">
                  <a16:creationId xmlns:a16="http://schemas.microsoft.com/office/drawing/2014/main" id="{4EB443F4-4BB6-4166-A56C-E1B65E08F5B2}"/>
                </a:ext>
              </a:extLst>
            </p:cNvPr>
            <p:cNvSpPr/>
            <p:nvPr/>
          </p:nvSpPr>
          <p:spPr>
            <a:xfrm>
              <a:off x="45125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6" name="타원 5595">
              <a:extLst>
                <a:ext uri="{FF2B5EF4-FFF2-40B4-BE49-F238E27FC236}">
                  <a16:creationId xmlns:a16="http://schemas.microsoft.com/office/drawing/2014/main" id="{17267451-F833-43AB-BB59-A877E43986E9}"/>
                </a:ext>
              </a:extLst>
            </p:cNvPr>
            <p:cNvSpPr/>
            <p:nvPr/>
          </p:nvSpPr>
          <p:spPr>
            <a:xfrm>
              <a:off x="46649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7" name="타원 5596">
              <a:extLst>
                <a:ext uri="{FF2B5EF4-FFF2-40B4-BE49-F238E27FC236}">
                  <a16:creationId xmlns:a16="http://schemas.microsoft.com/office/drawing/2014/main" id="{95E4309C-FF01-46BF-B404-6EFA9848E7DB}"/>
                </a:ext>
              </a:extLst>
            </p:cNvPr>
            <p:cNvSpPr/>
            <p:nvPr/>
          </p:nvSpPr>
          <p:spPr>
            <a:xfrm>
              <a:off x="48173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8" name="타원 5597">
              <a:extLst>
                <a:ext uri="{FF2B5EF4-FFF2-40B4-BE49-F238E27FC236}">
                  <a16:creationId xmlns:a16="http://schemas.microsoft.com/office/drawing/2014/main" id="{A43DCBAC-5459-448B-8F5D-655ED52F8E0B}"/>
                </a:ext>
              </a:extLst>
            </p:cNvPr>
            <p:cNvSpPr/>
            <p:nvPr/>
          </p:nvSpPr>
          <p:spPr>
            <a:xfrm>
              <a:off x="49697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99" name="타원 5598">
              <a:extLst>
                <a:ext uri="{FF2B5EF4-FFF2-40B4-BE49-F238E27FC236}">
                  <a16:creationId xmlns:a16="http://schemas.microsoft.com/office/drawing/2014/main" id="{F4AFAAC6-6904-4695-8F2A-26AC1D64CD50}"/>
                </a:ext>
              </a:extLst>
            </p:cNvPr>
            <p:cNvSpPr/>
            <p:nvPr/>
          </p:nvSpPr>
          <p:spPr>
            <a:xfrm>
              <a:off x="51221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0" name="타원 5599">
              <a:extLst>
                <a:ext uri="{FF2B5EF4-FFF2-40B4-BE49-F238E27FC236}">
                  <a16:creationId xmlns:a16="http://schemas.microsoft.com/office/drawing/2014/main" id="{7A8CA90F-2849-4B4A-8631-771857EE8591}"/>
                </a:ext>
              </a:extLst>
            </p:cNvPr>
            <p:cNvSpPr/>
            <p:nvPr/>
          </p:nvSpPr>
          <p:spPr>
            <a:xfrm>
              <a:off x="52745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1" name="타원 5600">
              <a:extLst>
                <a:ext uri="{FF2B5EF4-FFF2-40B4-BE49-F238E27FC236}">
                  <a16:creationId xmlns:a16="http://schemas.microsoft.com/office/drawing/2014/main" id="{4D31C9D4-9997-42C7-8A79-4D09840A57BB}"/>
                </a:ext>
              </a:extLst>
            </p:cNvPr>
            <p:cNvSpPr/>
            <p:nvPr/>
          </p:nvSpPr>
          <p:spPr>
            <a:xfrm>
              <a:off x="54269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2" name="타원 5601">
              <a:extLst>
                <a:ext uri="{FF2B5EF4-FFF2-40B4-BE49-F238E27FC236}">
                  <a16:creationId xmlns:a16="http://schemas.microsoft.com/office/drawing/2014/main" id="{53C06772-988B-4CEA-B68E-0E1A82D52EB1}"/>
                </a:ext>
              </a:extLst>
            </p:cNvPr>
            <p:cNvSpPr/>
            <p:nvPr/>
          </p:nvSpPr>
          <p:spPr>
            <a:xfrm>
              <a:off x="55793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3" name="타원 5602">
              <a:extLst>
                <a:ext uri="{FF2B5EF4-FFF2-40B4-BE49-F238E27FC236}">
                  <a16:creationId xmlns:a16="http://schemas.microsoft.com/office/drawing/2014/main" id="{58921246-4048-4963-B907-CC4F3CA78558}"/>
                </a:ext>
              </a:extLst>
            </p:cNvPr>
            <p:cNvSpPr/>
            <p:nvPr/>
          </p:nvSpPr>
          <p:spPr>
            <a:xfrm>
              <a:off x="5731775" y="243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4" name="타원 5603">
              <a:extLst>
                <a:ext uri="{FF2B5EF4-FFF2-40B4-BE49-F238E27FC236}">
                  <a16:creationId xmlns:a16="http://schemas.microsoft.com/office/drawing/2014/main" id="{C516C5C9-DDF3-4927-AB47-903182064A46}"/>
                </a:ext>
              </a:extLst>
            </p:cNvPr>
            <p:cNvSpPr/>
            <p:nvPr/>
          </p:nvSpPr>
          <p:spPr>
            <a:xfrm>
              <a:off x="2453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5" name="타원 5604">
              <a:extLst>
                <a:ext uri="{FF2B5EF4-FFF2-40B4-BE49-F238E27FC236}">
                  <a16:creationId xmlns:a16="http://schemas.microsoft.com/office/drawing/2014/main" id="{8F2FB043-F4B7-4262-8767-705A6EA52E93}"/>
                </a:ext>
              </a:extLst>
            </p:cNvPr>
            <p:cNvSpPr/>
            <p:nvPr/>
          </p:nvSpPr>
          <p:spPr>
            <a:xfrm>
              <a:off x="3977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6" name="타원 5605">
              <a:extLst>
                <a:ext uri="{FF2B5EF4-FFF2-40B4-BE49-F238E27FC236}">
                  <a16:creationId xmlns:a16="http://schemas.microsoft.com/office/drawing/2014/main" id="{AFC0DE03-58FB-43A3-983B-D457E9C5B81E}"/>
                </a:ext>
              </a:extLst>
            </p:cNvPr>
            <p:cNvSpPr/>
            <p:nvPr/>
          </p:nvSpPr>
          <p:spPr>
            <a:xfrm>
              <a:off x="5501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7" name="타원 5606">
              <a:extLst>
                <a:ext uri="{FF2B5EF4-FFF2-40B4-BE49-F238E27FC236}">
                  <a16:creationId xmlns:a16="http://schemas.microsoft.com/office/drawing/2014/main" id="{38D4326B-D495-49BC-8050-277C6DF588D1}"/>
                </a:ext>
              </a:extLst>
            </p:cNvPr>
            <p:cNvSpPr/>
            <p:nvPr/>
          </p:nvSpPr>
          <p:spPr>
            <a:xfrm>
              <a:off x="7025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8" name="타원 5607">
              <a:extLst>
                <a:ext uri="{FF2B5EF4-FFF2-40B4-BE49-F238E27FC236}">
                  <a16:creationId xmlns:a16="http://schemas.microsoft.com/office/drawing/2014/main" id="{198B121A-A153-47CC-BF6D-1179CD7643EB}"/>
                </a:ext>
              </a:extLst>
            </p:cNvPr>
            <p:cNvSpPr/>
            <p:nvPr/>
          </p:nvSpPr>
          <p:spPr>
            <a:xfrm>
              <a:off x="8549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09" name="타원 5608">
              <a:extLst>
                <a:ext uri="{FF2B5EF4-FFF2-40B4-BE49-F238E27FC236}">
                  <a16:creationId xmlns:a16="http://schemas.microsoft.com/office/drawing/2014/main" id="{22C0F4F8-E746-4742-BEC2-B1C40AEC9F3F}"/>
                </a:ext>
              </a:extLst>
            </p:cNvPr>
            <p:cNvSpPr/>
            <p:nvPr/>
          </p:nvSpPr>
          <p:spPr>
            <a:xfrm>
              <a:off x="10073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0" name="타원 5609">
              <a:extLst>
                <a:ext uri="{FF2B5EF4-FFF2-40B4-BE49-F238E27FC236}">
                  <a16:creationId xmlns:a16="http://schemas.microsoft.com/office/drawing/2014/main" id="{B423D1FE-BE62-4FCB-AC19-33B2236C9275}"/>
                </a:ext>
              </a:extLst>
            </p:cNvPr>
            <p:cNvSpPr/>
            <p:nvPr/>
          </p:nvSpPr>
          <p:spPr>
            <a:xfrm>
              <a:off x="11597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1" name="타원 5610">
              <a:extLst>
                <a:ext uri="{FF2B5EF4-FFF2-40B4-BE49-F238E27FC236}">
                  <a16:creationId xmlns:a16="http://schemas.microsoft.com/office/drawing/2014/main" id="{49C09FA8-4297-460A-B7B1-4032DE5655FF}"/>
                </a:ext>
              </a:extLst>
            </p:cNvPr>
            <p:cNvSpPr/>
            <p:nvPr/>
          </p:nvSpPr>
          <p:spPr>
            <a:xfrm>
              <a:off x="13121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2" name="타원 5611">
              <a:extLst>
                <a:ext uri="{FF2B5EF4-FFF2-40B4-BE49-F238E27FC236}">
                  <a16:creationId xmlns:a16="http://schemas.microsoft.com/office/drawing/2014/main" id="{CF4FDADD-0BC9-466A-BC1C-CF6EFF0499B1}"/>
                </a:ext>
              </a:extLst>
            </p:cNvPr>
            <p:cNvSpPr/>
            <p:nvPr/>
          </p:nvSpPr>
          <p:spPr>
            <a:xfrm>
              <a:off x="14645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3" name="타원 5612">
              <a:extLst>
                <a:ext uri="{FF2B5EF4-FFF2-40B4-BE49-F238E27FC236}">
                  <a16:creationId xmlns:a16="http://schemas.microsoft.com/office/drawing/2014/main" id="{1E82AD88-5617-425B-A73C-6F21CFB5CB12}"/>
                </a:ext>
              </a:extLst>
            </p:cNvPr>
            <p:cNvSpPr/>
            <p:nvPr/>
          </p:nvSpPr>
          <p:spPr>
            <a:xfrm>
              <a:off x="16169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4" name="타원 5613">
              <a:extLst>
                <a:ext uri="{FF2B5EF4-FFF2-40B4-BE49-F238E27FC236}">
                  <a16:creationId xmlns:a16="http://schemas.microsoft.com/office/drawing/2014/main" id="{57C8B8FE-1450-4DF2-975D-04A34ECD216C}"/>
                </a:ext>
              </a:extLst>
            </p:cNvPr>
            <p:cNvSpPr/>
            <p:nvPr/>
          </p:nvSpPr>
          <p:spPr>
            <a:xfrm>
              <a:off x="17693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5" name="타원 5614">
              <a:extLst>
                <a:ext uri="{FF2B5EF4-FFF2-40B4-BE49-F238E27FC236}">
                  <a16:creationId xmlns:a16="http://schemas.microsoft.com/office/drawing/2014/main" id="{554A3BA3-1DBA-4D14-871E-676E62896061}"/>
                </a:ext>
              </a:extLst>
            </p:cNvPr>
            <p:cNvSpPr/>
            <p:nvPr/>
          </p:nvSpPr>
          <p:spPr>
            <a:xfrm>
              <a:off x="19217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6" name="타원 5615">
              <a:extLst>
                <a:ext uri="{FF2B5EF4-FFF2-40B4-BE49-F238E27FC236}">
                  <a16:creationId xmlns:a16="http://schemas.microsoft.com/office/drawing/2014/main" id="{737D04E9-B811-4553-9A79-3E623E3088ED}"/>
                </a:ext>
              </a:extLst>
            </p:cNvPr>
            <p:cNvSpPr/>
            <p:nvPr/>
          </p:nvSpPr>
          <p:spPr>
            <a:xfrm>
              <a:off x="20741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7" name="타원 5616">
              <a:extLst>
                <a:ext uri="{FF2B5EF4-FFF2-40B4-BE49-F238E27FC236}">
                  <a16:creationId xmlns:a16="http://schemas.microsoft.com/office/drawing/2014/main" id="{559BEFD2-0AFE-4DAE-8A89-3EEFF7A16572}"/>
                </a:ext>
              </a:extLst>
            </p:cNvPr>
            <p:cNvSpPr/>
            <p:nvPr/>
          </p:nvSpPr>
          <p:spPr>
            <a:xfrm>
              <a:off x="22265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8" name="타원 5617">
              <a:extLst>
                <a:ext uri="{FF2B5EF4-FFF2-40B4-BE49-F238E27FC236}">
                  <a16:creationId xmlns:a16="http://schemas.microsoft.com/office/drawing/2014/main" id="{0F363FE1-22C2-43C3-909C-50FAD5A07C6B}"/>
                </a:ext>
              </a:extLst>
            </p:cNvPr>
            <p:cNvSpPr/>
            <p:nvPr/>
          </p:nvSpPr>
          <p:spPr>
            <a:xfrm>
              <a:off x="23789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19" name="타원 5618">
              <a:extLst>
                <a:ext uri="{FF2B5EF4-FFF2-40B4-BE49-F238E27FC236}">
                  <a16:creationId xmlns:a16="http://schemas.microsoft.com/office/drawing/2014/main" id="{A9B71F7B-2837-42EA-AC26-3906859E5B0D}"/>
                </a:ext>
              </a:extLst>
            </p:cNvPr>
            <p:cNvSpPr/>
            <p:nvPr/>
          </p:nvSpPr>
          <p:spPr>
            <a:xfrm>
              <a:off x="25313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0" name="타원 5619">
              <a:extLst>
                <a:ext uri="{FF2B5EF4-FFF2-40B4-BE49-F238E27FC236}">
                  <a16:creationId xmlns:a16="http://schemas.microsoft.com/office/drawing/2014/main" id="{8AAD6A38-75C3-4B76-BC75-D981FF4CBFA5}"/>
                </a:ext>
              </a:extLst>
            </p:cNvPr>
            <p:cNvSpPr/>
            <p:nvPr/>
          </p:nvSpPr>
          <p:spPr>
            <a:xfrm>
              <a:off x="26837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1" name="타원 5620">
              <a:extLst>
                <a:ext uri="{FF2B5EF4-FFF2-40B4-BE49-F238E27FC236}">
                  <a16:creationId xmlns:a16="http://schemas.microsoft.com/office/drawing/2014/main" id="{2D505D22-306A-44CC-A291-43DC8C7B3F68}"/>
                </a:ext>
              </a:extLst>
            </p:cNvPr>
            <p:cNvSpPr/>
            <p:nvPr/>
          </p:nvSpPr>
          <p:spPr>
            <a:xfrm>
              <a:off x="28361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2" name="타원 5621">
              <a:extLst>
                <a:ext uri="{FF2B5EF4-FFF2-40B4-BE49-F238E27FC236}">
                  <a16:creationId xmlns:a16="http://schemas.microsoft.com/office/drawing/2014/main" id="{B1D34259-BC06-4F44-AC0F-F12CAC38F6EF}"/>
                </a:ext>
              </a:extLst>
            </p:cNvPr>
            <p:cNvSpPr/>
            <p:nvPr/>
          </p:nvSpPr>
          <p:spPr>
            <a:xfrm>
              <a:off x="29885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3" name="타원 5622">
              <a:extLst>
                <a:ext uri="{FF2B5EF4-FFF2-40B4-BE49-F238E27FC236}">
                  <a16:creationId xmlns:a16="http://schemas.microsoft.com/office/drawing/2014/main" id="{7F65EDBC-754F-4BBC-9275-CEDA9AC0E3B0}"/>
                </a:ext>
              </a:extLst>
            </p:cNvPr>
            <p:cNvSpPr/>
            <p:nvPr/>
          </p:nvSpPr>
          <p:spPr>
            <a:xfrm>
              <a:off x="31409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4" name="타원 5623">
              <a:extLst>
                <a:ext uri="{FF2B5EF4-FFF2-40B4-BE49-F238E27FC236}">
                  <a16:creationId xmlns:a16="http://schemas.microsoft.com/office/drawing/2014/main" id="{9EDCC38B-5657-4A7B-B86E-98A3826FD027}"/>
                </a:ext>
              </a:extLst>
            </p:cNvPr>
            <p:cNvSpPr/>
            <p:nvPr/>
          </p:nvSpPr>
          <p:spPr>
            <a:xfrm>
              <a:off x="32933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5" name="타원 5624">
              <a:extLst>
                <a:ext uri="{FF2B5EF4-FFF2-40B4-BE49-F238E27FC236}">
                  <a16:creationId xmlns:a16="http://schemas.microsoft.com/office/drawing/2014/main" id="{A79B4501-E7B9-446F-9CBC-FDAC3CB8C3CD}"/>
                </a:ext>
              </a:extLst>
            </p:cNvPr>
            <p:cNvSpPr/>
            <p:nvPr/>
          </p:nvSpPr>
          <p:spPr>
            <a:xfrm>
              <a:off x="34457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6" name="타원 5625">
              <a:extLst>
                <a:ext uri="{FF2B5EF4-FFF2-40B4-BE49-F238E27FC236}">
                  <a16:creationId xmlns:a16="http://schemas.microsoft.com/office/drawing/2014/main" id="{6C3D374A-B0B4-461F-8CD1-86E93B209FC6}"/>
                </a:ext>
              </a:extLst>
            </p:cNvPr>
            <p:cNvSpPr/>
            <p:nvPr/>
          </p:nvSpPr>
          <p:spPr>
            <a:xfrm>
              <a:off x="35981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7" name="타원 5626">
              <a:extLst>
                <a:ext uri="{FF2B5EF4-FFF2-40B4-BE49-F238E27FC236}">
                  <a16:creationId xmlns:a16="http://schemas.microsoft.com/office/drawing/2014/main" id="{69F634D8-4246-41DD-8D29-48ACA7144352}"/>
                </a:ext>
              </a:extLst>
            </p:cNvPr>
            <p:cNvSpPr/>
            <p:nvPr/>
          </p:nvSpPr>
          <p:spPr>
            <a:xfrm>
              <a:off x="37505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8" name="타원 5627">
              <a:extLst>
                <a:ext uri="{FF2B5EF4-FFF2-40B4-BE49-F238E27FC236}">
                  <a16:creationId xmlns:a16="http://schemas.microsoft.com/office/drawing/2014/main" id="{8DE3A6E1-2513-4F44-AFB8-6F8BB9A4F0AA}"/>
                </a:ext>
              </a:extLst>
            </p:cNvPr>
            <p:cNvSpPr/>
            <p:nvPr/>
          </p:nvSpPr>
          <p:spPr>
            <a:xfrm>
              <a:off x="39029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29" name="타원 5628">
              <a:extLst>
                <a:ext uri="{FF2B5EF4-FFF2-40B4-BE49-F238E27FC236}">
                  <a16:creationId xmlns:a16="http://schemas.microsoft.com/office/drawing/2014/main" id="{C56F2E4C-F7C9-4815-A0CE-2790FB6C537F}"/>
                </a:ext>
              </a:extLst>
            </p:cNvPr>
            <p:cNvSpPr/>
            <p:nvPr/>
          </p:nvSpPr>
          <p:spPr>
            <a:xfrm>
              <a:off x="40553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0" name="타원 5629">
              <a:extLst>
                <a:ext uri="{FF2B5EF4-FFF2-40B4-BE49-F238E27FC236}">
                  <a16:creationId xmlns:a16="http://schemas.microsoft.com/office/drawing/2014/main" id="{46D9ED99-308C-4F98-9F06-C3C13F425ABC}"/>
                </a:ext>
              </a:extLst>
            </p:cNvPr>
            <p:cNvSpPr/>
            <p:nvPr/>
          </p:nvSpPr>
          <p:spPr>
            <a:xfrm>
              <a:off x="42077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1" name="타원 5630">
              <a:extLst>
                <a:ext uri="{FF2B5EF4-FFF2-40B4-BE49-F238E27FC236}">
                  <a16:creationId xmlns:a16="http://schemas.microsoft.com/office/drawing/2014/main" id="{D3F8F980-88E6-4037-9554-3977059918B2}"/>
                </a:ext>
              </a:extLst>
            </p:cNvPr>
            <p:cNvSpPr/>
            <p:nvPr/>
          </p:nvSpPr>
          <p:spPr>
            <a:xfrm>
              <a:off x="43601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2" name="타원 5631">
              <a:extLst>
                <a:ext uri="{FF2B5EF4-FFF2-40B4-BE49-F238E27FC236}">
                  <a16:creationId xmlns:a16="http://schemas.microsoft.com/office/drawing/2014/main" id="{4257E198-701B-440D-B446-6E17AAFA0125}"/>
                </a:ext>
              </a:extLst>
            </p:cNvPr>
            <p:cNvSpPr/>
            <p:nvPr/>
          </p:nvSpPr>
          <p:spPr>
            <a:xfrm>
              <a:off x="45125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3" name="타원 5632">
              <a:extLst>
                <a:ext uri="{FF2B5EF4-FFF2-40B4-BE49-F238E27FC236}">
                  <a16:creationId xmlns:a16="http://schemas.microsoft.com/office/drawing/2014/main" id="{DD92E31F-DE01-4C24-A136-30463BC9687C}"/>
                </a:ext>
              </a:extLst>
            </p:cNvPr>
            <p:cNvSpPr/>
            <p:nvPr/>
          </p:nvSpPr>
          <p:spPr>
            <a:xfrm>
              <a:off x="46649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4" name="타원 5633">
              <a:extLst>
                <a:ext uri="{FF2B5EF4-FFF2-40B4-BE49-F238E27FC236}">
                  <a16:creationId xmlns:a16="http://schemas.microsoft.com/office/drawing/2014/main" id="{368F4BE9-E0D0-4572-A0FE-62A9EAB7F7B5}"/>
                </a:ext>
              </a:extLst>
            </p:cNvPr>
            <p:cNvSpPr/>
            <p:nvPr/>
          </p:nvSpPr>
          <p:spPr>
            <a:xfrm>
              <a:off x="48173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5" name="타원 5634">
              <a:extLst>
                <a:ext uri="{FF2B5EF4-FFF2-40B4-BE49-F238E27FC236}">
                  <a16:creationId xmlns:a16="http://schemas.microsoft.com/office/drawing/2014/main" id="{770327BA-0543-4F55-942F-0E5C93F61200}"/>
                </a:ext>
              </a:extLst>
            </p:cNvPr>
            <p:cNvSpPr/>
            <p:nvPr/>
          </p:nvSpPr>
          <p:spPr>
            <a:xfrm>
              <a:off x="49697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6" name="타원 5635">
              <a:extLst>
                <a:ext uri="{FF2B5EF4-FFF2-40B4-BE49-F238E27FC236}">
                  <a16:creationId xmlns:a16="http://schemas.microsoft.com/office/drawing/2014/main" id="{2474B9B0-F279-4291-9749-8AEEE88B37B4}"/>
                </a:ext>
              </a:extLst>
            </p:cNvPr>
            <p:cNvSpPr/>
            <p:nvPr/>
          </p:nvSpPr>
          <p:spPr>
            <a:xfrm>
              <a:off x="51221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7" name="타원 5636">
              <a:extLst>
                <a:ext uri="{FF2B5EF4-FFF2-40B4-BE49-F238E27FC236}">
                  <a16:creationId xmlns:a16="http://schemas.microsoft.com/office/drawing/2014/main" id="{94904CE7-1929-4617-A2AE-CF003D697A5F}"/>
                </a:ext>
              </a:extLst>
            </p:cNvPr>
            <p:cNvSpPr/>
            <p:nvPr/>
          </p:nvSpPr>
          <p:spPr>
            <a:xfrm>
              <a:off x="52745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8" name="타원 5637">
              <a:extLst>
                <a:ext uri="{FF2B5EF4-FFF2-40B4-BE49-F238E27FC236}">
                  <a16:creationId xmlns:a16="http://schemas.microsoft.com/office/drawing/2014/main" id="{42D187BA-B799-4CB2-BCCF-72A9150F218D}"/>
                </a:ext>
              </a:extLst>
            </p:cNvPr>
            <p:cNvSpPr/>
            <p:nvPr/>
          </p:nvSpPr>
          <p:spPr>
            <a:xfrm>
              <a:off x="54269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39" name="타원 5638">
              <a:extLst>
                <a:ext uri="{FF2B5EF4-FFF2-40B4-BE49-F238E27FC236}">
                  <a16:creationId xmlns:a16="http://schemas.microsoft.com/office/drawing/2014/main" id="{259FA686-F804-4EE8-92C9-097D6452129E}"/>
                </a:ext>
              </a:extLst>
            </p:cNvPr>
            <p:cNvSpPr/>
            <p:nvPr/>
          </p:nvSpPr>
          <p:spPr>
            <a:xfrm>
              <a:off x="55793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0" name="타원 5639">
              <a:extLst>
                <a:ext uri="{FF2B5EF4-FFF2-40B4-BE49-F238E27FC236}">
                  <a16:creationId xmlns:a16="http://schemas.microsoft.com/office/drawing/2014/main" id="{50D222C1-99C8-42DF-AD7F-FA9403E05071}"/>
                </a:ext>
              </a:extLst>
            </p:cNvPr>
            <p:cNvSpPr/>
            <p:nvPr/>
          </p:nvSpPr>
          <p:spPr>
            <a:xfrm>
              <a:off x="5731775" y="258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1" name="타원 5640">
              <a:extLst>
                <a:ext uri="{FF2B5EF4-FFF2-40B4-BE49-F238E27FC236}">
                  <a16:creationId xmlns:a16="http://schemas.microsoft.com/office/drawing/2014/main" id="{BE199723-F58E-484D-808F-493C7F6A636B}"/>
                </a:ext>
              </a:extLst>
            </p:cNvPr>
            <p:cNvSpPr/>
            <p:nvPr/>
          </p:nvSpPr>
          <p:spPr>
            <a:xfrm>
              <a:off x="2453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2" name="타원 5641">
              <a:extLst>
                <a:ext uri="{FF2B5EF4-FFF2-40B4-BE49-F238E27FC236}">
                  <a16:creationId xmlns:a16="http://schemas.microsoft.com/office/drawing/2014/main" id="{36553C24-CEEE-4567-BACD-EC847CD51DBC}"/>
                </a:ext>
              </a:extLst>
            </p:cNvPr>
            <p:cNvSpPr/>
            <p:nvPr/>
          </p:nvSpPr>
          <p:spPr>
            <a:xfrm>
              <a:off x="3977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3" name="타원 5642">
              <a:extLst>
                <a:ext uri="{FF2B5EF4-FFF2-40B4-BE49-F238E27FC236}">
                  <a16:creationId xmlns:a16="http://schemas.microsoft.com/office/drawing/2014/main" id="{34825224-E647-4096-9618-85F5B9A1DA9A}"/>
                </a:ext>
              </a:extLst>
            </p:cNvPr>
            <p:cNvSpPr/>
            <p:nvPr/>
          </p:nvSpPr>
          <p:spPr>
            <a:xfrm>
              <a:off x="5501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4" name="타원 5643">
              <a:extLst>
                <a:ext uri="{FF2B5EF4-FFF2-40B4-BE49-F238E27FC236}">
                  <a16:creationId xmlns:a16="http://schemas.microsoft.com/office/drawing/2014/main" id="{23B1EE0E-7C07-4450-B02A-3C04964C3CDD}"/>
                </a:ext>
              </a:extLst>
            </p:cNvPr>
            <p:cNvSpPr/>
            <p:nvPr/>
          </p:nvSpPr>
          <p:spPr>
            <a:xfrm>
              <a:off x="7025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5" name="타원 5644">
              <a:extLst>
                <a:ext uri="{FF2B5EF4-FFF2-40B4-BE49-F238E27FC236}">
                  <a16:creationId xmlns:a16="http://schemas.microsoft.com/office/drawing/2014/main" id="{8A4687F1-2E77-4E8C-AF5D-D21DB6029430}"/>
                </a:ext>
              </a:extLst>
            </p:cNvPr>
            <p:cNvSpPr/>
            <p:nvPr/>
          </p:nvSpPr>
          <p:spPr>
            <a:xfrm>
              <a:off x="8549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6" name="타원 5645">
              <a:extLst>
                <a:ext uri="{FF2B5EF4-FFF2-40B4-BE49-F238E27FC236}">
                  <a16:creationId xmlns:a16="http://schemas.microsoft.com/office/drawing/2014/main" id="{AEF66736-11B8-446E-B722-12DADE0B60FA}"/>
                </a:ext>
              </a:extLst>
            </p:cNvPr>
            <p:cNvSpPr/>
            <p:nvPr/>
          </p:nvSpPr>
          <p:spPr>
            <a:xfrm>
              <a:off x="10073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7" name="타원 5646">
              <a:extLst>
                <a:ext uri="{FF2B5EF4-FFF2-40B4-BE49-F238E27FC236}">
                  <a16:creationId xmlns:a16="http://schemas.microsoft.com/office/drawing/2014/main" id="{098E5E22-275F-4CAF-9457-69402E45E6B1}"/>
                </a:ext>
              </a:extLst>
            </p:cNvPr>
            <p:cNvSpPr/>
            <p:nvPr/>
          </p:nvSpPr>
          <p:spPr>
            <a:xfrm>
              <a:off x="11597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8" name="타원 5647">
              <a:extLst>
                <a:ext uri="{FF2B5EF4-FFF2-40B4-BE49-F238E27FC236}">
                  <a16:creationId xmlns:a16="http://schemas.microsoft.com/office/drawing/2014/main" id="{3FA31615-8D66-41F2-9A5D-E853EDCA2797}"/>
                </a:ext>
              </a:extLst>
            </p:cNvPr>
            <p:cNvSpPr/>
            <p:nvPr/>
          </p:nvSpPr>
          <p:spPr>
            <a:xfrm>
              <a:off x="13121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49" name="타원 5648">
              <a:extLst>
                <a:ext uri="{FF2B5EF4-FFF2-40B4-BE49-F238E27FC236}">
                  <a16:creationId xmlns:a16="http://schemas.microsoft.com/office/drawing/2014/main" id="{05732D3F-BCDC-43FA-A278-BA408C1FF006}"/>
                </a:ext>
              </a:extLst>
            </p:cNvPr>
            <p:cNvSpPr/>
            <p:nvPr/>
          </p:nvSpPr>
          <p:spPr>
            <a:xfrm>
              <a:off x="14645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0" name="타원 5649">
              <a:extLst>
                <a:ext uri="{FF2B5EF4-FFF2-40B4-BE49-F238E27FC236}">
                  <a16:creationId xmlns:a16="http://schemas.microsoft.com/office/drawing/2014/main" id="{B0C3DEB4-7D94-4AA7-87E9-AF3A89B04714}"/>
                </a:ext>
              </a:extLst>
            </p:cNvPr>
            <p:cNvSpPr/>
            <p:nvPr/>
          </p:nvSpPr>
          <p:spPr>
            <a:xfrm>
              <a:off x="16169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1" name="타원 5650">
              <a:extLst>
                <a:ext uri="{FF2B5EF4-FFF2-40B4-BE49-F238E27FC236}">
                  <a16:creationId xmlns:a16="http://schemas.microsoft.com/office/drawing/2014/main" id="{FFE377B4-6C36-499D-B195-9BAF7ABD7653}"/>
                </a:ext>
              </a:extLst>
            </p:cNvPr>
            <p:cNvSpPr/>
            <p:nvPr/>
          </p:nvSpPr>
          <p:spPr>
            <a:xfrm>
              <a:off x="17693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2" name="타원 5651">
              <a:extLst>
                <a:ext uri="{FF2B5EF4-FFF2-40B4-BE49-F238E27FC236}">
                  <a16:creationId xmlns:a16="http://schemas.microsoft.com/office/drawing/2014/main" id="{2DD90A15-D6B4-45EA-8F9F-148BC36B5B62}"/>
                </a:ext>
              </a:extLst>
            </p:cNvPr>
            <p:cNvSpPr/>
            <p:nvPr/>
          </p:nvSpPr>
          <p:spPr>
            <a:xfrm>
              <a:off x="19217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3" name="타원 5652">
              <a:extLst>
                <a:ext uri="{FF2B5EF4-FFF2-40B4-BE49-F238E27FC236}">
                  <a16:creationId xmlns:a16="http://schemas.microsoft.com/office/drawing/2014/main" id="{01EA4553-CA63-49D5-9D3B-9F8B12F86C1C}"/>
                </a:ext>
              </a:extLst>
            </p:cNvPr>
            <p:cNvSpPr/>
            <p:nvPr/>
          </p:nvSpPr>
          <p:spPr>
            <a:xfrm>
              <a:off x="20741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4" name="타원 5653">
              <a:extLst>
                <a:ext uri="{FF2B5EF4-FFF2-40B4-BE49-F238E27FC236}">
                  <a16:creationId xmlns:a16="http://schemas.microsoft.com/office/drawing/2014/main" id="{C67D7AD6-F36B-4722-9380-8C746217D4DD}"/>
                </a:ext>
              </a:extLst>
            </p:cNvPr>
            <p:cNvSpPr/>
            <p:nvPr/>
          </p:nvSpPr>
          <p:spPr>
            <a:xfrm>
              <a:off x="22265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5" name="타원 5654">
              <a:extLst>
                <a:ext uri="{FF2B5EF4-FFF2-40B4-BE49-F238E27FC236}">
                  <a16:creationId xmlns:a16="http://schemas.microsoft.com/office/drawing/2014/main" id="{B7AAEE72-1C44-4C34-BDBD-F53242310948}"/>
                </a:ext>
              </a:extLst>
            </p:cNvPr>
            <p:cNvSpPr/>
            <p:nvPr/>
          </p:nvSpPr>
          <p:spPr>
            <a:xfrm>
              <a:off x="23789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6" name="타원 5655">
              <a:extLst>
                <a:ext uri="{FF2B5EF4-FFF2-40B4-BE49-F238E27FC236}">
                  <a16:creationId xmlns:a16="http://schemas.microsoft.com/office/drawing/2014/main" id="{AEF36584-D4F1-4BDE-AA47-943132FB2A53}"/>
                </a:ext>
              </a:extLst>
            </p:cNvPr>
            <p:cNvSpPr/>
            <p:nvPr/>
          </p:nvSpPr>
          <p:spPr>
            <a:xfrm>
              <a:off x="25313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7" name="타원 5656">
              <a:extLst>
                <a:ext uri="{FF2B5EF4-FFF2-40B4-BE49-F238E27FC236}">
                  <a16:creationId xmlns:a16="http://schemas.microsoft.com/office/drawing/2014/main" id="{4C5D0002-5CCF-4FC4-9A3E-EFE1AA129F09}"/>
                </a:ext>
              </a:extLst>
            </p:cNvPr>
            <p:cNvSpPr/>
            <p:nvPr/>
          </p:nvSpPr>
          <p:spPr>
            <a:xfrm>
              <a:off x="26837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8" name="타원 5657">
              <a:extLst>
                <a:ext uri="{FF2B5EF4-FFF2-40B4-BE49-F238E27FC236}">
                  <a16:creationId xmlns:a16="http://schemas.microsoft.com/office/drawing/2014/main" id="{EF7D0060-AD8F-460B-BF38-BEE63139E82E}"/>
                </a:ext>
              </a:extLst>
            </p:cNvPr>
            <p:cNvSpPr/>
            <p:nvPr/>
          </p:nvSpPr>
          <p:spPr>
            <a:xfrm>
              <a:off x="28361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59" name="타원 5658">
              <a:extLst>
                <a:ext uri="{FF2B5EF4-FFF2-40B4-BE49-F238E27FC236}">
                  <a16:creationId xmlns:a16="http://schemas.microsoft.com/office/drawing/2014/main" id="{AE15AEA0-FD64-4D35-9924-626C69993C2B}"/>
                </a:ext>
              </a:extLst>
            </p:cNvPr>
            <p:cNvSpPr/>
            <p:nvPr/>
          </p:nvSpPr>
          <p:spPr>
            <a:xfrm>
              <a:off x="29885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0" name="타원 5659">
              <a:extLst>
                <a:ext uri="{FF2B5EF4-FFF2-40B4-BE49-F238E27FC236}">
                  <a16:creationId xmlns:a16="http://schemas.microsoft.com/office/drawing/2014/main" id="{531B21D1-30DC-4830-B036-7547CD4A0C3E}"/>
                </a:ext>
              </a:extLst>
            </p:cNvPr>
            <p:cNvSpPr/>
            <p:nvPr/>
          </p:nvSpPr>
          <p:spPr>
            <a:xfrm>
              <a:off x="31409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1" name="타원 5660">
              <a:extLst>
                <a:ext uri="{FF2B5EF4-FFF2-40B4-BE49-F238E27FC236}">
                  <a16:creationId xmlns:a16="http://schemas.microsoft.com/office/drawing/2014/main" id="{16B473A9-A575-43A5-8ACD-DDAAE3BD21A8}"/>
                </a:ext>
              </a:extLst>
            </p:cNvPr>
            <p:cNvSpPr/>
            <p:nvPr/>
          </p:nvSpPr>
          <p:spPr>
            <a:xfrm>
              <a:off x="32933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2" name="타원 5661">
              <a:extLst>
                <a:ext uri="{FF2B5EF4-FFF2-40B4-BE49-F238E27FC236}">
                  <a16:creationId xmlns:a16="http://schemas.microsoft.com/office/drawing/2014/main" id="{513F415B-8F61-4882-9DA3-DA559FD1BBBE}"/>
                </a:ext>
              </a:extLst>
            </p:cNvPr>
            <p:cNvSpPr/>
            <p:nvPr/>
          </p:nvSpPr>
          <p:spPr>
            <a:xfrm>
              <a:off x="34457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3" name="타원 5662">
              <a:extLst>
                <a:ext uri="{FF2B5EF4-FFF2-40B4-BE49-F238E27FC236}">
                  <a16:creationId xmlns:a16="http://schemas.microsoft.com/office/drawing/2014/main" id="{605B59EA-763D-4D9B-BEB4-4F5872C5EEE4}"/>
                </a:ext>
              </a:extLst>
            </p:cNvPr>
            <p:cNvSpPr/>
            <p:nvPr/>
          </p:nvSpPr>
          <p:spPr>
            <a:xfrm>
              <a:off x="35981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4" name="타원 5663">
              <a:extLst>
                <a:ext uri="{FF2B5EF4-FFF2-40B4-BE49-F238E27FC236}">
                  <a16:creationId xmlns:a16="http://schemas.microsoft.com/office/drawing/2014/main" id="{E94D2D13-21AB-450E-B35E-36962D161857}"/>
                </a:ext>
              </a:extLst>
            </p:cNvPr>
            <p:cNvSpPr/>
            <p:nvPr/>
          </p:nvSpPr>
          <p:spPr>
            <a:xfrm>
              <a:off x="37505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5" name="타원 5664">
              <a:extLst>
                <a:ext uri="{FF2B5EF4-FFF2-40B4-BE49-F238E27FC236}">
                  <a16:creationId xmlns:a16="http://schemas.microsoft.com/office/drawing/2014/main" id="{04E97B10-C9BA-46E2-A536-1168C1F71F07}"/>
                </a:ext>
              </a:extLst>
            </p:cNvPr>
            <p:cNvSpPr/>
            <p:nvPr/>
          </p:nvSpPr>
          <p:spPr>
            <a:xfrm>
              <a:off x="39029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6" name="타원 5665">
              <a:extLst>
                <a:ext uri="{FF2B5EF4-FFF2-40B4-BE49-F238E27FC236}">
                  <a16:creationId xmlns:a16="http://schemas.microsoft.com/office/drawing/2014/main" id="{CA4D4507-A756-494C-985B-CFCDDB010D32}"/>
                </a:ext>
              </a:extLst>
            </p:cNvPr>
            <p:cNvSpPr/>
            <p:nvPr/>
          </p:nvSpPr>
          <p:spPr>
            <a:xfrm>
              <a:off x="40553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7" name="타원 5666">
              <a:extLst>
                <a:ext uri="{FF2B5EF4-FFF2-40B4-BE49-F238E27FC236}">
                  <a16:creationId xmlns:a16="http://schemas.microsoft.com/office/drawing/2014/main" id="{245E0313-2822-4D8F-BAA7-4925C30FD4C3}"/>
                </a:ext>
              </a:extLst>
            </p:cNvPr>
            <p:cNvSpPr/>
            <p:nvPr/>
          </p:nvSpPr>
          <p:spPr>
            <a:xfrm>
              <a:off x="42077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8" name="타원 5667">
              <a:extLst>
                <a:ext uri="{FF2B5EF4-FFF2-40B4-BE49-F238E27FC236}">
                  <a16:creationId xmlns:a16="http://schemas.microsoft.com/office/drawing/2014/main" id="{BB4E52CA-7769-44AD-A25C-6AE214CE65A8}"/>
                </a:ext>
              </a:extLst>
            </p:cNvPr>
            <p:cNvSpPr/>
            <p:nvPr/>
          </p:nvSpPr>
          <p:spPr>
            <a:xfrm>
              <a:off x="43601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69" name="타원 5668">
              <a:extLst>
                <a:ext uri="{FF2B5EF4-FFF2-40B4-BE49-F238E27FC236}">
                  <a16:creationId xmlns:a16="http://schemas.microsoft.com/office/drawing/2014/main" id="{F4B25E35-6FBA-42C9-8CA6-09005697CD9D}"/>
                </a:ext>
              </a:extLst>
            </p:cNvPr>
            <p:cNvSpPr/>
            <p:nvPr/>
          </p:nvSpPr>
          <p:spPr>
            <a:xfrm>
              <a:off x="45125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0" name="타원 5669">
              <a:extLst>
                <a:ext uri="{FF2B5EF4-FFF2-40B4-BE49-F238E27FC236}">
                  <a16:creationId xmlns:a16="http://schemas.microsoft.com/office/drawing/2014/main" id="{2648635A-AA95-49CF-BCD0-596589E02578}"/>
                </a:ext>
              </a:extLst>
            </p:cNvPr>
            <p:cNvSpPr/>
            <p:nvPr/>
          </p:nvSpPr>
          <p:spPr>
            <a:xfrm>
              <a:off x="46649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1" name="타원 5670">
              <a:extLst>
                <a:ext uri="{FF2B5EF4-FFF2-40B4-BE49-F238E27FC236}">
                  <a16:creationId xmlns:a16="http://schemas.microsoft.com/office/drawing/2014/main" id="{9B49710E-48A2-4F74-90B6-0A1A9D6F4875}"/>
                </a:ext>
              </a:extLst>
            </p:cNvPr>
            <p:cNvSpPr/>
            <p:nvPr/>
          </p:nvSpPr>
          <p:spPr>
            <a:xfrm>
              <a:off x="48173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2" name="타원 5671">
              <a:extLst>
                <a:ext uri="{FF2B5EF4-FFF2-40B4-BE49-F238E27FC236}">
                  <a16:creationId xmlns:a16="http://schemas.microsoft.com/office/drawing/2014/main" id="{F817724B-CFD1-4EA1-94FC-E6834103D4B4}"/>
                </a:ext>
              </a:extLst>
            </p:cNvPr>
            <p:cNvSpPr/>
            <p:nvPr/>
          </p:nvSpPr>
          <p:spPr>
            <a:xfrm>
              <a:off x="49697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3" name="타원 5672">
              <a:extLst>
                <a:ext uri="{FF2B5EF4-FFF2-40B4-BE49-F238E27FC236}">
                  <a16:creationId xmlns:a16="http://schemas.microsoft.com/office/drawing/2014/main" id="{396A2F91-0803-4DB0-B606-35D568DB7F6B}"/>
                </a:ext>
              </a:extLst>
            </p:cNvPr>
            <p:cNvSpPr/>
            <p:nvPr/>
          </p:nvSpPr>
          <p:spPr>
            <a:xfrm>
              <a:off x="51221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4" name="타원 5673">
              <a:extLst>
                <a:ext uri="{FF2B5EF4-FFF2-40B4-BE49-F238E27FC236}">
                  <a16:creationId xmlns:a16="http://schemas.microsoft.com/office/drawing/2014/main" id="{9944BAEA-9072-44D5-B406-FB21BA506801}"/>
                </a:ext>
              </a:extLst>
            </p:cNvPr>
            <p:cNvSpPr/>
            <p:nvPr/>
          </p:nvSpPr>
          <p:spPr>
            <a:xfrm>
              <a:off x="52745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5" name="타원 5674">
              <a:extLst>
                <a:ext uri="{FF2B5EF4-FFF2-40B4-BE49-F238E27FC236}">
                  <a16:creationId xmlns:a16="http://schemas.microsoft.com/office/drawing/2014/main" id="{7D179169-2EC4-4311-A8EC-35DFD1DA1FAE}"/>
                </a:ext>
              </a:extLst>
            </p:cNvPr>
            <p:cNvSpPr/>
            <p:nvPr/>
          </p:nvSpPr>
          <p:spPr>
            <a:xfrm>
              <a:off x="54269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6" name="타원 5675">
              <a:extLst>
                <a:ext uri="{FF2B5EF4-FFF2-40B4-BE49-F238E27FC236}">
                  <a16:creationId xmlns:a16="http://schemas.microsoft.com/office/drawing/2014/main" id="{DA415DF1-DE9F-447D-A59E-2B5E3F6BA98F}"/>
                </a:ext>
              </a:extLst>
            </p:cNvPr>
            <p:cNvSpPr/>
            <p:nvPr/>
          </p:nvSpPr>
          <p:spPr>
            <a:xfrm>
              <a:off x="55793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7" name="타원 5676">
              <a:extLst>
                <a:ext uri="{FF2B5EF4-FFF2-40B4-BE49-F238E27FC236}">
                  <a16:creationId xmlns:a16="http://schemas.microsoft.com/office/drawing/2014/main" id="{A4CD520C-BBED-4751-BCB9-CA3359B251E4}"/>
                </a:ext>
              </a:extLst>
            </p:cNvPr>
            <p:cNvSpPr/>
            <p:nvPr/>
          </p:nvSpPr>
          <p:spPr>
            <a:xfrm>
              <a:off x="5731775" y="274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8" name="타원 5677">
              <a:extLst>
                <a:ext uri="{FF2B5EF4-FFF2-40B4-BE49-F238E27FC236}">
                  <a16:creationId xmlns:a16="http://schemas.microsoft.com/office/drawing/2014/main" id="{5FCEA967-DC45-4488-AED0-12528124D7B3}"/>
                </a:ext>
              </a:extLst>
            </p:cNvPr>
            <p:cNvSpPr/>
            <p:nvPr/>
          </p:nvSpPr>
          <p:spPr>
            <a:xfrm>
              <a:off x="2453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79" name="타원 5678">
              <a:extLst>
                <a:ext uri="{FF2B5EF4-FFF2-40B4-BE49-F238E27FC236}">
                  <a16:creationId xmlns:a16="http://schemas.microsoft.com/office/drawing/2014/main" id="{53B1CA83-727A-437B-838D-DEDC087FC851}"/>
                </a:ext>
              </a:extLst>
            </p:cNvPr>
            <p:cNvSpPr/>
            <p:nvPr/>
          </p:nvSpPr>
          <p:spPr>
            <a:xfrm>
              <a:off x="3977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0" name="타원 5679">
              <a:extLst>
                <a:ext uri="{FF2B5EF4-FFF2-40B4-BE49-F238E27FC236}">
                  <a16:creationId xmlns:a16="http://schemas.microsoft.com/office/drawing/2014/main" id="{04DC6965-4AAF-47AE-8331-DF384C1836F8}"/>
                </a:ext>
              </a:extLst>
            </p:cNvPr>
            <p:cNvSpPr/>
            <p:nvPr/>
          </p:nvSpPr>
          <p:spPr>
            <a:xfrm>
              <a:off x="5501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1" name="타원 5680">
              <a:extLst>
                <a:ext uri="{FF2B5EF4-FFF2-40B4-BE49-F238E27FC236}">
                  <a16:creationId xmlns:a16="http://schemas.microsoft.com/office/drawing/2014/main" id="{E0D2CCB9-5EB6-4C27-977F-545A1414DA0A}"/>
                </a:ext>
              </a:extLst>
            </p:cNvPr>
            <p:cNvSpPr/>
            <p:nvPr/>
          </p:nvSpPr>
          <p:spPr>
            <a:xfrm>
              <a:off x="7025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2" name="타원 5681">
              <a:extLst>
                <a:ext uri="{FF2B5EF4-FFF2-40B4-BE49-F238E27FC236}">
                  <a16:creationId xmlns:a16="http://schemas.microsoft.com/office/drawing/2014/main" id="{B2B3FC90-1562-4D9A-9B0C-DFD7AE9F6BB4}"/>
                </a:ext>
              </a:extLst>
            </p:cNvPr>
            <p:cNvSpPr/>
            <p:nvPr/>
          </p:nvSpPr>
          <p:spPr>
            <a:xfrm>
              <a:off x="8549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3" name="타원 5682">
              <a:extLst>
                <a:ext uri="{FF2B5EF4-FFF2-40B4-BE49-F238E27FC236}">
                  <a16:creationId xmlns:a16="http://schemas.microsoft.com/office/drawing/2014/main" id="{EDB8F435-DC9A-4FD0-B0AA-8952624722E4}"/>
                </a:ext>
              </a:extLst>
            </p:cNvPr>
            <p:cNvSpPr/>
            <p:nvPr/>
          </p:nvSpPr>
          <p:spPr>
            <a:xfrm>
              <a:off x="10073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4" name="타원 5683">
              <a:extLst>
                <a:ext uri="{FF2B5EF4-FFF2-40B4-BE49-F238E27FC236}">
                  <a16:creationId xmlns:a16="http://schemas.microsoft.com/office/drawing/2014/main" id="{15CCF69A-DE1A-4306-8E76-42ADFBEC43D4}"/>
                </a:ext>
              </a:extLst>
            </p:cNvPr>
            <p:cNvSpPr/>
            <p:nvPr/>
          </p:nvSpPr>
          <p:spPr>
            <a:xfrm>
              <a:off x="11597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5" name="타원 5684">
              <a:extLst>
                <a:ext uri="{FF2B5EF4-FFF2-40B4-BE49-F238E27FC236}">
                  <a16:creationId xmlns:a16="http://schemas.microsoft.com/office/drawing/2014/main" id="{882D7067-CFAD-4DE1-8EDB-9D129146A0C5}"/>
                </a:ext>
              </a:extLst>
            </p:cNvPr>
            <p:cNvSpPr/>
            <p:nvPr/>
          </p:nvSpPr>
          <p:spPr>
            <a:xfrm>
              <a:off x="13121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6" name="타원 5685">
              <a:extLst>
                <a:ext uri="{FF2B5EF4-FFF2-40B4-BE49-F238E27FC236}">
                  <a16:creationId xmlns:a16="http://schemas.microsoft.com/office/drawing/2014/main" id="{9F2D7D0D-C150-4E66-B43A-DAB0C191DCC8}"/>
                </a:ext>
              </a:extLst>
            </p:cNvPr>
            <p:cNvSpPr/>
            <p:nvPr/>
          </p:nvSpPr>
          <p:spPr>
            <a:xfrm>
              <a:off x="14645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7" name="타원 5686">
              <a:extLst>
                <a:ext uri="{FF2B5EF4-FFF2-40B4-BE49-F238E27FC236}">
                  <a16:creationId xmlns:a16="http://schemas.microsoft.com/office/drawing/2014/main" id="{CE6BC3EF-8836-4CBA-A782-E65312A99083}"/>
                </a:ext>
              </a:extLst>
            </p:cNvPr>
            <p:cNvSpPr/>
            <p:nvPr/>
          </p:nvSpPr>
          <p:spPr>
            <a:xfrm>
              <a:off x="16169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8" name="타원 5687">
              <a:extLst>
                <a:ext uri="{FF2B5EF4-FFF2-40B4-BE49-F238E27FC236}">
                  <a16:creationId xmlns:a16="http://schemas.microsoft.com/office/drawing/2014/main" id="{0210BA1F-86B9-4CED-ACF1-B2DA3FB4E115}"/>
                </a:ext>
              </a:extLst>
            </p:cNvPr>
            <p:cNvSpPr/>
            <p:nvPr/>
          </p:nvSpPr>
          <p:spPr>
            <a:xfrm>
              <a:off x="17693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89" name="타원 5688">
              <a:extLst>
                <a:ext uri="{FF2B5EF4-FFF2-40B4-BE49-F238E27FC236}">
                  <a16:creationId xmlns:a16="http://schemas.microsoft.com/office/drawing/2014/main" id="{0D2760A2-3849-4F05-9E25-12F852863DAA}"/>
                </a:ext>
              </a:extLst>
            </p:cNvPr>
            <p:cNvSpPr/>
            <p:nvPr/>
          </p:nvSpPr>
          <p:spPr>
            <a:xfrm>
              <a:off x="19217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0" name="타원 5689">
              <a:extLst>
                <a:ext uri="{FF2B5EF4-FFF2-40B4-BE49-F238E27FC236}">
                  <a16:creationId xmlns:a16="http://schemas.microsoft.com/office/drawing/2014/main" id="{17525827-2F82-4771-A823-6EBA175289BA}"/>
                </a:ext>
              </a:extLst>
            </p:cNvPr>
            <p:cNvSpPr/>
            <p:nvPr/>
          </p:nvSpPr>
          <p:spPr>
            <a:xfrm>
              <a:off x="20741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1" name="타원 5690">
              <a:extLst>
                <a:ext uri="{FF2B5EF4-FFF2-40B4-BE49-F238E27FC236}">
                  <a16:creationId xmlns:a16="http://schemas.microsoft.com/office/drawing/2014/main" id="{60074AD8-57BE-4785-82C4-6A6E9D3D66B1}"/>
                </a:ext>
              </a:extLst>
            </p:cNvPr>
            <p:cNvSpPr/>
            <p:nvPr/>
          </p:nvSpPr>
          <p:spPr>
            <a:xfrm>
              <a:off x="22265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2" name="타원 5691">
              <a:extLst>
                <a:ext uri="{FF2B5EF4-FFF2-40B4-BE49-F238E27FC236}">
                  <a16:creationId xmlns:a16="http://schemas.microsoft.com/office/drawing/2014/main" id="{3455EDDC-A1D0-41C2-A474-F503988E646C}"/>
                </a:ext>
              </a:extLst>
            </p:cNvPr>
            <p:cNvSpPr/>
            <p:nvPr/>
          </p:nvSpPr>
          <p:spPr>
            <a:xfrm>
              <a:off x="23789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3" name="타원 5692">
              <a:extLst>
                <a:ext uri="{FF2B5EF4-FFF2-40B4-BE49-F238E27FC236}">
                  <a16:creationId xmlns:a16="http://schemas.microsoft.com/office/drawing/2014/main" id="{9676D62A-093C-4392-A690-B29006FC203A}"/>
                </a:ext>
              </a:extLst>
            </p:cNvPr>
            <p:cNvSpPr/>
            <p:nvPr/>
          </p:nvSpPr>
          <p:spPr>
            <a:xfrm>
              <a:off x="25313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4" name="타원 5693">
              <a:extLst>
                <a:ext uri="{FF2B5EF4-FFF2-40B4-BE49-F238E27FC236}">
                  <a16:creationId xmlns:a16="http://schemas.microsoft.com/office/drawing/2014/main" id="{3573C8DB-6DF1-4DC9-91D8-883972AB18D2}"/>
                </a:ext>
              </a:extLst>
            </p:cNvPr>
            <p:cNvSpPr/>
            <p:nvPr/>
          </p:nvSpPr>
          <p:spPr>
            <a:xfrm>
              <a:off x="26837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5" name="타원 5694">
              <a:extLst>
                <a:ext uri="{FF2B5EF4-FFF2-40B4-BE49-F238E27FC236}">
                  <a16:creationId xmlns:a16="http://schemas.microsoft.com/office/drawing/2014/main" id="{05CEF9D3-F12C-4F92-BD3A-07310423D774}"/>
                </a:ext>
              </a:extLst>
            </p:cNvPr>
            <p:cNvSpPr/>
            <p:nvPr/>
          </p:nvSpPr>
          <p:spPr>
            <a:xfrm>
              <a:off x="28361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6" name="타원 5695">
              <a:extLst>
                <a:ext uri="{FF2B5EF4-FFF2-40B4-BE49-F238E27FC236}">
                  <a16:creationId xmlns:a16="http://schemas.microsoft.com/office/drawing/2014/main" id="{CCED2156-5216-4333-8A0D-58E56F16852D}"/>
                </a:ext>
              </a:extLst>
            </p:cNvPr>
            <p:cNvSpPr/>
            <p:nvPr/>
          </p:nvSpPr>
          <p:spPr>
            <a:xfrm>
              <a:off x="29885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7" name="타원 5696">
              <a:extLst>
                <a:ext uri="{FF2B5EF4-FFF2-40B4-BE49-F238E27FC236}">
                  <a16:creationId xmlns:a16="http://schemas.microsoft.com/office/drawing/2014/main" id="{2367B153-BC7E-454B-9686-8F85FDA13885}"/>
                </a:ext>
              </a:extLst>
            </p:cNvPr>
            <p:cNvSpPr/>
            <p:nvPr/>
          </p:nvSpPr>
          <p:spPr>
            <a:xfrm>
              <a:off x="31409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8" name="타원 5697">
              <a:extLst>
                <a:ext uri="{FF2B5EF4-FFF2-40B4-BE49-F238E27FC236}">
                  <a16:creationId xmlns:a16="http://schemas.microsoft.com/office/drawing/2014/main" id="{A7AD462A-AF33-48D3-9228-D8F41E8236B0}"/>
                </a:ext>
              </a:extLst>
            </p:cNvPr>
            <p:cNvSpPr/>
            <p:nvPr/>
          </p:nvSpPr>
          <p:spPr>
            <a:xfrm>
              <a:off x="32933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99" name="타원 5698">
              <a:extLst>
                <a:ext uri="{FF2B5EF4-FFF2-40B4-BE49-F238E27FC236}">
                  <a16:creationId xmlns:a16="http://schemas.microsoft.com/office/drawing/2014/main" id="{F36A9301-00CB-4AB8-BD76-D8A506612754}"/>
                </a:ext>
              </a:extLst>
            </p:cNvPr>
            <p:cNvSpPr/>
            <p:nvPr/>
          </p:nvSpPr>
          <p:spPr>
            <a:xfrm>
              <a:off x="34457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0" name="타원 5699">
              <a:extLst>
                <a:ext uri="{FF2B5EF4-FFF2-40B4-BE49-F238E27FC236}">
                  <a16:creationId xmlns:a16="http://schemas.microsoft.com/office/drawing/2014/main" id="{E33A5443-9AF5-49B2-B4B6-D3EB60034FCF}"/>
                </a:ext>
              </a:extLst>
            </p:cNvPr>
            <p:cNvSpPr/>
            <p:nvPr/>
          </p:nvSpPr>
          <p:spPr>
            <a:xfrm>
              <a:off x="35981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1" name="타원 5700">
              <a:extLst>
                <a:ext uri="{FF2B5EF4-FFF2-40B4-BE49-F238E27FC236}">
                  <a16:creationId xmlns:a16="http://schemas.microsoft.com/office/drawing/2014/main" id="{7FCEE70D-E941-4957-B3E6-247CE7FE843D}"/>
                </a:ext>
              </a:extLst>
            </p:cNvPr>
            <p:cNvSpPr/>
            <p:nvPr/>
          </p:nvSpPr>
          <p:spPr>
            <a:xfrm>
              <a:off x="37505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2" name="타원 5701">
              <a:extLst>
                <a:ext uri="{FF2B5EF4-FFF2-40B4-BE49-F238E27FC236}">
                  <a16:creationId xmlns:a16="http://schemas.microsoft.com/office/drawing/2014/main" id="{CE86EF28-2215-49A5-98D0-C01C7AB3DA39}"/>
                </a:ext>
              </a:extLst>
            </p:cNvPr>
            <p:cNvSpPr/>
            <p:nvPr/>
          </p:nvSpPr>
          <p:spPr>
            <a:xfrm>
              <a:off x="39029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3" name="타원 5702">
              <a:extLst>
                <a:ext uri="{FF2B5EF4-FFF2-40B4-BE49-F238E27FC236}">
                  <a16:creationId xmlns:a16="http://schemas.microsoft.com/office/drawing/2014/main" id="{497001DD-C758-4DD5-B288-A85A04ADF503}"/>
                </a:ext>
              </a:extLst>
            </p:cNvPr>
            <p:cNvSpPr/>
            <p:nvPr/>
          </p:nvSpPr>
          <p:spPr>
            <a:xfrm>
              <a:off x="40553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4" name="타원 5703">
              <a:extLst>
                <a:ext uri="{FF2B5EF4-FFF2-40B4-BE49-F238E27FC236}">
                  <a16:creationId xmlns:a16="http://schemas.microsoft.com/office/drawing/2014/main" id="{E97C67E5-D1D7-4CFC-A84D-4CF82099FB3C}"/>
                </a:ext>
              </a:extLst>
            </p:cNvPr>
            <p:cNvSpPr/>
            <p:nvPr/>
          </p:nvSpPr>
          <p:spPr>
            <a:xfrm>
              <a:off x="42077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5" name="타원 5704">
              <a:extLst>
                <a:ext uri="{FF2B5EF4-FFF2-40B4-BE49-F238E27FC236}">
                  <a16:creationId xmlns:a16="http://schemas.microsoft.com/office/drawing/2014/main" id="{AD03D820-C824-4250-9BE1-AE11DFB944C2}"/>
                </a:ext>
              </a:extLst>
            </p:cNvPr>
            <p:cNvSpPr/>
            <p:nvPr/>
          </p:nvSpPr>
          <p:spPr>
            <a:xfrm>
              <a:off x="43601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6" name="타원 5705">
              <a:extLst>
                <a:ext uri="{FF2B5EF4-FFF2-40B4-BE49-F238E27FC236}">
                  <a16:creationId xmlns:a16="http://schemas.microsoft.com/office/drawing/2014/main" id="{C621CE5C-0874-435F-93DE-F3ED53668576}"/>
                </a:ext>
              </a:extLst>
            </p:cNvPr>
            <p:cNvSpPr/>
            <p:nvPr/>
          </p:nvSpPr>
          <p:spPr>
            <a:xfrm>
              <a:off x="45125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7" name="타원 5706">
              <a:extLst>
                <a:ext uri="{FF2B5EF4-FFF2-40B4-BE49-F238E27FC236}">
                  <a16:creationId xmlns:a16="http://schemas.microsoft.com/office/drawing/2014/main" id="{8859FF5C-6716-4AFB-8F70-D16448F11781}"/>
                </a:ext>
              </a:extLst>
            </p:cNvPr>
            <p:cNvSpPr/>
            <p:nvPr/>
          </p:nvSpPr>
          <p:spPr>
            <a:xfrm>
              <a:off x="46649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8" name="타원 5707">
              <a:extLst>
                <a:ext uri="{FF2B5EF4-FFF2-40B4-BE49-F238E27FC236}">
                  <a16:creationId xmlns:a16="http://schemas.microsoft.com/office/drawing/2014/main" id="{B48FA8FE-FDAD-4618-BFC6-1F64E7344A01}"/>
                </a:ext>
              </a:extLst>
            </p:cNvPr>
            <p:cNvSpPr/>
            <p:nvPr/>
          </p:nvSpPr>
          <p:spPr>
            <a:xfrm>
              <a:off x="48173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09" name="타원 5708">
              <a:extLst>
                <a:ext uri="{FF2B5EF4-FFF2-40B4-BE49-F238E27FC236}">
                  <a16:creationId xmlns:a16="http://schemas.microsoft.com/office/drawing/2014/main" id="{0AAEBF2F-59CB-463C-AC4C-78762A2E3304}"/>
                </a:ext>
              </a:extLst>
            </p:cNvPr>
            <p:cNvSpPr/>
            <p:nvPr/>
          </p:nvSpPr>
          <p:spPr>
            <a:xfrm>
              <a:off x="49697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0" name="타원 5709">
              <a:extLst>
                <a:ext uri="{FF2B5EF4-FFF2-40B4-BE49-F238E27FC236}">
                  <a16:creationId xmlns:a16="http://schemas.microsoft.com/office/drawing/2014/main" id="{72E0FEEC-9CEF-47C1-A776-E2DFBA007AE0}"/>
                </a:ext>
              </a:extLst>
            </p:cNvPr>
            <p:cNvSpPr/>
            <p:nvPr/>
          </p:nvSpPr>
          <p:spPr>
            <a:xfrm>
              <a:off x="51221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1" name="타원 5710">
              <a:extLst>
                <a:ext uri="{FF2B5EF4-FFF2-40B4-BE49-F238E27FC236}">
                  <a16:creationId xmlns:a16="http://schemas.microsoft.com/office/drawing/2014/main" id="{A4F8A63E-3143-4440-9852-424653A688F6}"/>
                </a:ext>
              </a:extLst>
            </p:cNvPr>
            <p:cNvSpPr/>
            <p:nvPr/>
          </p:nvSpPr>
          <p:spPr>
            <a:xfrm>
              <a:off x="52745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2" name="타원 5711">
              <a:extLst>
                <a:ext uri="{FF2B5EF4-FFF2-40B4-BE49-F238E27FC236}">
                  <a16:creationId xmlns:a16="http://schemas.microsoft.com/office/drawing/2014/main" id="{6C503A31-8D94-4656-A283-1FCDDD90F7BF}"/>
                </a:ext>
              </a:extLst>
            </p:cNvPr>
            <p:cNvSpPr/>
            <p:nvPr/>
          </p:nvSpPr>
          <p:spPr>
            <a:xfrm>
              <a:off x="54269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3" name="타원 5712">
              <a:extLst>
                <a:ext uri="{FF2B5EF4-FFF2-40B4-BE49-F238E27FC236}">
                  <a16:creationId xmlns:a16="http://schemas.microsoft.com/office/drawing/2014/main" id="{A5198D9A-A4F2-4506-AC34-5B3FB35E7EC0}"/>
                </a:ext>
              </a:extLst>
            </p:cNvPr>
            <p:cNvSpPr/>
            <p:nvPr/>
          </p:nvSpPr>
          <p:spPr>
            <a:xfrm>
              <a:off x="55793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4" name="타원 5713">
              <a:extLst>
                <a:ext uri="{FF2B5EF4-FFF2-40B4-BE49-F238E27FC236}">
                  <a16:creationId xmlns:a16="http://schemas.microsoft.com/office/drawing/2014/main" id="{79C64797-2314-42FA-B25C-86959482AC54}"/>
                </a:ext>
              </a:extLst>
            </p:cNvPr>
            <p:cNvSpPr/>
            <p:nvPr/>
          </p:nvSpPr>
          <p:spPr>
            <a:xfrm>
              <a:off x="5731775" y="289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5" name="타원 5714">
              <a:extLst>
                <a:ext uri="{FF2B5EF4-FFF2-40B4-BE49-F238E27FC236}">
                  <a16:creationId xmlns:a16="http://schemas.microsoft.com/office/drawing/2014/main" id="{2696ABDB-8F46-456B-97D2-6AF5E1839213}"/>
                </a:ext>
              </a:extLst>
            </p:cNvPr>
            <p:cNvSpPr/>
            <p:nvPr/>
          </p:nvSpPr>
          <p:spPr>
            <a:xfrm>
              <a:off x="2453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6" name="타원 5715">
              <a:extLst>
                <a:ext uri="{FF2B5EF4-FFF2-40B4-BE49-F238E27FC236}">
                  <a16:creationId xmlns:a16="http://schemas.microsoft.com/office/drawing/2014/main" id="{BAC1C810-DA1E-49D0-9E66-3834EE081D4D}"/>
                </a:ext>
              </a:extLst>
            </p:cNvPr>
            <p:cNvSpPr/>
            <p:nvPr/>
          </p:nvSpPr>
          <p:spPr>
            <a:xfrm>
              <a:off x="3977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7" name="타원 5716">
              <a:extLst>
                <a:ext uri="{FF2B5EF4-FFF2-40B4-BE49-F238E27FC236}">
                  <a16:creationId xmlns:a16="http://schemas.microsoft.com/office/drawing/2014/main" id="{F553BB02-E551-4742-9828-A199FD9A6BBD}"/>
                </a:ext>
              </a:extLst>
            </p:cNvPr>
            <p:cNvSpPr/>
            <p:nvPr/>
          </p:nvSpPr>
          <p:spPr>
            <a:xfrm>
              <a:off x="5501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8" name="타원 5717">
              <a:extLst>
                <a:ext uri="{FF2B5EF4-FFF2-40B4-BE49-F238E27FC236}">
                  <a16:creationId xmlns:a16="http://schemas.microsoft.com/office/drawing/2014/main" id="{5968CBB8-CFFF-42FA-AAE3-85D5BB7BB269}"/>
                </a:ext>
              </a:extLst>
            </p:cNvPr>
            <p:cNvSpPr/>
            <p:nvPr/>
          </p:nvSpPr>
          <p:spPr>
            <a:xfrm>
              <a:off x="7025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19" name="타원 5718">
              <a:extLst>
                <a:ext uri="{FF2B5EF4-FFF2-40B4-BE49-F238E27FC236}">
                  <a16:creationId xmlns:a16="http://schemas.microsoft.com/office/drawing/2014/main" id="{F853E521-0083-4BE9-823E-8B986159E48B}"/>
                </a:ext>
              </a:extLst>
            </p:cNvPr>
            <p:cNvSpPr/>
            <p:nvPr/>
          </p:nvSpPr>
          <p:spPr>
            <a:xfrm>
              <a:off x="8549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0" name="타원 5719">
              <a:extLst>
                <a:ext uri="{FF2B5EF4-FFF2-40B4-BE49-F238E27FC236}">
                  <a16:creationId xmlns:a16="http://schemas.microsoft.com/office/drawing/2014/main" id="{6281A975-7E7F-4884-A80B-E53027CD8DF1}"/>
                </a:ext>
              </a:extLst>
            </p:cNvPr>
            <p:cNvSpPr/>
            <p:nvPr/>
          </p:nvSpPr>
          <p:spPr>
            <a:xfrm>
              <a:off x="10073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1" name="타원 5720">
              <a:extLst>
                <a:ext uri="{FF2B5EF4-FFF2-40B4-BE49-F238E27FC236}">
                  <a16:creationId xmlns:a16="http://schemas.microsoft.com/office/drawing/2014/main" id="{2D866930-63AC-41A6-B9C1-ED11A2FCBAC3}"/>
                </a:ext>
              </a:extLst>
            </p:cNvPr>
            <p:cNvSpPr/>
            <p:nvPr/>
          </p:nvSpPr>
          <p:spPr>
            <a:xfrm>
              <a:off x="11597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2" name="타원 5721">
              <a:extLst>
                <a:ext uri="{FF2B5EF4-FFF2-40B4-BE49-F238E27FC236}">
                  <a16:creationId xmlns:a16="http://schemas.microsoft.com/office/drawing/2014/main" id="{17F37B5E-D080-4873-9F71-E7BDA3F1468B}"/>
                </a:ext>
              </a:extLst>
            </p:cNvPr>
            <p:cNvSpPr/>
            <p:nvPr/>
          </p:nvSpPr>
          <p:spPr>
            <a:xfrm>
              <a:off x="13121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3" name="타원 5722">
              <a:extLst>
                <a:ext uri="{FF2B5EF4-FFF2-40B4-BE49-F238E27FC236}">
                  <a16:creationId xmlns:a16="http://schemas.microsoft.com/office/drawing/2014/main" id="{410F4F7B-C75A-47A9-B5E7-85CD5DD33044}"/>
                </a:ext>
              </a:extLst>
            </p:cNvPr>
            <p:cNvSpPr/>
            <p:nvPr/>
          </p:nvSpPr>
          <p:spPr>
            <a:xfrm>
              <a:off x="14645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4" name="타원 5723">
              <a:extLst>
                <a:ext uri="{FF2B5EF4-FFF2-40B4-BE49-F238E27FC236}">
                  <a16:creationId xmlns:a16="http://schemas.microsoft.com/office/drawing/2014/main" id="{E42B96AB-A6F0-4C38-A143-9AB853D12B49}"/>
                </a:ext>
              </a:extLst>
            </p:cNvPr>
            <p:cNvSpPr/>
            <p:nvPr/>
          </p:nvSpPr>
          <p:spPr>
            <a:xfrm>
              <a:off x="16169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5" name="타원 5724">
              <a:extLst>
                <a:ext uri="{FF2B5EF4-FFF2-40B4-BE49-F238E27FC236}">
                  <a16:creationId xmlns:a16="http://schemas.microsoft.com/office/drawing/2014/main" id="{A3808693-C3A4-4F2E-9253-F5BF6697B4D0}"/>
                </a:ext>
              </a:extLst>
            </p:cNvPr>
            <p:cNvSpPr/>
            <p:nvPr/>
          </p:nvSpPr>
          <p:spPr>
            <a:xfrm>
              <a:off x="17693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6" name="타원 5725">
              <a:extLst>
                <a:ext uri="{FF2B5EF4-FFF2-40B4-BE49-F238E27FC236}">
                  <a16:creationId xmlns:a16="http://schemas.microsoft.com/office/drawing/2014/main" id="{1DE37A6C-9040-4F50-ABDA-DBE21A326394}"/>
                </a:ext>
              </a:extLst>
            </p:cNvPr>
            <p:cNvSpPr/>
            <p:nvPr/>
          </p:nvSpPr>
          <p:spPr>
            <a:xfrm>
              <a:off x="19217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7" name="타원 5726">
              <a:extLst>
                <a:ext uri="{FF2B5EF4-FFF2-40B4-BE49-F238E27FC236}">
                  <a16:creationId xmlns:a16="http://schemas.microsoft.com/office/drawing/2014/main" id="{EB1F3825-C2B5-4487-A19F-D73EF7556BCA}"/>
                </a:ext>
              </a:extLst>
            </p:cNvPr>
            <p:cNvSpPr/>
            <p:nvPr/>
          </p:nvSpPr>
          <p:spPr>
            <a:xfrm>
              <a:off x="20741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8" name="타원 5727">
              <a:extLst>
                <a:ext uri="{FF2B5EF4-FFF2-40B4-BE49-F238E27FC236}">
                  <a16:creationId xmlns:a16="http://schemas.microsoft.com/office/drawing/2014/main" id="{44B150CF-8B6E-4135-9B2E-DC6C681C6C75}"/>
                </a:ext>
              </a:extLst>
            </p:cNvPr>
            <p:cNvSpPr/>
            <p:nvPr/>
          </p:nvSpPr>
          <p:spPr>
            <a:xfrm>
              <a:off x="22265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29" name="타원 5728">
              <a:extLst>
                <a:ext uri="{FF2B5EF4-FFF2-40B4-BE49-F238E27FC236}">
                  <a16:creationId xmlns:a16="http://schemas.microsoft.com/office/drawing/2014/main" id="{9DD7B866-1678-4053-989A-A46830F4D853}"/>
                </a:ext>
              </a:extLst>
            </p:cNvPr>
            <p:cNvSpPr/>
            <p:nvPr/>
          </p:nvSpPr>
          <p:spPr>
            <a:xfrm>
              <a:off x="23789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0" name="타원 5729">
              <a:extLst>
                <a:ext uri="{FF2B5EF4-FFF2-40B4-BE49-F238E27FC236}">
                  <a16:creationId xmlns:a16="http://schemas.microsoft.com/office/drawing/2014/main" id="{032B5002-7A97-4553-B890-ACA32BCCAFA6}"/>
                </a:ext>
              </a:extLst>
            </p:cNvPr>
            <p:cNvSpPr/>
            <p:nvPr/>
          </p:nvSpPr>
          <p:spPr>
            <a:xfrm>
              <a:off x="25313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1" name="타원 5730">
              <a:extLst>
                <a:ext uri="{FF2B5EF4-FFF2-40B4-BE49-F238E27FC236}">
                  <a16:creationId xmlns:a16="http://schemas.microsoft.com/office/drawing/2014/main" id="{D7E44EE6-9EBD-4704-B8ED-1993EE450B0E}"/>
                </a:ext>
              </a:extLst>
            </p:cNvPr>
            <p:cNvSpPr/>
            <p:nvPr/>
          </p:nvSpPr>
          <p:spPr>
            <a:xfrm>
              <a:off x="26837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2" name="타원 5731">
              <a:extLst>
                <a:ext uri="{FF2B5EF4-FFF2-40B4-BE49-F238E27FC236}">
                  <a16:creationId xmlns:a16="http://schemas.microsoft.com/office/drawing/2014/main" id="{D4E8F70F-8529-4048-983F-C5C33B07D874}"/>
                </a:ext>
              </a:extLst>
            </p:cNvPr>
            <p:cNvSpPr/>
            <p:nvPr/>
          </p:nvSpPr>
          <p:spPr>
            <a:xfrm>
              <a:off x="28361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3" name="타원 5732">
              <a:extLst>
                <a:ext uri="{FF2B5EF4-FFF2-40B4-BE49-F238E27FC236}">
                  <a16:creationId xmlns:a16="http://schemas.microsoft.com/office/drawing/2014/main" id="{7C2BEFDF-5C7A-4687-90A6-2DFCAA303BC7}"/>
                </a:ext>
              </a:extLst>
            </p:cNvPr>
            <p:cNvSpPr/>
            <p:nvPr/>
          </p:nvSpPr>
          <p:spPr>
            <a:xfrm>
              <a:off x="29885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4" name="타원 5733">
              <a:extLst>
                <a:ext uri="{FF2B5EF4-FFF2-40B4-BE49-F238E27FC236}">
                  <a16:creationId xmlns:a16="http://schemas.microsoft.com/office/drawing/2014/main" id="{14C7010A-A79C-4FA5-BBB5-2E466132A638}"/>
                </a:ext>
              </a:extLst>
            </p:cNvPr>
            <p:cNvSpPr/>
            <p:nvPr/>
          </p:nvSpPr>
          <p:spPr>
            <a:xfrm>
              <a:off x="31409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5" name="타원 5734">
              <a:extLst>
                <a:ext uri="{FF2B5EF4-FFF2-40B4-BE49-F238E27FC236}">
                  <a16:creationId xmlns:a16="http://schemas.microsoft.com/office/drawing/2014/main" id="{75A93DED-C7DE-40A9-A277-1FF87C173836}"/>
                </a:ext>
              </a:extLst>
            </p:cNvPr>
            <p:cNvSpPr/>
            <p:nvPr/>
          </p:nvSpPr>
          <p:spPr>
            <a:xfrm>
              <a:off x="32933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6" name="타원 5735">
              <a:extLst>
                <a:ext uri="{FF2B5EF4-FFF2-40B4-BE49-F238E27FC236}">
                  <a16:creationId xmlns:a16="http://schemas.microsoft.com/office/drawing/2014/main" id="{ADA3C7D3-7BFA-4135-A2A4-6CBB9FD02F91}"/>
                </a:ext>
              </a:extLst>
            </p:cNvPr>
            <p:cNvSpPr/>
            <p:nvPr/>
          </p:nvSpPr>
          <p:spPr>
            <a:xfrm>
              <a:off x="34457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7" name="타원 5736">
              <a:extLst>
                <a:ext uri="{FF2B5EF4-FFF2-40B4-BE49-F238E27FC236}">
                  <a16:creationId xmlns:a16="http://schemas.microsoft.com/office/drawing/2014/main" id="{1C453139-7C42-4A6F-9D4B-D6E7267E9320}"/>
                </a:ext>
              </a:extLst>
            </p:cNvPr>
            <p:cNvSpPr/>
            <p:nvPr/>
          </p:nvSpPr>
          <p:spPr>
            <a:xfrm>
              <a:off x="35981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8" name="타원 5737">
              <a:extLst>
                <a:ext uri="{FF2B5EF4-FFF2-40B4-BE49-F238E27FC236}">
                  <a16:creationId xmlns:a16="http://schemas.microsoft.com/office/drawing/2014/main" id="{C379DFBF-522B-4BAA-8284-C8099C8BC8DF}"/>
                </a:ext>
              </a:extLst>
            </p:cNvPr>
            <p:cNvSpPr/>
            <p:nvPr/>
          </p:nvSpPr>
          <p:spPr>
            <a:xfrm>
              <a:off x="37505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39" name="타원 5738">
              <a:extLst>
                <a:ext uri="{FF2B5EF4-FFF2-40B4-BE49-F238E27FC236}">
                  <a16:creationId xmlns:a16="http://schemas.microsoft.com/office/drawing/2014/main" id="{F45804FF-643A-40A1-8BC1-C3C65B849792}"/>
                </a:ext>
              </a:extLst>
            </p:cNvPr>
            <p:cNvSpPr/>
            <p:nvPr/>
          </p:nvSpPr>
          <p:spPr>
            <a:xfrm>
              <a:off x="39029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0" name="타원 5739">
              <a:extLst>
                <a:ext uri="{FF2B5EF4-FFF2-40B4-BE49-F238E27FC236}">
                  <a16:creationId xmlns:a16="http://schemas.microsoft.com/office/drawing/2014/main" id="{151A1EE3-67EB-4D55-9F84-F0CE9AEF3A13}"/>
                </a:ext>
              </a:extLst>
            </p:cNvPr>
            <p:cNvSpPr/>
            <p:nvPr/>
          </p:nvSpPr>
          <p:spPr>
            <a:xfrm>
              <a:off x="40553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1" name="타원 5740">
              <a:extLst>
                <a:ext uri="{FF2B5EF4-FFF2-40B4-BE49-F238E27FC236}">
                  <a16:creationId xmlns:a16="http://schemas.microsoft.com/office/drawing/2014/main" id="{8D637C3B-2684-45F9-9709-F0A08303B527}"/>
                </a:ext>
              </a:extLst>
            </p:cNvPr>
            <p:cNvSpPr/>
            <p:nvPr/>
          </p:nvSpPr>
          <p:spPr>
            <a:xfrm>
              <a:off x="42077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2" name="타원 5741">
              <a:extLst>
                <a:ext uri="{FF2B5EF4-FFF2-40B4-BE49-F238E27FC236}">
                  <a16:creationId xmlns:a16="http://schemas.microsoft.com/office/drawing/2014/main" id="{9B8DBAFB-B360-4488-BC83-6914F80C63B6}"/>
                </a:ext>
              </a:extLst>
            </p:cNvPr>
            <p:cNvSpPr/>
            <p:nvPr/>
          </p:nvSpPr>
          <p:spPr>
            <a:xfrm>
              <a:off x="43601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3" name="타원 5742">
              <a:extLst>
                <a:ext uri="{FF2B5EF4-FFF2-40B4-BE49-F238E27FC236}">
                  <a16:creationId xmlns:a16="http://schemas.microsoft.com/office/drawing/2014/main" id="{B3AF0431-A1B1-4B2A-8A6D-63D862236F4E}"/>
                </a:ext>
              </a:extLst>
            </p:cNvPr>
            <p:cNvSpPr/>
            <p:nvPr/>
          </p:nvSpPr>
          <p:spPr>
            <a:xfrm>
              <a:off x="45125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4" name="타원 5743">
              <a:extLst>
                <a:ext uri="{FF2B5EF4-FFF2-40B4-BE49-F238E27FC236}">
                  <a16:creationId xmlns:a16="http://schemas.microsoft.com/office/drawing/2014/main" id="{958B0096-1510-41DB-9AFA-81B18F23CEA8}"/>
                </a:ext>
              </a:extLst>
            </p:cNvPr>
            <p:cNvSpPr/>
            <p:nvPr/>
          </p:nvSpPr>
          <p:spPr>
            <a:xfrm>
              <a:off x="46649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5" name="타원 5744">
              <a:extLst>
                <a:ext uri="{FF2B5EF4-FFF2-40B4-BE49-F238E27FC236}">
                  <a16:creationId xmlns:a16="http://schemas.microsoft.com/office/drawing/2014/main" id="{21C74579-B2CE-42D9-A11A-6F2F8B4B36E3}"/>
                </a:ext>
              </a:extLst>
            </p:cNvPr>
            <p:cNvSpPr/>
            <p:nvPr/>
          </p:nvSpPr>
          <p:spPr>
            <a:xfrm>
              <a:off x="48173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6" name="타원 5745">
              <a:extLst>
                <a:ext uri="{FF2B5EF4-FFF2-40B4-BE49-F238E27FC236}">
                  <a16:creationId xmlns:a16="http://schemas.microsoft.com/office/drawing/2014/main" id="{178A4F2A-9437-4936-9A90-A04FA7488B41}"/>
                </a:ext>
              </a:extLst>
            </p:cNvPr>
            <p:cNvSpPr/>
            <p:nvPr/>
          </p:nvSpPr>
          <p:spPr>
            <a:xfrm>
              <a:off x="49697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7" name="타원 5746">
              <a:extLst>
                <a:ext uri="{FF2B5EF4-FFF2-40B4-BE49-F238E27FC236}">
                  <a16:creationId xmlns:a16="http://schemas.microsoft.com/office/drawing/2014/main" id="{0CCA6D53-5046-44EE-AAB0-E2A7B61839E4}"/>
                </a:ext>
              </a:extLst>
            </p:cNvPr>
            <p:cNvSpPr/>
            <p:nvPr/>
          </p:nvSpPr>
          <p:spPr>
            <a:xfrm>
              <a:off x="51221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8" name="타원 5747">
              <a:extLst>
                <a:ext uri="{FF2B5EF4-FFF2-40B4-BE49-F238E27FC236}">
                  <a16:creationId xmlns:a16="http://schemas.microsoft.com/office/drawing/2014/main" id="{0E7947F4-F497-4618-92FE-F475DB8E3F11}"/>
                </a:ext>
              </a:extLst>
            </p:cNvPr>
            <p:cNvSpPr/>
            <p:nvPr/>
          </p:nvSpPr>
          <p:spPr>
            <a:xfrm>
              <a:off x="52745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49" name="타원 5748">
              <a:extLst>
                <a:ext uri="{FF2B5EF4-FFF2-40B4-BE49-F238E27FC236}">
                  <a16:creationId xmlns:a16="http://schemas.microsoft.com/office/drawing/2014/main" id="{E86AB857-4436-4E19-ADF1-97FDE9EA8D41}"/>
                </a:ext>
              </a:extLst>
            </p:cNvPr>
            <p:cNvSpPr/>
            <p:nvPr/>
          </p:nvSpPr>
          <p:spPr>
            <a:xfrm>
              <a:off x="54269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0" name="타원 5749">
              <a:extLst>
                <a:ext uri="{FF2B5EF4-FFF2-40B4-BE49-F238E27FC236}">
                  <a16:creationId xmlns:a16="http://schemas.microsoft.com/office/drawing/2014/main" id="{8CC8A122-4E00-4E78-8BAC-32321812FAFC}"/>
                </a:ext>
              </a:extLst>
            </p:cNvPr>
            <p:cNvSpPr/>
            <p:nvPr/>
          </p:nvSpPr>
          <p:spPr>
            <a:xfrm>
              <a:off x="55793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1" name="타원 5750">
              <a:extLst>
                <a:ext uri="{FF2B5EF4-FFF2-40B4-BE49-F238E27FC236}">
                  <a16:creationId xmlns:a16="http://schemas.microsoft.com/office/drawing/2014/main" id="{02CFDEF5-124C-4E8F-AEB9-BBA2C33053CE}"/>
                </a:ext>
              </a:extLst>
            </p:cNvPr>
            <p:cNvSpPr/>
            <p:nvPr/>
          </p:nvSpPr>
          <p:spPr>
            <a:xfrm>
              <a:off x="5731775" y="304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2" name="타원 5751">
              <a:extLst>
                <a:ext uri="{FF2B5EF4-FFF2-40B4-BE49-F238E27FC236}">
                  <a16:creationId xmlns:a16="http://schemas.microsoft.com/office/drawing/2014/main" id="{B7ADA204-5AC0-4FEC-8580-230CF887E16B}"/>
                </a:ext>
              </a:extLst>
            </p:cNvPr>
            <p:cNvSpPr/>
            <p:nvPr/>
          </p:nvSpPr>
          <p:spPr>
            <a:xfrm>
              <a:off x="2453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3" name="타원 5752">
              <a:extLst>
                <a:ext uri="{FF2B5EF4-FFF2-40B4-BE49-F238E27FC236}">
                  <a16:creationId xmlns:a16="http://schemas.microsoft.com/office/drawing/2014/main" id="{1B0F6AD7-5992-4624-8B16-840E95AE7E9F}"/>
                </a:ext>
              </a:extLst>
            </p:cNvPr>
            <p:cNvSpPr/>
            <p:nvPr/>
          </p:nvSpPr>
          <p:spPr>
            <a:xfrm>
              <a:off x="3977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4" name="타원 5753">
              <a:extLst>
                <a:ext uri="{FF2B5EF4-FFF2-40B4-BE49-F238E27FC236}">
                  <a16:creationId xmlns:a16="http://schemas.microsoft.com/office/drawing/2014/main" id="{9616D393-D12A-4804-ADE4-B64EB4588F64}"/>
                </a:ext>
              </a:extLst>
            </p:cNvPr>
            <p:cNvSpPr/>
            <p:nvPr/>
          </p:nvSpPr>
          <p:spPr>
            <a:xfrm>
              <a:off x="5501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5" name="타원 5754">
              <a:extLst>
                <a:ext uri="{FF2B5EF4-FFF2-40B4-BE49-F238E27FC236}">
                  <a16:creationId xmlns:a16="http://schemas.microsoft.com/office/drawing/2014/main" id="{F9FAB434-A317-478E-815E-3CF102777F13}"/>
                </a:ext>
              </a:extLst>
            </p:cNvPr>
            <p:cNvSpPr/>
            <p:nvPr/>
          </p:nvSpPr>
          <p:spPr>
            <a:xfrm>
              <a:off x="7025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6" name="타원 5755">
              <a:extLst>
                <a:ext uri="{FF2B5EF4-FFF2-40B4-BE49-F238E27FC236}">
                  <a16:creationId xmlns:a16="http://schemas.microsoft.com/office/drawing/2014/main" id="{8168F666-01F3-4447-97E5-93A2F2786E8C}"/>
                </a:ext>
              </a:extLst>
            </p:cNvPr>
            <p:cNvSpPr/>
            <p:nvPr/>
          </p:nvSpPr>
          <p:spPr>
            <a:xfrm>
              <a:off x="8549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7" name="타원 5756">
              <a:extLst>
                <a:ext uri="{FF2B5EF4-FFF2-40B4-BE49-F238E27FC236}">
                  <a16:creationId xmlns:a16="http://schemas.microsoft.com/office/drawing/2014/main" id="{3250C19F-148F-4C97-B732-613045FE63AE}"/>
                </a:ext>
              </a:extLst>
            </p:cNvPr>
            <p:cNvSpPr/>
            <p:nvPr/>
          </p:nvSpPr>
          <p:spPr>
            <a:xfrm>
              <a:off x="10073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8" name="타원 5757">
              <a:extLst>
                <a:ext uri="{FF2B5EF4-FFF2-40B4-BE49-F238E27FC236}">
                  <a16:creationId xmlns:a16="http://schemas.microsoft.com/office/drawing/2014/main" id="{8B4AD578-4950-4E64-9C5B-17B0E1797BEC}"/>
                </a:ext>
              </a:extLst>
            </p:cNvPr>
            <p:cNvSpPr/>
            <p:nvPr/>
          </p:nvSpPr>
          <p:spPr>
            <a:xfrm>
              <a:off x="11597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9" name="타원 5758">
              <a:extLst>
                <a:ext uri="{FF2B5EF4-FFF2-40B4-BE49-F238E27FC236}">
                  <a16:creationId xmlns:a16="http://schemas.microsoft.com/office/drawing/2014/main" id="{08B171CB-3716-41A8-9028-DE758C71CADF}"/>
                </a:ext>
              </a:extLst>
            </p:cNvPr>
            <p:cNvSpPr/>
            <p:nvPr/>
          </p:nvSpPr>
          <p:spPr>
            <a:xfrm>
              <a:off x="13121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0" name="타원 5759">
              <a:extLst>
                <a:ext uri="{FF2B5EF4-FFF2-40B4-BE49-F238E27FC236}">
                  <a16:creationId xmlns:a16="http://schemas.microsoft.com/office/drawing/2014/main" id="{2C7D88E2-9EF6-4098-AA4F-EB46A0B2F114}"/>
                </a:ext>
              </a:extLst>
            </p:cNvPr>
            <p:cNvSpPr/>
            <p:nvPr/>
          </p:nvSpPr>
          <p:spPr>
            <a:xfrm>
              <a:off x="14645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1" name="타원 5760">
              <a:extLst>
                <a:ext uri="{FF2B5EF4-FFF2-40B4-BE49-F238E27FC236}">
                  <a16:creationId xmlns:a16="http://schemas.microsoft.com/office/drawing/2014/main" id="{69D85B15-8F69-4741-8626-0A9BB1746620}"/>
                </a:ext>
              </a:extLst>
            </p:cNvPr>
            <p:cNvSpPr/>
            <p:nvPr/>
          </p:nvSpPr>
          <p:spPr>
            <a:xfrm>
              <a:off x="16169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2" name="타원 5761">
              <a:extLst>
                <a:ext uri="{FF2B5EF4-FFF2-40B4-BE49-F238E27FC236}">
                  <a16:creationId xmlns:a16="http://schemas.microsoft.com/office/drawing/2014/main" id="{6F1F24B5-5257-4BBF-8DDB-8A8EB4DFDBB2}"/>
                </a:ext>
              </a:extLst>
            </p:cNvPr>
            <p:cNvSpPr/>
            <p:nvPr/>
          </p:nvSpPr>
          <p:spPr>
            <a:xfrm>
              <a:off x="17693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3" name="타원 5762">
              <a:extLst>
                <a:ext uri="{FF2B5EF4-FFF2-40B4-BE49-F238E27FC236}">
                  <a16:creationId xmlns:a16="http://schemas.microsoft.com/office/drawing/2014/main" id="{933AD805-09DF-496A-A98E-4C3316462ECE}"/>
                </a:ext>
              </a:extLst>
            </p:cNvPr>
            <p:cNvSpPr/>
            <p:nvPr/>
          </p:nvSpPr>
          <p:spPr>
            <a:xfrm>
              <a:off x="19217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4" name="타원 5763">
              <a:extLst>
                <a:ext uri="{FF2B5EF4-FFF2-40B4-BE49-F238E27FC236}">
                  <a16:creationId xmlns:a16="http://schemas.microsoft.com/office/drawing/2014/main" id="{1E96AFEE-8E4E-475B-A1EF-B2674000BC0F}"/>
                </a:ext>
              </a:extLst>
            </p:cNvPr>
            <p:cNvSpPr/>
            <p:nvPr/>
          </p:nvSpPr>
          <p:spPr>
            <a:xfrm>
              <a:off x="20741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5" name="타원 5764">
              <a:extLst>
                <a:ext uri="{FF2B5EF4-FFF2-40B4-BE49-F238E27FC236}">
                  <a16:creationId xmlns:a16="http://schemas.microsoft.com/office/drawing/2014/main" id="{91DE97F4-0B5C-4DC8-B1D3-B529074FB2FA}"/>
                </a:ext>
              </a:extLst>
            </p:cNvPr>
            <p:cNvSpPr/>
            <p:nvPr/>
          </p:nvSpPr>
          <p:spPr>
            <a:xfrm>
              <a:off x="22265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6" name="타원 5765">
              <a:extLst>
                <a:ext uri="{FF2B5EF4-FFF2-40B4-BE49-F238E27FC236}">
                  <a16:creationId xmlns:a16="http://schemas.microsoft.com/office/drawing/2014/main" id="{F2CFFADB-EAB4-4465-AF85-6D020C00A30C}"/>
                </a:ext>
              </a:extLst>
            </p:cNvPr>
            <p:cNvSpPr/>
            <p:nvPr/>
          </p:nvSpPr>
          <p:spPr>
            <a:xfrm>
              <a:off x="23789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7" name="타원 5766">
              <a:extLst>
                <a:ext uri="{FF2B5EF4-FFF2-40B4-BE49-F238E27FC236}">
                  <a16:creationId xmlns:a16="http://schemas.microsoft.com/office/drawing/2014/main" id="{F5B9D9DB-AACF-4C9A-A894-E7B838CA9801}"/>
                </a:ext>
              </a:extLst>
            </p:cNvPr>
            <p:cNvSpPr/>
            <p:nvPr/>
          </p:nvSpPr>
          <p:spPr>
            <a:xfrm>
              <a:off x="25313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8" name="타원 5767">
              <a:extLst>
                <a:ext uri="{FF2B5EF4-FFF2-40B4-BE49-F238E27FC236}">
                  <a16:creationId xmlns:a16="http://schemas.microsoft.com/office/drawing/2014/main" id="{D477C11F-D146-46AF-8AC1-A3B2ECBD2B50}"/>
                </a:ext>
              </a:extLst>
            </p:cNvPr>
            <p:cNvSpPr/>
            <p:nvPr/>
          </p:nvSpPr>
          <p:spPr>
            <a:xfrm>
              <a:off x="26837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69" name="타원 5768">
              <a:extLst>
                <a:ext uri="{FF2B5EF4-FFF2-40B4-BE49-F238E27FC236}">
                  <a16:creationId xmlns:a16="http://schemas.microsoft.com/office/drawing/2014/main" id="{6C406FF4-47CA-4808-830A-FF79C84F5376}"/>
                </a:ext>
              </a:extLst>
            </p:cNvPr>
            <p:cNvSpPr/>
            <p:nvPr/>
          </p:nvSpPr>
          <p:spPr>
            <a:xfrm>
              <a:off x="28361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0" name="타원 5769">
              <a:extLst>
                <a:ext uri="{FF2B5EF4-FFF2-40B4-BE49-F238E27FC236}">
                  <a16:creationId xmlns:a16="http://schemas.microsoft.com/office/drawing/2014/main" id="{CADAC803-4CEB-4E0F-A499-34723CDEADF2}"/>
                </a:ext>
              </a:extLst>
            </p:cNvPr>
            <p:cNvSpPr/>
            <p:nvPr/>
          </p:nvSpPr>
          <p:spPr>
            <a:xfrm>
              <a:off x="29885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1" name="타원 5770">
              <a:extLst>
                <a:ext uri="{FF2B5EF4-FFF2-40B4-BE49-F238E27FC236}">
                  <a16:creationId xmlns:a16="http://schemas.microsoft.com/office/drawing/2014/main" id="{EA694D19-F56C-4F84-95BF-9AE419113C31}"/>
                </a:ext>
              </a:extLst>
            </p:cNvPr>
            <p:cNvSpPr/>
            <p:nvPr/>
          </p:nvSpPr>
          <p:spPr>
            <a:xfrm>
              <a:off x="31409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2" name="타원 5771">
              <a:extLst>
                <a:ext uri="{FF2B5EF4-FFF2-40B4-BE49-F238E27FC236}">
                  <a16:creationId xmlns:a16="http://schemas.microsoft.com/office/drawing/2014/main" id="{0E2EC5C2-249A-4533-B2B1-436F9917772B}"/>
                </a:ext>
              </a:extLst>
            </p:cNvPr>
            <p:cNvSpPr/>
            <p:nvPr/>
          </p:nvSpPr>
          <p:spPr>
            <a:xfrm>
              <a:off x="32933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3" name="타원 5772">
              <a:extLst>
                <a:ext uri="{FF2B5EF4-FFF2-40B4-BE49-F238E27FC236}">
                  <a16:creationId xmlns:a16="http://schemas.microsoft.com/office/drawing/2014/main" id="{930D1380-FE56-401C-BBF3-0072153E2CD7}"/>
                </a:ext>
              </a:extLst>
            </p:cNvPr>
            <p:cNvSpPr/>
            <p:nvPr/>
          </p:nvSpPr>
          <p:spPr>
            <a:xfrm>
              <a:off x="34457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4" name="타원 5773">
              <a:extLst>
                <a:ext uri="{FF2B5EF4-FFF2-40B4-BE49-F238E27FC236}">
                  <a16:creationId xmlns:a16="http://schemas.microsoft.com/office/drawing/2014/main" id="{2E434C5B-EA2A-4EE9-974C-EB18467F45C5}"/>
                </a:ext>
              </a:extLst>
            </p:cNvPr>
            <p:cNvSpPr/>
            <p:nvPr/>
          </p:nvSpPr>
          <p:spPr>
            <a:xfrm>
              <a:off x="35981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5" name="타원 5774">
              <a:extLst>
                <a:ext uri="{FF2B5EF4-FFF2-40B4-BE49-F238E27FC236}">
                  <a16:creationId xmlns:a16="http://schemas.microsoft.com/office/drawing/2014/main" id="{8B781527-BF4E-4A83-9A0C-849DFC4ED0E5}"/>
                </a:ext>
              </a:extLst>
            </p:cNvPr>
            <p:cNvSpPr/>
            <p:nvPr/>
          </p:nvSpPr>
          <p:spPr>
            <a:xfrm>
              <a:off x="37505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6" name="타원 5775">
              <a:extLst>
                <a:ext uri="{FF2B5EF4-FFF2-40B4-BE49-F238E27FC236}">
                  <a16:creationId xmlns:a16="http://schemas.microsoft.com/office/drawing/2014/main" id="{5F8C5195-EBE6-4EF9-9833-7C801AE4C474}"/>
                </a:ext>
              </a:extLst>
            </p:cNvPr>
            <p:cNvSpPr/>
            <p:nvPr/>
          </p:nvSpPr>
          <p:spPr>
            <a:xfrm>
              <a:off x="39029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7" name="타원 5776">
              <a:extLst>
                <a:ext uri="{FF2B5EF4-FFF2-40B4-BE49-F238E27FC236}">
                  <a16:creationId xmlns:a16="http://schemas.microsoft.com/office/drawing/2014/main" id="{33531226-105C-494B-9F1F-6EFABFA3F43F}"/>
                </a:ext>
              </a:extLst>
            </p:cNvPr>
            <p:cNvSpPr/>
            <p:nvPr/>
          </p:nvSpPr>
          <p:spPr>
            <a:xfrm>
              <a:off x="40553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8" name="타원 5777">
              <a:extLst>
                <a:ext uri="{FF2B5EF4-FFF2-40B4-BE49-F238E27FC236}">
                  <a16:creationId xmlns:a16="http://schemas.microsoft.com/office/drawing/2014/main" id="{FE4D1F6B-D486-42EA-ABBF-782472301135}"/>
                </a:ext>
              </a:extLst>
            </p:cNvPr>
            <p:cNvSpPr/>
            <p:nvPr/>
          </p:nvSpPr>
          <p:spPr>
            <a:xfrm>
              <a:off x="42077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79" name="타원 5778">
              <a:extLst>
                <a:ext uri="{FF2B5EF4-FFF2-40B4-BE49-F238E27FC236}">
                  <a16:creationId xmlns:a16="http://schemas.microsoft.com/office/drawing/2014/main" id="{EC17B1E2-9A45-483F-9F66-B0AEBC2925E7}"/>
                </a:ext>
              </a:extLst>
            </p:cNvPr>
            <p:cNvSpPr/>
            <p:nvPr/>
          </p:nvSpPr>
          <p:spPr>
            <a:xfrm>
              <a:off x="43601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0" name="타원 5779">
              <a:extLst>
                <a:ext uri="{FF2B5EF4-FFF2-40B4-BE49-F238E27FC236}">
                  <a16:creationId xmlns:a16="http://schemas.microsoft.com/office/drawing/2014/main" id="{FD6086E5-5E0F-4A76-B1FF-037E6FD23C5F}"/>
                </a:ext>
              </a:extLst>
            </p:cNvPr>
            <p:cNvSpPr/>
            <p:nvPr/>
          </p:nvSpPr>
          <p:spPr>
            <a:xfrm>
              <a:off x="45125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1" name="타원 5780">
              <a:extLst>
                <a:ext uri="{FF2B5EF4-FFF2-40B4-BE49-F238E27FC236}">
                  <a16:creationId xmlns:a16="http://schemas.microsoft.com/office/drawing/2014/main" id="{41C64360-8F9F-4313-9811-9D8A6D988302}"/>
                </a:ext>
              </a:extLst>
            </p:cNvPr>
            <p:cNvSpPr/>
            <p:nvPr/>
          </p:nvSpPr>
          <p:spPr>
            <a:xfrm>
              <a:off x="46649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2" name="타원 5781">
              <a:extLst>
                <a:ext uri="{FF2B5EF4-FFF2-40B4-BE49-F238E27FC236}">
                  <a16:creationId xmlns:a16="http://schemas.microsoft.com/office/drawing/2014/main" id="{4778427A-B7A4-4A70-AB59-5DF0B4290D59}"/>
                </a:ext>
              </a:extLst>
            </p:cNvPr>
            <p:cNvSpPr/>
            <p:nvPr/>
          </p:nvSpPr>
          <p:spPr>
            <a:xfrm>
              <a:off x="48173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3" name="타원 5782">
              <a:extLst>
                <a:ext uri="{FF2B5EF4-FFF2-40B4-BE49-F238E27FC236}">
                  <a16:creationId xmlns:a16="http://schemas.microsoft.com/office/drawing/2014/main" id="{4C480FB5-56E7-4A3C-A3F1-264C5C6771F6}"/>
                </a:ext>
              </a:extLst>
            </p:cNvPr>
            <p:cNvSpPr/>
            <p:nvPr/>
          </p:nvSpPr>
          <p:spPr>
            <a:xfrm>
              <a:off x="49697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4" name="타원 5783">
              <a:extLst>
                <a:ext uri="{FF2B5EF4-FFF2-40B4-BE49-F238E27FC236}">
                  <a16:creationId xmlns:a16="http://schemas.microsoft.com/office/drawing/2014/main" id="{4313D94B-9B41-4603-931E-800B7BBD13DB}"/>
                </a:ext>
              </a:extLst>
            </p:cNvPr>
            <p:cNvSpPr/>
            <p:nvPr/>
          </p:nvSpPr>
          <p:spPr>
            <a:xfrm>
              <a:off x="51221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5" name="타원 5784">
              <a:extLst>
                <a:ext uri="{FF2B5EF4-FFF2-40B4-BE49-F238E27FC236}">
                  <a16:creationId xmlns:a16="http://schemas.microsoft.com/office/drawing/2014/main" id="{7A92FD3D-4998-4C73-9AC7-BD4C06861611}"/>
                </a:ext>
              </a:extLst>
            </p:cNvPr>
            <p:cNvSpPr/>
            <p:nvPr/>
          </p:nvSpPr>
          <p:spPr>
            <a:xfrm>
              <a:off x="52745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6" name="타원 5785">
              <a:extLst>
                <a:ext uri="{FF2B5EF4-FFF2-40B4-BE49-F238E27FC236}">
                  <a16:creationId xmlns:a16="http://schemas.microsoft.com/office/drawing/2014/main" id="{CD65FCC8-BA82-447A-82C8-47B3BA2EB3AE}"/>
                </a:ext>
              </a:extLst>
            </p:cNvPr>
            <p:cNvSpPr/>
            <p:nvPr/>
          </p:nvSpPr>
          <p:spPr>
            <a:xfrm>
              <a:off x="54269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7" name="타원 5786">
              <a:extLst>
                <a:ext uri="{FF2B5EF4-FFF2-40B4-BE49-F238E27FC236}">
                  <a16:creationId xmlns:a16="http://schemas.microsoft.com/office/drawing/2014/main" id="{0B2E3255-12D4-478E-B8A3-4A8C19C749B9}"/>
                </a:ext>
              </a:extLst>
            </p:cNvPr>
            <p:cNvSpPr/>
            <p:nvPr/>
          </p:nvSpPr>
          <p:spPr>
            <a:xfrm>
              <a:off x="55793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8" name="타원 5787">
              <a:extLst>
                <a:ext uri="{FF2B5EF4-FFF2-40B4-BE49-F238E27FC236}">
                  <a16:creationId xmlns:a16="http://schemas.microsoft.com/office/drawing/2014/main" id="{346C3C54-7B9B-4618-B147-74F195E01929}"/>
                </a:ext>
              </a:extLst>
            </p:cNvPr>
            <p:cNvSpPr/>
            <p:nvPr/>
          </p:nvSpPr>
          <p:spPr>
            <a:xfrm>
              <a:off x="5731775" y="319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89" name="타원 5788">
              <a:extLst>
                <a:ext uri="{FF2B5EF4-FFF2-40B4-BE49-F238E27FC236}">
                  <a16:creationId xmlns:a16="http://schemas.microsoft.com/office/drawing/2014/main" id="{9E1B2DDC-A070-4069-901C-9C2F228E61CD}"/>
                </a:ext>
              </a:extLst>
            </p:cNvPr>
            <p:cNvSpPr/>
            <p:nvPr/>
          </p:nvSpPr>
          <p:spPr>
            <a:xfrm>
              <a:off x="2453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0" name="타원 5789">
              <a:extLst>
                <a:ext uri="{FF2B5EF4-FFF2-40B4-BE49-F238E27FC236}">
                  <a16:creationId xmlns:a16="http://schemas.microsoft.com/office/drawing/2014/main" id="{EA7D8CA8-3E8E-4786-9E8D-35442EF3CFF0}"/>
                </a:ext>
              </a:extLst>
            </p:cNvPr>
            <p:cNvSpPr/>
            <p:nvPr/>
          </p:nvSpPr>
          <p:spPr>
            <a:xfrm>
              <a:off x="3977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1" name="타원 5790">
              <a:extLst>
                <a:ext uri="{FF2B5EF4-FFF2-40B4-BE49-F238E27FC236}">
                  <a16:creationId xmlns:a16="http://schemas.microsoft.com/office/drawing/2014/main" id="{43899107-D165-4478-BDD6-B9EF72D9E911}"/>
                </a:ext>
              </a:extLst>
            </p:cNvPr>
            <p:cNvSpPr/>
            <p:nvPr/>
          </p:nvSpPr>
          <p:spPr>
            <a:xfrm>
              <a:off x="5501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2" name="타원 5791">
              <a:extLst>
                <a:ext uri="{FF2B5EF4-FFF2-40B4-BE49-F238E27FC236}">
                  <a16:creationId xmlns:a16="http://schemas.microsoft.com/office/drawing/2014/main" id="{1D97A52E-734E-4DBD-8706-63EB75C2EA9C}"/>
                </a:ext>
              </a:extLst>
            </p:cNvPr>
            <p:cNvSpPr/>
            <p:nvPr/>
          </p:nvSpPr>
          <p:spPr>
            <a:xfrm>
              <a:off x="7025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3" name="타원 5792">
              <a:extLst>
                <a:ext uri="{FF2B5EF4-FFF2-40B4-BE49-F238E27FC236}">
                  <a16:creationId xmlns:a16="http://schemas.microsoft.com/office/drawing/2014/main" id="{1D0D86FF-AA64-417D-A6EA-49F96FADA055}"/>
                </a:ext>
              </a:extLst>
            </p:cNvPr>
            <p:cNvSpPr/>
            <p:nvPr/>
          </p:nvSpPr>
          <p:spPr>
            <a:xfrm>
              <a:off x="8549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4" name="타원 5793">
              <a:extLst>
                <a:ext uri="{FF2B5EF4-FFF2-40B4-BE49-F238E27FC236}">
                  <a16:creationId xmlns:a16="http://schemas.microsoft.com/office/drawing/2014/main" id="{B39BC9B1-AF0B-4503-AB57-2D9F33439EDB}"/>
                </a:ext>
              </a:extLst>
            </p:cNvPr>
            <p:cNvSpPr/>
            <p:nvPr/>
          </p:nvSpPr>
          <p:spPr>
            <a:xfrm>
              <a:off x="10073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5" name="타원 5794">
              <a:extLst>
                <a:ext uri="{FF2B5EF4-FFF2-40B4-BE49-F238E27FC236}">
                  <a16:creationId xmlns:a16="http://schemas.microsoft.com/office/drawing/2014/main" id="{09325F96-47D8-479F-BE56-D009C4897987}"/>
                </a:ext>
              </a:extLst>
            </p:cNvPr>
            <p:cNvSpPr/>
            <p:nvPr/>
          </p:nvSpPr>
          <p:spPr>
            <a:xfrm>
              <a:off x="11597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6" name="타원 5795">
              <a:extLst>
                <a:ext uri="{FF2B5EF4-FFF2-40B4-BE49-F238E27FC236}">
                  <a16:creationId xmlns:a16="http://schemas.microsoft.com/office/drawing/2014/main" id="{6B575BDB-3581-4841-ABD2-489956D6FE2D}"/>
                </a:ext>
              </a:extLst>
            </p:cNvPr>
            <p:cNvSpPr/>
            <p:nvPr/>
          </p:nvSpPr>
          <p:spPr>
            <a:xfrm>
              <a:off x="13121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7" name="타원 5796">
              <a:extLst>
                <a:ext uri="{FF2B5EF4-FFF2-40B4-BE49-F238E27FC236}">
                  <a16:creationId xmlns:a16="http://schemas.microsoft.com/office/drawing/2014/main" id="{CAB863AF-47D3-41BB-99BC-8499309F15BC}"/>
                </a:ext>
              </a:extLst>
            </p:cNvPr>
            <p:cNvSpPr/>
            <p:nvPr/>
          </p:nvSpPr>
          <p:spPr>
            <a:xfrm>
              <a:off x="14645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8" name="타원 5797">
              <a:extLst>
                <a:ext uri="{FF2B5EF4-FFF2-40B4-BE49-F238E27FC236}">
                  <a16:creationId xmlns:a16="http://schemas.microsoft.com/office/drawing/2014/main" id="{6848674B-5496-454A-ACB0-E10284EC408A}"/>
                </a:ext>
              </a:extLst>
            </p:cNvPr>
            <p:cNvSpPr/>
            <p:nvPr/>
          </p:nvSpPr>
          <p:spPr>
            <a:xfrm>
              <a:off x="16169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99" name="타원 5798">
              <a:extLst>
                <a:ext uri="{FF2B5EF4-FFF2-40B4-BE49-F238E27FC236}">
                  <a16:creationId xmlns:a16="http://schemas.microsoft.com/office/drawing/2014/main" id="{4B04FDF4-2656-49CE-B709-06EFFF195339}"/>
                </a:ext>
              </a:extLst>
            </p:cNvPr>
            <p:cNvSpPr/>
            <p:nvPr/>
          </p:nvSpPr>
          <p:spPr>
            <a:xfrm>
              <a:off x="17693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0" name="타원 5799">
              <a:extLst>
                <a:ext uri="{FF2B5EF4-FFF2-40B4-BE49-F238E27FC236}">
                  <a16:creationId xmlns:a16="http://schemas.microsoft.com/office/drawing/2014/main" id="{BA7D55F3-06B7-4117-B691-993A19ED1BC1}"/>
                </a:ext>
              </a:extLst>
            </p:cNvPr>
            <p:cNvSpPr/>
            <p:nvPr/>
          </p:nvSpPr>
          <p:spPr>
            <a:xfrm>
              <a:off x="19217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1" name="타원 5800">
              <a:extLst>
                <a:ext uri="{FF2B5EF4-FFF2-40B4-BE49-F238E27FC236}">
                  <a16:creationId xmlns:a16="http://schemas.microsoft.com/office/drawing/2014/main" id="{22921BC5-F270-4E13-A82C-467BFF7797E4}"/>
                </a:ext>
              </a:extLst>
            </p:cNvPr>
            <p:cNvSpPr/>
            <p:nvPr/>
          </p:nvSpPr>
          <p:spPr>
            <a:xfrm>
              <a:off x="20741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2" name="타원 5801">
              <a:extLst>
                <a:ext uri="{FF2B5EF4-FFF2-40B4-BE49-F238E27FC236}">
                  <a16:creationId xmlns:a16="http://schemas.microsoft.com/office/drawing/2014/main" id="{351C5FC5-4263-4A42-8D6E-0D01763C64A3}"/>
                </a:ext>
              </a:extLst>
            </p:cNvPr>
            <p:cNvSpPr/>
            <p:nvPr/>
          </p:nvSpPr>
          <p:spPr>
            <a:xfrm>
              <a:off x="22265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3" name="타원 5802">
              <a:extLst>
                <a:ext uri="{FF2B5EF4-FFF2-40B4-BE49-F238E27FC236}">
                  <a16:creationId xmlns:a16="http://schemas.microsoft.com/office/drawing/2014/main" id="{C03F6B6F-74A8-4889-A6EB-9D47B1A3158E}"/>
                </a:ext>
              </a:extLst>
            </p:cNvPr>
            <p:cNvSpPr/>
            <p:nvPr/>
          </p:nvSpPr>
          <p:spPr>
            <a:xfrm>
              <a:off x="23789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4" name="타원 5803">
              <a:extLst>
                <a:ext uri="{FF2B5EF4-FFF2-40B4-BE49-F238E27FC236}">
                  <a16:creationId xmlns:a16="http://schemas.microsoft.com/office/drawing/2014/main" id="{17778732-1374-4F03-B4FA-CA68C3C5C884}"/>
                </a:ext>
              </a:extLst>
            </p:cNvPr>
            <p:cNvSpPr/>
            <p:nvPr/>
          </p:nvSpPr>
          <p:spPr>
            <a:xfrm>
              <a:off x="25313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5" name="타원 5804">
              <a:extLst>
                <a:ext uri="{FF2B5EF4-FFF2-40B4-BE49-F238E27FC236}">
                  <a16:creationId xmlns:a16="http://schemas.microsoft.com/office/drawing/2014/main" id="{1A0ACE89-D45E-4002-BDB7-B7B45DA2ADE8}"/>
                </a:ext>
              </a:extLst>
            </p:cNvPr>
            <p:cNvSpPr/>
            <p:nvPr/>
          </p:nvSpPr>
          <p:spPr>
            <a:xfrm>
              <a:off x="26837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6" name="타원 5805">
              <a:extLst>
                <a:ext uri="{FF2B5EF4-FFF2-40B4-BE49-F238E27FC236}">
                  <a16:creationId xmlns:a16="http://schemas.microsoft.com/office/drawing/2014/main" id="{3AE4A23F-480C-475A-8A1D-2D521D21B0F5}"/>
                </a:ext>
              </a:extLst>
            </p:cNvPr>
            <p:cNvSpPr/>
            <p:nvPr/>
          </p:nvSpPr>
          <p:spPr>
            <a:xfrm>
              <a:off x="28361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7" name="타원 5806">
              <a:extLst>
                <a:ext uri="{FF2B5EF4-FFF2-40B4-BE49-F238E27FC236}">
                  <a16:creationId xmlns:a16="http://schemas.microsoft.com/office/drawing/2014/main" id="{ADBDBD45-37C1-463E-B83E-7AC02716DB5A}"/>
                </a:ext>
              </a:extLst>
            </p:cNvPr>
            <p:cNvSpPr/>
            <p:nvPr/>
          </p:nvSpPr>
          <p:spPr>
            <a:xfrm>
              <a:off x="29885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8" name="타원 5807">
              <a:extLst>
                <a:ext uri="{FF2B5EF4-FFF2-40B4-BE49-F238E27FC236}">
                  <a16:creationId xmlns:a16="http://schemas.microsoft.com/office/drawing/2014/main" id="{74009E28-BC9D-4B6E-8239-3FC531FCF9DD}"/>
                </a:ext>
              </a:extLst>
            </p:cNvPr>
            <p:cNvSpPr/>
            <p:nvPr/>
          </p:nvSpPr>
          <p:spPr>
            <a:xfrm>
              <a:off x="31409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09" name="타원 5808">
              <a:extLst>
                <a:ext uri="{FF2B5EF4-FFF2-40B4-BE49-F238E27FC236}">
                  <a16:creationId xmlns:a16="http://schemas.microsoft.com/office/drawing/2014/main" id="{B0ED1EED-F817-4534-8423-57FA2A3261BF}"/>
                </a:ext>
              </a:extLst>
            </p:cNvPr>
            <p:cNvSpPr/>
            <p:nvPr/>
          </p:nvSpPr>
          <p:spPr>
            <a:xfrm>
              <a:off x="32933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0" name="타원 5809">
              <a:extLst>
                <a:ext uri="{FF2B5EF4-FFF2-40B4-BE49-F238E27FC236}">
                  <a16:creationId xmlns:a16="http://schemas.microsoft.com/office/drawing/2014/main" id="{96B4A3F1-81E0-43E8-8CB6-1BC4F2650F3C}"/>
                </a:ext>
              </a:extLst>
            </p:cNvPr>
            <p:cNvSpPr/>
            <p:nvPr/>
          </p:nvSpPr>
          <p:spPr>
            <a:xfrm>
              <a:off x="34457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1" name="타원 5810">
              <a:extLst>
                <a:ext uri="{FF2B5EF4-FFF2-40B4-BE49-F238E27FC236}">
                  <a16:creationId xmlns:a16="http://schemas.microsoft.com/office/drawing/2014/main" id="{F9451520-AA80-45D9-AFBF-C97FFAA43A8A}"/>
                </a:ext>
              </a:extLst>
            </p:cNvPr>
            <p:cNvSpPr/>
            <p:nvPr/>
          </p:nvSpPr>
          <p:spPr>
            <a:xfrm>
              <a:off x="35981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2" name="타원 5811">
              <a:extLst>
                <a:ext uri="{FF2B5EF4-FFF2-40B4-BE49-F238E27FC236}">
                  <a16:creationId xmlns:a16="http://schemas.microsoft.com/office/drawing/2014/main" id="{1A8FAD90-3527-476E-8AF5-107B9D92B41B}"/>
                </a:ext>
              </a:extLst>
            </p:cNvPr>
            <p:cNvSpPr/>
            <p:nvPr/>
          </p:nvSpPr>
          <p:spPr>
            <a:xfrm>
              <a:off x="37505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3" name="타원 5812">
              <a:extLst>
                <a:ext uri="{FF2B5EF4-FFF2-40B4-BE49-F238E27FC236}">
                  <a16:creationId xmlns:a16="http://schemas.microsoft.com/office/drawing/2014/main" id="{A1D174B2-674B-44DC-83F3-F808C9F9615D}"/>
                </a:ext>
              </a:extLst>
            </p:cNvPr>
            <p:cNvSpPr/>
            <p:nvPr/>
          </p:nvSpPr>
          <p:spPr>
            <a:xfrm>
              <a:off x="39029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4" name="타원 5813">
              <a:extLst>
                <a:ext uri="{FF2B5EF4-FFF2-40B4-BE49-F238E27FC236}">
                  <a16:creationId xmlns:a16="http://schemas.microsoft.com/office/drawing/2014/main" id="{492492EB-2BAD-43E8-ABCC-127C30DBBCD6}"/>
                </a:ext>
              </a:extLst>
            </p:cNvPr>
            <p:cNvSpPr/>
            <p:nvPr/>
          </p:nvSpPr>
          <p:spPr>
            <a:xfrm>
              <a:off x="40553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5" name="타원 5814">
              <a:extLst>
                <a:ext uri="{FF2B5EF4-FFF2-40B4-BE49-F238E27FC236}">
                  <a16:creationId xmlns:a16="http://schemas.microsoft.com/office/drawing/2014/main" id="{62F30021-7967-442C-B3B0-6ADE94055BA3}"/>
                </a:ext>
              </a:extLst>
            </p:cNvPr>
            <p:cNvSpPr/>
            <p:nvPr/>
          </p:nvSpPr>
          <p:spPr>
            <a:xfrm>
              <a:off x="42077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6" name="타원 5815">
              <a:extLst>
                <a:ext uri="{FF2B5EF4-FFF2-40B4-BE49-F238E27FC236}">
                  <a16:creationId xmlns:a16="http://schemas.microsoft.com/office/drawing/2014/main" id="{AC4CB74B-CD78-4F6D-BF74-AB86B57BAA90}"/>
                </a:ext>
              </a:extLst>
            </p:cNvPr>
            <p:cNvSpPr/>
            <p:nvPr/>
          </p:nvSpPr>
          <p:spPr>
            <a:xfrm>
              <a:off x="43601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7" name="타원 5816">
              <a:extLst>
                <a:ext uri="{FF2B5EF4-FFF2-40B4-BE49-F238E27FC236}">
                  <a16:creationId xmlns:a16="http://schemas.microsoft.com/office/drawing/2014/main" id="{54CEF4EA-65F3-491D-8701-53C8BD6B29E2}"/>
                </a:ext>
              </a:extLst>
            </p:cNvPr>
            <p:cNvSpPr/>
            <p:nvPr/>
          </p:nvSpPr>
          <p:spPr>
            <a:xfrm>
              <a:off x="45125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8" name="타원 5817">
              <a:extLst>
                <a:ext uri="{FF2B5EF4-FFF2-40B4-BE49-F238E27FC236}">
                  <a16:creationId xmlns:a16="http://schemas.microsoft.com/office/drawing/2014/main" id="{35B609D0-985A-4E20-B952-FD921DE18C61}"/>
                </a:ext>
              </a:extLst>
            </p:cNvPr>
            <p:cNvSpPr/>
            <p:nvPr/>
          </p:nvSpPr>
          <p:spPr>
            <a:xfrm>
              <a:off x="46649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19" name="타원 5818">
              <a:extLst>
                <a:ext uri="{FF2B5EF4-FFF2-40B4-BE49-F238E27FC236}">
                  <a16:creationId xmlns:a16="http://schemas.microsoft.com/office/drawing/2014/main" id="{66CE7329-8132-46CD-AA71-11518C24F5FE}"/>
                </a:ext>
              </a:extLst>
            </p:cNvPr>
            <p:cNvSpPr/>
            <p:nvPr/>
          </p:nvSpPr>
          <p:spPr>
            <a:xfrm>
              <a:off x="48173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0" name="타원 5819">
              <a:extLst>
                <a:ext uri="{FF2B5EF4-FFF2-40B4-BE49-F238E27FC236}">
                  <a16:creationId xmlns:a16="http://schemas.microsoft.com/office/drawing/2014/main" id="{37101F84-C578-4AE2-94B5-AD622EA1B7C0}"/>
                </a:ext>
              </a:extLst>
            </p:cNvPr>
            <p:cNvSpPr/>
            <p:nvPr/>
          </p:nvSpPr>
          <p:spPr>
            <a:xfrm>
              <a:off x="49697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1" name="타원 5820">
              <a:extLst>
                <a:ext uri="{FF2B5EF4-FFF2-40B4-BE49-F238E27FC236}">
                  <a16:creationId xmlns:a16="http://schemas.microsoft.com/office/drawing/2014/main" id="{3860E1B6-3A45-4E47-9201-8F0D193AFBBE}"/>
                </a:ext>
              </a:extLst>
            </p:cNvPr>
            <p:cNvSpPr/>
            <p:nvPr/>
          </p:nvSpPr>
          <p:spPr>
            <a:xfrm>
              <a:off x="51221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2" name="타원 5821">
              <a:extLst>
                <a:ext uri="{FF2B5EF4-FFF2-40B4-BE49-F238E27FC236}">
                  <a16:creationId xmlns:a16="http://schemas.microsoft.com/office/drawing/2014/main" id="{A0A079F6-76BD-4341-B9AA-FB76B9D278CD}"/>
                </a:ext>
              </a:extLst>
            </p:cNvPr>
            <p:cNvSpPr/>
            <p:nvPr/>
          </p:nvSpPr>
          <p:spPr>
            <a:xfrm>
              <a:off x="52745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3" name="타원 5822">
              <a:extLst>
                <a:ext uri="{FF2B5EF4-FFF2-40B4-BE49-F238E27FC236}">
                  <a16:creationId xmlns:a16="http://schemas.microsoft.com/office/drawing/2014/main" id="{3A813E76-9192-405C-BDAF-20F782996665}"/>
                </a:ext>
              </a:extLst>
            </p:cNvPr>
            <p:cNvSpPr/>
            <p:nvPr/>
          </p:nvSpPr>
          <p:spPr>
            <a:xfrm>
              <a:off x="54269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4" name="타원 5823">
              <a:extLst>
                <a:ext uri="{FF2B5EF4-FFF2-40B4-BE49-F238E27FC236}">
                  <a16:creationId xmlns:a16="http://schemas.microsoft.com/office/drawing/2014/main" id="{A9277DE8-496B-4290-A74D-1582E14D41F0}"/>
                </a:ext>
              </a:extLst>
            </p:cNvPr>
            <p:cNvSpPr/>
            <p:nvPr/>
          </p:nvSpPr>
          <p:spPr>
            <a:xfrm>
              <a:off x="55793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5" name="타원 5824">
              <a:extLst>
                <a:ext uri="{FF2B5EF4-FFF2-40B4-BE49-F238E27FC236}">
                  <a16:creationId xmlns:a16="http://schemas.microsoft.com/office/drawing/2014/main" id="{1B32EE94-E7F1-4FE3-9517-B0A4B69F5EA4}"/>
                </a:ext>
              </a:extLst>
            </p:cNvPr>
            <p:cNvSpPr/>
            <p:nvPr/>
          </p:nvSpPr>
          <p:spPr>
            <a:xfrm>
              <a:off x="5731775" y="335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6" name="타원 5825">
              <a:extLst>
                <a:ext uri="{FF2B5EF4-FFF2-40B4-BE49-F238E27FC236}">
                  <a16:creationId xmlns:a16="http://schemas.microsoft.com/office/drawing/2014/main" id="{F4E72C98-A3A1-456D-8E70-543784E67BAE}"/>
                </a:ext>
              </a:extLst>
            </p:cNvPr>
            <p:cNvSpPr/>
            <p:nvPr/>
          </p:nvSpPr>
          <p:spPr>
            <a:xfrm>
              <a:off x="2453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7" name="타원 5826">
              <a:extLst>
                <a:ext uri="{FF2B5EF4-FFF2-40B4-BE49-F238E27FC236}">
                  <a16:creationId xmlns:a16="http://schemas.microsoft.com/office/drawing/2014/main" id="{26B5B964-089B-4CA4-9CA7-73D6A7CAB713}"/>
                </a:ext>
              </a:extLst>
            </p:cNvPr>
            <p:cNvSpPr/>
            <p:nvPr/>
          </p:nvSpPr>
          <p:spPr>
            <a:xfrm>
              <a:off x="3977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8" name="타원 5827">
              <a:extLst>
                <a:ext uri="{FF2B5EF4-FFF2-40B4-BE49-F238E27FC236}">
                  <a16:creationId xmlns:a16="http://schemas.microsoft.com/office/drawing/2014/main" id="{402E19BC-56D8-49EE-B823-751ADBC1BC00}"/>
                </a:ext>
              </a:extLst>
            </p:cNvPr>
            <p:cNvSpPr/>
            <p:nvPr/>
          </p:nvSpPr>
          <p:spPr>
            <a:xfrm>
              <a:off x="5501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29" name="타원 5828">
              <a:extLst>
                <a:ext uri="{FF2B5EF4-FFF2-40B4-BE49-F238E27FC236}">
                  <a16:creationId xmlns:a16="http://schemas.microsoft.com/office/drawing/2014/main" id="{7DD22F9A-F784-4F40-84B7-781BE54E8BBA}"/>
                </a:ext>
              </a:extLst>
            </p:cNvPr>
            <p:cNvSpPr/>
            <p:nvPr/>
          </p:nvSpPr>
          <p:spPr>
            <a:xfrm>
              <a:off x="7025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0" name="타원 5829">
              <a:extLst>
                <a:ext uri="{FF2B5EF4-FFF2-40B4-BE49-F238E27FC236}">
                  <a16:creationId xmlns:a16="http://schemas.microsoft.com/office/drawing/2014/main" id="{3A8611AD-C098-4690-9A61-F22C8E06BDD6}"/>
                </a:ext>
              </a:extLst>
            </p:cNvPr>
            <p:cNvSpPr/>
            <p:nvPr/>
          </p:nvSpPr>
          <p:spPr>
            <a:xfrm>
              <a:off x="8549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1" name="타원 5830">
              <a:extLst>
                <a:ext uri="{FF2B5EF4-FFF2-40B4-BE49-F238E27FC236}">
                  <a16:creationId xmlns:a16="http://schemas.microsoft.com/office/drawing/2014/main" id="{82D7734A-098F-4C9B-93D6-9BB67BAC2AB9}"/>
                </a:ext>
              </a:extLst>
            </p:cNvPr>
            <p:cNvSpPr/>
            <p:nvPr/>
          </p:nvSpPr>
          <p:spPr>
            <a:xfrm>
              <a:off x="10073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2" name="타원 5831">
              <a:extLst>
                <a:ext uri="{FF2B5EF4-FFF2-40B4-BE49-F238E27FC236}">
                  <a16:creationId xmlns:a16="http://schemas.microsoft.com/office/drawing/2014/main" id="{1DE81712-DE12-4A52-BF79-98BA0C8757AA}"/>
                </a:ext>
              </a:extLst>
            </p:cNvPr>
            <p:cNvSpPr/>
            <p:nvPr/>
          </p:nvSpPr>
          <p:spPr>
            <a:xfrm>
              <a:off x="11597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3" name="타원 5832">
              <a:extLst>
                <a:ext uri="{FF2B5EF4-FFF2-40B4-BE49-F238E27FC236}">
                  <a16:creationId xmlns:a16="http://schemas.microsoft.com/office/drawing/2014/main" id="{9B97EBF1-6CF5-4B9C-83E1-6520CE8B2C77}"/>
                </a:ext>
              </a:extLst>
            </p:cNvPr>
            <p:cNvSpPr/>
            <p:nvPr/>
          </p:nvSpPr>
          <p:spPr>
            <a:xfrm>
              <a:off x="13121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4" name="타원 5833">
              <a:extLst>
                <a:ext uri="{FF2B5EF4-FFF2-40B4-BE49-F238E27FC236}">
                  <a16:creationId xmlns:a16="http://schemas.microsoft.com/office/drawing/2014/main" id="{D42D0F8A-B49D-4CEE-AEDB-264E04E0D336}"/>
                </a:ext>
              </a:extLst>
            </p:cNvPr>
            <p:cNvSpPr/>
            <p:nvPr/>
          </p:nvSpPr>
          <p:spPr>
            <a:xfrm>
              <a:off x="14645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5" name="타원 5834">
              <a:extLst>
                <a:ext uri="{FF2B5EF4-FFF2-40B4-BE49-F238E27FC236}">
                  <a16:creationId xmlns:a16="http://schemas.microsoft.com/office/drawing/2014/main" id="{82BA56A2-FE62-4EAA-ABC4-1DA072F2ADC6}"/>
                </a:ext>
              </a:extLst>
            </p:cNvPr>
            <p:cNvSpPr/>
            <p:nvPr/>
          </p:nvSpPr>
          <p:spPr>
            <a:xfrm>
              <a:off x="16169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6" name="타원 5835">
              <a:extLst>
                <a:ext uri="{FF2B5EF4-FFF2-40B4-BE49-F238E27FC236}">
                  <a16:creationId xmlns:a16="http://schemas.microsoft.com/office/drawing/2014/main" id="{3B7E4D35-1E16-4891-BB3D-135D600D0505}"/>
                </a:ext>
              </a:extLst>
            </p:cNvPr>
            <p:cNvSpPr/>
            <p:nvPr/>
          </p:nvSpPr>
          <p:spPr>
            <a:xfrm>
              <a:off x="17693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7" name="타원 5836">
              <a:extLst>
                <a:ext uri="{FF2B5EF4-FFF2-40B4-BE49-F238E27FC236}">
                  <a16:creationId xmlns:a16="http://schemas.microsoft.com/office/drawing/2014/main" id="{CD60AC59-8283-4A01-AF7C-21FAC7006944}"/>
                </a:ext>
              </a:extLst>
            </p:cNvPr>
            <p:cNvSpPr/>
            <p:nvPr/>
          </p:nvSpPr>
          <p:spPr>
            <a:xfrm>
              <a:off x="19217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8" name="타원 5837">
              <a:extLst>
                <a:ext uri="{FF2B5EF4-FFF2-40B4-BE49-F238E27FC236}">
                  <a16:creationId xmlns:a16="http://schemas.microsoft.com/office/drawing/2014/main" id="{EC36E833-CF26-4D70-B76B-2417CBB765AB}"/>
                </a:ext>
              </a:extLst>
            </p:cNvPr>
            <p:cNvSpPr/>
            <p:nvPr/>
          </p:nvSpPr>
          <p:spPr>
            <a:xfrm>
              <a:off x="20741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39" name="타원 5838">
              <a:extLst>
                <a:ext uri="{FF2B5EF4-FFF2-40B4-BE49-F238E27FC236}">
                  <a16:creationId xmlns:a16="http://schemas.microsoft.com/office/drawing/2014/main" id="{D8557712-BEFB-4A44-B13F-1F3AE5FCA2F5}"/>
                </a:ext>
              </a:extLst>
            </p:cNvPr>
            <p:cNvSpPr/>
            <p:nvPr/>
          </p:nvSpPr>
          <p:spPr>
            <a:xfrm>
              <a:off x="22265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0" name="타원 5839">
              <a:extLst>
                <a:ext uri="{FF2B5EF4-FFF2-40B4-BE49-F238E27FC236}">
                  <a16:creationId xmlns:a16="http://schemas.microsoft.com/office/drawing/2014/main" id="{961813AC-4DD0-4775-BEAE-FCAC38EAB15D}"/>
                </a:ext>
              </a:extLst>
            </p:cNvPr>
            <p:cNvSpPr/>
            <p:nvPr/>
          </p:nvSpPr>
          <p:spPr>
            <a:xfrm>
              <a:off x="23789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1" name="타원 5840">
              <a:extLst>
                <a:ext uri="{FF2B5EF4-FFF2-40B4-BE49-F238E27FC236}">
                  <a16:creationId xmlns:a16="http://schemas.microsoft.com/office/drawing/2014/main" id="{256017CE-D0AA-4A8B-9F6D-66A2BE63C50B}"/>
                </a:ext>
              </a:extLst>
            </p:cNvPr>
            <p:cNvSpPr/>
            <p:nvPr/>
          </p:nvSpPr>
          <p:spPr>
            <a:xfrm>
              <a:off x="25313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2" name="타원 5841">
              <a:extLst>
                <a:ext uri="{FF2B5EF4-FFF2-40B4-BE49-F238E27FC236}">
                  <a16:creationId xmlns:a16="http://schemas.microsoft.com/office/drawing/2014/main" id="{6952EC8D-1C0D-487E-BF45-215E5B26A8D9}"/>
                </a:ext>
              </a:extLst>
            </p:cNvPr>
            <p:cNvSpPr/>
            <p:nvPr/>
          </p:nvSpPr>
          <p:spPr>
            <a:xfrm>
              <a:off x="26837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3" name="타원 5842">
              <a:extLst>
                <a:ext uri="{FF2B5EF4-FFF2-40B4-BE49-F238E27FC236}">
                  <a16:creationId xmlns:a16="http://schemas.microsoft.com/office/drawing/2014/main" id="{B2E0A328-282A-4EE0-9CB8-AE987B79DDE4}"/>
                </a:ext>
              </a:extLst>
            </p:cNvPr>
            <p:cNvSpPr/>
            <p:nvPr/>
          </p:nvSpPr>
          <p:spPr>
            <a:xfrm>
              <a:off x="28361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4" name="타원 5843">
              <a:extLst>
                <a:ext uri="{FF2B5EF4-FFF2-40B4-BE49-F238E27FC236}">
                  <a16:creationId xmlns:a16="http://schemas.microsoft.com/office/drawing/2014/main" id="{E1665872-EDF5-43DB-8AC7-4BF413097164}"/>
                </a:ext>
              </a:extLst>
            </p:cNvPr>
            <p:cNvSpPr/>
            <p:nvPr/>
          </p:nvSpPr>
          <p:spPr>
            <a:xfrm>
              <a:off x="29885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5" name="타원 5844">
              <a:extLst>
                <a:ext uri="{FF2B5EF4-FFF2-40B4-BE49-F238E27FC236}">
                  <a16:creationId xmlns:a16="http://schemas.microsoft.com/office/drawing/2014/main" id="{764660BE-697C-4074-A360-49367CF659B1}"/>
                </a:ext>
              </a:extLst>
            </p:cNvPr>
            <p:cNvSpPr/>
            <p:nvPr/>
          </p:nvSpPr>
          <p:spPr>
            <a:xfrm>
              <a:off x="31409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6" name="타원 5845">
              <a:extLst>
                <a:ext uri="{FF2B5EF4-FFF2-40B4-BE49-F238E27FC236}">
                  <a16:creationId xmlns:a16="http://schemas.microsoft.com/office/drawing/2014/main" id="{50E3789D-5C99-4BD1-8228-F83830937909}"/>
                </a:ext>
              </a:extLst>
            </p:cNvPr>
            <p:cNvSpPr/>
            <p:nvPr/>
          </p:nvSpPr>
          <p:spPr>
            <a:xfrm>
              <a:off x="32933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7" name="타원 5846">
              <a:extLst>
                <a:ext uri="{FF2B5EF4-FFF2-40B4-BE49-F238E27FC236}">
                  <a16:creationId xmlns:a16="http://schemas.microsoft.com/office/drawing/2014/main" id="{6D190A8D-3BF4-4435-9B9B-2D2B8595744F}"/>
                </a:ext>
              </a:extLst>
            </p:cNvPr>
            <p:cNvSpPr/>
            <p:nvPr/>
          </p:nvSpPr>
          <p:spPr>
            <a:xfrm>
              <a:off x="34457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8" name="타원 5847">
              <a:extLst>
                <a:ext uri="{FF2B5EF4-FFF2-40B4-BE49-F238E27FC236}">
                  <a16:creationId xmlns:a16="http://schemas.microsoft.com/office/drawing/2014/main" id="{679E51F3-5710-4F5A-89D5-070E82E3C855}"/>
                </a:ext>
              </a:extLst>
            </p:cNvPr>
            <p:cNvSpPr/>
            <p:nvPr/>
          </p:nvSpPr>
          <p:spPr>
            <a:xfrm>
              <a:off x="35981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49" name="타원 5848">
              <a:extLst>
                <a:ext uri="{FF2B5EF4-FFF2-40B4-BE49-F238E27FC236}">
                  <a16:creationId xmlns:a16="http://schemas.microsoft.com/office/drawing/2014/main" id="{81615EC9-5AD5-4D0D-925B-4494A36EB8AB}"/>
                </a:ext>
              </a:extLst>
            </p:cNvPr>
            <p:cNvSpPr/>
            <p:nvPr/>
          </p:nvSpPr>
          <p:spPr>
            <a:xfrm>
              <a:off x="37505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0" name="타원 5849">
              <a:extLst>
                <a:ext uri="{FF2B5EF4-FFF2-40B4-BE49-F238E27FC236}">
                  <a16:creationId xmlns:a16="http://schemas.microsoft.com/office/drawing/2014/main" id="{AE354298-A9BE-4DE1-A669-2CD506F11243}"/>
                </a:ext>
              </a:extLst>
            </p:cNvPr>
            <p:cNvSpPr/>
            <p:nvPr/>
          </p:nvSpPr>
          <p:spPr>
            <a:xfrm>
              <a:off x="39029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1" name="타원 5850">
              <a:extLst>
                <a:ext uri="{FF2B5EF4-FFF2-40B4-BE49-F238E27FC236}">
                  <a16:creationId xmlns:a16="http://schemas.microsoft.com/office/drawing/2014/main" id="{D902A8CD-05E3-4F57-9952-BA38031ED1AA}"/>
                </a:ext>
              </a:extLst>
            </p:cNvPr>
            <p:cNvSpPr/>
            <p:nvPr/>
          </p:nvSpPr>
          <p:spPr>
            <a:xfrm>
              <a:off x="40553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2" name="타원 5851">
              <a:extLst>
                <a:ext uri="{FF2B5EF4-FFF2-40B4-BE49-F238E27FC236}">
                  <a16:creationId xmlns:a16="http://schemas.microsoft.com/office/drawing/2014/main" id="{B0C59816-D3FD-435D-811C-7DDABF3551FF}"/>
                </a:ext>
              </a:extLst>
            </p:cNvPr>
            <p:cNvSpPr/>
            <p:nvPr/>
          </p:nvSpPr>
          <p:spPr>
            <a:xfrm>
              <a:off x="42077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3" name="타원 5852">
              <a:extLst>
                <a:ext uri="{FF2B5EF4-FFF2-40B4-BE49-F238E27FC236}">
                  <a16:creationId xmlns:a16="http://schemas.microsoft.com/office/drawing/2014/main" id="{63A5667C-EEF7-42B4-B9AC-6611A1D2CF6C}"/>
                </a:ext>
              </a:extLst>
            </p:cNvPr>
            <p:cNvSpPr/>
            <p:nvPr/>
          </p:nvSpPr>
          <p:spPr>
            <a:xfrm>
              <a:off x="43601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4" name="타원 5853">
              <a:extLst>
                <a:ext uri="{FF2B5EF4-FFF2-40B4-BE49-F238E27FC236}">
                  <a16:creationId xmlns:a16="http://schemas.microsoft.com/office/drawing/2014/main" id="{BD1E5377-DEC5-4CA8-9EA8-3A7AE30AC73D}"/>
                </a:ext>
              </a:extLst>
            </p:cNvPr>
            <p:cNvSpPr/>
            <p:nvPr/>
          </p:nvSpPr>
          <p:spPr>
            <a:xfrm>
              <a:off x="45125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5" name="타원 5854">
              <a:extLst>
                <a:ext uri="{FF2B5EF4-FFF2-40B4-BE49-F238E27FC236}">
                  <a16:creationId xmlns:a16="http://schemas.microsoft.com/office/drawing/2014/main" id="{2B2CC762-D2A5-43D4-BAFF-D395BD1D3F71}"/>
                </a:ext>
              </a:extLst>
            </p:cNvPr>
            <p:cNvSpPr/>
            <p:nvPr/>
          </p:nvSpPr>
          <p:spPr>
            <a:xfrm>
              <a:off x="46649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6" name="타원 5855">
              <a:extLst>
                <a:ext uri="{FF2B5EF4-FFF2-40B4-BE49-F238E27FC236}">
                  <a16:creationId xmlns:a16="http://schemas.microsoft.com/office/drawing/2014/main" id="{0C16B321-AD39-4F0B-A038-5D85E1F9986F}"/>
                </a:ext>
              </a:extLst>
            </p:cNvPr>
            <p:cNvSpPr/>
            <p:nvPr/>
          </p:nvSpPr>
          <p:spPr>
            <a:xfrm>
              <a:off x="48173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7" name="타원 5856">
              <a:extLst>
                <a:ext uri="{FF2B5EF4-FFF2-40B4-BE49-F238E27FC236}">
                  <a16:creationId xmlns:a16="http://schemas.microsoft.com/office/drawing/2014/main" id="{D5EB2F4F-D965-48C7-99F9-6581F385860C}"/>
                </a:ext>
              </a:extLst>
            </p:cNvPr>
            <p:cNvSpPr/>
            <p:nvPr/>
          </p:nvSpPr>
          <p:spPr>
            <a:xfrm>
              <a:off x="49697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8" name="타원 5857">
              <a:extLst>
                <a:ext uri="{FF2B5EF4-FFF2-40B4-BE49-F238E27FC236}">
                  <a16:creationId xmlns:a16="http://schemas.microsoft.com/office/drawing/2014/main" id="{70CD4934-E6AD-43E3-B971-F936445A2172}"/>
                </a:ext>
              </a:extLst>
            </p:cNvPr>
            <p:cNvSpPr/>
            <p:nvPr/>
          </p:nvSpPr>
          <p:spPr>
            <a:xfrm>
              <a:off x="51221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59" name="타원 5858">
              <a:extLst>
                <a:ext uri="{FF2B5EF4-FFF2-40B4-BE49-F238E27FC236}">
                  <a16:creationId xmlns:a16="http://schemas.microsoft.com/office/drawing/2014/main" id="{F1E44D9E-D205-40C6-AA57-649D591DC6F8}"/>
                </a:ext>
              </a:extLst>
            </p:cNvPr>
            <p:cNvSpPr/>
            <p:nvPr/>
          </p:nvSpPr>
          <p:spPr>
            <a:xfrm>
              <a:off x="52745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0" name="타원 5859">
              <a:extLst>
                <a:ext uri="{FF2B5EF4-FFF2-40B4-BE49-F238E27FC236}">
                  <a16:creationId xmlns:a16="http://schemas.microsoft.com/office/drawing/2014/main" id="{6FA7E3ED-84F4-4603-8C8E-3D2A1037EBAB}"/>
                </a:ext>
              </a:extLst>
            </p:cNvPr>
            <p:cNvSpPr/>
            <p:nvPr/>
          </p:nvSpPr>
          <p:spPr>
            <a:xfrm>
              <a:off x="54269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1" name="타원 5860">
              <a:extLst>
                <a:ext uri="{FF2B5EF4-FFF2-40B4-BE49-F238E27FC236}">
                  <a16:creationId xmlns:a16="http://schemas.microsoft.com/office/drawing/2014/main" id="{48DF48ED-B3A9-4427-B0F9-166F645EF299}"/>
                </a:ext>
              </a:extLst>
            </p:cNvPr>
            <p:cNvSpPr/>
            <p:nvPr/>
          </p:nvSpPr>
          <p:spPr>
            <a:xfrm>
              <a:off x="55793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2" name="타원 5861">
              <a:extLst>
                <a:ext uri="{FF2B5EF4-FFF2-40B4-BE49-F238E27FC236}">
                  <a16:creationId xmlns:a16="http://schemas.microsoft.com/office/drawing/2014/main" id="{9B14EBFC-94E1-4230-A6D0-915DC8CD7FF1}"/>
                </a:ext>
              </a:extLst>
            </p:cNvPr>
            <p:cNvSpPr/>
            <p:nvPr/>
          </p:nvSpPr>
          <p:spPr>
            <a:xfrm>
              <a:off x="5731775" y="350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3" name="타원 5862">
              <a:extLst>
                <a:ext uri="{FF2B5EF4-FFF2-40B4-BE49-F238E27FC236}">
                  <a16:creationId xmlns:a16="http://schemas.microsoft.com/office/drawing/2014/main" id="{180BEBF6-7617-4A08-806A-51C671A90458}"/>
                </a:ext>
              </a:extLst>
            </p:cNvPr>
            <p:cNvSpPr/>
            <p:nvPr/>
          </p:nvSpPr>
          <p:spPr>
            <a:xfrm>
              <a:off x="2453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4" name="타원 5863">
              <a:extLst>
                <a:ext uri="{FF2B5EF4-FFF2-40B4-BE49-F238E27FC236}">
                  <a16:creationId xmlns:a16="http://schemas.microsoft.com/office/drawing/2014/main" id="{0A388827-93D3-4559-9B05-E2F061F372B4}"/>
                </a:ext>
              </a:extLst>
            </p:cNvPr>
            <p:cNvSpPr/>
            <p:nvPr/>
          </p:nvSpPr>
          <p:spPr>
            <a:xfrm>
              <a:off x="3977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5" name="타원 5864">
              <a:extLst>
                <a:ext uri="{FF2B5EF4-FFF2-40B4-BE49-F238E27FC236}">
                  <a16:creationId xmlns:a16="http://schemas.microsoft.com/office/drawing/2014/main" id="{95D4620E-B7BD-41BF-85C3-39D3CAF5B466}"/>
                </a:ext>
              </a:extLst>
            </p:cNvPr>
            <p:cNvSpPr/>
            <p:nvPr/>
          </p:nvSpPr>
          <p:spPr>
            <a:xfrm>
              <a:off x="5501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6" name="타원 5865">
              <a:extLst>
                <a:ext uri="{FF2B5EF4-FFF2-40B4-BE49-F238E27FC236}">
                  <a16:creationId xmlns:a16="http://schemas.microsoft.com/office/drawing/2014/main" id="{69AFF2B0-2595-4746-9F80-CA3DF0236A77}"/>
                </a:ext>
              </a:extLst>
            </p:cNvPr>
            <p:cNvSpPr/>
            <p:nvPr/>
          </p:nvSpPr>
          <p:spPr>
            <a:xfrm>
              <a:off x="7025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7" name="타원 5866">
              <a:extLst>
                <a:ext uri="{FF2B5EF4-FFF2-40B4-BE49-F238E27FC236}">
                  <a16:creationId xmlns:a16="http://schemas.microsoft.com/office/drawing/2014/main" id="{7BBFCF41-FE76-405F-ABD7-32DF1CA16B15}"/>
                </a:ext>
              </a:extLst>
            </p:cNvPr>
            <p:cNvSpPr/>
            <p:nvPr/>
          </p:nvSpPr>
          <p:spPr>
            <a:xfrm>
              <a:off x="8549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8" name="타원 5867">
              <a:extLst>
                <a:ext uri="{FF2B5EF4-FFF2-40B4-BE49-F238E27FC236}">
                  <a16:creationId xmlns:a16="http://schemas.microsoft.com/office/drawing/2014/main" id="{DC54EB56-9F31-40A8-877F-8462DCA7CA50}"/>
                </a:ext>
              </a:extLst>
            </p:cNvPr>
            <p:cNvSpPr/>
            <p:nvPr/>
          </p:nvSpPr>
          <p:spPr>
            <a:xfrm>
              <a:off x="10073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69" name="타원 5868">
              <a:extLst>
                <a:ext uri="{FF2B5EF4-FFF2-40B4-BE49-F238E27FC236}">
                  <a16:creationId xmlns:a16="http://schemas.microsoft.com/office/drawing/2014/main" id="{1D788E9C-58A2-4498-8B77-443AB7A13490}"/>
                </a:ext>
              </a:extLst>
            </p:cNvPr>
            <p:cNvSpPr/>
            <p:nvPr/>
          </p:nvSpPr>
          <p:spPr>
            <a:xfrm>
              <a:off x="11597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0" name="타원 5869">
              <a:extLst>
                <a:ext uri="{FF2B5EF4-FFF2-40B4-BE49-F238E27FC236}">
                  <a16:creationId xmlns:a16="http://schemas.microsoft.com/office/drawing/2014/main" id="{E117AF0C-2CF3-4FF2-B39A-2C530E55F1A5}"/>
                </a:ext>
              </a:extLst>
            </p:cNvPr>
            <p:cNvSpPr/>
            <p:nvPr/>
          </p:nvSpPr>
          <p:spPr>
            <a:xfrm>
              <a:off x="13121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1" name="타원 5870">
              <a:extLst>
                <a:ext uri="{FF2B5EF4-FFF2-40B4-BE49-F238E27FC236}">
                  <a16:creationId xmlns:a16="http://schemas.microsoft.com/office/drawing/2014/main" id="{94FD838B-A260-4A71-A35D-1AE234819545}"/>
                </a:ext>
              </a:extLst>
            </p:cNvPr>
            <p:cNvSpPr/>
            <p:nvPr/>
          </p:nvSpPr>
          <p:spPr>
            <a:xfrm>
              <a:off x="14645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2" name="타원 5871">
              <a:extLst>
                <a:ext uri="{FF2B5EF4-FFF2-40B4-BE49-F238E27FC236}">
                  <a16:creationId xmlns:a16="http://schemas.microsoft.com/office/drawing/2014/main" id="{CBC8E094-DF59-4FC6-8320-DB585EDA0896}"/>
                </a:ext>
              </a:extLst>
            </p:cNvPr>
            <p:cNvSpPr/>
            <p:nvPr/>
          </p:nvSpPr>
          <p:spPr>
            <a:xfrm>
              <a:off x="16169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3" name="타원 5872">
              <a:extLst>
                <a:ext uri="{FF2B5EF4-FFF2-40B4-BE49-F238E27FC236}">
                  <a16:creationId xmlns:a16="http://schemas.microsoft.com/office/drawing/2014/main" id="{830ABC39-AC56-4062-B365-BA282D644C5F}"/>
                </a:ext>
              </a:extLst>
            </p:cNvPr>
            <p:cNvSpPr/>
            <p:nvPr/>
          </p:nvSpPr>
          <p:spPr>
            <a:xfrm>
              <a:off x="17693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4" name="타원 5873">
              <a:extLst>
                <a:ext uri="{FF2B5EF4-FFF2-40B4-BE49-F238E27FC236}">
                  <a16:creationId xmlns:a16="http://schemas.microsoft.com/office/drawing/2014/main" id="{7C7BAEF8-5BEF-4239-933B-9487DDD79F48}"/>
                </a:ext>
              </a:extLst>
            </p:cNvPr>
            <p:cNvSpPr/>
            <p:nvPr/>
          </p:nvSpPr>
          <p:spPr>
            <a:xfrm>
              <a:off x="19217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5" name="타원 5874">
              <a:extLst>
                <a:ext uri="{FF2B5EF4-FFF2-40B4-BE49-F238E27FC236}">
                  <a16:creationId xmlns:a16="http://schemas.microsoft.com/office/drawing/2014/main" id="{1E2C5608-9F17-4DBC-A9F1-AE04CBAF7654}"/>
                </a:ext>
              </a:extLst>
            </p:cNvPr>
            <p:cNvSpPr/>
            <p:nvPr/>
          </p:nvSpPr>
          <p:spPr>
            <a:xfrm>
              <a:off x="20741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6" name="타원 5875">
              <a:extLst>
                <a:ext uri="{FF2B5EF4-FFF2-40B4-BE49-F238E27FC236}">
                  <a16:creationId xmlns:a16="http://schemas.microsoft.com/office/drawing/2014/main" id="{2D8D62BB-0611-4F19-AE4D-A8168D396F6A}"/>
                </a:ext>
              </a:extLst>
            </p:cNvPr>
            <p:cNvSpPr/>
            <p:nvPr/>
          </p:nvSpPr>
          <p:spPr>
            <a:xfrm>
              <a:off x="22265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7" name="타원 5876">
              <a:extLst>
                <a:ext uri="{FF2B5EF4-FFF2-40B4-BE49-F238E27FC236}">
                  <a16:creationId xmlns:a16="http://schemas.microsoft.com/office/drawing/2014/main" id="{8D2232C4-9408-49B6-87B9-1D6E81B6A1C8}"/>
                </a:ext>
              </a:extLst>
            </p:cNvPr>
            <p:cNvSpPr/>
            <p:nvPr/>
          </p:nvSpPr>
          <p:spPr>
            <a:xfrm>
              <a:off x="23789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8" name="타원 5877">
              <a:extLst>
                <a:ext uri="{FF2B5EF4-FFF2-40B4-BE49-F238E27FC236}">
                  <a16:creationId xmlns:a16="http://schemas.microsoft.com/office/drawing/2014/main" id="{1C09144E-C7DB-4E9E-B70E-AD7E8654F79A}"/>
                </a:ext>
              </a:extLst>
            </p:cNvPr>
            <p:cNvSpPr/>
            <p:nvPr/>
          </p:nvSpPr>
          <p:spPr>
            <a:xfrm>
              <a:off x="25313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79" name="타원 5878">
              <a:extLst>
                <a:ext uri="{FF2B5EF4-FFF2-40B4-BE49-F238E27FC236}">
                  <a16:creationId xmlns:a16="http://schemas.microsoft.com/office/drawing/2014/main" id="{F2DEBA43-964F-498B-920E-8466FD712917}"/>
                </a:ext>
              </a:extLst>
            </p:cNvPr>
            <p:cNvSpPr/>
            <p:nvPr/>
          </p:nvSpPr>
          <p:spPr>
            <a:xfrm>
              <a:off x="26837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0" name="타원 5879">
              <a:extLst>
                <a:ext uri="{FF2B5EF4-FFF2-40B4-BE49-F238E27FC236}">
                  <a16:creationId xmlns:a16="http://schemas.microsoft.com/office/drawing/2014/main" id="{C5E028EF-7720-4384-8B0A-AB111ED49E0D}"/>
                </a:ext>
              </a:extLst>
            </p:cNvPr>
            <p:cNvSpPr/>
            <p:nvPr/>
          </p:nvSpPr>
          <p:spPr>
            <a:xfrm>
              <a:off x="28361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1" name="타원 5880">
              <a:extLst>
                <a:ext uri="{FF2B5EF4-FFF2-40B4-BE49-F238E27FC236}">
                  <a16:creationId xmlns:a16="http://schemas.microsoft.com/office/drawing/2014/main" id="{28D36E22-0548-460F-9CAF-DF9984A7016C}"/>
                </a:ext>
              </a:extLst>
            </p:cNvPr>
            <p:cNvSpPr/>
            <p:nvPr/>
          </p:nvSpPr>
          <p:spPr>
            <a:xfrm>
              <a:off x="29885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2" name="타원 5881">
              <a:extLst>
                <a:ext uri="{FF2B5EF4-FFF2-40B4-BE49-F238E27FC236}">
                  <a16:creationId xmlns:a16="http://schemas.microsoft.com/office/drawing/2014/main" id="{7DBDF34D-5DE5-45DE-8533-E1896A472948}"/>
                </a:ext>
              </a:extLst>
            </p:cNvPr>
            <p:cNvSpPr/>
            <p:nvPr/>
          </p:nvSpPr>
          <p:spPr>
            <a:xfrm>
              <a:off x="31409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3" name="타원 5882">
              <a:extLst>
                <a:ext uri="{FF2B5EF4-FFF2-40B4-BE49-F238E27FC236}">
                  <a16:creationId xmlns:a16="http://schemas.microsoft.com/office/drawing/2014/main" id="{D5C1CCAF-5265-4D8A-A247-2AD2362EB86F}"/>
                </a:ext>
              </a:extLst>
            </p:cNvPr>
            <p:cNvSpPr/>
            <p:nvPr/>
          </p:nvSpPr>
          <p:spPr>
            <a:xfrm>
              <a:off x="32933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4" name="타원 5883">
              <a:extLst>
                <a:ext uri="{FF2B5EF4-FFF2-40B4-BE49-F238E27FC236}">
                  <a16:creationId xmlns:a16="http://schemas.microsoft.com/office/drawing/2014/main" id="{FA8BA043-1342-4803-A1D4-C9859B40A13A}"/>
                </a:ext>
              </a:extLst>
            </p:cNvPr>
            <p:cNvSpPr/>
            <p:nvPr/>
          </p:nvSpPr>
          <p:spPr>
            <a:xfrm>
              <a:off x="34457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5" name="타원 5884">
              <a:extLst>
                <a:ext uri="{FF2B5EF4-FFF2-40B4-BE49-F238E27FC236}">
                  <a16:creationId xmlns:a16="http://schemas.microsoft.com/office/drawing/2014/main" id="{1B5324EC-CBD0-4D83-9681-40AB1A63B623}"/>
                </a:ext>
              </a:extLst>
            </p:cNvPr>
            <p:cNvSpPr/>
            <p:nvPr/>
          </p:nvSpPr>
          <p:spPr>
            <a:xfrm>
              <a:off x="35981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6" name="타원 5885">
              <a:extLst>
                <a:ext uri="{FF2B5EF4-FFF2-40B4-BE49-F238E27FC236}">
                  <a16:creationId xmlns:a16="http://schemas.microsoft.com/office/drawing/2014/main" id="{805F0F74-DE3E-496E-A6E7-0898EA536E63}"/>
                </a:ext>
              </a:extLst>
            </p:cNvPr>
            <p:cNvSpPr/>
            <p:nvPr/>
          </p:nvSpPr>
          <p:spPr>
            <a:xfrm>
              <a:off x="37505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7" name="타원 5886">
              <a:extLst>
                <a:ext uri="{FF2B5EF4-FFF2-40B4-BE49-F238E27FC236}">
                  <a16:creationId xmlns:a16="http://schemas.microsoft.com/office/drawing/2014/main" id="{BEF5790C-E3DF-4334-9AAE-C094DC90844B}"/>
                </a:ext>
              </a:extLst>
            </p:cNvPr>
            <p:cNvSpPr/>
            <p:nvPr/>
          </p:nvSpPr>
          <p:spPr>
            <a:xfrm>
              <a:off x="39029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8" name="타원 5887">
              <a:extLst>
                <a:ext uri="{FF2B5EF4-FFF2-40B4-BE49-F238E27FC236}">
                  <a16:creationId xmlns:a16="http://schemas.microsoft.com/office/drawing/2014/main" id="{956B8E52-251B-4A89-8C85-0DEB8934C3F7}"/>
                </a:ext>
              </a:extLst>
            </p:cNvPr>
            <p:cNvSpPr/>
            <p:nvPr/>
          </p:nvSpPr>
          <p:spPr>
            <a:xfrm>
              <a:off x="40553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89" name="타원 5888">
              <a:extLst>
                <a:ext uri="{FF2B5EF4-FFF2-40B4-BE49-F238E27FC236}">
                  <a16:creationId xmlns:a16="http://schemas.microsoft.com/office/drawing/2014/main" id="{0173E41F-A6E7-44C4-9683-4D7487E21B11}"/>
                </a:ext>
              </a:extLst>
            </p:cNvPr>
            <p:cNvSpPr/>
            <p:nvPr/>
          </p:nvSpPr>
          <p:spPr>
            <a:xfrm>
              <a:off x="42077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0" name="타원 5889">
              <a:extLst>
                <a:ext uri="{FF2B5EF4-FFF2-40B4-BE49-F238E27FC236}">
                  <a16:creationId xmlns:a16="http://schemas.microsoft.com/office/drawing/2014/main" id="{5E753669-77D7-480A-AB90-946D0C6C7AE7}"/>
                </a:ext>
              </a:extLst>
            </p:cNvPr>
            <p:cNvSpPr/>
            <p:nvPr/>
          </p:nvSpPr>
          <p:spPr>
            <a:xfrm>
              <a:off x="43601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1" name="타원 5890">
              <a:extLst>
                <a:ext uri="{FF2B5EF4-FFF2-40B4-BE49-F238E27FC236}">
                  <a16:creationId xmlns:a16="http://schemas.microsoft.com/office/drawing/2014/main" id="{A71C00E8-3A63-4D79-8777-BEE4A21F1D3B}"/>
                </a:ext>
              </a:extLst>
            </p:cNvPr>
            <p:cNvSpPr/>
            <p:nvPr/>
          </p:nvSpPr>
          <p:spPr>
            <a:xfrm>
              <a:off x="45125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2" name="타원 5891">
              <a:extLst>
                <a:ext uri="{FF2B5EF4-FFF2-40B4-BE49-F238E27FC236}">
                  <a16:creationId xmlns:a16="http://schemas.microsoft.com/office/drawing/2014/main" id="{0EE92F92-428C-4B7E-91E1-99245FC1DEEE}"/>
                </a:ext>
              </a:extLst>
            </p:cNvPr>
            <p:cNvSpPr/>
            <p:nvPr/>
          </p:nvSpPr>
          <p:spPr>
            <a:xfrm>
              <a:off x="46649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3" name="타원 5892">
              <a:extLst>
                <a:ext uri="{FF2B5EF4-FFF2-40B4-BE49-F238E27FC236}">
                  <a16:creationId xmlns:a16="http://schemas.microsoft.com/office/drawing/2014/main" id="{E4F4A9D6-7A86-48D4-899B-1DF319464432}"/>
                </a:ext>
              </a:extLst>
            </p:cNvPr>
            <p:cNvSpPr/>
            <p:nvPr/>
          </p:nvSpPr>
          <p:spPr>
            <a:xfrm>
              <a:off x="48173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4" name="타원 5893">
              <a:extLst>
                <a:ext uri="{FF2B5EF4-FFF2-40B4-BE49-F238E27FC236}">
                  <a16:creationId xmlns:a16="http://schemas.microsoft.com/office/drawing/2014/main" id="{A9D30E3A-774E-45D6-AF3A-CFCDBE7D05EF}"/>
                </a:ext>
              </a:extLst>
            </p:cNvPr>
            <p:cNvSpPr/>
            <p:nvPr/>
          </p:nvSpPr>
          <p:spPr>
            <a:xfrm>
              <a:off x="49697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5" name="타원 5894">
              <a:extLst>
                <a:ext uri="{FF2B5EF4-FFF2-40B4-BE49-F238E27FC236}">
                  <a16:creationId xmlns:a16="http://schemas.microsoft.com/office/drawing/2014/main" id="{B6EF5487-6A4E-4338-A51E-8609E252E2BB}"/>
                </a:ext>
              </a:extLst>
            </p:cNvPr>
            <p:cNvSpPr/>
            <p:nvPr/>
          </p:nvSpPr>
          <p:spPr>
            <a:xfrm>
              <a:off x="51221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6" name="타원 5895">
              <a:extLst>
                <a:ext uri="{FF2B5EF4-FFF2-40B4-BE49-F238E27FC236}">
                  <a16:creationId xmlns:a16="http://schemas.microsoft.com/office/drawing/2014/main" id="{D1F8D974-2639-4CC2-9A40-3290F18D70C0}"/>
                </a:ext>
              </a:extLst>
            </p:cNvPr>
            <p:cNvSpPr/>
            <p:nvPr/>
          </p:nvSpPr>
          <p:spPr>
            <a:xfrm>
              <a:off x="52745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7" name="타원 5896">
              <a:extLst>
                <a:ext uri="{FF2B5EF4-FFF2-40B4-BE49-F238E27FC236}">
                  <a16:creationId xmlns:a16="http://schemas.microsoft.com/office/drawing/2014/main" id="{5445D5D7-17FC-4303-9056-F96742C5D960}"/>
                </a:ext>
              </a:extLst>
            </p:cNvPr>
            <p:cNvSpPr/>
            <p:nvPr/>
          </p:nvSpPr>
          <p:spPr>
            <a:xfrm>
              <a:off x="54269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8" name="타원 5897">
              <a:extLst>
                <a:ext uri="{FF2B5EF4-FFF2-40B4-BE49-F238E27FC236}">
                  <a16:creationId xmlns:a16="http://schemas.microsoft.com/office/drawing/2014/main" id="{E5CB97C7-AA9D-449F-B322-B4BCB053ABBF}"/>
                </a:ext>
              </a:extLst>
            </p:cNvPr>
            <p:cNvSpPr/>
            <p:nvPr/>
          </p:nvSpPr>
          <p:spPr>
            <a:xfrm>
              <a:off x="55793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99" name="타원 5898">
              <a:extLst>
                <a:ext uri="{FF2B5EF4-FFF2-40B4-BE49-F238E27FC236}">
                  <a16:creationId xmlns:a16="http://schemas.microsoft.com/office/drawing/2014/main" id="{CFA52373-3102-40EE-B1BE-F7B094775DFE}"/>
                </a:ext>
              </a:extLst>
            </p:cNvPr>
            <p:cNvSpPr/>
            <p:nvPr/>
          </p:nvSpPr>
          <p:spPr>
            <a:xfrm>
              <a:off x="5731775" y="365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0" name="타원 5899">
              <a:extLst>
                <a:ext uri="{FF2B5EF4-FFF2-40B4-BE49-F238E27FC236}">
                  <a16:creationId xmlns:a16="http://schemas.microsoft.com/office/drawing/2014/main" id="{2450635F-3F74-48B5-9FED-4D4F9BA32C89}"/>
                </a:ext>
              </a:extLst>
            </p:cNvPr>
            <p:cNvSpPr/>
            <p:nvPr/>
          </p:nvSpPr>
          <p:spPr>
            <a:xfrm>
              <a:off x="2453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1" name="타원 5900">
              <a:extLst>
                <a:ext uri="{FF2B5EF4-FFF2-40B4-BE49-F238E27FC236}">
                  <a16:creationId xmlns:a16="http://schemas.microsoft.com/office/drawing/2014/main" id="{2F35BE98-F688-4BC9-9AFC-CBF6E42CBC95}"/>
                </a:ext>
              </a:extLst>
            </p:cNvPr>
            <p:cNvSpPr/>
            <p:nvPr/>
          </p:nvSpPr>
          <p:spPr>
            <a:xfrm>
              <a:off x="3977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2" name="타원 5901">
              <a:extLst>
                <a:ext uri="{FF2B5EF4-FFF2-40B4-BE49-F238E27FC236}">
                  <a16:creationId xmlns:a16="http://schemas.microsoft.com/office/drawing/2014/main" id="{48E26E90-AC6F-4C34-9A48-1DB9FB714C32}"/>
                </a:ext>
              </a:extLst>
            </p:cNvPr>
            <p:cNvSpPr/>
            <p:nvPr/>
          </p:nvSpPr>
          <p:spPr>
            <a:xfrm>
              <a:off x="5501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3" name="타원 5902">
              <a:extLst>
                <a:ext uri="{FF2B5EF4-FFF2-40B4-BE49-F238E27FC236}">
                  <a16:creationId xmlns:a16="http://schemas.microsoft.com/office/drawing/2014/main" id="{66A0744E-F699-4E95-98B9-5BB7BFD98F7C}"/>
                </a:ext>
              </a:extLst>
            </p:cNvPr>
            <p:cNvSpPr/>
            <p:nvPr/>
          </p:nvSpPr>
          <p:spPr>
            <a:xfrm>
              <a:off x="7025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4" name="타원 5903">
              <a:extLst>
                <a:ext uri="{FF2B5EF4-FFF2-40B4-BE49-F238E27FC236}">
                  <a16:creationId xmlns:a16="http://schemas.microsoft.com/office/drawing/2014/main" id="{C5AF72FC-7A1B-49C6-9481-30194D2E1112}"/>
                </a:ext>
              </a:extLst>
            </p:cNvPr>
            <p:cNvSpPr/>
            <p:nvPr/>
          </p:nvSpPr>
          <p:spPr>
            <a:xfrm>
              <a:off x="8549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5" name="타원 5904">
              <a:extLst>
                <a:ext uri="{FF2B5EF4-FFF2-40B4-BE49-F238E27FC236}">
                  <a16:creationId xmlns:a16="http://schemas.microsoft.com/office/drawing/2014/main" id="{9968D010-CEDC-4A25-8F66-4A1A7A9E5427}"/>
                </a:ext>
              </a:extLst>
            </p:cNvPr>
            <p:cNvSpPr/>
            <p:nvPr/>
          </p:nvSpPr>
          <p:spPr>
            <a:xfrm>
              <a:off x="10073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6" name="타원 5905">
              <a:extLst>
                <a:ext uri="{FF2B5EF4-FFF2-40B4-BE49-F238E27FC236}">
                  <a16:creationId xmlns:a16="http://schemas.microsoft.com/office/drawing/2014/main" id="{24414BE6-D8BB-424A-82C5-2B8B063CCF2B}"/>
                </a:ext>
              </a:extLst>
            </p:cNvPr>
            <p:cNvSpPr/>
            <p:nvPr/>
          </p:nvSpPr>
          <p:spPr>
            <a:xfrm>
              <a:off x="11597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7" name="타원 5906">
              <a:extLst>
                <a:ext uri="{FF2B5EF4-FFF2-40B4-BE49-F238E27FC236}">
                  <a16:creationId xmlns:a16="http://schemas.microsoft.com/office/drawing/2014/main" id="{2AC0A41C-945F-4B29-9E92-9EE47A1EB9EE}"/>
                </a:ext>
              </a:extLst>
            </p:cNvPr>
            <p:cNvSpPr/>
            <p:nvPr/>
          </p:nvSpPr>
          <p:spPr>
            <a:xfrm>
              <a:off x="13121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8" name="타원 5907">
              <a:extLst>
                <a:ext uri="{FF2B5EF4-FFF2-40B4-BE49-F238E27FC236}">
                  <a16:creationId xmlns:a16="http://schemas.microsoft.com/office/drawing/2014/main" id="{1E8A036A-C8EC-42C6-8876-5DF9288061BB}"/>
                </a:ext>
              </a:extLst>
            </p:cNvPr>
            <p:cNvSpPr/>
            <p:nvPr/>
          </p:nvSpPr>
          <p:spPr>
            <a:xfrm>
              <a:off x="14645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09" name="타원 5908">
              <a:extLst>
                <a:ext uri="{FF2B5EF4-FFF2-40B4-BE49-F238E27FC236}">
                  <a16:creationId xmlns:a16="http://schemas.microsoft.com/office/drawing/2014/main" id="{0225620D-1F3D-47DA-AE73-80DD7704500D}"/>
                </a:ext>
              </a:extLst>
            </p:cNvPr>
            <p:cNvSpPr/>
            <p:nvPr/>
          </p:nvSpPr>
          <p:spPr>
            <a:xfrm>
              <a:off x="16169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0" name="타원 5909">
              <a:extLst>
                <a:ext uri="{FF2B5EF4-FFF2-40B4-BE49-F238E27FC236}">
                  <a16:creationId xmlns:a16="http://schemas.microsoft.com/office/drawing/2014/main" id="{ACB56200-E3E9-4DA2-B3AD-574D437D4786}"/>
                </a:ext>
              </a:extLst>
            </p:cNvPr>
            <p:cNvSpPr/>
            <p:nvPr/>
          </p:nvSpPr>
          <p:spPr>
            <a:xfrm>
              <a:off x="17693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1" name="타원 5910">
              <a:extLst>
                <a:ext uri="{FF2B5EF4-FFF2-40B4-BE49-F238E27FC236}">
                  <a16:creationId xmlns:a16="http://schemas.microsoft.com/office/drawing/2014/main" id="{9B9FB67B-1FE9-40CC-84A8-F8C4C3973E07}"/>
                </a:ext>
              </a:extLst>
            </p:cNvPr>
            <p:cNvSpPr/>
            <p:nvPr/>
          </p:nvSpPr>
          <p:spPr>
            <a:xfrm>
              <a:off x="19217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2" name="타원 5911">
              <a:extLst>
                <a:ext uri="{FF2B5EF4-FFF2-40B4-BE49-F238E27FC236}">
                  <a16:creationId xmlns:a16="http://schemas.microsoft.com/office/drawing/2014/main" id="{06DDFE4B-7B25-48FC-98C6-2E2E562A7261}"/>
                </a:ext>
              </a:extLst>
            </p:cNvPr>
            <p:cNvSpPr/>
            <p:nvPr/>
          </p:nvSpPr>
          <p:spPr>
            <a:xfrm>
              <a:off x="20741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3" name="타원 5912">
              <a:extLst>
                <a:ext uri="{FF2B5EF4-FFF2-40B4-BE49-F238E27FC236}">
                  <a16:creationId xmlns:a16="http://schemas.microsoft.com/office/drawing/2014/main" id="{9CD17B02-A03D-4ACF-B819-8178507A31E3}"/>
                </a:ext>
              </a:extLst>
            </p:cNvPr>
            <p:cNvSpPr/>
            <p:nvPr/>
          </p:nvSpPr>
          <p:spPr>
            <a:xfrm>
              <a:off x="22265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4" name="타원 5913">
              <a:extLst>
                <a:ext uri="{FF2B5EF4-FFF2-40B4-BE49-F238E27FC236}">
                  <a16:creationId xmlns:a16="http://schemas.microsoft.com/office/drawing/2014/main" id="{158F9B7C-2F79-4A53-90A5-33BBAA78A9B7}"/>
                </a:ext>
              </a:extLst>
            </p:cNvPr>
            <p:cNvSpPr/>
            <p:nvPr/>
          </p:nvSpPr>
          <p:spPr>
            <a:xfrm>
              <a:off x="23789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5" name="타원 5914">
              <a:extLst>
                <a:ext uri="{FF2B5EF4-FFF2-40B4-BE49-F238E27FC236}">
                  <a16:creationId xmlns:a16="http://schemas.microsoft.com/office/drawing/2014/main" id="{6A0B24D4-310B-418A-86AB-18D7A7974BF4}"/>
                </a:ext>
              </a:extLst>
            </p:cNvPr>
            <p:cNvSpPr/>
            <p:nvPr/>
          </p:nvSpPr>
          <p:spPr>
            <a:xfrm>
              <a:off x="25313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6" name="타원 5915">
              <a:extLst>
                <a:ext uri="{FF2B5EF4-FFF2-40B4-BE49-F238E27FC236}">
                  <a16:creationId xmlns:a16="http://schemas.microsoft.com/office/drawing/2014/main" id="{A19E96FA-00EE-4144-9994-4B76583E9591}"/>
                </a:ext>
              </a:extLst>
            </p:cNvPr>
            <p:cNvSpPr/>
            <p:nvPr/>
          </p:nvSpPr>
          <p:spPr>
            <a:xfrm>
              <a:off x="26837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7" name="타원 5916">
              <a:extLst>
                <a:ext uri="{FF2B5EF4-FFF2-40B4-BE49-F238E27FC236}">
                  <a16:creationId xmlns:a16="http://schemas.microsoft.com/office/drawing/2014/main" id="{426B5568-131F-494E-A39D-923A35AFA8A2}"/>
                </a:ext>
              </a:extLst>
            </p:cNvPr>
            <p:cNvSpPr/>
            <p:nvPr/>
          </p:nvSpPr>
          <p:spPr>
            <a:xfrm>
              <a:off x="28361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8" name="타원 5917">
              <a:extLst>
                <a:ext uri="{FF2B5EF4-FFF2-40B4-BE49-F238E27FC236}">
                  <a16:creationId xmlns:a16="http://schemas.microsoft.com/office/drawing/2014/main" id="{3A3EE6B5-5C8B-402B-B477-81573C66F15C}"/>
                </a:ext>
              </a:extLst>
            </p:cNvPr>
            <p:cNvSpPr/>
            <p:nvPr/>
          </p:nvSpPr>
          <p:spPr>
            <a:xfrm>
              <a:off x="29885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19" name="타원 5918">
              <a:extLst>
                <a:ext uri="{FF2B5EF4-FFF2-40B4-BE49-F238E27FC236}">
                  <a16:creationId xmlns:a16="http://schemas.microsoft.com/office/drawing/2014/main" id="{E3B24B33-8CCC-4875-BEF6-CE518ED51DC5}"/>
                </a:ext>
              </a:extLst>
            </p:cNvPr>
            <p:cNvSpPr/>
            <p:nvPr/>
          </p:nvSpPr>
          <p:spPr>
            <a:xfrm>
              <a:off x="31409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0" name="타원 5919">
              <a:extLst>
                <a:ext uri="{FF2B5EF4-FFF2-40B4-BE49-F238E27FC236}">
                  <a16:creationId xmlns:a16="http://schemas.microsoft.com/office/drawing/2014/main" id="{56A51078-6CF7-44C9-8AB1-09775D72FB36}"/>
                </a:ext>
              </a:extLst>
            </p:cNvPr>
            <p:cNvSpPr/>
            <p:nvPr/>
          </p:nvSpPr>
          <p:spPr>
            <a:xfrm>
              <a:off x="32933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1" name="타원 5920">
              <a:extLst>
                <a:ext uri="{FF2B5EF4-FFF2-40B4-BE49-F238E27FC236}">
                  <a16:creationId xmlns:a16="http://schemas.microsoft.com/office/drawing/2014/main" id="{EAF43016-A214-4BD2-B7D4-E2E9C789AC39}"/>
                </a:ext>
              </a:extLst>
            </p:cNvPr>
            <p:cNvSpPr/>
            <p:nvPr/>
          </p:nvSpPr>
          <p:spPr>
            <a:xfrm>
              <a:off x="34457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2" name="타원 5921">
              <a:extLst>
                <a:ext uri="{FF2B5EF4-FFF2-40B4-BE49-F238E27FC236}">
                  <a16:creationId xmlns:a16="http://schemas.microsoft.com/office/drawing/2014/main" id="{8AC60946-547B-499B-B152-84C421CBE88A}"/>
                </a:ext>
              </a:extLst>
            </p:cNvPr>
            <p:cNvSpPr/>
            <p:nvPr/>
          </p:nvSpPr>
          <p:spPr>
            <a:xfrm>
              <a:off x="35981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3" name="타원 5922">
              <a:extLst>
                <a:ext uri="{FF2B5EF4-FFF2-40B4-BE49-F238E27FC236}">
                  <a16:creationId xmlns:a16="http://schemas.microsoft.com/office/drawing/2014/main" id="{8C7B3ABA-AC29-4614-BB46-EA7E248DE523}"/>
                </a:ext>
              </a:extLst>
            </p:cNvPr>
            <p:cNvSpPr/>
            <p:nvPr/>
          </p:nvSpPr>
          <p:spPr>
            <a:xfrm>
              <a:off x="37505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4" name="타원 5923">
              <a:extLst>
                <a:ext uri="{FF2B5EF4-FFF2-40B4-BE49-F238E27FC236}">
                  <a16:creationId xmlns:a16="http://schemas.microsoft.com/office/drawing/2014/main" id="{95588F46-BA8C-46CD-9995-717E0D3E8FBF}"/>
                </a:ext>
              </a:extLst>
            </p:cNvPr>
            <p:cNvSpPr/>
            <p:nvPr/>
          </p:nvSpPr>
          <p:spPr>
            <a:xfrm>
              <a:off x="39029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5" name="타원 5924">
              <a:extLst>
                <a:ext uri="{FF2B5EF4-FFF2-40B4-BE49-F238E27FC236}">
                  <a16:creationId xmlns:a16="http://schemas.microsoft.com/office/drawing/2014/main" id="{BBD9C9E3-09D3-4506-B65C-1D1806904B1A}"/>
                </a:ext>
              </a:extLst>
            </p:cNvPr>
            <p:cNvSpPr/>
            <p:nvPr/>
          </p:nvSpPr>
          <p:spPr>
            <a:xfrm>
              <a:off x="40553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6" name="타원 5925">
              <a:extLst>
                <a:ext uri="{FF2B5EF4-FFF2-40B4-BE49-F238E27FC236}">
                  <a16:creationId xmlns:a16="http://schemas.microsoft.com/office/drawing/2014/main" id="{1740BE22-364A-49D0-8028-620A9693FA03}"/>
                </a:ext>
              </a:extLst>
            </p:cNvPr>
            <p:cNvSpPr/>
            <p:nvPr/>
          </p:nvSpPr>
          <p:spPr>
            <a:xfrm>
              <a:off x="42077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7" name="타원 5926">
              <a:extLst>
                <a:ext uri="{FF2B5EF4-FFF2-40B4-BE49-F238E27FC236}">
                  <a16:creationId xmlns:a16="http://schemas.microsoft.com/office/drawing/2014/main" id="{FA947133-CB3A-4783-85AB-242193E351D0}"/>
                </a:ext>
              </a:extLst>
            </p:cNvPr>
            <p:cNvSpPr/>
            <p:nvPr/>
          </p:nvSpPr>
          <p:spPr>
            <a:xfrm>
              <a:off x="43601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8" name="타원 5927">
              <a:extLst>
                <a:ext uri="{FF2B5EF4-FFF2-40B4-BE49-F238E27FC236}">
                  <a16:creationId xmlns:a16="http://schemas.microsoft.com/office/drawing/2014/main" id="{48AB2685-4F77-4748-9B1F-452AD5354D19}"/>
                </a:ext>
              </a:extLst>
            </p:cNvPr>
            <p:cNvSpPr/>
            <p:nvPr/>
          </p:nvSpPr>
          <p:spPr>
            <a:xfrm>
              <a:off x="45125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29" name="타원 5928">
              <a:extLst>
                <a:ext uri="{FF2B5EF4-FFF2-40B4-BE49-F238E27FC236}">
                  <a16:creationId xmlns:a16="http://schemas.microsoft.com/office/drawing/2014/main" id="{5EE64B2D-A378-4668-8A90-09829644A822}"/>
                </a:ext>
              </a:extLst>
            </p:cNvPr>
            <p:cNvSpPr/>
            <p:nvPr/>
          </p:nvSpPr>
          <p:spPr>
            <a:xfrm>
              <a:off x="46649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0" name="타원 5929">
              <a:extLst>
                <a:ext uri="{FF2B5EF4-FFF2-40B4-BE49-F238E27FC236}">
                  <a16:creationId xmlns:a16="http://schemas.microsoft.com/office/drawing/2014/main" id="{B758FA82-A400-45A3-87BF-376E328B98BF}"/>
                </a:ext>
              </a:extLst>
            </p:cNvPr>
            <p:cNvSpPr/>
            <p:nvPr/>
          </p:nvSpPr>
          <p:spPr>
            <a:xfrm>
              <a:off x="48173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1" name="타원 5930">
              <a:extLst>
                <a:ext uri="{FF2B5EF4-FFF2-40B4-BE49-F238E27FC236}">
                  <a16:creationId xmlns:a16="http://schemas.microsoft.com/office/drawing/2014/main" id="{3EE1C9A0-14AD-4D04-B09F-C1B50D660748}"/>
                </a:ext>
              </a:extLst>
            </p:cNvPr>
            <p:cNvSpPr/>
            <p:nvPr/>
          </p:nvSpPr>
          <p:spPr>
            <a:xfrm>
              <a:off x="49697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2" name="타원 5931">
              <a:extLst>
                <a:ext uri="{FF2B5EF4-FFF2-40B4-BE49-F238E27FC236}">
                  <a16:creationId xmlns:a16="http://schemas.microsoft.com/office/drawing/2014/main" id="{83D7F2CB-365A-4E67-B863-D3B80C31314A}"/>
                </a:ext>
              </a:extLst>
            </p:cNvPr>
            <p:cNvSpPr/>
            <p:nvPr/>
          </p:nvSpPr>
          <p:spPr>
            <a:xfrm>
              <a:off x="51221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3" name="타원 5932">
              <a:extLst>
                <a:ext uri="{FF2B5EF4-FFF2-40B4-BE49-F238E27FC236}">
                  <a16:creationId xmlns:a16="http://schemas.microsoft.com/office/drawing/2014/main" id="{F82D2FEC-4BBF-42AE-946C-FB8FB84F9C00}"/>
                </a:ext>
              </a:extLst>
            </p:cNvPr>
            <p:cNvSpPr/>
            <p:nvPr/>
          </p:nvSpPr>
          <p:spPr>
            <a:xfrm>
              <a:off x="52745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4" name="타원 5933">
              <a:extLst>
                <a:ext uri="{FF2B5EF4-FFF2-40B4-BE49-F238E27FC236}">
                  <a16:creationId xmlns:a16="http://schemas.microsoft.com/office/drawing/2014/main" id="{98DE85B2-A55E-47F6-8486-FE8EC0AA2512}"/>
                </a:ext>
              </a:extLst>
            </p:cNvPr>
            <p:cNvSpPr/>
            <p:nvPr/>
          </p:nvSpPr>
          <p:spPr>
            <a:xfrm>
              <a:off x="54269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5" name="타원 5934">
              <a:extLst>
                <a:ext uri="{FF2B5EF4-FFF2-40B4-BE49-F238E27FC236}">
                  <a16:creationId xmlns:a16="http://schemas.microsoft.com/office/drawing/2014/main" id="{E720F506-ECCF-48E0-82D6-19AE1A913D1E}"/>
                </a:ext>
              </a:extLst>
            </p:cNvPr>
            <p:cNvSpPr/>
            <p:nvPr/>
          </p:nvSpPr>
          <p:spPr>
            <a:xfrm>
              <a:off x="55793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6" name="타원 5935">
              <a:extLst>
                <a:ext uri="{FF2B5EF4-FFF2-40B4-BE49-F238E27FC236}">
                  <a16:creationId xmlns:a16="http://schemas.microsoft.com/office/drawing/2014/main" id="{F0DF928E-23B9-43E6-AF48-5C1EC0033191}"/>
                </a:ext>
              </a:extLst>
            </p:cNvPr>
            <p:cNvSpPr/>
            <p:nvPr/>
          </p:nvSpPr>
          <p:spPr>
            <a:xfrm>
              <a:off x="5731775" y="3807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7" name="타원 5936">
              <a:extLst>
                <a:ext uri="{FF2B5EF4-FFF2-40B4-BE49-F238E27FC236}">
                  <a16:creationId xmlns:a16="http://schemas.microsoft.com/office/drawing/2014/main" id="{9BD91B71-0182-4BFB-9CFB-C006D1B95090}"/>
                </a:ext>
              </a:extLst>
            </p:cNvPr>
            <p:cNvSpPr/>
            <p:nvPr/>
          </p:nvSpPr>
          <p:spPr>
            <a:xfrm>
              <a:off x="2453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8" name="타원 5937">
              <a:extLst>
                <a:ext uri="{FF2B5EF4-FFF2-40B4-BE49-F238E27FC236}">
                  <a16:creationId xmlns:a16="http://schemas.microsoft.com/office/drawing/2014/main" id="{5FB88FAA-A091-4F19-8427-AFED646730AD}"/>
                </a:ext>
              </a:extLst>
            </p:cNvPr>
            <p:cNvSpPr/>
            <p:nvPr/>
          </p:nvSpPr>
          <p:spPr>
            <a:xfrm>
              <a:off x="3977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39" name="타원 5938">
              <a:extLst>
                <a:ext uri="{FF2B5EF4-FFF2-40B4-BE49-F238E27FC236}">
                  <a16:creationId xmlns:a16="http://schemas.microsoft.com/office/drawing/2014/main" id="{920F3012-276F-47A9-82FA-8FF853E883EA}"/>
                </a:ext>
              </a:extLst>
            </p:cNvPr>
            <p:cNvSpPr/>
            <p:nvPr/>
          </p:nvSpPr>
          <p:spPr>
            <a:xfrm>
              <a:off x="5501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0" name="타원 5939">
              <a:extLst>
                <a:ext uri="{FF2B5EF4-FFF2-40B4-BE49-F238E27FC236}">
                  <a16:creationId xmlns:a16="http://schemas.microsoft.com/office/drawing/2014/main" id="{5D80007F-F8AF-409F-BBED-5717DC946B4C}"/>
                </a:ext>
              </a:extLst>
            </p:cNvPr>
            <p:cNvSpPr/>
            <p:nvPr/>
          </p:nvSpPr>
          <p:spPr>
            <a:xfrm>
              <a:off x="7025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1" name="타원 5940">
              <a:extLst>
                <a:ext uri="{FF2B5EF4-FFF2-40B4-BE49-F238E27FC236}">
                  <a16:creationId xmlns:a16="http://schemas.microsoft.com/office/drawing/2014/main" id="{11C9D615-8BB2-42FC-8D56-FA75723C7598}"/>
                </a:ext>
              </a:extLst>
            </p:cNvPr>
            <p:cNvSpPr/>
            <p:nvPr/>
          </p:nvSpPr>
          <p:spPr>
            <a:xfrm>
              <a:off x="8549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2" name="타원 5941">
              <a:extLst>
                <a:ext uri="{FF2B5EF4-FFF2-40B4-BE49-F238E27FC236}">
                  <a16:creationId xmlns:a16="http://schemas.microsoft.com/office/drawing/2014/main" id="{8109F97C-2E4E-4E70-99EC-A5E01A2AA106}"/>
                </a:ext>
              </a:extLst>
            </p:cNvPr>
            <p:cNvSpPr/>
            <p:nvPr/>
          </p:nvSpPr>
          <p:spPr>
            <a:xfrm>
              <a:off x="10073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3" name="타원 5942">
              <a:extLst>
                <a:ext uri="{FF2B5EF4-FFF2-40B4-BE49-F238E27FC236}">
                  <a16:creationId xmlns:a16="http://schemas.microsoft.com/office/drawing/2014/main" id="{D35080F6-E7E8-4685-A9CD-16EA04126C37}"/>
                </a:ext>
              </a:extLst>
            </p:cNvPr>
            <p:cNvSpPr/>
            <p:nvPr/>
          </p:nvSpPr>
          <p:spPr>
            <a:xfrm>
              <a:off x="11597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4" name="타원 5943">
              <a:extLst>
                <a:ext uri="{FF2B5EF4-FFF2-40B4-BE49-F238E27FC236}">
                  <a16:creationId xmlns:a16="http://schemas.microsoft.com/office/drawing/2014/main" id="{03E9FAA0-D3AA-4324-8873-3AD2B22DD3D8}"/>
                </a:ext>
              </a:extLst>
            </p:cNvPr>
            <p:cNvSpPr/>
            <p:nvPr/>
          </p:nvSpPr>
          <p:spPr>
            <a:xfrm>
              <a:off x="13121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5" name="타원 5944">
              <a:extLst>
                <a:ext uri="{FF2B5EF4-FFF2-40B4-BE49-F238E27FC236}">
                  <a16:creationId xmlns:a16="http://schemas.microsoft.com/office/drawing/2014/main" id="{8151975D-EC75-4030-9FFF-B9F397E91945}"/>
                </a:ext>
              </a:extLst>
            </p:cNvPr>
            <p:cNvSpPr/>
            <p:nvPr/>
          </p:nvSpPr>
          <p:spPr>
            <a:xfrm>
              <a:off x="14645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6" name="타원 5945">
              <a:extLst>
                <a:ext uri="{FF2B5EF4-FFF2-40B4-BE49-F238E27FC236}">
                  <a16:creationId xmlns:a16="http://schemas.microsoft.com/office/drawing/2014/main" id="{AB26E93B-B269-4109-96D5-57C8F251252B}"/>
                </a:ext>
              </a:extLst>
            </p:cNvPr>
            <p:cNvSpPr/>
            <p:nvPr/>
          </p:nvSpPr>
          <p:spPr>
            <a:xfrm>
              <a:off x="16169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7" name="타원 5946">
              <a:extLst>
                <a:ext uri="{FF2B5EF4-FFF2-40B4-BE49-F238E27FC236}">
                  <a16:creationId xmlns:a16="http://schemas.microsoft.com/office/drawing/2014/main" id="{44679974-125B-4DC1-A00E-9D2D3E36C5FF}"/>
                </a:ext>
              </a:extLst>
            </p:cNvPr>
            <p:cNvSpPr/>
            <p:nvPr/>
          </p:nvSpPr>
          <p:spPr>
            <a:xfrm>
              <a:off x="17693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8" name="타원 5947">
              <a:extLst>
                <a:ext uri="{FF2B5EF4-FFF2-40B4-BE49-F238E27FC236}">
                  <a16:creationId xmlns:a16="http://schemas.microsoft.com/office/drawing/2014/main" id="{91E626DE-2AB1-486F-B4FD-4CF3BC98B5A8}"/>
                </a:ext>
              </a:extLst>
            </p:cNvPr>
            <p:cNvSpPr/>
            <p:nvPr/>
          </p:nvSpPr>
          <p:spPr>
            <a:xfrm>
              <a:off x="19217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49" name="타원 5948">
              <a:extLst>
                <a:ext uri="{FF2B5EF4-FFF2-40B4-BE49-F238E27FC236}">
                  <a16:creationId xmlns:a16="http://schemas.microsoft.com/office/drawing/2014/main" id="{590DBBED-79F4-45D6-AD66-5D1561BF09B0}"/>
                </a:ext>
              </a:extLst>
            </p:cNvPr>
            <p:cNvSpPr/>
            <p:nvPr/>
          </p:nvSpPr>
          <p:spPr>
            <a:xfrm>
              <a:off x="20741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0" name="타원 5949">
              <a:extLst>
                <a:ext uri="{FF2B5EF4-FFF2-40B4-BE49-F238E27FC236}">
                  <a16:creationId xmlns:a16="http://schemas.microsoft.com/office/drawing/2014/main" id="{210D1B2A-130A-4576-AB01-EE87589BBD51}"/>
                </a:ext>
              </a:extLst>
            </p:cNvPr>
            <p:cNvSpPr/>
            <p:nvPr/>
          </p:nvSpPr>
          <p:spPr>
            <a:xfrm>
              <a:off x="22265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1" name="타원 5950">
              <a:extLst>
                <a:ext uri="{FF2B5EF4-FFF2-40B4-BE49-F238E27FC236}">
                  <a16:creationId xmlns:a16="http://schemas.microsoft.com/office/drawing/2014/main" id="{FEC6F104-564A-4386-BDB4-2D0438135DB9}"/>
                </a:ext>
              </a:extLst>
            </p:cNvPr>
            <p:cNvSpPr/>
            <p:nvPr/>
          </p:nvSpPr>
          <p:spPr>
            <a:xfrm>
              <a:off x="23789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2" name="타원 5951">
              <a:extLst>
                <a:ext uri="{FF2B5EF4-FFF2-40B4-BE49-F238E27FC236}">
                  <a16:creationId xmlns:a16="http://schemas.microsoft.com/office/drawing/2014/main" id="{91F365AE-D8D1-41CC-8407-F80BADA17DB9}"/>
                </a:ext>
              </a:extLst>
            </p:cNvPr>
            <p:cNvSpPr/>
            <p:nvPr/>
          </p:nvSpPr>
          <p:spPr>
            <a:xfrm>
              <a:off x="25313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3" name="타원 5952">
              <a:extLst>
                <a:ext uri="{FF2B5EF4-FFF2-40B4-BE49-F238E27FC236}">
                  <a16:creationId xmlns:a16="http://schemas.microsoft.com/office/drawing/2014/main" id="{1C40A340-5A0F-4989-8BA6-367600D470FF}"/>
                </a:ext>
              </a:extLst>
            </p:cNvPr>
            <p:cNvSpPr/>
            <p:nvPr/>
          </p:nvSpPr>
          <p:spPr>
            <a:xfrm>
              <a:off x="26837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4" name="타원 5953">
              <a:extLst>
                <a:ext uri="{FF2B5EF4-FFF2-40B4-BE49-F238E27FC236}">
                  <a16:creationId xmlns:a16="http://schemas.microsoft.com/office/drawing/2014/main" id="{4FFE7F13-FEBD-4111-9D9A-FAD9FA27DE7A}"/>
                </a:ext>
              </a:extLst>
            </p:cNvPr>
            <p:cNvSpPr/>
            <p:nvPr/>
          </p:nvSpPr>
          <p:spPr>
            <a:xfrm>
              <a:off x="28361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5" name="타원 5954">
              <a:extLst>
                <a:ext uri="{FF2B5EF4-FFF2-40B4-BE49-F238E27FC236}">
                  <a16:creationId xmlns:a16="http://schemas.microsoft.com/office/drawing/2014/main" id="{0397D7AF-180D-4140-907A-1FA40BC482B3}"/>
                </a:ext>
              </a:extLst>
            </p:cNvPr>
            <p:cNvSpPr/>
            <p:nvPr/>
          </p:nvSpPr>
          <p:spPr>
            <a:xfrm>
              <a:off x="29885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6" name="타원 5955">
              <a:extLst>
                <a:ext uri="{FF2B5EF4-FFF2-40B4-BE49-F238E27FC236}">
                  <a16:creationId xmlns:a16="http://schemas.microsoft.com/office/drawing/2014/main" id="{8C3EB646-08BA-4837-87E0-E01C8363AD4A}"/>
                </a:ext>
              </a:extLst>
            </p:cNvPr>
            <p:cNvSpPr/>
            <p:nvPr/>
          </p:nvSpPr>
          <p:spPr>
            <a:xfrm>
              <a:off x="31409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7" name="타원 5956">
              <a:extLst>
                <a:ext uri="{FF2B5EF4-FFF2-40B4-BE49-F238E27FC236}">
                  <a16:creationId xmlns:a16="http://schemas.microsoft.com/office/drawing/2014/main" id="{8C7BEF3E-46B1-480A-A4FA-3E84E02C2335}"/>
                </a:ext>
              </a:extLst>
            </p:cNvPr>
            <p:cNvSpPr/>
            <p:nvPr/>
          </p:nvSpPr>
          <p:spPr>
            <a:xfrm>
              <a:off x="32933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8" name="타원 5957">
              <a:extLst>
                <a:ext uri="{FF2B5EF4-FFF2-40B4-BE49-F238E27FC236}">
                  <a16:creationId xmlns:a16="http://schemas.microsoft.com/office/drawing/2014/main" id="{7A18FD2B-B1B6-414C-8CAB-1E41532DDA98}"/>
                </a:ext>
              </a:extLst>
            </p:cNvPr>
            <p:cNvSpPr/>
            <p:nvPr/>
          </p:nvSpPr>
          <p:spPr>
            <a:xfrm>
              <a:off x="34457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59" name="타원 5958">
              <a:extLst>
                <a:ext uri="{FF2B5EF4-FFF2-40B4-BE49-F238E27FC236}">
                  <a16:creationId xmlns:a16="http://schemas.microsoft.com/office/drawing/2014/main" id="{2D0BD547-3DC4-4790-8D10-257EF8131520}"/>
                </a:ext>
              </a:extLst>
            </p:cNvPr>
            <p:cNvSpPr/>
            <p:nvPr/>
          </p:nvSpPr>
          <p:spPr>
            <a:xfrm>
              <a:off x="35981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0" name="타원 5959">
              <a:extLst>
                <a:ext uri="{FF2B5EF4-FFF2-40B4-BE49-F238E27FC236}">
                  <a16:creationId xmlns:a16="http://schemas.microsoft.com/office/drawing/2014/main" id="{9A17C30F-6697-4DD3-9FC3-1347A0E77D82}"/>
                </a:ext>
              </a:extLst>
            </p:cNvPr>
            <p:cNvSpPr/>
            <p:nvPr/>
          </p:nvSpPr>
          <p:spPr>
            <a:xfrm>
              <a:off x="37505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1" name="타원 5960">
              <a:extLst>
                <a:ext uri="{FF2B5EF4-FFF2-40B4-BE49-F238E27FC236}">
                  <a16:creationId xmlns:a16="http://schemas.microsoft.com/office/drawing/2014/main" id="{BA6167E0-93CD-4F23-BC5B-E300AFC2BF9F}"/>
                </a:ext>
              </a:extLst>
            </p:cNvPr>
            <p:cNvSpPr/>
            <p:nvPr/>
          </p:nvSpPr>
          <p:spPr>
            <a:xfrm>
              <a:off x="39029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2" name="타원 5961">
              <a:extLst>
                <a:ext uri="{FF2B5EF4-FFF2-40B4-BE49-F238E27FC236}">
                  <a16:creationId xmlns:a16="http://schemas.microsoft.com/office/drawing/2014/main" id="{B155459B-F78A-4203-B417-3B97D4D90D71}"/>
                </a:ext>
              </a:extLst>
            </p:cNvPr>
            <p:cNvSpPr/>
            <p:nvPr/>
          </p:nvSpPr>
          <p:spPr>
            <a:xfrm>
              <a:off x="40553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3" name="타원 5962">
              <a:extLst>
                <a:ext uri="{FF2B5EF4-FFF2-40B4-BE49-F238E27FC236}">
                  <a16:creationId xmlns:a16="http://schemas.microsoft.com/office/drawing/2014/main" id="{B4219607-5A21-4963-A2F5-EDB96A6CC674}"/>
                </a:ext>
              </a:extLst>
            </p:cNvPr>
            <p:cNvSpPr/>
            <p:nvPr/>
          </p:nvSpPr>
          <p:spPr>
            <a:xfrm>
              <a:off x="42077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4" name="타원 5963">
              <a:extLst>
                <a:ext uri="{FF2B5EF4-FFF2-40B4-BE49-F238E27FC236}">
                  <a16:creationId xmlns:a16="http://schemas.microsoft.com/office/drawing/2014/main" id="{0ACB349A-FF59-4493-B504-921E6DAA5DEB}"/>
                </a:ext>
              </a:extLst>
            </p:cNvPr>
            <p:cNvSpPr/>
            <p:nvPr/>
          </p:nvSpPr>
          <p:spPr>
            <a:xfrm>
              <a:off x="43601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5" name="타원 5964">
              <a:extLst>
                <a:ext uri="{FF2B5EF4-FFF2-40B4-BE49-F238E27FC236}">
                  <a16:creationId xmlns:a16="http://schemas.microsoft.com/office/drawing/2014/main" id="{9F43477C-7E83-4EBA-B917-DF09089BF042}"/>
                </a:ext>
              </a:extLst>
            </p:cNvPr>
            <p:cNvSpPr/>
            <p:nvPr/>
          </p:nvSpPr>
          <p:spPr>
            <a:xfrm>
              <a:off x="45125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6" name="타원 5965">
              <a:extLst>
                <a:ext uri="{FF2B5EF4-FFF2-40B4-BE49-F238E27FC236}">
                  <a16:creationId xmlns:a16="http://schemas.microsoft.com/office/drawing/2014/main" id="{5B0C690E-BB43-4AC4-83E2-90BD913EAE3A}"/>
                </a:ext>
              </a:extLst>
            </p:cNvPr>
            <p:cNvSpPr/>
            <p:nvPr/>
          </p:nvSpPr>
          <p:spPr>
            <a:xfrm>
              <a:off x="46649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7" name="타원 5966">
              <a:extLst>
                <a:ext uri="{FF2B5EF4-FFF2-40B4-BE49-F238E27FC236}">
                  <a16:creationId xmlns:a16="http://schemas.microsoft.com/office/drawing/2014/main" id="{425605EE-3CED-4000-AB2F-BB52B2158510}"/>
                </a:ext>
              </a:extLst>
            </p:cNvPr>
            <p:cNvSpPr/>
            <p:nvPr/>
          </p:nvSpPr>
          <p:spPr>
            <a:xfrm>
              <a:off x="48173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8" name="타원 5967">
              <a:extLst>
                <a:ext uri="{FF2B5EF4-FFF2-40B4-BE49-F238E27FC236}">
                  <a16:creationId xmlns:a16="http://schemas.microsoft.com/office/drawing/2014/main" id="{8A2349A9-27ED-408E-BD0D-E5BD945F91A1}"/>
                </a:ext>
              </a:extLst>
            </p:cNvPr>
            <p:cNvSpPr/>
            <p:nvPr/>
          </p:nvSpPr>
          <p:spPr>
            <a:xfrm>
              <a:off x="49697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69" name="타원 5968">
              <a:extLst>
                <a:ext uri="{FF2B5EF4-FFF2-40B4-BE49-F238E27FC236}">
                  <a16:creationId xmlns:a16="http://schemas.microsoft.com/office/drawing/2014/main" id="{9F43F5DA-EA1B-4898-B250-E9CD37808F48}"/>
                </a:ext>
              </a:extLst>
            </p:cNvPr>
            <p:cNvSpPr/>
            <p:nvPr/>
          </p:nvSpPr>
          <p:spPr>
            <a:xfrm>
              <a:off x="51221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0" name="타원 5969">
              <a:extLst>
                <a:ext uri="{FF2B5EF4-FFF2-40B4-BE49-F238E27FC236}">
                  <a16:creationId xmlns:a16="http://schemas.microsoft.com/office/drawing/2014/main" id="{1884EF26-9CEB-496A-93C7-46EF543AFA41}"/>
                </a:ext>
              </a:extLst>
            </p:cNvPr>
            <p:cNvSpPr/>
            <p:nvPr/>
          </p:nvSpPr>
          <p:spPr>
            <a:xfrm>
              <a:off x="52745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1" name="타원 5970">
              <a:extLst>
                <a:ext uri="{FF2B5EF4-FFF2-40B4-BE49-F238E27FC236}">
                  <a16:creationId xmlns:a16="http://schemas.microsoft.com/office/drawing/2014/main" id="{DC0B73D2-3F98-4EB2-9F15-98C48B125642}"/>
                </a:ext>
              </a:extLst>
            </p:cNvPr>
            <p:cNvSpPr/>
            <p:nvPr/>
          </p:nvSpPr>
          <p:spPr>
            <a:xfrm>
              <a:off x="54269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2" name="타원 5971">
              <a:extLst>
                <a:ext uri="{FF2B5EF4-FFF2-40B4-BE49-F238E27FC236}">
                  <a16:creationId xmlns:a16="http://schemas.microsoft.com/office/drawing/2014/main" id="{9D43FD4F-742A-47E5-AC4C-95E9C318C895}"/>
                </a:ext>
              </a:extLst>
            </p:cNvPr>
            <p:cNvSpPr/>
            <p:nvPr/>
          </p:nvSpPr>
          <p:spPr>
            <a:xfrm>
              <a:off x="55793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3" name="타원 5972">
              <a:extLst>
                <a:ext uri="{FF2B5EF4-FFF2-40B4-BE49-F238E27FC236}">
                  <a16:creationId xmlns:a16="http://schemas.microsoft.com/office/drawing/2014/main" id="{412D17C6-5952-40CE-99C0-093D6E5A73B3}"/>
                </a:ext>
              </a:extLst>
            </p:cNvPr>
            <p:cNvSpPr/>
            <p:nvPr/>
          </p:nvSpPr>
          <p:spPr>
            <a:xfrm>
              <a:off x="5731775" y="3960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4" name="타원 5973">
              <a:extLst>
                <a:ext uri="{FF2B5EF4-FFF2-40B4-BE49-F238E27FC236}">
                  <a16:creationId xmlns:a16="http://schemas.microsoft.com/office/drawing/2014/main" id="{61B9EAC9-4559-42A1-B2CB-8903C278D945}"/>
                </a:ext>
              </a:extLst>
            </p:cNvPr>
            <p:cNvSpPr/>
            <p:nvPr/>
          </p:nvSpPr>
          <p:spPr>
            <a:xfrm>
              <a:off x="2453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5" name="타원 5974">
              <a:extLst>
                <a:ext uri="{FF2B5EF4-FFF2-40B4-BE49-F238E27FC236}">
                  <a16:creationId xmlns:a16="http://schemas.microsoft.com/office/drawing/2014/main" id="{31AE1E3F-6544-4B58-85F3-7334C9CD559B}"/>
                </a:ext>
              </a:extLst>
            </p:cNvPr>
            <p:cNvSpPr/>
            <p:nvPr/>
          </p:nvSpPr>
          <p:spPr>
            <a:xfrm>
              <a:off x="3977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6" name="타원 5975">
              <a:extLst>
                <a:ext uri="{FF2B5EF4-FFF2-40B4-BE49-F238E27FC236}">
                  <a16:creationId xmlns:a16="http://schemas.microsoft.com/office/drawing/2014/main" id="{E48997B4-9901-4C1D-B2D3-A72ED2DB3B1E}"/>
                </a:ext>
              </a:extLst>
            </p:cNvPr>
            <p:cNvSpPr/>
            <p:nvPr/>
          </p:nvSpPr>
          <p:spPr>
            <a:xfrm>
              <a:off x="5501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7" name="타원 5976">
              <a:extLst>
                <a:ext uri="{FF2B5EF4-FFF2-40B4-BE49-F238E27FC236}">
                  <a16:creationId xmlns:a16="http://schemas.microsoft.com/office/drawing/2014/main" id="{0E1F37D1-EA84-4A4F-8762-3CB471E80371}"/>
                </a:ext>
              </a:extLst>
            </p:cNvPr>
            <p:cNvSpPr/>
            <p:nvPr/>
          </p:nvSpPr>
          <p:spPr>
            <a:xfrm>
              <a:off x="7025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8" name="타원 5977">
              <a:extLst>
                <a:ext uri="{FF2B5EF4-FFF2-40B4-BE49-F238E27FC236}">
                  <a16:creationId xmlns:a16="http://schemas.microsoft.com/office/drawing/2014/main" id="{AC7F8054-3207-4CC4-ADAF-323DD2620F78}"/>
                </a:ext>
              </a:extLst>
            </p:cNvPr>
            <p:cNvSpPr/>
            <p:nvPr/>
          </p:nvSpPr>
          <p:spPr>
            <a:xfrm>
              <a:off x="8549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79" name="타원 5978">
              <a:extLst>
                <a:ext uri="{FF2B5EF4-FFF2-40B4-BE49-F238E27FC236}">
                  <a16:creationId xmlns:a16="http://schemas.microsoft.com/office/drawing/2014/main" id="{FA26D16C-C5FA-4C32-9039-5A3BC0FA4938}"/>
                </a:ext>
              </a:extLst>
            </p:cNvPr>
            <p:cNvSpPr/>
            <p:nvPr/>
          </p:nvSpPr>
          <p:spPr>
            <a:xfrm>
              <a:off x="10073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0" name="타원 5979">
              <a:extLst>
                <a:ext uri="{FF2B5EF4-FFF2-40B4-BE49-F238E27FC236}">
                  <a16:creationId xmlns:a16="http://schemas.microsoft.com/office/drawing/2014/main" id="{D7A42180-E04E-44DA-802A-2242664ECB71}"/>
                </a:ext>
              </a:extLst>
            </p:cNvPr>
            <p:cNvSpPr/>
            <p:nvPr/>
          </p:nvSpPr>
          <p:spPr>
            <a:xfrm>
              <a:off x="11597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1" name="타원 5980">
              <a:extLst>
                <a:ext uri="{FF2B5EF4-FFF2-40B4-BE49-F238E27FC236}">
                  <a16:creationId xmlns:a16="http://schemas.microsoft.com/office/drawing/2014/main" id="{F0D21541-FB1F-4E3A-9EF7-21005405C5B6}"/>
                </a:ext>
              </a:extLst>
            </p:cNvPr>
            <p:cNvSpPr/>
            <p:nvPr/>
          </p:nvSpPr>
          <p:spPr>
            <a:xfrm>
              <a:off x="13121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2" name="타원 5981">
              <a:extLst>
                <a:ext uri="{FF2B5EF4-FFF2-40B4-BE49-F238E27FC236}">
                  <a16:creationId xmlns:a16="http://schemas.microsoft.com/office/drawing/2014/main" id="{079751F0-D50D-42B1-A6F9-CD2BE2C9E592}"/>
                </a:ext>
              </a:extLst>
            </p:cNvPr>
            <p:cNvSpPr/>
            <p:nvPr/>
          </p:nvSpPr>
          <p:spPr>
            <a:xfrm>
              <a:off x="14645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3" name="타원 5982">
              <a:extLst>
                <a:ext uri="{FF2B5EF4-FFF2-40B4-BE49-F238E27FC236}">
                  <a16:creationId xmlns:a16="http://schemas.microsoft.com/office/drawing/2014/main" id="{50BBDBB4-24D8-47ED-8ABF-69ACEF13918E}"/>
                </a:ext>
              </a:extLst>
            </p:cNvPr>
            <p:cNvSpPr/>
            <p:nvPr/>
          </p:nvSpPr>
          <p:spPr>
            <a:xfrm>
              <a:off x="16169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4" name="타원 5983">
              <a:extLst>
                <a:ext uri="{FF2B5EF4-FFF2-40B4-BE49-F238E27FC236}">
                  <a16:creationId xmlns:a16="http://schemas.microsoft.com/office/drawing/2014/main" id="{1C2A8C4E-BAC9-4A9D-B657-E6CAA90ADA26}"/>
                </a:ext>
              </a:extLst>
            </p:cNvPr>
            <p:cNvSpPr/>
            <p:nvPr/>
          </p:nvSpPr>
          <p:spPr>
            <a:xfrm>
              <a:off x="17693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5" name="타원 5984">
              <a:extLst>
                <a:ext uri="{FF2B5EF4-FFF2-40B4-BE49-F238E27FC236}">
                  <a16:creationId xmlns:a16="http://schemas.microsoft.com/office/drawing/2014/main" id="{C0C44CAB-081D-4F27-9D4C-9B701908605E}"/>
                </a:ext>
              </a:extLst>
            </p:cNvPr>
            <p:cNvSpPr/>
            <p:nvPr/>
          </p:nvSpPr>
          <p:spPr>
            <a:xfrm>
              <a:off x="19217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6" name="타원 5985">
              <a:extLst>
                <a:ext uri="{FF2B5EF4-FFF2-40B4-BE49-F238E27FC236}">
                  <a16:creationId xmlns:a16="http://schemas.microsoft.com/office/drawing/2014/main" id="{DFCF3333-3203-4282-8473-7FCE09CE523C}"/>
                </a:ext>
              </a:extLst>
            </p:cNvPr>
            <p:cNvSpPr/>
            <p:nvPr/>
          </p:nvSpPr>
          <p:spPr>
            <a:xfrm>
              <a:off x="20741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7" name="타원 5986">
              <a:extLst>
                <a:ext uri="{FF2B5EF4-FFF2-40B4-BE49-F238E27FC236}">
                  <a16:creationId xmlns:a16="http://schemas.microsoft.com/office/drawing/2014/main" id="{C2CD11E1-D7F1-4BC8-8D6B-32FC8A378569}"/>
                </a:ext>
              </a:extLst>
            </p:cNvPr>
            <p:cNvSpPr/>
            <p:nvPr/>
          </p:nvSpPr>
          <p:spPr>
            <a:xfrm>
              <a:off x="22265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8" name="타원 5987">
              <a:extLst>
                <a:ext uri="{FF2B5EF4-FFF2-40B4-BE49-F238E27FC236}">
                  <a16:creationId xmlns:a16="http://schemas.microsoft.com/office/drawing/2014/main" id="{9286B976-CF6E-4DA5-AF73-870B22F13826}"/>
                </a:ext>
              </a:extLst>
            </p:cNvPr>
            <p:cNvSpPr/>
            <p:nvPr/>
          </p:nvSpPr>
          <p:spPr>
            <a:xfrm>
              <a:off x="23789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89" name="타원 5988">
              <a:extLst>
                <a:ext uri="{FF2B5EF4-FFF2-40B4-BE49-F238E27FC236}">
                  <a16:creationId xmlns:a16="http://schemas.microsoft.com/office/drawing/2014/main" id="{D9BDDE0E-4E5E-49ED-BEA4-12EC2D16142F}"/>
                </a:ext>
              </a:extLst>
            </p:cNvPr>
            <p:cNvSpPr/>
            <p:nvPr/>
          </p:nvSpPr>
          <p:spPr>
            <a:xfrm>
              <a:off x="25313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0" name="타원 5989">
              <a:extLst>
                <a:ext uri="{FF2B5EF4-FFF2-40B4-BE49-F238E27FC236}">
                  <a16:creationId xmlns:a16="http://schemas.microsoft.com/office/drawing/2014/main" id="{BA78A029-4966-4926-965A-46D114B60C72}"/>
                </a:ext>
              </a:extLst>
            </p:cNvPr>
            <p:cNvSpPr/>
            <p:nvPr/>
          </p:nvSpPr>
          <p:spPr>
            <a:xfrm>
              <a:off x="26837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1" name="타원 5990">
              <a:extLst>
                <a:ext uri="{FF2B5EF4-FFF2-40B4-BE49-F238E27FC236}">
                  <a16:creationId xmlns:a16="http://schemas.microsoft.com/office/drawing/2014/main" id="{12181BF7-56DF-4949-A776-4FD77B09DCCD}"/>
                </a:ext>
              </a:extLst>
            </p:cNvPr>
            <p:cNvSpPr/>
            <p:nvPr/>
          </p:nvSpPr>
          <p:spPr>
            <a:xfrm>
              <a:off x="28361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2" name="타원 5991">
              <a:extLst>
                <a:ext uri="{FF2B5EF4-FFF2-40B4-BE49-F238E27FC236}">
                  <a16:creationId xmlns:a16="http://schemas.microsoft.com/office/drawing/2014/main" id="{85A306C0-D956-419D-B974-6257AB599B4C}"/>
                </a:ext>
              </a:extLst>
            </p:cNvPr>
            <p:cNvSpPr/>
            <p:nvPr/>
          </p:nvSpPr>
          <p:spPr>
            <a:xfrm>
              <a:off x="29885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3" name="타원 5992">
              <a:extLst>
                <a:ext uri="{FF2B5EF4-FFF2-40B4-BE49-F238E27FC236}">
                  <a16:creationId xmlns:a16="http://schemas.microsoft.com/office/drawing/2014/main" id="{630AEE71-E1C0-437F-9FC2-C04C63E956BE}"/>
                </a:ext>
              </a:extLst>
            </p:cNvPr>
            <p:cNvSpPr/>
            <p:nvPr/>
          </p:nvSpPr>
          <p:spPr>
            <a:xfrm>
              <a:off x="31409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4" name="타원 5993">
              <a:extLst>
                <a:ext uri="{FF2B5EF4-FFF2-40B4-BE49-F238E27FC236}">
                  <a16:creationId xmlns:a16="http://schemas.microsoft.com/office/drawing/2014/main" id="{726190BC-7EEF-43B5-869E-CD074340C519}"/>
                </a:ext>
              </a:extLst>
            </p:cNvPr>
            <p:cNvSpPr/>
            <p:nvPr/>
          </p:nvSpPr>
          <p:spPr>
            <a:xfrm>
              <a:off x="32933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5" name="타원 5994">
              <a:extLst>
                <a:ext uri="{FF2B5EF4-FFF2-40B4-BE49-F238E27FC236}">
                  <a16:creationId xmlns:a16="http://schemas.microsoft.com/office/drawing/2014/main" id="{50344A23-BC7C-47D6-9DA8-73F1066AABAC}"/>
                </a:ext>
              </a:extLst>
            </p:cNvPr>
            <p:cNvSpPr/>
            <p:nvPr/>
          </p:nvSpPr>
          <p:spPr>
            <a:xfrm>
              <a:off x="34457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6" name="타원 5995">
              <a:extLst>
                <a:ext uri="{FF2B5EF4-FFF2-40B4-BE49-F238E27FC236}">
                  <a16:creationId xmlns:a16="http://schemas.microsoft.com/office/drawing/2014/main" id="{A1807E51-A818-4A0F-828F-D79266E66673}"/>
                </a:ext>
              </a:extLst>
            </p:cNvPr>
            <p:cNvSpPr/>
            <p:nvPr/>
          </p:nvSpPr>
          <p:spPr>
            <a:xfrm>
              <a:off x="35981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7" name="타원 5996">
              <a:extLst>
                <a:ext uri="{FF2B5EF4-FFF2-40B4-BE49-F238E27FC236}">
                  <a16:creationId xmlns:a16="http://schemas.microsoft.com/office/drawing/2014/main" id="{87396B11-2C01-4610-86E4-0D56C2F1087E}"/>
                </a:ext>
              </a:extLst>
            </p:cNvPr>
            <p:cNvSpPr/>
            <p:nvPr/>
          </p:nvSpPr>
          <p:spPr>
            <a:xfrm>
              <a:off x="37505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8" name="타원 5997">
              <a:extLst>
                <a:ext uri="{FF2B5EF4-FFF2-40B4-BE49-F238E27FC236}">
                  <a16:creationId xmlns:a16="http://schemas.microsoft.com/office/drawing/2014/main" id="{FC48E376-CF59-45D9-B07A-8ED70A1AEB62}"/>
                </a:ext>
              </a:extLst>
            </p:cNvPr>
            <p:cNvSpPr/>
            <p:nvPr/>
          </p:nvSpPr>
          <p:spPr>
            <a:xfrm>
              <a:off x="39029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99" name="타원 5998">
              <a:extLst>
                <a:ext uri="{FF2B5EF4-FFF2-40B4-BE49-F238E27FC236}">
                  <a16:creationId xmlns:a16="http://schemas.microsoft.com/office/drawing/2014/main" id="{7A47A47E-B1C1-4796-B656-54F56A28BD78}"/>
                </a:ext>
              </a:extLst>
            </p:cNvPr>
            <p:cNvSpPr/>
            <p:nvPr/>
          </p:nvSpPr>
          <p:spPr>
            <a:xfrm>
              <a:off x="40553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0" name="타원 5999">
              <a:extLst>
                <a:ext uri="{FF2B5EF4-FFF2-40B4-BE49-F238E27FC236}">
                  <a16:creationId xmlns:a16="http://schemas.microsoft.com/office/drawing/2014/main" id="{8326E82F-9B1A-4884-AA12-5C60B4DCCD63}"/>
                </a:ext>
              </a:extLst>
            </p:cNvPr>
            <p:cNvSpPr/>
            <p:nvPr/>
          </p:nvSpPr>
          <p:spPr>
            <a:xfrm>
              <a:off x="42077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1" name="타원 6000">
              <a:extLst>
                <a:ext uri="{FF2B5EF4-FFF2-40B4-BE49-F238E27FC236}">
                  <a16:creationId xmlns:a16="http://schemas.microsoft.com/office/drawing/2014/main" id="{1100EB9E-6083-4F1D-AA97-0DA636F1413D}"/>
                </a:ext>
              </a:extLst>
            </p:cNvPr>
            <p:cNvSpPr/>
            <p:nvPr/>
          </p:nvSpPr>
          <p:spPr>
            <a:xfrm>
              <a:off x="43601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2" name="타원 6001">
              <a:extLst>
                <a:ext uri="{FF2B5EF4-FFF2-40B4-BE49-F238E27FC236}">
                  <a16:creationId xmlns:a16="http://schemas.microsoft.com/office/drawing/2014/main" id="{490E0FB9-AA98-43F0-AB9B-F0D213B0A27D}"/>
                </a:ext>
              </a:extLst>
            </p:cNvPr>
            <p:cNvSpPr/>
            <p:nvPr/>
          </p:nvSpPr>
          <p:spPr>
            <a:xfrm>
              <a:off x="45125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3" name="타원 6002">
              <a:extLst>
                <a:ext uri="{FF2B5EF4-FFF2-40B4-BE49-F238E27FC236}">
                  <a16:creationId xmlns:a16="http://schemas.microsoft.com/office/drawing/2014/main" id="{76E6FB4D-8C5F-436E-B017-5265B061A252}"/>
                </a:ext>
              </a:extLst>
            </p:cNvPr>
            <p:cNvSpPr/>
            <p:nvPr/>
          </p:nvSpPr>
          <p:spPr>
            <a:xfrm>
              <a:off x="46649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4" name="타원 6003">
              <a:extLst>
                <a:ext uri="{FF2B5EF4-FFF2-40B4-BE49-F238E27FC236}">
                  <a16:creationId xmlns:a16="http://schemas.microsoft.com/office/drawing/2014/main" id="{A0225B46-A6E9-4B26-80FF-41E08A5D1E63}"/>
                </a:ext>
              </a:extLst>
            </p:cNvPr>
            <p:cNvSpPr/>
            <p:nvPr/>
          </p:nvSpPr>
          <p:spPr>
            <a:xfrm>
              <a:off x="48173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5" name="타원 6004">
              <a:extLst>
                <a:ext uri="{FF2B5EF4-FFF2-40B4-BE49-F238E27FC236}">
                  <a16:creationId xmlns:a16="http://schemas.microsoft.com/office/drawing/2014/main" id="{E199377E-6059-4AFF-9469-C22D7CFBF828}"/>
                </a:ext>
              </a:extLst>
            </p:cNvPr>
            <p:cNvSpPr/>
            <p:nvPr/>
          </p:nvSpPr>
          <p:spPr>
            <a:xfrm>
              <a:off x="49697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6" name="타원 6005">
              <a:extLst>
                <a:ext uri="{FF2B5EF4-FFF2-40B4-BE49-F238E27FC236}">
                  <a16:creationId xmlns:a16="http://schemas.microsoft.com/office/drawing/2014/main" id="{3E2D4899-E0EB-4D9A-8669-6D7AA45A75CE}"/>
                </a:ext>
              </a:extLst>
            </p:cNvPr>
            <p:cNvSpPr/>
            <p:nvPr/>
          </p:nvSpPr>
          <p:spPr>
            <a:xfrm>
              <a:off x="51221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7" name="타원 6006">
              <a:extLst>
                <a:ext uri="{FF2B5EF4-FFF2-40B4-BE49-F238E27FC236}">
                  <a16:creationId xmlns:a16="http://schemas.microsoft.com/office/drawing/2014/main" id="{7B638FB7-8A96-4541-B7BC-055A196D5734}"/>
                </a:ext>
              </a:extLst>
            </p:cNvPr>
            <p:cNvSpPr/>
            <p:nvPr/>
          </p:nvSpPr>
          <p:spPr>
            <a:xfrm>
              <a:off x="52745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8" name="타원 6007">
              <a:extLst>
                <a:ext uri="{FF2B5EF4-FFF2-40B4-BE49-F238E27FC236}">
                  <a16:creationId xmlns:a16="http://schemas.microsoft.com/office/drawing/2014/main" id="{EBFF5096-0C9B-4059-936F-04E0D886EFB1}"/>
                </a:ext>
              </a:extLst>
            </p:cNvPr>
            <p:cNvSpPr/>
            <p:nvPr/>
          </p:nvSpPr>
          <p:spPr>
            <a:xfrm>
              <a:off x="54269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09" name="타원 6008">
              <a:extLst>
                <a:ext uri="{FF2B5EF4-FFF2-40B4-BE49-F238E27FC236}">
                  <a16:creationId xmlns:a16="http://schemas.microsoft.com/office/drawing/2014/main" id="{F8A50561-1DBC-4EDB-8D25-EC610625F99F}"/>
                </a:ext>
              </a:extLst>
            </p:cNvPr>
            <p:cNvSpPr/>
            <p:nvPr/>
          </p:nvSpPr>
          <p:spPr>
            <a:xfrm>
              <a:off x="55793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0" name="타원 6009">
              <a:extLst>
                <a:ext uri="{FF2B5EF4-FFF2-40B4-BE49-F238E27FC236}">
                  <a16:creationId xmlns:a16="http://schemas.microsoft.com/office/drawing/2014/main" id="{40F3F195-6661-4302-9177-6A52F38BD820}"/>
                </a:ext>
              </a:extLst>
            </p:cNvPr>
            <p:cNvSpPr/>
            <p:nvPr/>
          </p:nvSpPr>
          <p:spPr>
            <a:xfrm>
              <a:off x="5731775" y="4112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1" name="타원 6010">
              <a:extLst>
                <a:ext uri="{FF2B5EF4-FFF2-40B4-BE49-F238E27FC236}">
                  <a16:creationId xmlns:a16="http://schemas.microsoft.com/office/drawing/2014/main" id="{BA571F97-0C9F-4869-B45A-B4C86854995E}"/>
                </a:ext>
              </a:extLst>
            </p:cNvPr>
            <p:cNvSpPr/>
            <p:nvPr/>
          </p:nvSpPr>
          <p:spPr>
            <a:xfrm>
              <a:off x="2453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2" name="타원 6011">
              <a:extLst>
                <a:ext uri="{FF2B5EF4-FFF2-40B4-BE49-F238E27FC236}">
                  <a16:creationId xmlns:a16="http://schemas.microsoft.com/office/drawing/2014/main" id="{F26F81C1-AD7B-47D6-8FC8-72AC0C50D1F9}"/>
                </a:ext>
              </a:extLst>
            </p:cNvPr>
            <p:cNvSpPr/>
            <p:nvPr/>
          </p:nvSpPr>
          <p:spPr>
            <a:xfrm>
              <a:off x="3977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3" name="타원 6012">
              <a:extLst>
                <a:ext uri="{FF2B5EF4-FFF2-40B4-BE49-F238E27FC236}">
                  <a16:creationId xmlns:a16="http://schemas.microsoft.com/office/drawing/2014/main" id="{359C907E-EE22-40D9-A210-E9812BDC5E49}"/>
                </a:ext>
              </a:extLst>
            </p:cNvPr>
            <p:cNvSpPr/>
            <p:nvPr/>
          </p:nvSpPr>
          <p:spPr>
            <a:xfrm>
              <a:off x="5501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4" name="타원 6013">
              <a:extLst>
                <a:ext uri="{FF2B5EF4-FFF2-40B4-BE49-F238E27FC236}">
                  <a16:creationId xmlns:a16="http://schemas.microsoft.com/office/drawing/2014/main" id="{F708E500-9164-4DDD-8221-631C42723490}"/>
                </a:ext>
              </a:extLst>
            </p:cNvPr>
            <p:cNvSpPr/>
            <p:nvPr/>
          </p:nvSpPr>
          <p:spPr>
            <a:xfrm>
              <a:off x="7025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5" name="타원 6014">
              <a:extLst>
                <a:ext uri="{FF2B5EF4-FFF2-40B4-BE49-F238E27FC236}">
                  <a16:creationId xmlns:a16="http://schemas.microsoft.com/office/drawing/2014/main" id="{0BA396BD-1041-47F3-9EB8-F47E339E2B76}"/>
                </a:ext>
              </a:extLst>
            </p:cNvPr>
            <p:cNvSpPr/>
            <p:nvPr/>
          </p:nvSpPr>
          <p:spPr>
            <a:xfrm>
              <a:off x="8549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6" name="타원 6015">
              <a:extLst>
                <a:ext uri="{FF2B5EF4-FFF2-40B4-BE49-F238E27FC236}">
                  <a16:creationId xmlns:a16="http://schemas.microsoft.com/office/drawing/2014/main" id="{D4420DFF-BDA3-4053-8CE0-14F668003C95}"/>
                </a:ext>
              </a:extLst>
            </p:cNvPr>
            <p:cNvSpPr/>
            <p:nvPr/>
          </p:nvSpPr>
          <p:spPr>
            <a:xfrm>
              <a:off x="10073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7" name="타원 6016">
              <a:extLst>
                <a:ext uri="{FF2B5EF4-FFF2-40B4-BE49-F238E27FC236}">
                  <a16:creationId xmlns:a16="http://schemas.microsoft.com/office/drawing/2014/main" id="{132D28A4-CF42-419B-AC1C-0621ED591454}"/>
                </a:ext>
              </a:extLst>
            </p:cNvPr>
            <p:cNvSpPr/>
            <p:nvPr/>
          </p:nvSpPr>
          <p:spPr>
            <a:xfrm>
              <a:off x="11597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8" name="타원 6017">
              <a:extLst>
                <a:ext uri="{FF2B5EF4-FFF2-40B4-BE49-F238E27FC236}">
                  <a16:creationId xmlns:a16="http://schemas.microsoft.com/office/drawing/2014/main" id="{ADEE963D-AB80-4725-889A-9561BA8EBA6A}"/>
                </a:ext>
              </a:extLst>
            </p:cNvPr>
            <p:cNvSpPr/>
            <p:nvPr/>
          </p:nvSpPr>
          <p:spPr>
            <a:xfrm>
              <a:off x="13121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19" name="타원 6018">
              <a:extLst>
                <a:ext uri="{FF2B5EF4-FFF2-40B4-BE49-F238E27FC236}">
                  <a16:creationId xmlns:a16="http://schemas.microsoft.com/office/drawing/2014/main" id="{DEC853E8-B29A-4AAE-98D9-7F6C296FD0D9}"/>
                </a:ext>
              </a:extLst>
            </p:cNvPr>
            <p:cNvSpPr/>
            <p:nvPr/>
          </p:nvSpPr>
          <p:spPr>
            <a:xfrm>
              <a:off x="14645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0" name="타원 6019">
              <a:extLst>
                <a:ext uri="{FF2B5EF4-FFF2-40B4-BE49-F238E27FC236}">
                  <a16:creationId xmlns:a16="http://schemas.microsoft.com/office/drawing/2014/main" id="{9811B797-D704-41D3-BAA3-E39DAE69E516}"/>
                </a:ext>
              </a:extLst>
            </p:cNvPr>
            <p:cNvSpPr/>
            <p:nvPr/>
          </p:nvSpPr>
          <p:spPr>
            <a:xfrm>
              <a:off x="16169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1" name="타원 6020">
              <a:extLst>
                <a:ext uri="{FF2B5EF4-FFF2-40B4-BE49-F238E27FC236}">
                  <a16:creationId xmlns:a16="http://schemas.microsoft.com/office/drawing/2014/main" id="{9ABCC71B-23DC-4C78-A3B9-C11C8785F42E}"/>
                </a:ext>
              </a:extLst>
            </p:cNvPr>
            <p:cNvSpPr/>
            <p:nvPr/>
          </p:nvSpPr>
          <p:spPr>
            <a:xfrm>
              <a:off x="17693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2" name="타원 6021">
              <a:extLst>
                <a:ext uri="{FF2B5EF4-FFF2-40B4-BE49-F238E27FC236}">
                  <a16:creationId xmlns:a16="http://schemas.microsoft.com/office/drawing/2014/main" id="{45705761-CD60-4A37-AC0A-6861C1EE0EC0}"/>
                </a:ext>
              </a:extLst>
            </p:cNvPr>
            <p:cNvSpPr/>
            <p:nvPr/>
          </p:nvSpPr>
          <p:spPr>
            <a:xfrm>
              <a:off x="19217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3" name="타원 6022">
              <a:extLst>
                <a:ext uri="{FF2B5EF4-FFF2-40B4-BE49-F238E27FC236}">
                  <a16:creationId xmlns:a16="http://schemas.microsoft.com/office/drawing/2014/main" id="{518EDC24-A4CA-4D34-B5BF-9BDCCC1018F0}"/>
                </a:ext>
              </a:extLst>
            </p:cNvPr>
            <p:cNvSpPr/>
            <p:nvPr/>
          </p:nvSpPr>
          <p:spPr>
            <a:xfrm>
              <a:off x="20741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4" name="타원 6023">
              <a:extLst>
                <a:ext uri="{FF2B5EF4-FFF2-40B4-BE49-F238E27FC236}">
                  <a16:creationId xmlns:a16="http://schemas.microsoft.com/office/drawing/2014/main" id="{751EB5C4-0BBC-475A-AB56-503EF577D968}"/>
                </a:ext>
              </a:extLst>
            </p:cNvPr>
            <p:cNvSpPr/>
            <p:nvPr/>
          </p:nvSpPr>
          <p:spPr>
            <a:xfrm>
              <a:off x="22265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5" name="타원 6024">
              <a:extLst>
                <a:ext uri="{FF2B5EF4-FFF2-40B4-BE49-F238E27FC236}">
                  <a16:creationId xmlns:a16="http://schemas.microsoft.com/office/drawing/2014/main" id="{6BD5F4FC-C340-423A-9E75-983D05AC5A60}"/>
                </a:ext>
              </a:extLst>
            </p:cNvPr>
            <p:cNvSpPr/>
            <p:nvPr/>
          </p:nvSpPr>
          <p:spPr>
            <a:xfrm>
              <a:off x="23789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6" name="타원 6025">
              <a:extLst>
                <a:ext uri="{FF2B5EF4-FFF2-40B4-BE49-F238E27FC236}">
                  <a16:creationId xmlns:a16="http://schemas.microsoft.com/office/drawing/2014/main" id="{61B987D7-52F1-4069-B599-9476D9F5D7AF}"/>
                </a:ext>
              </a:extLst>
            </p:cNvPr>
            <p:cNvSpPr/>
            <p:nvPr/>
          </p:nvSpPr>
          <p:spPr>
            <a:xfrm>
              <a:off x="25313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7" name="타원 6026">
              <a:extLst>
                <a:ext uri="{FF2B5EF4-FFF2-40B4-BE49-F238E27FC236}">
                  <a16:creationId xmlns:a16="http://schemas.microsoft.com/office/drawing/2014/main" id="{96918D74-FE1D-4ACB-ABF6-A547F4F22E99}"/>
                </a:ext>
              </a:extLst>
            </p:cNvPr>
            <p:cNvSpPr/>
            <p:nvPr/>
          </p:nvSpPr>
          <p:spPr>
            <a:xfrm>
              <a:off x="26837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8" name="타원 6027">
              <a:extLst>
                <a:ext uri="{FF2B5EF4-FFF2-40B4-BE49-F238E27FC236}">
                  <a16:creationId xmlns:a16="http://schemas.microsoft.com/office/drawing/2014/main" id="{D0D1E3D6-7CBC-4894-881A-654079AE28BC}"/>
                </a:ext>
              </a:extLst>
            </p:cNvPr>
            <p:cNvSpPr/>
            <p:nvPr/>
          </p:nvSpPr>
          <p:spPr>
            <a:xfrm>
              <a:off x="28361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29" name="타원 6028">
              <a:extLst>
                <a:ext uri="{FF2B5EF4-FFF2-40B4-BE49-F238E27FC236}">
                  <a16:creationId xmlns:a16="http://schemas.microsoft.com/office/drawing/2014/main" id="{413D867B-D64E-44E6-BB5A-2AB168BEA6ED}"/>
                </a:ext>
              </a:extLst>
            </p:cNvPr>
            <p:cNvSpPr/>
            <p:nvPr/>
          </p:nvSpPr>
          <p:spPr>
            <a:xfrm>
              <a:off x="29885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0" name="타원 6029">
              <a:extLst>
                <a:ext uri="{FF2B5EF4-FFF2-40B4-BE49-F238E27FC236}">
                  <a16:creationId xmlns:a16="http://schemas.microsoft.com/office/drawing/2014/main" id="{FCD99BA8-C18C-4986-9AD6-92AC355584F6}"/>
                </a:ext>
              </a:extLst>
            </p:cNvPr>
            <p:cNvSpPr/>
            <p:nvPr/>
          </p:nvSpPr>
          <p:spPr>
            <a:xfrm>
              <a:off x="31409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1" name="타원 6030">
              <a:extLst>
                <a:ext uri="{FF2B5EF4-FFF2-40B4-BE49-F238E27FC236}">
                  <a16:creationId xmlns:a16="http://schemas.microsoft.com/office/drawing/2014/main" id="{BD38B018-807D-463D-A0BC-C300D1B9FC32}"/>
                </a:ext>
              </a:extLst>
            </p:cNvPr>
            <p:cNvSpPr/>
            <p:nvPr/>
          </p:nvSpPr>
          <p:spPr>
            <a:xfrm>
              <a:off x="32933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2" name="타원 6031">
              <a:extLst>
                <a:ext uri="{FF2B5EF4-FFF2-40B4-BE49-F238E27FC236}">
                  <a16:creationId xmlns:a16="http://schemas.microsoft.com/office/drawing/2014/main" id="{929721DB-F6BB-4927-9FBC-C80B56A9C871}"/>
                </a:ext>
              </a:extLst>
            </p:cNvPr>
            <p:cNvSpPr/>
            <p:nvPr/>
          </p:nvSpPr>
          <p:spPr>
            <a:xfrm>
              <a:off x="34457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3" name="타원 6032">
              <a:extLst>
                <a:ext uri="{FF2B5EF4-FFF2-40B4-BE49-F238E27FC236}">
                  <a16:creationId xmlns:a16="http://schemas.microsoft.com/office/drawing/2014/main" id="{E8E9A062-DF79-4978-A612-F269C03A8EC6}"/>
                </a:ext>
              </a:extLst>
            </p:cNvPr>
            <p:cNvSpPr/>
            <p:nvPr/>
          </p:nvSpPr>
          <p:spPr>
            <a:xfrm>
              <a:off x="35981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4" name="타원 6033">
              <a:extLst>
                <a:ext uri="{FF2B5EF4-FFF2-40B4-BE49-F238E27FC236}">
                  <a16:creationId xmlns:a16="http://schemas.microsoft.com/office/drawing/2014/main" id="{F3AADD0F-903E-49A2-AA9B-DF3AD3954140}"/>
                </a:ext>
              </a:extLst>
            </p:cNvPr>
            <p:cNvSpPr/>
            <p:nvPr/>
          </p:nvSpPr>
          <p:spPr>
            <a:xfrm>
              <a:off x="37505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5" name="타원 6034">
              <a:extLst>
                <a:ext uri="{FF2B5EF4-FFF2-40B4-BE49-F238E27FC236}">
                  <a16:creationId xmlns:a16="http://schemas.microsoft.com/office/drawing/2014/main" id="{CB5C987E-D349-4E3F-8D73-3D8C15840338}"/>
                </a:ext>
              </a:extLst>
            </p:cNvPr>
            <p:cNvSpPr/>
            <p:nvPr/>
          </p:nvSpPr>
          <p:spPr>
            <a:xfrm>
              <a:off x="39029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6" name="타원 6035">
              <a:extLst>
                <a:ext uri="{FF2B5EF4-FFF2-40B4-BE49-F238E27FC236}">
                  <a16:creationId xmlns:a16="http://schemas.microsoft.com/office/drawing/2014/main" id="{CF1E6890-073A-4AF6-B091-906570278CEB}"/>
                </a:ext>
              </a:extLst>
            </p:cNvPr>
            <p:cNvSpPr/>
            <p:nvPr/>
          </p:nvSpPr>
          <p:spPr>
            <a:xfrm>
              <a:off x="40553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7" name="타원 6036">
              <a:extLst>
                <a:ext uri="{FF2B5EF4-FFF2-40B4-BE49-F238E27FC236}">
                  <a16:creationId xmlns:a16="http://schemas.microsoft.com/office/drawing/2014/main" id="{C6C01890-2126-43D1-8DCD-079A792B8D0B}"/>
                </a:ext>
              </a:extLst>
            </p:cNvPr>
            <p:cNvSpPr/>
            <p:nvPr/>
          </p:nvSpPr>
          <p:spPr>
            <a:xfrm>
              <a:off x="42077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8" name="타원 6037">
              <a:extLst>
                <a:ext uri="{FF2B5EF4-FFF2-40B4-BE49-F238E27FC236}">
                  <a16:creationId xmlns:a16="http://schemas.microsoft.com/office/drawing/2014/main" id="{0312FF16-4A41-4E8B-9AD1-70B140E40981}"/>
                </a:ext>
              </a:extLst>
            </p:cNvPr>
            <p:cNvSpPr/>
            <p:nvPr/>
          </p:nvSpPr>
          <p:spPr>
            <a:xfrm>
              <a:off x="43601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39" name="타원 6038">
              <a:extLst>
                <a:ext uri="{FF2B5EF4-FFF2-40B4-BE49-F238E27FC236}">
                  <a16:creationId xmlns:a16="http://schemas.microsoft.com/office/drawing/2014/main" id="{20535CBA-35BE-4E2D-ACD4-A51D64368EB6}"/>
                </a:ext>
              </a:extLst>
            </p:cNvPr>
            <p:cNvSpPr/>
            <p:nvPr/>
          </p:nvSpPr>
          <p:spPr>
            <a:xfrm>
              <a:off x="45125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0" name="타원 6039">
              <a:extLst>
                <a:ext uri="{FF2B5EF4-FFF2-40B4-BE49-F238E27FC236}">
                  <a16:creationId xmlns:a16="http://schemas.microsoft.com/office/drawing/2014/main" id="{2B5B0F9F-AC55-4314-BA3F-A469A9F4E448}"/>
                </a:ext>
              </a:extLst>
            </p:cNvPr>
            <p:cNvSpPr/>
            <p:nvPr/>
          </p:nvSpPr>
          <p:spPr>
            <a:xfrm>
              <a:off x="46649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1" name="타원 6040">
              <a:extLst>
                <a:ext uri="{FF2B5EF4-FFF2-40B4-BE49-F238E27FC236}">
                  <a16:creationId xmlns:a16="http://schemas.microsoft.com/office/drawing/2014/main" id="{28BD8746-6F8F-4326-B73E-7C5FDCA70D31}"/>
                </a:ext>
              </a:extLst>
            </p:cNvPr>
            <p:cNvSpPr/>
            <p:nvPr/>
          </p:nvSpPr>
          <p:spPr>
            <a:xfrm>
              <a:off x="48173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2" name="타원 6041">
              <a:extLst>
                <a:ext uri="{FF2B5EF4-FFF2-40B4-BE49-F238E27FC236}">
                  <a16:creationId xmlns:a16="http://schemas.microsoft.com/office/drawing/2014/main" id="{42E92ADB-8DDD-4C4B-A90B-1DF1F44BB911}"/>
                </a:ext>
              </a:extLst>
            </p:cNvPr>
            <p:cNvSpPr/>
            <p:nvPr/>
          </p:nvSpPr>
          <p:spPr>
            <a:xfrm>
              <a:off x="49697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3" name="타원 6042">
              <a:extLst>
                <a:ext uri="{FF2B5EF4-FFF2-40B4-BE49-F238E27FC236}">
                  <a16:creationId xmlns:a16="http://schemas.microsoft.com/office/drawing/2014/main" id="{233276BF-217E-4CA7-9377-30110656AD3F}"/>
                </a:ext>
              </a:extLst>
            </p:cNvPr>
            <p:cNvSpPr/>
            <p:nvPr/>
          </p:nvSpPr>
          <p:spPr>
            <a:xfrm>
              <a:off x="51221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4" name="타원 6043">
              <a:extLst>
                <a:ext uri="{FF2B5EF4-FFF2-40B4-BE49-F238E27FC236}">
                  <a16:creationId xmlns:a16="http://schemas.microsoft.com/office/drawing/2014/main" id="{89B8390C-0781-4A50-82FD-A8907AA07772}"/>
                </a:ext>
              </a:extLst>
            </p:cNvPr>
            <p:cNvSpPr/>
            <p:nvPr/>
          </p:nvSpPr>
          <p:spPr>
            <a:xfrm>
              <a:off x="52745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5" name="타원 6044">
              <a:extLst>
                <a:ext uri="{FF2B5EF4-FFF2-40B4-BE49-F238E27FC236}">
                  <a16:creationId xmlns:a16="http://schemas.microsoft.com/office/drawing/2014/main" id="{CA33BA87-8D7C-4224-B614-9614A7CD815C}"/>
                </a:ext>
              </a:extLst>
            </p:cNvPr>
            <p:cNvSpPr/>
            <p:nvPr/>
          </p:nvSpPr>
          <p:spPr>
            <a:xfrm>
              <a:off x="54269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6" name="타원 6045">
              <a:extLst>
                <a:ext uri="{FF2B5EF4-FFF2-40B4-BE49-F238E27FC236}">
                  <a16:creationId xmlns:a16="http://schemas.microsoft.com/office/drawing/2014/main" id="{39E642DA-ED66-487A-BC3D-D9B3DC603550}"/>
                </a:ext>
              </a:extLst>
            </p:cNvPr>
            <p:cNvSpPr/>
            <p:nvPr/>
          </p:nvSpPr>
          <p:spPr>
            <a:xfrm>
              <a:off x="55793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7" name="타원 6046">
              <a:extLst>
                <a:ext uri="{FF2B5EF4-FFF2-40B4-BE49-F238E27FC236}">
                  <a16:creationId xmlns:a16="http://schemas.microsoft.com/office/drawing/2014/main" id="{F2BF7D3A-E9A8-4400-9545-81E047C788F2}"/>
                </a:ext>
              </a:extLst>
            </p:cNvPr>
            <p:cNvSpPr/>
            <p:nvPr/>
          </p:nvSpPr>
          <p:spPr>
            <a:xfrm>
              <a:off x="5731775" y="4264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8" name="타원 6047">
              <a:extLst>
                <a:ext uri="{FF2B5EF4-FFF2-40B4-BE49-F238E27FC236}">
                  <a16:creationId xmlns:a16="http://schemas.microsoft.com/office/drawing/2014/main" id="{D3FE8A43-F91A-45D9-970D-04082525AA72}"/>
                </a:ext>
              </a:extLst>
            </p:cNvPr>
            <p:cNvSpPr/>
            <p:nvPr/>
          </p:nvSpPr>
          <p:spPr>
            <a:xfrm>
              <a:off x="2453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49" name="타원 6048">
              <a:extLst>
                <a:ext uri="{FF2B5EF4-FFF2-40B4-BE49-F238E27FC236}">
                  <a16:creationId xmlns:a16="http://schemas.microsoft.com/office/drawing/2014/main" id="{8BD6A562-613D-45E6-9DF3-6203B8A4782F}"/>
                </a:ext>
              </a:extLst>
            </p:cNvPr>
            <p:cNvSpPr/>
            <p:nvPr/>
          </p:nvSpPr>
          <p:spPr>
            <a:xfrm>
              <a:off x="3977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0" name="타원 6049">
              <a:extLst>
                <a:ext uri="{FF2B5EF4-FFF2-40B4-BE49-F238E27FC236}">
                  <a16:creationId xmlns:a16="http://schemas.microsoft.com/office/drawing/2014/main" id="{4A419CFE-EC66-4678-B2B9-29CFE09E54A4}"/>
                </a:ext>
              </a:extLst>
            </p:cNvPr>
            <p:cNvSpPr/>
            <p:nvPr/>
          </p:nvSpPr>
          <p:spPr>
            <a:xfrm>
              <a:off x="5501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1" name="타원 6050">
              <a:extLst>
                <a:ext uri="{FF2B5EF4-FFF2-40B4-BE49-F238E27FC236}">
                  <a16:creationId xmlns:a16="http://schemas.microsoft.com/office/drawing/2014/main" id="{708E16D0-3530-42A5-B399-3778C29D01A2}"/>
                </a:ext>
              </a:extLst>
            </p:cNvPr>
            <p:cNvSpPr/>
            <p:nvPr/>
          </p:nvSpPr>
          <p:spPr>
            <a:xfrm>
              <a:off x="7025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2" name="타원 6051">
              <a:extLst>
                <a:ext uri="{FF2B5EF4-FFF2-40B4-BE49-F238E27FC236}">
                  <a16:creationId xmlns:a16="http://schemas.microsoft.com/office/drawing/2014/main" id="{E33F7CDB-0F97-4E0B-B6EF-5EB8A2828662}"/>
                </a:ext>
              </a:extLst>
            </p:cNvPr>
            <p:cNvSpPr/>
            <p:nvPr/>
          </p:nvSpPr>
          <p:spPr>
            <a:xfrm>
              <a:off x="8549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3" name="타원 6052">
              <a:extLst>
                <a:ext uri="{FF2B5EF4-FFF2-40B4-BE49-F238E27FC236}">
                  <a16:creationId xmlns:a16="http://schemas.microsoft.com/office/drawing/2014/main" id="{7A44246B-591A-4829-8FBE-F7FFE0152DC1}"/>
                </a:ext>
              </a:extLst>
            </p:cNvPr>
            <p:cNvSpPr/>
            <p:nvPr/>
          </p:nvSpPr>
          <p:spPr>
            <a:xfrm>
              <a:off x="10073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4" name="타원 6053">
              <a:extLst>
                <a:ext uri="{FF2B5EF4-FFF2-40B4-BE49-F238E27FC236}">
                  <a16:creationId xmlns:a16="http://schemas.microsoft.com/office/drawing/2014/main" id="{6192E6D7-EE23-4329-A667-F37653544AA8}"/>
                </a:ext>
              </a:extLst>
            </p:cNvPr>
            <p:cNvSpPr/>
            <p:nvPr/>
          </p:nvSpPr>
          <p:spPr>
            <a:xfrm>
              <a:off x="11597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5" name="타원 6054">
              <a:extLst>
                <a:ext uri="{FF2B5EF4-FFF2-40B4-BE49-F238E27FC236}">
                  <a16:creationId xmlns:a16="http://schemas.microsoft.com/office/drawing/2014/main" id="{5999F183-B061-4E97-B33A-DAD763914A8E}"/>
                </a:ext>
              </a:extLst>
            </p:cNvPr>
            <p:cNvSpPr/>
            <p:nvPr/>
          </p:nvSpPr>
          <p:spPr>
            <a:xfrm>
              <a:off x="13121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6" name="타원 6055">
              <a:extLst>
                <a:ext uri="{FF2B5EF4-FFF2-40B4-BE49-F238E27FC236}">
                  <a16:creationId xmlns:a16="http://schemas.microsoft.com/office/drawing/2014/main" id="{87C48C9F-1AC7-4814-9B09-DDFD5A4C8EA9}"/>
                </a:ext>
              </a:extLst>
            </p:cNvPr>
            <p:cNvSpPr/>
            <p:nvPr/>
          </p:nvSpPr>
          <p:spPr>
            <a:xfrm>
              <a:off x="14645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7" name="타원 6056">
              <a:extLst>
                <a:ext uri="{FF2B5EF4-FFF2-40B4-BE49-F238E27FC236}">
                  <a16:creationId xmlns:a16="http://schemas.microsoft.com/office/drawing/2014/main" id="{40506B82-6D2B-4889-B9BC-2AE674F630CF}"/>
                </a:ext>
              </a:extLst>
            </p:cNvPr>
            <p:cNvSpPr/>
            <p:nvPr/>
          </p:nvSpPr>
          <p:spPr>
            <a:xfrm>
              <a:off x="16169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8" name="타원 6057">
              <a:extLst>
                <a:ext uri="{FF2B5EF4-FFF2-40B4-BE49-F238E27FC236}">
                  <a16:creationId xmlns:a16="http://schemas.microsoft.com/office/drawing/2014/main" id="{8E24E4F3-61F4-4D7F-8D02-CB6B39061F07}"/>
                </a:ext>
              </a:extLst>
            </p:cNvPr>
            <p:cNvSpPr/>
            <p:nvPr/>
          </p:nvSpPr>
          <p:spPr>
            <a:xfrm>
              <a:off x="17693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9" name="타원 6058">
              <a:extLst>
                <a:ext uri="{FF2B5EF4-FFF2-40B4-BE49-F238E27FC236}">
                  <a16:creationId xmlns:a16="http://schemas.microsoft.com/office/drawing/2014/main" id="{33CB7218-5C96-40A9-820E-76619DB073F1}"/>
                </a:ext>
              </a:extLst>
            </p:cNvPr>
            <p:cNvSpPr/>
            <p:nvPr/>
          </p:nvSpPr>
          <p:spPr>
            <a:xfrm>
              <a:off x="19217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0" name="타원 6059">
              <a:extLst>
                <a:ext uri="{FF2B5EF4-FFF2-40B4-BE49-F238E27FC236}">
                  <a16:creationId xmlns:a16="http://schemas.microsoft.com/office/drawing/2014/main" id="{256C9C22-3E87-46CE-B0D0-AE6BAE42E84E}"/>
                </a:ext>
              </a:extLst>
            </p:cNvPr>
            <p:cNvSpPr/>
            <p:nvPr/>
          </p:nvSpPr>
          <p:spPr>
            <a:xfrm>
              <a:off x="20741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1" name="타원 6060">
              <a:extLst>
                <a:ext uri="{FF2B5EF4-FFF2-40B4-BE49-F238E27FC236}">
                  <a16:creationId xmlns:a16="http://schemas.microsoft.com/office/drawing/2014/main" id="{3F877CBD-27A3-44E3-B6D9-B624FAC5A1E3}"/>
                </a:ext>
              </a:extLst>
            </p:cNvPr>
            <p:cNvSpPr/>
            <p:nvPr/>
          </p:nvSpPr>
          <p:spPr>
            <a:xfrm>
              <a:off x="22265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2" name="타원 6061">
              <a:extLst>
                <a:ext uri="{FF2B5EF4-FFF2-40B4-BE49-F238E27FC236}">
                  <a16:creationId xmlns:a16="http://schemas.microsoft.com/office/drawing/2014/main" id="{5575D83C-B1C8-4820-AB46-D7CE6FE1922A}"/>
                </a:ext>
              </a:extLst>
            </p:cNvPr>
            <p:cNvSpPr/>
            <p:nvPr/>
          </p:nvSpPr>
          <p:spPr>
            <a:xfrm>
              <a:off x="23789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3" name="타원 6062">
              <a:extLst>
                <a:ext uri="{FF2B5EF4-FFF2-40B4-BE49-F238E27FC236}">
                  <a16:creationId xmlns:a16="http://schemas.microsoft.com/office/drawing/2014/main" id="{2F0D9209-8DB9-4EA4-866E-64C9BBD94187}"/>
                </a:ext>
              </a:extLst>
            </p:cNvPr>
            <p:cNvSpPr/>
            <p:nvPr/>
          </p:nvSpPr>
          <p:spPr>
            <a:xfrm>
              <a:off x="25313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4" name="타원 6063">
              <a:extLst>
                <a:ext uri="{FF2B5EF4-FFF2-40B4-BE49-F238E27FC236}">
                  <a16:creationId xmlns:a16="http://schemas.microsoft.com/office/drawing/2014/main" id="{11FBA80F-B6ED-4C44-ADF7-2ECA2799FDB4}"/>
                </a:ext>
              </a:extLst>
            </p:cNvPr>
            <p:cNvSpPr/>
            <p:nvPr/>
          </p:nvSpPr>
          <p:spPr>
            <a:xfrm>
              <a:off x="26837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5" name="타원 6064">
              <a:extLst>
                <a:ext uri="{FF2B5EF4-FFF2-40B4-BE49-F238E27FC236}">
                  <a16:creationId xmlns:a16="http://schemas.microsoft.com/office/drawing/2014/main" id="{186B0E72-683E-4CF2-8443-8D7275A03D22}"/>
                </a:ext>
              </a:extLst>
            </p:cNvPr>
            <p:cNvSpPr/>
            <p:nvPr/>
          </p:nvSpPr>
          <p:spPr>
            <a:xfrm>
              <a:off x="28361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6" name="타원 6065">
              <a:extLst>
                <a:ext uri="{FF2B5EF4-FFF2-40B4-BE49-F238E27FC236}">
                  <a16:creationId xmlns:a16="http://schemas.microsoft.com/office/drawing/2014/main" id="{5E33F372-A4B3-41B6-A53A-992520A067EC}"/>
                </a:ext>
              </a:extLst>
            </p:cNvPr>
            <p:cNvSpPr/>
            <p:nvPr/>
          </p:nvSpPr>
          <p:spPr>
            <a:xfrm>
              <a:off x="29885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7" name="타원 6066">
              <a:extLst>
                <a:ext uri="{FF2B5EF4-FFF2-40B4-BE49-F238E27FC236}">
                  <a16:creationId xmlns:a16="http://schemas.microsoft.com/office/drawing/2014/main" id="{C35D2315-C37B-4855-A15F-8189FF25B25F}"/>
                </a:ext>
              </a:extLst>
            </p:cNvPr>
            <p:cNvSpPr/>
            <p:nvPr/>
          </p:nvSpPr>
          <p:spPr>
            <a:xfrm>
              <a:off x="31409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8" name="타원 6067">
              <a:extLst>
                <a:ext uri="{FF2B5EF4-FFF2-40B4-BE49-F238E27FC236}">
                  <a16:creationId xmlns:a16="http://schemas.microsoft.com/office/drawing/2014/main" id="{194FF6BB-DA6B-4B7C-8AC9-21A9071ECA9B}"/>
                </a:ext>
              </a:extLst>
            </p:cNvPr>
            <p:cNvSpPr/>
            <p:nvPr/>
          </p:nvSpPr>
          <p:spPr>
            <a:xfrm>
              <a:off x="32933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9" name="타원 6068">
              <a:extLst>
                <a:ext uri="{FF2B5EF4-FFF2-40B4-BE49-F238E27FC236}">
                  <a16:creationId xmlns:a16="http://schemas.microsoft.com/office/drawing/2014/main" id="{37F55941-BD89-4D7F-9CC0-7C9299C9B7FC}"/>
                </a:ext>
              </a:extLst>
            </p:cNvPr>
            <p:cNvSpPr/>
            <p:nvPr/>
          </p:nvSpPr>
          <p:spPr>
            <a:xfrm>
              <a:off x="34457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0" name="타원 6069">
              <a:extLst>
                <a:ext uri="{FF2B5EF4-FFF2-40B4-BE49-F238E27FC236}">
                  <a16:creationId xmlns:a16="http://schemas.microsoft.com/office/drawing/2014/main" id="{3F9E6071-0E44-462D-8DDC-19F98457A5B5}"/>
                </a:ext>
              </a:extLst>
            </p:cNvPr>
            <p:cNvSpPr/>
            <p:nvPr/>
          </p:nvSpPr>
          <p:spPr>
            <a:xfrm>
              <a:off x="35981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1" name="타원 6070">
              <a:extLst>
                <a:ext uri="{FF2B5EF4-FFF2-40B4-BE49-F238E27FC236}">
                  <a16:creationId xmlns:a16="http://schemas.microsoft.com/office/drawing/2014/main" id="{4174DF11-1AD8-4D2D-AF16-FF07AC04ADFC}"/>
                </a:ext>
              </a:extLst>
            </p:cNvPr>
            <p:cNvSpPr/>
            <p:nvPr/>
          </p:nvSpPr>
          <p:spPr>
            <a:xfrm>
              <a:off x="37505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2" name="타원 6071">
              <a:extLst>
                <a:ext uri="{FF2B5EF4-FFF2-40B4-BE49-F238E27FC236}">
                  <a16:creationId xmlns:a16="http://schemas.microsoft.com/office/drawing/2014/main" id="{7CC86B2F-2539-42B9-8990-4770984E6BF0}"/>
                </a:ext>
              </a:extLst>
            </p:cNvPr>
            <p:cNvSpPr/>
            <p:nvPr/>
          </p:nvSpPr>
          <p:spPr>
            <a:xfrm>
              <a:off x="39029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3" name="타원 6072">
              <a:extLst>
                <a:ext uri="{FF2B5EF4-FFF2-40B4-BE49-F238E27FC236}">
                  <a16:creationId xmlns:a16="http://schemas.microsoft.com/office/drawing/2014/main" id="{0D0E56BD-E785-4F2B-B6F2-167E9C0B7853}"/>
                </a:ext>
              </a:extLst>
            </p:cNvPr>
            <p:cNvSpPr/>
            <p:nvPr/>
          </p:nvSpPr>
          <p:spPr>
            <a:xfrm>
              <a:off x="40553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4" name="타원 6073">
              <a:extLst>
                <a:ext uri="{FF2B5EF4-FFF2-40B4-BE49-F238E27FC236}">
                  <a16:creationId xmlns:a16="http://schemas.microsoft.com/office/drawing/2014/main" id="{D79377B9-7177-4894-BB5D-2A46279BC87E}"/>
                </a:ext>
              </a:extLst>
            </p:cNvPr>
            <p:cNvSpPr/>
            <p:nvPr/>
          </p:nvSpPr>
          <p:spPr>
            <a:xfrm>
              <a:off x="42077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5" name="타원 6074">
              <a:extLst>
                <a:ext uri="{FF2B5EF4-FFF2-40B4-BE49-F238E27FC236}">
                  <a16:creationId xmlns:a16="http://schemas.microsoft.com/office/drawing/2014/main" id="{4F08015B-5F6B-4356-9651-092677F5C73C}"/>
                </a:ext>
              </a:extLst>
            </p:cNvPr>
            <p:cNvSpPr/>
            <p:nvPr/>
          </p:nvSpPr>
          <p:spPr>
            <a:xfrm>
              <a:off x="43601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6" name="타원 6075">
              <a:extLst>
                <a:ext uri="{FF2B5EF4-FFF2-40B4-BE49-F238E27FC236}">
                  <a16:creationId xmlns:a16="http://schemas.microsoft.com/office/drawing/2014/main" id="{D738BD72-0FFD-48AA-A633-8693F29FABD1}"/>
                </a:ext>
              </a:extLst>
            </p:cNvPr>
            <p:cNvSpPr/>
            <p:nvPr/>
          </p:nvSpPr>
          <p:spPr>
            <a:xfrm>
              <a:off x="45125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7" name="타원 6076">
              <a:extLst>
                <a:ext uri="{FF2B5EF4-FFF2-40B4-BE49-F238E27FC236}">
                  <a16:creationId xmlns:a16="http://schemas.microsoft.com/office/drawing/2014/main" id="{021223FF-0B37-4FCC-B3D5-8F168EC9CAE8}"/>
                </a:ext>
              </a:extLst>
            </p:cNvPr>
            <p:cNvSpPr/>
            <p:nvPr/>
          </p:nvSpPr>
          <p:spPr>
            <a:xfrm>
              <a:off x="46649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8" name="타원 6077">
              <a:extLst>
                <a:ext uri="{FF2B5EF4-FFF2-40B4-BE49-F238E27FC236}">
                  <a16:creationId xmlns:a16="http://schemas.microsoft.com/office/drawing/2014/main" id="{89197E93-2DC1-40A4-A5CC-C4B21A1DA043}"/>
                </a:ext>
              </a:extLst>
            </p:cNvPr>
            <p:cNvSpPr/>
            <p:nvPr/>
          </p:nvSpPr>
          <p:spPr>
            <a:xfrm>
              <a:off x="48173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9" name="타원 6078">
              <a:extLst>
                <a:ext uri="{FF2B5EF4-FFF2-40B4-BE49-F238E27FC236}">
                  <a16:creationId xmlns:a16="http://schemas.microsoft.com/office/drawing/2014/main" id="{9F623444-D0E0-48AF-8736-8B522D623014}"/>
                </a:ext>
              </a:extLst>
            </p:cNvPr>
            <p:cNvSpPr/>
            <p:nvPr/>
          </p:nvSpPr>
          <p:spPr>
            <a:xfrm>
              <a:off x="49697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0" name="타원 6079">
              <a:extLst>
                <a:ext uri="{FF2B5EF4-FFF2-40B4-BE49-F238E27FC236}">
                  <a16:creationId xmlns:a16="http://schemas.microsoft.com/office/drawing/2014/main" id="{629394F8-E928-417E-84F5-7F9D3B19689A}"/>
                </a:ext>
              </a:extLst>
            </p:cNvPr>
            <p:cNvSpPr/>
            <p:nvPr/>
          </p:nvSpPr>
          <p:spPr>
            <a:xfrm>
              <a:off x="51221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1" name="타원 6080">
              <a:extLst>
                <a:ext uri="{FF2B5EF4-FFF2-40B4-BE49-F238E27FC236}">
                  <a16:creationId xmlns:a16="http://schemas.microsoft.com/office/drawing/2014/main" id="{C6DC9BE0-CFAD-4E5B-94D5-64C1E46FCAB0}"/>
                </a:ext>
              </a:extLst>
            </p:cNvPr>
            <p:cNvSpPr/>
            <p:nvPr/>
          </p:nvSpPr>
          <p:spPr>
            <a:xfrm>
              <a:off x="52745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2" name="타원 6081">
              <a:extLst>
                <a:ext uri="{FF2B5EF4-FFF2-40B4-BE49-F238E27FC236}">
                  <a16:creationId xmlns:a16="http://schemas.microsoft.com/office/drawing/2014/main" id="{2F958442-5A44-4B18-8C85-DBA151298389}"/>
                </a:ext>
              </a:extLst>
            </p:cNvPr>
            <p:cNvSpPr/>
            <p:nvPr/>
          </p:nvSpPr>
          <p:spPr>
            <a:xfrm>
              <a:off x="54269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3" name="타원 6082">
              <a:extLst>
                <a:ext uri="{FF2B5EF4-FFF2-40B4-BE49-F238E27FC236}">
                  <a16:creationId xmlns:a16="http://schemas.microsoft.com/office/drawing/2014/main" id="{DA94DD57-A97F-4B4A-AC9A-EF86EB49A007}"/>
                </a:ext>
              </a:extLst>
            </p:cNvPr>
            <p:cNvSpPr/>
            <p:nvPr/>
          </p:nvSpPr>
          <p:spPr>
            <a:xfrm>
              <a:off x="55793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4" name="타원 6083">
              <a:extLst>
                <a:ext uri="{FF2B5EF4-FFF2-40B4-BE49-F238E27FC236}">
                  <a16:creationId xmlns:a16="http://schemas.microsoft.com/office/drawing/2014/main" id="{6F8ABEFE-5174-4EA6-8612-3BA50996D4AA}"/>
                </a:ext>
              </a:extLst>
            </p:cNvPr>
            <p:cNvSpPr/>
            <p:nvPr/>
          </p:nvSpPr>
          <p:spPr>
            <a:xfrm>
              <a:off x="5731775" y="4417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5" name="타원 6084">
              <a:extLst>
                <a:ext uri="{FF2B5EF4-FFF2-40B4-BE49-F238E27FC236}">
                  <a16:creationId xmlns:a16="http://schemas.microsoft.com/office/drawing/2014/main" id="{549D6D49-8E6B-4C9F-97B8-02A07E4D1BE4}"/>
                </a:ext>
              </a:extLst>
            </p:cNvPr>
            <p:cNvSpPr/>
            <p:nvPr/>
          </p:nvSpPr>
          <p:spPr>
            <a:xfrm>
              <a:off x="2453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6" name="타원 6085">
              <a:extLst>
                <a:ext uri="{FF2B5EF4-FFF2-40B4-BE49-F238E27FC236}">
                  <a16:creationId xmlns:a16="http://schemas.microsoft.com/office/drawing/2014/main" id="{90C5B85A-B5B6-4894-804E-4113B05331D7}"/>
                </a:ext>
              </a:extLst>
            </p:cNvPr>
            <p:cNvSpPr/>
            <p:nvPr/>
          </p:nvSpPr>
          <p:spPr>
            <a:xfrm>
              <a:off x="3977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7" name="타원 6086">
              <a:extLst>
                <a:ext uri="{FF2B5EF4-FFF2-40B4-BE49-F238E27FC236}">
                  <a16:creationId xmlns:a16="http://schemas.microsoft.com/office/drawing/2014/main" id="{5030E3B7-8A62-4A01-A27F-8BD9AA4C0842}"/>
                </a:ext>
              </a:extLst>
            </p:cNvPr>
            <p:cNvSpPr/>
            <p:nvPr/>
          </p:nvSpPr>
          <p:spPr>
            <a:xfrm>
              <a:off x="5501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8" name="타원 6087">
              <a:extLst>
                <a:ext uri="{FF2B5EF4-FFF2-40B4-BE49-F238E27FC236}">
                  <a16:creationId xmlns:a16="http://schemas.microsoft.com/office/drawing/2014/main" id="{87FAFACC-9679-4C26-BCFF-823CAD558D67}"/>
                </a:ext>
              </a:extLst>
            </p:cNvPr>
            <p:cNvSpPr/>
            <p:nvPr/>
          </p:nvSpPr>
          <p:spPr>
            <a:xfrm>
              <a:off x="7025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9" name="타원 6088">
              <a:extLst>
                <a:ext uri="{FF2B5EF4-FFF2-40B4-BE49-F238E27FC236}">
                  <a16:creationId xmlns:a16="http://schemas.microsoft.com/office/drawing/2014/main" id="{F261CC92-BCC2-40AE-8073-5575690B7CB2}"/>
                </a:ext>
              </a:extLst>
            </p:cNvPr>
            <p:cNvSpPr/>
            <p:nvPr/>
          </p:nvSpPr>
          <p:spPr>
            <a:xfrm>
              <a:off x="8549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0" name="타원 6089">
              <a:extLst>
                <a:ext uri="{FF2B5EF4-FFF2-40B4-BE49-F238E27FC236}">
                  <a16:creationId xmlns:a16="http://schemas.microsoft.com/office/drawing/2014/main" id="{71BBFBB8-ED0F-4C18-A600-8601012BF37F}"/>
                </a:ext>
              </a:extLst>
            </p:cNvPr>
            <p:cNvSpPr/>
            <p:nvPr/>
          </p:nvSpPr>
          <p:spPr>
            <a:xfrm>
              <a:off x="10073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1" name="타원 6090">
              <a:extLst>
                <a:ext uri="{FF2B5EF4-FFF2-40B4-BE49-F238E27FC236}">
                  <a16:creationId xmlns:a16="http://schemas.microsoft.com/office/drawing/2014/main" id="{66196FF6-15F7-41C9-8A39-3BAB41637C9F}"/>
                </a:ext>
              </a:extLst>
            </p:cNvPr>
            <p:cNvSpPr/>
            <p:nvPr/>
          </p:nvSpPr>
          <p:spPr>
            <a:xfrm>
              <a:off x="11597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2" name="타원 6091">
              <a:extLst>
                <a:ext uri="{FF2B5EF4-FFF2-40B4-BE49-F238E27FC236}">
                  <a16:creationId xmlns:a16="http://schemas.microsoft.com/office/drawing/2014/main" id="{34015404-9492-4709-8C56-EE6D2E831D2E}"/>
                </a:ext>
              </a:extLst>
            </p:cNvPr>
            <p:cNvSpPr/>
            <p:nvPr/>
          </p:nvSpPr>
          <p:spPr>
            <a:xfrm>
              <a:off x="13121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3" name="타원 6092">
              <a:extLst>
                <a:ext uri="{FF2B5EF4-FFF2-40B4-BE49-F238E27FC236}">
                  <a16:creationId xmlns:a16="http://schemas.microsoft.com/office/drawing/2014/main" id="{1E3C1C26-EDDE-45E4-A850-A882CEDC22EF}"/>
                </a:ext>
              </a:extLst>
            </p:cNvPr>
            <p:cNvSpPr/>
            <p:nvPr/>
          </p:nvSpPr>
          <p:spPr>
            <a:xfrm>
              <a:off x="14645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4" name="타원 6093">
              <a:extLst>
                <a:ext uri="{FF2B5EF4-FFF2-40B4-BE49-F238E27FC236}">
                  <a16:creationId xmlns:a16="http://schemas.microsoft.com/office/drawing/2014/main" id="{842E055D-F5F3-4236-9E71-265F665F8652}"/>
                </a:ext>
              </a:extLst>
            </p:cNvPr>
            <p:cNvSpPr/>
            <p:nvPr/>
          </p:nvSpPr>
          <p:spPr>
            <a:xfrm>
              <a:off x="16169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5" name="타원 6094">
              <a:extLst>
                <a:ext uri="{FF2B5EF4-FFF2-40B4-BE49-F238E27FC236}">
                  <a16:creationId xmlns:a16="http://schemas.microsoft.com/office/drawing/2014/main" id="{A251BDCA-80AF-46C3-9A79-93D33F54C9BE}"/>
                </a:ext>
              </a:extLst>
            </p:cNvPr>
            <p:cNvSpPr/>
            <p:nvPr/>
          </p:nvSpPr>
          <p:spPr>
            <a:xfrm>
              <a:off x="17693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6" name="타원 6095">
              <a:extLst>
                <a:ext uri="{FF2B5EF4-FFF2-40B4-BE49-F238E27FC236}">
                  <a16:creationId xmlns:a16="http://schemas.microsoft.com/office/drawing/2014/main" id="{1B0E256A-8385-4E86-987C-D9FC10FAAB91}"/>
                </a:ext>
              </a:extLst>
            </p:cNvPr>
            <p:cNvSpPr/>
            <p:nvPr/>
          </p:nvSpPr>
          <p:spPr>
            <a:xfrm>
              <a:off x="19217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7" name="타원 6096">
              <a:extLst>
                <a:ext uri="{FF2B5EF4-FFF2-40B4-BE49-F238E27FC236}">
                  <a16:creationId xmlns:a16="http://schemas.microsoft.com/office/drawing/2014/main" id="{F4214C77-71C7-4B61-BC61-2227350A8BEA}"/>
                </a:ext>
              </a:extLst>
            </p:cNvPr>
            <p:cNvSpPr/>
            <p:nvPr/>
          </p:nvSpPr>
          <p:spPr>
            <a:xfrm>
              <a:off x="20741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8" name="타원 6097">
              <a:extLst>
                <a:ext uri="{FF2B5EF4-FFF2-40B4-BE49-F238E27FC236}">
                  <a16:creationId xmlns:a16="http://schemas.microsoft.com/office/drawing/2014/main" id="{10D0FEF6-6692-4133-8046-05128A615CE3}"/>
                </a:ext>
              </a:extLst>
            </p:cNvPr>
            <p:cNvSpPr/>
            <p:nvPr/>
          </p:nvSpPr>
          <p:spPr>
            <a:xfrm>
              <a:off x="22265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9" name="타원 6098">
              <a:extLst>
                <a:ext uri="{FF2B5EF4-FFF2-40B4-BE49-F238E27FC236}">
                  <a16:creationId xmlns:a16="http://schemas.microsoft.com/office/drawing/2014/main" id="{513AB751-6889-431E-A34A-A2524FC57A6D}"/>
                </a:ext>
              </a:extLst>
            </p:cNvPr>
            <p:cNvSpPr/>
            <p:nvPr/>
          </p:nvSpPr>
          <p:spPr>
            <a:xfrm>
              <a:off x="23789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0" name="타원 6099">
              <a:extLst>
                <a:ext uri="{FF2B5EF4-FFF2-40B4-BE49-F238E27FC236}">
                  <a16:creationId xmlns:a16="http://schemas.microsoft.com/office/drawing/2014/main" id="{305FE830-6A90-456D-A6FC-13C4271633AC}"/>
                </a:ext>
              </a:extLst>
            </p:cNvPr>
            <p:cNvSpPr/>
            <p:nvPr/>
          </p:nvSpPr>
          <p:spPr>
            <a:xfrm>
              <a:off x="25313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1" name="타원 6100">
              <a:extLst>
                <a:ext uri="{FF2B5EF4-FFF2-40B4-BE49-F238E27FC236}">
                  <a16:creationId xmlns:a16="http://schemas.microsoft.com/office/drawing/2014/main" id="{E1539AE7-440A-4F00-B35D-2DBEF2212126}"/>
                </a:ext>
              </a:extLst>
            </p:cNvPr>
            <p:cNvSpPr/>
            <p:nvPr/>
          </p:nvSpPr>
          <p:spPr>
            <a:xfrm>
              <a:off x="26837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2" name="타원 6101">
              <a:extLst>
                <a:ext uri="{FF2B5EF4-FFF2-40B4-BE49-F238E27FC236}">
                  <a16:creationId xmlns:a16="http://schemas.microsoft.com/office/drawing/2014/main" id="{F2EDD4B5-DC02-4EA7-89FE-DA29DC9046C8}"/>
                </a:ext>
              </a:extLst>
            </p:cNvPr>
            <p:cNvSpPr/>
            <p:nvPr/>
          </p:nvSpPr>
          <p:spPr>
            <a:xfrm>
              <a:off x="28361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3" name="타원 6102">
              <a:extLst>
                <a:ext uri="{FF2B5EF4-FFF2-40B4-BE49-F238E27FC236}">
                  <a16:creationId xmlns:a16="http://schemas.microsoft.com/office/drawing/2014/main" id="{144CFB5D-72B0-43FD-BF44-722883C23375}"/>
                </a:ext>
              </a:extLst>
            </p:cNvPr>
            <p:cNvSpPr/>
            <p:nvPr/>
          </p:nvSpPr>
          <p:spPr>
            <a:xfrm>
              <a:off x="29885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4" name="타원 6103">
              <a:extLst>
                <a:ext uri="{FF2B5EF4-FFF2-40B4-BE49-F238E27FC236}">
                  <a16:creationId xmlns:a16="http://schemas.microsoft.com/office/drawing/2014/main" id="{213CC12B-50F1-45FD-B891-3F81625A7A74}"/>
                </a:ext>
              </a:extLst>
            </p:cNvPr>
            <p:cNvSpPr/>
            <p:nvPr/>
          </p:nvSpPr>
          <p:spPr>
            <a:xfrm>
              <a:off x="31409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5" name="타원 6104">
              <a:extLst>
                <a:ext uri="{FF2B5EF4-FFF2-40B4-BE49-F238E27FC236}">
                  <a16:creationId xmlns:a16="http://schemas.microsoft.com/office/drawing/2014/main" id="{A6B3B7D7-2C1F-4E84-9538-A7CD8693DC69}"/>
                </a:ext>
              </a:extLst>
            </p:cNvPr>
            <p:cNvSpPr/>
            <p:nvPr/>
          </p:nvSpPr>
          <p:spPr>
            <a:xfrm>
              <a:off x="32933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6" name="타원 6105">
              <a:extLst>
                <a:ext uri="{FF2B5EF4-FFF2-40B4-BE49-F238E27FC236}">
                  <a16:creationId xmlns:a16="http://schemas.microsoft.com/office/drawing/2014/main" id="{42CBF49E-5B92-4074-A85C-1D7D05D79123}"/>
                </a:ext>
              </a:extLst>
            </p:cNvPr>
            <p:cNvSpPr/>
            <p:nvPr/>
          </p:nvSpPr>
          <p:spPr>
            <a:xfrm>
              <a:off x="34457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7" name="타원 6106">
              <a:extLst>
                <a:ext uri="{FF2B5EF4-FFF2-40B4-BE49-F238E27FC236}">
                  <a16:creationId xmlns:a16="http://schemas.microsoft.com/office/drawing/2014/main" id="{CADE1CA5-FA72-4879-880D-BB713D79AAC8}"/>
                </a:ext>
              </a:extLst>
            </p:cNvPr>
            <p:cNvSpPr/>
            <p:nvPr/>
          </p:nvSpPr>
          <p:spPr>
            <a:xfrm>
              <a:off x="35981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8" name="타원 6107">
              <a:extLst>
                <a:ext uri="{FF2B5EF4-FFF2-40B4-BE49-F238E27FC236}">
                  <a16:creationId xmlns:a16="http://schemas.microsoft.com/office/drawing/2014/main" id="{C5F55198-74C1-495E-B14C-77941AA3162A}"/>
                </a:ext>
              </a:extLst>
            </p:cNvPr>
            <p:cNvSpPr/>
            <p:nvPr/>
          </p:nvSpPr>
          <p:spPr>
            <a:xfrm>
              <a:off x="37505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9" name="타원 6108">
              <a:extLst>
                <a:ext uri="{FF2B5EF4-FFF2-40B4-BE49-F238E27FC236}">
                  <a16:creationId xmlns:a16="http://schemas.microsoft.com/office/drawing/2014/main" id="{3EED0228-DADC-4E3A-BBCF-B19026AE569C}"/>
                </a:ext>
              </a:extLst>
            </p:cNvPr>
            <p:cNvSpPr/>
            <p:nvPr/>
          </p:nvSpPr>
          <p:spPr>
            <a:xfrm>
              <a:off x="39029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0" name="타원 6109">
              <a:extLst>
                <a:ext uri="{FF2B5EF4-FFF2-40B4-BE49-F238E27FC236}">
                  <a16:creationId xmlns:a16="http://schemas.microsoft.com/office/drawing/2014/main" id="{56A258EC-E3D0-4150-AEAC-95E6B54223F4}"/>
                </a:ext>
              </a:extLst>
            </p:cNvPr>
            <p:cNvSpPr/>
            <p:nvPr/>
          </p:nvSpPr>
          <p:spPr>
            <a:xfrm>
              <a:off x="40553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1" name="타원 6110">
              <a:extLst>
                <a:ext uri="{FF2B5EF4-FFF2-40B4-BE49-F238E27FC236}">
                  <a16:creationId xmlns:a16="http://schemas.microsoft.com/office/drawing/2014/main" id="{FFAD4B9B-1756-4059-BD94-437E8F570023}"/>
                </a:ext>
              </a:extLst>
            </p:cNvPr>
            <p:cNvSpPr/>
            <p:nvPr/>
          </p:nvSpPr>
          <p:spPr>
            <a:xfrm>
              <a:off x="42077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2" name="타원 6111">
              <a:extLst>
                <a:ext uri="{FF2B5EF4-FFF2-40B4-BE49-F238E27FC236}">
                  <a16:creationId xmlns:a16="http://schemas.microsoft.com/office/drawing/2014/main" id="{F4ECF2EB-4EAA-40B6-9E4A-5E7E659F45D0}"/>
                </a:ext>
              </a:extLst>
            </p:cNvPr>
            <p:cNvSpPr/>
            <p:nvPr/>
          </p:nvSpPr>
          <p:spPr>
            <a:xfrm>
              <a:off x="43601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3" name="타원 6112">
              <a:extLst>
                <a:ext uri="{FF2B5EF4-FFF2-40B4-BE49-F238E27FC236}">
                  <a16:creationId xmlns:a16="http://schemas.microsoft.com/office/drawing/2014/main" id="{83883254-E1A9-4644-93C5-09BFFE1E0C46}"/>
                </a:ext>
              </a:extLst>
            </p:cNvPr>
            <p:cNvSpPr/>
            <p:nvPr/>
          </p:nvSpPr>
          <p:spPr>
            <a:xfrm>
              <a:off x="45125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4" name="타원 6113">
              <a:extLst>
                <a:ext uri="{FF2B5EF4-FFF2-40B4-BE49-F238E27FC236}">
                  <a16:creationId xmlns:a16="http://schemas.microsoft.com/office/drawing/2014/main" id="{20661C3C-4852-4662-92A6-9CD9D734E8DF}"/>
                </a:ext>
              </a:extLst>
            </p:cNvPr>
            <p:cNvSpPr/>
            <p:nvPr/>
          </p:nvSpPr>
          <p:spPr>
            <a:xfrm>
              <a:off x="46649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5" name="타원 6114">
              <a:extLst>
                <a:ext uri="{FF2B5EF4-FFF2-40B4-BE49-F238E27FC236}">
                  <a16:creationId xmlns:a16="http://schemas.microsoft.com/office/drawing/2014/main" id="{429C85BB-5D76-48A3-B366-1470110E90CC}"/>
                </a:ext>
              </a:extLst>
            </p:cNvPr>
            <p:cNvSpPr/>
            <p:nvPr/>
          </p:nvSpPr>
          <p:spPr>
            <a:xfrm>
              <a:off x="48173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6" name="타원 6115">
              <a:extLst>
                <a:ext uri="{FF2B5EF4-FFF2-40B4-BE49-F238E27FC236}">
                  <a16:creationId xmlns:a16="http://schemas.microsoft.com/office/drawing/2014/main" id="{AF0071C2-CB9E-4B03-BE72-B70A4640EB75}"/>
                </a:ext>
              </a:extLst>
            </p:cNvPr>
            <p:cNvSpPr/>
            <p:nvPr/>
          </p:nvSpPr>
          <p:spPr>
            <a:xfrm>
              <a:off x="49697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7" name="타원 6116">
              <a:extLst>
                <a:ext uri="{FF2B5EF4-FFF2-40B4-BE49-F238E27FC236}">
                  <a16:creationId xmlns:a16="http://schemas.microsoft.com/office/drawing/2014/main" id="{7A16DE83-C0A7-4B2E-B3E4-C94EBDF23F64}"/>
                </a:ext>
              </a:extLst>
            </p:cNvPr>
            <p:cNvSpPr/>
            <p:nvPr/>
          </p:nvSpPr>
          <p:spPr>
            <a:xfrm>
              <a:off x="51221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8" name="타원 6117">
              <a:extLst>
                <a:ext uri="{FF2B5EF4-FFF2-40B4-BE49-F238E27FC236}">
                  <a16:creationId xmlns:a16="http://schemas.microsoft.com/office/drawing/2014/main" id="{6998CBC7-216F-4E4E-89E5-E7286C6A0890}"/>
                </a:ext>
              </a:extLst>
            </p:cNvPr>
            <p:cNvSpPr/>
            <p:nvPr/>
          </p:nvSpPr>
          <p:spPr>
            <a:xfrm>
              <a:off x="52745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9" name="타원 6118">
              <a:extLst>
                <a:ext uri="{FF2B5EF4-FFF2-40B4-BE49-F238E27FC236}">
                  <a16:creationId xmlns:a16="http://schemas.microsoft.com/office/drawing/2014/main" id="{FE8BD81A-59D7-4692-BC08-917FA5C361F3}"/>
                </a:ext>
              </a:extLst>
            </p:cNvPr>
            <p:cNvSpPr/>
            <p:nvPr/>
          </p:nvSpPr>
          <p:spPr>
            <a:xfrm>
              <a:off x="54269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0" name="타원 6119">
              <a:extLst>
                <a:ext uri="{FF2B5EF4-FFF2-40B4-BE49-F238E27FC236}">
                  <a16:creationId xmlns:a16="http://schemas.microsoft.com/office/drawing/2014/main" id="{3B0E2418-F41D-449E-88EF-8C36BE7A6842}"/>
                </a:ext>
              </a:extLst>
            </p:cNvPr>
            <p:cNvSpPr/>
            <p:nvPr/>
          </p:nvSpPr>
          <p:spPr>
            <a:xfrm>
              <a:off x="55793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1" name="타원 6120">
              <a:extLst>
                <a:ext uri="{FF2B5EF4-FFF2-40B4-BE49-F238E27FC236}">
                  <a16:creationId xmlns:a16="http://schemas.microsoft.com/office/drawing/2014/main" id="{DE1D23F1-68E6-422F-8D47-B9E22E7FAE71}"/>
                </a:ext>
              </a:extLst>
            </p:cNvPr>
            <p:cNvSpPr/>
            <p:nvPr/>
          </p:nvSpPr>
          <p:spPr>
            <a:xfrm>
              <a:off x="5731775" y="4569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2" name="타원 6121">
              <a:extLst>
                <a:ext uri="{FF2B5EF4-FFF2-40B4-BE49-F238E27FC236}">
                  <a16:creationId xmlns:a16="http://schemas.microsoft.com/office/drawing/2014/main" id="{3D226583-A1B9-4910-9E04-697CD5E970B3}"/>
                </a:ext>
              </a:extLst>
            </p:cNvPr>
            <p:cNvSpPr/>
            <p:nvPr/>
          </p:nvSpPr>
          <p:spPr>
            <a:xfrm>
              <a:off x="2453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3" name="타원 6122">
              <a:extLst>
                <a:ext uri="{FF2B5EF4-FFF2-40B4-BE49-F238E27FC236}">
                  <a16:creationId xmlns:a16="http://schemas.microsoft.com/office/drawing/2014/main" id="{77A0F5BF-D8B0-4712-84C0-E64A709DF84B}"/>
                </a:ext>
              </a:extLst>
            </p:cNvPr>
            <p:cNvSpPr/>
            <p:nvPr/>
          </p:nvSpPr>
          <p:spPr>
            <a:xfrm>
              <a:off x="3977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4" name="타원 6123">
              <a:extLst>
                <a:ext uri="{FF2B5EF4-FFF2-40B4-BE49-F238E27FC236}">
                  <a16:creationId xmlns:a16="http://schemas.microsoft.com/office/drawing/2014/main" id="{4DA32010-1E25-4BFC-BA23-A1EFE7A6D2E0}"/>
                </a:ext>
              </a:extLst>
            </p:cNvPr>
            <p:cNvSpPr/>
            <p:nvPr/>
          </p:nvSpPr>
          <p:spPr>
            <a:xfrm>
              <a:off x="5501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5" name="타원 6124">
              <a:extLst>
                <a:ext uri="{FF2B5EF4-FFF2-40B4-BE49-F238E27FC236}">
                  <a16:creationId xmlns:a16="http://schemas.microsoft.com/office/drawing/2014/main" id="{E837206C-18D1-448C-B57D-EB29BC7A4D7B}"/>
                </a:ext>
              </a:extLst>
            </p:cNvPr>
            <p:cNvSpPr/>
            <p:nvPr/>
          </p:nvSpPr>
          <p:spPr>
            <a:xfrm>
              <a:off x="7025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6" name="타원 6125">
              <a:extLst>
                <a:ext uri="{FF2B5EF4-FFF2-40B4-BE49-F238E27FC236}">
                  <a16:creationId xmlns:a16="http://schemas.microsoft.com/office/drawing/2014/main" id="{30684554-2650-48AB-B804-A4A1D1C26630}"/>
                </a:ext>
              </a:extLst>
            </p:cNvPr>
            <p:cNvSpPr/>
            <p:nvPr/>
          </p:nvSpPr>
          <p:spPr>
            <a:xfrm>
              <a:off x="8549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7" name="타원 6126">
              <a:extLst>
                <a:ext uri="{FF2B5EF4-FFF2-40B4-BE49-F238E27FC236}">
                  <a16:creationId xmlns:a16="http://schemas.microsoft.com/office/drawing/2014/main" id="{DB3822A2-9139-4388-A092-AAB6E3D567A3}"/>
                </a:ext>
              </a:extLst>
            </p:cNvPr>
            <p:cNvSpPr/>
            <p:nvPr/>
          </p:nvSpPr>
          <p:spPr>
            <a:xfrm>
              <a:off x="10073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8" name="타원 6127">
              <a:extLst>
                <a:ext uri="{FF2B5EF4-FFF2-40B4-BE49-F238E27FC236}">
                  <a16:creationId xmlns:a16="http://schemas.microsoft.com/office/drawing/2014/main" id="{5DB7315F-9067-41D3-BD39-69E120DB0D14}"/>
                </a:ext>
              </a:extLst>
            </p:cNvPr>
            <p:cNvSpPr/>
            <p:nvPr/>
          </p:nvSpPr>
          <p:spPr>
            <a:xfrm>
              <a:off x="11597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9" name="타원 6128">
              <a:extLst>
                <a:ext uri="{FF2B5EF4-FFF2-40B4-BE49-F238E27FC236}">
                  <a16:creationId xmlns:a16="http://schemas.microsoft.com/office/drawing/2014/main" id="{4C3A0752-4428-4659-8937-4046CBF7C25C}"/>
                </a:ext>
              </a:extLst>
            </p:cNvPr>
            <p:cNvSpPr/>
            <p:nvPr/>
          </p:nvSpPr>
          <p:spPr>
            <a:xfrm>
              <a:off x="13121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0" name="타원 6129">
              <a:extLst>
                <a:ext uri="{FF2B5EF4-FFF2-40B4-BE49-F238E27FC236}">
                  <a16:creationId xmlns:a16="http://schemas.microsoft.com/office/drawing/2014/main" id="{EED4EE97-ABC7-4F53-B341-E79651F28805}"/>
                </a:ext>
              </a:extLst>
            </p:cNvPr>
            <p:cNvSpPr/>
            <p:nvPr/>
          </p:nvSpPr>
          <p:spPr>
            <a:xfrm>
              <a:off x="14645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1" name="타원 6130">
              <a:extLst>
                <a:ext uri="{FF2B5EF4-FFF2-40B4-BE49-F238E27FC236}">
                  <a16:creationId xmlns:a16="http://schemas.microsoft.com/office/drawing/2014/main" id="{3D043EE6-623E-4722-BEB2-7161784BBBA6}"/>
                </a:ext>
              </a:extLst>
            </p:cNvPr>
            <p:cNvSpPr/>
            <p:nvPr/>
          </p:nvSpPr>
          <p:spPr>
            <a:xfrm>
              <a:off x="16169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2" name="타원 6131">
              <a:extLst>
                <a:ext uri="{FF2B5EF4-FFF2-40B4-BE49-F238E27FC236}">
                  <a16:creationId xmlns:a16="http://schemas.microsoft.com/office/drawing/2014/main" id="{4E369C7C-3478-4C2E-9023-763C127A3DAB}"/>
                </a:ext>
              </a:extLst>
            </p:cNvPr>
            <p:cNvSpPr/>
            <p:nvPr/>
          </p:nvSpPr>
          <p:spPr>
            <a:xfrm>
              <a:off x="17693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3" name="타원 6132">
              <a:extLst>
                <a:ext uri="{FF2B5EF4-FFF2-40B4-BE49-F238E27FC236}">
                  <a16:creationId xmlns:a16="http://schemas.microsoft.com/office/drawing/2014/main" id="{DB30FA29-8C9D-46CD-8D09-EC3A11D61861}"/>
                </a:ext>
              </a:extLst>
            </p:cNvPr>
            <p:cNvSpPr/>
            <p:nvPr/>
          </p:nvSpPr>
          <p:spPr>
            <a:xfrm>
              <a:off x="19217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4" name="타원 6133">
              <a:extLst>
                <a:ext uri="{FF2B5EF4-FFF2-40B4-BE49-F238E27FC236}">
                  <a16:creationId xmlns:a16="http://schemas.microsoft.com/office/drawing/2014/main" id="{98FD72E3-BE01-4F61-9481-13D6E9F773A7}"/>
                </a:ext>
              </a:extLst>
            </p:cNvPr>
            <p:cNvSpPr/>
            <p:nvPr/>
          </p:nvSpPr>
          <p:spPr>
            <a:xfrm>
              <a:off x="20741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5" name="타원 6134">
              <a:extLst>
                <a:ext uri="{FF2B5EF4-FFF2-40B4-BE49-F238E27FC236}">
                  <a16:creationId xmlns:a16="http://schemas.microsoft.com/office/drawing/2014/main" id="{ECE96F87-D557-442C-A4D6-0C0615229808}"/>
                </a:ext>
              </a:extLst>
            </p:cNvPr>
            <p:cNvSpPr/>
            <p:nvPr/>
          </p:nvSpPr>
          <p:spPr>
            <a:xfrm>
              <a:off x="22265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6" name="타원 6135">
              <a:extLst>
                <a:ext uri="{FF2B5EF4-FFF2-40B4-BE49-F238E27FC236}">
                  <a16:creationId xmlns:a16="http://schemas.microsoft.com/office/drawing/2014/main" id="{1D183221-94BE-4DA6-8C79-F508B913D764}"/>
                </a:ext>
              </a:extLst>
            </p:cNvPr>
            <p:cNvSpPr/>
            <p:nvPr/>
          </p:nvSpPr>
          <p:spPr>
            <a:xfrm>
              <a:off x="23789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7" name="타원 6136">
              <a:extLst>
                <a:ext uri="{FF2B5EF4-FFF2-40B4-BE49-F238E27FC236}">
                  <a16:creationId xmlns:a16="http://schemas.microsoft.com/office/drawing/2014/main" id="{F0876FC5-AB0F-4816-B2EB-B303ACAEFD7F}"/>
                </a:ext>
              </a:extLst>
            </p:cNvPr>
            <p:cNvSpPr/>
            <p:nvPr/>
          </p:nvSpPr>
          <p:spPr>
            <a:xfrm>
              <a:off x="25313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8" name="타원 6137">
              <a:extLst>
                <a:ext uri="{FF2B5EF4-FFF2-40B4-BE49-F238E27FC236}">
                  <a16:creationId xmlns:a16="http://schemas.microsoft.com/office/drawing/2014/main" id="{BF826F0C-284E-4A7C-A694-8E70ED7DA2A1}"/>
                </a:ext>
              </a:extLst>
            </p:cNvPr>
            <p:cNvSpPr/>
            <p:nvPr/>
          </p:nvSpPr>
          <p:spPr>
            <a:xfrm>
              <a:off x="26837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9" name="타원 6138">
              <a:extLst>
                <a:ext uri="{FF2B5EF4-FFF2-40B4-BE49-F238E27FC236}">
                  <a16:creationId xmlns:a16="http://schemas.microsoft.com/office/drawing/2014/main" id="{1B7F0357-B828-4CD5-ABFC-5C83E83E5C0E}"/>
                </a:ext>
              </a:extLst>
            </p:cNvPr>
            <p:cNvSpPr/>
            <p:nvPr/>
          </p:nvSpPr>
          <p:spPr>
            <a:xfrm>
              <a:off x="28361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0" name="타원 6139">
              <a:extLst>
                <a:ext uri="{FF2B5EF4-FFF2-40B4-BE49-F238E27FC236}">
                  <a16:creationId xmlns:a16="http://schemas.microsoft.com/office/drawing/2014/main" id="{6F244951-B707-4C11-8690-57F27C0A8FF3}"/>
                </a:ext>
              </a:extLst>
            </p:cNvPr>
            <p:cNvSpPr/>
            <p:nvPr/>
          </p:nvSpPr>
          <p:spPr>
            <a:xfrm>
              <a:off x="29885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1" name="타원 6140">
              <a:extLst>
                <a:ext uri="{FF2B5EF4-FFF2-40B4-BE49-F238E27FC236}">
                  <a16:creationId xmlns:a16="http://schemas.microsoft.com/office/drawing/2014/main" id="{7F50CAD6-EA8F-4EC8-909E-A5CB4F8676F4}"/>
                </a:ext>
              </a:extLst>
            </p:cNvPr>
            <p:cNvSpPr/>
            <p:nvPr/>
          </p:nvSpPr>
          <p:spPr>
            <a:xfrm>
              <a:off x="31409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2" name="타원 6141">
              <a:extLst>
                <a:ext uri="{FF2B5EF4-FFF2-40B4-BE49-F238E27FC236}">
                  <a16:creationId xmlns:a16="http://schemas.microsoft.com/office/drawing/2014/main" id="{12AAD1CB-018F-4C1F-8577-6CB774D38F1E}"/>
                </a:ext>
              </a:extLst>
            </p:cNvPr>
            <p:cNvSpPr/>
            <p:nvPr/>
          </p:nvSpPr>
          <p:spPr>
            <a:xfrm>
              <a:off x="32933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3" name="타원 6142">
              <a:extLst>
                <a:ext uri="{FF2B5EF4-FFF2-40B4-BE49-F238E27FC236}">
                  <a16:creationId xmlns:a16="http://schemas.microsoft.com/office/drawing/2014/main" id="{B319D8DA-526A-44F1-A0B7-9FA589980DA9}"/>
                </a:ext>
              </a:extLst>
            </p:cNvPr>
            <p:cNvSpPr/>
            <p:nvPr/>
          </p:nvSpPr>
          <p:spPr>
            <a:xfrm>
              <a:off x="34457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4" name="타원 6143">
              <a:extLst>
                <a:ext uri="{FF2B5EF4-FFF2-40B4-BE49-F238E27FC236}">
                  <a16:creationId xmlns:a16="http://schemas.microsoft.com/office/drawing/2014/main" id="{4799B115-7B3E-4CCD-B153-CF9F26C5181F}"/>
                </a:ext>
              </a:extLst>
            </p:cNvPr>
            <p:cNvSpPr/>
            <p:nvPr/>
          </p:nvSpPr>
          <p:spPr>
            <a:xfrm>
              <a:off x="35981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5" name="타원 6144">
              <a:extLst>
                <a:ext uri="{FF2B5EF4-FFF2-40B4-BE49-F238E27FC236}">
                  <a16:creationId xmlns:a16="http://schemas.microsoft.com/office/drawing/2014/main" id="{9EB77A5D-EDB3-4AB4-9F58-AFE55E329980}"/>
                </a:ext>
              </a:extLst>
            </p:cNvPr>
            <p:cNvSpPr/>
            <p:nvPr/>
          </p:nvSpPr>
          <p:spPr>
            <a:xfrm>
              <a:off x="37505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6" name="타원 6145">
              <a:extLst>
                <a:ext uri="{FF2B5EF4-FFF2-40B4-BE49-F238E27FC236}">
                  <a16:creationId xmlns:a16="http://schemas.microsoft.com/office/drawing/2014/main" id="{276FDD0A-91BD-4899-9DD0-41D5B989E74A}"/>
                </a:ext>
              </a:extLst>
            </p:cNvPr>
            <p:cNvSpPr/>
            <p:nvPr/>
          </p:nvSpPr>
          <p:spPr>
            <a:xfrm>
              <a:off x="39029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7" name="타원 6146">
              <a:extLst>
                <a:ext uri="{FF2B5EF4-FFF2-40B4-BE49-F238E27FC236}">
                  <a16:creationId xmlns:a16="http://schemas.microsoft.com/office/drawing/2014/main" id="{7D2A96CF-E1D2-448E-8F76-D227ECDB2F41}"/>
                </a:ext>
              </a:extLst>
            </p:cNvPr>
            <p:cNvSpPr/>
            <p:nvPr/>
          </p:nvSpPr>
          <p:spPr>
            <a:xfrm>
              <a:off x="40553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8" name="타원 6147">
              <a:extLst>
                <a:ext uri="{FF2B5EF4-FFF2-40B4-BE49-F238E27FC236}">
                  <a16:creationId xmlns:a16="http://schemas.microsoft.com/office/drawing/2014/main" id="{76051ABB-A16F-4A03-8D41-DA3BD3FCEE35}"/>
                </a:ext>
              </a:extLst>
            </p:cNvPr>
            <p:cNvSpPr/>
            <p:nvPr/>
          </p:nvSpPr>
          <p:spPr>
            <a:xfrm>
              <a:off x="42077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9" name="타원 6148">
              <a:extLst>
                <a:ext uri="{FF2B5EF4-FFF2-40B4-BE49-F238E27FC236}">
                  <a16:creationId xmlns:a16="http://schemas.microsoft.com/office/drawing/2014/main" id="{36E06F7B-D10E-45C3-B972-FD457043AE90}"/>
                </a:ext>
              </a:extLst>
            </p:cNvPr>
            <p:cNvSpPr/>
            <p:nvPr/>
          </p:nvSpPr>
          <p:spPr>
            <a:xfrm>
              <a:off x="43601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0" name="타원 6149">
              <a:extLst>
                <a:ext uri="{FF2B5EF4-FFF2-40B4-BE49-F238E27FC236}">
                  <a16:creationId xmlns:a16="http://schemas.microsoft.com/office/drawing/2014/main" id="{AB8CB440-74E6-42E4-8BE7-B67A818EBBEC}"/>
                </a:ext>
              </a:extLst>
            </p:cNvPr>
            <p:cNvSpPr/>
            <p:nvPr/>
          </p:nvSpPr>
          <p:spPr>
            <a:xfrm>
              <a:off x="45125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1" name="타원 6150">
              <a:extLst>
                <a:ext uri="{FF2B5EF4-FFF2-40B4-BE49-F238E27FC236}">
                  <a16:creationId xmlns:a16="http://schemas.microsoft.com/office/drawing/2014/main" id="{6ECC5871-02DB-432E-85F9-6CC926A89132}"/>
                </a:ext>
              </a:extLst>
            </p:cNvPr>
            <p:cNvSpPr/>
            <p:nvPr/>
          </p:nvSpPr>
          <p:spPr>
            <a:xfrm>
              <a:off x="46649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2" name="타원 6151">
              <a:extLst>
                <a:ext uri="{FF2B5EF4-FFF2-40B4-BE49-F238E27FC236}">
                  <a16:creationId xmlns:a16="http://schemas.microsoft.com/office/drawing/2014/main" id="{B2E3B57B-0EA4-4D27-87A4-15B14B319712}"/>
                </a:ext>
              </a:extLst>
            </p:cNvPr>
            <p:cNvSpPr/>
            <p:nvPr/>
          </p:nvSpPr>
          <p:spPr>
            <a:xfrm>
              <a:off x="48173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3" name="타원 6152">
              <a:extLst>
                <a:ext uri="{FF2B5EF4-FFF2-40B4-BE49-F238E27FC236}">
                  <a16:creationId xmlns:a16="http://schemas.microsoft.com/office/drawing/2014/main" id="{ADC60FE8-503C-42F3-B9AC-ACE4D54CE454}"/>
                </a:ext>
              </a:extLst>
            </p:cNvPr>
            <p:cNvSpPr/>
            <p:nvPr/>
          </p:nvSpPr>
          <p:spPr>
            <a:xfrm>
              <a:off x="49697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4" name="타원 6153">
              <a:extLst>
                <a:ext uri="{FF2B5EF4-FFF2-40B4-BE49-F238E27FC236}">
                  <a16:creationId xmlns:a16="http://schemas.microsoft.com/office/drawing/2014/main" id="{76536DB5-DFAC-446B-81C0-A1617FE57C07}"/>
                </a:ext>
              </a:extLst>
            </p:cNvPr>
            <p:cNvSpPr/>
            <p:nvPr/>
          </p:nvSpPr>
          <p:spPr>
            <a:xfrm>
              <a:off x="51221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5" name="타원 6154">
              <a:extLst>
                <a:ext uri="{FF2B5EF4-FFF2-40B4-BE49-F238E27FC236}">
                  <a16:creationId xmlns:a16="http://schemas.microsoft.com/office/drawing/2014/main" id="{48AB0149-0453-43D1-A130-67E47E94DAD4}"/>
                </a:ext>
              </a:extLst>
            </p:cNvPr>
            <p:cNvSpPr/>
            <p:nvPr/>
          </p:nvSpPr>
          <p:spPr>
            <a:xfrm>
              <a:off x="52745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6" name="타원 6155">
              <a:extLst>
                <a:ext uri="{FF2B5EF4-FFF2-40B4-BE49-F238E27FC236}">
                  <a16:creationId xmlns:a16="http://schemas.microsoft.com/office/drawing/2014/main" id="{FF5375C0-509F-4CC4-8A77-A84A0C1CD24E}"/>
                </a:ext>
              </a:extLst>
            </p:cNvPr>
            <p:cNvSpPr/>
            <p:nvPr/>
          </p:nvSpPr>
          <p:spPr>
            <a:xfrm>
              <a:off x="54269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7" name="타원 6156">
              <a:extLst>
                <a:ext uri="{FF2B5EF4-FFF2-40B4-BE49-F238E27FC236}">
                  <a16:creationId xmlns:a16="http://schemas.microsoft.com/office/drawing/2014/main" id="{C6BE68BB-8873-40D6-91DD-9243C4CBA092}"/>
                </a:ext>
              </a:extLst>
            </p:cNvPr>
            <p:cNvSpPr/>
            <p:nvPr/>
          </p:nvSpPr>
          <p:spPr>
            <a:xfrm>
              <a:off x="55793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8" name="타원 6157">
              <a:extLst>
                <a:ext uri="{FF2B5EF4-FFF2-40B4-BE49-F238E27FC236}">
                  <a16:creationId xmlns:a16="http://schemas.microsoft.com/office/drawing/2014/main" id="{882EE21A-B67B-491D-A5BD-516BA2AADF04}"/>
                </a:ext>
              </a:extLst>
            </p:cNvPr>
            <p:cNvSpPr/>
            <p:nvPr/>
          </p:nvSpPr>
          <p:spPr>
            <a:xfrm>
              <a:off x="5731775" y="4722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9" name="타원 6158">
              <a:extLst>
                <a:ext uri="{FF2B5EF4-FFF2-40B4-BE49-F238E27FC236}">
                  <a16:creationId xmlns:a16="http://schemas.microsoft.com/office/drawing/2014/main" id="{FF4A9249-1BE5-426E-BDEA-8A3D1484B1BE}"/>
                </a:ext>
              </a:extLst>
            </p:cNvPr>
            <p:cNvSpPr/>
            <p:nvPr/>
          </p:nvSpPr>
          <p:spPr>
            <a:xfrm>
              <a:off x="2453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0" name="타원 6159">
              <a:extLst>
                <a:ext uri="{FF2B5EF4-FFF2-40B4-BE49-F238E27FC236}">
                  <a16:creationId xmlns:a16="http://schemas.microsoft.com/office/drawing/2014/main" id="{1C512549-3E14-4997-AE25-9E8A9F400F25}"/>
                </a:ext>
              </a:extLst>
            </p:cNvPr>
            <p:cNvSpPr/>
            <p:nvPr/>
          </p:nvSpPr>
          <p:spPr>
            <a:xfrm>
              <a:off x="3977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1" name="타원 6160">
              <a:extLst>
                <a:ext uri="{FF2B5EF4-FFF2-40B4-BE49-F238E27FC236}">
                  <a16:creationId xmlns:a16="http://schemas.microsoft.com/office/drawing/2014/main" id="{D8668436-8AE9-402B-8289-192596613AEE}"/>
                </a:ext>
              </a:extLst>
            </p:cNvPr>
            <p:cNvSpPr/>
            <p:nvPr/>
          </p:nvSpPr>
          <p:spPr>
            <a:xfrm>
              <a:off x="5501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2" name="타원 6161">
              <a:extLst>
                <a:ext uri="{FF2B5EF4-FFF2-40B4-BE49-F238E27FC236}">
                  <a16:creationId xmlns:a16="http://schemas.microsoft.com/office/drawing/2014/main" id="{2B20AFD0-3791-48DC-8B50-4D27D25B0149}"/>
                </a:ext>
              </a:extLst>
            </p:cNvPr>
            <p:cNvSpPr/>
            <p:nvPr/>
          </p:nvSpPr>
          <p:spPr>
            <a:xfrm>
              <a:off x="7025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3" name="타원 6162">
              <a:extLst>
                <a:ext uri="{FF2B5EF4-FFF2-40B4-BE49-F238E27FC236}">
                  <a16:creationId xmlns:a16="http://schemas.microsoft.com/office/drawing/2014/main" id="{D4825B84-F2BF-4613-A2A1-3E686EB1CB8D}"/>
                </a:ext>
              </a:extLst>
            </p:cNvPr>
            <p:cNvSpPr/>
            <p:nvPr/>
          </p:nvSpPr>
          <p:spPr>
            <a:xfrm>
              <a:off x="8549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4" name="타원 6163">
              <a:extLst>
                <a:ext uri="{FF2B5EF4-FFF2-40B4-BE49-F238E27FC236}">
                  <a16:creationId xmlns:a16="http://schemas.microsoft.com/office/drawing/2014/main" id="{6FC1884B-B641-4A20-BEB4-13A83A59EB9B}"/>
                </a:ext>
              </a:extLst>
            </p:cNvPr>
            <p:cNvSpPr/>
            <p:nvPr/>
          </p:nvSpPr>
          <p:spPr>
            <a:xfrm>
              <a:off x="10073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5" name="타원 6164">
              <a:extLst>
                <a:ext uri="{FF2B5EF4-FFF2-40B4-BE49-F238E27FC236}">
                  <a16:creationId xmlns:a16="http://schemas.microsoft.com/office/drawing/2014/main" id="{402C1496-0E78-48D8-A997-37DD0ADA03BF}"/>
                </a:ext>
              </a:extLst>
            </p:cNvPr>
            <p:cNvSpPr/>
            <p:nvPr/>
          </p:nvSpPr>
          <p:spPr>
            <a:xfrm>
              <a:off x="11597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6" name="타원 6165">
              <a:extLst>
                <a:ext uri="{FF2B5EF4-FFF2-40B4-BE49-F238E27FC236}">
                  <a16:creationId xmlns:a16="http://schemas.microsoft.com/office/drawing/2014/main" id="{795F8775-295C-4FF8-BD58-A97AFDFA4945}"/>
                </a:ext>
              </a:extLst>
            </p:cNvPr>
            <p:cNvSpPr/>
            <p:nvPr/>
          </p:nvSpPr>
          <p:spPr>
            <a:xfrm>
              <a:off x="13121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7" name="타원 6166">
              <a:extLst>
                <a:ext uri="{FF2B5EF4-FFF2-40B4-BE49-F238E27FC236}">
                  <a16:creationId xmlns:a16="http://schemas.microsoft.com/office/drawing/2014/main" id="{EFC012E7-ECDB-4E82-82ED-0B4FE3162A19}"/>
                </a:ext>
              </a:extLst>
            </p:cNvPr>
            <p:cNvSpPr/>
            <p:nvPr/>
          </p:nvSpPr>
          <p:spPr>
            <a:xfrm>
              <a:off x="14645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8" name="타원 6167">
              <a:extLst>
                <a:ext uri="{FF2B5EF4-FFF2-40B4-BE49-F238E27FC236}">
                  <a16:creationId xmlns:a16="http://schemas.microsoft.com/office/drawing/2014/main" id="{3E340AAF-C30B-4244-B7D6-9543CA1A9D4A}"/>
                </a:ext>
              </a:extLst>
            </p:cNvPr>
            <p:cNvSpPr/>
            <p:nvPr/>
          </p:nvSpPr>
          <p:spPr>
            <a:xfrm>
              <a:off x="16169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9" name="타원 6168">
              <a:extLst>
                <a:ext uri="{FF2B5EF4-FFF2-40B4-BE49-F238E27FC236}">
                  <a16:creationId xmlns:a16="http://schemas.microsoft.com/office/drawing/2014/main" id="{1B73ABC2-CEF2-4866-9F24-E1866A54EB44}"/>
                </a:ext>
              </a:extLst>
            </p:cNvPr>
            <p:cNvSpPr/>
            <p:nvPr/>
          </p:nvSpPr>
          <p:spPr>
            <a:xfrm>
              <a:off x="17693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0" name="타원 6169">
              <a:extLst>
                <a:ext uri="{FF2B5EF4-FFF2-40B4-BE49-F238E27FC236}">
                  <a16:creationId xmlns:a16="http://schemas.microsoft.com/office/drawing/2014/main" id="{42FDE059-DCB9-4C23-8867-36C4A281E246}"/>
                </a:ext>
              </a:extLst>
            </p:cNvPr>
            <p:cNvSpPr/>
            <p:nvPr/>
          </p:nvSpPr>
          <p:spPr>
            <a:xfrm>
              <a:off x="19217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1" name="타원 6170">
              <a:extLst>
                <a:ext uri="{FF2B5EF4-FFF2-40B4-BE49-F238E27FC236}">
                  <a16:creationId xmlns:a16="http://schemas.microsoft.com/office/drawing/2014/main" id="{1C881F9A-0A3A-42DC-957B-E9E5C32FCD8D}"/>
                </a:ext>
              </a:extLst>
            </p:cNvPr>
            <p:cNvSpPr/>
            <p:nvPr/>
          </p:nvSpPr>
          <p:spPr>
            <a:xfrm>
              <a:off x="20741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2" name="타원 6171">
              <a:extLst>
                <a:ext uri="{FF2B5EF4-FFF2-40B4-BE49-F238E27FC236}">
                  <a16:creationId xmlns:a16="http://schemas.microsoft.com/office/drawing/2014/main" id="{8234F3B5-F04A-4E5B-8178-44F1C3075B51}"/>
                </a:ext>
              </a:extLst>
            </p:cNvPr>
            <p:cNvSpPr/>
            <p:nvPr/>
          </p:nvSpPr>
          <p:spPr>
            <a:xfrm>
              <a:off x="22265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3" name="타원 6172">
              <a:extLst>
                <a:ext uri="{FF2B5EF4-FFF2-40B4-BE49-F238E27FC236}">
                  <a16:creationId xmlns:a16="http://schemas.microsoft.com/office/drawing/2014/main" id="{A9E164CB-7EAF-46D3-A5C7-5EF25E4E6363}"/>
                </a:ext>
              </a:extLst>
            </p:cNvPr>
            <p:cNvSpPr/>
            <p:nvPr/>
          </p:nvSpPr>
          <p:spPr>
            <a:xfrm>
              <a:off x="23789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4" name="타원 6173">
              <a:extLst>
                <a:ext uri="{FF2B5EF4-FFF2-40B4-BE49-F238E27FC236}">
                  <a16:creationId xmlns:a16="http://schemas.microsoft.com/office/drawing/2014/main" id="{3EADB33D-CF7F-45B7-8554-1B8E737BDD34}"/>
                </a:ext>
              </a:extLst>
            </p:cNvPr>
            <p:cNvSpPr/>
            <p:nvPr/>
          </p:nvSpPr>
          <p:spPr>
            <a:xfrm>
              <a:off x="25313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5" name="타원 6174">
              <a:extLst>
                <a:ext uri="{FF2B5EF4-FFF2-40B4-BE49-F238E27FC236}">
                  <a16:creationId xmlns:a16="http://schemas.microsoft.com/office/drawing/2014/main" id="{24F7D202-1A5C-4C03-B851-8816D7CEC3A5}"/>
                </a:ext>
              </a:extLst>
            </p:cNvPr>
            <p:cNvSpPr/>
            <p:nvPr/>
          </p:nvSpPr>
          <p:spPr>
            <a:xfrm>
              <a:off x="26837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6" name="타원 6175">
              <a:extLst>
                <a:ext uri="{FF2B5EF4-FFF2-40B4-BE49-F238E27FC236}">
                  <a16:creationId xmlns:a16="http://schemas.microsoft.com/office/drawing/2014/main" id="{1473DC0E-3F47-4CDE-9761-8B42581FADA6}"/>
                </a:ext>
              </a:extLst>
            </p:cNvPr>
            <p:cNvSpPr/>
            <p:nvPr/>
          </p:nvSpPr>
          <p:spPr>
            <a:xfrm>
              <a:off x="28361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7" name="타원 6176">
              <a:extLst>
                <a:ext uri="{FF2B5EF4-FFF2-40B4-BE49-F238E27FC236}">
                  <a16:creationId xmlns:a16="http://schemas.microsoft.com/office/drawing/2014/main" id="{CBE9C186-E48C-4BF5-BAAE-30C7965F0E04}"/>
                </a:ext>
              </a:extLst>
            </p:cNvPr>
            <p:cNvSpPr/>
            <p:nvPr/>
          </p:nvSpPr>
          <p:spPr>
            <a:xfrm>
              <a:off x="29885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8" name="타원 6177">
              <a:extLst>
                <a:ext uri="{FF2B5EF4-FFF2-40B4-BE49-F238E27FC236}">
                  <a16:creationId xmlns:a16="http://schemas.microsoft.com/office/drawing/2014/main" id="{B3AFB834-241F-43CE-BC6B-6AD7C97FB476}"/>
                </a:ext>
              </a:extLst>
            </p:cNvPr>
            <p:cNvSpPr/>
            <p:nvPr/>
          </p:nvSpPr>
          <p:spPr>
            <a:xfrm>
              <a:off x="31409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9" name="타원 6178">
              <a:extLst>
                <a:ext uri="{FF2B5EF4-FFF2-40B4-BE49-F238E27FC236}">
                  <a16:creationId xmlns:a16="http://schemas.microsoft.com/office/drawing/2014/main" id="{DFD133C6-18E0-429B-B22B-6A989C6D2F36}"/>
                </a:ext>
              </a:extLst>
            </p:cNvPr>
            <p:cNvSpPr/>
            <p:nvPr/>
          </p:nvSpPr>
          <p:spPr>
            <a:xfrm>
              <a:off x="32933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0" name="타원 6179">
              <a:extLst>
                <a:ext uri="{FF2B5EF4-FFF2-40B4-BE49-F238E27FC236}">
                  <a16:creationId xmlns:a16="http://schemas.microsoft.com/office/drawing/2014/main" id="{C7149600-9059-4CA2-A479-232D76792640}"/>
                </a:ext>
              </a:extLst>
            </p:cNvPr>
            <p:cNvSpPr/>
            <p:nvPr/>
          </p:nvSpPr>
          <p:spPr>
            <a:xfrm>
              <a:off x="34457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1" name="타원 6180">
              <a:extLst>
                <a:ext uri="{FF2B5EF4-FFF2-40B4-BE49-F238E27FC236}">
                  <a16:creationId xmlns:a16="http://schemas.microsoft.com/office/drawing/2014/main" id="{2795EE77-2206-4F57-A555-E6F894A318C0}"/>
                </a:ext>
              </a:extLst>
            </p:cNvPr>
            <p:cNvSpPr/>
            <p:nvPr/>
          </p:nvSpPr>
          <p:spPr>
            <a:xfrm>
              <a:off x="35981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2" name="타원 6181">
              <a:extLst>
                <a:ext uri="{FF2B5EF4-FFF2-40B4-BE49-F238E27FC236}">
                  <a16:creationId xmlns:a16="http://schemas.microsoft.com/office/drawing/2014/main" id="{84C66B4D-7B0A-4611-9C90-03305FE42116}"/>
                </a:ext>
              </a:extLst>
            </p:cNvPr>
            <p:cNvSpPr/>
            <p:nvPr/>
          </p:nvSpPr>
          <p:spPr>
            <a:xfrm>
              <a:off x="37505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3" name="타원 6182">
              <a:extLst>
                <a:ext uri="{FF2B5EF4-FFF2-40B4-BE49-F238E27FC236}">
                  <a16:creationId xmlns:a16="http://schemas.microsoft.com/office/drawing/2014/main" id="{4DB597AA-453A-4D0E-933C-F0449EB428A9}"/>
                </a:ext>
              </a:extLst>
            </p:cNvPr>
            <p:cNvSpPr/>
            <p:nvPr/>
          </p:nvSpPr>
          <p:spPr>
            <a:xfrm>
              <a:off x="39029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4" name="타원 6183">
              <a:extLst>
                <a:ext uri="{FF2B5EF4-FFF2-40B4-BE49-F238E27FC236}">
                  <a16:creationId xmlns:a16="http://schemas.microsoft.com/office/drawing/2014/main" id="{9AE4C844-47DB-4F48-ADEB-2407B68BDA57}"/>
                </a:ext>
              </a:extLst>
            </p:cNvPr>
            <p:cNvSpPr/>
            <p:nvPr/>
          </p:nvSpPr>
          <p:spPr>
            <a:xfrm>
              <a:off x="40553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5" name="타원 6184">
              <a:extLst>
                <a:ext uri="{FF2B5EF4-FFF2-40B4-BE49-F238E27FC236}">
                  <a16:creationId xmlns:a16="http://schemas.microsoft.com/office/drawing/2014/main" id="{77CF5C6E-5566-418A-9F48-D2639120A7B7}"/>
                </a:ext>
              </a:extLst>
            </p:cNvPr>
            <p:cNvSpPr/>
            <p:nvPr/>
          </p:nvSpPr>
          <p:spPr>
            <a:xfrm>
              <a:off x="42077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6" name="타원 6185">
              <a:extLst>
                <a:ext uri="{FF2B5EF4-FFF2-40B4-BE49-F238E27FC236}">
                  <a16:creationId xmlns:a16="http://schemas.microsoft.com/office/drawing/2014/main" id="{B34E2A01-EADC-41D2-A66D-287339FAFEBC}"/>
                </a:ext>
              </a:extLst>
            </p:cNvPr>
            <p:cNvSpPr/>
            <p:nvPr/>
          </p:nvSpPr>
          <p:spPr>
            <a:xfrm>
              <a:off x="43601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7" name="타원 6186">
              <a:extLst>
                <a:ext uri="{FF2B5EF4-FFF2-40B4-BE49-F238E27FC236}">
                  <a16:creationId xmlns:a16="http://schemas.microsoft.com/office/drawing/2014/main" id="{1984DFF7-8DCF-4F62-B320-62BA443E14AF}"/>
                </a:ext>
              </a:extLst>
            </p:cNvPr>
            <p:cNvSpPr/>
            <p:nvPr/>
          </p:nvSpPr>
          <p:spPr>
            <a:xfrm>
              <a:off x="45125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8" name="타원 6187">
              <a:extLst>
                <a:ext uri="{FF2B5EF4-FFF2-40B4-BE49-F238E27FC236}">
                  <a16:creationId xmlns:a16="http://schemas.microsoft.com/office/drawing/2014/main" id="{9AC9DA63-6EF4-4DEF-91A7-0BC0BEA29799}"/>
                </a:ext>
              </a:extLst>
            </p:cNvPr>
            <p:cNvSpPr/>
            <p:nvPr/>
          </p:nvSpPr>
          <p:spPr>
            <a:xfrm>
              <a:off x="46649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9" name="타원 6188">
              <a:extLst>
                <a:ext uri="{FF2B5EF4-FFF2-40B4-BE49-F238E27FC236}">
                  <a16:creationId xmlns:a16="http://schemas.microsoft.com/office/drawing/2014/main" id="{74CBFEE2-95BA-42B7-B4EB-1F879C53C5FB}"/>
                </a:ext>
              </a:extLst>
            </p:cNvPr>
            <p:cNvSpPr/>
            <p:nvPr/>
          </p:nvSpPr>
          <p:spPr>
            <a:xfrm>
              <a:off x="48173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0" name="타원 6189">
              <a:extLst>
                <a:ext uri="{FF2B5EF4-FFF2-40B4-BE49-F238E27FC236}">
                  <a16:creationId xmlns:a16="http://schemas.microsoft.com/office/drawing/2014/main" id="{CCDDB138-C5CD-4C4E-B059-55F892AB8636}"/>
                </a:ext>
              </a:extLst>
            </p:cNvPr>
            <p:cNvSpPr/>
            <p:nvPr/>
          </p:nvSpPr>
          <p:spPr>
            <a:xfrm>
              <a:off x="49697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1" name="타원 6190">
              <a:extLst>
                <a:ext uri="{FF2B5EF4-FFF2-40B4-BE49-F238E27FC236}">
                  <a16:creationId xmlns:a16="http://schemas.microsoft.com/office/drawing/2014/main" id="{D645EB8C-6873-47C2-BEDD-838A4D7FB015}"/>
                </a:ext>
              </a:extLst>
            </p:cNvPr>
            <p:cNvSpPr/>
            <p:nvPr/>
          </p:nvSpPr>
          <p:spPr>
            <a:xfrm>
              <a:off x="51221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2" name="타원 6191">
              <a:extLst>
                <a:ext uri="{FF2B5EF4-FFF2-40B4-BE49-F238E27FC236}">
                  <a16:creationId xmlns:a16="http://schemas.microsoft.com/office/drawing/2014/main" id="{863B7A59-A28A-483B-BB95-AF16163B02FE}"/>
                </a:ext>
              </a:extLst>
            </p:cNvPr>
            <p:cNvSpPr/>
            <p:nvPr/>
          </p:nvSpPr>
          <p:spPr>
            <a:xfrm>
              <a:off x="52745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3" name="타원 6192">
              <a:extLst>
                <a:ext uri="{FF2B5EF4-FFF2-40B4-BE49-F238E27FC236}">
                  <a16:creationId xmlns:a16="http://schemas.microsoft.com/office/drawing/2014/main" id="{F99747F1-9BDB-4322-A95B-50C8308F74AE}"/>
                </a:ext>
              </a:extLst>
            </p:cNvPr>
            <p:cNvSpPr/>
            <p:nvPr/>
          </p:nvSpPr>
          <p:spPr>
            <a:xfrm>
              <a:off x="54269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4" name="타원 6193">
              <a:extLst>
                <a:ext uri="{FF2B5EF4-FFF2-40B4-BE49-F238E27FC236}">
                  <a16:creationId xmlns:a16="http://schemas.microsoft.com/office/drawing/2014/main" id="{C8B6F1E0-5871-40C3-8330-252384700808}"/>
                </a:ext>
              </a:extLst>
            </p:cNvPr>
            <p:cNvSpPr/>
            <p:nvPr/>
          </p:nvSpPr>
          <p:spPr>
            <a:xfrm>
              <a:off x="55793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5" name="타원 6194">
              <a:extLst>
                <a:ext uri="{FF2B5EF4-FFF2-40B4-BE49-F238E27FC236}">
                  <a16:creationId xmlns:a16="http://schemas.microsoft.com/office/drawing/2014/main" id="{98B254AA-DD94-4C8D-9F2B-19C2E0CBFE17}"/>
                </a:ext>
              </a:extLst>
            </p:cNvPr>
            <p:cNvSpPr/>
            <p:nvPr/>
          </p:nvSpPr>
          <p:spPr>
            <a:xfrm>
              <a:off x="5731775" y="4874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6" name="타원 6195">
              <a:extLst>
                <a:ext uri="{FF2B5EF4-FFF2-40B4-BE49-F238E27FC236}">
                  <a16:creationId xmlns:a16="http://schemas.microsoft.com/office/drawing/2014/main" id="{58BE708C-1018-43F2-BD0B-B18C95C67F8D}"/>
                </a:ext>
              </a:extLst>
            </p:cNvPr>
            <p:cNvSpPr/>
            <p:nvPr/>
          </p:nvSpPr>
          <p:spPr>
            <a:xfrm>
              <a:off x="2453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7" name="타원 6196">
              <a:extLst>
                <a:ext uri="{FF2B5EF4-FFF2-40B4-BE49-F238E27FC236}">
                  <a16:creationId xmlns:a16="http://schemas.microsoft.com/office/drawing/2014/main" id="{36F6DE16-8243-4EA4-BF39-2EAF9FFF339E}"/>
                </a:ext>
              </a:extLst>
            </p:cNvPr>
            <p:cNvSpPr/>
            <p:nvPr/>
          </p:nvSpPr>
          <p:spPr>
            <a:xfrm>
              <a:off x="3977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8" name="타원 6197">
              <a:extLst>
                <a:ext uri="{FF2B5EF4-FFF2-40B4-BE49-F238E27FC236}">
                  <a16:creationId xmlns:a16="http://schemas.microsoft.com/office/drawing/2014/main" id="{25DCBDD3-3CDE-4B18-9D56-7691274762B3}"/>
                </a:ext>
              </a:extLst>
            </p:cNvPr>
            <p:cNvSpPr/>
            <p:nvPr/>
          </p:nvSpPr>
          <p:spPr>
            <a:xfrm>
              <a:off x="5501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9" name="타원 6198">
              <a:extLst>
                <a:ext uri="{FF2B5EF4-FFF2-40B4-BE49-F238E27FC236}">
                  <a16:creationId xmlns:a16="http://schemas.microsoft.com/office/drawing/2014/main" id="{274F5C76-01E4-43A9-9D9B-F77AF64C2F7A}"/>
                </a:ext>
              </a:extLst>
            </p:cNvPr>
            <p:cNvSpPr/>
            <p:nvPr/>
          </p:nvSpPr>
          <p:spPr>
            <a:xfrm>
              <a:off x="7025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0" name="타원 6199">
              <a:extLst>
                <a:ext uri="{FF2B5EF4-FFF2-40B4-BE49-F238E27FC236}">
                  <a16:creationId xmlns:a16="http://schemas.microsoft.com/office/drawing/2014/main" id="{2F365ADD-674D-4959-ACC7-9E6DD19EA56D}"/>
                </a:ext>
              </a:extLst>
            </p:cNvPr>
            <p:cNvSpPr/>
            <p:nvPr/>
          </p:nvSpPr>
          <p:spPr>
            <a:xfrm>
              <a:off x="8549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1" name="타원 6200">
              <a:extLst>
                <a:ext uri="{FF2B5EF4-FFF2-40B4-BE49-F238E27FC236}">
                  <a16:creationId xmlns:a16="http://schemas.microsoft.com/office/drawing/2014/main" id="{BD889328-90D4-4C5A-9EF1-0ACF31549177}"/>
                </a:ext>
              </a:extLst>
            </p:cNvPr>
            <p:cNvSpPr/>
            <p:nvPr/>
          </p:nvSpPr>
          <p:spPr>
            <a:xfrm>
              <a:off x="10073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2" name="타원 6201">
              <a:extLst>
                <a:ext uri="{FF2B5EF4-FFF2-40B4-BE49-F238E27FC236}">
                  <a16:creationId xmlns:a16="http://schemas.microsoft.com/office/drawing/2014/main" id="{B069554A-41B6-4BA7-8660-B9A2DE5F21CC}"/>
                </a:ext>
              </a:extLst>
            </p:cNvPr>
            <p:cNvSpPr/>
            <p:nvPr/>
          </p:nvSpPr>
          <p:spPr>
            <a:xfrm>
              <a:off x="11597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3" name="타원 6202">
              <a:extLst>
                <a:ext uri="{FF2B5EF4-FFF2-40B4-BE49-F238E27FC236}">
                  <a16:creationId xmlns:a16="http://schemas.microsoft.com/office/drawing/2014/main" id="{1778F761-9CD0-4CF7-95C0-F0C4F2251BE3}"/>
                </a:ext>
              </a:extLst>
            </p:cNvPr>
            <p:cNvSpPr/>
            <p:nvPr/>
          </p:nvSpPr>
          <p:spPr>
            <a:xfrm>
              <a:off x="13121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4" name="타원 6203">
              <a:extLst>
                <a:ext uri="{FF2B5EF4-FFF2-40B4-BE49-F238E27FC236}">
                  <a16:creationId xmlns:a16="http://schemas.microsoft.com/office/drawing/2014/main" id="{6F9EA4C0-ED14-4FC3-B168-A6E37C03DC59}"/>
                </a:ext>
              </a:extLst>
            </p:cNvPr>
            <p:cNvSpPr/>
            <p:nvPr/>
          </p:nvSpPr>
          <p:spPr>
            <a:xfrm>
              <a:off x="14645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5" name="타원 6204">
              <a:extLst>
                <a:ext uri="{FF2B5EF4-FFF2-40B4-BE49-F238E27FC236}">
                  <a16:creationId xmlns:a16="http://schemas.microsoft.com/office/drawing/2014/main" id="{7DDDCDF0-ED1D-408A-B853-2B64D0467C71}"/>
                </a:ext>
              </a:extLst>
            </p:cNvPr>
            <p:cNvSpPr/>
            <p:nvPr/>
          </p:nvSpPr>
          <p:spPr>
            <a:xfrm>
              <a:off x="16169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6" name="타원 6205">
              <a:extLst>
                <a:ext uri="{FF2B5EF4-FFF2-40B4-BE49-F238E27FC236}">
                  <a16:creationId xmlns:a16="http://schemas.microsoft.com/office/drawing/2014/main" id="{27434B3D-5915-444A-8A88-7C44F3FB38FE}"/>
                </a:ext>
              </a:extLst>
            </p:cNvPr>
            <p:cNvSpPr/>
            <p:nvPr/>
          </p:nvSpPr>
          <p:spPr>
            <a:xfrm>
              <a:off x="17693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7" name="타원 6206">
              <a:extLst>
                <a:ext uri="{FF2B5EF4-FFF2-40B4-BE49-F238E27FC236}">
                  <a16:creationId xmlns:a16="http://schemas.microsoft.com/office/drawing/2014/main" id="{0EDAC830-FB52-4D11-96AE-853CCA4A6AF7}"/>
                </a:ext>
              </a:extLst>
            </p:cNvPr>
            <p:cNvSpPr/>
            <p:nvPr/>
          </p:nvSpPr>
          <p:spPr>
            <a:xfrm>
              <a:off x="19217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8" name="타원 6207">
              <a:extLst>
                <a:ext uri="{FF2B5EF4-FFF2-40B4-BE49-F238E27FC236}">
                  <a16:creationId xmlns:a16="http://schemas.microsoft.com/office/drawing/2014/main" id="{70C7CE32-A65B-415C-AA0E-0D6A0126F032}"/>
                </a:ext>
              </a:extLst>
            </p:cNvPr>
            <p:cNvSpPr/>
            <p:nvPr/>
          </p:nvSpPr>
          <p:spPr>
            <a:xfrm>
              <a:off x="20741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9" name="타원 6208">
              <a:extLst>
                <a:ext uri="{FF2B5EF4-FFF2-40B4-BE49-F238E27FC236}">
                  <a16:creationId xmlns:a16="http://schemas.microsoft.com/office/drawing/2014/main" id="{76C0625E-8700-40B5-83A2-1A5BE8E60643}"/>
                </a:ext>
              </a:extLst>
            </p:cNvPr>
            <p:cNvSpPr/>
            <p:nvPr/>
          </p:nvSpPr>
          <p:spPr>
            <a:xfrm>
              <a:off x="22265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0" name="타원 6209">
              <a:extLst>
                <a:ext uri="{FF2B5EF4-FFF2-40B4-BE49-F238E27FC236}">
                  <a16:creationId xmlns:a16="http://schemas.microsoft.com/office/drawing/2014/main" id="{B8494394-99AF-4F00-B113-A13DF7745E07}"/>
                </a:ext>
              </a:extLst>
            </p:cNvPr>
            <p:cNvSpPr/>
            <p:nvPr/>
          </p:nvSpPr>
          <p:spPr>
            <a:xfrm>
              <a:off x="23789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1" name="타원 6210">
              <a:extLst>
                <a:ext uri="{FF2B5EF4-FFF2-40B4-BE49-F238E27FC236}">
                  <a16:creationId xmlns:a16="http://schemas.microsoft.com/office/drawing/2014/main" id="{762F0BC7-3CA9-4AFE-B152-E8339B08FCC7}"/>
                </a:ext>
              </a:extLst>
            </p:cNvPr>
            <p:cNvSpPr/>
            <p:nvPr/>
          </p:nvSpPr>
          <p:spPr>
            <a:xfrm>
              <a:off x="25313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2" name="타원 6211">
              <a:extLst>
                <a:ext uri="{FF2B5EF4-FFF2-40B4-BE49-F238E27FC236}">
                  <a16:creationId xmlns:a16="http://schemas.microsoft.com/office/drawing/2014/main" id="{9CB76E24-45CF-434F-8877-B5D6B9959B32}"/>
                </a:ext>
              </a:extLst>
            </p:cNvPr>
            <p:cNvSpPr/>
            <p:nvPr/>
          </p:nvSpPr>
          <p:spPr>
            <a:xfrm>
              <a:off x="26837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3" name="타원 6212">
              <a:extLst>
                <a:ext uri="{FF2B5EF4-FFF2-40B4-BE49-F238E27FC236}">
                  <a16:creationId xmlns:a16="http://schemas.microsoft.com/office/drawing/2014/main" id="{6E147729-52F3-4E36-A1B4-7910F3BA14D7}"/>
                </a:ext>
              </a:extLst>
            </p:cNvPr>
            <p:cNvSpPr/>
            <p:nvPr/>
          </p:nvSpPr>
          <p:spPr>
            <a:xfrm>
              <a:off x="28361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4" name="타원 6213">
              <a:extLst>
                <a:ext uri="{FF2B5EF4-FFF2-40B4-BE49-F238E27FC236}">
                  <a16:creationId xmlns:a16="http://schemas.microsoft.com/office/drawing/2014/main" id="{8DF99ABA-4F02-4DEF-A010-546045D58F84}"/>
                </a:ext>
              </a:extLst>
            </p:cNvPr>
            <p:cNvSpPr/>
            <p:nvPr/>
          </p:nvSpPr>
          <p:spPr>
            <a:xfrm>
              <a:off x="29885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5" name="타원 6214">
              <a:extLst>
                <a:ext uri="{FF2B5EF4-FFF2-40B4-BE49-F238E27FC236}">
                  <a16:creationId xmlns:a16="http://schemas.microsoft.com/office/drawing/2014/main" id="{7C9DAA8F-9AE4-4A0A-9CE9-D5CEE0A1C215}"/>
                </a:ext>
              </a:extLst>
            </p:cNvPr>
            <p:cNvSpPr/>
            <p:nvPr/>
          </p:nvSpPr>
          <p:spPr>
            <a:xfrm>
              <a:off x="31409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6" name="타원 6215">
              <a:extLst>
                <a:ext uri="{FF2B5EF4-FFF2-40B4-BE49-F238E27FC236}">
                  <a16:creationId xmlns:a16="http://schemas.microsoft.com/office/drawing/2014/main" id="{4699C42D-C9D6-4301-ADAF-E7A09AE421C4}"/>
                </a:ext>
              </a:extLst>
            </p:cNvPr>
            <p:cNvSpPr/>
            <p:nvPr/>
          </p:nvSpPr>
          <p:spPr>
            <a:xfrm>
              <a:off x="32933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7" name="타원 6216">
              <a:extLst>
                <a:ext uri="{FF2B5EF4-FFF2-40B4-BE49-F238E27FC236}">
                  <a16:creationId xmlns:a16="http://schemas.microsoft.com/office/drawing/2014/main" id="{5FEEC497-8F2A-4009-B98A-51082386BF64}"/>
                </a:ext>
              </a:extLst>
            </p:cNvPr>
            <p:cNvSpPr/>
            <p:nvPr/>
          </p:nvSpPr>
          <p:spPr>
            <a:xfrm>
              <a:off x="34457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8" name="타원 6217">
              <a:extLst>
                <a:ext uri="{FF2B5EF4-FFF2-40B4-BE49-F238E27FC236}">
                  <a16:creationId xmlns:a16="http://schemas.microsoft.com/office/drawing/2014/main" id="{9E08865E-793D-49B4-B2B5-749EC8AEBE9A}"/>
                </a:ext>
              </a:extLst>
            </p:cNvPr>
            <p:cNvSpPr/>
            <p:nvPr/>
          </p:nvSpPr>
          <p:spPr>
            <a:xfrm>
              <a:off x="35981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9" name="타원 6218">
              <a:extLst>
                <a:ext uri="{FF2B5EF4-FFF2-40B4-BE49-F238E27FC236}">
                  <a16:creationId xmlns:a16="http://schemas.microsoft.com/office/drawing/2014/main" id="{4E4EA634-DC1D-4BF4-A8C4-9D9B0536B274}"/>
                </a:ext>
              </a:extLst>
            </p:cNvPr>
            <p:cNvSpPr/>
            <p:nvPr/>
          </p:nvSpPr>
          <p:spPr>
            <a:xfrm>
              <a:off x="37505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0" name="타원 6219">
              <a:extLst>
                <a:ext uri="{FF2B5EF4-FFF2-40B4-BE49-F238E27FC236}">
                  <a16:creationId xmlns:a16="http://schemas.microsoft.com/office/drawing/2014/main" id="{9433C174-0648-4DC8-98A4-9DC6BD1EA883}"/>
                </a:ext>
              </a:extLst>
            </p:cNvPr>
            <p:cNvSpPr/>
            <p:nvPr/>
          </p:nvSpPr>
          <p:spPr>
            <a:xfrm>
              <a:off x="39029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1" name="타원 6220">
              <a:extLst>
                <a:ext uri="{FF2B5EF4-FFF2-40B4-BE49-F238E27FC236}">
                  <a16:creationId xmlns:a16="http://schemas.microsoft.com/office/drawing/2014/main" id="{8607E616-33F7-48C2-B999-25A9DE3606C1}"/>
                </a:ext>
              </a:extLst>
            </p:cNvPr>
            <p:cNvSpPr/>
            <p:nvPr/>
          </p:nvSpPr>
          <p:spPr>
            <a:xfrm>
              <a:off x="40553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2" name="타원 6221">
              <a:extLst>
                <a:ext uri="{FF2B5EF4-FFF2-40B4-BE49-F238E27FC236}">
                  <a16:creationId xmlns:a16="http://schemas.microsoft.com/office/drawing/2014/main" id="{9E8DE032-4609-470F-8F41-36E294E0E35E}"/>
                </a:ext>
              </a:extLst>
            </p:cNvPr>
            <p:cNvSpPr/>
            <p:nvPr/>
          </p:nvSpPr>
          <p:spPr>
            <a:xfrm>
              <a:off x="42077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3" name="타원 6222">
              <a:extLst>
                <a:ext uri="{FF2B5EF4-FFF2-40B4-BE49-F238E27FC236}">
                  <a16:creationId xmlns:a16="http://schemas.microsoft.com/office/drawing/2014/main" id="{9A5CF1DA-BE6F-42E8-BE73-993082114D16}"/>
                </a:ext>
              </a:extLst>
            </p:cNvPr>
            <p:cNvSpPr/>
            <p:nvPr/>
          </p:nvSpPr>
          <p:spPr>
            <a:xfrm>
              <a:off x="43601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4" name="타원 6223">
              <a:extLst>
                <a:ext uri="{FF2B5EF4-FFF2-40B4-BE49-F238E27FC236}">
                  <a16:creationId xmlns:a16="http://schemas.microsoft.com/office/drawing/2014/main" id="{A3C51744-5028-4D9A-9D17-55F2807EDF96}"/>
                </a:ext>
              </a:extLst>
            </p:cNvPr>
            <p:cNvSpPr/>
            <p:nvPr/>
          </p:nvSpPr>
          <p:spPr>
            <a:xfrm>
              <a:off x="45125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5" name="타원 6224">
              <a:extLst>
                <a:ext uri="{FF2B5EF4-FFF2-40B4-BE49-F238E27FC236}">
                  <a16:creationId xmlns:a16="http://schemas.microsoft.com/office/drawing/2014/main" id="{ED677DC4-7BCE-494F-A607-75D7499A92EE}"/>
                </a:ext>
              </a:extLst>
            </p:cNvPr>
            <p:cNvSpPr/>
            <p:nvPr/>
          </p:nvSpPr>
          <p:spPr>
            <a:xfrm>
              <a:off x="46649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6" name="타원 6225">
              <a:extLst>
                <a:ext uri="{FF2B5EF4-FFF2-40B4-BE49-F238E27FC236}">
                  <a16:creationId xmlns:a16="http://schemas.microsoft.com/office/drawing/2014/main" id="{7F8FE65D-29C5-4DDD-B7F2-80B8F144FE31}"/>
                </a:ext>
              </a:extLst>
            </p:cNvPr>
            <p:cNvSpPr/>
            <p:nvPr/>
          </p:nvSpPr>
          <p:spPr>
            <a:xfrm>
              <a:off x="48173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7" name="타원 6226">
              <a:extLst>
                <a:ext uri="{FF2B5EF4-FFF2-40B4-BE49-F238E27FC236}">
                  <a16:creationId xmlns:a16="http://schemas.microsoft.com/office/drawing/2014/main" id="{A0E6FCD5-42F5-4C8B-899C-B24789641E91}"/>
                </a:ext>
              </a:extLst>
            </p:cNvPr>
            <p:cNvSpPr/>
            <p:nvPr/>
          </p:nvSpPr>
          <p:spPr>
            <a:xfrm>
              <a:off x="49697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8" name="타원 6227">
              <a:extLst>
                <a:ext uri="{FF2B5EF4-FFF2-40B4-BE49-F238E27FC236}">
                  <a16:creationId xmlns:a16="http://schemas.microsoft.com/office/drawing/2014/main" id="{AD870818-AC51-4107-9759-A75E49B59E85}"/>
                </a:ext>
              </a:extLst>
            </p:cNvPr>
            <p:cNvSpPr/>
            <p:nvPr/>
          </p:nvSpPr>
          <p:spPr>
            <a:xfrm>
              <a:off x="51221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9" name="타원 6228">
              <a:extLst>
                <a:ext uri="{FF2B5EF4-FFF2-40B4-BE49-F238E27FC236}">
                  <a16:creationId xmlns:a16="http://schemas.microsoft.com/office/drawing/2014/main" id="{34897F6C-3E38-400B-B9D6-70A49E550B4A}"/>
                </a:ext>
              </a:extLst>
            </p:cNvPr>
            <p:cNvSpPr/>
            <p:nvPr/>
          </p:nvSpPr>
          <p:spPr>
            <a:xfrm>
              <a:off x="52745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0" name="타원 6229">
              <a:extLst>
                <a:ext uri="{FF2B5EF4-FFF2-40B4-BE49-F238E27FC236}">
                  <a16:creationId xmlns:a16="http://schemas.microsoft.com/office/drawing/2014/main" id="{5AF59CA5-F74E-4526-AB02-564C02BDC8E5}"/>
                </a:ext>
              </a:extLst>
            </p:cNvPr>
            <p:cNvSpPr/>
            <p:nvPr/>
          </p:nvSpPr>
          <p:spPr>
            <a:xfrm>
              <a:off x="54269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1" name="타원 6230">
              <a:extLst>
                <a:ext uri="{FF2B5EF4-FFF2-40B4-BE49-F238E27FC236}">
                  <a16:creationId xmlns:a16="http://schemas.microsoft.com/office/drawing/2014/main" id="{2AB62FB4-9A8C-4ECB-B593-3DB5E08758E7}"/>
                </a:ext>
              </a:extLst>
            </p:cNvPr>
            <p:cNvSpPr/>
            <p:nvPr/>
          </p:nvSpPr>
          <p:spPr>
            <a:xfrm>
              <a:off x="55793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2" name="타원 6231">
              <a:extLst>
                <a:ext uri="{FF2B5EF4-FFF2-40B4-BE49-F238E27FC236}">
                  <a16:creationId xmlns:a16="http://schemas.microsoft.com/office/drawing/2014/main" id="{667FB640-1F93-49C1-A3C8-6F4C7B383B8B}"/>
                </a:ext>
              </a:extLst>
            </p:cNvPr>
            <p:cNvSpPr/>
            <p:nvPr/>
          </p:nvSpPr>
          <p:spPr>
            <a:xfrm>
              <a:off x="5731775" y="5026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3" name="타원 6232">
              <a:extLst>
                <a:ext uri="{FF2B5EF4-FFF2-40B4-BE49-F238E27FC236}">
                  <a16:creationId xmlns:a16="http://schemas.microsoft.com/office/drawing/2014/main" id="{74D06EDD-29A6-4AC7-8DF3-B11A88781163}"/>
                </a:ext>
              </a:extLst>
            </p:cNvPr>
            <p:cNvSpPr/>
            <p:nvPr/>
          </p:nvSpPr>
          <p:spPr>
            <a:xfrm>
              <a:off x="2453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4" name="타원 6233">
              <a:extLst>
                <a:ext uri="{FF2B5EF4-FFF2-40B4-BE49-F238E27FC236}">
                  <a16:creationId xmlns:a16="http://schemas.microsoft.com/office/drawing/2014/main" id="{8293D583-A841-4BB2-B49E-2ADC16D59921}"/>
                </a:ext>
              </a:extLst>
            </p:cNvPr>
            <p:cNvSpPr/>
            <p:nvPr/>
          </p:nvSpPr>
          <p:spPr>
            <a:xfrm>
              <a:off x="3977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5" name="타원 6234">
              <a:extLst>
                <a:ext uri="{FF2B5EF4-FFF2-40B4-BE49-F238E27FC236}">
                  <a16:creationId xmlns:a16="http://schemas.microsoft.com/office/drawing/2014/main" id="{0F16CACD-E56A-48EC-B170-3588796246DF}"/>
                </a:ext>
              </a:extLst>
            </p:cNvPr>
            <p:cNvSpPr/>
            <p:nvPr/>
          </p:nvSpPr>
          <p:spPr>
            <a:xfrm>
              <a:off x="5501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6" name="타원 6235">
              <a:extLst>
                <a:ext uri="{FF2B5EF4-FFF2-40B4-BE49-F238E27FC236}">
                  <a16:creationId xmlns:a16="http://schemas.microsoft.com/office/drawing/2014/main" id="{5BEF73CB-6AE5-4C1A-93C3-D44AD3945D60}"/>
                </a:ext>
              </a:extLst>
            </p:cNvPr>
            <p:cNvSpPr/>
            <p:nvPr/>
          </p:nvSpPr>
          <p:spPr>
            <a:xfrm>
              <a:off x="7025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7" name="타원 6236">
              <a:extLst>
                <a:ext uri="{FF2B5EF4-FFF2-40B4-BE49-F238E27FC236}">
                  <a16:creationId xmlns:a16="http://schemas.microsoft.com/office/drawing/2014/main" id="{36A458FB-76CD-48C4-A6FE-6165A51C9953}"/>
                </a:ext>
              </a:extLst>
            </p:cNvPr>
            <p:cNvSpPr/>
            <p:nvPr/>
          </p:nvSpPr>
          <p:spPr>
            <a:xfrm>
              <a:off x="8549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8" name="타원 6237">
              <a:extLst>
                <a:ext uri="{FF2B5EF4-FFF2-40B4-BE49-F238E27FC236}">
                  <a16:creationId xmlns:a16="http://schemas.microsoft.com/office/drawing/2014/main" id="{C8AF7328-9869-4166-8FC2-7A547331A104}"/>
                </a:ext>
              </a:extLst>
            </p:cNvPr>
            <p:cNvSpPr/>
            <p:nvPr/>
          </p:nvSpPr>
          <p:spPr>
            <a:xfrm>
              <a:off x="10073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9" name="타원 6238">
              <a:extLst>
                <a:ext uri="{FF2B5EF4-FFF2-40B4-BE49-F238E27FC236}">
                  <a16:creationId xmlns:a16="http://schemas.microsoft.com/office/drawing/2014/main" id="{28FBAE89-AEB1-4FD7-8BBC-8EAFE3DB2DA8}"/>
                </a:ext>
              </a:extLst>
            </p:cNvPr>
            <p:cNvSpPr/>
            <p:nvPr/>
          </p:nvSpPr>
          <p:spPr>
            <a:xfrm>
              <a:off x="11597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0" name="타원 6239">
              <a:extLst>
                <a:ext uri="{FF2B5EF4-FFF2-40B4-BE49-F238E27FC236}">
                  <a16:creationId xmlns:a16="http://schemas.microsoft.com/office/drawing/2014/main" id="{DE0D18E5-5AFD-45FA-8912-7C5A57A13C3A}"/>
                </a:ext>
              </a:extLst>
            </p:cNvPr>
            <p:cNvSpPr/>
            <p:nvPr/>
          </p:nvSpPr>
          <p:spPr>
            <a:xfrm>
              <a:off x="13121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1" name="타원 6240">
              <a:extLst>
                <a:ext uri="{FF2B5EF4-FFF2-40B4-BE49-F238E27FC236}">
                  <a16:creationId xmlns:a16="http://schemas.microsoft.com/office/drawing/2014/main" id="{F167CA4D-5DE9-4940-94E7-D5BE609F9EA9}"/>
                </a:ext>
              </a:extLst>
            </p:cNvPr>
            <p:cNvSpPr/>
            <p:nvPr/>
          </p:nvSpPr>
          <p:spPr>
            <a:xfrm>
              <a:off x="14645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2" name="타원 6241">
              <a:extLst>
                <a:ext uri="{FF2B5EF4-FFF2-40B4-BE49-F238E27FC236}">
                  <a16:creationId xmlns:a16="http://schemas.microsoft.com/office/drawing/2014/main" id="{2385AC28-DBB4-4E7D-9F20-626032136CF4}"/>
                </a:ext>
              </a:extLst>
            </p:cNvPr>
            <p:cNvSpPr/>
            <p:nvPr/>
          </p:nvSpPr>
          <p:spPr>
            <a:xfrm>
              <a:off x="16169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3" name="타원 6242">
              <a:extLst>
                <a:ext uri="{FF2B5EF4-FFF2-40B4-BE49-F238E27FC236}">
                  <a16:creationId xmlns:a16="http://schemas.microsoft.com/office/drawing/2014/main" id="{63B58DC4-8443-4CE1-BAC5-8F7842089679}"/>
                </a:ext>
              </a:extLst>
            </p:cNvPr>
            <p:cNvSpPr/>
            <p:nvPr/>
          </p:nvSpPr>
          <p:spPr>
            <a:xfrm>
              <a:off x="17693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4" name="타원 6243">
              <a:extLst>
                <a:ext uri="{FF2B5EF4-FFF2-40B4-BE49-F238E27FC236}">
                  <a16:creationId xmlns:a16="http://schemas.microsoft.com/office/drawing/2014/main" id="{6660FE94-1D5F-4278-8F64-FE11E66290DD}"/>
                </a:ext>
              </a:extLst>
            </p:cNvPr>
            <p:cNvSpPr/>
            <p:nvPr/>
          </p:nvSpPr>
          <p:spPr>
            <a:xfrm>
              <a:off x="19217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5" name="타원 6244">
              <a:extLst>
                <a:ext uri="{FF2B5EF4-FFF2-40B4-BE49-F238E27FC236}">
                  <a16:creationId xmlns:a16="http://schemas.microsoft.com/office/drawing/2014/main" id="{D8F8A619-34CA-40E2-99D4-5CF3F8BE2754}"/>
                </a:ext>
              </a:extLst>
            </p:cNvPr>
            <p:cNvSpPr/>
            <p:nvPr/>
          </p:nvSpPr>
          <p:spPr>
            <a:xfrm>
              <a:off x="20741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6" name="타원 6245">
              <a:extLst>
                <a:ext uri="{FF2B5EF4-FFF2-40B4-BE49-F238E27FC236}">
                  <a16:creationId xmlns:a16="http://schemas.microsoft.com/office/drawing/2014/main" id="{BD99411C-CCBB-4BB6-82D1-2EB108502F59}"/>
                </a:ext>
              </a:extLst>
            </p:cNvPr>
            <p:cNvSpPr/>
            <p:nvPr/>
          </p:nvSpPr>
          <p:spPr>
            <a:xfrm>
              <a:off x="22265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7" name="타원 6246">
              <a:extLst>
                <a:ext uri="{FF2B5EF4-FFF2-40B4-BE49-F238E27FC236}">
                  <a16:creationId xmlns:a16="http://schemas.microsoft.com/office/drawing/2014/main" id="{CB4360B2-3605-47E5-9057-4BC83E3676AC}"/>
                </a:ext>
              </a:extLst>
            </p:cNvPr>
            <p:cNvSpPr/>
            <p:nvPr/>
          </p:nvSpPr>
          <p:spPr>
            <a:xfrm>
              <a:off x="23789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8" name="타원 6247">
              <a:extLst>
                <a:ext uri="{FF2B5EF4-FFF2-40B4-BE49-F238E27FC236}">
                  <a16:creationId xmlns:a16="http://schemas.microsoft.com/office/drawing/2014/main" id="{AA61B077-9083-4F11-B008-E20B69640C2C}"/>
                </a:ext>
              </a:extLst>
            </p:cNvPr>
            <p:cNvSpPr/>
            <p:nvPr/>
          </p:nvSpPr>
          <p:spPr>
            <a:xfrm>
              <a:off x="25313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9" name="타원 6248">
              <a:extLst>
                <a:ext uri="{FF2B5EF4-FFF2-40B4-BE49-F238E27FC236}">
                  <a16:creationId xmlns:a16="http://schemas.microsoft.com/office/drawing/2014/main" id="{77F7AC49-BBE4-469C-8B35-6BFF42A83B55}"/>
                </a:ext>
              </a:extLst>
            </p:cNvPr>
            <p:cNvSpPr/>
            <p:nvPr/>
          </p:nvSpPr>
          <p:spPr>
            <a:xfrm>
              <a:off x="26837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0" name="타원 6249">
              <a:extLst>
                <a:ext uri="{FF2B5EF4-FFF2-40B4-BE49-F238E27FC236}">
                  <a16:creationId xmlns:a16="http://schemas.microsoft.com/office/drawing/2014/main" id="{928E9030-7361-4FCB-B8B5-17575C8708E8}"/>
                </a:ext>
              </a:extLst>
            </p:cNvPr>
            <p:cNvSpPr/>
            <p:nvPr/>
          </p:nvSpPr>
          <p:spPr>
            <a:xfrm>
              <a:off x="28361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1" name="타원 6250">
              <a:extLst>
                <a:ext uri="{FF2B5EF4-FFF2-40B4-BE49-F238E27FC236}">
                  <a16:creationId xmlns:a16="http://schemas.microsoft.com/office/drawing/2014/main" id="{F2563943-2A7C-41A8-B0F2-D95C239364CA}"/>
                </a:ext>
              </a:extLst>
            </p:cNvPr>
            <p:cNvSpPr/>
            <p:nvPr/>
          </p:nvSpPr>
          <p:spPr>
            <a:xfrm>
              <a:off x="29885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2" name="타원 6251">
              <a:extLst>
                <a:ext uri="{FF2B5EF4-FFF2-40B4-BE49-F238E27FC236}">
                  <a16:creationId xmlns:a16="http://schemas.microsoft.com/office/drawing/2014/main" id="{0E65B48E-1BDF-4666-AE29-FBEB1AB6BDB9}"/>
                </a:ext>
              </a:extLst>
            </p:cNvPr>
            <p:cNvSpPr/>
            <p:nvPr/>
          </p:nvSpPr>
          <p:spPr>
            <a:xfrm>
              <a:off x="31409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3" name="타원 6252">
              <a:extLst>
                <a:ext uri="{FF2B5EF4-FFF2-40B4-BE49-F238E27FC236}">
                  <a16:creationId xmlns:a16="http://schemas.microsoft.com/office/drawing/2014/main" id="{CF28CFA7-AFF7-4C2E-8EC2-4CE1228EC3B9}"/>
                </a:ext>
              </a:extLst>
            </p:cNvPr>
            <p:cNvSpPr/>
            <p:nvPr/>
          </p:nvSpPr>
          <p:spPr>
            <a:xfrm>
              <a:off x="32933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4" name="타원 6253">
              <a:extLst>
                <a:ext uri="{FF2B5EF4-FFF2-40B4-BE49-F238E27FC236}">
                  <a16:creationId xmlns:a16="http://schemas.microsoft.com/office/drawing/2014/main" id="{50456187-836D-4229-BD55-4C33718876CA}"/>
                </a:ext>
              </a:extLst>
            </p:cNvPr>
            <p:cNvSpPr/>
            <p:nvPr/>
          </p:nvSpPr>
          <p:spPr>
            <a:xfrm>
              <a:off x="34457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5" name="타원 6254">
              <a:extLst>
                <a:ext uri="{FF2B5EF4-FFF2-40B4-BE49-F238E27FC236}">
                  <a16:creationId xmlns:a16="http://schemas.microsoft.com/office/drawing/2014/main" id="{3541E8DB-EEE3-4F21-AD39-634F8192A15A}"/>
                </a:ext>
              </a:extLst>
            </p:cNvPr>
            <p:cNvSpPr/>
            <p:nvPr/>
          </p:nvSpPr>
          <p:spPr>
            <a:xfrm>
              <a:off x="35981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6" name="타원 6255">
              <a:extLst>
                <a:ext uri="{FF2B5EF4-FFF2-40B4-BE49-F238E27FC236}">
                  <a16:creationId xmlns:a16="http://schemas.microsoft.com/office/drawing/2014/main" id="{26C168AF-5552-4CD7-BD18-E6B7C04AA45A}"/>
                </a:ext>
              </a:extLst>
            </p:cNvPr>
            <p:cNvSpPr/>
            <p:nvPr/>
          </p:nvSpPr>
          <p:spPr>
            <a:xfrm>
              <a:off x="37505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7" name="타원 6256">
              <a:extLst>
                <a:ext uri="{FF2B5EF4-FFF2-40B4-BE49-F238E27FC236}">
                  <a16:creationId xmlns:a16="http://schemas.microsoft.com/office/drawing/2014/main" id="{BA79150C-2134-4F22-9D16-3A9CBD1C1DA1}"/>
                </a:ext>
              </a:extLst>
            </p:cNvPr>
            <p:cNvSpPr/>
            <p:nvPr/>
          </p:nvSpPr>
          <p:spPr>
            <a:xfrm>
              <a:off x="39029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8" name="타원 6257">
              <a:extLst>
                <a:ext uri="{FF2B5EF4-FFF2-40B4-BE49-F238E27FC236}">
                  <a16:creationId xmlns:a16="http://schemas.microsoft.com/office/drawing/2014/main" id="{FA8D367A-D0F7-4E2A-9937-7F95B79DF139}"/>
                </a:ext>
              </a:extLst>
            </p:cNvPr>
            <p:cNvSpPr/>
            <p:nvPr/>
          </p:nvSpPr>
          <p:spPr>
            <a:xfrm>
              <a:off x="40553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9" name="타원 6258">
              <a:extLst>
                <a:ext uri="{FF2B5EF4-FFF2-40B4-BE49-F238E27FC236}">
                  <a16:creationId xmlns:a16="http://schemas.microsoft.com/office/drawing/2014/main" id="{5B3B4238-FCDD-4451-8D78-7FF137CBFBAF}"/>
                </a:ext>
              </a:extLst>
            </p:cNvPr>
            <p:cNvSpPr/>
            <p:nvPr/>
          </p:nvSpPr>
          <p:spPr>
            <a:xfrm>
              <a:off x="42077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0" name="타원 6259">
              <a:extLst>
                <a:ext uri="{FF2B5EF4-FFF2-40B4-BE49-F238E27FC236}">
                  <a16:creationId xmlns:a16="http://schemas.microsoft.com/office/drawing/2014/main" id="{282413BE-FA95-4558-A1CC-2CD41CC65F37}"/>
                </a:ext>
              </a:extLst>
            </p:cNvPr>
            <p:cNvSpPr/>
            <p:nvPr/>
          </p:nvSpPr>
          <p:spPr>
            <a:xfrm>
              <a:off x="43601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1" name="타원 6260">
              <a:extLst>
                <a:ext uri="{FF2B5EF4-FFF2-40B4-BE49-F238E27FC236}">
                  <a16:creationId xmlns:a16="http://schemas.microsoft.com/office/drawing/2014/main" id="{7F350A5B-1C64-4C8F-BE7D-3AEC32E24296}"/>
                </a:ext>
              </a:extLst>
            </p:cNvPr>
            <p:cNvSpPr/>
            <p:nvPr/>
          </p:nvSpPr>
          <p:spPr>
            <a:xfrm>
              <a:off x="45125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2" name="타원 6261">
              <a:extLst>
                <a:ext uri="{FF2B5EF4-FFF2-40B4-BE49-F238E27FC236}">
                  <a16:creationId xmlns:a16="http://schemas.microsoft.com/office/drawing/2014/main" id="{EA0419C9-B96B-4AA4-B7AD-9A29B0A39606}"/>
                </a:ext>
              </a:extLst>
            </p:cNvPr>
            <p:cNvSpPr/>
            <p:nvPr/>
          </p:nvSpPr>
          <p:spPr>
            <a:xfrm>
              <a:off x="46649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3" name="타원 6262">
              <a:extLst>
                <a:ext uri="{FF2B5EF4-FFF2-40B4-BE49-F238E27FC236}">
                  <a16:creationId xmlns:a16="http://schemas.microsoft.com/office/drawing/2014/main" id="{B3BAAF7F-CFA6-4BD8-BDEA-53012EB4DADC}"/>
                </a:ext>
              </a:extLst>
            </p:cNvPr>
            <p:cNvSpPr/>
            <p:nvPr/>
          </p:nvSpPr>
          <p:spPr>
            <a:xfrm>
              <a:off x="48173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4" name="타원 6263">
              <a:extLst>
                <a:ext uri="{FF2B5EF4-FFF2-40B4-BE49-F238E27FC236}">
                  <a16:creationId xmlns:a16="http://schemas.microsoft.com/office/drawing/2014/main" id="{2EFCEADE-EC57-4016-B2BA-377B58F10FA0}"/>
                </a:ext>
              </a:extLst>
            </p:cNvPr>
            <p:cNvSpPr/>
            <p:nvPr/>
          </p:nvSpPr>
          <p:spPr>
            <a:xfrm>
              <a:off x="49697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5" name="타원 6264">
              <a:extLst>
                <a:ext uri="{FF2B5EF4-FFF2-40B4-BE49-F238E27FC236}">
                  <a16:creationId xmlns:a16="http://schemas.microsoft.com/office/drawing/2014/main" id="{DBE522FA-0E0E-43B9-84BD-8F57E86E5B8F}"/>
                </a:ext>
              </a:extLst>
            </p:cNvPr>
            <p:cNvSpPr/>
            <p:nvPr/>
          </p:nvSpPr>
          <p:spPr>
            <a:xfrm>
              <a:off x="51221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6" name="타원 6265">
              <a:extLst>
                <a:ext uri="{FF2B5EF4-FFF2-40B4-BE49-F238E27FC236}">
                  <a16:creationId xmlns:a16="http://schemas.microsoft.com/office/drawing/2014/main" id="{C39492A6-2D19-41DF-8CF3-1D078B3955BA}"/>
                </a:ext>
              </a:extLst>
            </p:cNvPr>
            <p:cNvSpPr/>
            <p:nvPr/>
          </p:nvSpPr>
          <p:spPr>
            <a:xfrm>
              <a:off x="52745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7" name="타원 6266">
              <a:extLst>
                <a:ext uri="{FF2B5EF4-FFF2-40B4-BE49-F238E27FC236}">
                  <a16:creationId xmlns:a16="http://schemas.microsoft.com/office/drawing/2014/main" id="{CA52696A-E4AA-4774-932D-2CB1824B744E}"/>
                </a:ext>
              </a:extLst>
            </p:cNvPr>
            <p:cNvSpPr/>
            <p:nvPr/>
          </p:nvSpPr>
          <p:spPr>
            <a:xfrm>
              <a:off x="54269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8" name="타원 6267">
              <a:extLst>
                <a:ext uri="{FF2B5EF4-FFF2-40B4-BE49-F238E27FC236}">
                  <a16:creationId xmlns:a16="http://schemas.microsoft.com/office/drawing/2014/main" id="{E9144219-07DB-4969-AB10-779C8CCDAA9B}"/>
                </a:ext>
              </a:extLst>
            </p:cNvPr>
            <p:cNvSpPr/>
            <p:nvPr/>
          </p:nvSpPr>
          <p:spPr>
            <a:xfrm>
              <a:off x="55793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9" name="타원 6268">
              <a:extLst>
                <a:ext uri="{FF2B5EF4-FFF2-40B4-BE49-F238E27FC236}">
                  <a16:creationId xmlns:a16="http://schemas.microsoft.com/office/drawing/2014/main" id="{DA6642A8-19B4-4990-B34D-687C04BA4548}"/>
                </a:ext>
              </a:extLst>
            </p:cNvPr>
            <p:cNvSpPr/>
            <p:nvPr/>
          </p:nvSpPr>
          <p:spPr>
            <a:xfrm>
              <a:off x="5731775" y="5179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0" name="타원 6269">
              <a:extLst>
                <a:ext uri="{FF2B5EF4-FFF2-40B4-BE49-F238E27FC236}">
                  <a16:creationId xmlns:a16="http://schemas.microsoft.com/office/drawing/2014/main" id="{F112BA3A-5511-4D90-B4ED-664FCC0CCE8B}"/>
                </a:ext>
              </a:extLst>
            </p:cNvPr>
            <p:cNvSpPr/>
            <p:nvPr/>
          </p:nvSpPr>
          <p:spPr>
            <a:xfrm>
              <a:off x="2453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1" name="타원 6270">
              <a:extLst>
                <a:ext uri="{FF2B5EF4-FFF2-40B4-BE49-F238E27FC236}">
                  <a16:creationId xmlns:a16="http://schemas.microsoft.com/office/drawing/2014/main" id="{31EA74E3-8D39-4E26-89C0-C05DB004DFBF}"/>
                </a:ext>
              </a:extLst>
            </p:cNvPr>
            <p:cNvSpPr/>
            <p:nvPr/>
          </p:nvSpPr>
          <p:spPr>
            <a:xfrm>
              <a:off x="3977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2" name="타원 6271">
              <a:extLst>
                <a:ext uri="{FF2B5EF4-FFF2-40B4-BE49-F238E27FC236}">
                  <a16:creationId xmlns:a16="http://schemas.microsoft.com/office/drawing/2014/main" id="{DA9F7198-3C97-452E-ADED-51F5154684FD}"/>
                </a:ext>
              </a:extLst>
            </p:cNvPr>
            <p:cNvSpPr/>
            <p:nvPr/>
          </p:nvSpPr>
          <p:spPr>
            <a:xfrm>
              <a:off x="5501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3" name="타원 6272">
              <a:extLst>
                <a:ext uri="{FF2B5EF4-FFF2-40B4-BE49-F238E27FC236}">
                  <a16:creationId xmlns:a16="http://schemas.microsoft.com/office/drawing/2014/main" id="{18C6915D-C1BE-4CF7-8DF4-69234F578383}"/>
                </a:ext>
              </a:extLst>
            </p:cNvPr>
            <p:cNvSpPr/>
            <p:nvPr/>
          </p:nvSpPr>
          <p:spPr>
            <a:xfrm>
              <a:off x="7025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4" name="타원 6273">
              <a:extLst>
                <a:ext uri="{FF2B5EF4-FFF2-40B4-BE49-F238E27FC236}">
                  <a16:creationId xmlns:a16="http://schemas.microsoft.com/office/drawing/2014/main" id="{1A0D374B-EE62-4891-A5D7-F8B0E737492C}"/>
                </a:ext>
              </a:extLst>
            </p:cNvPr>
            <p:cNvSpPr/>
            <p:nvPr/>
          </p:nvSpPr>
          <p:spPr>
            <a:xfrm>
              <a:off x="8549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5" name="타원 6274">
              <a:extLst>
                <a:ext uri="{FF2B5EF4-FFF2-40B4-BE49-F238E27FC236}">
                  <a16:creationId xmlns:a16="http://schemas.microsoft.com/office/drawing/2014/main" id="{01A51514-6928-4799-A37D-61B84540033C}"/>
                </a:ext>
              </a:extLst>
            </p:cNvPr>
            <p:cNvSpPr/>
            <p:nvPr/>
          </p:nvSpPr>
          <p:spPr>
            <a:xfrm>
              <a:off x="10073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6" name="타원 6275">
              <a:extLst>
                <a:ext uri="{FF2B5EF4-FFF2-40B4-BE49-F238E27FC236}">
                  <a16:creationId xmlns:a16="http://schemas.microsoft.com/office/drawing/2014/main" id="{712F1920-2062-473C-8403-31776ED4A3AB}"/>
                </a:ext>
              </a:extLst>
            </p:cNvPr>
            <p:cNvSpPr/>
            <p:nvPr/>
          </p:nvSpPr>
          <p:spPr>
            <a:xfrm>
              <a:off x="11597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7" name="타원 6276">
              <a:extLst>
                <a:ext uri="{FF2B5EF4-FFF2-40B4-BE49-F238E27FC236}">
                  <a16:creationId xmlns:a16="http://schemas.microsoft.com/office/drawing/2014/main" id="{6FFC9729-D4BF-491D-95B8-D473242B8882}"/>
                </a:ext>
              </a:extLst>
            </p:cNvPr>
            <p:cNvSpPr/>
            <p:nvPr/>
          </p:nvSpPr>
          <p:spPr>
            <a:xfrm>
              <a:off x="13121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8" name="타원 6277">
              <a:extLst>
                <a:ext uri="{FF2B5EF4-FFF2-40B4-BE49-F238E27FC236}">
                  <a16:creationId xmlns:a16="http://schemas.microsoft.com/office/drawing/2014/main" id="{4DD76399-C163-4581-A326-12B749F4D1F4}"/>
                </a:ext>
              </a:extLst>
            </p:cNvPr>
            <p:cNvSpPr/>
            <p:nvPr/>
          </p:nvSpPr>
          <p:spPr>
            <a:xfrm>
              <a:off x="14645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9" name="타원 6278">
              <a:extLst>
                <a:ext uri="{FF2B5EF4-FFF2-40B4-BE49-F238E27FC236}">
                  <a16:creationId xmlns:a16="http://schemas.microsoft.com/office/drawing/2014/main" id="{9DB31E2A-441C-4B69-9F6C-05F37BD2DC30}"/>
                </a:ext>
              </a:extLst>
            </p:cNvPr>
            <p:cNvSpPr/>
            <p:nvPr/>
          </p:nvSpPr>
          <p:spPr>
            <a:xfrm>
              <a:off x="16169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0" name="타원 6279">
              <a:extLst>
                <a:ext uri="{FF2B5EF4-FFF2-40B4-BE49-F238E27FC236}">
                  <a16:creationId xmlns:a16="http://schemas.microsoft.com/office/drawing/2014/main" id="{D191A4B8-CB56-486B-83B7-BA273C434D8A}"/>
                </a:ext>
              </a:extLst>
            </p:cNvPr>
            <p:cNvSpPr/>
            <p:nvPr/>
          </p:nvSpPr>
          <p:spPr>
            <a:xfrm>
              <a:off x="17693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1" name="타원 6280">
              <a:extLst>
                <a:ext uri="{FF2B5EF4-FFF2-40B4-BE49-F238E27FC236}">
                  <a16:creationId xmlns:a16="http://schemas.microsoft.com/office/drawing/2014/main" id="{8EF4A5F0-8398-4A3C-B387-B6F12C4082CF}"/>
                </a:ext>
              </a:extLst>
            </p:cNvPr>
            <p:cNvSpPr/>
            <p:nvPr/>
          </p:nvSpPr>
          <p:spPr>
            <a:xfrm>
              <a:off x="19217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2" name="타원 6281">
              <a:extLst>
                <a:ext uri="{FF2B5EF4-FFF2-40B4-BE49-F238E27FC236}">
                  <a16:creationId xmlns:a16="http://schemas.microsoft.com/office/drawing/2014/main" id="{34AB9ACC-3C90-4B0F-B2C5-1E77F7EDC68F}"/>
                </a:ext>
              </a:extLst>
            </p:cNvPr>
            <p:cNvSpPr/>
            <p:nvPr/>
          </p:nvSpPr>
          <p:spPr>
            <a:xfrm>
              <a:off x="20741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3" name="타원 6282">
              <a:extLst>
                <a:ext uri="{FF2B5EF4-FFF2-40B4-BE49-F238E27FC236}">
                  <a16:creationId xmlns:a16="http://schemas.microsoft.com/office/drawing/2014/main" id="{675B3239-A3A3-40A4-8DAA-73FE1D4BBADE}"/>
                </a:ext>
              </a:extLst>
            </p:cNvPr>
            <p:cNvSpPr/>
            <p:nvPr/>
          </p:nvSpPr>
          <p:spPr>
            <a:xfrm>
              <a:off x="22265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4" name="타원 6283">
              <a:extLst>
                <a:ext uri="{FF2B5EF4-FFF2-40B4-BE49-F238E27FC236}">
                  <a16:creationId xmlns:a16="http://schemas.microsoft.com/office/drawing/2014/main" id="{E762B827-92C2-482F-8DC8-8C5EB1F06A72}"/>
                </a:ext>
              </a:extLst>
            </p:cNvPr>
            <p:cNvSpPr/>
            <p:nvPr/>
          </p:nvSpPr>
          <p:spPr>
            <a:xfrm>
              <a:off x="23789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5" name="타원 6284">
              <a:extLst>
                <a:ext uri="{FF2B5EF4-FFF2-40B4-BE49-F238E27FC236}">
                  <a16:creationId xmlns:a16="http://schemas.microsoft.com/office/drawing/2014/main" id="{2F0982E1-5FE0-4834-BCF7-89FB1B700189}"/>
                </a:ext>
              </a:extLst>
            </p:cNvPr>
            <p:cNvSpPr/>
            <p:nvPr/>
          </p:nvSpPr>
          <p:spPr>
            <a:xfrm>
              <a:off x="25313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6" name="타원 6285">
              <a:extLst>
                <a:ext uri="{FF2B5EF4-FFF2-40B4-BE49-F238E27FC236}">
                  <a16:creationId xmlns:a16="http://schemas.microsoft.com/office/drawing/2014/main" id="{92D1F1CE-5EA3-4325-82DF-941190716ECF}"/>
                </a:ext>
              </a:extLst>
            </p:cNvPr>
            <p:cNvSpPr/>
            <p:nvPr/>
          </p:nvSpPr>
          <p:spPr>
            <a:xfrm>
              <a:off x="26837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7" name="타원 6286">
              <a:extLst>
                <a:ext uri="{FF2B5EF4-FFF2-40B4-BE49-F238E27FC236}">
                  <a16:creationId xmlns:a16="http://schemas.microsoft.com/office/drawing/2014/main" id="{5E932D92-33D6-417E-A547-ED2EAB8CF628}"/>
                </a:ext>
              </a:extLst>
            </p:cNvPr>
            <p:cNvSpPr/>
            <p:nvPr/>
          </p:nvSpPr>
          <p:spPr>
            <a:xfrm>
              <a:off x="28361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8" name="타원 6287">
              <a:extLst>
                <a:ext uri="{FF2B5EF4-FFF2-40B4-BE49-F238E27FC236}">
                  <a16:creationId xmlns:a16="http://schemas.microsoft.com/office/drawing/2014/main" id="{8B1731F3-F257-46A0-9C16-15682ED1E43F}"/>
                </a:ext>
              </a:extLst>
            </p:cNvPr>
            <p:cNvSpPr/>
            <p:nvPr/>
          </p:nvSpPr>
          <p:spPr>
            <a:xfrm>
              <a:off x="29885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9" name="타원 6288">
              <a:extLst>
                <a:ext uri="{FF2B5EF4-FFF2-40B4-BE49-F238E27FC236}">
                  <a16:creationId xmlns:a16="http://schemas.microsoft.com/office/drawing/2014/main" id="{C1319E1C-0E6D-4966-B18F-655634174528}"/>
                </a:ext>
              </a:extLst>
            </p:cNvPr>
            <p:cNvSpPr/>
            <p:nvPr/>
          </p:nvSpPr>
          <p:spPr>
            <a:xfrm>
              <a:off x="31409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0" name="타원 6289">
              <a:extLst>
                <a:ext uri="{FF2B5EF4-FFF2-40B4-BE49-F238E27FC236}">
                  <a16:creationId xmlns:a16="http://schemas.microsoft.com/office/drawing/2014/main" id="{AC5DBAD6-D038-494F-AFE6-97B2DA0B5600}"/>
                </a:ext>
              </a:extLst>
            </p:cNvPr>
            <p:cNvSpPr/>
            <p:nvPr/>
          </p:nvSpPr>
          <p:spPr>
            <a:xfrm>
              <a:off x="32933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1" name="타원 6290">
              <a:extLst>
                <a:ext uri="{FF2B5EF4-FFF2-40B4-BE49-F238E27FC236}">
                  <a16:creationId xmlns:a16="http://schemas.microsoft.com/office/drawing/2014/main" id="{CE8A9C13-F486-4A85-B0CE-388FDBDDA0B7}"/>
                </a:ext>
              </a:extLst>
            </p:cNvPr>
            <p:cNvSpPr/>
            <p:nvPr/>
          </p:nvSpPr>
          <p:spPr>
            <a:xfrm>
              <a:off x="34457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2" name="타원 6291">
              <a:extLst>
                <a:ext uri="{FF2B5EF4-FFF2-40B4-BE49-F238E27FC236}">
                  <a16:creationId xmlns:a16="http://schemas.microsoft.com/office/drawing/2014/main" id="{84039843-E494-47EF-973F-EF30DA232701}"/>
                </a:ext>
              </a:extLst>
            </p:cNvPr>
            <p:cNvSpPr/>
            <p:nvPr/>
          </p:nvSpPr>
          <p:spPr>
            <a:xfrm>
              <a:off x="35981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3" name="타원 6292">
              <a:extLst>
                <a:ext uri="{FF2B5EF4-FFF2-40B4-BE49-F238E27FC236}">
                  <a16:creationId xmlns:a16="http://schemas.microsoft.com/office/drawing/2014/main" id="{BC4CADBA-3845-403E-B79D-A65756867AA9}"/>
                </a:ext>
              </a:extLst>
            </p:cNvPr>
            <p:cNvSpPr/>
            <p:nvPr/>
          </p:nvSpPr>
          <p:spPr>
            <a:xfrm>
              <a:off x="37505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4" name="타원 6293">
              <a:extLst>
                <a:ext uri="{FF2B5EF4-FFF2-40B4-BE49-F238E27FC236}">
                  <a16:creationId xmlns:a16="http://schemas.microsoft.com/office/drawing/2014/main" id="{DEB1228F-A383-415A-9B6B-1264FB612447}"/>
                </a:ext>
              </a:extLst>
            </p:cNvPr>
            <p:cNvSpPr/>
            <p:nvPr/>
          </p:nvSpPr>
          <p:spPr>
            <a:xfrm>
              <a:off x="39029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5" name="타원 6294">
              <a:extLst>
                <a:ext uri="{FF2B5EF4-FFF2-40B4-BE49-F238E27FC236}">
                  <a16:creationId xmlns:a16="http://schemas.microsoft.com/office/drawing/2014/main" id="{7E47B954-894A-47E9-8042-B5D24DAD2192}"/>
                </a:ext>
              </a:extLst>
            </p:cNvPr>
            <p:cNvSpPr/>
            <p:nvPr/>
          </p:nvSpPr>
          <p:spPr>
            <a:xfrm>
              <a:off x="40553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6" name="타원 6295">
              <a:extLst>
                <a:ext uri="{FF2B5EF4-FFF2-40B4-BE49-F238E27FC236}">
                  <a16:creationId xmlns:a16="http://schemas.microsoft.com/office/drawing/2014/main" id="{9D13DC74-9E7C-446E-B732-42878BC43245}"/>
                </a:ext>
              </a:extLst>
            </p:cNvPr>
            <p:cNvSpPr/>
            <p:nvPr/>
          </p:nvSpPr>
          <p:spPr>
            <a:xfrm>
              <a:off x="42077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7" name="타원 6296">
              <a:extLst>
                <a:ext uri="{FF2B5EF4-FFF2-40B4-BE49-F238E27FC236}">
                  <a16:creationId xmlns:a16="http://schemas.microsoft.com/office/drawing/2014/main" id="{CC7515A1-5D7E-4A98-87D4-F160ADE74597}"/>
                </a:ext>
              </a:extLst>
            </p:cNvPr>
            <p:cNvSpPr/>
            <p:nvPr/>
          </p:nvSpPr>
          <p:spPr>
            <a:xfrm>
              <a:off x="43601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8" name="타원 6297">
              <a:extLst>
                <a:ext uri="{FF2B5EF4-FFF2-40B4-BE49-F238E27FC236}">
                  <a16:creationId xmlns:a16="http://schemas.microsoft.com/office/drawing/2014/main" id="{815A7322-8CFD-43A5-A6BC-EFAF2DB37851}"/>
                </a:ext>
              </a:extLst>
            </p:cNvPr>
            <p:cNvSpPr/>
            <p:nvPr/>
          </p:nvSpPr>
          <p:spPr>
            <a:xfrm>
              <a:off x="45125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9" name="타원 6298">
              <a:extLst>
                <a:ext uri="{FF2B5EF4-FFF2-40B4-BE49-F238E27FC236}">
                  <a16:creationId xmlns:a16="http://schemas.microsoft.com/office/drawing/2014/main" id="{7A3A5525-3056-4980-8314-6D4026850114}"/>
                </a:ext>
              </a:extLst>
            </p:cNvPr>
            <p:cNvSpPr/>
            <p:nvPr/>
          </p:nvSpPr>
          <p:spPr>
            <a:xfrm>
              <a:off x="46649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0" name="타원 6299">
              <a:extLst>
                <a:ext uri="{FF2B5EF4-FFF2-40B4-BE49-F238E27FC236}">
                  <a16:creationId xmlns:a16="http://schemas.microsoft.com/office/drawing/2014/main" id="{9C31EE97-DFF4-44B2-B62E-6C26C2D37092}"/>
                </a:ext>
              </a:extLst>
            </p:cNvPr>
            <p:cNvSpPr/>
            <p:nvPr/>
          </p:nvSpPr>
          <p:spPr>
            <a:xfrm>
              <a:off x="48173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1" name="타원 6300">
              <a:extLst>
                <a:ext uri="{FF2B5EF4-FFF2-40B4-BE49-F238E27FC236}">
                  <a16:creationId xmlns:a16="http://schemas.microsoft.com/office/drawing/2014/main" id="{2EB62A2B-6CAA-4498-A765-1B73EC93A4E0}"/>
                </a:ext>
              </a:extLst>
            </p:cNvPr>
            <p:cNvSpPr/>
            <p:nvPr/>
          </p:nvSpPr>
          <p:spPr>
            <a:xfrm>
              <a:off x="49697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2" name="타원 6301">
              <a:extLst>
                <a:ext uri="{FF2B5EF4-FFF2-40B4-BE49-F238E27FC236}">
                  <a16:creationId xmlns:a16="http://schemas.microsoft.com/office/drawing/2014/main" id="{67D88F16-9C70-4F09-BA32-0CA61B6E1FD9}"/>
                </a:ext>
              </a:extLst>
            </p:cNvPr>
            <p:cNvSpPr/>
            <p:nvPr/>
          </p:nvSpPr>
          <p:spPr>
            <a:xfrm>
              <a:off x="51221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3" name="타원 6302">
              <a:extLst>
                <a:ext uri="{FF2B5EF4-FFF2-40B4-BE49-F238E27FC236}">
                  <a16:creationId xmlns:a16="http://schemas.microsoft.com/office/drawing/2014/main" id="{2D49A32A-41FE-4EDC-94E2-FD3D74DF77FB}"/>
                </a:ext>
              </a:extLst>
            </p:cNvPr>
            <p:cNvSpPr/>
            <p:nvPr/>
          </p:nvSpPr>
          <p:spPr>
            <a:xfrm>
              <a:off x="52745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4" name="타원 6303">
              <a:extLst>
                <a:ext uri="{FF2B5EF4-FFF2-40B4-BE49-F238E27FC236}">
                  <a16:creationId xmlns:a16="http://schemas.microsoft.com/office/drawing/2014/main" id="{490AFD8E-6473-46E0-83B6-8170F322F5E1}"/>
                </a:ext>
              </a:extLst>
            </p:cNvPr>
            <p:cNvSpPr/>
            <p:nvPr/>
          </p:nvSpPr>
          <p:spPr>
            <a:xfrm>
              <a:off x="54269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5" name="타원 6304">
              <a:extLst>
                <a:ext uri="{FF2B5EF4-FFF2-40B4-BE49-F238E27FC236}">
                  <a16:creationId xmlns:a16="http://schemas.microsoft.com/office/drawing/2014/main" id="{0B9813A7-57EF-4886-AA6B-54FC16203CBD}"/>
                </a:ext>
              </a:extLst>
            </p:cNvPr>
            <p:cNvSpPr/>
            <p:nvPr/>
          </p:nvSpPr>
          <p:spPr>
            <a:xfrm>
              <a:off x="55793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6" name="타원 6305">
              <a:extLst>
                <a:ext uri="{FF2B5EF4-FFF2-40B4-BE49-F238E27FC236}">
                  <a16:creationId xmlns:a16="http://schemas.microsoft.com/office/drawing/2014/main" id="{310E5917-4DFE-4152-86AE-CB5EFF7987D1}"/>
                </a:ext>
              </a:extLst>
            </p:cNvPr>
            <p:cNvSpPr/>
            <p:nvPr/>
          </p:nvSpPr>
          <p:spPr>
            <a:xfrm>
              <a:off x="5731775" y="5331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7" name="타원 6306">
              <a:extLst>
                <a:ext uri="{FF2B5EF4-FFF2-40B4-BE49-F238E27FC236}">
                  <a16:creationId xmlns:a16="http://schemas.microsoft.com/office/drawing/2014/main" id="{E9773F15-CE6A-4DC0-AD3F-C3D93734A199}"/>
                </a:ext>
              </a:extLst>
            </p:cNvPr>
            <p:cNvSpPr/>
            <p:nvPr/>
          </p:nvSpPr>
          <p:spPr>
            <a:xfrm>
              <a:off x="2453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8" name="타원 6307">
              <a:extLst>
                <a:ext uri="{FF2B5EF4-FFF2-40B4-BE49-F238E27FC236}">
                  <a16:creationId xmlns:a16="http://schemas.microsoft.com/office/drawing/2014/main" id="{81ECAAA2-9BE3-46F1-85DF-4526ADB6A2E0}"/>
                </a:ext>
              </a:extLst>
            </p:cNvPr>
            <p:cNvSpPr/>
            <p:nvPr/>
          </p:nvSpPr>
          <p:spPr>
            <a:xfrm>
              <a:off x="3977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9" name="타원 6308">
              <a:extLst>
                <a:ext uri="{FF2B5EF4-FFF2-40B4-BE49-F238E27FC236}">
                  <a16:creationId xmlns:a16="http://schemas.microsoft.com/office/drawing/2014/main" id="{C1EA7F53-BAC9-4C3E-A68C-BB68EB39A23D}"/>
                </a:ext>
              </a:extLst>
            </p:cNvPr>
            <p:cNvSpPr/>
            <p:nvPr/>
          </p:nvSpPr>
          <p:spPr>
            <a:xfrm>
              <a:off x="5501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0" name="타원 6309">
              <a:extLst>
                <a:ext uri="{FF2B5EF4-FFF2-40B4-BE49-F238E27FC236}">
                  <a16:creationId xmlns:a16="http://schemas.microsoft.com/office/drawing/2014/main" id="{173A9A26-2A7E-4E06-80EB-63486037198F}"/>
                </a:ext>
              </a:extLst>
            </p:cNvPr>
            <p:cNvSpPr/>
            <p:nvPr/>
          </p:nvSpPr>
          <p:spPr>
            <a:xfrm>
              <a:off x="7025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1" name="타원 6310">
              <a:extLst>
                <a:ext uri="{FF2B5EF4-FFF2-40B4-BE49-F238E27FC236}">
                  <a16:creationId xmlns:a16="http://schemas.microsoft.com/office/drawing/2014/main" id="{A6A6E906-F87B-464A-8871-332BA09303C6}"/>
                </a:ext>
              </a:extLst>
            </p:cNvPr>
            <p:cNvSpPr/>
            <p:nvPr/>
          </p:nvSpPr>
          <p:spPr>
            <a:xfrm>
              <a:off x="8549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2" name="타원 6311">
              <a:extLst>
                <a:ext uri="{FF2B5EF4-FFF2-40B4-BE49-F238E27FC236}">
                  <a16:creationId xmlns:a16="http://schemas.microsoft.com/office/drawing/2014/main" id="{1577AC8C-5B7B-49B1-B64B-9BAEAC8C1937}"/>
                </a:ext>
              </a:extLst>
            </p:cNvPr>
            <p:cNvSpPr/>
            <p:nvPr/>
          </p:nvSpPr>
          <p:spPr>
            <a:xfrm>
              <a:off x="10073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3" name="타원 6312">
              <a:extLst>
                <a:ext uri="{FF2B5EF4-FFF2-40B4-BE49-F238E27FC236}">
                  <a16:creationId xmlns:a16="http://schemas.microsoft.com/office/drawing/2014/main" id="{DC36BD1A-BF48-472E-9757-C54BAC27DDAA}"/>
                </a:ext>
              </a:extLst>
            </p:cNvPr>
            <p:cNvSpPr/>
            <p:nvPr/>
          </p:nvSpPr>
          <p:spPr>
            <a:xfrm>
              <a:off x="11597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4" name="타원 6313">
              <a:extLst>
                <a:ext uri="{FF2B5EF4-FFF2-40B4-BE49-F238E27FC236}">
                  <a16:creationId xmlns:a16="http://schemas.microsoft.com/office/drawing/2014/main" id="{E7FC54C3-4974-4BB6-AB18-4AA3B58B3A42}"/>
                </a:ext>
              </a:extLst>
            </p:cNvPr>
            <p:cNvSpPr/>
            <p:nvPr/>
          </p:nvSpPr>
          <p:spPr>
            <a:xfrm>
              <a:off x="13121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5" name="타원 6314">
              <a:extLst>
                <a:ext uri="{FF2B5EF4-FFF2-40B4-BE49-F238E27FC236}">
                  <a16:creationId xmlns:a16="http://schemas.microsoft.com/office/drawing/2014/main" id="{BCB0EF57-AB27-43BF-AF1A-BE87BC021078}"/>
                </a:ext>
              </a:extLst>
            </p:cNvPr>
            <p:cNvSpPr/>
            <p:nvPr/>
          </p:nvSpPr>
          <p:spPr>
            <a:xfrm>
              <a:off x="14645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6" name="타원 6315">
              <a:extLst>
                <a:ext uri="{FF2B5EF4-FFF2-40B4-BE49-F238E27FC236}">
                  <a16:creationId xmlns:a16="http://schemas.microsoft.com/office/drawing/2014/main" id="{11046AC1-2DA9-4039-8223-10E2786155B7}"/>
                </a:ext>
              </a:extLst>
            </p:cNvPr>
            <p:cNvSpPr/>
            <p:nvPr/>
          </p:nvSpPr>
          <p:spPr>
            <a:xfrm>
              <a:off x="16169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7" name="타원 6316">
              <a:extLst>
                <a:ext uri="{FF2B5EF4-FFF2-40B4-BE49-F238E27FC236}">
                  <a16:creationId xmlns:a16="http://schemas.microsoft.com/office/drawing/2014/main" id="{928C3D2F-BBF6-42B3-8CF6-ABFA234062AB}"/>
                </a:ext>
              </a:extLst>
            </p:cNvPr>
            <p:cNvSpPr/>
            <p:nvPr/>
          </p:nvSpPr>
          <p:spPr>
            <a:xfrm>
              <a:off x="17693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8" name="타원 6317">
              <a:extLst>
                <a:ext uri="{FF2B5EF4-FFF2-40B4-BE49-F238E27FC236}">
                  <a16:creationId xmlns:a16="http://schemas.microsoft.com/office/drawing/2014/main" id="{6E3644CF-251C-45F1-A511-0E518B2976B7}"/>
                </a:ext>
              </a:extLst>
            </p:cNvPr>
            <p:cNvSpPr/>
            <p:nvPr/>
          </p:nvSpPr>
          <p:spPr>
            <a:xfrm>
              <a:off x="19217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9" name="타원 6318">
              <a:extLst>
                <a:ext uri="{FF2B5EF4-FFF2-40B4-BE49-F238E27FC236}">
                  <a16:creationId xmlns:a16="http://schemas.microsoft.com/office/drawing/2014/main" id="{E92FF030-78EA-4C02-AD23-38821367D178}"/>
                </a:ext>
              </a:extLst>
            </p:cNvPr>
            <p:cNvSpPr/>
            <p:nvPr/>
          </p:nvSpPr>
          <p:spPr>
            <a:xfrm>
              <a:off x="20741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0" name="타원 6319">
              <a:extLst>
                <a:ext uri="{FF2B5EF4-FFF2-40B4-BE49-F238E27FC236}">
                  <a16:creationId xmlns:a16="http://schemas.microsoft.com/office/drawing/2014/main" id="{09044BA4-A6B0-4006-A334-970EBE477587}"/>
                </a:ext>
              </a:extLst>
            </p:cNvPr>
            <p:cNvSpPr/>
            <p:nvPr/>
          </p:nvSpPr>
          <p:spPr>
            <a:xfrm>
              <a:off x="22265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1" name="타원 6320">
              <a:extLst>
                <a:ext uri="{FF2B5EF4-FFF2-40B4-BE49-F238E27FC236}">
                  <a16:creationId xmlns:a16="http://schemas.microsoft.com/office/drawing/2014/main" id="{2731825B-F793-4A7E-A4E8-81D0F4FA04B7}"/>
                </a:ext>
              </a:extLst>
            </p:cNvPr>
            <p:cNvSpPr/>
            <p:nvPr/>
          </p:nvSpPr>
          <p:spPr>
            <a:xfrm>
              <a:off x="23789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2" name="타원 6321">
              <a:extLst>
                <a:ext uri="{FF2B5EF4-FFF2-40B4-BE49-F238E27FC236}">
                  <a16:creationId xmlns:a16="http://schemas.microsoft.com/office/drawing/2014/main" id="{B8AEA093-CDA6-4410-9138-A567DA2FFE3E}"/>
                </a:ext>
              </a:extLst>
            </p:cNvPr>
            <p:cNvSpPr/>
            <p:nvPr/>
          </p:nvSpPr>
          <p:spPr>
            <a:xfrm>
              <a:off x="25313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3" name="타원 6322">
              <a:extLst>
                <a:ext uri="{FF2B5EF4-FFF2-40B4-BE49-F238E27FC236}">
                  <a16:creationId xmlns:a16="http://schemas.microsoft.com/office/drawing/2014/main" id="{F39F9778-5507-4AB3-BCF3-2CB8C9F2C5AA}"/>
                </a:ext>
              </a:extLst>
            </p:cNvPr>
            <p:cNvSpPr/>
            <p:nvPr/>
          </p:nvSpPr>
          <p:spPr>
            <a:xfrm>
              <a:off x="26837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4" name="타원 6323">
              <a:extLst>
                <a:ext uri="{FF2B5EF4-FFF2-40B4-BE49-F238E27FC236}">
                  <a16:creationId xmlns:a16="http://schemas.microsoft.com/office/drawing/2014/main" id="{199EB702-E530-4EDA-8A55-1EA8F7674004}"/>
                </a:ext>
              </a:extLst>
            </p:cNvPr>
            <p:cNvSpPr/>
            <p:nvPr/>
          </p:nvSpPr>
          <p:spPr>
            <a:xfrm>
              <a:off x="28361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5" name="타원 6324">
              <a:extLst>
                <a:ext uri="{FF2B5EF4-FFF2-40B4-BE49-F238E27FC236}">
                  <a16:creationId xmlns:a16="http://schemas.microsoft.com/office/drawing/2014/main" id="{042AB927-1893-4159-B627-28969A22C172}"/>
                </a:ext>
              </a:extLst>
            </p:cNvPr>
            <p:cNvSpPr/>
            <p:nvPr/>
          </p:nvSpPr>
          <p:spPr>
            <a:xfrm>
              <a:off x="29885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6" name="타원 6325">
              <a:extLst>
                <a:ext uri="{FF2B5EF4-FFF2-40B4-BE49-F238E27FC236}">
                  <a16:creationId xmlns:a16="http://schemas.microsoft.com/office/drawing/2014/main" id="{7B6257EA-AAE5-4912-BF0E-7E9F4AD7E74A}"/>
                </a:ext>
              </a:extLst>
            </p:cNvPr>
            <p:cNvSpPr/>
            <p:nvPr/>
          </p:nvSpPr>
          <p:spPr>
            <a:xfrm>
              <a:off x="31409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7" name="타원 6326">
              <a:extLst>
                <a:ext uri="{FF2B5EF4-FFF2-40B4-BE49-F238E27FC236}">
                  <a16:creationId xmlns:a16="http://schemas.microsoft.com/office/drawing/2014/main" id="{A37DD0AA-A2EF-467E-A940-D61F51EADB53}"/>
                </a:ext>
              </a:extLst>
            </p:cNvPr>
            <p:cNvSpPr/>
            <p:nvPr/>
          </p:nvSpPr>
          <p:spPr>
            <a:xfrm>
              <a:off x="32933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8" name="타원 6327">
              <a:extLst>
                <a:ext uri="{FF2B5EF4-FFF2-40B4-BE49-F238E27FC236}">
                  <a16:creationId xmlns:a16="http://schemas.microsoft.com/office/drawing/2014/main" id="{C1DBF23E-A87F-4590-BF58-6417487A6C27}"/>
                </a:ext>
              </a:extLst>
            </p:cNvPr>
            <p:cNvSpPr/>
            <p:nvPr/>
          </p:nvSpPr>
          <p:spPr>
            <a:xfrm>
              <a:off x="34457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9" name="타원 6328">
              <a:extLst>
                <a:ext uri="{FF2B5EF4-FFF2-40B4-BE49-F238E27FC236}">
                  <a16:creationId xmlns:a16="http://schemas.microsoft.com/office/drawing/2014/main" id="{39152068-73B9-4855-9672-55A580FAFBE3}"/>
                </a:ext>
              </a:extLst>
            </p:cNvPr>
            <p:cNvSpPr/>
            <p:nvPr/>
          </p:nvSpPr>
          <p:spPr>
            <a:xfrm>
              <a:off x="35981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0" name="타원 6329">
              <a:extLst>
                <a:ext uri="{FF2B5EF4-FFF2-40B4-BE49-F238E27FC236}">
                  <a16:creationId xmlns:a16="http://schemas.microsoft.com/office/drawing/2014/main" id="{2805E12F-8D55-4656-A2D1-46133906B09C}"/>
                </a:ext>
              </a:extLst>
            </p:cNvPr>
            <p:cNvSpPr/>
            <p:nvPr/>
          </p:nvSpPr>
          <p:spPr>
            <a:xfrm>
              <a:off x="37505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1" name="타원 6330">
              <a:extLst>
                <a:ext uri="{FF2B5EF4-FFF2-40B4-BE49-F238E27FC236}">
                  <a16:creationId xmlns:a16="http://schemas.microsoft.com/office/drawing/2014/main" id="{C374FCFA-5F0E-4840-B51E-89F36B58B199}"/>
                </a:ext>
              </a:extLst>
            </p:cNvPr>
            <p:cNvSpPr/>
            <p:nvPr/>
          </p:nvSpPr>
          <p:spPr>
            <a:xfrm>
              <a:off x="39029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2" name="타원 6331">
              <a:extLst>
                <a:ext uri="{FF2B5EF4-FFF2-40B4-BE49-F238E27FC236}">
                  <a16:creationId xmlns:a16="http://schemas.microsoft.com/office/drawing/2014/main" id="{344F00F8-F536-46BF-B106-AA656E264B84}"/>
                </a:ext>
              </a:extLst>
            </p:cNvPr>
            <p:cNvSpPr/>
            <p:nvPr/>
          </p:nvSpPr>
          <p:spPr>
            <a:xfrm>
              <a:off x="40553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3" name="타원 6332">
              <a:extLst>
                <a:ext uri="{FF2B5EF4-FFF2-40B4-BE49-F238E27FC236}">
                  <a16:creationId xmlns:a16="http://schemas.microsoft.com/office/drawing/2014/main" id="{577C3160-760E-456F-9E32-599429F116FF}"/>
                </a:ext>
              </a:extLst>
            </p:cNvPr>
            <p:cNvSpPr/>
            <p:nvPr/>
          </p:nvSpPr>
          <p:spPr>
            <a:xfrm>
              <a:off x="42077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4" name="타원 6333">
              <a:extLst>
                <a:ext uri="{FF2B5EF4-FFF2-40B4-BE49-F238E27FC236}">
                  <a16:creationId xmlns:a16="http://schemas.microsoft.com/office/drawing/2014/main" id="{83B33F7D-049A-4F0E-9EC8-A6EFC06023CA}"/>
                </a:ext>
              </a:extLst>
            </p:cNvPr>
            <p:cNvSpPr/>
            <p:nvPr/>
          </p:nvSpPr>
          <p:spPr>
            <a:xfrm>
              <a:off x="43601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5" name="타원 6334">
              <a:extLst>
                <a:ext uri="{FF2B5EF4-FFF2-40B4-BE49-F238E27FC236}">
                  <a16:creationId xmlns:a16="http://schemas.microsoft.com/office/drawing/2014/main" id="{A549FE07-BDF8-402A-9A58-B7E5A0DA165A}"/>
                </a:ext>
              </a:extLst>
            </p:cNvPr>
            <p:cNvSpPr/>
            <p:nvPr/>
          </p:nvSpPr>
          <p:spPr>
            <a:xfrm>
              <a:off x="45125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6" name="타원 6335">
              <a:extLst>
                <a:ext uri="{FF2B5EF4-FFF2-40B4-BE49-F238E27FC236}">
                  <a16:creationId xmlns:a16="http://schemas.microsoft.com/office/drawing/2014/main" id="{337115B7-3440-4CE3-BD82-E058072429E8}"/>
                </a:ext>
              </a:extLst>
            </p:cNvPr>
            <p:cNvSpPr/>
            <p:nvPr/>
          </p:nvSpPr>
          <p:spPr>
            <a:xfrm>
              <a:off x="46649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7" name="타원 6336">
              <a:extLst>
                <a:ext uri="{FF2B5EF4-FFF2-40B4-BE49-F238E27FC236}">
                  <a16:creationId xmlns:a16="http://schemas.microsoft.com/office/drawing/2014/main" id="{20EB60FC-F388-44F8-B727-6D5438925A47}"/>
                </a:ext>
              </a:extLst>
            </p:cNvPr>
            <p:cNvSpPr/>
            <p:nvPr/>
          </p:nvSpPr>
          <p:spPr>
            <a:xfrm>
              <a:off x="48173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8" name="타원 6337">
              <a:extLst>
                <a:ext uri="{FF2B5EF4-FFF2-40B4-BE49-F238E27FC236}">
                  <a16:creationId xmlns:a16="http://schemas.microsoft.com/office/drawing/2014/main" id="{931EED5D-7E96-4841-AA18-D79A8500A398}"/>
                </a:ext>
              </a:extLst>
            </p:cNvPr>
            <p:cNvSpPr/>
            <p:nvPr/>
          </p:nvSpPr>
          <p:spPr>
            <a:xfrm>
              <a:off x="49697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9" name="타원 6338">
              <a:extLst>
                <a:ext uri="{FF2B5EF4-FFF2-40B4-BE49-F238E27FC236}">
                  <a16:creationId xmlns:a16="http://schemas.microsoft.com/office/drawing/2014/main" id="{D18F6AF4-6E76-4A8C-AE71-2B69092A785C}"/>
                </a:ext>
              </a:extLst>
            </p:cNvPr>
            <p:cNvSpPr/>
            <p:nvPr/>
          </p:nvSpPr>
          <p:spPr>
            <a:xfrm>
              <a:off x="51221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0" name="타원 6339">
              <a:extLst>
                <a:ext uri="{FF2B5EF4-FFF2-40B4-BE49-F238E27FC236}">
                  <a16:creationId xmlns:a16="http://schemas.microsoft.com/office/drawing/2014/main" id="{852959CF-A57E-45FE-B160-C42C2FCC6270}"/>
                </a:ext>
              </a:extLst>
            </p:cNvPr>
            <p:cNvSpPr/>
            <p:nvPr/>
          </p:nvSpPr>
          <p:spPr>
            <a:xfrm>
              <a:off x="52745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1" name="타원 6340">
              <a:extLst>
                <a:ext uri="{FF2B5EF4-FFF2-40B4-BE49-F238E27FC236}">
                  <a16:creationId xmlns:a16="http://schemas.microsoft.com/office/drawing/2014/main" id="{E164D243-4661-45AF-9B69-967A1A7E1746}"/>
                </a:ext>
              </a:extLst>
            </p:cNvPr>
            <p:cNvSpPr/>
            <p:nvPr/>
          </p:nvSpPr>
          <p:spPr>
            <a:xfrm>
              <a:off x="54269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2" name="타원 6341">
              <a:extLst>
                <a:ext uri="{FF2B5EF4-FFF2-40B4-BE49-F238E27FC236}">
                  <a16:creationId xmlns:a16="http://schemas.microsoft.com/office/drawing/2014/main" id="{69C79584-7E51-4C92-A605-7EE508958356}"/>
                </a:ext>
              </a:extLst>
            </p:cNvPr>
            <p:cNvSpPr/>
            <p:nvPr/>
          </p:nvSpPr>
          <p:spPr>
            <a:xfrm>
              <a:off x="55793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3" name="타원 6342">
              <a:extLst>
                <a:ext uri="{FF2B5EF4-FFF2-40B4-BE49-F238E27FC236}">
                  <a16:creationId xmlns:a16="http://schemas.microsoft.com/office/drawing/2014/main" id="{A5DD7443-F6F5-455F-80E9-6B991A29C319}"/>
                </a:ext>
              </a:extLst>
            </p:cNvPr>
            <p:cNvSpPr/>
            <p:nvPr/>
          </p:nvSpPr>
          <p:spPr>
            <a:xfrm>
              <a:off x="5731775" y="5484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4" name="타원 6343">
              <a:extLst>
                <a:ext uri="{FF2B5EF4-FFF2-40B4-BE49-F238E27FC236}">
                  <a16:creationId xmlns:a16="http://schemas.microsoft.com/office/drawing/2014/main" id="{69BC6EE6-6BA2-4EEB-893A-B0639DB2E1D3}"/>
                </a:ext>
              </a:extLst>
            </p:cNvPr>
            <p:cNvSpPr/>
            <p:nvPr/>
          </p:nvSpPr>
          <p:spPr>
            <a:xfrm>
              <a:off x="2453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5" name="타원 6344">
              <a:extLst>
                <a:ext uri="{FF2B5EF4-FFF2-40B4-BE49-F238E27FC236}">
                  <a16:creationId xmlns:a16="http://schemas.microsoft.com/office/drawing/2014/main" id="{1C3EAC28-BF58-45F8-91EE-A5A134C55A20}"/>
                </a:ext>
              </a:extLst>
            </p:cNvPr>
            <p:cNvSpPr/>
            <p:nvPr/>
          </p:nvSpPr>
          <p:spPr>
            <a:xfrm>
              <a:off x="3977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6" name="타원 6345">
              <a:extLst>
                <a:ext uri="{FF2B5EF4-FFF2-40B4-BE49-F238E27FC236}">
                  <a16:creationId xmlns:a16="http://schemas.microsoft.com/office/drawing/2014/main" id="{4B1C9ED6-7A08-44FB-ABA8-D1F1B16F7AAF}"/>
                </a:ext>
              </a:extLst>
            </p:cNvPr>
            <p:cNvSpPr/>
            <p:nvPr/>
          </p:nvSpPr>
          <p:spPr>
            <a:xfrm>
              <a:off x="5501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7" name="타원 6346">
              <a:extLst>
                <a:ext uri="{FF2B5EF4-FFF2-40B4-BE49-F238E27FC236}">
                  <a16:creationId xmlns:a16="http://schemas.microsoft.com/office/drawing/2014/main" id="{008EA871-8CF7-4A0A-9CF5-893D134F3D62}"/>
                </a:ext>
              </a:extLst>
            </p:cNvPr>
            <p:cNvSpPr/>
            <p:nvPr/>
          </p:nvSpPr>
          <p:spPr>
            <a:xfrm>
              <a:off x="7025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8" name="타원 6347">
              <a:extLst>
                <a:ext uri="{FF2B5EF4-FFF2-40B4-BE49-F238E27FC236}">
                  <a16:creationId xmlns:a16="http://schemas.microsoft.com/office/drawing/2014/main" id="{0EF202B8-A60B-43B8-8E4D-4557F7D2C3A9}"/>
                </a:ext>
              </a:extLst>
            </p:cNvPr>
            <p:cNvSpPr/>
            <p:nvPr/>
          </p:nvSpPr>
          <p:spPr>
            <a:xfrm>
              <a:off x="8549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9" name="타원 6348">
              <a:extLst>
                <a:ext uri="{FF2B5EF4-FFF2-40B4-BE49-F238E27FC236}">
                  <a16:creationId xmlns:a16="http://schemas.microsoft.com/office/drawing/2014/main" id="{6D5E772D-7959-4B6F-B93B-56B2F3022DA6}"/>
                </a:ext>
              </a:extLst>
            </p:cNvPr>
            <p:cNvSpPr/>
            <p:nvPr/>
          </p:nvSpPr>
          <p:spPr>
            <a:xfrm>
              <a:off x="10073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0" name="타원 6349">
              <a:extLst>
                <a:ext uri="{FF2B5EF4-FFF2-40B4-BE49-F238E27FC236}">
                  <a16:creationId xmlns:a16="http://schemas.microsoft.com/office/drawing/2014/main" id="{E1D63A15-263A-451D-8B59-FA7FF4B6C9E7}"/>
                </a:ext>
              </a:extLst>
            </p:cNvPr>
            <p:cNvSpPr/>
            <p:nvPr/>
          </p:nvSpPr>
          <p:spPr>
            <a:xfrm>
              <a:off x="11597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1" name="타원 6350">
              <a:extLst>
                <a:ext uri="{FF2B5EF4-FFF2-40B4-BE49-F238E27FC236}">
                  <a16:creationId xmlns:a16="http://schemas.microsoft.com/office/drawing/2014/main" id="{14629F6E-9EF6-4B61-B51C-F40EA1C8DC44}"/>
                </a:ext>
              </a:extLst>
            </p:cNvPr>
            <p:cNvSpPr/>
            <p:nvPr/>
          </p:nvSpPr>
          <p:spPr>
            <a:xfrm>
              <a:off x="13121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2" name="타원 6351">
              <a:extLst>
                <a:ext uri="{FF2B5EF4-FFF2-40B4-BE49-F238E27FC236}">
                  <a16:creationId xmlns:a16="http://schemas.microsoft.com/office/drawing/2014/main" id="{75A5BA3B-C4C4-4E53-9248-CE2DD958B430}"/>
                </a:ext>
              </a:extLst>
            </p:cNvPr>
            <p:cNvSpPr/>
            <p:nvPr/>
          </p:nvSpPr>
          <p:spPr>
            <a:xfrm>
              <a:off x="14645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3" name="타원 6352">
              <a:extLst>
                <a:ext uri="{FF2B5EF4-FFF2-40B4-BE49-F238E27FC236}">
                  <a16:creationId xmlns:a16="http://schemas.microsoft.com/office/drawing/2014/main" id="{341E8648-46D5-4F16-A0F8-17F4335BAEC5}"/>
                </a:ext>
              </a:extLst>
            </p:cNvPr>
            <p:cNvSpPr/>
            <p:nvPr/>
          </p:nvSpPr>
          <p:spPr>
            <a:xfrm>
              <a:off x="16169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4" name="타원 6353">
              <a:extLst>
                <a:ext uri="{FF2B5EF4-FFF2-40B4-BE49-F238E27FC236}">
                  <a16:creationId xmlns:a16="http://schemas.microsoft.com/office/drawing/2014/main" id="{27ADA038-2670-49CC-BDBF-7095C79E6BE5}"/>
                </a:ext>
              </a:extLst>
            </p:cNvPr>
            <p:cNvSpPr/>
            <p:nvPr/>
          </p:nvSpPr>
          <p:spPr>
            <a:xfrm>
              <a:off x="17693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5" name="타원 6354">
              <a:extLst>
                <a:ext uri="{FF2B5EF4-FFF2-40B4-BE49-F238E27FC236}">
                  <a16:creationId xmlns:a16="http://schemas.microsoft.com/office/drawing/2014/main" id="{92020AF1-FBD8-43B3-A5AF-2C2534694E9E}"/>
                </a:ext>
              </a:extLst>
            </p:cNvPr>
            <p:cNvSpPr/>
            <p:nvPr/>
          </p:nvSpPr>
          <p:spPr>
            <a:xfrm>
              <a:off x="19217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6" name="타원 6355">
              <a:extLst>
                <a:ext uri="{FF2B5EF4-FFF2-40B4-BE49-F238E27FC236}">
                  <a16:creationId xmlns:a16="http://schemas.microsoft.com/office/drawing/2014/main" id="{4C6AB352-76AD-479F-8EA6-5F37DB6FE87D}"/>
                </a:ext>
              </a:extLst>
            </p:cNvPr>
            <p:cNvSpPr/>
            <p:nvPr/>
          </p:nvSpPr>
          <p:spPr>
            <a:xfrm>
              <a:off x="20741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7" name="타원 6356">
              <a:extLst>
                <a:ext uri="{FF2B5EF4-FFF2-40B4-BE49-F238E27FC236}">
                  <a16:creationId xmlns:a16="http://schemas.microsoft.com/office/drawing/2014/main" id="{E54E13FC-6C79-4AAD-83B6-CA93CD4CEE34}"/>
                </a:ext>
              </a:extLst>
            </p:cNvPr>
            <p:cNvSpPr/>
            <p:nvPr/>
          </p:nvSpPr>
          <p:spPr>
            <a:xfrm>
              <a:off x="22265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8" name="타원 6357">
              <a:extLst>
                <a:ext uri="{FF2B5EF4-FFF2-40B4-BE49-F238E27FC236}">
                  <a16:creationId xmlns:a16="http://schemas.microsoft.com/office/drawing/2014/main" id="{8811A5CC-7F4C-48CF-A754-BF596EB14976}"/>
                </a:ext>
              </a:extLst>
            </p:cNvPr>
            <p:cNvSpPr/>
            <p:nvPr/>
          </p:nvSpPr>
          <p:spPr>
            <a:xfrm>
              <a:off x="23789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9" name="타원 6358">
              <a:extLst>
                <a:ext uri="{FF2B5EF4-FFF2-40B4-BE49-F238E27FC236}">
                  <a16:creationId xmlns:a16="http://schemas.microsoft.com/office/drawing/2014/main" id="{2A155C85-74E2-4C90-8841-31C25C12B455}"/>
                </a:ext>
              </a:extLst>
            </p:cNvPr>
            <p:cNvSpPr/>
            <p:nvPr/>
          </p:nvSpPr>
          <p:spPr>
            <a:xfrm>
              <a:off x="25313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0" name="타원 6359">
              <a:extLst>
                <a:ext uri="{FF2B5EF4-FFF2-40B4-BE49-F238E27FC236}">
                  <a16:creationId xmlns:a16="http://schemas.microsoft.com/office/drawing/2014/main" id="{5ABFAA92-9BD7-42C0-92EA-6D7A9CDCB9E2}"/>
                </a:ext>
              </a:extLst>
            </p:cNvPr>
            <p:cNvSpPr/>
            <p:nvPr/>
          </p:nvSpPr>
          <p:spPr>
            <a:xfrm>
              <a:off x="26837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1" name="타원 6360">
              <a:extLst>
                <a:ext uri="{FF2B5EF4-FFF2-40B4-BE49-F238E27FC236}">
                  <a16:creationId xmlns:a16="http://schemas.microsoft.com/office/drawing/2014/main" id="{7FCF901C-09B8-43E3-8AEF-EDB120F5D555}"/>
                </a:ext>
              </a:extLst>
            </p:cNvPr>
            <p:cNvSpPr/>
            <p:nvPr/>
          </p:nvSpPr>
          <p:spPr>
            <a:xfrm>
              <a:off x="28361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2" name="타원 6361">
              <a:extLst>
                <a:ext uri="{FF2B5EF4-FFF2-40B4-BE49-F238E27FC236}">
                  <a16:creationId xmlns:a16="http://schemas.microsoft.com/office/drawing/2014/main" id="{039D7244-1C94-4A59-BABC-74ECC1898D03}"/>
                </a:ext>
              </a:extLst>
            </p:cNvPr>
            <p:cNvSpPr/>
            <p:nvPr/>
          </p:nvSpPr>
          <p:spPr>
            <a:xfrm>
              <a:off x="29885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3" name="타원 6362">
              <a:extLst>
                <a:ext uri="{FF2B5EF4-FFF2-40B4-BE49-F238E27FC236}">
                  <a16:creationId xmlns:a16="http://schemas.microsoft.com/office/drawing/2014/main" id="{61BC2897-4056-4B03-915D-295043861EDA}"/>
                </a:ext>
              </a:extLst>
            </p:cNvPr>
            <p:cNvSpPr/>
            <p:nvPr/>
          </p:nvSpPr>
          <p:spPr>
            <a:xfrm>
              <a:off x="31409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4" name="타원 6363">
              <a:extLst>
                <a:ext uri="{FF2B5EF4-FFF2-40B4-BE49-F238E27FC236}">
                  <a16:creationId xmlns:a16="http://schemas.microsoft.com/office/drawing/2014/main" id="{6D676E60-C3D2-4812-9383-A710341127D0}"/>
                </a:ext>
              </a:extLst>
            </p:cNvPr>
            <p:cNvSpPr/>
            <p:nvPr/>
          </p:nvSpPr>
          <p:spPr>
            <a:xfrm>
              <a:off x="32933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5" name="타원 6364">
              <a:extLst>
                <a:ext uri="{FF2B5EF4-FFF2-40B4-BE49-F238E27FC236}">
                  <a16:creationId xmlns:a16="http://schemas.microsoft.com/office/drawing/2014/main" id="{1DA1431C-BB30-4D5B-A730-5CAD597C0D44}"/>
                </a:ext>
              </a:extLst>
            </p:cNvPr>
            <p:cNvSpPr/>
            <p:nvPr/>
          </p:nvSpPr>
          <p:spPr>
            <a:xfrm>
              <a:off x="34457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6" name="타원 6365">
              <a:extLst>
                <a:ext uri="{FF2B5EF4-FFF2-40B4-BE49-F238E27FC236}">
                  <a16:creationId xmlns:a16="http://schemas.microsoft.com/office/drawing/2014/main" id="{8773D4C5-103E-411F-8F74-4191FB94F90B}"/>
                </a:ext>
              </a:extLst>
            </p:cNvPr>
            <p:cNvSpPr/>
            <p:nvPr/>
          </p:nvSpPr>
          <p:spPr>
            <a:xfrm>
              <a:off x="35981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7" name="타원 6366">
              <a:extLst>
                <a:ext uri="{FF2B5EF4-FFF2-40B4-BE49-F238E27FC236}">
                  <a16:creationId xmlns:a16="http://schemas.microsoft.com/office/drawing/2014/main" id="{F2A70D82-31B8-4FC2-BFA3-B0C48D71598E}"/>
                </a:ext>
              </a:extLst>
            </p:cNvPr>
            <p:cNvSpPr/>
            <p:nvPr/>
          </p:nvSpPr>
          <p:spPr>
            <a:xfrm>
              <a:off x="37505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8" name="타원 6367">
              <a:extLst>
                <a:ext uri="{FF2B5EF4-FFF2-40B4-BE49-F238E27FC236}">
                  <a16:creationId xmlns:a16="http://schemas.microsoft.com/office/drawing/2014/main" id="{56720DE0-D69A-4DC1-B742-8914E8BD4182}"/>
                </a:ext>
              </a:extLst>
            </p:cNvPr>
            <p:cNvSpPr/>
            <p:nvPr/>
          </p:nvSpPr>
          <p:spPr>
            <a:xfrm>
              <a:off x="39029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9" name="타원 6368">
              <a:extLst>
                <a:ext uri="{FF2B5EF4-FFF2-40B4-BE49-F238E27FC236}">
                  <a16:creationId xmlns:a16="http://schemas.microsoft.com/office/drawing/2014/main" id="{9B608327-D093-4B5A-B8E4-5BE9E634E0A6}"/>
                </a:ext>
              </a:extLst>
            </p:cNvPr>
            <p:cNvSpPr/>
            <p:nvPr/>
          </p:nvSpPr>
          <p:spPr>
            <a:xfrm>
              <a:off x="40553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0" name="타원 6369">
              <a:extLst>
                <a:ext uri="{FF2B5EF4-FFF2-40B4-BE49-F238E27FC236}">
                  <a16:creationId xmlns:a16="http://schemas.microsoft.com/office/drawing/2014/main" id="{9516D122-D661-43BE-B8A5-EF4249DA81A1}"/>
                </a:ext>
              </a:extLst>
            </p:cNvPr>
            <p:cNvSpPr/>
            <p:nvPr/>
          </p:nvSpPr>
          <p:spPr>
            <a:xfrm>
              <a:off x="42077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1" name="타원 6370">
              <a:extLst>
                <a:ext uri="{FF2B5EF4-FFF2-40B4-BE49-F238E27FC236}">
                  <a16:creationId xmlns:a16="http://schemas.microsoft.com/office/drawing/2014/main" id="{047968CE-892B-4CE6-BE86-059736110A16}"/>
                </a:ext>
              </a:extLst>
            </p:cNvPr>
            <p:cNvSpPr/>
            <p:nvPr/>
          </p:nvSpPr>
          <p:spPr>
            <a:xfrm>
              <a:off x="43601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2" name="타원 6371">
              <a:extLst>
                <a:ext uri="{FF2B5EF4-FFF2-40B4-BE49-F238E27FC236}">
                  <a16:creationId xmlns:a16="http://schemas.microsoft.com/office/drawing/2014/main" id="{C41CD2CB-223F-40B4-BEB2-38B24C5C98A3}"/>
                </a:ext>
              </a:extLst>
            </p:cNvPr>
            <p:cNvSpPr/>
            <p:nvPr/>
          </p:nvSpPr>
          <p:spPr>
            <a:xfrm>
              <a:off x="45125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3" name="타원 6372">
              <a:extLst>
                <a:ext uri="{FF2B5EF4-FFF2-40B4-BE49-F238E27FC236}">
                  <a16:creationId xmlns:a16="http://schemas.microsoft.com/office/drawing/2014/main" id="{2B2F30B3-190E-46BE-A533-BEB10E051D3C}"/>
                </a:ext>
              </a:extLst>
            </p:cNvPr>
            <p:cNvSpPr/>
            <p:nvPr/>
          </p:nvSpPr>
          <p:spPr>
            <a:xfrm>
              <a:off x="46649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4" name="타원 6373">
              <a:extLst>
                <a:ext uri="{FF2B5EF4-FFF2-40B4-BE49-F238E27FC236}">
                  <a16:creationId xmlns:a16="http://schemas.microsoft.com/office/drawing/2014/main" id="{BAD85C7F-4C70-4897-8876-D6EB36DD64B2}"/>
                </a:ext>
              </a:extLst>
            </p:cNvPr>
            <p:cNvSpPr/>
            <p:nvPr/>
          </p:nvSpPr>
          <p:spPr>
            <a:xfrm>
              <a:off x="48173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5" name="타원 6374">
              <a:extLst>
                <a:ext uri="{FF2B5EF4-FFF2-40B4-BE49-F238E27FC236}">
                  <a16:creationId xmlns:a16="http://schemas.microsoft.com/office/drawing/2014/main" id="{00636ED2-440C-48AE-A870-C67C7DF8DB84}"/>
                </a:ext>
              </a:extLst>
            </p:cNvPr>
            <p:cNvSpPr/>
            <p:nvPr/>
          </p:nvSpPr>
          <p:spPr>
            <a:xfrm>
              <a:off x="49697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6" name="타원 6375">
              <a:extLst>
                <a:ext uri="{FF2B5EF4-FFF2-40B4-BE49-F238E27FC236}">
                  <a16:creationId xmlns:a16="http://schemas.microsoft.com/office/drawing/2014/main" id="{C3BDB83E-83C7-4366-8F30-0333F916FC0D}"/>
                </a:ext>
              </a:extLst>
            </p:cNvPr>
            <p:cNvSpPr/>
            <p:nvPr/>
          </p:nvSpPr>
          <p:spPr>
            <a:xfrm>
              <a:off x="51221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7" name="타원 6376">
              <a:extLst>
                <a:ext uri="{FF2B5EF4-FFF2-40B4-BE49-F238E27FC236}">
                  <a16:creationId xmlns:a16="http://schemas.microsoft.com/office/drawing/2014/main" id="{2EC91573-EF96-494B-B483-37D91C2A1E28}"/>
                </a:ext>
              </a:extLst>
            </p:cNvPr>
            <p:cNvSpPr/>
            <p:nvPr/>
          </p:nvSpPr>
          <p:spPr>
            <a:xfrm>
              <a:off x="52745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8" name="타원 6377">
              <a:extLst>
                <a:ext uri="{FF2B5EF4-FFF2-40B4-BE49-F238E27FC236}">
                  <a16:creationId xmlns:a16="http://schemas.microsoft.com/office/drawing/2014/main" id="{2A35D2E3-FAD6-4995-8459-D9F103D9D2C5}"/>
                </a:ext>
              </a:extLst>
            </p:cNvPr>
            <p:cNvSpPr/>
            <p:nvPr/>
          </p:nvSpPr>
          <p:spPr>
            <a:xfrm>
              <a:off x="54269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9" name="타원 6378">
              <a:extLst>
                <a:ext uri="{FF2B5EF4-FFF2-40B4-BE49-F238E27FC236}">
                  <a16:creationId xmlns:a16="http://schemas.microsoft.com/office/drawing/2014/main" id="{7B6E3547-B10A-4E9B-A7B8-422F3D79CD11}"/>
                </a:ext>
              </a:extLst>
            </p:cNvPr>
            <p:cNvSpPr/>
            <p:nvPr/>
          </p:nvSpPr>
          <p:spPr>
            <a:xfrm>
              <a:off x="55793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0" name="타원 6379">
              <a:extLst>
                <a:ext uri="{FF2B5EF4-FFF2-40B4-BE49-F238E27FC236}">
                  <a16:creationId xmlns:a16="http://schemas.microsoft.com/office/drawing/2014/main" id="{7CC72D33-AAC4-4E3C-89D1-BB375C2840E9}"/>
                </a:ext>
              </a:extLst>
            </p:cNvPr>
            <p:cNvSpPr/>
            <p:nvPr/>
          </p:nvSpPr>
          <p:spPr>
            <a:xfrm>
              <a:off x="5731775" y="5636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1" name="타원 6380">
              <a:extLst>
                <a:ext uri="{FF2B5EF4-FFF2-40B4-BE49-F238E27FC236}">
                  <a16:creationId xmlns:a16="http://schemas.microsoft.com/office/drawing/2014/main" id="{F0CAA3D8-7F3D-4BF8-B0B8-1C37485AC423}"/>
                </a:ext>
              </a:extLst>
            </p:cNvPr>
            <p:cNvSpPr/>
            <p:nvPr/>
          </p:nvSpPr>
          <p:spPr>
            <a:xfrm>
              <a:off x="2453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2" name="타원 6381">
              <a:extLst>
                <a:ext uri="{FF2B5EF4-FFF2-40B4-BE49-F238E27FC236}">
                  <a16:creationId xmlns:a16="http://schemas.microsoft.com/office/drawing/2014/main" id="{E8AE87B0-7DDD-4C0C-8EF7-A4F5A28D4E49}"/>
                </a:ext>
              </a:extLst>
            </p:cNvPr>
            <p:cNvSpPr/>
            <p:nvPr/>
          </p:nvSpPr>
          <p:spPr>
            <a:xfrm>
              <a:off x="3977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3" name="타원 6382">
              <a:extLst>
                <a:ext uri="{FF2B5EF4-FFF2-40B4-BE49-F238E27FC236}">
                  <a16:creationId xmlns:a16="http://schemas.microsoft.com/office/drawing/2014/main" id="{4B3778F5-79BA-4589-B6AF-1B0F5826D55F}"/>
                </a:ext>
              </a:extLst>
            </p:cNvPr>
            <p:cNvSpPr/>
            <p:nvPr/>
          </p:nvSpPr>
          <p:spPr>
            <a:xfrm>
              <a:off x="5501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4" name="타원 6383">
              <a:extLst>
                <a:ext uri="{FF2B5EF4-FFF2-40B4-BE49-F238E27FC236}">
                  <a16:creationId xmlns:a16="http://schemas.microsoft.com/office/drawing/2014/main" id="{BE9BA10B-A8BC-4DDE-A8A1-CCEB6F7F4EC4}"/>
                </a:ext>
              </a:extLst>
            </p:cNvPr>
            <p:cNvSpPr/>
            <p:nvPr/>
          </p:nvSpPr>
          <p:spPr>
            <a:xfrm>
              <a:off x="7025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5" name="타원 6384">
              <a:extLst>
                <a:ext uri="{FF2B5EF4-FFF2-40B4-BE49-F238E27FC236}">
                  <a16:creationId xmlns:a16="http://schemas.microsoft.com/office/drawing/2014/main" id="{D9D37BE8-C1A0-4EEA-B13B-88AC602F369C}"/>
                </a:ext>
              </a:extLst>
            </p:cNvPr>
            <p:cNvSpPr/>
            <p:nvPr/>
          </p:nvSpPr>
          <p:spPr>
            <a:xfrm>
              <a:off x="8549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6" name="타원 6385">
              <a:extLst>
                <a:ext uri="{FF2B5EF4-FFF2-40B4-BE49-F238E27FC236}">
                  <a16:creationId xmlns:a16="http://schemas.microsoft.com/office/drawing/2014/main" id="{9B698E7D-22F0-4BFF-8D91-0451611B6171}"/>
                </a:ext>
              </a:extLst>
            </p:cNvPr>
            <p:cNvSpPr/>
            <p:nvPr/>
          </p:nvSpPr>
          <p:spPr>
            <a:xfrm>
              <a:off x="10073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7" name="타원 6386">
              <a:extLst>
                <a:ext uri="{FF2B5EF4-FFF2-40B4-BE49-F238E27FC236}">
                  <a16:creationId xmlns:a16="http://schemas.microsoft.com/office/drawing/2014/main" id="{B2C07998-6BC3-4169-9EF0-9BBC046EFB1D}"/>
                </a:ext>
              </a:extLst>
            </p:cNvPr>
            <p:cNvSpPr/>
            <p:nvPr/>
          </p:nvSpPr>
          <p:spPr>
            <a:xfrm>
              <a:off x="11597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8" name="타원 6387">
              <a:extLst>
                <a:ext uri="{FF2B5EF4-FFF2-40B4-BE49-F238E27FC236}">
                  <a16:creationId xmlns:a16="http://schemas.microsoft.com/office/drawing/2014/main" id="{CAE67A6F-EA04-4545-A2E0-A604F44C1BC6}"/>
                </a:ext>
              </a:extLst>
            </p:cNvPr>
            <p:cNvSpPr/>
            <p:nvPr/>
          </p:nvSpPr>
          <p:spPr>
            <a:xfrm>
              <a:off x="13121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9" name="타원 6388">
              <a:extLst>
                <a:ext uri="{FF2B5EF4-FFF2-40B4-BE49-F238E27FC236}">
                  <a16:creationId xmlns:a16="http://schemas.microsoft.com/office/drawing/2014/main" id="{C7DE749C-8045-4F2F-B137-0F3F1E694A5F}"/>
                </a:ext>
              </a:extLst>
            </p:cNvPr>
            <p:cNvSpPr/>
            <p:nvPr/>
          </p:nvSpPr>
          <p:spPr>
            <a:xfrm>
              <a:off x="14645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0" name="타원 6389">
              <a:extLst>
                <a:ext uri="{FF2B5EF4-FFF2-40B4-BE49-F238E27FC236}">
                  <a16:creationId xmlns:a16="http://schemas.microsoft.com/office/drawing/2014/main" id="{9CFE12D0-9CCB-4214-809F-70A9E0235D91}"/>
                </a:ext>
              </a:extLst>
            </p:cNvPr>
            <p:cNvSpPr/>
            <p:nvPr/>
          </p:nvSpPr>
          <p:spPr>
            <a:xfrm>
              <a:off x="16169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1" name="타원 6390">
              <a:extLst>
                <a:ext uri="{FF2B5EF4-FFF2-40B4-BE49-F238E27FC236}">
                  <a16:creationId xmlns:a16="http://schemas.microsoft.com/office/drawing/2014/main" id="{39A1B0C4-E66A-494D-BFBD-1444D940CB8F}"/>
                </a:ext>
              </a:extLst>
            </p:cNvPr>
            <p:cNvSpPr/>
            <p:nvPr/>
          </p:nvSpPr>
          <p:spPr>
            <a:xfrm>
              <a:off x="17693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2" name="타원 6391">
              <a:extLst>
                <a:ext uri="{FF2B5EF4-FFF2-40B4-BE49-F238E27FC236}">
                  <a16:creationId xmlns:a16="http://schemas.microsoft.com/office/drawing/2014/main" id="{89BB33B3-DCCF-46EF-9381-AF8D03BE6CDB}"/>
                </a:ext>
              </a:extLst>
            </p:cNvPr>
            <p:cNvSpPr/>
            <p:nvPr/>
          </p:nvSpPr>
          <p:spPr>
            <a:xfrm>
              <a:off x="19217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3" name="타원 6392">
              <a:extLst>
                <a:ext uri="{FF2B5EF4-FFF2-40B4-BE49-F238E27FC236}">
                  <a16:creationId xmlns:a16="http://schemas.microsoft.com/office/drawing/2014/main" id="{EF32386F-A63C-43B8-8C41-C6FBD1A5B896}"/>
                </a:ext>
              </a:extLst>
            </p:cNvPr>
            <p:cNvSpPr/>
            <p:nvPr/>
          </p:nvSpPr>
          <p:spPr>
            <a:xfrm>
              <a:off x="20741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4" name="타원 6393">
              <a:extLst>
                <a:ext uri="{FF2B5EF4-FFF2-40B4-BE49-F238E27FC236}">
                  <a16:creationId xmlns:a16="http://schemas.microsoft.com/office/drawing/2014/main" id="{EBD30F43-1DF6-4383-8FB8-07E232015C99}"/>
                </a:ext>
              </a:extLst>
            </p:cNvPr>
            <p:cNvSpPr/>
            <p:nvPr/>
          </p:nvSpPr>
          <p:spPr>
            <a:xfrm>
              <a:off x="22265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5" name="타원 6394">
              <a:extLst>
                <a:ext uri="{FF2B5EF4-FFF2-40B4-BE49-F238E27FC236}">
                  <a16:creationId xmlns:a16="http://schemas.microsoft.com/office/drawing/2014/main" id="{17EDB5B3-72D9-4C42-80D4-B869D447A74F}"/>
                </a:ext>
              </a:extLst>
            </p:cNvPr>
            <p:cNvSpPr/>
            <p:nvPr/>
          </p:nvSpPr>
          <p:spPr>
            <a:xfrm>
              <a:off x="23789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6" name="타원 6395">
              <a:extLst>
                <a:ext uri="{FF2B5EF4-FFF2-40B4-BE49-F238E27FC236}">
                  <a16:creationId xmlns:a16="http://schemas.microsoft.com/office/drawing/2014/main" id="{F82A90DC-BE89-48EA-BA19-EFA2BB9AAB36}"/>
                </a:ext>
              </a:extLst>
            </p:cNvPr>
            <p:cNvSpPr/>
            <p:nvPr/>
          </p:nvSpPr>
          <p:spPr>
            <a:xfrm>
              <a:off x="25313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7" name="타원 6396">
              <a:extLst>
                <a:ext uri="{FF2B5EF4-FFF2-40B4-BE49-F238E27FC236}">
                  <a16:creationId xmlns:a16="http://schemas.microsoft.com/office/drawing/2014/main" id="{407E7FD6-C57F-4BF4-82C6-02133AC05646}"/>
                </a:ext>
              </a:extLst>
            </p:cNvPr>
            <p:cNvSpPr/>
            <p:nvPr/>
          </p:nvSpPr>
          <p:spPr>
            <a:xfrm>
              <a:off x="26837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8" name="타원 6397">
              <a:extLst>
                <a:ext uri="{FF2B5EF4-FFF2-40B4-BE49-F238E27FC236}">
                  <a16:creationId xmlns:a16="http://schemas.microsoft.com/office/drawing/2014/main" id="{04CBB317-843E-46D5-B7E9-9B71A1822656}"/>
                </a:ext>
              </a:extLst>
            </p:cNvPr>
            <p:cNvSpPr/>
            <p:nvPr/>
          </p:nvSpPr>
          <p:spPr>
            <a:xfrm>
              <a:off x="28361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9" name="타원 6398">
              <a:extLst>
                <a:ext uri="{FF2B5EF4-FFF2-40B4-BE49-F238E27FC236}">
                  <a16:creationId xmlns:a16="http://schemas.microsoft.com/office/drawing/2014/main" id="{ED33A789-B04A-41C1-8CCE-3C75736B56E4}"/>
                </a:ext>
              </a:extLst>
            </p:cNvPr>
            <p:cNvSpPr/>
            <p:nvPr/>
          </p:nvSpPr>
          <p:spPr>
            <a:xfrm>
              <a:off x="29885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0" name="타원 6399">
              <a:extLst>
                <a:ext uri="{FF2B5EF4-FFF2-40B4-BE49-F238E27FC236}">
                  <a16:creationId xmlns:a16="http://schemas.microsoft.com/office/drawing/2014/main" id="{7A4B7552-D5C6-41EB-AF3E-71FB19DC1E4A}"/>
                </a:ext>
              </a:extLst>
            </p:cNvPr>
            <p:cNvSpPr/>
            <p:nvPr/>
          </p:nvSpPr>
          <p:spPr>
            <a:xfrm>
              <a:off x="31409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1" name="타원 6400">
              <a:extLst>
                <a:ext uri="{FF2B5EF4-FFF2-40B4-BE49-F238E27FC236}">
                  <a16:creationId xmlns:a16="http://schemas.microsoft.com/office/drawing/2014/main" id="{5139717F-0395-4DC3-ADCC-C33D53CAB8DC}"/>
                </a:ext>
              </a:extLst>
            </p:cNvPr>
            <p:cNvSpPr/>
            <p:nvPr/>
          </p:nvSpPr>
          <p:spPr>
            <a:xfrm>
              <a:off x="32933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2" name="타원 6401">
              <a:extLst>
                <a:ext uri="{FF2B5EF4-FFF2-40B4-BE49-F238E27FC236}">
                  <a16:creationId xmlns:a16="http://schemas.microsoft.com/office/drawing/2014/main" id="{1AB9823C-FC94-4D8C-BBEA-1296C6BD0443}"/>
                </a:ext>
              </a:extLst>
            </p:cNvPr>
            <p:cNvSpPr/>
            <p:nvPr/>
          </p:nvSpPr>
          <p:spPr>
            <a:xfrm>
              <a:off x="34457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3" name="타원 6402">
              <a:extLst>
                <a:ext uri="{FF2B5EF4-FFF2-40B4-BE49-F238E27FC236}">
                  <a16:creationId xmlns:a16="http://schemas.microsoft.com/office/drawing/2014/main" id="{35574F03-9EC5-4AC9-AEE4-B61DBDD49C7A}"/>
                </a:ext>
              </a:extLst>
            </p:cNvPr>
            <p:cNvSpPr/>
            <p:nvPr/>
          </p:nvSpPr>
          <p:spPr>
            <a:xfrm>
              <a:off x="35981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4" name="타원 6403">
              <a:extLst>
                <a:ext uri="{FF2B5EF4-FFF2-40B4-BE49-F238E27FC236}">
                  <a16:creationId xmlns:a16="http://schemas.microsoft.com/office/drawing/2014/main" id="{FCFFF3E4-D883-424D-895A-546441FF476A}"/>
                </a:ext>
              </a:extLst>
            </p:cNvPr>
            <p:cNvSpPr/>
            <p:nvPr/>
          </p:nvSpPr>
          <p:spPr>
            <a:xfrm>
              <a:off x="37505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5" name="타원 6404">
              <a:extLst>
                <a:ext uri="{FF2B5EF4-FFF2-40B4-BE49-F238E27FC236}">
                  <a16:creationId xmlns:a16="http://schemas.microsoft.com/office/drawing/2014/main" id="{462B0559-B263-49E9-B566-DC5BC532AF71}"/>
                </a:ext>
              </a:extLst>
            </p:cNvPr>
            <p:cNvSpPr/>
            <p:nvPr/>
          </p:nvSpPr>
          <p:spPr>
            <a:xfrm>
              <a:off x="39029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6" name="타원 6405">
              <a:extLst>
                <a:ext uri="{FF2B5EF4-FFF2-40B4-BE49-F238E27FC236}">
                  <a16:creationId xmlns:a16="http://schemas.microsoft.com/office/drawing/2014/main" id="{411BBE1F-871E-48A1-935B-F8B398B10D50}"/>
                </a:ext>
              </a:extLst>
            </p:cNvPr>
            <p:cNvSpPr/>
            <p:nvPr/>
          </p:nvSpPr>
          <p:spPr>
            <a:xfrm>
              <a:off x="40553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7" name="타원 6406">
              <a:extLst>
                <a:ext uri="{FF2B5EF4-FFF2-40B4-BE49-F238E27FC236}">
                  <a16:creationId xmlns:a16="http://schemas.microsoft.com/office/drawing/2014/main" id="{87C0D7EC-F8FE-453E-867D-BEF7E57DA43C}"/>
                </a:ext>
              </a:extLst>
            </p:cNvPr>
            <p:cNvSpPr/>
            <p:nvPr/>
          </p:nvSpPr>
          <p:spPr>
            <a:xfrm>
              <a:off x="42077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8" name="타원 6407">
              <a:extLst>
                <a:ext uri="{FF2B5EF4-FFF2-40B4-BE49-F238E27FC236}">
                  <a16:creationId xmlns:a16="http://schemas.microsoft.com/office/drawing/2014/main" id="{6A17EB1D-6B58-40DD-904F-AB03E87C36C0}"/>
                </a:ext>
              </a:extLst>
            </p:cNvPr>
            <p:cNvSpPr/>
            <p:nvPr/>
          </p:nvSpPr>
          <p:spPr>
            <a:xfrm>
              <a:off x="43601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9" name="타원 6408">
              <a:extLst>
                <a:ext uri="{FF2B5EF4-FFF2-40B4-BE49-F238E27FC236}">
                  <a16:creationId xmlns:a16="http://schemas.microsoft.com/office/drawing/2014/main" id="{A19A8C36-D666-4969-8517-B2DDE31221DD}"/>
                </a:ext>
              </a:extLst>
            </p:cNvPr>
            <p:cNvSpPr/>
            <p:nvPr/>
          </p:nvSpPr>
          <p:spPr>
            <a:xfrm>
              <a:off x="45125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0" name="타원 6409">
              <a:extLst>
                <a:ext uri="{FF2B5EF4-FFF2-40B4-BE49-F238E27FC236}">
                  <a16:creationId xmlns:a16="http://schemas.microsoft.com/office/drawing/2014/main" id="{C4498080-B2E2-4A46-89E4-F483C45A076F}"/>
                </a:ext>
              </a:extLst>
            </p:cNvPr>
            <p:cNvSpPr/>
            <p:nvPr/>
          </p:nvSpPr>
          <p:spPr>
            <a:xfrm>
              <a:off x="46649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1" name="타원 6410">
              <a:extLst>
                <a:ext uri="{FF2B5EF4-FFF2-40B4-BE49-F238E27FC236}">
                  <a16:creationId xmlns:a16="http://schemas.microsoft.com/office/drawing/2014/main" id="{D14C668B-9D48-4AFB-B29D-06A73FA130E4}"/>
                </a:ext>
              </a:extLst>
            </p:cNvPr>
            <p:cNvSpPr/>
            <p:nvPr/>
          </p:nvSpPr>
          <p:spPr>
            <a:xfrm>
              <a:off x="48173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2" name="타원 6411">
              <a:extLst>
                <a:ext uri="{FF2B5EF4-FFF2-40B4-BE49-F238E27FC236}">
                  <a16:creationId xmlns:a16="http://schemas.microsoft.com/office/drawing/2014/main" id="{19DFFE88-4780-4C69-8205-3E984EC72F90}"/>
                </a:ext>
              </a:extLst>
            </p:cNvPr>
            <p:cNvSpPr/>
            <p:nvPr/>
          </p:nvSpPr>
          <p:spPr>
            <a:xfrm>
              <a:off x="49697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3" name="타원 6412">
              <a:extLst>
                <a:ext uri="{FF2B5EF4-FFF2-40B4-BE49-F238E27FC236}">
                  <a16:creationId xmlns:a16="http://schemas.microsoft.com/office/drawing/2014/main" id="{F4A689B9-09D4-4BDF-9EB5-2814BCCE301F}"/>
                </a:ext>
              </a:extLst>
            </p:cNvPr>
            <p:cNvSpPr/>
            <p:nvPr/>
          </p:nvSpPr>
          <p:spPr>
            <a:xfrm>
              <a:off x="51221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4" name="타원 6413">
              <a:extLst>
                <a:ext uri="{FF2B5EF4-FFF2-40B4-BE49-F238E27FC236}">
                  <a16:creationId xmlns:a16="http://schemas.microsoft.com/office/drawing/2014/main" id="{71791A28-FCCF-4E5E-A744-0A8ED2FD7015}"/>
                </a:ext>
              </a:extLst>
            </p:cNvPr>
            <p:cNvSpPr/>
            <p:nvPr/>
          </p:nvSpPr>
          <p:spPr>
            <a:xfrm>
              <a:off x="52745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5" name="타원 6414">
              <a:extLst>
                <a:ext uri="{FF2B5EF4-FFF2-40B4-BE49-F238E27FC236}">
                  <a16:creationId xmlns:a16="http://schemas.microsoft.com/office/drawing/2014/main" id="{9700449F-959D-45E7-A4DF-6789C0865836}"/>
                </a:ext>
              </a:extLst>
            </p:cNvPr>
            <p:cNvSpPr/>
            <p:nvPr/>
          </p:nvSpPr>
          <p:spPr>
            <a:xfrm>
              <a:off x="54269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6" name="타원 6415">
              <a:extLst>
                <a:ext uri="{FF2B5EF4-FFF2-40B4-BE49-F238E27FC236}">
                  <a16:creationId xmlns:a16="http://schemas.microsoft.com/office/drawing/2014/main" id="{7DAB62EC-151D-4467-8D6F-C51966D0BF86}"/>
                </a:ext>
              </a:extLst>
            </p:cNvPr>
            <p:cNvSpPr/>
            <p:nvPr/>
          </p:nvSpPr>
          <p:spPr>
            <a:xfrm>
              <a:off x="55793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7" name="타원 6416">
              <a:extLst>
                <a:ext uri="{FF2B5EF4-FFF2-40B4-BE49-F238E27FC236}">
                  <a16:creationId xmlns:a16="http://schemas.microsoft.com/office/drawing/2014/main" id="{4C728CD0-AA73-45F4-B07A-7340AA43CE98}"/>
                </a:ext>
              </a:extLst>
            </p:cNvPr>
            <p:cNvSpPr/>
            <p:nvPr/>
          </p:nvSpPr>
          <p:spPr>
            <a:xfrm>
              <a:off x="5731775" y="5788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8" name="타원 6417">
              <a:extLst>
                <a:ext uri="{FF2B5EF4-FFF2-40B4-BE49-F238E27FC236}">
                  <a16:creationId xmlns:a16="http://schemas.microsoft.com/office/drawing/2014/main" id="{2DBB6FD6-91FE-4571-BB39-D1BB7566524E}"/>
                </a:ext>
              </a:extLst>
            </p:cNvPr>
            <p:cNvSpPr/>
            <p:nvPr/>
          </p:nvSpPr>
          <p:spPr>
            <a:xfrm>
              <a:off x="2453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9" name="타원 6418">
              <a:extLst>
                <a:ext uri="{FF2B5EF4-FFF2-40B4-BE49-F238E27FC236}">
                  <a16:creationId xmlns:a16="http://schemas.microsoft.com/office/drawing/2014/main" id="{279857F0-B1E0-445C-A3B8-79B50BF63897}"/>
                </a:ext>
              </a:extLst>
            </p:cNvPr>
            <p:cNvSpPr/>
            <p:nvPr/>
          </p:nvSpPr>
          <p:spPr>
            <a:xfrm>
              <a:off x="3977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0" name="타원 6419">
              <a:extLst>
                <a:ext uri="{FF2B5EF4-FFF2-40B4-BE49-F238E27FC236}">
                  <a16:creationId xmlns:a16="http://schemas.microsoft.com/office/drawing/2014/main" id="{60A9A80D-9CB8-4975-83A4-013EC0F06CCF}"/>
                </a:ext>
              </a:extLst>
            </p:cNvPr>
            <p:cNvSpPr/>
            <p:nvPr/>
          </p:nvSpPr>
          <p:spPr>
            <a:xfrm>
              <a:off x="5501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1" name="타원 6420">
              <a:extLst>
                <a:ext uri="{FF2B5EF4-FFF2-40B4-BE49-F238E27FC236}">
                  <a16:creationId xmlns:a16="http://schemas.microsoft.com/office/drawing/2014/main" id="{B45D96D8-F719-49C7-845F-A2F9E1609590}"/>
                </a:ext>
              </a:extLst>
            </p:cNvPr>
            <p:cNvSpPr/>
            <p:nvPr/>
          </p:nvSpPr>
          <p:spPr>
            <a:xfrm>
              <a:off x="7025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2" name="타원 6421">
              <a:extLst>
                <a:ext uri="{FF2B5EF4-FFF2-40B4-BE49-F238E27FC236}">
                  <a16:creationId xmlns:a16="http://schemas.microsoft.com/office/drawing/2014/main" id="{CC4E20DC-EBFA-4318-8B25-D094C2558982}"/>
                </a:ext>
              </a:extLst>
            </p:cNvPr>
            <p:cNvSpPr/>
            <p:nvPr/>
          </p:nvSpPr>
          <p:spPr>
            <a:xfrm>
              <a:off x="8549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3" name="타원 6422">
              <a:extLst>
                <a:ext uri="{FF2B5EF4-FFF2-40B4-BE49-F238E27FC236}">
                  <a16:creationId xmlns:a16="http://schemas.microsoft.com/office/drawing/2014/main" id="{73B1933D-4B33-4BA5-BAFA-D77AFC7FF542}"/>
                </a:ext>
              </a:extLst>
            </p:cNvPr>
            <p:cNvSpPr/>
            <p:nvPr/>
          </p:nvSpPr>
          <p:spPr>
            <a:xfrm>
              <a:off x="10073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4" name="타원 6423">
              <a:extLst>
                <a:ext uri="{FF2B5EF4-FFF2-40B4-BE49-F238E27FC236}">
                  <a16:creationId xmlns:a16="http://schemas.microsoft.com/office/drawing/2014/main" id="{9550A19A-4DA2-4720-9423-4229D6847AA3}"/>
                </a:ext>
              </a:extLst>
            </p:cNvPr>
            <p:cNvSpPr/>
            <p:nvPr/>
          </p:nvSpPr>
          <p:spPr>
            <a:xfrm>
              <a:off x="11597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5" name="타원 6424">
              <a:extLst>
                <a:ext uri="{FF2B5EF4-FFF2-40B4-BE49-F238E27FC236}">
                  <a16:creationId xmlns:a16="http://schemas.microsoft.com/office/drawing/2014/main" id="{906AF0D3-130D-4B72-8AD5-88805161F41D}"/>
                </a:ext>
              </a:extLst>
            </p:cNvPr>
            <p:cNvSpPr/>
            <p:nvPr/>
          </p:nvSpPr>
          <p:spPr>
            <a:xfrm>
              <a:off x="13121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6" name="타원 6425">
              <a:extLst>
                <a:ext uri="{FF2B5EF4-FFF2-40B4-BE49-F238E27FC236}">
                  <a16:creationId xmlns:a16="http://schemas.microsoft.com/office/drawing/2014/main" id="{F6C60D16-880F-47FD-85C8-2E8E70B0997A}"/>
                </a:ext>
              </a:extLst>
            </p:cNvPr>
            <p:cNvSpPr/>
            <p:nvPr/>
          </p:nvSpPr>
          <p:spPr>
            <a:xfrm>
              <a:off x="14645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7" name="타원 6426">
              <a:extLst>
                <a:ext uri="{FF2B5EF4-FFF2-40B4-BE49-F238E27FC236}">
                  <a16:creationId xmlns:a16="http://schemas.microsoft.com/office/drawing/2014/main" id="{73A2DAF4-A207-4CBD-8B15-63B715AC45A1}"/>
                </a:ext>
              </a:extLst>
            </p:cNvPr>
            <p:cNvSpPr/>
            <p:nvPr/>
          </p:nvSpPr>
          <p:spPr>
            <a:xfrm>
              <a:off x="16169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8" name="타원 6427">
              <a:extLst>
                <a:ext uri="{FF2B5EF4-FFF2-40B4-BE49-F238E27FC236}">
                  <a16:creationId xmlns:a16="http://schemas.microsoft.com/office/drawing/2014/main" id="{2CA567EB-8B6B-4B61-8A2A-BF4A0CACAB15}"/>
                </a:ext>
              </a:extLst>
            </p:cNvPr>
            <p:cNvSpPr/>
            <p:nvPr/>
          </p:nvSpPr>
          <p:spPr>
            <a:xfrm>
              <a:off x="17693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9" name="타원 6428">
              <a:extLst>
                <a:ext uri="{FF2B5EF4-FFF2-40B4-BE49-F238E27FC236}">
                  <a16:creationId xmlns:a16="http://schemas.microsoft.com/office/drawing/2014/main" id="{BE54FCB7-3E78-455F-BDD7-0C460AA85AB8}"/>
                </a:ext>
              </a:extLst>
            </p:cNvPr>
            <p:cNvSpPr/>
            <p:nvPr/>
          </p:nvSpPr>
          <p:spPr>
            <a:xfrm>
              <a:off x="19217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0" name="타원 6429">
              <a:extLst>
                <a:ext uri="{FF2B5EF4-FFF2-40B4-BE49-F238E27FC236}">
                  <a16:creationId xmlns:a16="http://schemas.microsoft.com/office/drawing/2014/main" id="{6923F09E-3097-4D3A-839E-7FF80A46A156}"/>
                </a:ext>
              </a:extLst>
            </p:cNvPr>
            <p:cNvSpPr/>
            <p:nvPr/>
          </p:nvSpPr>
          <p:spPr>
            <a:xfrm>
              <a:off x="20741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1" name="타원 6430">
              <a:extLst>
                <a:ext uri="{FF2B5EF4-FFF2-40B4-BE49-F238E27FC236}">
                  <a16:creationId xmlns:a16="http://schemas.microsoft.com/office/drawing/2014/main" id="{A2ADAD05-5691-42C9-AE04-06B4CC384504}"/>
                </a:ext>
              </a:extLst>
            </p:cNvPr>
            <p:cNvSpPr/>
            <p:nvPr/>
          </p:nvSpPr>
          <p:spPr>
            <a:xfrm>
              <a:off x="22265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2" name="타원 6431">
              <a:extLst>
                <a:ext uri="{FF2B5EF4-FFF2-40B4-BE49-F238E27FC236}">
                  <a16:creationId xmlns:a16="http://schemas.microsoft.com/office/drawing/2014/main" id="{F234F7C3-8DE0-4AF9-B6FB-EB1A73A8DA72}"/>
                </a:ext>
              </a:extLst>
            </p:cNvPr>
            <p:cNvSpPr/>
            <p:nvPr/>
          </p:nvSpPr>
          <p:spPr>
            <a:xfrm>
              <a:off x="23789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3" name="타원 6432">
              <a:extLst>
                <a:ext uri="{FF2B5EF4-FFF2-40B4-BE49-F238E27FC236}">
                  <a16:creationId xmlns:a16="http://schemas.microsoft.com/office/drawing/2014/main" id="{395E9782-B319-407C-9CF6-38D8B2A83648}"/>
                </a:ext>
              </a:extLst>
            </p:cNvPr>
            <p:cNvSpPr/>
            <p:nvPr/>
          </p:nvSpPr>
          <p:spPr>
            <a:xfrm>
              <a:off x="25313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4" name="타원 6433">
              <a:extLst>
                <a:ext uri="{FF2B5EF4-FFF2-40B4-BE49-F238E27FC236}">
                  <a16:creationId xmlns:a16="http://schemas.microsoft.com/office/drawing/2014/main" id="{CD8F0F97-BC93-4701-BD86-E8C06D439C3B}"/>
                </a:ext>
              </a:extLst>
            </p:cNvPr>
            <p:cNvSpPr/>
            <p:nvPr/>
          </p:nvSpPr>
          <p:spPr>
            <a:xfrm>
              <a:off x="26837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5" name="타원 6434">
              <a:extLst>
                <a:ext uri="{FF2B5EF4-FFF2-40B4-BE49-F238E27FC236}">
                  <a16:creationId xmlns:a16="http://schemas.microsoft.com/office/drawing/2014/main" id="{3BBCD778-E473-45C7-93C8-DD230EC6B5D0}"/>
                </a:ext>
              </a:extLst>
            </p:cNvPr>
            <p:cNvSpPr/>
            <p:nvPr/>
          </p:nvSpPr>
          <p:spPr>
            <a:xfrm>
              <a:off x="28361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6" name="타원 6435">
              <a:extLst>
                <a:ext uri="{FF2B5EF4-FFF2-40B4-BE49-F238E27FC236}">
                  <a16:creationId xmlns:a16="http://schemas.microsoft.com/office/drawing/2014/main" id="{683C2DE1-34A9-40A9-AE7E-8D003976E757}"/>
                </a:ext>
              </a:extLst>
            </p:cNvPr>
            <p:cNvSpPr/>
            <p:nvPr/>
          </p:nvSpPr>
          <p:spPr>
            <a:xfrm>
              <a:off x="29885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7" name="타원 6436">
              <a:extLst>
                <a:ext uri="{FF2B5EF4-FFF2-40B4-BE49-F238E27FC236}">
                  <a16:creationId xmlns:a16="http://schemas.microsoft.com/office/drawing/2014/main" id="{AB6BEBB9-139F-45A6-9450-1084CF6CB462}"/>
                </a:ext>
              </a:extLst>
            </p:cNvPr>
            <p:cNvSpPr/>
            <p:nvPr/>
          </p:nvSpPr>
          <p:spPr>
            <a:xfrm>
              <a:off x="31409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8" name="타원 6437">
              <a:extLst>
                <a:ext uri="{FF2B5EF4-FFF2-40B4-BE49-F238E27FC236}">
                  <a16:creationId xmlns:a16="http://schemas.microsoft.com/office/drawing/2014/main" id="{1BD90A09-444F-41CB-9EE2-DAC33771F0A5}"/>
                </a:ext>
              </a:extLst>
            </p:cNvPr>
            <p:cNvSpPr/>
            <p:nvPr/>
          </p:nvSpPr>
          <p:spPr>
            <a:xfrm>
              <a:off x="32933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9" name="타원 6438">
              <a:extLst>
                <a:ext uri="{FF2B5EF4-FFF2-40B4-BE49-F238E27FC236}">
                  <a16:creationId xmlns:a16="http://schemas.microsoft.com/office/drawing/2014/main" id="{3D910F8F-E6F5-423B-8F72-4FF327B19657}"/>
                </a:ext>
              </a:extLst>
            </p:cNvPr>
            <p:cNvSpPr/>
            <p:nvPr/>
          </p:nvSpPr>
          <p:spPr>
            <a:xfrm>
              <a:off x="34457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0" name="타원 6439">
              <a:extLst>
                <a:ext uri="{FF2B5EF4-FFF2-40B4-BE49-F238E27FC236}">
                  <a16:creationId xmlns:a16="http://schemas.microsoft.com/office/drawing/2014/main" id="{224D1452-29D8-43FC-8BA5-444B350D4911}"/>
                </a:ext>
              </a:extLst>
            </p:cNvPr>
            <p:cNvSpPr/>
            <p:nvPr/>
          </p:nvSpPr>
          <p:spPr>
            <a:xfrm>
              <a:off x="35981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1" name="타원 6440">
              <a:extLst>
                <a:ext uri="{FF2B5EF4-FFF2-40B4-BE49-F238E27FC236}">
                  <a16:creationId xmlns:a16="http://schemas.microsoft.com/office/drawing/2014/main" id="{E986B131-8A74-4994-8B6B-C0D5EA634C83}"/>
                </a:ext>
              </a:extLst>
            </p:cNvPr>
            <p:cNvSpPr/>
            <p:nvPr/>
          </p:nvSpPr>
          <p:spPr>
            <a:xfrm>
              <a:off x="37505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2" name="타원 6441">
              <a:extLst>
                <a:ext uri="{FF2B5EF4-FFF2-40B4-BE49-F238E27FC236}">
                  <a16:creationId xmlns:a16="http://schemas.microsoft.com/office/drawing/2014/main" id="{CF7E533E-4732-40D5-A2B8-9CC76DA5F29F}"/>
                </a:ext>
              </a:extLst>
            </p:cNvPr>
            <p:cNvSpPr/>
            <p:nvPr/>
          </p:nvSpPr>
          <p:spPr>
            <a:xfrm>
              <a:off x="39029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3" name="타원 6442">
              <a:extLst>
                <a:ext uri="{FF2B5EF4-FFF2-40B4-BE49-F238E27FC236}">
                  <a16:creationId xmlns:a16="http://schemas.microsoft.com/office/drawing/2014/main" id="{3B7D6C91-9174-4266-AC11-6981FAF4064E}"/>
                </a:ext>
              </a:extLst>
            </p:cNvPr>
            <p:cNvSpPr/>
            <p:nvPr/>
          </p:nvSpPr>
          <p:spPr>
            <a:xfrm>
              <a:off x="40553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4" name="타원 6443">
              <a:extLst>
                <a:ext uri="{FF2B5EF4-FFF2-40B4-BE49-F238E27FC236}">
                  <a16:creationId xmlns:a16="http://schemas.microsoft.com/office/drawing/2014/main" id="{26314156-1C08-480E-B938-19816741717F}"/>
                </a:ext>
              </a:extLst>
            </p:cNvPr>
            <p:cNvSpPr/>
            <p:nvPr/>
          </p:nvSpPr>
          <p:spPr>
            <a:xfrm>
              <a:off x="42077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5" name="타원 6444">
              <a:extLst>
                <a:ext uri="{FF2B5EF4-FFF2-40B4-BE49-F238E27FC236}">
                  <a16:creationId xmlns:a16="http://schemas.microsoft.com/office/drawing/2014/main" id="{C6246E44-8EF9-4085-A64B-9962ADF9A83F}"/>
                </a:ext>
              </a:extLst>
            </p:cNvPr>
            <p:cNvSpPr/>
            <p:nvPr/>
          </p:nvSpPr>
          <p:spPr>
            <a:xfrm>
              <a:off x="43601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6" name="타원 6445">
              <a:extLst>
                <a:ext uri="{FF2B5EF4-FFF2-40B4-BE49-F238E27FC236}">
                  <a16:creationId xmlns:a16="http://schemas.microsoft.com/office/drawing/2014/main" id="{6864EC07-397B-4F1C-A283-4B29E8CEAE73}"/>
                </a:ext>
              </a:extLst>
            </p:cNvPr>
            <p:cNvSpPr/>
            <p:nvPr/>
          </p:nvSpPr>
          <p:spPr>
            <a:xfrm>
              <a:off x="45125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7" name="타원 6446">
              <a:extLst>
                <a:ext uri="{FF2B5EF4-FFF2-40B4-BE49-F238E27FC236}">
                  <a16:creationId xmlns:a16="http://schemas.microsoft.com/office/drawing/2014/main" id="{BB83CCA7-25A2-4100-B84C-E12E3DA9E0E3}"/>
                </a:ext>
              </a:extLst>
            </p:cNvPr>
            <p:cNvSpPr/>
            <p:nvPr/>
          </p:nvSpPr>
          <p:spPr>
            <a:xfrm>
              <a:off x="46649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8" name="타원 6447">
              <a:extLst>
                <a:ext uri="{FF2B5EF4-FFF2-40B4-BE49-F238E27FC236}">
                  <a16:creationId xmlns:a16="http://schemas.microsoft.com/office/drawing/2014/main" id="{0DA1EBE9-A412-4AD4-AADF-D2238F27D8B7}"/>
                </a:ext>
              </a:extLst>
            </p:cNvPr>
            <p:cNvSpPr/>
            <p:nvPr/>
          </p:nvSpPr>
          <p:spPr>
            <a:xfrm>
              <a:off x="48173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9" name="타원 6448">
              <a:extLst>
                <a:ext uri="{FF2B5EF4-FFF2-40B4-BE49-F238E27FC236}">
                  <a16:creationId xmlns:a16="http://schemas.microsoft.com/office/drawing/2014/main" id="{3013DDCE-7A9D-43D7-BB98-FB4908FD5563}"/>
                </a:ext>
              </a:extLst>
            </p:cNvPr>
            <p:cNvSpPr/>
            <p:nvPr/>
          </p:nvSpPr>
          <p:spPr>
            <a:xfrm>
              <a:off x="49697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0" name="타원 6449">
              <a:extLst>
                <a:ext uri="{FF2B5EF4-FFF2-40B4-BE49-F238E27FC236}">
                  <a16:creationId xmlns:a16="http://schemas.microsoft.com/office/drawing/2014/main" id="{79B5F865-C53B-49F4-97E7-1BED24C88333}"/>
                </a:ext>
              </a:extLst>
            </p:cNvPr>
            <p:cNvSpPr/>
            <p:nvPr/>
          </p:nvSpPr>
          <p:spPr>
            <a:xfrm>
              <a:off x="51221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1" name="타원 6450">
              <a:extLst>
                <a:ext uri="{FF2B5EF4-FFF2-40B4-BE49-F238E27FC236}">
                  <a16:creationId xmlns:a16="http://schemas.microsoft.com/office/drawing/2014/main" id="{54B902DA-19D1-4A27-B965-6FE422C1EBBB}"/>
                </a:ext>
              </a:extLst>
            </p:cNvPr>
            <p:cNvSpPr/>
            <p:nvPr/>
          </p:nvSpPr>
          <p:spPr>
            <a:xfrm>
              <a:off x="52745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2" name="타원 6451">
              <a:extLst>
                <a:ext uri="{FF2B5EF4-FFF2-40B4-BE49-F238E27FC236}">
                  <a16:creationId xmlns:a16="http://schemas.microsoft.com/office/drawing/2014/main" id="{50CACF0C-45A5-404B-9897-D5221E41C494}"/>
                </a:ext>
              </a:extLst>
            </p:cNvPr>
            <p:cNvSpPr/>
            <p:nvPr/>
          </p:nvSpPr>
          <p:spPr>
            <a:xfrm>
              <a:off x="54269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3" name="타원 6452">
              <a:extLst>
                <a:ext uri="{FF2B5EF4-FFF2-40B4-BE49-F238E27FC236}">
                  <a16:creationId xmlns:a16="http://schemas.microsoft.com/office/drawing/2014/main" id="{F5573916-5844-4CB9-9819-B150D758E0B1}"/>
                </a:ext>
              </a:extLst>
            </p:cNvPr>
            <p:cNvSpPr/>
            <p:nvPr/>
          </p:nvSpPr>
          <p:spPr>
            <a:xfrm>
              <a:off x="55793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4" name="타원 6453">
              <a:extLst>
                <a:ext uri="{FF2B5EF4-FFF2-40B4-BE49-F238E27FC236}">
                  <a16:creationId xmlns:a16="http://schemas.microsoft.com/office/drawing/2014/main" id="{58336EB8-F68C-4099-9391-511BA1C75588}"/>
                </a:ext>
              </a:extLst>
            </p:cNvPr>
            <p:cNvSpPr/>
            <p:nvPr/>
          </p:nvSpPr>
          <p:spPr>
            <a:xfrm>
              <a:off x="5731775" y="5941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5" name="타원 6454">
              <a:extLst>
                <a:ext uri="{FF2B5EF4-FFF2-40B4-BE49-F238E27FC236}">
                  <a16:creationId xmlns:a16="http://schemas.microsoft.com/office/drawing/2014/main" id="{73E6DE1B-74BA-482F-A4F6-A9215FD50073}"/>
                </a:ext>
              </a:extLst>
            </p:cNvPr>
            <p:cNvSpPr/>
            <p:nvPr/>
          </p:nvSpPr>
          <p:spPr>
            <a:xfrm>
              <a:off x="2453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6" name="타원 6455">
              <a:extLst>
                <a:ext uri="{FF2B5EF4-FFF2-40B4-BE49-F238E27FC236}">
                  <a16:creationId xmlns:a16="http://schemas.microsoft.com/office/drawing/2014/main" id="{D734034B-5407-44A2-9C0A-B169CA762583}"/>
                </a:ext>
              </a:extLst>
            </p:cNvPr>
            <p:cNvSpPr/>
            <p:nvPr/>
          </p:nvSpPr>
          <p:spPr>
            <a:xfrm>
              <a:off x="3977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7" name="타원 6456">
              <a:extLst>
                <a:ext uri="{FF2B5EF4-FFF2-40B4-BE49-F238E27FC236}">
                  <a16:creationId xmlns:a16="http://schemas.microsoft.com/office/drawing/2014/main" id="{4A8FF6B1-0540-402F-868A-2834897F2F0B}"/>
                </a:ext>
              </a:extLst>
            </p:cNvPr>
            <p:cNvSpPr/>
            <p:nvPr/>
          </p:nvSpPr>
          <p:spPr>
            <a:xfrm>
              <a:off x="5501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8" name="타원 6457">
              <a:extLst>
                <a:ext uri="{FF2B5EF4-FFF2-40B4-BE49-F238E27FC236}">
                  <a16:creationId xmlns:a16="http://schemas.microsoft.com/office/drawing/2014/main" id="{5328374D-0898-49DE-BEF7-7EB6395F1E50}"/>
                </a:ext>
              </a:extLst>
            </p:cNvPr>
            <p:cNvSpPr/>
            <p:nvPr/>
          </p:nvSpPr>
          <p:spPr>
            <a:xfrm>
              <a:off x="7025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9" name="타원 6458">
              <a:extLst>
                <a:ext uri="{FF2B5EF4-FFF2-40B4-BE49-F238E27FC236}">
                  <a16:creationId xmlns:a16="http://schemas.microsoft.com/office/drawing/2014/main" id="{FB0FD68C-D8F6-4CB3-AF12-29E90919DD04}"/>
                </a:ext>
              </a:extLst>
            </p:cNvPr>
            <p:cNvSpPr/>
            <p:nvPr/>
          </p:nvSpPr>
          <p:spPr>
            <a:xfrm>
              <a:off x="8549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0" name="타원 6459">
              <a:extLst>
                <a:ext uri="{FF2B5EF4-FFF2-40B4-BE49-F238E27FC236}">
                  <a16:creationId xmlns:a16="http://schemas.microsoft.com/office/drawing/2014/main" id="{A27C965A-CD6F-4A8A-9850-505A2A205F30}"/>
                </a:ext>
              </a:extLst>
            </p:cNvPr>
            <p:cNvSpPr/>
            <p:nvPr/>
          </p:nvSpPr>
          <p:spPr>
            <a:xfrm>
              <a:off x="10073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1" name="타원 6460">
              <a:extLst>
                <a:ext uri="{FF2B5EF4-FFF2-40B4-BE49-F238E27FC236}">
                  <a16:creationId xmlns:a16="http://schemas.microsoft.com/office/drawing/2014/main" id="{163EC7AB-8284-4C03-8608-6ED7182D4B3F}"/>
                </a:ext>
              </a:extLst>
            </p:cNvPr>
            <p:cNvSpPr/>
            <p:nvPr/>
          </p:nvSpPr>
          <p:spPr>
            <a:xfrm>
              <a:off x="11597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2" name="타원 6461">
              <a:extLst>
                <a:ext uri="{FF2B5EF4-FFF2-40B4-BE49-F238E27FC236}">
                  <a16:creationId xmlns:a16="http://schemas.microsoft.com/office/drawing/2014/main" id="{E84C9C2F-681E-48B7-9F2A-DD28503B8425}"/>
                </a:ext>
              </a:extLst>
            </p:cNvPr>
            <p:cNvSpPr/>
            <p:nvPr/>
          </p:nvSpPr>
          <p:spPr>
            <a:xfrm>
              <a:off x="13121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3" name="타원 6462">
              <a:extLst>
                <a:ext uri="{FF2B5EF4-FFF2-40B4-BE49-F238E27FC236}">
                  <a16:creationId xmlns:a16="http://schemas.microsoft.com/office/drawing/2014/main" id="{DD5E352A-91FE-4382-87AA-B8096704FE7E}"/>
                </a:ext>
              </a:extLst>
            </p:cNvPr>
            <p:cNvSpPr/>
            <p:nvPr/>
          </p:nvSpPr>
          <p:spPr>
            <a:xfrm>
              <a:off x="14645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4" name="타원 6463">
              <a:extLst>
                <a:ext uri="{FF2B5EF4-FFF2-40B4-BE49-F238E27FC236}">
                  <a16:creationId xmlns:a16="http://schemas.microsoft.com/office/drawing/2014/main" id="{B2D60A4B-1C45-4A48-83FF-93396EF4B373}"/>
                </a:ext>
              </a:extLst>
            </p:cNvPr>
            <p:cNvSpPr/>
            <p:nvPr/>
          </p:nvSpPr>
          <p:spPr>
            <a:xfrm>
              <a:off x="16169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5" name="타원 6464">
              <a:extLst>
                <a:ext uri="{FF2B5EF4-FFF2-40B4-BE49-F238E27FC236}">
                  <a16:creationId xmlns:a16="http://schemas.microsoft.com/office/drawing/2014/main" id="{338B5B23-C7A5-4AE2-8C4A-C4D8CB3D4FA6}"/>
                </a:ext>
              </a:extLst>
            </p:cNvPr>
            <p:cNvSpPr/>
            <p:nvPr/>
          </p:nvSpPr>
          <p:spPr>
            <a:xfrm>
              <a:off x="17693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6" name="타원 6465">
              <a:extLst>
                <a:ext uri="{FF2B5EF4-FFF2-40B4-BE49-F238E27FC236}">
                  <a16:creationId xmlns:a16="http://schemas.microsoft.com/office/drawing/2014/main" id="{570DDF8E-62CE-46A7-B445-EB59C1D60E7C}"/>
                </a:ext>
              </a:extLst>
            </p:cNvPr>
            <p:cNvSpPr/>
            <p:nvPr/>
          </p:nvSpPr>
          <p:spPr>
            <a:xfrm>
              <a:off x="19217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7" name="타원 6466">
              <a:extLst>
                <a:ext uri="{FF2B5EF4-FFF2-40B4-BE49-F238E27FC236}">
                  <a16:creationId xmlns:a16="http://schemas.microsoft.com/office/drawing/2014/main" id="{E769C9FE-CE12-4A05-9E93-E32418F31E73}"/>
                </a:ext>
              </a:extLst>
            </p:cNvPr>
            <p:cNvSpPr/>
            <p:nvPr/>
          </p:nvSpPr>
          <p:spPr>
            <a:xfrm>
              <a:off x="20741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8" name="타원 6467">
              <a:extLst>
                <a:ext uri="{FF2B5EF4-FFF2-40B4-BE49-F238E27FC236}">
                  <a16:creationId xmlns:a16="http://schemas.microsoft.com/office/drawing/2014/main" id="{2A41B9CF-9430-43A2-84A8-D6C857663699}"/>
                </a:ext>
              </a:extLst>
            </p:cNvPr>
            <p:cNvSpPr/>
            <p:nvPr/>
          </p:nvSpPr>
          <p:spPr>
            <a:xfrm>
              <a:off x="22265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9" name="타원 6468">
              <a:extLst>
                <a:ext uri="{FF2B5EF4-FFF2-40B4-BE49-F238E27FC236}">
                  <a16:creationId xmlns:a16="http://schemas.microsoft.com/office/drawing/2014/main" id="{DCD59FAE-9569-454C-8FCA-1A83DC5456C4}"/>
                </a:ext>
              </a:extLst>
            </p:cNvPr>
            <p:cNvSpPr/>
            <p:nvPr/>
          </p:nvSpPr>
          <p:spPr>
            <a:xfrm>
              <a:off x="23789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0" name="타원 6469">
              <a:extLst>
                <a:ext uri="{FF2B5EF4-FFF2-40B4-BE49-F238E27FC236}">
                  <a16:creationId xmlns:a16="http://schemas.microsoft.com/office/drawing/2014/main" id="{24012B5B-5B6C-4ADC-AB3F-4016DADCB978}"/>
                </a:ext>
              </a:extLst>
            </p:cNvPr>
            <p:cNvSpPr/>
            <p:nvPr/>
          </p:nvSpPr>
          <p:spPr>
            <a:xfrm>
              <a:off x="25313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1" name="타원 6470">
              <a:extLst>
                <a:ext uri="{FF2B5EF4-FFF2-40B4-BE49-F238E27FC236}">
                  <a16:creationId xmlns:a16="http://schemas.microsoft.com/office/drawing/2014/main" id="{CECFADC5-C93D-426F-A6CA-DDCCF6C97DD1}"/>
                </a:ext>
              </a:extLst>
            </p:cNvPr>
            <p:cNvSpPr/>
            <p:nvPr/>
          </p:nvSpPr>
          <p:spPr>
            <a:xfrm>
              <a:off x="26837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2" name="타원 6471">
              <a:extLst>
                <a:ext uri="{FF2B5EF4-FFF2-40B4-BE49-F238E27FC236}">
                  <a16:creationId xmlns:a16="http://schemas.microsoft.com/office/drawing/2014/main" id="{342E3F15-A4B4-448A-A211-E0A35263C442}"/>
                </a:ext>
              </a:extLst>
            </p:cNvPr>
            <p:cNvSpPr/>
            <p:nvPr/>
          </p:nvSpPr>
          <p:spPr>
            <a:xfrm>
              <a:off x="28361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3" name="타원 6472">
              <a:extLst>
                <a:ext uri="{FF2B5EF4-FFF2-40B4-BE49-F238E27FC236}">
                  <a16:creationId xmlns:a16="http://schemas.microsoft.com/office/drawing/2014/main" id="{A77B665D-F8DA-4E1C-B7CF-390F011E3BA2}"/>
                </a:ext>
              </a:extLst>
            </p:cNvPr>
            <p:cNvSpPr/>
            <p:nvPr/>
          </p:nvSpPr>
          <p:spPr>
            <a:xfrm>
              <a:off x="29885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4" name="타원 6473">
              <a:extLst>
                <a:ext uri="{FF2B5EF4-FFF2-40B4-BE49-F238E27FC236}">
                  <a16:creationId xmlns:a16="http://schemas.microsoft.com/office/drawing/2014/main" id="{492D01BB-BDE1-4FC1-BF8E-5DF50F98D10A}"/>
                </a:ext>
              </a:extLst>
            </p:cNvPr>
            <p:cNvSpPr/>
            <p:nvPr/>
          </p:nvSpPr>
          <p:spPr>
            <a:xfrm>
              <a:off x="31409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5" name="타원 6474">
              <a:extLst>
                <a:ext uri="{FF2B5EF4-FFF2-40B4-BE49-F238E27FC236}">
                  <a16:creationId xmlns:a16="http://schemas.microsoft.com/office/drawing/2014/main" id="{15DC6360-313A-4784-8BE6-20CA6258279E}"/>
                </a:ext>
              </a:extLst>
            </p:cNvPr>
            <p:cNvSpPr/>
            <p:nvPr/>
          </p:nvSpPr>
          <p:spPr>
            <a:xfrm>
              <a:off x="32933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6" name="타원 6475">
              <a:extLst>
                <a:ext uri="{FF2B5EF4-FFF2-40B4-BE49-F238E27FC236}">
                  <a16:creationId xmlns:a16="http://schemas.microsoft.com/office/drawing/2014/main" id="{2A82D920-843B-46EC-8A48-BA7AD682EC00}"/>
                </a:ext>
              </a:extLst>
            </p:cNvPr>
            <p:cNvSpPr/>
            <p:nvPr/>
          </p:nvSpPr>
          <p:spPr>
            <a:xfrm>
              <a:off x="34457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7" name="타원 6476">
              <a:extLst>
                <a:ext uri="{FF2B5EF4-FFF2-40B4-BE49-F238E27FC236}">
                  <a16:creationId xmlns:a16="http://schemas.microsoft.com/office/drawing/2014/main" id="{2BD496E5-C913-4B86-9D61-ADFD60568596}"/>
                </a:ext>
              </a:extLst>
            </p:cNvPr>
            <p:cNvSpPr/>
            <p:nvPr/>
          </p:nvSpPr>
          <p:spPr>
            <a:xfrm>
              <a:off x="35981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8" name="타원 6477">
              <a:extLst>
                <a:ext uri="{FF2B5EF4-FFF2-40B4-BE49-F238E27FC236}">
                  <a16:creationId xmlns:a16="http://schemas.microsoft.com/office/drawing/2014/main" id="{8CE1674A-90DC-4D79-8BD7-ED5EC2AD8430}"/>
                </a:ext>
              </a:extLst>
            </p:cNvPr>
            <p:cNvSpPr/>
            <p:nvPr/>
          </p:nvSpPr>
          <p:spPr>
            <a:xfrm>
              <a:off x="37505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9" name="타원 6478">
              <a:extLst>
                <a:ext uri="{FF2B5EF4-FFF2-40B4-BE49-F238E27FC236}">
                  <a16:creationId xmlns:a16="http://schemas.microsoft.com/office/drawing/2014/main" id="{11F0ABEB-D4C4-4D29-BAE4-EB503D917894}"/>
                </a:ext>
              </a:extLst>
            </p:cNvPr>
            <p:cNvSpPr/>
            <p:nvPr/>
          </p:nvSpPr>
          <p:spPr>
            <a:xfrm>
              <a:off x="39029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0" name="타원 6479">
              <a:extLst>
                <a:ext uri="{FF2B5EF4-FFF2-40B4-BE49-F238E27FC236}">
                  <a16:creationId xmlns:a16="http://schemas.microsoft.com/office/drawing/2014/main" id="{2AD7975A-9C68-4B06-8B97-35E4DDA2B27C}"/>
                </a:ext>
              </a:extLst>
            </p:cNvPr>
            <p:cNvSpPr/>
            <p:nvPr/>
          </p:nvSpPr>
          <p:spPr>
            <a:xfrm>
              <a:off x="40553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1" name="타원 6480">
              <a:extLst>
                <a:ext uri="{FF2B5EF4-FFF2-40B4-BE49-F238E27FC236}">
                  <a16:creationId xmlns:a16="http://schemas.microsoft.com/office/drawing/2014/main" id="{8CCAA98B-E963-4A2D-A5C8-6BFE0F98D465}"/>
                </a:ext>
              </a:extLst>
            </p:cNvPr>
            <p:cNvSpPr/>
            <p:nvPr/>
          </p:nvSpPr>
          <p:spPr>
            <a:xfrm>
              <a:off x="42077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2" name="타원 6481">
              <a:extLst>
                <a:ext uri="{FF2B5EF4-FFF2-40B4-BE49-F238E27FC236}">
                  <a16:creationId xmlns:a16="http://schemas.microsoft.com/office/drawing/2014/main" id="{7DD0A039-C8B9-4EE0-8704-E737FB420291}"/>
                </a:ext>
              </a:extLst>
            </p:cNvPr>
            <p:cNvSpPr/>
            <p:nvPr/>
          </p:nvSpPr>
          <p:spPr>
            <a:xfrm>
              <a:off x="43601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3" name="타원 6482">
              <a:extLst>
                <a:ext uri="{FF2B5EF4-FFF2-40B4-BE49-F238E27FC236}">
                  <a16:creationId xmlns:a16="http://schemas.microsoft.com/office/drawing/2014/main" id="{ABEB40E2-3B94-4A37-A847-FCE438036DD2}"/>
                </a:ext>
              </a:extLst>
            </p:cNvPr>
            <p:cNvSpPr/>
            <p:nvPr/>
          </p:nvSpPr>
          <p:spPr>
            <a:xfrm>
              <a:off x="45125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4" name="타원 6483">
              <a:extLst>
                <a:ext uri="{FF2B5EF4-FFF2-40B4-BE49-F238E27FC236}">
                  <a16:creationId xmlns:a16="http://schemas.microsoft.com/office/drawing/2014/main" id="{B0CFEB1C-8EF1-401C-8D7A-1F2934C2D9E2}"/>
                </a:ext>
              </a:extLst>
            </p:cNvPr>
            <p:cNvSpPr/>
            <p:nvPr/>
          </p:nvSpPr>
          <p:spPr>
            <a:xfrm>
              <a:off x="46649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5" name="타원 6484">
              <a:extLst>
                <a:ext uri="{FF2B5EF4-FFF2-40B4-BE49-F238E27FC236}">
                  <a16:creationId xmlns:a16="http://schemas.microsoft.com/office/drawing/2014/main" id="{A1CB814E-3252-47B4-93CA-080E88E5AA26}"/>
                </a:ext>
              </a:extLst>
            </p:cNvPr>
            <p:cNvSpPr/>
            <p:nvPr/>
          </p:nvSpPr>
          <p:spPr>
            <a:xfrm>
              <a:off x="48173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6" name="타원 6485">
              <a:extLst>
                <a:ext uri="{FF2B5EF4-FFF2-40B4-BE49-F238E27FC236}">
                  <a16:creationId xmlns:a16="http://schemas.microsoft.com/office/drawing/2014/main" id="{E549FCBD-9137-4D64-90FC-6B39EF941A65}"/>
                </a:ext>
              </a:extLst>
            </p:cNvPr>
            <p:cNvSpPr/>
            <p:nvPr/>
          </p:nvSpPr>
          <p:spPr>
            <a:xfrm>
              <a:off x="49697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7" name="타원 6486">
              <a:extLst>
                <a:ext uri="{FF2B5EF4-FFF2-40B4-BE49-F238E27FC236}">
                  <a16:creationId xmlns:a16="http://schemas.microsoft.com/office/drawing/2014/main" id="{739D2231-48D3-4FC4-B533-13C49DFC997E}"/>
                </a:ext>
              </a:extLst>
            </p:cNvPr>
            <p:cNvSpPr/>
            <p:nvPr/>
          </p:nvSpPr>
          <p:spPr>
            <a:xfrm>
              <a:off x="51221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8" name="타원 6487">
              <a:extLst>
                <a:ext uri="{FF2B5EF4-FFF2-40B4-BE49-F238E27FC236}">
                  <a16:creationId xmlns:a16="http://schemas.microsoft.com/office/drawing/2014/main" id="{DD278692-B4A9-469D-B68E-B20C602E141B}"/>
                </a:ext>
              </a:extLst>
            </p:cNvPr>
            <p:cNvSpPr/>
            <p:nvPr/>
          </p:nvSpPr>
          <p:spPr>
            <a:xfrm>
              <a:off x="52745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9" name="타원 6488">
              <a:extLst>
                <a:ext uri="{FF2B5EF4-FFF2-40B4-BE49-F238E27FC236}">
                  <a16:creationId xmlns:a16="http://schemas.microsoft.com/office/drawing/2014/main" id="{EC225155-909B-43F9-A483-9CD114A67A25}"/>
                </a:ext>
              </a:extLst>
            </p:cNvPr>
            <p:cNvSpPr/>
            <p:nvPr/>
          </p:nvSpPr>
          <p:spPr>
            <a:xfrm>
              <a:off x="54269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0" name="타원 6489">
              <a:extLst>
                <a:ext uri="{FF2B5EF4-FFF2-40B4-BE49-F238E27FC236}">
                  <a16:creationId xmlns:a16="http://schemas.microsoft.com/office/drawing/2014/main" id="{EF7B12F2-3875-4985-B3AA-0D5B79451F42}"/>
                </a:ext>
              </a:extLst>
            </p:cNvPr>
            <p:cNvSpPr/>
            <p:nvPr/>
          </p:nvSpPr>
          <p:spPr>
            <a:xfrm>
              <a:off x="55793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1" name="타원 6490">
              <a:extLst>
                <a:ext uri="{FF2B5EF4-FFF2-40B4-BE49-F238E27FC236}">
                  <a16:creationId xmlns:a16="http://schemas.microsoft.com/office/drawing/2014/main" id="{C585E826-3D4E-48C3-885C-636931F83490}"/>
                </a:ext>
              </a:extLst>
            </p:cNvPr>
            <p:cNvSpPr/>
            <p:nvPr/>
          </p:nvSpPr>
          <p:spPr>
            <a:xfrm>
              <a:off x="5731775" y="6093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2" name="타원 6491">
              <a:extLst>
                <a:ext uri="{FF2B5EF4-FFF2-40B4-BE49-F238E27FC236}">
                  <a16:creationId xmlns:a16="http://schemas.microsoft.com/office/drawing/2014/main" id="{897B250A-2B78-4344-8AAD-4D84D3F59039}"/>
                </a:ext>
              </a:extLst>
            </p:cNvPr>
            <p:cNvSpPr/>
            <p:nvPr/>
          </p:nvSpPr>
          <p:spPr>
            <a:xfrm>
              <a:off x="2453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3" name="타원 6492">
              <a:extLst>
                <a:ext uri="{FF2B5EF4-FFF2-40B4-BE49-F238E27FC236}">
                  <a16:creationId xmlns:a16="http://schemas.microsoft.com/office/drawing/2014/main" id="{D528B779-5B44-4976-B4B3-D20A72570325}"/>
                </a:ext>
              </a:extLst>
            </p:cNvPr>
            <p:cNvSpPr/>
            <p:nvPr/>
          </p:nvSpPr>
          <p:spPr>
            <a:xfrm>
              <a:off x="3977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4" name="타원 6493">
              <a:extLst>
                <a:ext uri="{FF2B5EF4-FFF2-40B4-BE49-F238E27FC236}">
                  <a16:creationId xmlns:a16="http://schemas.microsoft.com/office/drawing/2014/main" id="{5FDF247E-FA75-42FF-8A19-1B62AB4059C2}"/>
                </a:ext>
              </a:extLst>
            </p:cNvPr>
            <p:cNvSpPr/>
            <p:nvPr/>
          </p:nvSpPr>
          <p:spPr>
            <a:xfrm>
              <a:off x="5501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5" name="타원 6494">
              <a:extLst>
                <a:ext uri="{FF2B5EF4-FFF2-40B4-BE49-F238E27FC236}">
                  <a16:creationId xmlns:a16="http://schemas.microsoft.com/office/drawing/2014/main" id="{6F2A8664-C4D8-4BD1-89B6-F67B7E1DFDA9}"/>
                </a:ext>
              </a:extLst>
            </p:cNvPr>
            <p:cNvSpPr/>
            <p:nvPr/>
          </p:nvSpPr>
          <p:spPr>
            <a:xfrm>
              <a:off x="7025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6" name="타원 6495">
              <a:extLst>
                <a:ext uri="{FF2B5EF4-FFF2-40B4-BE49-F238E27FC236}">
                  <a16:creationId xmlns:a16="http://schemas.microsoft.com/office/drawing/2014/main" id="{333DC16B-CCA1-4A29-9594-471B940379E5}"/>
                </a:ext>
              </a:extLst>
            </p:cNvPr>
            <p:cNvSpPr/>
            <p:nvPr/>
          </p:nvSpPr>
          <p:spPr>
            <a:xfrm>
              <a:off x="8549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7" name="타원 6496">
              <a:extLst>
                <a:ext uri="{FF2B5EF4-FFF2-40B4-BE49-F238E27FC236}">
                  <a16:creationId xmlns:a16="http://schemas.microsoft.com/office/drawing/2014/main" id="{0AB31F64-0B49-42FD-889C-DC3925F965A1}"/>
                </a:ext>
              </a:extLst>
            </p:cNvPr>
            <p:cNvSpPr/>
            <p:nvPr/>
          </p:nvSpPr>
          <p:spPr>
            <a:xfrm>
              <a:off x="10073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8" name="타원 6497">
              <a:extLst>
                <a:ext uri="{FF2B5EF4-FFF2-40B4-BE49-F238E27FC236}">
                  <a16:creationId xmlns:a16="http://schemas.microsoft.com/office/drawing/2014/main" id="{DD653D4D-D329-4CEF-A5FB-C450AD4154E6}"/>
                </a:ext>
              </a:extLst>
            </p:cNvPr>
            <p:cNvSpPr/>
            <p:nvPr/>
          </p:nvSpPr>
          <p:spPr>
            <a:xfrm>
              <a:off x="11597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9" name="타원 6498">
              <a:extLst>
                <a:ext uri="{FF2B5EF4-FFF2-40B4-BE49-F238E27FC236}">
                  <a16:creationId xmlns:a16="http://schemas.microsoft.com/office/drawing/2014/main" id="{9CD6A1FB-0C74-4EF4-8A43-C319457E507C}"/>
                </a:ext>
              </a:extLst>
            </p:cNvPr>
            <p:cNvSpPr/>
            <p:nvPr/>
          </p:nvSpPr>
          <p:spPr>
            <a:xfrm>
              <a:off x="13121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0" name="타원 6499">
              <a:extLst>
                <a:ext uri="{FF2B5EF4-FFF2-40B4-BE49-F238E27FC236}">
                  <a16:creationId xmlns:a16="http://schemas.microsoft.com/office/drawing/2014/main" id="{0871EE01-7980-4004-8BF8-3636FE4DB108}"/>
                </a:ext>
              </a:extLst>
            </p:cNvPr>
            <p:cNvSpPr/>
            <p:nvPr/>
          </p:nvSpPr>
          <p:spPr>
            <a:xfrm>
              <a:off x="14645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1" name="타원 6500">
              <a:extLst>
                <a:ext uri="{FF2B5EF4-FFF2-40B4-BE49-F238E27FC236}">
                  <a16:creationId xmlns:a16="http://schemas.microsoft.com/office/drawing/2014/main" id="{BA4F2346-B818-4125-95E3-71B33D689422}"/>
                </a:ext>
              </a:extLst>
            </p:cNvPr>
            <p:cNvSpPr/>
            <p:nvPr/>
          </p:nvSpPr>
          <p:spPr>
            <a:xfrm>
              <a:off x="16169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2" name="타원 6501">
              <a:extLst>
                <a:ext uri="{FF2B5EF4-FFF2-40B4-BE49-F238E27FC236}">
                  <a16:creationId xmlns:a16="http://schemas.microsoft.com/office/drawing/2014/main" id="{04A566EE-039F-49DD-B156-12966A1B4CAB}"/>
                </a:ext>
              </a:extLst>
            </p:cNvPr>
            <p:cNvSpPr/>
            <p:nvPr/>
          </p:nvSpPr>
          <p:spPr>
            <a:xfrm>
              <a:off x="17693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3" name="타원 6502">
              <a:extLst>
                <a:ext uri="{FF2B5EF4-FFF2-40B4-BE49-F238E27FC236}">
                  <a16:creationId xmlns:a16="http://schemas.microsoft.com/office/drawing/2014/main" id="{AAF9887F-C762-4AB6-B6E2-9DFA3214E2A5}"/>
                </a:ext>
              </a:extLst>
            </p:cNvPr>
            <p:cNvSpPr/>
            <p:nvPr/>
          </p:nvSpPr>
          <p:spPr>
            <a:xfrm>
              <a:off x="19217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4" name="타원 6503">
              <a:extLst>
                <a:ext uri="{FF2B5EF4-FFF2-40B4-BE49-F238E27FC236}">
                  <a16:creationId xmlns:a16="http://schemas.microsoft.com/office/drawing/2014/main" id="{30C0AFE6-9B2C-4113-8CE4-F06708DCE614}"/>
                </a:ext>
              </a:extLst>
            </p:cNvPr>
            <p:cNvSpPr/>
            <p:nvPr/>
          </p:nvSpPr>
          <p:spPr>
            <a:xfrm>
              <a:off x="20741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5" name="타원 6504">
              <a:extLst>
                <a:ext uri="{FF2B5EF4-FFF2-40B4-BE49-F238E27FC236}">
                  <a16:creationId xmlns:a16="http://schemas.microsoft.com/office/drawing/2014/main" id="{F2354978-1566-4BC6-AB29-32929D531104}"/>
                </a:ext>
              </a:extLst>
            </p:cNvPr>
            <p:cNvSpPr/>
            <p:nvPr/>
          </p:nvSpPr>
          <p:spPr>
            <a:xfrm>
              <a:off x="22265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6" name="타원 6505">
              <a:extLst>
                <a:ext uri="{FF2B5EF4-FFF2-40B4-BE49-F238E27FC236}">
                  <a16:creationId xmlns:a16="http://schemas.microsoft.com/office/drawing/2014/main" id="{6A9AD13E-6913-4DEB-A47D-7CB181545650}"/>
                </a:ext>
              </a:extLst>
            </p:cNvPr>
            <p:cNvSpPr/>
            <p:nvPr/>
          </p:nvSpPr>
          <p:spPr>
            <a:xfrm>
              <a:off x="23789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7" name="타원 6506">
              <a:extLst>
                <a:ext uri="{FF2B5EF4-FFF2-40B4-BE49-F238E27FC236}">
                  <a16:creationId xmlns:a16="http://schemas.microsoft.com/office/drawing/2014/main" id="{5FC371DE-7444-4B9A-B919-E8B1B062020E}"/>
                </a:ext>
              </a:extLst>
            </p:cNvPr>
            <p:cNvSpPr/>
            <p:nvPr/>
          </p:nvSpPr>
          <p:spPr>
            <a:xfrm>
              <a:off x="25313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8" name="타원 6507">
              <a:extLst>
                <a:ext uri="{FF2B5EF4-FFF2-40B4-BE49-F238E27FC236}">
                  <a16:creationId xmlns:a16="http://schemas.microsoft.com/office/drawing/2014/main" id="{B6A0F0D2-8748-4C43-982D-47E195E7AB0C}"/>
                </a:ext>
              </a:extLst>
            </p:cNvPr>
            <p:cNvSpPr/>
            <p:nvPr/>
          </p:nvSpPr>
          <p:spPr>
            <a:xfrm>
              <a:off x="26837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9" name="타원 6508">
              <a:extLst>
                <a:ext uri="{FF2B5EF4-FFF2-40B4-BE49-F238E27FC236}">
                  <a16:creationId xmlns:a16="http://schemas.microsoft.com/office/drawing/2014/main" id="{7A9E14A8-86B3-411A-BF60-9086CEC55E2C}"/>
                </a:ext>
              </a:extLst>
            </p:cNvPr>
            <p:cNvSpPr/>
            <p:nvPr/>
          </p:nvSpPr>
          <p:spPr>
            <a:xfrm>
              <a:off x="28361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0" name="타원 6509">
              <a:extLst>
                <a:ext uri="{FF2B5EF4-FFF2-40B4-BE49-F238E27FC236}">
                  <a16:creationId xmlns:a16="http://schemas.microsoft.com/office/drawing/2014/main" id="{56D7AD93-69D1-4B92-B607-5FC80BCECDCC}"/>
                </a:ext>
              </a:extLst>
            </p:cNvPr>
            <p:cNvSpPr/>
            <p:nvPr/>
          </p:nvSpPr>
          <p:spPr>
            <a:xfrm>
              <a:off x="29885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1" name="타원 6510">
              <a:extLst>
                <a:ext uri="{FF2B5EF4-FFF2-40B4-BE49-F238E27FC236}">
                  <a16:creationId xmlns:a16="http://schemas.microsoft.com/office/drawing/2014/main" id="{D511A42E-13E2-4015-9C8B-D595536AC516}"/>
                </a:ext>
              </a:extLst>
            </p:cNvPr>
            <p:cNvSpPr/>
            <p:nvPr/>
          </p:nvSpPr>
          <p:spPr>
            <a:xfrm>
              <a:off x="31409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2" name="타원 6511">
              <a:extLst>
                <a:ext uri="{FF2B5EF4-FFF2-40B4-BE49-F238E27FC236}">
                  <a16:creationId xmlns:a16="http://schemas.microsoft.com/office/drawing/2014/main" id="{C133833E-0238-43F4-8469-EEA7AD135969}"/>
                </a:ext>
              </a:extLst>
            </p:cNvPr>
            <p:cNvSpPr/>
            <p:nvPr/>
          </p:nvSpPr>
          <p:spPr>
            <a:xfrm>
              <a:off x="32933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3" name="타원 6512">
              <a:extLst>
                <a:ext uri="{FF2B5EF4-FFF2-40B4-BE49-F238E27FC236}">
                  <a16:creationId xmlns:a16="http://schemas.microsoft.com/office/drawing/2014/main" id="{7EC15DB0-6997-4D05-B357-CA4D3F4F8B19}"/>
                </a:ext>
              </a:extLst>
            </p:cNvPr>
            <p:cNvSpPr/>
            <p:nvPr/>
          </p:nvSpPr>
          <p:spPr>
            <a:xfrm>
              <a:off x="34457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4" name="타원 6513">
              <a:extLst>
                <a:ext uri="{FF2B5EF4-FFF2-40B4-BE49-F238E27FC236}">
                  <a16:creationId xmlns:a16="http://schemas.microsoft.com/office/drawing/2014/main" id="{2EEEF934-20D8-4BD6-8BD0-E783ABCAE700}"/>
                </a:ext>
              </a:extLst>
            </p:cNvPr>
            <p:cNvSpPr/>
            <p:nvPr/>
          </p:nvSpPr>
          <p:spPr>
            <a:xfrm>
              <a:off x="35981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5" name="타원 6514">
              <a:extLst>
                <a:ext uri="{FF2B5EF4-FFF2-40B4-BE49-F238E27FC236}">
                  <a16:creationId xmlns:a16="http://schemas.microsoft.com/office/drawing/2014/main" id="{163B316A-2669-4A4E-B727-746D9EB39275}"/>
                </a:ext>
              </a:extLst>
            </p:cNvPr>
            <p:cNvSpPr/>
            <p:nvPr/>
          </p:nvSpPr>
          <p:spPr>
            <a:xfrm>
              <a:off x="37505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6" name="타원 6515">
              <a:extLst>
                <a:ext uri="{FF2B5EF4-FFF2-40B4-BE49-F238E27FC236}">
                  <a16:creationId xmlns:a16="http://schemas.microsoft.com/office/drawing/2014/main" id="{76594DB2-A2AA-4482-BF8E-8036706BF591}"/>
                </a:ext>
              </a:extLst>
            </p:cNvPr>
            <p:cNvSpPr/>
            <p:nvPr/>
          </p:nvSpPr>
          <p:spPr>
            <a:xfrm>
              <a:off x="39029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7" name="타원 6516">
              <a:extLst>
                <a:ext uri="{FF2B5EF4-FFF2-40B4-BE49-F238E27FC236}">
                  <a16:creationId xmlns:a16="http://schemas.microsoft.com/office/drawing/2014/main" id="{16CDA4D4-A2E1-4BC5-A2EB-88CFC972141A}"/>
                </a:ext>
              </a:extLst>
            </p:cNvPr>
            <p:cNvSpPr/>
            <p:nvPr/>
          </p:nvSpPr>
          <p:spPr>
            <a:xfrm>
              <a:off x="40553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8" name="타원 6517">
              <a:extLst>
                <a:ext uri="{FF2B5EF4-FFF2-40B4-BE49-F238E27FC236}">
                  <a16:creationId xmlns:a16="http://schemas.microsoft.com/office/drawing/2014/main" id="{456869E7-ED0A-490D-B6AB-2BB72AE7C994}"/>
                </a:ext>
              </a:extLst>
            </p:cNvPr>
            <p:cNvSpPr/>
            <p:nvPr/>
          </p:nvSpPr>
          <p:spPr>
            <a:xfrm>
              <a:off x="42077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9" name="타원 6518">
              <a:extLst>
                <a:ext uri="{FF2B5EF4-FFF2-40B4-BE49-F238E27FC236}">
                  <a16:creationId xmlns:a16="http://schemas.microsoft.com/office/drawing/2014/main" id="{9F07BE55-B9C3-4BEA-BEB1-600F153574C6}"/>
                </a:ext>
              </a:extLst>
            </p:cNvPr>
            <p:cNvSpPr/>
            <p:nvPr/>
          </p:nvSpPr>
          <p:spPr>
            <a:xfrm>
              <a:off x="43601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0" name="타원 6519">
              <a:extLst>
                <a:ext uri="{FF2B5EF4-FFF2-40B4-BE49-F238E27FC236}">
                  <a16:creationId xmlns:a16="http://schemas.microsoft.com/office/drawing/2014/main" id="{66EEE4BD-10CB-4D5B-95DF-BFCB68042CCE}"/>
                </a:ext>
              </a:extLst>
            </p:cNvPr>
            <p:cNvSpPr/>
            <p:nvPr/>
          </p:nvSpPr>
          <p:spPr>
            <a:xfrm>
              <a:off x="45125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1" name="타원 6520">
              <a:extLst>
                <a:ext uri="{FF2B5EF4-FFF2-40B4-BE49-F238E27FC236}">
                  <a16:creationId xmlns:a16="http://schemas.microsoft.com/office/drawing/2014/main" id="{7EABC041-21E9-45A4-AE05-FC0C4F103DB0}"/>
                </a:ext>
              </a:extLst>
            </p:cNvPr>
            <p:cNvSpPr/>
            <p:nvPr/>
          </p:nvSpPr>
          <p:spPr>
            <a:xfrm>
              <a:off x="46649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2" name="타원 6521">
              <a:extLst>
                <a:ext uri="{FF2B5EF4-FFF2-40B4-BE49-F238E27FC236}">
                  <a16:creationId xmlns:a16="http://schemas.microsoft.com/office/drawing/2014/main" id="{D5B68A75-3141-4A6A-A70A-BE2F31DBCDDB}"/>
                </a:ext>
              </a:extLst>
            </p:cNvPr>
            <p:cNvSpPr/>
            <p:nvPr/>
          </p:nvSpPr>
          <p:spPr>
            <a:xfrm>
              <a:off x="48173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3" name="타원 6522">
              <a:extLst>
                <a:ext uri="{FF2B5EF4-FFF2-40B4-BE49-F238E27FC236}">
                  <a16:creationId xmlns:a16="http://schemas.microsoft.com/office/drawing/2014/main" id="{221DE287-CEA5-4623-AF50-5F6969EF6377}"/>
                </a:ext>
              </a:extLst>
            </p:cNvPr>
            <p:cNvSpPr/>
            <p:nvPr/>
          </p:nvSpPr>
          <p:spPr>
            <a:xfrm>
              <a:off x="49697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4" name="타원 6523">
              <a:extLst>
                <a:ext uri="{FF2B5EF4-FFF2-40B4-BE49-F238E27FC236}">
                  <a16:creationId xmlns:a16="http://schemas.microsoft.com/office/drawing/2014/main" id="{7C553CF9-853A-4FB8-A7ED-9E9D9BFB0EDD}"/>
                </a:ext>
              </a:extLst>
            </p:cNvPr>
            <p:cNvSpPr/>
            <p:nvPr/>
          </p:nvSpPr>
          <p:spPr>
            <a:xfrm>
              <a:off x="51221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5" name="타원 6524">
              <a:extLst>
                <a:ext uri="{FF2B5EF4-FFF2-40B4-BE49-F238E27FC236}">
                  <a16:creationId xmlns:a16="http://schemas.microsoft.com/office/drawing/2014/main" id="{8BADCA1D-FCE4-40E4-A880-EF8A4E42AABC}"/>
                </a:ext>
              </a:extLst>
            </p:cNvPr>
            <p:cNvSpPr/>
            <p:nvPr/>
          </p:nvSpPr>
          <p:spPr>
            <a:xfrm>
              <a:off x="52745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6" name="타원 6525">
              <a:extLst>
                <a:ext uri="{FF2B5EF4-FFF2-40B4-BE49-F238E27FC236}">
                  <a16:creationId xmlns:a16="http://schemas.microsoft.com/office/drawing/2014/main" id="{DEC0F8DF-49B8-4E36-8EDC-E6B54170B1ED}"/>
                </a:ext>
              </a:extLst>
            </p:cNvPr>
            <p:cNvSpPr/>
            <p:nvPr/>
          </p:nvSpPr>
          <p:spPr>
            <a:xfrm>
              <a:off x="54269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7" name="타원 6526">
              <a:extLst>
                <a:ext uri="{FF2B5EF4-FFF2-40B4-BE49-F238E27FC236}">
                  <a16:creationId xmlns:a16="http://schemas.microsoft.com/office/drawing/2014/main" id="{ECB4DE60-4D1F-4809-B455-8DB7B8DADA69}"/>
                </a:ext>
              </a:extLst>
            </p:cNvPr>
            <p:cNvSpPr/>
            <p:nvPr/>
          </p:nvSpPr>
          <p:spPr>
            <a:xfrm>
              <a:off x="55793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8" name="타원 6527">
              <a:extLst>
                <a:ext uri="{FF2B5EF4-FFF2-40B4-BE49-F238E27FC236}">
                  <a16:creationId xmlns:a16="http://schemas.microsoft.com/office/drawing/2014/main" id="{469321A5-0C51-47FF-88EC-7996A504AEC6}"/>
                </a:ext>
              </a:extLst>
            </p:cNvPr>
            <p:cNvSpPr/>
            <p:nvPr/>
          </p:nvSpPr>
          <p:spPr>
            <a:xfrm>
              <a:off x="5731775" y="6246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9" name="타원 6528">
              <a:extLst>
                <a:ext uri="{FF2B5EF4-FFF2-40B4-BE49-F238E27FC236}">
                  <a16:creationId xmlns:a16="http://schemas.microsoft.com/office/drawing/2014/main" id="{35AA11F1-DED2-477F-AFD5-D8EF72D82E1E}"/>
                </a:ext>
              </a:extLst>
            </p:cNvPr>
            <p:cNvSpPr/>
            <p:nvPr/>
          </p:nvSpPr>
          <p:spPr>
            <a:xfrm>
              <a:off x="2453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0" name="타원 6529">
              <a:extLst>
                <a:ext uri="{FF2B5EF4-FFF2-40B4-BE49-F238E27FC236}">
                  <a16:creationId xmlns:a16="http://schemas.microsoft.com/office/drawing/2014/main" id="{21703448-6F17-4E15-837D-BB1CEA68AB7B}"/>
                </a:ext>
              </a:extLst>
            </p:cNvPr>
            <p:cNvSpPr/>
            <p:nvPr/>
          </p:nvSpPr>
          <p:spPr>
            <a:xfrm>
              <a:off x="3977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1" name="타원 6530">
              <a:extLst>
                <a:ext uri="{FF2B5EF4-FFF2-40B4-BE49-F238E27FC236}">
                  <a16:creationId xmlns:a16="http://schemas.microsoft.com/office/drawing/2014/main" id="{88C0404C-DF32-48F1-9AAB-1FC1F6211C3E}"/>
                </a:ext>
              </a:extLst>
            </p:cNvPr>
            <p:cNvSpPr/>
            <p:nvPr/>
          </p:nvSpPr>
          <p:spPr>
            <a:xfrm>
              <a:off x="5501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2" name="타원 6531">
              <a:extLst>
                <a:ext uri="{FF2B5EF4-FFF2-40B4-BE49-F238E27FC236}">
                  <a16:creationId xmlns:a16="http://schemas.microsoft.com/office/drawing/2014/main" id="{D87CE0F0-98E7-48AB-89F8-56192B957F6E}"/>
                </a:ext>
              </a:extLst>
            </p:cNvPr>
            <p:cNvSpPr/>
            <p:nvPr/>
          </p:nvSpPr>
          <p:spPr>
            <a:xfrm>
              <a:off x="7025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3" name="타원 6532">
              <a:extLst>
                <a:ext uri="{FF2B5EF4-FFF2-40B4-BE49-F238E27FC236}">
                  <a16:creationId xmlns:a16="http://schemas.microsoft.com/office/drawing/2014/main" id="{5572787E-53A0-46E3-A528-534ACA64820E}"/>
                </a:ext>
              </a:extLst>
            </p:cNvPr>
            <p:cNvSpPr/>
            <p:nvPr/>
          </p:nvSpPr>
          <p:spPr>
            <a:xfrm>
              <a:off x="8549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4" name="타원 6533">
              <a:extLst>
                <a:ext uri="{FF2B5EF4-FFF2-40B4-BE49-F238E27FC236}">
                  <a16:creationId xmlns:a16="http://schemas.microsoft.com/office/drawing/2014/main" id="{870ECDA5-BB3C-47E2-BA33-A0147E7AD3F6}"/>
                </a:ext>
              </a:extLst>
            </p:cNvPr>
            <p:cNvSpPr/>
            <p:nvPr/>
          </p:nvSpPr>
          <p:spPr>
            <a:xfrm>
              <a:off x="10073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5" name="타원 6534">
              <a:extLst>
                <a:ext uri="{FF2B5EF4-FFF2-40B4-BE49-F238E27FC236}">
                  <a16:creationId xmlns:a16="http://schemas.microsoft.com/office/drawing/2014/main" id="{9962C471-F666-4A81-9F57-30D69ABC7AF1}"/>
                </a:ext>
              </a:extLst>
            </p:cNvPr>
            <p:cNvSpPr/>
            <p:nvPr/>
          </p:nvSpPr>
          <p:spPr>
            <a:xfrm>
              <a:off x="11597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6" name="타원 6535">
              <a:extLst>
                <a:ext uri="{FF2B5EF4-FFF2-40B4-BE49-F238E27FC236}">
                  <a16:creationId xmlns:a16="http://schemas.microsoft.com/office/drawing/2014/main" id="{CE280424-7212-4404-9920-72D8EE4AB921}"/>
                </a:ext>
              </a:extLst>
            </p:cNvPr>
            <p:cNvSpPr/>
            <p:nvPr/>
          </p:nvSpPr>
          <p:spPr>
            <a:xfrm>
              <a:off x="13121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7" name="타원 6536">
              <a:extLst>
                <a:ext uri="{FF2B5EF4-FFF2-40B4-BE49-F238E27FC236}">
                  <a16:creationId xmlns:a16="http://schemas.microsoft.com/office/drawing/2014/main" id="{824B6FC4-68EA-4511-93A1-A91E63E26CD4}"/>
                </a:ext>
              </a:extLst>
            </p:cNvPr>
            <p:cNvSpPr/>
            <p:nvPr/>
          </p:nvSpPr>
          <p:spPr>
            <a:xfrm>
              <a:off x="14645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8" name="타원 6537">
              <a:extLst>
                <a:ext uri="{FF2B5EF4-FFF2-40B4-BE49-F238E27FC236}">
                  <a16:creationId xmlns:a16="http://schemas.microsoft.com/office/drawing/2014/main" id="{9ED51193-2901-4F92-AAC1-87102A78F826}"/>
                </a:ext>
              </a:extLst>
            </p:cNvPr>
            <p:cNvSpPr/>
            <p:nvPr/>
          </p:nvSpPr>
          <p:spPr>
            <a:xfrm>
              <a:off x="16169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9" name="타원 6538">
              <a:extLst>
                <a:ext uri="{FF2B5EF4-FFF2-40B4-BE49-F238E27FC236}">
                  <a16:creationId xmlns:a16="http://schemas.microsoft.com/office/drawing/2014/main" id="{6BEF53A8-CD11-477E-B40B-16D67D72746C}"/>
                </a:ext>
              </a:extLst>
            </p:cNvPr>
            <p:cNvSpPr/>
            <p:nvPr/>
          </p:nvSpPr>
          <p:spPr>
            <a:xfrm>
              <a:off x="17693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0" name="타원 6539">
              <a:extLst>
                <a:ext uri="{FF2B5EF4-FFF2-40B4-BE49-F238E27FC236}">
                  <a16:creationId xmlns:a16="http://schemas.microsoft.com/office/drawing/2014/main" id="{6CDE717A-40D4-48E8-9322-AF4ED97BDB58}"/>
                </a:ext>
              </a:extLst>
            </p:cNvPr>
            <p:cNvSpPr/>
            <p:nvPr/>
          </p:nvSpPr>
          <p:spPr>
            <a:xfrm>
              <a:off x="19217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1" name="타원 6540">
              <a:extLst>
                <a:ext uri="{FF2B5EF4-FFF2-40B4-BE49-F238E27FC236}">
                  <a16:creationId xmlns:a16="http://schemas.microsoft.com/office/drawing/2014/main" id="{05F966B5-5870-4865-8AA5-9CE490BF9B9D}"/>
                </a:ext>
              </a:extLst>
            </p:cNvPr>
            <p:cNvSpPr/>
            <p:nvPr/>
          </p:nvSpPr>
          <p:spPr>
            <a:xfrm>
              <a:off x="20741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2" name="타원 6541">
              <a:extLst>
                <a:ext uri="{FF2B5EF4-FFF2-40B4-BE49-F238E27FC236}">
                  <a16:creationId xmlns:a16="http://schemas.microsoft.com/office/drawing/2014/main" id="{DA7C742C-F95F-4412-8612-A8F302D408FB}"/>
                </a:ext>
              </a:extLst>
            </p:cNvPr>
            <p:cNvSpPr/>
            <p:nvPr/>
          </p:nvSpPr>
          <p:spPr>
            <a:xfrm>
              <a:off x="22265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3" name="타원 6542">
              <a:extLst>
                <a:ext uri="{FF2B5EF4-FFF2-40B4-BE49-F238E27FC236}">
                  <a16:creationId xmlns:a16="http://schemas.microsoft.com/office/drawing/2014/main" id="{D4EA855B-E372-4342-8962-53A05087B659}"/>
                </a:ext>
              </a:extLst>
            </p:cNvPr>
            <p:cNvSpPr/>
            <p:nvPr/>
          </p:nvSpPr>
          <p:spPr>
            <a:xfrm>
              <a:off x="23789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4" name="타원 6543">
              <a:extLst>
                <a:ext uri="{FF2B5EF4-FFF2-40B4-BE49-F238E27FC236}">
                  <a16:creationId xmlns:a16="http://schemas.microsoft.com/office/drawing/2014/main" id="{78E1CD6B-F662-4B11-9B7B-F910009FD40E}"/>
                </a:ext>
              </a:extLst>
            </p:cNvPr>
            <p:cNvSpPr/>
            <p:nvPr/>
          </p:nvSpPr>
          <p:spPr>
            <a:xfrm>
              <a:off x="25313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5" name="타원 6544">
              <a:extLst>
                <a:ext uri="{FF2B5EF4-FFF2-40B4-BE49-F238E27FC236}">
                  <a16:creationId xmlns:a16="http://schemas.microsoft.com/office/drawing/2014/main" id="{F4F1133A-E6BC-4E50-B707-CA85245C9F5F}"/>
                </a:ext>
              </a:extLst>
            </p:cNvPr>
            <p:cNvSpPr/>
            <p:nvPr/>
          </p:nvSpPr>
          <p:spPr>
            <a:xfrm>
              <a:off x="26837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6" name="타원 6545">
              <a:extLst>
                <a:ext uri="{FF2B5EF4-FFF2-40B4-BE49-F238E27FC236}">
                  <a16:creationId xmlns:a16="http://schemas.microsoft.com/office/drawing/2014/main" id="{E7FC8BEB-2F92-4B02-B13A-A092E72D085B}"/>
                </a:ext>
              </a:extLst>
            </p:cNvPr>
            <p:cNvSpPr/>
            <p:nvPr/>
          </p:nvSpPr>
          <p:spPr>
            <a:xfrm>
              <a:off x="28361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7" name="타원 6546">
              <a:extLst>
                <a:ext uri="{FF2B5EF4-FFF2-40B4-BE49-F238E27FC236}">
                  <a16:creationId xmlns:a16="http://schemas.microsoft.com/office/drawing/2014/main" id="{2166DE0D-F4B9-4D48-A616-B91294F0F0A9}"/>
                </a:ext>
              </a:extLst>
            </p:cNvPr>
            <p:cNvSpPr/>
            <p:nvPr/>
          </p:nvSpPr>
          <p:spPr>
            <a:xfrm>
              <a:off x="29885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8" name="타원 6547">
              <a:extLst>
                <a:ext uri="{FF2B5EF4-FFF2-40B4-BE49-F238E27FC236}">
                  <a16:creationId xmlns:a16="http://schemas.microsoft.com/office/drawing/2014/main" id="{0DBE659B-3BE4-454A-926A-A17C663E1A1E}"/>
                </a:ext>
              </a:extLst>
            </p:cNvPr>
            <p:cNvSpPr/>
            <p:nvPr/>
          </p:nvSpPr>
          <p:spPr>
            <a:xfrm>
              <a:off x="31409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9" name="타원 6548">
              <a:extLst>
                <a:ext uri="{FF2B5EF4-FFF2-40B4-BE49-F238E27FC236}">
                  <a16:creationId xmlns:a16="http://schemas.microsoft.com/office/drawing/2014/main" id="{6D9A1AF2-3AC8-43AF-9823-19FF11D05E09}"/>
                </a:ext>
              </a:extLst>
            </p:cNvPr>
            <p:cNvSpPr/>
            <p:nvPr/>
          </p:nvSpPr>
          <p:spPr>
            <a:xfrm>
              <a:off x="32933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0" name="타원 6549">
              <a:extLst>
                <a:ext uri="{FF2B5EF4-FFF2-40B4-BE49-F238E27FC236}">
                  <a16:creationId xmlns:a16="http://schemas.microsoft.com/office/drawing/2014/main" id="{0E83402C-AD6E-4C7A-AEC2-07550FA34511}"/>
                </a:ext>
              </a:extLst>
            </p:cNvPr>
            <p:cNvSpPr/>
            <p:nvPr/>
          </p:nvSpPr>
          <p:spPr>
            <a:xfrm>
              <a:off x="34457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1" name="타원 6550">
              <a:extLst>
                <a:ext uri="{FF2B5EF4-FFF2-40B4-BE49-F238E27FC236}">
                  <a16:creationId xmlns:a16="http://schemas.microsoft.com/office/drawing/2014/main" id="{F4A206A0-94D8-442F-ADC9-2535A7A25842}"/>
                </a:ext>
              </a:extLst>
            </p:cNvPr>
            <p:cNvSpPr/>
            <p:nvPr/>
          </p:nvSpPr>
          <p:spPr>
            <a:xfrm>
              <a:off x="35981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2" name="타원 6551">
              <a:extLst>
                <a:ext uri="{FF2B5EF4-FFF2-40B4-BE49-F238E27FC236}">
                  <a16:creationId xmlns:a16="http://schemas.microsoft.com/office/drawing/2014/main" id="{BF6FAAFD-F92C-4F87-B116-D3B5D5D6FDCC}"/>
                </a:ext>
              </a:extLst>
            </p:cNvPr>
            <p:cNvSpPr/>
            <p:nvPr/>
          </p:nvSpPr>
          <p:spPr>
            <a:xfrm>
              <a:off x="37505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3" name="타원 6552">
              <a:extLst>
                <a:ext uri="{FF2B5EF4-FFF2-40B4-BE49-F238E27FC236}">
                  <a16:creationId xmlns:a16="http://schemas.microsoft.com/office/drawing/2014/main" id="{9103886F-D033-4320-AA1D-77037E990DF3}"/>
                </a:ext>
              </a:extLst>
            </p:cNvPr>
            <p:cNvSpPr/>
            <p:nvPr/>
          </p:nvSpPr>
          <p:spPr>
            <a:xfrm>
              <a:off x="39029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4" name="타원 6553">
              <a:extLst>
                <a:ext uri="{FF2B5EF4-FFF2-40B4-BE49-F238E27FC236}">
                  <a16:creationId xmlns:a16="http://schemas.microsoft.com/office/drawing/2014/main" id="{1C000AE1-8FEF-454E-933E-1E2666ED83EF}"/>
                </a:ext>
              </a:extLst>
            </p:cNvPr>
            <p:cNvSpPr/>
            <p:nvPr/>
          </p:nvSpPr>
          <p:spPr>
            <a:xfrm>
              <a:off x="40553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5" name="타원 6554">
              <a:extLst>
                <a:ext uri="{FF2B5EF4-FFF2-40B4-BE49-F238E27FC236}">
                  <a16:creationId xmlns:a16="http://schemas.microsoft.com/office/drawing/2014/main" id="{F46ED640-A90A-4836-886E-8352C67B6A9F}"/>
                </a:ext>
              </a:extLst>
            </p:cNvPr>
            <p:cNvSpPr/>
            <p:nvPr/>
          </p:nvSpPr>
          <p:spPr>
            <a:xfrm>
              <a:off x="42077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6" name="타원 6555">
              <a:extLst>
                <a:ext uri="{FF2B5EF4-FFF2-40B4-BE49-F238E27FC236}">
                  <a16:creationId xmlns:a16="http://schemas.microsoft.com/office/drawing/2014/main" id="{BC102D42-668C-4560-9662-6899C1372B25}"/>
                </a:ext>
              </a:extLst>
            </p:cNvPr>
            <p:cNvSpPr/>
            <p:nvPr/>
          </p:nvSpPr>
          <p:spPr>
            <a:xfrm>
              <a:off x="43601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7" name="타원 6556">
              <a:extLst>
                <a:ext uri="{FF2B5EF4-FFF2-40B4-BE49-F238E27FC236}">
                  <a16:creationId xmlns:a16="http://schemas.microsoft.com/office/drawing/2014/main" id="{D33D0867-1028-47FA-84C7-23001370699E}"/>
                </a:ext>
              </a:extLst>
            </p:cNvPr>
            <p:cNvSpPr/>
            <p:nvPr/>
          </p:nvSpPr>
          <p:spPr>
            <a:xfrm>
              <a:off x="45125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8" name="타원 6557">
              <a:extLst>
                <a:ext uri="{FF2B5EF4-FFF2-40B4-BE49-F238E27FC236}">
                  <a16:creationId xmlns:a16="http://schemas.microsoft.com/office/drawing/2014/main" id="{3CE18FEF-571F-4F27-A48F-E9AF23CBDCBB}"/>
                </a:ext>
              </a:extLst>
            </p:cNvPr>
            <p:cNvSpPr/>
            <p:nvPr/>
          </p:nvSpPr>
          <p:spPr>
            <a:xfrm>
              <a:off x="46649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9" name="타원 6558">
              <a:extLst>
                <a:ext uri="{FF2B5EF4-FFF2-40B4-BE49-F238E27FC236}">
                  <a16:creationId xmlns:a16="http://schemas.microsoft.com/office/drawing/2014/main" id="{1093969A-E083-4625-BCC5-28106D8FC8F2}"/>
                </a:ext>
              </a:extLst>
            </p:cNvPr>
            <p:cNvSpPr/>
            <p:nvPr/>
          </p:nvSpPr>
          <p:spPr>
            <a:xfrm>
              <a:off x="48173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0" name="타원 6559">
              <a:extLst>
                <a:ext uri="{FF2B5EF4-FFF2-40B4-BE49-F238E27FC236}">
                  <a16:creationId xmlns:a16="http://schemas.microsoft.com/office/drawing/2014/main" id="{4348DAA0-0753-4EC4-B227-9BC19C2A5975}"/>
                </a:ext>
              </a:extLst>
            </p:cNvPr>
            <p:cNvSpPr/>
            <p:nvPr/>
          </p:nvSpPr>
          <p:spPr>
            <a:xfrm>
              <a:off x="49697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1" name="타원 6560">
              <a:extLst>
                <a:ext uri="{FF2B5EF4-FFF2-40B4-BE49-F238E27FC236}">
                  <a16:creationId xmlns:a16="http://schemas.microsoft.com/office/drawing/2014/main" id="{1DDB6C61-36E9-4AAC-951F-F6D6752922F7}"/>
                </a:ext>
              </a:extLst>
            </p:cNvPr>
            <p:cNvSpPr/>
            <p:nvPr/>
          </p:nvSpPr>
          <p:spPr>
            <a:xfrm>
              <a:off x="51221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2" name="타원 6561">
              <a:extLst>
                <a:ext uri="{FF2B5EF4-FFF2-40B4-BE49-F238E27FC236}">
                  <a16:creationId xmlns:a16="http://schemas.microsoft.com/office/drawing/2014/main" id="{BD81B7CD-6067-4B0C-A628-FA1B5B990262}"/>
                </a:ext>
              </a:extLst>
            </p:cNvPr>
            <p:cNvSpPr/>
            <p:nvPr/>
          </p:nvSpPr>
          <p:spPr>
            <a:xfrm>
              <a:off x="52745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3" name="타원 6562">
              <a:extLst>
                <a:ext uri="{FF2B5EF4-FFF2-40B4-BE49-F238E27FC236}">
                  <a16:creationId xmlns:a16="http://schemas.microsoft.com/office/drawing/2014/main" id="{2BD0C5E0-B9BB-4190-8A7B-DF6932D0ADD2}"/>
                </a:ext>
              </a:extLst>
            </p:cNvPr>
            <p:cNvSpPr/>
            <p:nvPr/>
          </p:nvSpPr>
          <p:spPr>
            <a:xfrm>
              <a:off x="54269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4" name="타원 6563">
              <a:extLst>
                <a:ext uri="{FF2B5EF4-FFF2-40B4-BE49-F238E27FC236}">
                  <a16:creationId xmlns:a16="http://schemas.microsoft.com/office/drawing/2014/main" id="{39014254-F469-42B0-91A9-67E9FAB1D02C}"/>
                </a:ext>
              </a:extLst>
            </p:cNvPr>
            <p:cNvSpPr/>
            <p:nvPr/>
          </p:nvSpPr>
          <p:spPr>
            <a:xfrm>
              <a:off x="55793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5" name="타원 6564">
              <a:extLst>
                <a:ext uri="{FF2B5EF4-FFF2-40B4-BE49-F238E27FC236}">
                  <a16:creationId xmlns:a16="http://schemas.microsoft.com/office/drawing/2014/main" id="{043222E2-1184-437F-BB95-53CE0EEEA8A2}"/>
                </a:ext>
              </a:extLst>
            </p:cNvPr>
            <p:cNvSpPr/>
            <p:nvPr/>
          </p:nvSpPr>
          <p:spPr>
            <a:xfrm>
              <a:off x="5731775" y="6398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6" name="타원 6565">
              <a:extLst>
                <a:ext uri="{FF2B5EF4-FFF2-40B4-BE49-F238E27FC236}">
                  <a16:creationId xmlns:a16="http://schemas.microsoft.com/office/drawing/2014/main" id="{349C14B4-7C43-401F-BDBD-19624C233F47}"/>
                </a:ext>
              </a:extLst>
            </p:cNvPr>
            <p:cNvSpPr/>
            <p:nvPr/>
          </p:nvSpPr>
          <p:spPr>
            <a:xfrm>
              <a:off x="2453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7" name="타원 6566">
              <a:extLst>
                <a:ext uri="{FF2B5EF4-FFF2-40B4-BE49-F238E27FC236}">
                  <a16:creationId xmlns:a16="http://schemas.microsoft.com/office/drawing/2014/main" id="{14A3BD1D-2D90-49D1-99EE-65387DCADE46}"/>
                </a:ext>
              </a:extLst>
            </p:cNvPr>
            <p:cNvSpPr/>
            <p:nvPr/>
          </p:nvSpPr>
          <p:spPr>
            <a:xfrm>
              <a:off x="3977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8" name="타원 6567">
              <a:extLst>
                <a:ext uri="{FF2B5EF4-FFF2-40B4-BE49-F238E27FC236}">
                  <a16:creationId xmlns:a16="http://schemas.microsoft.com/office/drawing/2014/main" id="{85EDBF73-5502-4F8D-B3E2-35F5A3C8C4B7}"/>
                </a:ext>
              </a:extLst>
            </p:cNvPr>
            <p:cNvSpPr/>
            <p:nvPr/>
          </p:nvSpPr>
          <p:spPr>
            <a:xfrm>
              <a:off x="5501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9" name="타원 6568">
              <a:extLst>
                <a:ext uri="{FF2B5EF4-FFF2-40B4-BE49-F238E27FC236}">
                  <a16:creationId xmlns:a16="http://schemas.microsoft.com/office/drawing/2014/main" id="{9F4D7A7B-678A-44D0-8A2A-B20E9961E94E}"/>
                </a:ext>
              </a:extLst>
            </p:cNvPr>
            <p:cNvSpPr/>
            <p:nvPr/>
          </p:nvSpPr>
          <p:spPr>
            <a:xfrm>
              <a:off x="7025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0" name="타원 6569">
              <a:extLst>
                <a:ext uri="{FF2B5EF4-FFF2-40B4-BE49-F238E27FC236}">
                  <a16:creationId xmlns:a16="http://schemas.microsoft.com/office/drawing/2014/main" id="{74362EAA-3E2A-4309-9A0E-E35E2ABECE9B}"/>
                </a:ext>
              </a:extLst>
            </p:cNvPr>
            <p:cNvSpPr/>
            <p:nvPr/>
          </p:nvSpPr>
          <p:spPr>
            <a:xfrm>
              <a:off x="8549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1" name="타원 6570">
              <a:extLst>
                <a:ext uri="{FF2B5EF4-FFF2-40B4-BE49-F238E27FC236}">
                  <a16:creationId xmlns:a16="http://schemas.microsoft.com/office/drawing/2014/main" id="{1180E556-5A7C-4540-9982-D135ACF6EAFB}"/>
                </a:ext>
              </a:extLst>
            </p:cNvPr>
            <p:cNvSpPr/>
            <p:nvPr/>
          </p:nvSpPr>
          <p:spPr>
            <a:xfrm>
              <a:off x="10073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2" name="타원 6571">
              <a:extLst>
                <a:ext uri="{FF2B5EF4-FFF2-40B4-BE49-F238E27FC236}">
                  <a16:creationId xmlns:a16="http://schemas.microsoft.com/office/drawing/2014/main" id="{162DF0B8-2AA2-49CB-B774-A0E217BDD133}"/>
                </a:ext>
              </a:extLst>
            </p:cNvPr>
            <p:cNvSpPr/>
            <p:nvPr/>
          </p:nvSpPr>
          <p:spPr>
            <a:xfrm>
              <a:off x="11597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3" name="타원 6572">
              <a:extLst>
                <a:ext uri="{FF2B5EF4-FFF2-40B4-BE49-F238E27FC236}">
                  <a16:creationId xmlns:a16="http://schemas.microsoft.com/office/drawing/2014/main" id="{00F0C0BE-8286-4EAF-AB7C-62E8993A8643}"/>
                </a:ext>
              </a:extLst>
            </p:cNvPr>
            <p:cNvSpPr/>
            <p:nvPr/>
          </p:nvSpPr>
          <p:spPr>
            <a:xfrm>
              <a:off x="13121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4" name="타원 6573">
              <a:extLst>
                <a:ext uri="{FF2B5EF4-FFF2-40B4-BE49-F238E27FC236}">
                  <a16:creationId xmlns:a16="http://schemas.microsoft.com/office/drawing/2014/main" id="{44397F8D-4088-45D5-8DFD-D5797E806C7A}"/>
                </a:ext>
              </a:extLst>
            </p:cNvPr>
            <p:cNvSpPr/>
            <p:nvPr/>
          </p:nvSpPr>
          <p:spPr>
            <a:xfrm>
              <a:off x="14645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5" name="타원 6574">
              <a:extLst>
                <a:ext uri="{FF2B5EF4-FFF2-40B4-BE49-F238E27FC236}">
                  <a16:creationId xmlns:a16="http://schemas.microsoft.com/office/drawing/2014/main" id="{EC25590E-40A7-4782-88C7-6E931D6156A0}"/>
                </a:ext>
              </a:extLst>
            </p:cNvPr>
            <p:cNvSpPr/>
            <p:nvPr/>
          </p:nvSpPr>
          <p:spPr>
            <a:xfrm>
              <a:off x="16169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6" name="타원 6575">
              <a:extLst>
                <a:ext uri="{FF2B5EF4-FFF2-40B4-BE49-F238E27FC236}">
                  <a16:creationId xmlns:a16="http://schemas.microsoft.com/office/drawing/2014/main" id="{F0C8E173-72D1-4D07-88F6-A812677D2381}"/>
                </a:ext>
              </a:extLst>
            </p:cNvPr>
            <p:cNvSpPr/>
            <p:nvPr/>
          </p:nvSpPr>
          <p:spPr>
            <a:xfrm>
              <a:off x="17693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7" name="타원 6576">
              <a:extLst>
                <a:ext uri="{FF2B5EF4-FFF2-40B4-BE49-F238E27FC236}">
                  <a16:creationId xmlns:a16="http://schemas.microsoft.com/office/drawing/2014/main" id="{1DBCD94A-5CB0-4A2C-B20E-B1C5BD6AFE5D}"/>
                </a:ext>
              </a:extLst>
            </p:cNvPr>
            <p:cNvSpPr/>
            <p:nvPr/>
          </p:nvSpPr>
          <p:spPr>
            <a:xfrm>
              <a:off x="19217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8" name="타원 6577">
              <a:extLst>
                <a:ext uri="{FF2B5EF4-FFF2-40B4-BE49-F238E27FC236}">
                  <a16:creationId xmlns:a16="http://schemas.microsoft.com/office/drawing/2014/main" id="{5B85F116-E8BD-4B2E-A9D2-A63D5470C6FA}"/>
                </a:ext>
              </a:extLst>
            </p:cNvPr>
            <p:cNvSpPr/>
            <p:nvPr/>
          </p:nvSpPr>
          <p:spPr>
            <a:xfrm>
              <a:off x="20741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9" name="타원 6578">
              <a:extLst>
                <a:ext uri="{FF2B5EF4-FFF2-40B4-BE49-F238E27FC236}">
                  <a16:creationId xmlns:a16="http://schemas.microsoft.com/office/drawing/2014/main" id="{7235CDEB-FE53-466C-A5C6-B8513A79785C}"/>
                </a:ext>
              </a:extLst>
            </p:cNvPr>
            <p:cNvSpPr/>
            <p:nvPr/>
          </p:nvSpPr>
          <p:spPr>
            <a:xfrm>
              <a:off x="22265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0" name="타원 6579">
              <a:extLst>
                <a:ext uri="{FF2B5EF4-FFF2-40B4-BE49-F238E27FC236}">
                  <a16:creationId xmlns:a16="http://schemas.microsoft.com/office/drawing/2014/main" id="{41778AEB-CB43-4602-AD28-95AEE52040EA}"/>
                </a:ext>
              </a:extLst>
            </p:cNvPr>
            <p:cNvSpPr/>
            <p:nvPr/>
          </p:nvSpPr>
          <p:spPr>
            <a:xfrm>
              <a:off x="23789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1" name="타원 6580">
              <a:extLst>
                <a:ext uri="{FF2B5EF4-FFF2-40B4-BE49-F238E27FC236}">
                  <a16:creationId xmlns:a16="http://schemas.microsoft.com/office/drawing/2014/main" id="{305CA169-EB92-4DAD-80D0-EF1EDF32E25E}"/>
                </a:ext>
              </a:extLst>
            </p:cNvPr>
            <p:cNvSpPr/>
            <p:nvPr/>
          </p:nvSpPr>
          <p:spPr>
            <a:xfrm>
              <a:off x="25313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2" name="타원 6581">
              <a:extLst>
                <a:ext uri="{FF2B5EF4-FFF2-40B4-BE49-F238E27FC236}">
                  <a16:creationId xmlns:a16="http://schemas.microsoft.com/office/drawing/2014/main" id="{D8F7A3B1-E168-41AD-AE53-24508B66C0D3}"/>
                </a:ext>
              </a:extLst>
            </p:cNvPr>
            <p:cNvSpPr/>
            <p:nvPr/>
          </p:nvSpPr>
          <p:spPr>
            <a:xfrm>
              <a:off x="26837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3" name="타원 6582">
              <a:extLst>
                <a:ext uri="{FF2B5EF4-FFF2-40B4-BE49-F238E27FC236}">
                  <a16:creationId xmlns:a16="http://schemas.microsoft.com/office/drawing/2014/main" id="{CAF13207-D4C7-425A-A022-E35F57B6823B}"/>
                </a:ext>
              </a:extLst>
            </p:cNvPr>
            <p:cNvSpPr/>
            <p:nvPr/>
          </p:nvSpPr>
          <p:spPr>
            <a:xfrm>
              <a:off x="28361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4" name="타원 6583">
              <a:extLst>
                <a:ext uri="{FF2B5EF4-FFF2-40B4-BE49-F238E27FC236}">
                  <a16:creationId xmlns:a16="http://schemas.microsoft.com/office/drawing/2014/main" id="{51C88EF9-626B-4FCF-8F8D-787FEEF64420}"/>
                </a:ext>
              </a:extLst>
            </p:cNvPr>
            <p:cNvSpPr/>
            <p:nvPr/>
          </p:nvSpPr>
          <p:spPr>
            <a:xfrm>
              <a:off x="29885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5" name="타원 6584">
              <a:extLst>
                <a:ext uri="{FF2B5EF4-FFF2-40B4-BE49-F238E27FC236}">
                  <a16:creationId xmlns:a16="http://schemas.microsoft.com/office/drawing/2014/main" id="{CB9B003F-3A3E-414D-87D3-22BE10FB25DE}"/>
                </a:ext>
              </a:extLst>
            </p:cNvPr>
            <p:cNvSpPr/>
            <p:nvPr/>
          </p:nvSpPr>
          <p:spPr>
            <a:xfrm>
              <a:off x="31409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6" name="타원 6585">
              <a:extLst>
                <a:ext uri="{FF2B5EF4-FFF2-40B4-BE49-F238E27FC236}">
                  <a16:creationId xmlns:a16="http://schemas.microsoft.com/office/drawing/2014/main" id="{F5300F57-4618-4372-8E39-18FE4C0D376A}"/>
                </a:ext>
              </a:extLst>
            </p:cNvPr>
            <p:cNvSpPr/>
            <p:nvPr/>
          </p:nvSpPr>
          <p:spPr>
            <a:xfrm>
              <a:off x="32933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7" name="타원 6586">
              <a:extLst>
                <a:ext uri="{FF2B5EF4-FFF2-40B4-BE49-F238E27FC236}">
                  <a16:creationId xmlns:a16="http://schemas.microsoft.com/office/drawing/2014/main" id="{B8C41AC3-BA37-4EA3-8C63-BDC65D19470A}"/>
                </a:ext>
              </a:extLst>
            </p:cNvPr>
            <p:cNvSpPr/>
            <p:nvPr/>
          </p:nvSpPr>
          <p:spPr>
            <a:xfrm>
              <a:off x="34457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8" name="타원 6587">
              <a:extLst>
                <a:ext uri="{FF2B5EF4-FFF2-40B4-BE49-F238E27FC236}">
                  <a16:creationId xmlns:a16="http://schemas.microsoft.com/office/drawing/2014/main" id="{06347ADA-2362-4010-98FE-90901D08CF0F}"/>
                </a:ext>
              </a:extLst>
            </p:cNvPr>
            <p:cNvSpPr/>
            <p:nvPr/>
          </p:nvSpPr>
          <p:spPr>
            <a:xfrm>
              <a:off x="35981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9" name="타원 6588">
              <a:extLst>
                <a:ext uri="{FF2B5EF4-FFF2-40B4-BE49-F238E27FC236}">
                  <a16:creationId xmlns:a16="http://schemas.microsoft.com/office/drawing/2014/main" id="{C1921ED7-E9BD-43F0-9FCB-12496655A159}"/>
                </a:ext>
              </a:extLst>
            </p:cNvPr>
            <p:cNvSpPr/>
            <p:nvPr/>
          </p:nvSpPr>
          <p:spPr>
            <a:xfrm>
              <a:off x="37505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0" name="타원 6589">
              <a:extLst>
                <a:ext uri="{FF2B5EF4-FFF2-40B4-BE49-F238E27FC236}">
                  <a16:creationId xmlns:a16="http://schemas.microsoft.com/office/drawing/2014/main" id="{651997E9-4064-4AE2-A88F-93CE886A2A48}"/>
                </a:ext>
              </a:extLst>
            </p:cNvPr>
            <p:cNvSpPr/>
            <p:nvPr/>
          </p:nvSpPr>
          <p:spPr>
            <a:xfrm>
              <a:off x="39029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1" name="타원 6590">
              <a:extLst>
                <a:ext uri="{FF2B5EF4-FFF2-40B4-BE49-F238E27FC236}">
                  <a16:creationId xmlns:a16="http://schemas.microsoft.com/office/drawing/2014/main" id="{02DE0284-A9D2-4103-AF49-B34FA1F56931}"/>
                </a:ext>
              </a:extLst>
            </p:cNvPr>
            <p:cNvSpPr/>
            <p:nvPr/>
          </p:nvSpPr>
          <p:spPr>
            <a:xfrm>
              <a:off x="40553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2" name="타원 6591">
              <a:extLst>
                <a:ext uri="{FF2B5EF4-FFF2-40B4-BE49-F238E27FC236}">
                  <a16:creationId xmlns:a16="http://schemas.microsoft.com/office/drawing/2014/main" id="{7960F2CD-5945-46DF-AC4B-CF1F4C8A746D}"/>
                </a:ext>
              </a:extLst>
            </p:cNvPr>
            <p:cNvSpPr/>
            <p:nvPr/>
          </p:nvSpPr>
          <p:spPr>
            <a:xfrm>
              <a:off x="42077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3" name="타원 6592">
              <a:extLst>
                <a:ext uri="{FF2B5EF4-FFF2-40B4-BE49-F238E27FC236}">
                  <a16:creationId xmlns:a16="http://schemas.microsoft.com/office/drawing/2014/main" id="{21FDA214-3444-4475-B262-908CD2FA34A3}"/>
                </a:ext>
              </a:extLst>
            </p:cNvPr>
            <p:cNvSpPr/>
            <p:nvPr/>
          </p:nvSpPr>
          <p:spPr>
            <a:xfrm>
              <a:off x="43601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4" name="타원 6593">
              <a:extLst>
                <a:ext uri="{FF2B5EF4-FFF2-40B4-BE49-F238E27FC236}">
                  <a16:creationId xmlns:a16="http://schemas.microsoft.com/office/drawing/2014/main" id="{7B4B3D62-5557-4B35-BE24-9C026C7E32FD}"/>
                </a:ext>
              </a:extLst>
            </p:cNvPr>
            <p:cNvSpPr/>
            <p:nvPr/>
          </p:nvSpPr>
          <p:spPr>
            <a:xfrm>
              <a:off x="45125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5" name="타원 6594">
              <a:extLst>
                <a:ext uri="{FF2B5EF4-FFF2-40B4-BE49-F238E27FC236}">
                  <a16:creationId xmlns:a16="http://schemas.microsoft.com/office/drawing/2014/main" id="{780AA666-6853-4091-95AF-EBB174E71B94}"/>
                </a:ext>
              </a:extLst>
            </p:cNvPr>
            <p:cNvSpPr/>
            <p:nvPr/>
          </p:nvSpPr>
          <p:spPr>
            <a:xfrm>
              <a:off x="46649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6" name="타원 6595">
              <a:extLst>
                <a:ext uri="{FF2B5EF4-FFF2-40B4-BE49-F238E27FC236}">
                  <a16:creationId xmlns:a16="http://schemas.microsoft.com/office/drawing/2014/main" id="{8D6802A3-A82B-403E-B8C5-8C6865FEBE8B}"/>
                </a:ext>
              </a:extLst>
            </p:cNvPr>
            <p:cNvSpPr/>
            <p:nvPr/>
          </p:nvSpPr>
          <p:spPr>
            <a:xfrm>
              <a:off x="48173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7" name="타원 6596">
              <a:extLst>
                <a:ext uri="{FF2B5EF4-FFF2-40B4-BE49-F238E27FC236}">
                  <a16:creationId xmlns:a16="http://schemas.microsoft.com/office/drawing/2014/main" id="{99435EA7-E2B9-467D-850A-4FE8C5750033}"/>
                </a:ext>
              </a:extLst>
            </p:cNvPr>
            <p:cNvSpPr/>
            <p:nvPr/>
          </p:nvSpPr>
          <p:spPr>
            <a:xfrm>
              <a:off x="49697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8" name="타원 6597">
              <a:extLst>
                <a:ext uri="{FF2B5EF4-FFF2-40B4-BE49-F238E27FC236}">
                  <a16:creationId xmlns:a16="http://schemas.microsoft.com/office/drawing/2014/main" id="{D265099C-2A4B-4C42-A326-847A92E0AF53}"/>
                </a:ext>
              </a:extLst>
            </p:cNvPr>
            <p:cNvSpPr/>
            <p:nvPr/>
          </p:nvSpPr>
          <p:spPr>
            <a:xfrm>
              <a:off x="51221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9" name="타원 6598">
              <a:extLst>
                <a:ext uri="{FF2B5EF4-FFF2-40B4-BE49-F238E27FC236}">
                  <a16:creationId xmlns:a16="http://schemas.microsoft.com/office/drawing/2014/main" id="{5D22FD61-D9CD-4581-964F-C0E08CA35D4A}"/>
                </a:ext>
              </a:extLst>
            </p:cNvPr>
            <p:cNvSpPr/>
            <p:nvPr/>
          </p:nvSpPr>
          <p:spPr>
            <a:xfrm>
              <a:off x="52745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0" name="타원 6599">
              <a:extLst>
                <a:ext uri="{FF2B5EF4-FFF2-40B4-BE49-F238E27FC236}">
                  <a16:creationId xmlns:a16="http://schemas.microsoft.com/office/drawing/2014/main" id="{33FD6B67-B614-4B00-AC3B-78D7F52A7541}"/>
                </a:ext>
              </a:extLst>
            </p:cNvPr>
            <p:cNvSpPr/>
            <p:nvPr/>
          </p:nvSpPr>
          <p:spPr>
            <a:xfrm>
              <a:off x="54269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1" name="타원 6600">
              <a:extLst>
                <a:ext uri="{FF2B5EF4-FFF2-40B4-BE49-F238E27FC236}">
                  <a16:creationId xmlns:a16="http://schemas.microsoft.com/office/drawing/2014/main" id="{825BFC7A-ECF1-40C9-9D6F-92EFDB6E15C4}"/>
                </a:ext>
              </a:extLst>
            </p:cNvPr>
            <p:cNvSpPr/>
            <p:nvPr/>
          </p:nvSpPr>
          <p:spPr>
            <a:xfrm>
              <a:off x="55793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2" name="타원 6601">
              <a:extLst>
                <a:ext uri="{FF2B5EF4-FFF2-40B4-BE49-F238E27FC236}">
                  <a16:creationId xmlns:a16="http://schemas.microsoft.com/office/drawing/2014/main" id="{70A32C81-C163-4F42-9EA6-D6F33D75C952}"/>
                </a:ext>
              </a:extLst>
            </p:cNvPr>
            <p:cNvSpPr/>
            <p:nvPr/>
          </p:nvSpPr>
          <p:spPr>
            <a:xfrm>
              <a:off x="5731775" y="6550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3" name="타원 6602">
              <a:extLst>
                <a:ext uri="{FF2B5EF4-FFF2-40B4-BE49-F238E27FC236}">
                  <a16:creationId xmlns:a16="http://schemas.microsoft.com/office/drawing/2014/main" id="{5EFD2920-9181-4765-9006-28D7EBDB501D}"/>
                </a:ext>
              </a:extLst>
            </p:cNvPr>
            <p:cNvSpPr/>
            <p:nvPr/>
          </p:nvSpPr>
          <p:spPr>
            <a:xfrm>
              <a:off x="2453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4" name="타원 6603">
              <a:extLst>
                <a:ext uri="{FF2B5EF4-FFF2-40B4-BE49-F238E27FC236}">
                  <a16:creationId xmlns:a16="http://schemas.microsoft.com/office/drawing/2014/main" id="{BDAF4F11-E16F-47BC-A074-6BFA31E7C53B}"/>
                </a:ext>
              </a:extLst>
            </p:cNvPr>
            <p:cNvSpPr/>
            <p:nvPr/>
          </p:nvSpPr>
          <p:spPr>
            <a:xfrm>
              <a:off x="3977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5" name="타원 6604">
              <a:extLst>
                <a:ext uri="{FF2B5EF4-FFF2-40B4-BE49-F238E27FC236}">
                  <a16:creationId xmlns:a16="http://schemas.microsoft.com/office/drawing/2014/main" id="{3E8644F8-5FEB-4C92-BC69-D68BF247CAD5}"/>
                </a:ext>
              </a:extLst>
            </p:cNvPr>
            <p:cNvSpPr/>
            <p:nvPr/>
          </p:nvSpPr>
          <p:spPr>
            <a:xfrm>
              <a:off x="5501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6" name="타원 6605">
              <a:extLst>
                <a:ext uri="{FF2B5EF4-FFF2-40B4-BE49-F238E27FC236}">
                  <a16:creationId xmlns:a16="http://schemas.microsoft.com/office/drawing/2014/main" id="{569927EE-D6E7-444B-8D32-22E20E564F99}"/>
                </a:ext>
              </a:extLst>
            </p:cNvPr>
            <p:cNvSpPr/>
            <p:nvPr/>
          </p:nvSpPr>
          <p:spPr>
            <a:xfrm>
              <a:off x="7025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7" name="타원 6606">
              <a:extLst>
                <a:ext uri="{FF2B5EF4-FFF2-40B4-BE49-F238E27FC236}">
                  <a16:creationId xmlns:a16="http://schemas.microsoft.com/office/drawing/2014/main" id="{EC7EFA23-BD83-4CEC-A492-8E1D5E98CE5F}"/>
                </a:ext>
              </a:extLst>
            </p:cNvPr>
            <p:cNvSpPr/>
            <p:nvPr/>
          </p:nvSpPr>
          <p:spPr>
            <a:xfrm>
              <a:off x="8549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8" name="타원 6607">
              <a:extLst>
                <a:ext uri="{FF2B5EF4-FFF2-40B4-BE49-F238E27FC236}">
                  <a16:creationId xmlns:a16="http://schemas.microsoft.com/office/drawing/2014/main" id="{9BDE0102-E3F4-42CA-87CF-F89E809AD640}"/>
                </a:ext>
              </a:extLst>
            </p:cNvPr>
            <p:cNvSpPr/>
            <p:nvPr/>
          </p:nvSpPr>
          <p:spPr>
            <a:xfrm>
              <a:off x="10073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9" name="타원 6608">
              <a:extLst>
                <a:ext uri="{FF2B5EF4-FFF2-40B4-BE49-F238E27FC236}">
                  <a16:creationId xmlns:a16="http://schemas.microsoft.com/office/drawing/2014/main" id="{B1C291AA-E221-4960-9463-5DC2AD8303AA}"/>
                </a:ext>
              </a:extLst>
            </p:cNvPr>
            <p:cNvSpPr/>
            <p:nvPr/>
          </p:nvSpPr>
          <p:spPr>
            <a:xfrm>
              <a:off x="11597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0" name="타원 6609">
              <a:extLst>
                <a:ext uri="{FF2B5EF4-FFF2-40B4-BE49-F238E27FC236}">
                  <a16:creationId xmlns:a16="http://schemas.microsoft.com/office/drawing/2014/main" id="{70E46705-115E-42C1-A423-3E39592D7473}"/>
                </a:ext>
              </a:extLst>
            </p:cNvPr>
            <p:cNvSpPr/>
            <p:nvPr/>
          </p:nvSpPr>
          <p:spPr>
            <a:xfrm>
              <a:off x="13121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1" name="타원 6610">
              <a:extLst>
                <a:ext uri="{FF2B5EF4-FFF2-40B4-BE49-F238E27FC236}">
                  <a16:creationId xmlns:a16="http://schemas.microsoft.com/office/drawing/2014/main" id="{4E23095B-6AAF-481F-B42A-2B5B60ABD088}"/>
                </a:ext>
              </a:extLst>
            </p:cNvPr>
            <p:cNvSpPr/>
            <p:nvPr/>
          </p:nvSpPr>
          <p:spPr>
            <a:xfrm>
              <a:off x="14645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2" name="타원 6611">
              <a:extLst>
                <a:ext uri="{FF2B5EF4-FFF2-40B4-BE49-F238E27FC236}">
                  <a16:creationId xmlns:a16="http://schemas.microsoft.com/office/drawing/2014/main" id="{544C590C-F07D-4A87-B802-560BDA2394A9}"/>
                </a:ext>
              </a:extLst>
            </p:cNvPr>
            <p:cNvSpPr/>
            <p:nvPr/>
          </p:nvSpPr>
          <p:spPr>
            <a:xfrm>
              <a:off x="16169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3" name="타원 6612">
              <a:extLst>
                <a:ext uri="{FF2B5EF4-FFF2-40B4-BE49-F238E27FC236}">
                  <a16:creationId xmlns:a16="http://schemas.microsoft.com/office/drawing/2014/main" id="{12BA2066-E0B0-4F5C-9211-573BA629DE50}"/>
                </a:ext>
              </a:extLst>
            </p:cNvPr>
            <p:cNvSpPr/>
            <p:nvPr/>
          </p:nvSpPr>
          <p:spPr>
            <a:xfrm>
              <a:off x="17693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4" name="타원 6613">
              <a:extLst>
                <a:ext uri="{FF2B5EF4-FFF2-40B4-BE49-F238E27FC236}">
                  <a16:creationId xmlns:a16="http://schemas.microsoft.com/office/drawing/2014/main" id="{31DA5125-4102-4A43-A038-778FD3A0952C}"/>
                </a:ext>
              </a:extLst>
            </p:cNvPr>
            <p:cNvSpPr/>
            <p:nvPr/>
          </p:nvSpPr>
          <p:spPr>
            <a:xfrm>
              <a:off x="19217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5" name="타원 6614">
              <a:extLst>
                <a:ext uri="{FF2B5EF4-FFF2-40B4-BE49-F238E27FC236}">
                  <a16:creationId xmlns:a16="http://schemas.microsoft.com/office/drawing/2014/main" id="{DF687006-75EB-4BBF-8BC1-5CCCDC8CBBD0}"/>
                </a:ext>
              </a:extLst>
            </p:cNvPr>
            <p:cNvSpPr/>
            <p:nvPr/>
          </p:nvSpPr>
          <p:spPr>
            <a:xfrm>
              <a:off x="20741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6" name="타원 6615">
              <a:extLst>
                <a:ext uri="{FF2B5EF4-FFF2-40B4-BE49-F238E27FC236}">
                  <a16:creationId xmlns:a16="http://schemas.microsoft.com/office/drawing/2014/main" id="{204A66B4-6351-4DC5-AB9C-21BED8A2EE88}"/>
                </a:ext>
              </a:extLst>
            </p:cNvPr>
            <p:cNvSpPr/>
            <p:nvPr/>
          </p:nvSpPr>
          <p:spPr>
            <a:xfrm>
              <a:off x="22265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7" name="타원 6616">
              <a:extLst>
                <a:ext uri="{FF2B5EF4-FFF2-40B4-BE49-F238E27FC236}">
                  <a16:creationId xmlns:a16="http://schemas.microsoft.com/office/drawing/2014/main" id="{433CADA8-8332-4CCE-88C0-0DF4DD042A58}"/>
                </a:ext>
              </a:extLst>
            </p:cNvPr>
            <p:cNvSpPr/>
            <p:nvPr/>
          </p:nvSpPr>
          <p:spPr>
            <a:xfrm>
              <a:off x="23789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8" name="타원 6617">
              <a:extLst>
                <a:ext uri="{FF2B5EF4-FFF2-40B4-BE49-F238E27FC236}">
                  <a16:creationId xmlns:a16="http://schemas.microsoft.com/office/drawing/2014/main" id="{73E1D290-1D62-4A8D-BD00-E3EC0B5994A0}"/>
                </a:ext>
              </a:extLst>
            </p:cNvPr>
            <p:cNvSpPr/>
            <p:nvPr/>
          </p:nvSpPr>
          <p:spPr>
            <a:xfrm>
              <a:off x="25313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9" name="타원 6618">
              <a:extLst>
                <a:ext uri="{FF2B5EF4-FFF2-40B4-BE49-F238E27FC236}">
                  <a16:creationId xmlns:a16="http://schemas.microsoft.com/office/drawing/2014/main" id="{30E5B623-B9BE-4298-BE7C-5EBE98A3B1E7}"/>
                </a:ext>
              </a:extLst>
            </p:cNvPr>
            <p:cNvSpPr/>
            <p:nvPr/>
          </p:nvSpPr>
          <p:spPr>
            <a:xfrm>
              <a:off x="26837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0" name="타원 6619">
              <a:extLst>
                <a:ext uri="{FF2B5EF4-FFF2-40B4-BE49-F238E27FC236}">
                  <a16:creationId xmlns:a16="http://schemas.microsoft.com/office/drawing/2014/main" id="{A37D4422-9692-4076-AC4C-B4FAB32B4FB3}"/>
                </a:ext>
              </a:extLst>
            </p:cNvPr>
            <p:cNvSpPr/>
            <p:nvPr/>
          </p:nvSpPr>
          <p:spPr>
            <a:xfrm>
              <a:off x="28361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1" name="타원 6620">
              <a:extLst>
                <a:ext uri="{FF2B5EF4-FFF2-40B4-BE49-F238E27FC236}">
                  <a16:creationId xmlns:a16="http://schemas.microsoft.com/office/drawing/2014/main" id="{0F97C0AC-3158-4BA9-BCEA-8B3E7FBF78EB}"/>
                </a:ext>
              </a:extLst>
            </p:cNvPr>
            <p:cNvSpPr/>
            <p:nvPr/>
          </p:nvSpPr>
          <p:spPr>
            <a:xfrm>
              <a:off x="29885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2" name="타원 6621">
              <a:extLst>
                <a:ext uri="{FF2B5EF4-FFF2-40B4-BE49-F238E27FC236}">
                  <a16:creationId xmlns:a16="http://schemas.microsoft.com/office/drawing/2014/main" id="{DE01B225-5107-4ABF-B1F3-199A8642F92C}"/>
                </a:ext>
              </a:extLst>
            </p:cNvPr>
            <p:cNvSpPr/>
            <p:nvPr/>
          </p:nvSpPr>
          <p:spPr>
            <a:xfrm>
              <a:off x="31409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3" name="타원 6622">
              <a:extLst>
                <a:ext uri="{FF2B5EF4-FFF2-40B4-BE49-F238E27FC236}">
                  <a16:creationId xmlns:a16="http://schemas.microsoft.com/office/drawing/2014/main" id="{D6F0F09F-C3C0-494A-BB54-7C3B2367A332}"/>
                </a:ext>
              </a:extLst>
            </p:cNvPr>
            <p:cNvSpPr/>
            <p:nvPr/>
          </p:nvSpPr>
          <p:spPr>
            <a:xfrm>
              <a:off x="32933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4" name="타원 6623">
              <a:extLst>
                <a:ext uri="{FF2B5EF4-FFF2-40B4-BE49-F238E27FC236}">
                  <a16:creationId xmlns:a16="http://schemas.microsoft.com/office/drawing/2014/main" id="{9EFC5765-52AC-4A85-BED2-DE1C7D34B7EC}"/>
                </a:ext>
              </a:extLst>
            </p:cNvPr>
            <p:cNvSpPr/>
            <p:nvPr/>
          </p:nvSpPr>
          <p:spPr>
            <a:xfrm>
              <a:off x="34457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5" name="타원 6624">
              <a:extLst>
                <a:ext uri="{FF2B5EF4-FFF2-40B4-BE49-F238E27FC236}">
                  <a16:creationId xmlns:a16="http://schemas.microsoft.com/office/drawing/2014/main" id="{6D1668E3-A479-444F-9BD7-90B22B2434A3}"/>
                </a:ext>
              </a:extLst>
            </p:cNvPr>
            <p:cNvSpPr/>
            <p:nvPr/>
          </p:nvSpPr>
          <p:spPr>
            <a:xfrm>
              <a:off x="35981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6" name="타원 6625">
              <a:extLst>
                <a:ext uri="{FF2B5EF4-FFF2-40B4-BE49-F238E27FC236}">
                  <a16:creationId xmlns:a16="http://schemas.microsoft.com/office/drawing/2014/main" id="{4CA93BC1-149E-4424-8D8F-F85E99746A40}"/>
                </a:ext>
              </a:extLst>
            </p:cNvPr>
            <p:cNvSpPr/>
            <p:nvPr/>
          </p:nvSpPr>
          <p:spPr>
            <a:xfrm>
              <a:off x="37505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7" name="타원 6626">
              <a:extLst>
                <a:ext uri="{FF2B5EF4-FFF2-40B4-BE49-F238E27FC236}">
                  <a16:creationId xmlns:a16="http://schemas.microsoft.com/office/drawing/2014/main" id="{946D93F0-D6ED-40E3-8195-984B5F9F9979}"/>
                </a:ext>
              </a:extLst>
            </p:cNvPr>
            <p:cNvSpPr/>
            <p:nvPr/>
          </p:nvSpPr>
          <p:spPr>
            <a:xfrm>
              <a:off x="39029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8" name="타원 6627">
              <a:extLst>
                <a:ext uri="{FF2B5EF4-FFF2-40B4-BE49-F238E27FC236}">
                  <a16:creationId xmlns:a16="http://schemas.microsoft.com/office/drawing/2014/main" id="{3DAF175A-D879-4F62-A5C0-68B307635031}"/>
                </a:ext>
              </a:extLst>
            </p:cNvPr>
            <p:cNvSpPr/>
            <p:nvPr/>
          </p:nvSpPr>
          <p:spPr>
            <a:xfrm>
              <a:off x="40553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9" name="타원 6628">
              <a:extLst>
                <a:ext uri="{FF2B5EF4-FFF2-40B4-BE49-F238E27FC236}">
                  <a16:creationId xmlns:a16="http://schemas.microsoft.com/office/drawing/2014/main" id="{B9B1FC16-48AE-4A18-B53C-679DE066B42D}"/>
                </a:ext>
              </a:extLst>
            </p:cNvPr>
            <p:cNvSpPr/>
            <p:nvPr/>
          </p:nvSpPr>
          <p:spPr>
            <a:xfrm>
              <a:off x="42077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0" name="타원 6629">
              <a:extLst>
                <a:ext uri="{FF2B5EF4-FFF2-40B4-BE49-F238E27FC236}">
                  <a16:creationId xmlns:a16="http://schemas.microsoft.com/office/drawing/2014/main" id="{671F6839-D01E-42A2-96B9-B6D93048C3B1}"/>
                </a:ext>
              </a:extLst>
            </p:cNvPr>
            <p:cNvSpPr/>
            <p:nvPr/>
          </p:nvSpPr>
          <p:spPr>
            <a:xfrm>
              <a:off x="43601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1" name="타원 6630">
              <a:extLst>
                <a:ext uri="{FF2B5EF4-FFF2-40B4-BE49-F238E27FC236}">
                  <a16:creationId xmlns:a16="http://schemas.microsoft.com/office/drawing/2014/main" id="{8D738722-3640-4644-B51A-B93372B0091F}"/>
                </a:ext>
              </a:extLst>
            </p:cNvPr>
            <p:cNvSpPr/>
            <p:nvPr/>
          </p:nvSpPr>
          <p:spPr>
            <a:xfrm>
              <a:off x="45125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2" name="타원 6631">
              <a:extLst>
                <a:ext uri="{FF2B5EF4-FFF2-40B4-BE49-F238E27FC236}">
                  <a16:creationId xmlns:a16="http://schemas.microsoft.com/office/drawing/2014/main" id="{2E049B72-E0A3-4349-841E-16AD0DDF509F}"/>
                </a:ext>
              </a:extLst>
            </p:cNvPr>
            <p:cNvSpPr/>
            <p:nvPr/>
          </p:nvSpPr>
          <p:spPr>
            <a:xfrm>
              <a:off x="46649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3" name="타원 6632">
              <a:extLst>
                <a:ext uri="{FF2B5EF4-FFF2-40B4-BE49-F238E27FC236}">
                  <a16:creationId xmlns:a16="http://schemas.microsoft.com/office/drawing/2014/main" id="{B4A4D278-51AC-401F-8DDE-C3336AFB3AF1}"/>
                </a:ext>
              </a:extLst>
            </p:cNvPr>
            <p:cNvSpPr/>
            <p:nvPr/>
          </p:nvSpPr>
          <p:spPr>
            <a:xfrm>
              <a:off x="48173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4" name="타원 6633">
              <a:extLst>
                <a:ext uri="{FF2B5EF4-FFF2-40B4-BE49-F238E27FC236}">
                  <a16:creationId xmlns:a16="http://schemas.microsoft.com/office/drawing/2014/main" id="{6759B3C6-FC65-4FC4-8BC1-A4F7A494A2F2}"/>
                </a:ext>
              </a:extLst>
            </p:cNvPr>
            <p:cNvSpPr/>
            <p:nvPr/>
          </p:nvSpPr>
          <p:spPr>
            <a:xfrm>
              <a:off x="49697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5" name="타원 6634">
              <a:extLst>
                <a:ext uri="{FF2B5EF4-FFF2-40B4-BE49-F238E27FC236}">
                  <a16:creationId xmlns:a16="http://schemas.microsoft.com/office/drawing/2014/main" id="{E4B03CB0-1427-4846-B920-693AD2E2EF9F}"/>
                </a:ext>
              </a:extLst>
            </p:cNvPr>
            <p:cNvSpPr/>
            <p:nvPr/>
          </p:nvSpPr>
          <p:spPr>
            <a:xfrm>
              <a:off x="51221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6" name="타원 6635">
              <a:extLst>
                <a:ext uri="{FF2B5EF4-FFF2-40B4-BE49-F238E27FC236}">
                  <a16:creationId xmlns:a16="http://schemas.microsoft.com/office/drawing/2014/main" id="{3FFABA0B-AC73-43AD-B175-1FD63494F654}"/>
                </a:ext>
              </a:extLst>
            </p:cNvPr>
            <p:cNvSpPr/>
            <p:nvPr/>
          </p:nvSpPr>
          <p:spPr>
            <a:xfrm>
              <a:off x="52745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7" name="타원 6636">
              <a:extLst>
                <a:ext uri="{FF2B5EF4-FFF2-40B4-BE49-F238E27FC236}">
                  <a16:creationId xmlns:a16="http://schemas.microsoft.com/office/drawing/2014/main" id="{D52BA27F-7E09-44F0-B912-A079D443B5C9}"/>
                </a:ext>
              </a:extLst>
            </p:cNvPr>
            <p:cNvSpPr/>
            <p:nvPr/>
          </p:nvSpPr>
          <p:spPr>
            <a:xfrm>
              <a:off x="54269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8" name="타원 6637">
              <a:extLst>
                <a:ext uri="{FF2B5EF4-FFF2-40B4-BE49-F238E27FC236}">
                  <a16:creationId xmlns:a16="http://schemas.microsoft.com/office/drawing/2014/main" id="{9C1707A8-9F3D-4569-A28B-861409EC73A1}"/>
                </a:ext>
              </a:extLst>
            </p:cNvPr>
            <p:cNvSpPr/>
            <p:nvPr/>
          </p:nvSpPr>
          <p:spPr>
            <a:xfrm>
              <a:off x="55793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9" name="타원 6638">
              <a:extLst>
                <a:ext uri="{FF2B5EF4-FFF2-40B4-BE49-F238E27FC236}">
                  <a16:creationId xmlns:a16="http://schemas.microsoft.com/office/drawing/2014/main" id="{80EA70B8-5144-4185-B568-C7A507CAD635}"/>
                </a:ext>
              </a:extLst>
            </p:cNvPr>
            <p:cNvSpPr/>
            <p:nvPr/>
          </p:nvSpPr>
          <p:spPr>
            <a:xfrm>
              <a:off x="5731775" y="6703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0" name="타원 6639">
              <a:extLst>
                <a:ext uri="{FF2B5EF4-FFF2-40B4-BE49-F238E27FC236}">
                  <a16:creationId xmlns:a16="http://schemas.microsoft.com/office/drawing/2014/main" id="{00AD676E-D4A8-48D6-A9ED-60EED08C363E}"/>
                </a:ext>
              </a:extLst>
            </p:cNvPr>
            <p:cNvSpPr/>
            <p:nvPr/>
          </p:nvSpPr>
          <p:spPr>
            <a:xfrm>
              <a:off x="2453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1" name="타원 6640">
              <a:extLst>
                <a:ext uri="{FF2B5EF4-FFF2-40B4-BE49-F238E27FC236}">
                  <a16:creationId xmlns:a16="http://schemas.microsoft.com/office/drawing/2014/main" id="{8B61B470-84C8-41E4-9A6D-B34EEAD51448}"/>
                </a:ext>
              </a:extLst>
            </p:cNvPr>
            <p:cNvSpPr/>
            <p:nvPr/>
          </p:nvSpPr>
          <p:spPr>
            <a:xfrm>
              <a:off x="3977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2" name="타원 6641">
              <a:extLst>
                <a:ext uri="{FF2B5EF4-FFF2-40B4-BE49-F238E27FC236}">
                  <a16:creationId xmlns:a16="http://schemas.microsoft.com/office/drawing/2014/main" id="{D3BC52F8-6445-42D8-A235-720058424BEC}"/>
                </a:ext>
              </a:extLst>
            </p:cNvPr>
            <p:cNvSpPr/>
            <p:nvPr/>
          </p:nvSpPr>
          <p:spPr>
            <a:xfrm>
              <a:off x="5501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3" name="타원 6642">
              <a:extLst>
                <a:ext uri="{FF2B5EF4-FFF2-40B4-BE49-F238E27FC236}">
                  <a16:creationId xmlns:a16="http://schemas.microsoft.com/office/drawing/2014/main" id="{F51E41D4-6BFB-4D09-933D-0CE4763C425D}"/>
                </a:ext>
              </a:extLst>
            </p:cNvPr>
            <p:cNvSpPr/>
            <p:nvPr/>
          </p:nvSpPr>
          <p:spPr>
            <a:xfrm>
              <a:off x="7025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4" name="타원 6643">
              <a:extLst>
                <a:ext uri="{FF2B5EF4-FFF2-40B4-BE49-F238E27FC236}">
                  <a16:creationId xmlns:a16="http://schemas.microsoft.com/office/drawing/2014/main" id="{8261458A-4B4C-41C9-9DE6-5EAE747AF1B8}"/>
                </a:ext>
              </a:extLst>
            </p:cNvPr>
            <p:cNvSpPr/>
            <p:nvPr/>
          </p:nvSpPr>
          <p:spPr>
            <a:xfrm>
              <a:off x="8549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5" name="타원 6644">
              <a:extLst>
                <a:ext uri="{FF2B5EF4-FFF2-40B4-BE49-F238E27FC236}">
                  <a16:creationId xmlns:a16="http://schemas.microsoft.com/office/drawing/2014/main" id="{24B4FC68-B5B6-40FA-8D75-994789A68310}"/>
                </a:ext>
              </a:extLst>
            </p:cNvPr>
            <p:cNvSpPr/>
            <p:nvPr/>
          </p:nvSpPr>
          <p:spPr>
            <a:xfrm>
              <a:off x="10073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6" name="타원 6645">
              <a:extLst>
                <a:ext uri="{FF2B5EF4-FFF2-40B4-BE49-F238E27FC236}">
                  <a16:creationId xmlns:a16="http://schemas.microsoft.com/office/drawing/2014/main" id="{5D01A17A-D8A1-480D-A52E-1EA6D5DB32E4}"/>
                </a:ext>
              </a:extLst>
            </p:cNvPr>
            <p:cNvSpPr/>
            <p:nvPr/>
          </p:nvSpPr>
          <p:spPr>
            <a:xfrm>
              <a:off x="11597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7" name="타원 6646">
              <a:extLst>
                <a:ext uri="{FF2B5EF4-FFF2-40B4-BE49-F238E27FC236}">
                  <a16:creationId xmlns:a16="http://schemas.microsoft.com/office/drawing/2014/main" id="{17F0E497-E386-47DE-B861-7151B7FA5FE1}"/>
                </a:ext>
              </a:extLst>
            </p:cNvPr>
            <p:cNvSpPr/>
            <p:nvPr/>
          </p:nvSpPr>
          <p:spPr>
            <a:xfrm>
              <a:off x="13121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8" name="타원 6647">
              <a:extLst>
                <a:ext uri="{FF2B5EF4-FFF2-40B4-BE49-F238E27FC236}">
                  <a16:creationId xmlns:a16="http://schemas.microsoft.com/office/drawing/2014/main" id="{6FA9403C-A9CB-4B37-B4D9-EEFD0545A05E}"/>
                </a:ext>
              </a:extLst>
            </p:cNvPr>
            <p:cNvSpPr/>
            <p:nvPr/>
          </p:nvSpPr>
          <p:spPr>
            <a:xfrm>
              <a:off x="14645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9" name="타원 6648">
              <a:extLst>
                <a:ext uri="{FF2B5EF4-FFF2-40B4-BE49-F238E27FC236}">
                  <a16:creationId xmlns:a16="http://schemas.microsoft.com/office/drawing/2014/main" id="{152ACC56-EF59-4F15-AAAD-6E904E1903CF}"/>
                </a:ext>
              </a:extLst>
            </p:cNvPr>
            <p:cNvSpPr/>
            <p:nvPr/>
          </p:nvSpPr>
          <p:spPr>
            <a:xfrm>
              <a:off x="16169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0" name="타원 6649">
              <a:extLst>
                <a:ext uri="{FF2B5EF4-FFF2-40B4-BE49-F238E27FC236}">
                  <a16:creationId xmlns:a16="http://schemas.microsoft.com/office/drawing/2014/main" id="{95ACC8D0-671A-40B8-BD93-9576D845B070}"/>
                </a:ext>
              </a:extLst>
            </p:cNvPr>
            <p:cNvSpPr/>
            <p:nvPr/>
          </p:nvSpPr>
          <p:spPr>
            <a:xfrm>
              <a:off x="17693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1" name="타원 6650">
              <a:extLst>
                <a:ext uri="{FF2B5EF4-FFF2-40B4-BE49-F238E27FC236}">
                  <a16:creationId xmlns:a16="http://schemas.microsoft.com/office/drawing/2014/main" id="{993A8635-CCB8-424C-BB87-A314E74DA7FF}"/>
                </a:ext>
              </a:extLst>
            </p:cNvPr>
            <p:cNvSpPr/>
            <p:nvPr/>
          </p:nvSpPr>
          <p:spPr>
            <a:xfrm>
              <a:off x="19217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2" name="타원 6651">
              <a:extLst>
                <a:ext uri="{FF2B5EF4-FFF2-40B4-BE49-F238E27FC236}">
                  <a16:creationId xmlns:a16="http://schemas.microsoft.com/office/drawing/2014/main" id="{77D45F77-CF8E-475D-9899-96F7898BB1E0}"/>
                </a:ext>
              </a:extLst>
            </p:cNvPr>
            <p:cNvSpPr/>
            <p:nvPr/>
          </p:nvSpPr>
          <p:spPr>
            <a:xfrm>
              <a:off x="20741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3" name="타원 6652">
              <a:extLst>
                <a:ext uri="{FF2B5EF4-FFF2-40B4-BE49-F238E27FC236}">
                  <a16:creationId xmlns:a16="http://schemas.microsoft.com/office/drawing/2014/main" id="{12984688-F5C6-420E-92E2-F0E67B6FC99C}"/>
                </a:ext>
              </a:extLst>
            </p:cNvPr>
            <p:cNvSpPr/>
            <p:nvPr/>
          </p:nvSpPr>
          <p:spPr>
            <a:xfrm>
              <a:off x="22265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4" name="타원 6653">
              <a:extLst>
                <a:ext uri="{FF2B5EF4-FFF2-40B4-BE49-F238E27FC236}">
                  <a16:creationId xmlns:a16="http://schemas.microsoft.com/office/drawing/2014/main" id="{BB44FF40-76E8-4EA1-B94A-AEEE00B70B3E}"/>
                </a:ext>
              </a:extLst>
            </p:cNvPr>
            <p:cNvSpPr/>
            <p:nvPr/>
          </p:nvSpPr>
          <p:spPr>
            <a:xfrm>
              <a:off x="23789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5" name="타원 6654">
              <a:extLst>
                <a:ext uri="{FF2B5EF4-FFF2-40B4-BE49-F238E27FC236}">
                  <a16:creationId xmlns:a16="http://schemas.microsoft.com/office/drawing/2014/main" id="{B8BA9512-028C-4B9B-9AB6-C9658593BBA5}"/>
                </a:ext>
              </a:extLst>
            </p:cNvPr>
            <p:cNvSpPr/>
            <p:nvPr/>
          </p:nvSpPr>
          <p:spPr>
            <a:xfrm>
              <a:off x="25313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6" name="타원 6655">
              <a:extLst>
                <a:ext uri="{FF2B5EF4-FFF2-40B4-BE49-F238E27FC236}">
                  <a16:creationId xmlns:a16="http://schemas.microsoft.com/office/drawing/2014/main" id="{8802C0D5-9AD0-413E-9F1F-AF1286EF46BF}"/>
                </a:ext>
              </a:extLst>
            </p:cNvPr>
            <p:cNvSpPr/>
            <p:nvPr/>
          </p:nvSpPr>
          <p:spPr>
            <a:xfrm>
              <a:off x="26837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7" name="타원 6656">
              <a:extLst>
                <a:ext uri="{FF2B5EF4-FFF2-40B4-BE49-F238E27FC236}">
                  <a16:creationId xmlns:a16="http://schemas.microsoft.com/office/drawing/2014/main" id="{23010E37-6CCE-48AC-AAC8-0399B9EEEAAF}"/>
                </a:ext>
              </a:extLst>
            </p:cNvPr>
            <p:cNvSpPr/>
            <p:nvPr/>
          </p:nvSpPr>
          <p:spPr>
            <a:xfrm>
              <a:off x="28361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8" name="타원 6657">
              <a:extLst>
                <a:ext uri="{FF2B5EF4-FFF2-40B4-BE49-F238E27FC236}">
                  <a16:creationId xmlns:a16="http://schemas.microsoft.com/office/drawing/2014/main" id="{4F592C39-83AA-4E9A-BDE7-D4F586054C01}"/>
                </a:ext>
              </a:extLst>
            </p:cNvPr>
            <p:cNvSpPr/>
            <p:nvPr/>
          </p:nvSpPr>
          <p:spPr>
            <a:xfrm>
              <a:off x="29885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9" name="타원 6658">
              <a:extLst>
                <a:ext uri="{FF2B5EF4-FFF2-40B4-BE49-F238E27FC236}">
                  <a16:creationId xmlns:a16="http://schemas.microsoft.com/office/drawing/2014/main" id="{F5243BCB-C687-4E3F-A885-8D730ED28ED7}"/>
                </a:ext>
              </a:extLst>
            </p:cNvPr>
            <p:cNvSpPr/>
            <p:nvPr/>
          </p:nvSpPr>
          <p:spPr>
            <a:xfrm>
              <a:off x="31409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0" name="타원 6659">
              <a:extLst>
                <a:ext uri="{FF2B5EF4-FFF2-40B4-BE49-F238E27FC236}">
                  <a16:creationId xmlns:a16="http://schemas.microsoft.com/office/drawing/2014/main" id="{849F0AE7-D01D-4032-A913-7794B90CD0D5}"/>
                </a:ext>
              </a:extLst>
            </p:cNvPr>
            <p:cNvSpPr/>
            <p:nvPr/>
          </p:nvSpPr>
          <p:spPr>
            <a:xfrm>
              <a:off x="32933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1" name="타원 6660">
              <a:extLst>
                <a:ext uri="{FF2B5EF4-FFF2-40B4-BE49-F238E27FC236}">
                  <a16:creationId xmlns:a16="http://schemas.microsoft.com/office/drawing/2014/main" id="{67B29079-50C0-4751-B290-64142C177DAF}"/>
                </a:ext>
              </a:extLst>
            </p:cNvPr>
            <p:cNvSpPr/>
            <p:nvPr/>
          </p:nvSpPr>
          <p:spPr>
            <a:xfrm>
              <a:off x="34457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2" name="타원 6661">
              <a:extLst>
                <a:ext uri="{FF2B5EF4-FFF2-40B4-BE49-F238E27FC236}">
                  <a16:creationId xmlns:a16="http://schemas.microsoft.com/office/drawing/2014/main" id="{41532B1A-FEC3-4B48-9EF0-B9B2370FC9F1}"/>
                </a:ext>
              </a:extLst>
            </p:cNvPr>
            <p:cNvSpPr/>
            <p:nvPr/>
          </p:nvSpPr>
          <p:spPr>
            <a:xfrm>
              <a:off x="35981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3" name="타원 6662">
              <a:extLst>
                <a:ext uri="{FF2B5EF4-FFF2-40B4-BE49-F238E27FC236}">
                  <a16:creationId xmlns:a16="http://schemas.microsoft.com/office/drawing/2014/main" id="{E7213A66-958A-41B1-9293-003B5CD56E23}"/>
                </a:ext>
              </a:extLst>
            </p:cNvPr>
            <p:cNvSpPr/>
            <p:nvPr/>
          </p:nvSpPr>
          <p:spPr>
            <a:xfrm>
              <a:off x="37505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4" name="타원 6663">
              <a:extLst>
                <a:ext uri="{FF2B5EF4-FFF2-40B4-BE49-F238E27FC236}">
                  <a16:creationId xmlns:a16="http://schemas.microsoft.com/office/drawing/2014/main" id="{5D34AB2C-9CBC-4201-8F6B-01CCB7AC0AFE}"/>
                </a:ext>
              </a:extLst>
            </p:cNvPr>
            <p:cNvSpPr/>
            <p:nvPr/>
          </p:nvSpPr>
          <p:spPr>
            <a:xfrm>
              <a:off x="39029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5" name="타원 6664">
              <a:extLst>
                <a:ext uri="{FF2B5EF4-FFF2-40B4-BE49-F238E27FC236}">
                  <a16:creationId xmlns:a16="http://schemas.microsoft.com/office/drawing/2014/main" id="{E430B4B7-2C4D-4F94-A6F3-20974D2DF992}"/>
                </a:ext>
              </a:extLst>
            </p:cNvPr>
            <p:cNvSpPr/>
            <p:nvPr/>
          </p:nvSpPr>
          <p:spPr>
            <a:xfrm>
              <a:off x="40553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6" name="타원 6665">
              <a:extLst>
                <a:ext uri="{FF2B5EF4-FFF2-40B4-BE49-F238E27FC236}">
                  <a16:creationId xmlns:a16="http://schemas.microsoft.com/office/drawing/2014/main" id="{9C5B7E20-6266-4447-B5BF-350D94D358ED}"/>
                </a:ext>
              </a:extLst>
            </p:cNvPr>
            <p:cNvSpPr/>
            <p:nvPr/>
          </p:nvSpPr>
          <p:spPr>
            <a:xfrm>
              <a:off x="42077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7" name="타원 6666">
              <a:extLst>
                <a:ext uri="{FF2B5EF4-FFF2-40B4-BE49-F238E27FC236}">
                  <a16:creationId xmlns:a16="http://schemas.microsoft.com/office/drawing/2014/main" id="{D25D1212-7B01-4396-B06D-B283BA152AA8}"/>
                </a:ext>
              </a:extLst>
            </p:cNvPr>
            <p:cNvSpPr/>
            <p:nvPr/>
          </p:nvSpPr>
          <p:spPr>
            <a:xfrm>
              <a:off x="43601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8" name="타원 6667">
              <a:extLst>
                <a:ext uri="{FF2B5EF4-FFF2-40B4-BE49-F238E27FC236}">
                  <a16:creationId xmlns:a16="http://schemas.microsoft.com/office/drawing/2014/main" id="{D85D89FF-3A77-43A3-99B7-303F0F63ADF0}"/>
                </a:ext>
              </a:extLst>
            </p:cNvPr>
            <p:cNvSpPr/>
            <p:nvPr/>
          </p:nvSpPr>
          <p:spPr>
            <a:xfrm>
              <a:off x="45125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9" name="타원 6668">
              <a:extLst>
                <a:ext uri="{FF2B5EF4-FFF2-40B4-BE49-F238E27FC236}">
                  <a16:creationId xmlns:a16="http://schemas.microsoft.com/office/drawing/2014/main" id="{78AECD23-ED5B-49E6-BBB4-8165BBC06835}"/>
                </a:ext>
              </a:extLst>
            </p:cNvPr>
            <p:cNvSpPr/>
            <p:nvPr/>
          </p:nvSpPr>
          <p:spPr>
            <a:xfrm>
              <a:off x="46649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0" name="타원 6669">
              <a:extLst>
                <a:ext uri="{FF2B5EF4-FFF2-40B4-BE49-F238E27FC236}">
                  <a16:creationId xmlns:a16="http://schemas.microsoft.com/office/drawing/2014/main" id="{489513F9-2A36-4073-B92C-C7A80349E0D7}"/>
                </a:ext>
              </a:extLst>
            </p:cNvPr>
            <p:cNvSpPr/>
            <p:nvPr/>
          </p:nvSpPr>
          <p:spPr>
            <a:xfrm>
              <a:off x="48173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1" name="타원 6670">
              <a:extLst>
                <a:ext uri="{FF2B5EF4-FFF2-40B4-BE49-F238E27FC236}">
                  <a16:creationId xmlns:a16="http://schemas.microsoft.com/office/drawing/2014/main" id="{A9287EF2-D382-4FDB-A2B8-EFAC3A2E8543}"/>
                </a:ext>
              </a:extLst>
            </p:cNvPr>
            <p:cNvSpPr/>
            <p:nvPr/>
          </p:nvSpPr>
          <p:spPr>
            <a:xfrm>
              <a:off x="49697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2" name="타원 6671">
              <a:extLst>
                <a:ext uri="{FF2B5EF4-FFF2-40B4-BE49-F238E27FC236}">
                  <a16:creationId xmlns:a16="http://schemas.microsoft.com/office/drawing/2014/main" id="{2F554254-C16F-4AF5-A466-2A09539F62A2}"/>
                </a:ext>
              </a:extLst>
            </p:cNvPr>
            <p:cNvSpPr/>
            <p:nvPr/>
          </p:nvSpPr>
          <p:spPr>
            <a:xfrm>
              <a:off x="51221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3" name="타원 6672">
              <a:extLst>
                <a:ext uri="{FF2B5EF4-FFF2-40B4-BE49-F238E27FC236}">
                  <a16:creationId xmlns:a16="http://schemas.microsoft.com/office/drawing/2014/main" id="{E5C188E4-6842-4586-802A-4F11871D460B}"/>
                </a:ext>
              </a:extLst>
            </p:cNvPr>
            <p:cNvSpPr/>
            <p:nvPr/>
          </p:nvSpPr>
          <p:spPr>
            <a:xfrm>
              <a:off x="52745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4" name="타원 6673">
              <a:extLst>
                <a:ext uri="{FF2B5EF4-FFF2-40B4-BE49-F238E27FC236}">
                  <a16:creationId xmlns:a16="http://schemas.microsoft.com/office/drawing/2014/main" id="{A4729271-9F17-4562-9782-18D9DC62282B}"/>
                </a:ext>
              </a:extLst>
            </p:cNvPr>
            <p:cNvSpPr/>
            <p:nvPr/>
          </p:nvSpPr>
          <p:spPr>
            <a:xfrm>
              <a:off x="54269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5" name="타원 6674">
              <a:extLst>
                <a:ext uri="{FF2B5EF4-FFF2-40B4-BE49-F238E27FC236}">
                  <a16:creationId xmlns:a16="http://schemas.microsoft.com/office/drawing/2014/main" id="{36A9AA24-1AD4-4F2E-82B5-814CAECF8F53}"/>
                </a:ext>
              </a:extLst>
            </p:cNvPr>
            <p:cNvSpPr/>
            <p:nvPr/>
          </p:nvSpPr>
          <p:spPr>
            <a:xfrm>
              <a:off x="55793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6" name="타원 6675">
              <a:extLst>
                <a:ext uri="{FF2B5EF4-FFF2-40B4-BE49-F238E27FC236}">
                  <a16:creationId xmlns:a16="http://schemas.microsoft.com/office/drawing/2014/main" id="{7383B48F-CD33-4C99-96C6-A234D205DBFE}"/>
                </a:ext>
              </a:extLst>
            </p:cNvPr>
            <p:cNvSpPr/>
            <p:nvPr/>
          </p:nvSpPr>
          <p:spPr>
            <a:xfrm>
              <a:off x="5731775" y="68556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7" name="타원 6676">
              <a:extLst>
                <a:ext uri="{FF2B5EF4-FFF2-40B4-BE49-F238E27FC236}">
                  <a16:creationId xmlns:a16="http://schemas.microsoft.com/office/drawing/2014/main" id="{A2D67481-D034-4842-8BD4-192D3FC0AD1E}"/>
                </a:ext>
              </a:extLst>
            </p:cNvPr>
            <p:cNvSpPr/>
            <p:nvPr/>
          </p:nvSpPr>
          <p:spPr>
            <a:xfrm>
              <a:off x="2453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8" name="타원 6677">
              <a:extLst>
                <a:ext uri="{FF2B5EF4-FFF2-40B4-BE49-F238E27FC236}">
                  <a16:creationId xmlns:a16="http://schemas.microsoft.com/office/drawing/2014/main" id="{80D69357-1F46-468A-8842-136D668E5B83}"/>
                </a:ext>
              </a:extLst>
            </p:cNvPr>
            <p:cNvSpPr/>
            <p:nvPr/>
          </p:nvSpPr>
          <p:spPr>
            <a:xfrm>
              <a:off x="3977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9" name="타원 6678">
              <a:extLst>
                <a:ext uri="{FF2B5EF4-FFF2-40B4-BE49-F238E27FC236}">
                  <a16:creationId xmlns:a16="http://schemas.microsoft.com/office/drawing/2014/main" id="{2851D3A6-9B6E-4EF8-AEA8-2C06CB4203DA}"/>
                </a:ext>
              </a:extLst>
            </p:cNvPr>
            <p:cNvSpPr/>
            <p:nvPr/>
          </p:nvSpPr>
          <p:spPr>
            <a:xfrm>
              <a:off x="5501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0" name="타원 6679">
              <a:extLst>
                <a:ext uri="{FF2B5EF4-FFF2-40B4-BE49-F238E27FC236}">
                  <a16:creationId xmlns:a16="http://schemas.microsoft.com/office/drawing/2014/main" id="{E6A06C5F-1ECF-416D-A223-19AD0D039923}"/>
                </a:ext>
              </a:extLst>
            </p:cNvPr>
            <p:cNvSpPr/>
            <p:nvPr/>
          </p:nvSpPr>
          <p:spPr>
            <a:xfrm>
              <a:off x="7025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1" name="타원 6680">
              <a:extLst>
                <a:ext uri="{FF2B5EF4-FFF2-40B4-BE49-F238E27FC236}">
                  <a16:creationId xmlns:a16="http://schemas.microsoft.com/office/drawing/2014/main" id="{3B7D7317-AAEC-4365-B216-AB2FC21CD5D6}"/>
                </a:ext>
              </a:extLst>
            </p:cNvPr>
            <p:cNvSpPr/>
            <p:nvPr/>
          </p:nvSpPr>
          <p:spPr>
            <a:xfrm>
              <a:off x="8549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2" name="타원 6681">
              <a:extLst>
                <a:ext uri="{FF2B5EF4-FFF2-40B4-BE49-F238E27FC236}">
                  <a16:creationId xmlns:a16="http://schemas.microsoft.com/office/drawing/2014/main" id="{74EA34CF-FC98-4C38-A7AD-7EA51D45785D}"/>
                </a:ext>
              </a:extLst>
            </p:cNvPr>
            <p:cNvSpPr/>
            <p:nvPr/>
          </p:nvSpPr>
          <p:spPr>
            <a:xfrm>
              <a:off x="10073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3" name="타원 6682">
              <a:extLst>
                <a:ext uri="{FF2B5EF4-FFF2-40B4-BE49-F238E27FC236}">
                  <a16:creationId xmlns:a16="http://schemas.microsoft.com/office/drawing/2014/main" id="{F45D9155-7125-472D-9555-F3CB308DEC6E}"/>
                </a:ext>
              </a:extLst>
            </p:cNvPr>
            <p:cNvSpPr/>
            <p:nvPr/>
          </p:nvSpPr>
          <p:spPr>
            <a:xfrm>
              <a:off x="11597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4" name="타원 6683">
              <a:extLst>
                <a:ext uri="{FF2B5EF4-FFF2-40B4-BE49-F238E27FC236}">
                  <a16:creationId xmlns:a16="http://schemas.microsoft.com/office/drawing/2014/main" id="{9059279F-9831-4ED4-B284-9B0202431287}"/>
                </a:ext>
              </a:extLst>
            </p:cNvPr>
            <p:cNvSpPr/>
            <p:nvPr/>
          </p:nvSpPr>
          <p:spPr>
            <a:xfrm>
              <a:off x="13121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5" name="타원 6684">
              <a:extLst>
                <a:ext uri="{FF2B5EF4-FFF2-40B4-BE49-F238E27FC236}">
                  <a16:creationId xmlns:a16="http://schemas.microsoft.com/office/drawing/2014/main" id="{5E5E4C9F-2B81-4A3A-8F6C-12E9752B8D00}"/>
                </a:ext>
              </a:extLst>
            </p:cNvPr>
            <p:cNvSpPr/>
            <p:nvPr/>
          </p:nvSpPr>
          <p:spPr>
            <a:xfrm>
              <a:off x="14645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6" name="타원 6685">
              <a:extLst>
                <a:ext uri="{FF2B5EF4-FFF2-40B4-BE49-F238E27FC236}">
                  <a16:creationId xmlns:a16="http://schemas.microsoft.com/office/drawing/2014/main" id="{E9DA4F55-2A73-42AE-BCFA-4793D36313E3}"/>
                </a:ext>
              </a:extLst>
            </p:cNvPr>
            <p:cNvSpPr/>
            <p:nvPr/>
          </p:nvSpPr>
          <p:spPr>
            <a:xfrm>
              <a:off x="16169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7" name="타원 6686">
              <a:extLst>
                <a:ext uri="{FF2B5EF4-FFF2-40B4-BE49-F238E27FC236}">
                  <a16:creationId xmlns:a16="http://schemas.microsoft.com/office/drawing/2014/main" id="{A9AD843D-F730-404C-B5AC-E4F16BAD969A}"/>
                </a:ext>
              </a:extLst>
            </p:cNvPr>
            <p:cNvSpPr/>
            <p:nvPr/>
          </p:nvSpPr>
          <p:spPr>
            <a:xfrm>
              <a:off x="17693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8" name="타원 6687">
              <a:extLst>
                <a:ext uri="{FF2B5EF4-FFF2-40B4-BE49-F238E27FC236}">
                  <a16:creationId xmlns:a16="http://schemas.microsoft.com/office/drawing/2014/main" id="{E335BAD3-B65D-4575-AC55-1A8907935EE8}"/>
                </a:ext>
              </a:extLst>
            </p:cNvPr>
            <p:cNvSpPr/>
            <p:nvPr/>
          </p:nvSpPr>
          <p:spPr>
            <a:xfrm>
              <a:off x="19217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9" name="타원 6688">
              <a:extLst>
                <a:ext uri="{FF2B5EF4-FFF2-40B4-BE49-F238E27FC236}">
                  <a16:creationId xmlns:a16="http://schemas.microsoft.com/office/drawing/2014/main" id="{A889DD04-2FB4-4D56-B64B-5A8DD83007CD}"/>
                </a:ext>
              </a:extLst>
            </p:cNvPr>
            <p:cNvSpPr/>
            <p:nvPr/>
          </p:nvSpPr>
          <p:spPr>
            <a:xfrm>
              <a:off x="20741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0" name="타원 6689">
              <a:extLst>
                <a:ext uri="{FF2B5EF4-FFF2-40B4-BE49-F238E27FC236}">
                  <a16:creationId xmlns:a16="http://schemas.microsoft.com/office/drawing/2014/main" id="{8A6EED7A-08EE-421C-86D2-45F88564AD10}"/>
                </a:ext>
              </a:extLst>
            </p:cNvPr>
            <p:cNvSpPr/>
            <p:nvPr/>
          </p:nvSpPr>
          <p:spPr>
            <a:xfrm>
              <a:off x="22265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1" name="타원 6690">
              <a:extLst>
                <a:ext uri="{FF2B5EF4-FFF2-40B4-BE49-F238E27FC236}">
                  <a16:creationId xmlns:a16="http://schemas.microsoft.com/office/drawing/2014/main" id="{F1820225-0DF5-4828-8A9F-A0F8C963287E}"/>
                </a:ext>
              </a:extLst>
            </p:cNvPr>
            <p:cNvSpPr/>
            <p:nvPr/>
          </p:nvSpPr>
          <p:spPr>
            <a:xfrm>
              <a:off x="23789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2" name="타원 6691">
              <a:extLst>
                <a:ext uri="{FF2B5EF4-FFF2-40B4-BE49-F238E27FC236}">
                  <a16:creationId xmlns:a16="http://schemas.microsoft.com/office/drawing/2014/main" id="{77F5612C-A344-467C-88D0-901EF0EF46D4}"/>
                </a:ext>
              </a:extLst>
            </p:cNvPr>
            <p:cNvSpPr/>
            <p:nvPr/>
          </p:nvSpPr>
          <p:spPr>
            <a:xfrm>
              <a:off x="25313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3" name="타원 6692">
              <a:extLst>
                <a:ext uri="{FF2B5EF4-FFF2-40B4-BE49-F238E27FC236}">
                  <a16:creationId xmlns:a16="http://schemas.microsoft.com/office/drawing/2014/main" id="{C5CE4D6E-96C2-4E5C-89DC-87417DA170CC}"/>
                </a:ext>
              </a:extLst>
            </p:cNvPr>
            <p:cNvSpPr/>
            <p:nvPr/>
          </p:nvSpPr>
          <p:spPr>
            <a:xfrm>
              <a:off x="26837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4" name="타원 6693">
              <a:extLst>
                <a:ext uri="{FF2B5EF4-FFF2-40B4-BE49-F238E27FC236}">
                  <a16:creationId xmlns:a16="http://schemas.microsoft.com/office/drawing/2014/main" id="{DFD5AB7F-DC25-4061-9E8B-3D41ABEA18BA}"/>
                </a:ext>
              </a:extLst>
            </p:cNvPr>
            <p:cNvSpPr/>
            <p:nvPr/>
          </p:nvSpPr>
          <p:spPr>
            <a:xfrm>
              <a:off x="28361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5" name="타원 6694">
              <a:extLst>
                <a:ext uri="{FF2B5EF4-FFF2-40B4-BE49-F238E27FC236}">
                  <a16:creationId xmlns:a16="http://schemas.microsoft.com/office/drawing/2014/main" id="{C5D7C56B-8BE0-4A9B-924D-58C6E363735A}"/>
                </a:ext>
              </a:extLst>
            </p:cNvPr>
            <p:cNvSpPr/>
            <p:nvPr/>
          </p:nvSpPr>
          <p:spPr>
            <a:xfrm>
              <a:off x="29885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6" name="타원 6695">
              <a:extLst>
                <a:ext uri="{FF2B5EF4-FFF2-40B4-BE49-F238E27FC236}">
                  <a16:creationId xmlns:a16="http://schemas.microsoft.com/office/drawing/2014/main" id="{EF0D64DA-F19E-43C9-AD52-308DEEC3A324}"/>
                </a:ext>
              </a:extLst>
            </p:cNvPr>
            <p:cNvSpPr/>
            <p:nvPr/>
          </p:nvSpPr>
          <p:spPr>
            <a:xfrm>
              <a:off x="31409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7" name="타원 6696">
              <a:extLst>
                <a:ext uri="{FF2B5EF4-FFF2-40B4-BE49-F238E27FC236}">
                  <a16:creationId xmlns:a16="http://schemas.microsoft.com/office/drawing/2014/main" id="{81CD37D0-761F-4962-B374-7BC13BFF74BC}"/>
                </a:ext>
              </a:extLst>
            </p:cNvPr>
            <p:cNvSpPr/>
            <p:nvPr/>
          </p:nvSpPr>
          <p:spPr>
            <a:xfrm>
              <a:off x="32933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8" name="타원 6697">
              <a:extLst>
                <a:ext uri="{FF2B5EF4-FFF2-40B4-BE49-F238E27FC236}">
                  <a16:creationId xmlns:a16="http://schemas.microsoft.com/office/drawing/2014/main" id="{D121C59B-DEF0-4452-ABF8-E8C855228CD1}"/>
                </a:ext>
              </a:extLst>
            </p:cNvPr>
            <p:cNvSpPr/>
            <p:nvPr/>
          </p:nvSpPr>
          <p:spPr>
            <a:xfrm>
              <a:off x="34457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9" name="타원 6698">
              <a:extLst>
                <a:ext uri="{FF2B5EF4-FFF2-40B4-BE49-F238E27FC236}">
                  <a16:creationId xmlns:a16="http://schemas.microsoft.com/office/drawing/2014/main" id="{C1CF06D2-FFA6-4307-BB12-C25BB0AE1368}"/>
                </a:ext>
              </a:extLst>
            </p:cNvPr>
            <p:cNvSpPr/>
            <p:nvPr/>
          </p:nvSpPr>
          <p:spPr>
            <a:xfrm>
              <a:off x="35981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0" name="타원 6699">
              <a:extLst>
                <a:ext uri="{FF2B5EF4-FFF2-40B4-BE49-F238E27FC236}">
                  <a16:creationId xmlns:a16="http://schemas.microsoft.com/office/drawing/2014/main" id="{6414C8D1-38EF-4BE1-8FA2-EBA6E9195749}"/>
                </a:ext>
              </a:extLst>
            </p:cNvPr>
            <p:cNvSpPr/>
            <p:nvPr/>
          </p:nvSpPr>
          <p:spPr>
            <a:xfrm>
              <a:off x="37505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1" name="타원 6700">
              <a:extLst>
                <a:ext uri="{FF2B5EF4-FFF2-40B4-BE49-F238E27FC236}">
                  <a16:creationId xmlns:a16="http://schemas.microsoft.com/office/drawing/2014/main" id="{331FA921-ED25-4179-9757-F8BD0BA6DE64}"/>
                </a:ext>
              </a:extLst>
            </p:cNvPr>
            <p:cNvSpPr/>
            <p:nvPr/>
          </p:nvSpPr>
          <p:spPr>
            <a:xfrm>
              <a:off x="39029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2" name="타원 6701">
              <a:extLst>
                <a:ext uri="{FF2B5EF4-FFF2-40B4-BE49-F238E27FC236}">
                  <a16:creationId xmlns:a16="http://schemas.microsoft.com/office/drawing/2014/main" id="{FA965D3B-859B-4DB6-B7E9-86DE4EE2ABA1}"/>
                </a:ext>
              </a:extLst>
            </p:cNvPr>
            <p:cNvSpPr/>
            <p:nvPr/>
          </p:nvSpPr>
          <p:spPr>
            <a:xfrm>
              <a:off x="40553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3" name="타원 6702">
              <a:extLst>
                <a:ext uri="{FF2B5EF4-FFF2-40B4-BE49-F238E27FC236}">
                  <a16:creationId xmlns:a16="http://schemas.microsoft.com/office/drawing/2014/main" id="{C6C7B3F3-AAFF-46B6-B5E5-E6F4A17FD5F6}"/>
                </a:ext>
              </a:extLst>
            </p:cNvPr>
            <p:cNvSpPr/>
            <p:nvPr/>
          </p:nvSpPr>
          <p:spPr>
            <a:xfrm>
              <a:off x="42077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4" name="타원 6703">
              <a:extLst>
                <a:ext uri="{FF2B5EF4-FFF2-40B4-BE49-F238E27FC236}">
                  <a16:creationId xmlns:a16="http://schemas.microsoft.com/office/drawing/2014/main" id="{572F892E-E9C8-4539-A80B-EC21AF5D17E1}"/>
                </a:ext>
              </a:extLst>
            </p:cNvPr>
            <p:cNvSpPr/>
            <p:nvPr/>
          </p:nvSpPr>
          <p:spPr>
            <a:xfrm>
              <a:off x="43601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5" name="타원 6704">
              <a:extLst>
                <a:ext uri="{FF2B5EF4-FFF2-40B4-BE49-F238E27FC236}">
                  <a16:creationId xmlns:a16="http://schemas.microsoft.com/office/drawing/2014/main" id="{942A8242-90E9-42E1-95BF-3D076F7A221F}"/>
                </a:ext>
              </a:extLst>
            </p:cNvPr>
            <p:cNvSpPr/>
            <p:nvPr/>
          </p:nvSpPr>
          <p:spPr>
            <a:xfrm>
              <a:off x="45125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6" name="타원 6705">
              <a:extLst>
                <a:ext uri="{FF2B5EF4-FFF2-40B4-BE49-F238E27FC236}">
                  <a16:creationId xmlns:a16="http://schemas.microsoft.com/office/drawing/2014/main" id="{ABD6C435-8236-49EE-BB76-EFB16A775E01}"/>
                </a:ext>
              </a:extLst>
            </p:cNvPr>
            <p:cNvSpPr/>
            <p:nvPr/>
          </p:nvSpPr>
          <p:spPr>
            <a:xfrm>
              <a:off x="46649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7" name="타원 6706">
              <a:extLst>
                <a:ext uri="{FF2B5EF4-FFF2-40B4-BE49-F238E27FC236}">
                  <a16:creationId xmlns:a16="http://schemas.microsoft.com/office/drawing/2014/main" id="{23A1B1D6-C92A-4304-B0EF-1C143E177E4B}"/>
                </a:ext>
              </a:extLst>
            </p:cNvPr>
            <p:cNvSpPr/>
            <p:nvPr/>
          </p:nvSpPr>
          <p:spPr>
            <a:xfrm>
              <a:off x="48173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8" name="타원 6707">
              <a:extLst>
                <a:ext uri="{FF2B5EF4-FFF2-40B4-BE49-F238E27FC236}">
                  <a16:creationId xmlns:a16="http://schemas.microsoft.com/office/drawing/2014/main" id="{8149CE57-C36F-4429-B1CD-14AEF2F8CC07}"/>
                </a:ext>
              </a:extLst>
            </p:cNvPr>
            <p:cNvSpPr/>
            <p:nvPr/>
          </p:nvSpPr>
          <p:spPr>
            <a:xfrm>
              <a:off x="49697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9" name="타원 6708">
              <a:extLst>
                <a:ext uri="{FF2B5EF4-FFF2-40B4-BE49-F238E27FC236}">
                  <a16:creationId xmlns:a16="http://schemas.microsoft.com/office/drawing/2014/main" id="{0035FEDE-C8D9-48D6-B763-A536DFC47A90}"/>
                </a:ext>
              </a:extLst>
            </p:cNvPr>
            <p:cNvSpPr/>
            <p:nvPr/>
          </p:nvSpPr>
          <p:spPr>
            <a:xfrm>
              <a:off x="51221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0" name="타원 6709">
              <a:extLst>
                <a:ext uri="{FF2B5EF4-FFF2-40B4-BE49-F238E27FC236}">
                  <a16:creationId xmlns:a16="http://schemas.microsoft.com/office/drawing/2014/main" id="{F81249EE-5B04-460C-AD8B-5E1F0CB87422}"/>
                </a:ext>
              </a:extLst>
            </p:cNvPr>
            <p:cNvSpPr/>
            <p:nvPr/>
          </p:nvSpPr>
          <p:spPr>
            <a:xfrm>
              <a:off x="52745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1" name="타원 6710">
              <a:extLst>
                <a:ext uri="{FF2B5EF4-FFF2-40B4-BE49-F238E27FC236}">
                  <a16:creationId xmlns:a16="http://schemas.microsoft.com/office/drawing/2014/main" id="{A6559472-A571-441E-A4A3-2F8EAACD8D78}"/>
                </a:ext>
              </a:extLst>
            </p:cNvPr>
            <p:cNvSpPr/>
            <p:nvPr/>
          </p:nvSpPr>
          <p:spPr>
            <a:xfrm>
              <a:off x="54269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2" name="타원 6711">
              <a:extLst>
                <a:ext uri="{FF2B5EF4-FFF2-40B4-BE49-F238E27FC236}">
                  <a16:creationId xmlns:a16="http://schemas.microsoft.com/office/drawing/2014/main" id="{DC763AF0-6F23-4180-A312-791C14E7E1B1}"/>
                </a:ext>
              </a:extLst>
            </p:cNvPr>
            <p:cNvSpPr/>
            <p:nvPr/>
          </p:nvSpPr>
          <p:spPr>
            <a:xfrm>
              <a:off x="55793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3" name="타원 6712">
              <a:extLst>
                <a:ext uri="{FF2B5EF4-FFF2-40B4-BE49-F238E27FC236}">
                  <a16:creationId xmlns:a16="http://schemas.microsoft.com/office/drawing/2014/main" id="{B7397DCE-E2BD-429A-BBEC-DA6728249414}"/>
                </a:ext>
              </a:extLst>
            </p:cNvPr>
            <p:cNvSpPr/>
            <p:nvPr/>
          </p:nvSpPr>
          <p:spPr>
            <a:xfrm>
              <a:off x="5731775" y="70080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4" name="타원 6713">
              <a:extLst>
                <a:ext uri="{FF2B5EF4-FFF2-40B4-BE49-F238E27FC236}">
                  <a16:creationId xmlns:a16="http://schemas.microsoft.com/office/drawing/2014/main" id="{B3EC1859-2CB8-4CEA-A5EE-E9E9A77DD70D}"/>
                </a:ext>
              </a:extLst>
            </p:cNvPr>
            <p:cNvSpPr/>
            <p:nvPr/>
          </p:nvSpPr>
          <p:spPr>
            <a:xfrm>
              <a:off x="2453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5" name="타원 6714">
              <a:extLst>
                <a:ext uri="{FF2B5EF4-FFF2-40B4-BE49-F238E27FC236}">
                  <a16:creationId xmlns:a16="http://schemas.microsoft.com/office/drawing/2014/main" id="{9AA12B1D-24EE-4E15-B6E8-80BEFF242522}"/>
                </a:ext>
              </a:extLst>
            </p:cNvPr>
            <p:cNvSpPr/>
            <p:nvPr/>
          </p:nvSpPr>
          <p:spPr>
            <a:xfrm>
              <a:off x="3977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6" name="타원 6715">
              <a:extLst>
                <a:ext uri="{FF2B5EF4-FFF2-40B4-BE49-F238E27FC236}">
                  <a16:creationId xmlns:a16="http://schemas.microsoft.com/office/drawing/2014/main" id="{E5453D19-29E5-4929-811A-56E1D52C9F56}"/>
                </a:ext>
              </a:extLst>
            </p:cNvPr>
            <p:cNvSpPr/>
            <p:nvPr/>
          </p:nvSpPr>
          <p:spPr>
            <a:xfrm>
              <a:off x="5501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7" name="타원 6716">
              <a:extLst>
                <a:ext uri="{FF2B5EF4-FFF2-40B4-BE49-F238E27FC236}">
                  <a16:creationId xmlns:a16="http://schemas.microsoft.com/office/drawing/2014/main" id="{0C5A6574-5A99-49D1-815E-2E2D77155ADA}"/>
                </a:ext>
              </a:extLst>
            </p:cNvPr>
            <p:cNvSpPr/>
            <p:nvPr/>
          </p:nvSpPr>
          <p:spPr>
            <a:xfrm>
              <a:off x="7025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8" name="타원 6717">
              <a:extLst>
                <a:ext uri="{FF2B5EF4-FFF2-40B4-BE49-F238E27FC236}">
                  <a16:creationId xmlns:a16="http://schemas.microsoft.com/office/drawing/2014/main" id="{F023133E-F0B2-4067-9BB7-28C9A124E22D}"/>
                </a:ext>
              </a:extLst>
            </p:cNvPr>
            <p:cNvSpPr/>
            <p:nvPr/>
          </p:nvSpPr>
          <p:spPr>
            <a:xfrm>
              <a:off x="8549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9" name="타원 6718">
              <a:extLst>
                <a:ext uri="{FF2B5EF4-FFF2-40B4-BE49-F238E27FC236}">
                  <a16:creationId xmlns:a16="http://schemas.microsoft.com/office/drawing/2014/main" id="{273C8FFC-7A17-4E07-9E90-C0603CF22020}"/>
                </a:ext>
              </a:extLst>
            </p:cNvPr>
            <p:cNvSpPr/>
            <p:nvPr/>
          </p:nvSpPr>
          <p:spPr>
            <a:xfrm>
              <a:off x="10073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0" name="타원 6719">
              <a:extLst>
                <a:ext uri="{FF2B5EF4-FFF2-40B4-BE49-F238E27FC236}">
                  <a16:creationId xmlns:a16="http://schemas.microsoft.com/office/drawing/2014/main" id="{92C4108A-7C1B-4D4D-B215-92908FA8F3CD}"/>
                </a:ext>
              </a:extLst>
            </p:cNvPr>
            <p:cNvSpPr/>
            <p:nvPr/>
          </p:nvSpPr>
          <p:spPr>
            <a:xfrm>
              <a:off x="11597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1" name="타원 6720">
              <a:extLst>
                <a:ext uri="{FF2B5EF4-FFF2-40B4-BE49-F238E27FC236}">
                  <a16:creationId xmlns:a16="http://schemas.microsoft.com/office/drawing/2014/main" id="{3F8FFCFA-7889-4243-94EE-597A212BE48E}"/>
                </a:ext>
              </a:extLst>
            </p:cNvPr>
            <p:cNvSpPr/>
            <p:nvPr/>
          </p:nvSpPr>
          <p:spPr>
            <a:xfrm>
              <a:off x="13121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2" name="타원 6721">
              <a:extLst>
                <a:ext uri="{FF2B5EF4-FFF2-40B4-BE49-F238E27FC236}">
                  <a16:creationId xmlns:a16="http://schemas.microsoft.com/office/drawing/2014/main" id="{A4BC358C-B7FE-4096-9866-6F9D05C441B2}"/>
                </a:ext>
              </a:extLst>
            </p:cNvPr>
            <p:cNvSpPr/>
            <p:nvPr/>
          </p:nvSpPr>
          <p:spPr>
            <a:xfrm>
              <a:off x="14645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3" name="타원 6722">
              <a:extLst>
                <a:ext uri="{FF2B5EF4-FFF2-40B4-BE49-F238E27FC236}">
                  <a16:creationId xmlns:a16="http://schemas.microsoft.com/office/drawing/2014/main" id="{DE4824A4-4981-4CB8-B841-83FCAFD31479}"/>
                </a:ext>
              </a:extLst>
            </p:cNvPr>
            <p:cNvSpPr/>
            <p:nvPr/>
          </p:nvSpPr>
          <p:spPr>
            <a:xfrm>
              <a:off x="16169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4" name="타원 6723">
              <a:extLst>
                <a:ext uri="{FF2B5EF4-FFF2-40B4-BE49-F238E27FC236}">
                  <a16:creationId xmlns:a16="http://schemas.microsoft.com/office/drawing/2014/main" id="{2A5E3583-424E-4803-837A-F09674885FE1}"/>
                </a:ext>
              </a:extLst>
            </p:cNvPr>
            <p:cNvSpPr/>
            <p:nvPr/>
          </p:nvSpPr>
          <p:spPr>
            <a:xfrm>
              <a:off x="17693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5" name="타원 6724">
              <a:extLst>
                <a:ext uri="{FF2B5EF4-FFF2-40B4-BE49-F238E27FC236}">
                  <a16:creationId xmlns:a16="http://schemas.microsoft.com/office/drawing/2014/main" id="{65AEBAF9-4FA3-4668-8C79-B266B547DA5A}"/>
                </a:ext>
              </a:extLst>
            </p:cNvPr>
            <p:cNvSpPr/>
            <p:nvPr/>
          </p:nvSpPr>
          <p:spPr>
            <a:xfrm>
              <a:off x="19217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6" name="타원 6725">
              <a:extLst>
                <a:ext uri="{FF2B5EF4-FFF2-40B4-BE49-F238E27FC236}">
                  <a16:creationId xmlns:a16="http://schemas.microsoft.com/office/drawing/2014/main" id="{F438B0EE-C3A9-4E68-BD7B-8032E9EE761E}"/>
                </a:ext>
              </a:extLst>
            </p:cNvPr>
            <p:cNvSpPr/>
            <p:nvPr/>
          </p:nvSpPr>
          <p:spPr>
            <a:xfrm>
              <a:off x="20741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7" name="타원 6726">
              <a:extLst>
                <a:ext uri="{FF2B5EF4-FFF2-40B4-BE49-F238E27FC236}">
                  <a16:creationId xmlns:a16="http://schemas.microsoft.com/office/drawing/2014/main" id="{167B952B-0791-48D5-8D1D-CE048AC6DDE8}"/>
                </a:ext>
              </a:extLst>
            </p:cNvPr>
            <p:cNvSpPr/>
            <p:nvPr/>
          </p:nvSpPr>
          <p:spPr>
            <a:xfrm>
              <a:off x="22265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8" name="타원 6727">
              <a:extLst>
                <a:ext uri="{FF2B5EF4-FFF2-40B4-BE49-F238E27FC236}">
                  <a16:creationId xmlns:a16="http://schemas.microsoft.com/office/drawing/2014/main" id="{C673F781-5578-4CDD-AD92-6E3788C6812C}"/>
                </a:ext>
              </a:extLst>
            </p:cNvPr>
            <p:cNvSpPr/>
            <p:nvPr/>
          </p:nvSpPr>
          <p:spPr>
            <a:xfrm>
              <a:off x="23789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9" name="타원 6728">
              <a:extLst>
                <a:ext uri="{FF2B5EF4-FFF2-40B4-BE49-F238E27FC236}">
                  <a16:creationId xmlns:a16="http://schemas.microsoft.com/office/drawing/2014/main" id="{519FBD59-8DEB-4B9D-ACAD-763B96E20F35}"/>
                </a:ext>
              </a:extLst>
            </p:cNvPr>
            <p:cNvSpPr/>
            <p:nvPr/>
          </p:nvSpPr>
          <p:spPr>
            <a:xfrm>
              <a:off x="25313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0" name="타원 6729">
              <a:extLst>
                <a:ext uri="{FF2B5EF4-FFF2-40B4-BE49-F238E27FC236}">
                  <a16:creationId xmlns:a16="http://schemas.microsoft.com/office/drawing/2014/main" id="{1E04EDAC-995D-406D-B716-0C7314E2DCD0}"/>
                </a:ext>
              </a:extLst>
            </p:cNvPr>
            <p:cNvSpPr/>
            <p:nvPr/>
          </p:nvSpPr>
          <p:spPr>
            <a:xfrm>
              <a:off x="26837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1" name="타원 6730">
              <a:extLst>
                <a:ext uri="{FF2B5EF4-FFF2-40B4-BE49-F238E27FC236}">
                  <a16:creationId xmlns:a16="http://schemas.microsoft.com/office/drawing/2014/main" id="{B4451365-657C-47A0-A505-F35EFB27352C}"/>
                </a:ext>
              </a:extLst>
            </p:cNvPr>
            <p:cNvSpPr/>
            <p:nvPr/>
          </p:nvSpPr>
          <p:spPr>
            <a:xfrm>
              <a:off x="28361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2" name="타원 6731">
              <a:extLst>
                <a:ext uri="{FF2B5EF4-FFF2-40B4-BE49-F238E27FC236}">
                  <a16:creationId xmlns:a16="http://schemas.microsoft.com/office/drawing/2014/main" id="{EEBE30C6-21B2-42A2-A4D1-59CFA6187FE3}"/>
                </a:ext>
              </a:extLst>
            </p:cNvPr>
            <p:cNvSpPr/>
            <p:nvPr/>
          </p:nvSpPr>
          <p:spPr>
            <a:xfrm>
              <a:off x="29885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3" name="타원 6732">
              <a:extLst>
                <a:ext uri="{FF2B5EF4-FFF2-40B4-BE49-F238E27FC236}">
                  <a16:creationId xmlns:a16="http://schemas.microsoft.com/office/drawing/2014/main" id="{D79E928F-81BA-4B31-8B54-334099BA4419}"/>
                </a:ext>
              </a:extLst>
            </p:cNvPr>
            <p:cNvSpPr/>
            <p:nvPr/>
          </p:nvSpPr>
          <p:spPr>
            <a:xfrm>
              <a:off x="31409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4" name="타원 6733">
              <a:extLst>
                <a:ext uri="{FF2B5EF4-FFF2-40B4-BE49-F238E27FC236}">
                  <a16:creationId xmlns:a16="http://schemas.microsoft.com/office/drawing/2014/main" id="{51AD6E0B-5D74-4A1C-BB61-E45391C9CA0A}"/>
                </a:ext>
              </a:extLst>
            </p:cNvPr>
            <p:cNvSpPr/>
            <p:nvPr/>
          </p:nvSpPr>
          <p:spPr>
            <a:xfrm>
              <a:off x="32933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5" name="타원 6734">
              <a:extLst>
                <a:ext uri="{FF2B5EF4-FFF2-40B4-BE49-F238E27FC236}">
                  <a16:creationId xmlns:a16="http://schemas.microsoft.com/office/drawing/2014/main" id="{05675DA4-5855-42D6-9401-79B3E9177ECA}"/>
                </a:ext>
              </a:extLst>
            </p:cNvPr>
            <p:cNvSpPr/>
            <p:nvPr/>
          </p:nvSpPr>
          <p:spPr>
            <a:xfrm>
              <a:off x="34457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6" name="타원 6735">
              <a:extLst>
                <a:ext uri="{FF2B5EF4-FFF2-40B4-BE49-F238E27FC236}">
                  <a16:creationId xmlns:a16="http://schemas.microsoft.com/office/drawing/2014/main" id="{53CEFD70-64E2-459B-9C69-EE8925392FBF}"/>
                </a:ext>
              </a:extLst>
            </p:cNvPr>
            <p:cNvSpPr/>
            <p:nvPr/>
          </p:nvSpPr>
          <p:spPr>
            <a:xfrm>
              <a:off x="35981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7" name="타원 6736">
              <a:extLst>
                <a:ext uri="{FF2B5EF4-FFF2-40B4-BE49-F238E27FC236}">
                  <a16:creationId xmlns:a16="http://schemas.microsoft.com/office/drawing/2014/main" id="{E2453B7A-08C7-4540-9E67-4F838B9B0255}"/>
                </a:ext>
              </a:extLst>
            </p:cNvPr>
            <p:cNvSpPr/>
            <p:nvPr/>
          </p:nvSpPr>
          <p:spPr>
            <a:xfrm>
              <a:off x="37505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8" name="타원 6737">
              <a:extLst>
                <a:ext uri="{FF2B5EF4-FFF2-40B4-BE49-F238E27FC236}">
                  <a16:creationId xmlns:a16="http://schemas.microsoft.com/office/drawing/2014/main" id="{8016C1F1-04A4-48D3-91C0-56C9D6984B4D}"/>
                </a:ext>
              </a:extLst>
            </p:cNvPr>
            <p:cNvSpPr/>
            <p:nvPr/>
          </p:nvSpPr>
          <p:spPr>
            <a:xfrm>
              <a:off x="39029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9" name="타원 6738">
              <a:extLst>
                <a:ext uri="{FF2B5EF4-FFF2-40B4-BE49-F238E27FC236}">
                  <a16:creationId xmlns:a16="http://schemas.microsoft.com/office/drawing/2014/main" id="{B86F8720-2296-41B0-A220-F8AC0B43C993}"/>
                </a:ext>
              </a:extLst>
            </p:cNvPr>
            <p:cNvSpPr/>
            <p:nvPr/>
          </p:nvSpPr>
          <p:spPr>
            <a:xfrm>
              <a:off x="40553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0" name="타원 6739">
              <a:extLst>
                <a:ext uri="{FF2B5EF4-FFF2-40B4-BE49-F238E27FC236}">
                  <a16:creationId xmlns:a16="http://schemas.microsoft.com/office/drawing/2014/main" id="{92A09D43-4593-4D12-954D-182ACD41B62F}"/>
                </a:ext>
              </a:extLst>
            </p:cNvPr>
            <p:cNvSpPr/>
            <p:nvPr/>
          </p:nvSpPr>
          <p:spPr>
            <a:xfrm>
              <a:off x="42077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1" name="타원 6740">
              <a:extLst>
                <a:ext uri="{FF2B5EF4-FFF2-40B4-BE49-F238E27FC236}">
                  <a16:creationId xmlns:a16="http://schemas.microsoft.com/office/drawing/2014/main" id="{87264074-D4DD-4A9C-8D50-D38C44F836DA}"/>
                </a:ext>
              </a:extLst>
            </p:cNvPr>
            <p:cNvSpPr/>
            <p:nvPr/>
          </p:nvSpPr>
          <p:spPr>
            <a:xfrm>
              <a:off x="43601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2" name="타원 6741">
              <a:extLst>
                <a:ext uri="{FF2B5EF4-FFF2-40B4-BE49-F238E27FC236}">
                  <a16:creationId xmlns:a16="http://schemas.microsoft.com/office/drawing/2014/main" id="{FAD83EF0-F863-4556-913E-E39B5CABBDB4}"/>
                </a:ext>
              </a:extLst>
            </p:cNvPr>
            <p:cNvSpPr/>
            <p:nvPr/>
          </p:nvSpPr>
          <p:spPr>
            <a:xfrm>
              <a:off x="45125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3" name="타원 6742">
              <a:extLst>
                <a:ext uri="{FF2B5EF4-FFF2-40B4-BE49-F238E27FC236}">
                  <a16:creationId xmlns:a16="http://schemas.microsoft.com/office/drawing/2014/main" id="{18B9A91A-FBE8-4C9A-8F3C-3A0057B113D6}"/>
                </a:ext>
              </a:extLst>
            </p:cNvPr>
            <p:cNvSpPr/>
            <p:nvPr/>
          </p:nvSpPr>
          <p:spPr>
            <a:xfrm>
              <a:off x="46649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4" name="타원 6743">
              <a:extLst>
                <a:ext uri="{FF2B5EF4-FFF2-40B4-BE49-F238E27FC236}">
                  <a16:creationId xmlns:a16="http://schemas.microsoft.com/office/drawing/2014/main" id="{486CDFBF-C475-475E-835E-D4D4E641ABC7}"/>
                </a:ext>
              </a:extLst>
            </p:cNvPr>
            <p:cNvSpPr/>
            <p:nvPr/>
          </p:nvSpPr>
          <p:spPr>
            <a:xfrm>
              <a:off x="48173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5" name="타원 6744">
              <a:extLst>
                <a:ext uri="{FF2B5EF4-FFF2-40B4-BE49-F238E27FC236}">
                  <a16:creationId xmlns:a16="http://schemas.microsoft.com/office/drawing/2014/main" id="{C4076A34-DAC5-45B2-9C23-AE54A6B6BA33}"/>
                </a:ext>
              </a:extLst>
            </p:cNvPr>
            <p:cNvSpPr/>
            <p:nvPr/>
          </p:nvSpPr>
          <p:spPr>
            <a:xfrm>
              <a:off x="49697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6" name="타원 6745">
              <a:extLst>
                <a:ext uri="{FF2B5EF4-FFF2-40B4-BE49-F238E27FC236}">
                  <a16:creationId xmlns:a16="http://schemas.microsoft.com/office/drawing/2014/main" id="{B9AAD0EE-2E56-4CC5-A734-500CA69CBA44}"/>
                </a:ext>
              </a:extLst>
            </p:cNvPr>
            <p:cNvSpPr/>
            <p:nvPr/>
          </p:nvSpPr>
          <p:spPr>
            <a:xfrm>
              <a:off x="51221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7" name="타원 6746">
              <a:extLst>
                <a:ext uri="{FF2B5EF4-FFF2-40B4-BE49-F238E27FC236}">
                  <a16:creationId xmlns:a16="http://schemas.microsoft.com/office/drawing/2014/main" id="{9BD36373-7EA1-4556-B767-D9CB78347646}"/>
                </a:ext>
              </a:extLst>
            </p:cNvPr>
            <p:cNvSpPr/>
            <p:nvPr/>
          </p:nvSpPr>
          <p:spPr>
            <a:xfrm>
              <a:off x="52745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8" name="타원 6747">
              <a:extLst>
                <a:ext uri="{FF2B5EF4-FFF2-40B4-BE49-F238E27FC236}">
                  <a16:creationId xmlns:a16="http://schemas.microsoft.com/office/drawing/2014/main" id="{A75CF503-A4BD-4F48-B4AD-551FF91C80D7}"/>
                </a:ext>
              </a:extLst>
            </p:cNvPr>
            <p:cNvSpPr/>
            <p:nvPr/>
          </p:nvSpPr>
          <p:spPr>
            <a:xfrm>
              <a:off x="54269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9" name="타원 6748">
              <a:extLst>
                <a:ext uri="{FF2B5EF4-FFF2-40B4-BE49-F238E27FC236}">
                  <a16:creationId xmlns:a16="http://schemas.microsoft.com/office/drawing/2014/main" id="{FFC2F0E1-32CB-460B-AC28-56302E0E886B}"/>
                </a:ext>
              </a:extLst>
            </p:cNvPr>
            <p:cNvSpPr/>
            <p:nvPr/>
          </p:nvSpPr>
          <p:spPr>
            <a:xfrm>
              <a:off x="55793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0" name="타원 6749">
              <a:extLst>
                <a:ext uri="{FF2B5EF4-FFF2-40B4-BE49-F238E27FC236}">
                  <a16:creationId xmlns:a16="http://schemas.microsoft.com/office/drawing/2014/main" id="{0C526746-004E-4C49-B711-1B9D8CC0276A}"/>
                </a:ext>
              </a:extLst>
            </p:cNvPr>
            <p:cNvSpPr/>
            <p:nvPr/>
          </p:nvSpPr>
          <p:spPr>
            <a:xfrm>
              <a:off x="5731775" y="71604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1" name="타원 6750">
              <a:extLst>
                <a:ext uri="{FF2B5EF4-FFF2-40B4-BE49-F238E27FC236}">
                  <a16:creationId xmlns:a16="http://schemas.microsoft.com/office/drawing/2014/main" id="{9D451F84-8257-4936-9865-13FF94A4C209}"/>
                </a:ext>
              </a:extLst>
            </p:cNvPr>
            <p:cNvSpPr/>
            <p:nvPr/>
          </p:nvSpPr>
          <p:spPr>
            <a:xfrm>
              <a:off x="2453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2" name="타원 6751">
              <a:extLst>
                <a:ext uri="{FF2B5EF4-FFF2-40B4-BE49-F238E27FC236}">
                  <a16:creationId xmlns:a16="http://schemas.microsoft.com/office/drawing/2014/main" id="{9A46773D-ED50-4D0B-82BC-1329E937990D}"/>
                </a:ext>
              </a:extLst>
            </p:cNvPr>
            <p:cNvSpPr/>
            <p:nvPr/>
          </p:nvSpPr>
          <p:spPr>
            <a:xfrm>
              <a:off x="3977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3" name="타원 6752">
              <a:extLst>
                <a:ext uri="{FF2B5EF4-FFF2-40B4-BE49-F238E27FC236}">
                  <a16:creationId xmlns:a16="http://schemas.microsoft.com/office/drawing/2014/main" id="{13E065B0-98DC-402C-B8BF-2B6F9256F94F}"/>
                </a:ext>
              </a:extLst>
            </p:cNvPr>
            <p:cNvSpPr/>
            <p:nvPr/>
          </p:nvSpPr>
          <p:spPr>
            <a:xfrm>
              <a:off x="5501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4" name="타원 6753">
              <a:extLst>
                <a:ext uri="{FF2B5EF4-FFF2-40B4-BE49-F238E27FC236}">
                  <a16:creationId xmlns:a16="http://schemas.microsoft.com/office/drawing/2014/main" id="{53A1E2CD-D9AA-4749-A6B3-381FC2CEA751}"/>
                </a:ext>
              </a:extLst>
            </p:cNvPr>
            <p:cNvSpPr/>
            <p:nvPr/>
          </p:nvSpPr>
          <p:spPr>
            <a:xfrm>
              <a:off x="7025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5" name="타원 6754">
              <a:extLst>
                <a:ext uri="{FF2B5EF4-FFF2-40B4-BE49-F238E27FC236}">
                  <a16:creationId xmlns:a16="http://schemas.microsoft.com/office/drawing/2014/main" id="{B81F1AE5-BF33-4B48-92C7-E3ADB8535AB2}"/>
                </a:ext>
              </a:extLst>
            </p:cNvPr>
            <p:cNvSpPr/>
            <p:nvPr/>
          </p:nvSpPr>
          <p:spPr>
            <a:xfrm>
              <a:off x="8549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6" name="타원 6755">
              <a:extLst>
                <a:ext uri="{FF2B5EF4-FFF2-40B4-BE49-F238E27FC236}">
                  <a16:creationId xmlns:a16="http://schemas.microsoft.com/office/drawing/2014/main" id="{373DAF42-7E0D-4AFF-B727-622A0B34276E}"/>
                </a:ext>
              </a:extLst>
            </p:cNvPr>
            <p:cNvSpPr/>
            <p:nvPr/>
          </p:nvSpPr>
          <p:spPr>
            <a:xfrm>
              <a:off x="10073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7" name="타원 6756">
              <a:extLst>
                <a:ext uri="{FF2B5EF4-FFF2-40B4-BE49-F238E27FC236}">
                  <a16:creationId xmlns:a16="http://schemas.microsoft.com/office/drawing/2014/main" id="{C3CBB42C-A7B5-442E-A0B7-7A66DB87F40A}"/>
                </a:ext>
              </a:extLst>
            </p:cNvPr>
            <p:cNvSpPr/>
            <p:nvPr/>
          </p:nvSpPr>
          <p:spPr>
            <a:xfrm>
              <a:off x="11597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8" name="타원 6757">
              <a:extLst>
                <a:ext uri="{FF2B5EF4-FFF2-40B4-BE49-F238E27FC236}">
                  <a16:creationId xmlns:a16="http://schemas.microsoft.com/office/drawing/2014/main" id="{F1574E49-785D-4FC3-9BE3-7452FD1F2B50}"/>
                </a:ext>
              </a:extLst>
            </p:cNvPr>
            <p:cNvSpPr/>
            <p:nvPr/>
          </p:nvSpPr>
          <p:spPr>
            <a:xfrm>
              <a:off x="13121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9" name="타원 6758">
              <a:extLst>
                <a:ext uri="{FF2B5EF4-FFF2-40B4-BE49-F238E27FC236}">
                  <a16:creationId xmlns:a16="http://schemas.microsoft.com/office/drawing/2014/main" id="{D7FE3DDB-2300-4246-974E-D167D222E23B}"/>
                </a:ext>
              </a:extLst>
            </p:cNvPr>
            <p:cNvSpPr/>
            <p:nvPr/>
          </p:nvSpPr>
          <p:spPr>
            <a:xfrm>
              <a:off x="14645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0" name="타원 6759">
              <a:extLst>
                <a:ext uri="{FF2B5EF4-FFF2-40B4-BE49-F238E27FC236}">
                  <a16:creationId xmlns:a16="http://schemas.microsoft.com/office/drawing/2014/main" id="{8CFD5AF0-D5C1-4FF6-9033-294A841A9068}"/>
                </a:ext>
              </a:extLst>
            </p:cNvPr>
            <p:cNvSpPr/>
            <p:nvPr/>
          </p:nvSpPr>
          <p:spPr>
            <a:xfrm>
              <a:off x="16169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1" name="타원 6760">
              <a:extLst>
                <a:ext uri="{FF2B5EF4-FFF2-40B4-BE49-F238E27FC236}">
                  <a16:creationId xmlns:a16="http://schemas.microsoft.com/office/drawing/2014/main" id="{8B110C79-9518-4483-99F0-5F80DF1EF460}"/>
                </a:ext>
              </a:extLst>
            </p:cNvPr>
            <p:cNvSpPr/>
            <p:nvPr/>
          </p:nvSpPr>
          <p:spPr>
            <a:xfrm>
              <a:off x="17693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2" name="타원 6761">
              <a:extLst>
                <a:ext uri="{FF2B5EF4-FFF2-40B4-BE49-F238E27FC236}">
                  <a16:creationId xmlns:a16="http://schemas.microsoft.com/office/drawing/2014/main" id="{17A88FB1-DE9D-4D57-8A9E-EF7AD6E319E4}"/>
                </a:ext>
              </a:extLst>
            </p:cNvPr>
            <p:cNvSpPr/>
            <p:nvPr/>
          </p:nvSpPr>
          <p:spPr>
            <a:xfrm>
              <a:off x="19217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3" name="타원 6762">
              <a:extLst>
                <a:ext uri="{FF2B5EF4-FFF2-40B4-BE49-F238E27FC236}">
                  <a16:creationId xmlns:a16="http://schemas.microsoft.com/office/drawing/2014/main" id="{E969A811-FEA9-4F81-851E-725B3260D55C}"/>
                </a:ext>
              </a:extLst>
            </p:cNvPr>
            <p:cNvSpPr/>
            <p:nvPr/>
          </p:nvSpPr>
          <p:spPr>
            <a:xfrm>
              <a:off x="20741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4" name="타원 6763">
              <a:extLst>
                <a:ext uri="{FF2B5EF4-FFF2-40B4-BE49-F238E27FC236}">
                  <a16:creationId xmlns:a16="http://schemas.microsoft.com/office/drawing/2014/main" id="{EAE0220E-E513-4324-8C90-DFA9315A2CD3}"/>
                </a:ext>
              </a:extLst>
            </p:cNvPr>
            <p:cNvSpPr/>
            <p:nvPr/>
          </p:nvSpPr>
          <p:spPr>
            <a:xfrm>
              <a:off x="22265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5" name="타원 6764">
              <a:extLst>
                <a:ext uri="{FF2B5EF4-FFF2-40B4-BE49-F238E27FC236}">
                  <a16:creationId xmlns:a16="http://schemas.microsoft.com/office/drawing/2014/main" id="{2842C966-DFDB-430A-9B56-8D381CDC1670}"/>
                </a:ext>
              </a:extLst>
            </p:cNvPr>
            <p:cNvSpPr/>
            <p:nvPr/>
          </p:nvSpPr>
          <p:spPr>
            <a:xfrm>
              <a:off x="23789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6" name="타원 6765">
              <a:extLst>
                <a:ext uri="{FF2B5EF4-FFF2-40B4-BE49-F238E27FC236}">
                  <a16:creationId xmlns:a16="http://schemas.microsoft.com/office/drawing/2014/main" id="{CC4BACEA-5C0E-443F-8F9F-AA64666563B3}"/>
                </a:ext>
              </a:extLst>
            </p:cNvPr>
            <p:cNvSpPr/>
            <p:nvPr/>
          </p:nvSpPr>
          <p:spPr>
            <a:xfrm>
              <a:off x="25313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7" name="타원 6766">
              <a:extLst>
                <a:ext uri="{FF2B5EF4-FFF2-40B4-BE49-F238E27FC236}">
                  <a16:creationId xmlns:a16="http://schemas.microsoft.com/office/drawing/2014/main" id="{D8F69B7A-B87E-4E24-BDD8-E616544891A8}"/>
                </a:ext>
              </a:extLst>
            </p:cNvPr>
            <p:cNvSpPr/>
            <p:nvPr/>
          </p:nvSpPr>
          <p:spPr>
            <a:xfrm>
              <a:off x="26837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8" name="타원 6767">
              <a:extLst>
                <a:ext uri="{FF2B5EF4-FFF2-40B4-BE49-F238E27FC236}">
                  <a16:creationId xmlns:a16="http://schemas.microsoft.com/office/drawing/2014/main" id="{C8FD0A02-EA0B-4646-BA27-9A866DFA2456}"/>
                </a:ext>
              </a:extLst>
            </p:cNvPr>
            <p:cNvSpPr/>
            <p:nvPr/>
          </p:nvSpPr>
          <p:spPr>
            <a:xfrm>
              <a:off x="28361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9" name="타원 6768">
              <a:extLst>
                <a:ext uri="{FF2B5EF4-FFF2-40B4-BE49-F238E27FC236}">
                  <a16:creationId xmlns:a16="http://schemas.microsoft.com/office/drawing/2014/main" id="{2FCB635F-0B5F-4508-AC5E-7245D6F701EB}"/>
                </a:ext>
              </a:extLst>
            </p:cNvPr>
            <p:cNvSpPr/>
            <p:nvPr/>
          </p:nvSpPr>
          <p:spPr>
            <a:xfrm>
              <a:off x="29885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0" name="타원 6769">
              <a:extLst>
                <a:ext uri="{FF2B5EF4-FFF2-40B4-BE49-F238E27FC236}">
                  <a16:creationId xmlns:a16="http://schemas.microsoft.com/office/drawing/2014/main" id="{D00C903C-85AB-48D1-AD20-00F7499695AA}"/>
                </a:ext>
              </a:extLst>
            </p:cNvPr>
            <p:cNvSpPr/>
            <p:nvPr/>
          </p:nvSpPr>
          <p:spPr>
            <a:xfrm>
              <a:off x="31409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1" name="타원 6770">
              <a:extLst>
                <a:ext uri="{FF2B5EF4-FFF2-40B4-BE49-F238E27FC236}">
                  <a16:creationId xmlns:a16="http://schemas.microsoft.com/office/drawing/2014/main" id="{0E2F42E1-A884-4482-8C0D-BE143E2DF8E6}"/>
                </a:ext>
              </a:extLst>
            </p:cNvPr>
            <p:cNvSpPr/>
            <p:nvPr/>
          </p:nvSpPr>
          <p:spPr>
            <a:xfrm>
              <a:off x="32933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2" name="타원 6771">
              <a:extLst>
                <a:ext uri="{FF2B5EF4-FFF2-40B4-BE49-F238E27FC236}">
                  <a16:creationId xmlns:a16="http://schemas.microsoft.com/office/drawing/2014/main" id="{1B4FE731-EEAB-4274-A873-1B5855E0A837}"/>
                </a:ext>
              </a:extLst>
            </p:cNvPr>
            <p:cNvSpPr/>
            <p:nvPr/>
          </p:nvSpPr>
          <p:spPr>
            <a:xfrm>
              <a:off x="34457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3" name="타원 6772">
              <a:extLst>
                <a:ext uri="{FF2B5EF4-FFF2-40B4-BE49-F238E27FC236}">
                  <a16:creationId xmlns:a16="http://schemas.microsoft.com/office/drawing/2014/main" id="{9CC6A2DB-0508-4E7D-A65D-93B79EEE5F82}"/>
                </a:ext>
              </a:extLst>
            </p:cNvPr>
            <p:cNvSpPr/>
            <p:nvPr/>
          </p:nvSpPr>
          <p:spPr>
            <a:xfrm>
              <a:off x="35981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4" name="타원 6773">
              <a:extLst>
                <a:ext uri="{FF2B5EF4-FFF2-40B4-BE49-F238E27FC236}">
                  <a16:creationId xmlns:a16="http://schemas.microsoft.com/office/drawing/2014/main" id="{E4922E2E-BE14-4F28-A695-E8F4E40B56EB}"/>
                </a:ext>
              </a:extLst>
            </p:cNvPr>
            <p:cNvSpPr/>
            <p:nvPr/>
          </p:nvSpPr>
          <p:spPr>
            <a:xfrm>
              <a:off x="37505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5" name="타원 6774">
              <a:extLst>
                <a:ext uri="{FF2B5EF4-FFF2-40B4-BE49-F238E27FC236}">
                  <a16:creationId xmlns:a16="http://schemas.microsoft.com/office/drawing/2014/main" id="{224269DB-2EF4-4555-9F94-119EAE9E456E}"/>
                </a:ext>
              </a:extLst>
            </p:cNvPr>
            <p:cNvSpPr/>
            <p:nvPr/>
          </p:nvSpPr>
          <p:spPr>
            <a:xfrm>
              <a:off x="39029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6" name="타원 6775">
              <a:extLst>
                <a:ext uri="{FF2B5EF4-FFF2-40B4-BE49-F238E27FC236}">
                  <a16:creationId xmlns:a16="http://schemas.microsoft.com/office/drawing/2014/main" id="{5135A155-D585-4050-8796-0F7D0706AB8B}"/>
                </a:ext>
              </a:extLst>
            </p:cNvPr>
            <p:cNvSpPr/>
            <p:nvPr/>
          </p:nvSpPr>
          <p:spPr>
            <a:xfrm>
              <a:off x="40553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7" name="타원 6776">
              <a:extLst>
                <a:ext uri="{FF2B5EF4-FFF2-40B4-BE49-F238E27FC236}">
                  <a16:creationId xmlns:a16="http://schemas.microsoft.com/office/drawing/2014/main" id="{BBDAF93A-9140-4B16-9741-1F015E2D8D72}"/>
                </a:ext>
              </a:extLst>
            </p:cNvPr>
            <p:cNvSpPr/>
            <p:nvPr/>
          </p:nvSpPr>
          <p:spPr>
            <a:xfrm>
              <a:off x="42077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8" name="타원 6777">
              <a:extLst>
                <a:ext uri="{FF2B5EF4-FFF2-40B4-BE49-F238E27FC236}">
                  <a16:creationId xmlns:a16="http://schemas.microsoft.com/office/drawing/2014/main" id="{5D18322C-9027-48F3-85A3-2D0C8244A562}"/>
                </a:ext>
              </a:extLst>
            </p:cNvPr>
            <p:cNvSpPr/>
            <p:nvPr/>
          </p:nvSpPr>
          <p:spPr>
            <a:xfrm>
              <a:off x="43601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9" name="타원 6778">
              <a:extLst>
                <a:ext uri="{FF2B5EF4-FFF2-40B4-BE49-F238E27FC236}">
                  <a16:creationId xmlns:a16="http://schemas.microsoft.com/office/drawing/2014/main" id="{B01A5AAD-3F79-400F-914B-976C61B2526C}"/>
                </a:ext>
              </a:extLst>
            </p:cNvPr>
            <p:cNvSpPr/>
            <p:nvPr/>
          </p:nvSpPr>
          <p:spPr>
            <a:xfrm>
              <a:off x="45125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0" name="타원 6779">
              <a:extLst>
                <a:ext uri="{FF2B5EF4-FFF2-40B4-BE49-F238E27FC236}">
                  <a16:creationId xmlns:a16="http://schemas.microsoft.com/office/drawing/2014/main" id="{EE87B35F-3E92-4CBA-A47B-4D3526B491E8}"/>
                </a:ext>
              </a:extLst>
            </p:cNvPr>
            <p:cNvSpPr/>
            <p:nvPr/>
          </p:nvSpPr>
          <p:spPr>
            <a:xfrm>
              <a:off x="46649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1" name="타원 6780">
              <a:extLst>
                <a:ext uri="{FF2B5EF4-FFF2-40B4-BE49-F238E27FC236}">
                  <a16:creationId xmlns:a16="http://schemas.microsoft.com/office/drawing/2014/main" id="{999F61E1-A2A5-4B14-9530-79D05C1672D8}"/>
                </a:ext>
              </a:extLst>
            </p:cNvPr>
            <p:cNvSpPr/>
            <p:nvPr/>
          </p:nvSpPr>
          <p:spPr>
            <a:xfrm>
              <a:off x="48173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2" name="타원 6781">
              <a:extLst>
                <a:ext uri="{FF2B5EF4-FFF2-40B4-BE49-F238E27FC236}">
                  <a16:creationId xmlns:a16="http://schemas.microsoft.com/office/drawing/2014/main" id="{212EB3A7-DED0-4A2E-9EE3-CC601E3717BB}"/>
                </a:ext>
              </a:extLst>
            </p:cNvPr>
            <p:cNvSpPr/>
            <p:nvPr/>
          </p:nvSpPr>
          <p:spPr>
            <a:xfrm>
              <a:off x="49697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3" name="타원 6782">
              <a:extLst>
                <a:ext uri="{FF2B5EF4-FFF2-40B4-BE49-F238E27FC236}">
                  <a16:creationId xmlns:a16="http://schemas.microsoft.com/office/drawing/2014/main" id="{16186DAF-1A9E-439B-BF4F-57A6B5338C56}"/>
                </a:ext>
              </a:extLst>
            </p:cNvPr>
            <p:cNvSpPr/>
            <p:nvPr/>
          </p:nvSpPr>
          <p:spPr>
            <a:xfrm>
              <a:off x="51221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4" name="타원 6783">
              <a:extLst>
                <a:ext uri="{FF2B5EF4-FFF2-40B4-BE49-F238E27FC236}">
                  <a16:creationId xmlns:a16="http://schemas.microsoft.com/office/drawing/2014/main" id="{09239CC6-EB33-4102-A2DD-F6DFABDD17BE}"/>
                </a:ext>
              </a:extLst>
            </p:cNvPr>
            <p:cNvSpPr/>
            <p:nvPr/>
          </p:nvSpPr>
          <p:spPr>
            <a:xfrm>
              <a:off x="52745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5" name="타원 6784">
              <a:extLst>
                <a:ext uri="{FF2B5EF4-FFF2-40B4-BE49-F238E27FC236}">
                  <a16:creationId xmlns:a16="http://schemas.microsoft.com/office/drawing/2014/main" id="{E1D6A8AC-C06C-48C8-8D54-87F323123DAF}"/>
                </a:ext>
              </a:extLst>
            </p:cNvPr>
            <p:cNvSpPr/>
            <p:nvPr/>
          </p:nvSpPr>
          <p:spPr>
            <a:xfrm>
              <a:off x="54269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6" name="타원 6785">
              <a:extLst>
                <a:ext uri="{FF2B5EF4-FFF2-40B4-BE49-F238E27FC236}">
                  <a16:creationId xmlns:a16="http://schemas.microsoft.com/office/drawing/2014/main" id="{F8A3ED73-64EF-4263-B2C3-3114713332BE}"/>
                </a:ext>
              </a:extLst>
            </p:cNvPr>
            <p:cNvSpPr/>
            <p:nvPr/>
          </p:nvSpPr>
          <p:spPr>
            <a:xfrm>
              <a:off x="55793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7" name="타원 6786">
              <a:extLst>
                <a:ext uri="{FF2B5EF4-FFF2-40B4-BE49-F238E27FC236}">
                  <a16:creationId xmlns:a16="http://schemas.microsoft.com/office/drawing/2014/main" id="{94E2095F-2D31-41DE-A09D-00D8B75DDEEC}"/>
                </a:ext>
              </a:extLst>
            </p:cNvPr>
            <p:cNvSpPr/>
            <p:nvPr/>
          </p:nvSpPr>
          <p:spPr>
            <a:xfrm>
              <a:off x="5731775" y="73128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8" name="타원 6787">
              <a:extLst>
                <a:ext uri="{FF2B5EF4-FFF2-40B4-BE49-F238E27FC236}">
                  <a16:creationId xmlns:a16="http://schemas.microsoft.com/office/drawing/2014/main" id="{2C272AF9-EF24-4B2B-AD61-55CA7C585F41}"/>
                </a:ext>
              </a:extLst>
            </p:cNvPr>
            <p:cNvSpPr/>
            <p:nvPr/>
          </p:nvSpPr>
          <p:spPr>
            <a:xfrm>
              <a:off x="2453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9" name="타원 6788">
              <a:extLst>
                <a:ext uri="{FF2B5EF4-FFF2-40B4-BE49-F238E27FC236}">
                  <a16:creationId xmlns:a16="http://schemas.microsoft.com/office/drawing/2014/main" id="{AEE526D0-9A8F-48F8-976B-3F8EA76C39BE}"/>
                </a:ext>
              </a:extLst>
            </p:cNvPr>
            <p:cNvSpPr/>
            <p:nvPr/>
          </p:nvSpPr>
          <p:spPr>
            <a:xfrm>
              <a:off x="3977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0" name="타원 6789">
              <a:extLst>
                <a:ext uri="{FF2B5EF4-FFF2-40B4-BE49-F238E27FC236}">
                  <a16:creationId xmlns:a16="http://schemas.microsoft.com/office/drawing/2014/main" id="{E751C38B-40A1-494A-A01E-F1821FB2EBCA}"/>
                </a:ext>
              </a:extLst>
            </p:cNvPr>
            <p:cNvSpPr/>
            <p:nvPr/>
          </p:nvSpPr>
          <p:spPr>
            <a:xfrm>
              <a:off x="5501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1" name="타원 6790">
              <a:extLst>
                <a:ext uri="{FF2B5EF4-FFF2-40B4-BE49-F238E27FC236}">
                  <a16:creationId xmlns:a16="http://schemas.microsoft.com/office/drawing/2014/main" id="{BB7490CB-FED6-420F-84ED-DE14B4F97D63}"/>
                </a:ext>
              </a:extLst>
            </p:cNvPr>
            <p:cNvSpPr/>
            <p:nvPr/>
          </p:nvSpPr>
          <p:spPr>
            <a:xfrm>
              <a:off x="7025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2" name="타원 6791">
              <a:extLst>
                <a:ext uri="{FF2B5EF4-FFF2-40B4-BE49-F238E27FC236}">
                  <a16:creationId xmlns:a16="http://schemas.microsoft.com/office/drawing/2014/main" id="{3FDC4959-87E8-4CD7-922D-F08BA2D5801C}"/>
                </a:ext>
              </a:extLst>
            </p:cNvPr>
            <p:cNvSpPr/>
            <p:nvPr/>
          </p:nvSpPr>
          <p:spPr>
            <a:xfrm>
              <a:off x="8549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3" name="타원 6792">
              <a:extLst>
                <a:ext uri="{FF2B5EF4-FFF2-40B4-BE49-F238E27FC236}">
                  <a16:creationId xmlns:a16="http://schemas.microsoft.com/office/drawing/2014/main" id="{F800E671-36EE-4F20-9D80-5506B8D7F77F}"/>
                </a:ext>
              </a:extLst>
            </p:cNvPr>
            <p:cNvSpPr/>
            <p:nvPr/>
          </p:nvSpPr>
          <p:spPr>
            <a:xfrm>
              <a:off x="10073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4" name="타원 6793">
              <a:extLst>
                <a:ext uri="{FF2B5EF4-FFF2-40B4-BE49-F238E27FC236}">
                  <a16:creationId xmlns:a16="http://schemas.microsoft.com/office/drawing/2014/main" id="{E85FD2EE-8652-4C61-8E25-5F38D211B6F0}"/>
                </a:ext>
              </a:extLst>
            </p:cNvPr>
            <p:cNvSpPr/>
            <p:nvPr/>
          </p:nvSpPr>
          <p:spPr>
            <a:xfrm>
              <a:off x="11597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5" name="타원 6794">
              <a:extLst>
                <a:ext uri="{FF2B5EF4-FFF2-40B4-BE49-F238E27FC236}">
                  <a16:creationId xmlns:a16="http://schemas.microsoft.com/office/drawing/2014/main" id="{D3386078-23CB-4845-9B93-6818E2D8DCF0}"/>
                </a:ext>
              </a:extLst>
            </p:cNvPr>
            <p:cNvSpPr/>
            <p:nvPr/>
          </p:nvSpPr>
          <p:spPr>
            <a:xfrm>
              <a:off x="13121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6" name="타원 6795">
              <a:extLst>
                <a:ext uri="{FF2B5EF4-FFF2-40B4-BE49-F238E27FC236}">
                  <a16:creationId xmlns:a16="http://schemas.microsoft.com/office/drawing/2014/main" id="{5442F131-D86F-45BD-BE09-E19546A20B28}"/>
                </a:ext>
              </a:extLst>
            </p:cNvPr>
            <p:cNvSpPr/>
            <p:nvPr/>
          </p:nvSpPr>
          <p:spPr>
            <a:xfrm>
              <a:off x="14645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7" name="타원 6796">
              <a:extLst>
                <a:ext uri="{FF2B5EF4-FFF2-40B4-BE49-F238E27FC236}">
                  <a16:creationId xmlns:a16="http://schemas.microsoft.com/office/drawing/2014/main" id="{C8FD64A9-7796-48B7-A013-01795877E7D6}"/>
                </a:ext>
              </a:extLst>
            </p:cNvPr>
            <p:cNvSpPr/>
            <p:nvPr/>
          </p:nvSpPr>
          <p:spPr>
            <a:xfrm>
              <a:off x="16169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8" name="타원 6797">
              <a:extLst>
                <a:ext uri="{FF2B5EF4-FFF2-40B4-BE49-F238E27FC236}">
                  <a16:creationId xmlns:a16="http://schemas.microsoft.com/office/drawing/2014/main" id="{85B13B9A-8FF9-43E5-BE55-4D3CB3EB59E2}"/>
                </a:ext>
              </a:extLst>
            </p:cNvPr>
            <p:cNvSpPr/>
            <p:nvPr/>
          </p:nvSpPr>
          <p:spPr>
            <a:xfrm>
              <a:off x="17693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9" name="타원 6798">
              <a:extLst>
                <a:ext uri="{FF2B5EF4-FFF2-40B4-BE49-F238E27FC236}">
                  <a16:creationId xmlns:a16="http://schemas.microsoft.com/office/drawing/2014/main" id="{B04C7F1E-2556-4D08-B17C-E2ECC4837C4D}"/>
                </a:ext>
              </a:extLst>
            </p:cNvPr>
            <p:cNvSpPr/>
            <p:nvPr/>
          </p:nvSpPr>
          <p:spPr>
            <a:xfrm>
              <a:off x="19217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0" name="타원 6799">
              <a:extLst>
                <a:ext uri="{FF2B5EF4-FFF2-40B4-BE49-F238E27FC236}">
                  <a16:creationId xmlns:a16="http://schemas.microsoft.com/office/drawing/2014/main" id="{16AFF162-D86B-4739-B78C-CE9B3AECFC98}"/>
                </a:ext>
              </a:extLst>
            </p:cNvPr>
            <p:cNvSpPr/>
            <p:nvPr/>
          </p:nvSpPr>
          <p:spPr>
            <a:xfrm>
              <a:off x="20741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1" name="타원 6800">
              <a:extLst>
                <a:ext uri="{FF2B5EF4-FFF2-40B4-BE49-F238E27FC236}">
                  <a16:creationId xmlns:a16="http://schemas.microsoft.com/office/drawing/2014/main" id="{76BB5635-4393-4598-B9F5-BEC83364F1A7}"/>
                </a:ext>
              </a:extLst>
            </p:cNvPr>
            <p:cNvSpPr/>
            <p:nvPr/>
          </p:nvSpPr>
          <p:spPr>
            <a:xfrm>
              <a:off x="22265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2" name="타원 6801">
              <a:extLst>
                <a:ext uri="{FF2B5EF4-FFF2-40B4-BE49-F238E27FC236}">
                  <a16:creationId xmlns:a16="http://schemas.microsoft.com/office/drawing/2014/main" id="{48A2DA69-4556-42F6-93D0-30306672FAA6}"/>
                </a:ext>
              </a:extLst>
            </p:cNvPr>
            <p:cNvSpPr/>
            <p:nvPr/>
          </p:nvSpPr>
          <p:spPr>
            <a:xfrm>
              <a:off x="23789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3" name="타원 6802">
              <a:extLst>
                <a:ext uri="{FF2B5EF4-FFF2-40B4-BE49-F238E27FC236}">
                  <a16:creationId xmlns:a16="http://schemas.microsoft.com/office/drawing/2014/main" id="{5DB49A20-69B7-4AA6-93E4-2B83343B49A5}"/>
                </a:ext>
              </a:extLst>
            </p:cNvPr>
            <p:cNvSpPr/>
            <p:nvPr/>
          </p:nvSpPr>
          <p:spPr>
            <a:xfrm>
              <a:off x="25313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4" name="타원 6803">
              <a:extLst>
                <a:ext uri="{FF2B5EF4-FFF2-40B4-BE49-F238E27FC236}">
                  <a16:creationId xmlns:a16="http://schemas.microsoft.com/office/drawing/2014/main" id="{435C674D-7C42-4818-A637-D1F340F0B9D0}"/>
                </a:ext>
              </a:extLst>
            </p:cNvPr>
            <p:cNvSpPr/>
            <p:nvPr/>
          </p:nvSpPr>
          <p:spPr>
            <a:xfrm>
              <a:off x="26837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5" name="타원 6804">
              <a:extLst>
                <a:ext uri="{FF2B5EF4-FFF2-40B4-BE49-F238E27FC236}">
                  <a16:creationId xmlns:a16="http://schemas.microsoft.com/office/drawing/2014/main" id="{2554F0EA-D6FF-4EDB-8411-6C237504C5D8}"/>
                </a:ext>
              </a:extLst>
            </p:cNvPr>
            <p:cNvSpPr/>
            <p:nvPr/>
          </p:nvSpPr>
          <p:spPr>
            <a:xfrm>
              <a:off x="28361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6" name="타원 6805">
              <a:extLst>
                <a:ext uri="{FF2B5EF4-FFF2-40B4-BE49-F238E27FC236}">
                  <a16:creationId xmlns:a16="http://schemas.microsoft.com/office/drawing/2014/main" id="{F69DFFBE-D1A4-4A5E-A89F-C5568EB956D1}"/>
                </a:ext>
              </a:extLst>
            </p:cNvPr>
            <p:cNvSpPr/>
            <p:nvPr/>
          </p:nvSpPr>
          <p:spPr>
            <a:xfrm>
              <a:off x="29885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7" name="타원 6806">
              <a:extLst>
                <a:ext uri="{FF2B5EF4-FFF2-40B4-BE49-F238E27FC236}">
                  <a16:creationId xmlns:a16="http://schemas.microsoft.com/office/drawing/2014/main" id="{9DE58BEE-5259-43A5-A7D9-9535EA1DAD2F}"/>
                </a:ext>
              </a:extLst>
            </p:cNvPr>
            <p:cNvSpPr/>
            <p:nvPr/>
          </p:nvSpPr>
          <p:spPr>
            <a:xfrm>
              <a:off x="31409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8" name="타원 6807">
              <a:extLst>
                <a:ext uri="{FF2B5EF4-FFF2-40B4-BE49-F238E27FC236}">
                  <a16:creationId xmlns:a16="http://schemas.microsoft.com/office/drawing/2014/main" id="{0430E650-6507-484F-ABD9-6E93A5B1A45E}"/>
                </a:ext>
              </a:extLst>
            </p:cNvPr>
            <p:cNvSpPr/>
            <p:nvPr/>
          </p:nvSpPr>
          <p:spPr>
            <a:xfrm>
              <a:off x="32933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9" name="타원 6808">
              <a:extLst>
                <a:ext uri="{FF2B5EF4-FFF2-40B4-BE49-F238E27FC236}">
                  <a16:creationId xmlns:a16="http://schemas.microsoft.com/office/drawing/2014/main" id="{6FA35951-69A8-463B-900C-ED568BBF2246}"/>
                </a:ext>
              </a:extLst>
            </p:cNvPr>
            <p:cNvSpPr/>
            <p:nvPr/>
          </p:nvSpPr>
          <p:spPr>
            <a:xfrm>
              <a:off x="34457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0" name="타원 6809">
              <a:extLst>
                <a:ext uri="{FF2B5EF4-FFF2-40B4-BE49-F238E27FC236}">
                  <a16:creationId xmlns:a16="http://schemas.microsoft.com/office/drawing/2014/main" id="{D47948DC-79C3-42B2-9DB2-A87C1A7A2E9E}"/>
                </a:ext>
              </a:extLst>
            </p:cNvPr>
            <p:cNvSpPr/>
            <p:nvPr/>
          </p:nvSpPr>
          <p:spPr>
            <a:xfrm>
              <a:off x="35981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1" name="타원 6810">
              <a:extLst>
                <a:ext uri="{FF2B5EF4-FFF2-40B4-BE49-F238E27FC236}">
                  <a16:creationId xmlns:a16="http://schemas.microsoft.com/office/drawing/2014/main" id="{E7EE7122-18B7-480E-8C55-F978CC44C501}"/>
                </a:ext>
              </a:extLst>
            </p:cNvPr>
            <p:cNvSpPr/>
            <p:nvPr/>
          </p:nvSpPr>
          <p:spPr>
            <a:xfrm>
              <a:off x="37505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2" name="타원 6811">
              <a:extLst>
                <a:ext uri="{FF2B5EF4-FFF2-40B4-BE49-F238E27FC236}">
                  <a16:creationId xmlns:a16="http://schemas.microsoft.com/office/drawing/2014/main" id="{33E2E28C-2560-416A-85C8-BEE435AACEED}"/>
                </a:ext>
              </a:extLst>
            </p:cNvPr>
            <p:cNvSpPr/>
            <p:nvPr/>
          </p:nvSpPr>
          <p:spPr>
            <a:xfrm>
              <a:off x="39029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3" name="타원 6812">
              <a:extLst>
                <a:ext uri="{FF2B5EF4-FFF2-40B4-BE49-F238E27FC236}">
                  <a16:creationId xmlns:a16="http://schemas.microsoft.com/office/drawing/2014/main" id="{E96F9AA0-92EA-48B0-B98B-3F71699F295B}"/>
                </a:ext>
              </a:extLst>
            </p:cNvPr>
            <p:cNvSpPr/>
            <p:nvPr/>
          </p:nvSpPr>
          <p:spPr>
            <a:xfrm>
              <a:off x="40553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4" name="타원 6813">
              <a:extLst>
                <a:ext uri="{FF2B5EF4-FFF2-40B4-BE49-F238E27FC236}">
                  <a16:creationId xmlns:a16="http://schemas.microsoft.com/office/drawing/2014/main" id="{0120FF55-04E5-41E5-80CA-9FB93DD43C85}"/>
                </a:ext>
              </a:extLst>
            </p:cNvPr>
            <p:cNvSpPr/>
            <p:nvPr/>
          </p:nvSpPr>
          <p:spPr>
            <a:xfrm>
              <a:off x="42077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5" name="타원 6814">
              <a:extLst>
                <a:ext uri="{FF2B5EF4-FFF2-40B4-BE49-F238E27FC236}">
                  <a16:creationId xmlns:a16="http://schemas.microsoft.com/office/drawing/2014/main" id="{FD9905A9-6448-4D94-BDBD-F45153987DA6}"/>
                </a:ext>
              </a:extLst>
            </p:cNvPr>
            <p:cNvSpPr/>
            <p:nvPr/>
          </p:nvSpPr>
          <p:spPr>
            <a:xfrm>
              <a:off x="43601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6" name="타원 6815">
              <a:extLst>
                <a:ext uri="{FF2B5EF4-FFF2-40B4-BE49-F238E27FC236}">
                  <a16:creationId xmlns:a16="http://schemas.microsoft.com/office/drawing/2014/main" id="{70577920-FB3D-4071-93D2-97E552580527}"/>
                </a:ext>
              </a:extLst>
            </p:cNvPr>
            <p:cNvSpPr/>
            <p:nvPr/>
          </p:nvSpPr>
          <p:spPr>
            <a:xfrm>
              <a:off x="45125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7" name="타원 6816">
              <a:extLst>
                <a:ext uri="{FF2B5EF4-FFF2-40B4-BE49-F238E27FC236}">
                  <a16:creationId xmlns:a16="http://schemas.microsoft.com/office/drawing/2014/main" id="{30E6042F-D39D-4303-8D4B-CDFF676727B4}"/>
                </a:ext>
              </a:extLst>
            </p:cNvPr>
            <p:cNvSpPr/>
            <p:nvPr/>
          </p:nvSpPr>
          <p:spPr>
            <a:xfrm>
              <a:off x="46649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8" name="타원 6817">
              <a:extLst>
                <a:ext uri="{FF2B5EF4-FFF2-40B4-BE49-F238E27FC236}">
                  <a16:creationId xmlns:a16="http://schemas.microsoft.com/office/drawing/2014/main" id="{3B340AE7-55E8-4D71-B3DA-EF8490D40698}"/>
                </a:ext>
              </a:extLst>
            </p:cNvPr>
            <p:cNvSpPr/>
            <p:nvPr/>
          </p:nvSpPr>
          <p:spPr>
            <a:xfrm>
              <a:off x="48173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9" name="타원 6818">
              <a:extLst>
                <a:ext uri="{FF2B5EF4-FFF2-40B4-BE49-F238E27FC236}">
                  <a16:creationId xmlns:a16="http://schemas.microsoft.com/office/drawing/2014/main" id="{68625045-D696-428E-BCF9-FD259DBD71D6}"/>
                </a:ext>
              </a:extLst>
            </p:cNvPr>
            <p:cNvSpPr/>
            <p:nvPr/>
          </p:nvSpPr>
          <p:spPr>
            <a:xfrm>
              <a:off x="49697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20" name="타원 6819">
              <a:extLst>
                <a:ext uri="{FF2B5EF4-FFF2-40B4-BE49-F238E27FC236}">
                  <a16:creationId xmlns:a16="http://schemas.microsoft.com/office/drawing/2014/main" id="{A235B31E-4436-4B58-85D4-713BEDC3B0D5}"/>
                </a:ext>
              </a:extLst>
            </p:cNvPr>
            <p:cNvSpPr/>
            <p:nvPr/>
          </p:nvSpPr>
          <p:spPr>
            <a:xfrm>
              <a:off x="51221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21" name="타원 6820">
              <a:extLst>
                <a:ext uri="{FF2B5EF4-FFF2-40B4-BE49-F238E27FC236}">
                  <a16:creationId xmlns:a16="http://schemas.microsoft.com/office/drawing/2014/main" id="{E2625512-E842-4382-8697-2C5CA3596094}"/>
                </a:ext>
              </a:extLst>
            </p:cNvPr>
            <p:cNvSpPr/>
            <p:nvPr/>
          </p:nvSpPr>
          <p:spPr>
            <a:xfrm>
              <a:off x="52745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22" name="타원 6821">
              <a:extLst>
                <a:ext uri="{FF2B5EF4-FFF2-40B4-BE49-F238E27FC236}">
                  <a16:creationId xmlns:a16="http://schemas.microsoft.com/office/drawing/2014/main" id="{E36B69F3-CCB9-47E9-99CE-1DE5BDCE9C19}"/>
                </a:ext>
              </a:extLst>
            </p:cNvPr>
            <p:cNvSpPr/>
            <p:nvPr/>
          </p:nvSpPr>
          <p:spPr>
            <a:xfrm>
              <a:off x="54269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23" name="타원 6822">
              <a:extLst>
                <a:ext uri="{FF2B5EF4-FFF2-40B4-BE49-F238E27FC236}">
                  <a16:creationId xmlns:a16="http://schemas.microsoft.com/office/drawing/2014/main" id="{E828B063-AEF9-4588-838C-52890CB17F7E}"/>
                </a:ext>
              </a:extLst>
            </p:cNvPr>
            <p:cNvSpPr/>
            <p:nvPr/>
          </p:nvSpPr>
          <p:spPr>
            <a:xfrm>
              <a:off x="55793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24" name="타원 6823">
              <a:extLst>
                <a:ext uri="{FF2B5EF4-FFF2-40B4-BE49-F238E27FC236}">
                  <a16:creationId xmlns:a16="http://schemas.microsoft.com/office/drawing/2014/main" id="{DA97E0B0-1788-4A1A-BB53-A6D22A2268DA}"/>
                </a:ext>
              </a:extLst>
            </p:cNvPr>
            <p:cNvSpPr/>
            <p:nvPr/>
          </p:nvSpPr>
          <p:spPr>
            <a:xfrm>
              <a:off x="5731775" y="7465219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63" name="타원 6862">
              <a:extLst>
                <a:ext uri="{FF2B5EF4-FFF2-40B4-BE49-F238E27FC236}">
                  <a16:creationId xmlns:a16="http://schemas.microsoft.com/office/drawing/2014/main" id="{1EE40A8C-C5AA-4799-AD82-D255E564AA3C}"/>
                </a:ext>
              </a:extLst>
            </p:cNvPr>
            <p:cNvSpPr/>
            <p:nvPr/>
          </p:nvSpPr>
          <p:spPr>
            <a:xfrm>
              <a:off x="3271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64" name="타원 6863">
              <a:extLst>
                <a:ext uri="{FF2B5EF4-FFF2-40B4-BE49-F238E27FC236}">
                  <a16:creationId xmlns:a16="http://schemas.microsoft.com/office/drawing/2014/main" id="{182DE086-4412-477C-8E2C-F1E54A22C381}"/>
                </a:ext>
              </a:extLst>
            </p:cNvPr>
            <p:cNvSpPr/>
            <p:nvPr/>
          </p:nvSpPr>
          <p:spPr>
            <a:xfrm>
              <a:off x="4795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65" name="타원 6864">
              <a:extLst>
                <a:ext uri="{FF2B5EF4-FFF2-40B4-BE49-F238E27FC236}">
                  <a16:creationId xmlns:a16="http://schemas.microsoft.com/office/drawing/2014/main" id="{2C36D324-4217-4ADB-A4C3-274E08153136}"/>
                </a:ext>
              </a:extLst>
            </p:cNvPr>
            <p:cNvSpPr/>
            <p:nvPr/>
          </p:nvSpPr>
          <p:spPr>
            <a:xfrm>
              <a:off x="6319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66" name="타원 6865">
              <a:extLst>
                <a:ext uri="{FF2B5EF4-FFF2-40B4-BE49-F238E27FC236}">
                  <a16:creationId xmlns:a16="http://schemas.microsoft.com/office/drawing/2014/main" id="{D41188CC-D5DA-41A9-87F5-C7B8899907BB}"/>
                </a:ext>
              </a:extLst>
            </p:cNvPr>
            <p:cNvSpPr/>
            <p:nvPr/>
          </p:nvSpPr>
          <p:spPr>
            <a:xfrm>
              <a:off x="7843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67" name="타원 6866">
              <a:extLst>
                <a:ext uri="{FF2B5EF4-FFF2-40B4-BE49-F238E27FC236}">
                  <a16:creationId xmlns:a16="http://schemas.microsoft.com/office/drawing/2014/main" id="{8CC6B1D7-58C6-4C97-9B46-AFCF653DC773}"/>
                </a:ext>
              </a:extLst>
            </p:cNvPr>
            <p:cNvSpPr/>
            <p:nvPr/>
          </p:nvSpPr>
          <p:spPr>
            <a:xfrm>
              <a:off x="9367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68" name="타원 6867">
              <a:extLst>
                <a:ext uri="{FF2B5EF4-FFF2-40B4-BE49-F238E27FC236}">
                  <a16:creationId xmlns:a16="http://schemas.microsoft.com/office/drawing/2014/main" id="{E55340CB-85E2-4270-A276-2D6383CA793E}"/>
                </a:ext>
              </a:extLst>
            </p:cNvPr>
            <p:cNvSpPr/>
            <p:nvPr/>
          </p:nvSpPr>
          <p:spPr>
            <a:xfrm>
              <a:off x="10891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69" name="타원 6868">
              <a:extLst>
                <a:ext uri="{FF2B5EF4-FFF2-40B4-BE49-F238E27FC236}">
                  <a16:creationId xmlns:a16="http://schemas.microsoft.com/office/drawing/2014/main" id="{5A7C86E1-98AD-4886-AA8C-B6FF91EBD921}"/>
                </a:ext>
              </a:extLst>
            </p:cNvPr>
            <p:cNvSpPr/>
            <p:nvPr/>
          </p:nvSpPr>
          <p:spPr>
            <a:xfrm>
              <a:off x="12415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0" name="타원 6869">
              <a:extLst>
                <a:ext uri="{FF2B5EF4-FFF2-40B4-BE49-F238E27FC236}">
                  <a16:creationId xmlns:a16="http://schemas.microsoft.com/office/drawing/2014/main" id="{59622CCB-CC8B-42B2-92DE-DCA0D74B94AD}"/>
                </a:ext>
              </a:extLst>
            </p:cNvPr>
            <p:cNvSpPr/>
            <p:nvPr/>
          </p:nvSpPr>
          <p:spPr>
            <a:xfrm>
              <a:off x="13939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1" name="타원 6870">
              <a:extLst>
                <a:ext uri="{FF2B5EF4-FFF2-40B4-BE49-F238E27FC236}">
                  <a16:creationId xmlns:a16="http://schemas.microsoft.com/office/drawing/2014/main" id="{B1F053E2-A8D2-4491-B923-2D80803D8AED}"/>
                </a:ext>
              </a:extLst>
            </p:cNvPr>
            <p:cNvSpPr/>
            <p:nvPr/>
          </p:nvSpPr>
          <p:spPr>
            <a:xfrm>
              <a:off x="15463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2" name="타원 6871">
              <a:extLst>
                <a:ext uri="{FF2B5EF4-FFF2-40B4-BE49-F238E27FC236}">
                  <a16:creationId xmlns:a16="http://schemas.microsoft.com/office/drawing/2014/main" id="{BE9BA716-0EED-44BC-A896-A3954B871751}"/>
                </a:ext>
              </a:extLst>
            </p:cNvPr>
            <p:cNvSpPr/>
            <p:nvPr/>
          </p:nvSpPr>
          <p:spPr>
            <a:xfrm>
              <a:off x="16987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3" name="타원 6872">
              <a:extLst>
                <a:ext uri="{FF2B5EF4-FFF2-40B4-BE49-F238E27FC236}">
                  <a16:creationId xmlns:a16="http://schemas.microsoft.com/office/drawing/2014/main" id="{C3936CE6-2BBE-4DFE-A5E3-BF49F902D5FD}"/>
                </a:ext>
              </a:extLst>
            </p:cNvPr>
            <p:cNvSpPr/>
            <p:nvPr/>
          </p:nvSpPr>
          <p:spPr>
            <a:xfrm>
              <a:off x="18511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4" name="타원 6873">
              <a:extLst>
                <a:ext uri="{FF2B5EF4-FFF2-40B4-BE49-F238E27FC236}">
                  <a16:creationId xmlns:a16="http://schemas.microsoft.com/office/drawing/2014/main" id="{BA954BAE-5FAC-42DF-B071-3A13DB70B446}"/>
                </a:ext>
              </a:extLst>
            </p:cNvPr>
            <p:cNvSpPr/>
            <p:nvPr/>
          </p:nvSpPr>
          <p:spPr>
            <a:xfrm>
              <a:off x="20035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5" name="타원 6874">
              <a:extLst>
                <a:ext uri="{FF2B5EF4-FFF2-40B4-BE49-F238E27FC236}">
                  <a16:creationId xmlns:a16="http://schemas.microsoft.com/office/drawing/2014/main" id="{FF43D9A1-82F3-496B-ACF5-296F3257F1E2}"/>
                </a:ext>
              </a:extLst>
            </p:cNvPr>
            <p:cNvSpPr/>
            <p:nvPr/>
          </p:nvSpPr>
          <p:spPr>
            <a:xfrm>
              <a:off x="21559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6" name="타원 6875">
              <a:extLst>
                <a:ext uri="{FF2B5EF4-FFF2-40B4-BE49-F238E27FC236}">
                  <a16:creationId xmlns:a16="http://schemas.microsoft.com/office/drawing/2014/main" id="{16029057-08B1-4895-A18D-464F1C4A2328}"/>
                </a:ext>
              </a:extLst>
            </p:cNvPr>
            <p:cNvSpPr/>
            <p:nvPr/>
          </p:nvSpPr>
          <p:spPr>
            <a:xfrm>
              <a:off x="23083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7" name="타원 6876">
              <a:extLst>
                <a:ext uri="{FF2B5EF4-FFF2-40B4-BE49-F238E27FC236}">
                  <a16:creationId xmlns:a16="http://schemas.microsoft.com/office/drawing/2014/main" id="{5E81713E-DB67-45A3-94DA-B9981BA3F2C5}"/>
                </a:ext>
              </a:extLst>
            </p:cNvPr>
            <p:cNvSpPr/>
            <p:nvPr/>
          </p:nvSpPr>
          <p:spPr>
            <a:xfrm>
              <a:off x="24607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8" name="타원 6877">
              <a:extLst>
                <a:ext uri="{FF2B5EF4-FFF2-40B4-BE49-F238E27FC236}">
                  <a16:creationId xmlns:a16="http://schemas.microsoft.com/office/drawing/2014/main" id="{EE0AFEE8-B474-4BF2-8339-696F398A573A}"/>
                </a:ext>
              </a:extLst>
            </p:cNvPr>
            <p:cNvSpPr/>
            <p:nvPr/>
          </p:nvSpPr>
          <p:spPr>
            <a:xfrm>
              <a:off x="26131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9" name="타원 6878">
              <a:extLst>
                <a:ext uri="{FF2B5EF4-FFF2-40B4-BE49-F238E27FC236}">
                  <a16:creationId xmlns:a16="http://schemas.microsoft.com/office/drawing/2014/main" id="{8A89E1AC-C5AF-43CD-9E8C-4C9FD64EC7DB}"/>
                </a:ext>
              </a:extLst>
            </p:cNvPr>
            <p:cNvSpPr/>
            <p:nvPr/>
          </p:nvSpPr>
          <p:spPr>
            <a:xfrm>
              <a:off x="27655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0" name="타원 6879">
              <a:extLst>
                <a:ext uri="{FF2B5EF4-FFF2-40B4-BE49-F238E27FC236}">
                  <a16:creationId xmlns:a16="http://schemas.microsoft.com/office/drawing/2014/main" id="{5326BC8D-04DD-40B8-81B3-2D43C3488DAA}"/>
                </a:ext>
              </a:extLst>
            </p:cNvPr>
            <p:cNvSpPr/>
            <p:nvPr/>
          </p:nvSpPr>
          <p:spPr>
            <a:xfrm>
              <a:off x="29179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1" name="타원 6880">
              <a:extLst>
                <a:ext uri="{FF2B5EF4-FFF2-40B4-BE49-F238E27FC236}">
                  <a16:creationId xmlns:a16="http://schemas.microsoft.com/office/drawing/2014/main" id="{B2A33FBF-83BD-42FB-9BF2-F84E8BB937A1}"/>
                </a:ext>
              </a:extLst>
            </p:cNvPr>
            <p:cNvSpPr/>
            <p:nvPr/>
          </p:nvSpPr>
          <p:spPr>
            <a:xfrm>
              <a:off x="30703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2" name="타원 6881">
              <a:extLst>
                <a:ext uri="{FF2B5EF4-FFF2-40B4-BE49-F238E27FC236}">
                  <a16:creationId xmlns:a16="http://schemas.microsoft.com/office/drawing/2014/main" id="{A9B62BE4-2999-40B3-B4B0-9B289CAEAAB8}"/>
                </a:ext>
              </a:extLst>
            </p:cNvPr>
            <p:cNvSpPr/>
            <p:nvPr/>
          </p:nvSpPr>
          <p:spPr>
            <a:xfrm>
              <a:off x="32227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3" name="타원 6882">
              <a:extLst>
                <a:ext uri="{FF2B5EF4-FFF2-40B4-BE49-F238E27FC236}">
                  <a16:creationId xmlns:a16="http://schemas.microsoft.com/office/drawing/2014/main" id="{610CC72A-1D11-412D-9E7A-C002C63D0766}"/>
                </a:ext>
              </a:extLst>
            </p:cNvPr>
            <p:cNvSpPr/>
            <p:nvPr/>
          </p:nvSpPr>
          <p:spPr>
            <a:xfrm>
              <a:off x="33751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4" name="타원 6883">
              <a:extLst>
                <a:ext uri="{FF2B5EF4-FFF2-40B4-BE49-F238E27FC236}">
                  <a16:creationId xmlns:a16="http://schemas.microsoft.com/office/drawing/2014/main" id="{784DCD12-CC7A-4A2F-ACDC-CDC27EBF000C}"/>
                </a:ext>
              </a:extLst>
            </p:cNvPr>
            <p:cNvSpPr/>
            <p:nvPr/>
          </p:nvSpPr>
          <p:spPr>
            <a:xfrm>
              <a:off x="35275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5" name="타원 6884">
              <a:extLst>
                <a:ext uri="{FF2B5EF4-FFF2-40B4-BE49-F238E27FC236}">
                  <a16:creationId xmlns:a16="http://schemas.microsoft.com/office/drawing/2014/main" id="{71762309-B6C4-4AA8-A3ED-19D6B62318C2}"/>
                </a:ext>
              </a:extLst>
            </p:cNvPr>
            <p:cNvSpPr/>
            <p:nvPr/>
          </p:nvSpPr>
          <p:spPr>
            <a:xfrm>
              <a:off x="36799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6" name="타원 6885">
              <a:extLst>
                <a:ext uri="{FF2B5EF4-FFF2-40B4-BE49-F238E27FC236}">
                  <a16:creationId xmlns:a16="http://schemas.microsoft.com/office/drawing/2014/main" id="{C14BBDF7-4DEA-4F83-9F1E-C2B586E65A4A}"/>
                </a:ext>
              </a:extLst>
            </p:cNvPr>
            <p:cNvSpPr/>
            <p:nvPr/>
          </p:nvSpPr>
          <p:spPr>
            <a:xfrm>
              <a:off x="38323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7" name="타원 6886">
              <a:extLst>
                <a:ext uri="{FF2B5EF4-FFF2-40B4-BE49-F238E27FC236}">
                  <a16:creationId xmlns:a16="http://schemas.microsoft.com/office/drawing/2014/main" id="{2199FCF0-29D8-4078-BD77-C9630EA4E68C}"/>
                </a:ext>
              </a:extLst>
            </p:cNvPr>
            <p:cNvSpPr/>
            <p:nvPr/>
          </p:nvSpPr>
          <p:spPr>
            <a:xfrm>
              <a:off x="39847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8" name="타원 6887">
              <a:extLst>
                <a:ext uri="{FF2B5EF4-FFF2-40B4-BE49-F238E27FC236}">
                  <a16:creationId xmlns:a16="http://schemas.microsoft.com/office/drawing/2014/main" id="{B2DAE6BB-D679-4EDE-B05C-35C8482DC680}"/>
                </a:ext>
              </a:extLst>
            </p:cNvPr>
            <p:cNvSpPr/>
            <p:nvPr/>
          </p:nvSpPr>
          <p:spPr>
            <a:xfrm>
              <a:off x="41371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9" name="타원 6888">
              <a:extLst>
                <a:ext uri="{FF2B5EF4-FFF2-40B4-BE49-F238E27FC236}">
                  <a16:creationId xmlns:a16="http://schemas.microsoft.com/office/drawing/2014/main" id="{4E104C98-2CCE-4C94-9A29-606CC862981C}"/>
                </a:ext>
              </a:extLst>
            </p:cNvPr>
            <p:cNvSpPr/>
            <p:nvPr/>
          </p:nvSpPr>
          <p:spPr>
            <a:xfrm>
              <a:off x="42895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0" name="타원 6889">
              <a:extLst>
                <a:ext uri="{FF2B5EF4-FFF2-40B4-BE49-F238E27FC236}">
                  <a16:creationId xmlns:a16="http://schemas.microsoft.com/office/drawing/2014/main" id="{8A18EBB1-A1CF-490B-AD6B-6EDB2E7DAA2A}"/>
                </a:ext>
              </a:extLst>
            </p:cNvPr>
            <p:cNvSpPr/>
            <p:nvPr/>
          </p:nvSpPr>
          <p:spPr>
            <a:xfrm>
              <a:off x="44419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1" name="타원 6890">
              <a:extLst>
                <a:ext uri="{FF2B5EF4-FFF2-40B4-BE49-F238E27FC236}">
                  <a16:creationId xmlns:a16="http://schemas.microsoft.com/office/drawing/2014/main" id="{F6B7CEB2-ACAE-4DC5-9442-48FA89781B69}"/>
                </a:ext>
              </a:extLst>
            </p:cNvPr>
            <p:cNvSpPr/>
            <p:nvPr/>
          </p:nvSpPr>
          <p:spPr>
            <a:xfrm>
              <a:off x="45943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2" name="타원 6891">
              <a:extLst>
                <a:ext uri="{FF2B5EF4-FFF2-40B4-BE49-F238E27FC236}">
                  <a16:creationId xmlns:a16="http://schemas.microsoft.com/office/drawing/2014/main" id="{BDDA80DE-4527-4041-A3E7-61B85C859543}"/>
                </a:ext>
              </a:extLst>
            </p:cNvPr>
            <p:cNvSpPr/>
            <p:nvPr/>
          </p:nvSpPr>
          <p:spPr>
            <a:xfrm>
              <a:off x="47467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3" name="타원 6892">
              <a:extLst>
                <a:ext uri="{FF2B5EF4-FFF2-40B4-BE49-F238E27FC236}">
                  <a16:creationId xmlns:a16="http://schemas.microsoft.com/office/drawing/2014/main" id="{92191198-7169-4206-9CFE-6C28C47F4992}"/>
                </a:ext>
              </a:extLst>
            </p:cNvPr>
            <p:cNvSpPr/>
            <p:nvPr/>
          </p:nvSpPr>
          <p:spPr>
            <a:xfrm>
              <a:off x="48991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4" name="타원 6893">
              <a:extLst>
                <a:ext uri="{FF2B5EF4-FFF2-40B4-BE49-F238E27FC236}">
                  <a16:creationId xmlns:a16="http://schemas.microsoft.com/office/drawing/2014/main" id="{198B0F9B-9351-4107-9520-F0BA7246896A}"/>
                </a:ext>
              </a:extLst>
            </p:cNvPr>
            <p:cNvSpPr/>
            <p:nvPr/>
          </p:nvSpPr>
          <p:spPr>
            <a:xfrm>
              <a:off x="50515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5" name="타원 6894">
              <a:extLst>
                <a:ext uri="{FF2B5EF4-FFF2-40B4-BE49-F238E27FC236}">
                  <a16:creationId xmlns:a16="http://schemas.microsoft.com/office/drawing/2014/main" id="{6A0990C5-DAFC-44E2-A07F-1E64D3DBE183}"/>
                </a:ext>
              </a:extLst>
            </p:cNvPr>
            <p:cNvSpPr/>
            <p:nvPr/>
          </p:nvSpPr>
          <p:spPr>
            <a:xfrm>
              <a:off x="52039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6" name="타원 6895">
              <a:extLst>
                <a:ext uri="{FF2B5EF4-FFF2-40B4-BE49-F238E27FC236}">
                  <a16:creationId xmlns:a16="http://schemas.microsoft.com/office/drawing/2014/main" id="{02F47082-06CC-408F-A9CF-8B7142767C86}"/>
                </a:ext>
              </a:extLst>
            </p:cNvPr>
            <p:cNvSpPr/>
            <p:nvPr/>
          </p:nvSpPr>
          <p:spPr>
            <a:xfrm>
              <a:off x="53563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7" name="타원 6896">
              <a:extLst>
                <a:ext uri="{FF2B5EF4-FFF2-40B4-BE49-F238E27FC236}">
                  <a16:creationId xmlns:a16="http://schemas.microsoft.com/office/drawing/2014/main" id="{AE526038-3AB3-48FC-819A-F1182A63F985}"/>
                </a:ext>
              </a:extLst>
            </p:cNvPr>
            <p:cNvSpPr/>
            <p:nvPr/>
          </p:nvSpPr>
          <p:spPr>
            <a:xfrm>
              <a:off x="55087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8" name="타원 6897">
              <a:extLst>
                <a:ext uri="{FF2B5EF4-FFF2-40B4-BE49-F238E27FC236}">
                  <a16:creationId xmlns:a16="http://schemas.microsoft.com/office/drawing/2014/main" id="{E72E27BC-F2B3-43DD-A46E-74425B3A8B6E}"/>
                </a:ext>
              </a:extLst>
            </p:cNvPr>
            <p:cNvSpPr/>
            <p:nvPr/>
          </p:nvSpPr>
          <p:spPr>
            <a:xfrm>
              <a:off x="56611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9" name="타원 6898">
              <a:extLst>
                <a:ext uri="{FF2B5EF4-FFF2-40B4-BE49-F238E27FC236}">
                  <a16:creationId xmlns:a16="http://schemas.microsoft.com/office/drawing/2014/main" id="{CFE2A188-8C71-4781-8EC8-692E50392AB3}"/>
                </a:ext>
              </a:extLst>
            </p:cNvPr>
            <p:cNvSpPr/>
            <p:nvPr/>
          </p:nvSpPr>
          <p:spPr>
            <a:xfrm>
              <a:off x="5813576" y="53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0" name="타원 6899">
              <a:extLst>
                <a:ext uri="{FF2B5EF4-FFF2-40B4-BE49-F238E27FC236}">
                  <a16:creationId xmlns:a16="http://schemas.microsoft.com/office/drawing/2014/main" id="{52D023CF-DF12-472C-98C5-3F2EC0AED965}"/>
                </a:ext>
              </a:extLst>
            </p:cNvPr>
            <p:cNvSpPr/>
            <p:nvPr/>
          </p:nvSpPr>
          <p:spPr>
            <a:xfrm>
              <a:off x="3271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1" name="타원 6900">
              <a:extLst>
                <a:ext uri="{FF2B5EF4-FFF2-40B4-BE49-F238E27FC236}">
                  <a16:creationId xmlns:a16="http://schemas.microsoft.com/office/drawing/2014/main" id="{F6A515D5-C358-459A-97B9-DA76BC914E20}"/>
                </a:ext>
              </a:extLst>
            </p:cNvPr>
            <p:cNvSpPr/>
            <p:nvPr/>
          </p:nvSpPr>
          <p:spPr>
            <a:xfrm>
              <a:off x="4795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2" name="타원 6901">
              <a:extLst>
                <a:ext uri="{FF2B5EF4-FFF2-40B4-BE49-F238E27FC236}">
                  <a16:creationId xmlns:a16="http://schemas.microsoft.com/office/drawing/2014/main" id="{C150A2A7-E328-40AC-AC5C-7BC77E8D01CF}"/>
                </a:ext>
              </a:extLst>
            </p:cNvPr>
            <p:cNvSpPr/>
            <p:nvPr/>
          </p:nvSpPr>
          <p:spPr>
            <a:xfrm>
              <a:off x="6319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3" name="타원 6902">
              <a:extLst>
                <a:ext uri="{FF2B5EF4-FFF2-40B4-BE49-F238E27FC236}">
                  <a16:creationId xmlns:a16="http://schemas.microsoft.com/office/drawing/2014/main" id="{F26B361B-8426-4BB2-B32A-7505B830AE08}"/>
                </a:ext>
              </a:extLst>
            </p:cNvPr>
            <p:cNvSpPr/>
            <p:nvPr/>
          </p:nvSpPr>
          <p:spPr>
            <a:xfrm>
              <a:off x="7843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4" name="타원 6903">
              <a:extLst>
                <a:ext uri="{FF2B5EF4-FFF2-40B4-BE49-F238E27FC236}">
                  <a16:creationId xmlns:a16="http://schemas.microsoft.com/office/drawing/2014/main" id="{7635E877-9BAF-4F8D-B3C5-37BACC60FCB5}"/>
                </a:ext>
              </a:extLst>
            </p:cNvPr>
            <p:cNvSpPr/>
            <p:nvPr/>
          </p:nvSpPr>
          <p:spPr>
            <a:xfrm>
              <a:off x="9367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5" name="타원 6904">
              <a:extLst>
                <a:ext uri="{FF2B5EF4-FFF2-40B4-BE49-F238E27FC236}">
                  <a16:creationId xmlns:a16="http://schemas.microsoft.com/office/drawing/2014/main" id="{7D551049-0D5E-4F52-9ED6-9085881924D7}"/>
                </a:ext>
              </a:extLst>
            </p:cNvPr>
            <p:cNvSpPr/>
            <p:nvPr/>
          </p:nvSpPr>
          <p:spPr>
            <a:xfrm>
              <a:off x="10891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6" name="타원 6905">
              <a:extLst>
                <a:ext uri="{FF2B5EF4-FFF2-40B4-BE49-F238E27FC236}">
                  <a16:creationId xmlns:a16="http://schemas.microsoft.com/office/drawing/2014/main" id="{C2A6755C-5CA6-45F1-9B5D-3B8B7C50A7C4}"/>
                </a:ext>
              </a:extLst>
            </p:cNvPr>
            <p:cNvSpPr/>
            <p:nvPr/>
          </p:nvSpPr>
          <p:spPr>
            <a:xfrm>
              <a:off x="12415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7" name="타원 6906">
              <a:extLst>
                <a:ext uri="{FF2B5EF4-FFF2-40B4-BE49-F238E27FC236}">
                  <a16:creationId xmlns:a16="http://schemas.microsoft.com/office/drawing/2014/main" id="{B9A1ADDB-2720-48D4-AF48-1269D51889A6}"/>
                </a:ext>
              </a:extLst>
            </p:cNvPr>
            <p:cNvSpPr/>
            <p:nvPr/>
          </p:nvSpPr>
          <p:spPr>
            <a:xfrm>
              <a:off x="13939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8" name="타원 6907">
              <a:extLst>
                <a:ext uri="{FF2B5EF4-FFF2-40B4-BE49-F238E27FC236}">
                  <a16:creationId xmlns:a16="http://schemas.microsoft.com/office/drawing/2014/main" id="{F5B4F9B6-506B-4E39-8EE5-865DF868C1C1}"/>
                </a:ext>
              </a:extLst>
            </p:cNvPr>
            <p:cNvSpPr/>
            <p:nvPr/>
          </p:nvSpPr>
          <p:spPr>
            <a:xfrm>
              <a:off x="15463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9" name="타원 6908">
              <a:extLst>
                <a:ext uri="{FF2B5EF4-FFF2-40B4-BE49-F238E27FC236}">
                  <a16:creationId xmlns:a16="http://schemas.microsoft.com/office/drawing/2014/main" id="{B3584C3A-9568-4AC4-A20A-113CD178D5A9}"/>
                </a:ext>
              </a:extLst>
            </p:cNvPr>
            <p:cNvSpPr/>
            <p:nvPr/>
          </p:nvSpPr>
          <p:spPr>
            <a:xfrm>
              <a:off x="16987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0" name="타원 6909">
              <a:extLst>
                <a:ext uri="{FF2B5EF4-FFF2-40B4-BE49-F238E27FC236}">
                  <a16:creationId xmlns:a16="http://schemas.microsoft.com/office/drawing/2014/main" id="{B4BEC2CB-72EF-4A3B-A7F5-452113B9CA88}"/>
                </a:ext>
              </a:extLst>
            </p:cNvPr>
            <p:cNvSpPr/>
            <p:nvPr/>
          </p:nvSpPr>
          <p:spPr>
            <a:xfrm>
              <a:off x="18511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1" name="타원 6910">
              <a:extLst>
                <a:ext uri="{FF2B5EF4-FFF2-40B4-BE49-F238E27FC236}">
                  <a16:creationId xmlns:a16="http://schemas.microsoft.com/office/drawing/2014/main" id="{0E71D35D-461A-48A2-8E79-BAE64F66CA40}"/>
                </a:ext>
              </a:extLst>
            </p:cNvPr>
            <p:cNvSpPr/>
            <p:nvPr/>
          </p:nvSpPr>
          <p:spPr>
            <a:xfrm>
              <a:off x="20035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2" name="타원 6911">
              <a:extLst>
                <a:ext uri="{FF2B5EF4-FFF2-40B4-BE49-F238E27FC236}">
                  <a16:creationId xmlns:a16="http://schemas.microsoft.com/office/drawing/2014/main" id="{6695518A-5DC6-4135-9589-8CE5B4F069A8}"/>
                </a:ext>
              </a:extLst>
            </p:cNvPr>
            <p:cNvSpPr/>
            <p:nvPr/>
          </p:nvSpPr>
          <p:spPr>
            <a:xfrm>
              <a:off x="21559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3" name="타원 6912">
              <a:extLst>
                <a:ext uri="{FF2B5EF4-FFF2-40B4-BE49-F238E27FC236}">
                  <a16:creationId xmlns:a16="http://schemas.microsoft.com/office/drawing/2014/main" id="{7D26229F-8790-4BD1-ABAD-818B47FFD9A4}"/>
                </a:ext>
              </a:extLst>
            </p:cNvPr>
            <p:cNvSpPr/>
            <p:nvPr/>
          </p:nvSpPr>
          <p:spPr>
            <a:xfrm>
              <a:off x="23083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4" name="타원 6913">
              <a:extLst>
                <a:ext uri="{FF2B5EF4-FFF2-40B4-BE49-F238E27FC236}">
                  <a16:creationId xmlns:a16="http://schemas.microsoft.com/office/drawing/2014/main" id="{CD46CBA6-0A64-4550-B671-72643871AD6F}"/>
                </a:ext>
              </a:extLst>
            </p:cNvPr>
            <p:cNvSpPr/>
            <p:nvPr/>
          </p:nvSpPr>
          <p:spPr>
            <a:xfrm>
              <a:off x="24607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5" name="타원 6914">
              <a:extLst>
                <a:ext uri="{FF2B5EF4-FFF2-40B4-BE49-F238E27FC236}">
                  <a16:creationId xmlns:a16="http://schemas.microsoft.com/office/drawing/2014/main" id="{DFEC6987-99D5-4BF3-91CE-700A4DFF4BB1}"/>
                </a:ext>
              </a:extLst>
            </p:cNvPr>
            <p:cNvSpPr/>
            <p:nvPr/>
          </p:nvSpPr>
          <p:spPr>
            <a:xfrm>
              <a:off x="26131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6" name="타원 6915">
              <a:extLst>
                <a:ext uri="{FF2B5EF4-FFF2-40B4-BE49-F238E27FC236}">
                  <a16:creationId xmlns:a16="http://schemas.microsoft.com/office/drawing/2014/main" id="{9F7AD7E7-8042-4C39-A821-1BE0F9A9E464}"/>
                </a:ext>
              </a:extLst>
            </p:cNvPr>
            <p:cNvSpPr/>
            <p:nvPr/>
          </p:nvSpPr>
          <p:spPr>
            <a:xfrm>
              <a:off x="27655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7" name="타원 6916">
              <a:extLst>
                <a:ext uri="{FF2B5EF4-FFF2-40B4-BE49-F238E27FC236}">
                  <a16:creationId xmlns:a16="http://schemas.microsoft.com/office/drawing/2014/main" id="{FE9BBE08-00CC-44E0-ADFA-B14997000415}"/>
                </a:ext>
              </a:extLst>
            </p:cNvPr>
            <p:cNvSpPr/>
            <p:nvPr/>
          </p:nvSpPr>
          <p:spPr>
            <a:xfrm>
              <a:off x="29179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8" name="타원 6917">
              <a:extLst>
                <a:ext uri="{FF2B5EF4-FFF2-40B4-BE49-F238E27FC236}">
                  <a16:creationId xmlns:a16="http://schemas.microsoft.com/office/drawing/2014/main" id="{F58DE187-5748-4CDC-A3FB-6D33C1F11430}"/>
                </a:ext>
              </a:extLst>
            </p:cNvPr>
            <p:cNvSpPr/>
            <p:nvPr/>
          </p:nvSpPr>
          <p:spPr>
            <a:xfrm>
              <a:off x="30703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9" name="타원 6918">
              <a:extLst>
                <a:ext uri="{FF2B5EF4-FFF2-40B4-BE49-F238E27FC236}">
                  <a16:creationId xmlns:a16="http://schemas.microsoft.com/office/drawing/2014/main" id="{77B45CA9-6777-43F1-964C-72490626C223}"/>
                </a:ext>
              </a:extLst>
            </p:cNvPr>
            <p:cNvSpPr/>
            <p:nvPr/>
          </p:nvSpPr>
          <p:spPr>
            <a:xfrm>
              <a:off x="32227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0" name="타원 6919">
              <a:extLst>
                <a:ext uri="{FF2B5EF4-FFF2-40B4-BE49-F238E27FC236}">
                  <a16:creationId xmlns:a16="http://schemas.microsoft.com/office/drawing/2014/main" id="{E1560462-8B14-4DE8-BFCF-BDF2BAFB3180}"/>
                </a:ext>
              </a:extLst>
            </p:cNvPr>
            <p:cNvSpPr/>
            <p:nvPr/>
          </p:nvSpPr>
          <p:spPr>
            <a:xfrm>
              <a:off x="33751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1" name="타원 6920">
              <a:extLst>
                <a:ext uri="{FF2B5EF4-FFF2-40B4-BE49-F238E27FC236}">
                  <a16:creationId xmlns:a16="http://schemas.microsoft.com/office/drawing/2014/main" id="{6577557F-B087-41D2-997F-723F94ADD3E8}"/>
                </a:ext>
              </a:extLst>
            </p:cNvPr>
            <p:cNvSpPr/>
            <p:nvPr/>
          </p:nvSpPr>
          <p:spPr>
            <a:xfrm>
              <a:off x="35275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2" name="타원 6921">
              <a:extLst>
                <a:ext uri="{FF2B5EF4-FFF2-40B4-BE49-F238E27FC236}">
                  <a16:creationId xmlns:a16="http://schemas.microsoft.com/office/drawing/2014/main" id="{42E8186B-9D23-4828-B3C8-1276B2CA7C11}"/>
                </a:ext>
              </a:extLst>
            </p:cNvPr>
            <p:cNvSpPr/>
            <p:nvPr/>
          </p:nvSpPr>
          <p:spPr>
            <a:xfrm>
              <a:off x="36799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3" name="타원 6922">
              <a:extLst>
                <a:ext uri="{FF2B5EF4-FFF2-40B4-BE49-F238E27FC236}">
                  <a16:creationId xmlns:a16="http://schemas.microsoft.com/office/drawing/2014/main" id="{51A5ECF4-64EF-4C03-BF50-0424B95C0275}"/>
                </a:ext>
              </a:extLst>
            </p:cNvPr>
            <p:cNvSpPr/>
            <p:nvPr/>
          </p:nvSpPr>
          <p:spPr>
            <a:xfrm>
              <a:off x="38323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4" name="타원 6923">
              <a:extLst>
                <a:ext uri="{FF2B5EF4-FFF2-40B4-BE49-F238E27FC236}">
                  <a16:creationId xmlns:a16="http://schemas.microsoft.com/office/drawing/2014/main" id="{E652C8FD-906D-4E30-8DD6-286B6957F407}"/>
                </a:ext>
              </a:extLst>
            </p:cNvPr>
            <p:cNvSpPr/>
            <p:nvPr/>
          </p:nvSpPr>
          <p:spPr>
            <a:xfrm>
              <a:off x="39847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5" name="타원 6924">
              <a:extLst>
                <a:ext uri="{FF2B5EF4-FFF2-40B4-BE49-F238E27FC236}">
                  <a16:creationId xmlns:a16="http://schemas.microsoft.com/office/drawing/2014/main" id="{586EB678-4E0D-4CF6-8C2C-AEFBF3B7542E}"/>
                </a:ext>
              </a:extLst>
            </p:cNvPr>
            <p:cNvSpPr/>
            <p:nvPr/>
          </p:nvSpPr>
          <p:spPr>
            <a:xfrm>
              <a:off x="41371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6" name="타원 6925">
              <a:extLst>
                <a:ext uri="{FF2B5EF4-FFF2-40B4-BE49-F238E27FC236}">
                  <a16:creationId xmlns:a16="http://schemas.microsoft.com/office/drawing/2014/main" id="{0BF054E5-68B1-4F26-8260-4A9784EE35AC}"/>
                </a:ext>
              </a:extLst>
            </p:cNvPr>
            <p:cNvSpPr/>
            <p:nvPr/>
          </p:nvSpPr>
          <p:spPr>
            <a:xfrm>
              <a:off x="42895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7" name="타원 6926">
              <a:extLst>
                <a:ext uri="{FF2B5EF4-FFF2-40B4-BE49-F238E27FC236}">
                  <a16:creationId xmlns:a16="http://schemas.microsoft.com/office/drawing/2014/main" id="{4F0A3A3F-2C89-4D69-B3DC-D1C60D5AAF9C}"/>
                </a:ext>
              </a:extLst>
            </p:cNvPr>
            <p:cNvSpPr/>
            <p:nvPr/>
          </p:nvSpPr>
          <p:spPr>
            <a:xfrm>
              <a:off x="44419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8" name="타원 6927">
              <a:extLst>
                <a:ext uri="{FF2B5EF4-FFF2-40B4-BE49-F238E27FC236}">
                  <a16:creationId xmlns:a16="http://schemas.microsoft.com/office/drawing/2014/main" id="{E5514B56-5CCC-4531-A6AD-C0C2E07256BB}"/>
                </a:ext>
              </a:extLst>
            </p:cNvPr>
            <p:cNvSpPr/>
            <p:nvPr/>
          </p:nvSpPr>
          <p:spPr>
            <a:xfrm>
              <a:off x="45943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9" name="타원 6928">
              <a:extLst>
                <a:ext uri="{FF2B5EF4-FFF2-40B4-BE49-F238E27FC236}">
                  <a16:creationId xmlns:a16="http://schemas.microsoft.com/office/drawing/2014/main" id="{C7E70E4C-577D-4EFC-9BB8-F8B9B1FFCEA7}"/>
                </a:ext>
              </a:extLst>
            </p:cNvPr>
            <p:cNvSpPr/>
            <p:nvPr/>
          </p:nvSpPr>
          <p:spPr>
            <a:xfrm>
              <a:off x="47467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0" name="타원 6929">
              <a:extLst>
                <a:ext uri="{FF2B5EF4-FFF2-40B4-BE49-F238E27FC236}">
                  <a16:creationId xmlns:a16="http://schemas.microsoft.com/office/drawing/2014/main" id="{622A34BE-3413-473E-A919-9F8C553EA434}"/>
                </a:ext>
              </a:extLst>
            </p:cNvPr>
            <p:cNvSpPr/>
            <p:nvPr/>
          </p:nvSpPr>
          <p:spPr>
            <a:xfrm>
              <a:off x="48991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1" name="타원 6930">
              <a:extLst>
                <a:ext uri="{FF2B5EF4-FFF2-40B4-BE49-F238E27FC236}">
                  <a16:creationId xmlns:a16="http://schemas.microsoft.com/office/drawing/2014/main" id="{7AA17F6A-F81F-4008-A1EC-CE255FB740D7}"/>
                </a:ext>
              </a:extLst>
            </p:cNvPr>
            <p:cNvSpPr/>
            <p:nvPr/>
          </p:nvSpPr>
          <p:spPr>
            <a:xfrm>
              <a:off x="50515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2" name="타원 6931">
              <a:extLst>
                <a:ext uri="{FF2B5EF4-FFF2-40B4-BE49-F238E27FC236}">
                  <a16:creationId xmlns:a16="http://schemas.microsoft.com/office/drawing/2014/main" id="{0A67CF77-0FB6-401B-A032-1D806E3DA411}"/>
                </a:ext>
              </a:extLst>
            </p:cNvPr>
            <p:cNvSpPr/>
            <p:nvPr/>
          </p:nvSpPr>
          <p:spPr>
            <a:xfrm>
              <a:off x="52039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3" name="타원 6932">
              <a:extLst>
                <a:ext uri="{FF2B5EF4-FFF2-40B4-BE49-F238E27FC236}">
                  <a16:creationId xmlns:a16="http://schemas.microsoft.com/office/drawing/2014/main" id="{BA66E10A-8D6A-417A-AAA0-7E30A40438A2}"/>
                </a:ext>
              </a:extLst>
            </p:cNvPr>
            <p:cNvSpPr/>
            <p:nvPr/>
          </p:nvSpPr>
          <p:spPr>
            <a:xfrm>
              <a:off x="53563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4" name="타원 6933">
              <a:extLst>
                <a:ext uri="{FF2B5EF4-FFF2-40B4-BE49-F238E27FC236}">
                  <a16:creationId xmlns:a16="http://schemas.microsoft.com/office/drawing/2014/main" id="{B5A71930-325E-4CA3-B81C-A1854732FBD7}"/>
                </a:ext>
              </a:extLst>
            </p:cNvPr>
            <p:cNvSpPr/>
            <p:nvPr/>
          </p:nvSpPr>
          <p:spPr>
            <a:xfrm>
              <a:off x="55087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5" name="타원 6934">
              <a:extLst>
                <a:ext uri="{FF2B5EF4-FFF2-40B4-BE49-F238E27FC236}">
                  <a16:creationId xmlns:a16="http://schemas.microsoft.com/office/drawing/2014/main" id="{CD8B5189-8D14-4D50-B066-5EB0707D575E}"/>
                </a:ext>
              </a:extLst>
            </p:cNvPr>
            <p:cNvSpPr/>
            <p:nvPr/>
          </p:nvSpPr>
          <p:spPr>
            <a:xfrm>
              <a:off x="56611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6" name="타원 6935">
              <a:extLst>
                <a:ext uri="{FF2B5EF4-FFF2-40B4-BE49-F238E27FC236}">
                  <a16:creationId xmlns:a16="http://schemas.microsoft.com/office/drawing/2014/main" id="{AA00EB02-5EAE-4EF3-99FE-4B27C8814A74}"/>
                </a:ext>
              </a:extLst>
            </p:cNvPr>
            <p:cNvSpPr/>
            <p:nvPr/>
          </p:nvSpPr>
          <p:spPr>
            <a:xfrm>
              <a:off x="5813576" y="68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7" name="타원 6936">
              <a:extLst>
                <a:ext uri="{FF2B5EF4-FFF2-40B4-BE49-F238E27FC236}">
                  <a16:creationId xmlns:a16="http://schemas.microsoft.com/office/drawing/2014/main" id="{59B85A0B-A5C6-43A9-B2A4-A88C48539217}"/>
                </a:ext>
              </a:extLst>
            </p:cNvPr>
            <p:cNvSpPr/>
            <p:nvPr/>
          </p:nvSpPr>
          <p:spPr>
            <a:xfrm>
              <a:off x="3271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8" name="타원 6937">
              <a:extLst>
                <a:ext uri="{FF2B5EF4-FFF2-40B4-BE49-F238E27FC236}">
                  <a16:creationId xmlns:a16="http://schemas.microsoft.com/office/drawing/2014/main" id="{1FBB3ABF-31EF-4188-B537-7FEE367DC1B1}"/>
                </a:ext>
              </a:extLst>
            </p:cNvPr>
            <p:cNvSpPr/>
            <p:nvPr/>
          </p:nvSpPr>
          <p:spPr>
            <a:xfrm>
              <a:off x="4795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9" name="타원 6938">
              <a:extLst>
                <a:ext uri="{FF2B5EF4-FFF2-40B4-BE49-F238E27FC236}">
                  <a16:creationId xmlns:a16="http://schemas.microsoft.com/office/drawing/2014/main" id="{36D69D47-04F8-485E-879E-57897A350993}"/>
                </a:ext>
              </a:extLst>
            </p:cNvPr>
            <p:cNvSpPr/>
            <p:nvPr/>
          </p:nvSpPr>
          <p:spPr>
            <a:xfrm>
              <a:off x="6319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0" name="타원 6939">
              <a:extLst>
                <a:ext uri="{FF2B5EF4-FFF2-40B4-BE49-F238E27FC236}">
                  <a16:creationId xmlns:a16="http://schemas.microsoft.com/office/drawing/2014/main" id="{CAA17968-1480-4C56-8DEE-74AFAFF7F7A3}"/>
                </a:ext>
              </a:extLst>
            </p:cNvPr>
            <p:cNvSpPr/>
            <p:nvPr/>
          </p:nvSpPr>
          <p:spPr>
            <a:xfrm>
              <a:off x="7843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1" name="타원 6940">
              <a:extLst>
                <a:ext uri="{FF2B5EF4-FFF2-40B4-BE49-F238E27FC236}">
                  <a16:creationId xmlns:a16="http://schemas.microsoft.com/office/drawing/2014/main" id="{56262515-B6ED-4997-8339-F56F5D28B37B}"/>
                </a:ext>
              </a:extLst>
            </p:cNvPr>
            <p:cNvSpPr/>
            <p:nvPr/>
          </p:nvSpPr>
          <p:spPr>
            <a:xfrm>
              <a:off x="9367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2" name="타원 6941">
              <a:extLst>
                <a:ext uri="{FF2B5EF4-FFF2-40B4-BE49-F238E27FC236}">
                  <a16:creationId xmlns:a16="http://schemas.microsoft.com/office/drawing/2014/main" id="{993D266E-00A8-4DEE-ACA6-8325C2E7EBF2}"/>
                </a:ext>
              </a:extLst>
            </p:cNvPr>
            <p:cNvSpPr/>
            <p:nvPr/>
          </p:nvSpPr>
          <p:spPr>
            <a:xfrm>
              <a:off x="10891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3" name="타원 6942">
              <a:extLst>
                <a:ext uri="{FF2B5EF4-FFF2-40B4-BE49-F238E27FC236}">
                  <a16:creationId xmlns:a16="http://schemas.microsoft.com/office/drawing/2014/main" id="{ED176384-C800-4FB7-99D7-D54F9388ED17}"/>
                </a:ext>
              </a:extLst>
            </p:cNvPr>
            <p:cNvSpPr/>
            <p:nvPr/>
          </p:nvSpPr>
          <p:spPr>
            <a:xfrm>
              <a:off x="12415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4" name="타원 6943">
              <a:extLst>
                <a:ext uri="{FF2B5EF4-FFF2-40B4-BE49-F238E27FC236}">
                  <a16:creationId xmlns:a16="http://schemas.microsoft.com/office/drawing/2014/main" id="{6C46B950-538D-4E27-B530-DD63D726C764}"/>
                </a:ext>
              </a:extLst>
            </p:cNvPr>
            <p:cNvSpPr/>
            <p:nvPr/>
          </p:nvSpPr>
          <p:spPr>
            <a:xfrm>
              <a:off x="13939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5" name="타원 6944">
              <a:extLst>
                <a:ext uri="{FF2B5EF4-FFF2-40B4-BE49-F238E27FC236}">
                  <a16:creationId xmlns:a16="http://schemas.microsoft.com/office/drawing/2014/main" id="{09D43BAC-8553-446E-9FBA-B02F6E36ABE9}"/>
                </a:ext>
              </a:extLst>
            </p:cNvPr>
            <p:cNvSpPr/>
            <p:nvPr/>
          </p:nvSpPr>
          <p:spPr>
            <a:xfrm>
              <a:off x="15463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6" name="타원 6945">
              <a:extLst>
                <a:ext uri="{FF2B5EF4-FFF2-40B4-BE49-F238E27FC236}">
                  <a16:creationId xmlns:a16="http://schemas.microsoft.com/office/drawing/2014/main" id="{72BBC5E5-4D61-45A7-BBF7-AAA1E523B92A}"/>
                </a:ext>
              </a:extLst>
            </p:cNvPr>
            <p:cNvSpPr/>
            <p:nvPr/>
          </p:nvSpPr>
          <p:spPr>
            <a:xfrm>
              <a:off x="16987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7" name="타원 6946">
              <a:extLst>
                <a:ext uri="{FF2B5EF4-FFF2-40B4-BE49-F238E27FC236}">
                  <a16:creationId xmlns:a16="http://schemas.microsoft.com/office/drawing/2014/main" id="{A24ED84A-0A88-4C68-9247-177EF5A89CA5}"/>
                </a:ext>
              </a:extLst>
            </p:cNvPr>
            <p:cNvSpPr/>
            <p:nvPr/>
          </p:nvSpPr>
          <p:spPr>
            <a:xfrm>
              <a:off x="18511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8" name="타원 6947">
              <a:extLst>
                <a:ext uri="{FF2B5EF4-FFF2-40B4-BE49-F238E27FC236}">
                  <a16:creationId xmlns:a16="http://schemas.microsoft.com/office/drawing/2014/main" id="{B58FB986-D585-4645-9857-31EB64E8D963}"/>
                </a:ext>
              </a:extLst>
            </p:cNvPr>
            <p:cNvSpPr/>
            <p:nvPr/>
          </p:nvSpPr>
          <p:spPr>
            <a:xfrm>
              <a:off x="20035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9" name="타원 6948">
              <a:extLst>
                <a:ext uri="{FF2B5EF4-FFF2-40B4-BE49-F238E27FC236}">
                  <a16:creationId xmlns:a16="http://schemas.microsoft.com/office/drawing/2014/main" id="{2B0CB750-483F-4B4C-AB0C-4D05DA061298}"/>
                </a:ext>
              </a:extLst>
            </p:cNvPr>
            <p:cNvSpPr/>
            <p:nvPr/>
          </p:nvSpPr>
          <p:spPr>
            <a:xfrm>
              <a:off x="21559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0" name="타원 6949">
              <a:extLst>
                <a:ext uri="{FF2B5EF4-FFF2-40B4-BE49-F238E27FC236}">
                  <a16:creationId xmlns:a16="http://schemas.microsoft.com/office/drawing/2014/main" id="{AC259EB2-5214-4DB3-8E4D-599F41A8CADA}"/>
                </a:ext>
              </a:extLst>
            </p:cNvPr>
            <p:cNvSpPr/>
            <p:nvPr/>
          </p:nvSpPr>
          <p:spPr>
            <a:xfrm>
              <a:off x="23083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1" name="타원 6950">
              <a:extLst>
                <a:ext uri="{FF2B5EF4-FFF2-40B4-BE49-F238E27FC236}">
                  <a16:creationId xmlns:a16="http://schemas.microsoft.com/office/drawing/2014/main" id="{EC1BD836-C63F-4424-8391-3D09A1BDC253}"/>
                </a:ext>
              </a:extLst>
            </p:cNvPr>
            <p:cNvSpPr/>
            <p:nvPr/>
          </p:nvSpPr>
          <p:spPr>
            <a:xfrm>
              <a:off x="24607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2" name="타원 6951">
              <a:extLst>
                <a:ext uri="{FF2B5EF4-FFF2-40B4-BE49-F238E27FC236}">
                  <a16:creationId xmlns:a16="http://schemas.microsoft.com/office/drawing/2014/main" id="{13A81637-A5C9-4187-8816-85C12BE5AEE9}"/>
                </a:ext>
              </a:extLst>
            </p:cNvPr>
            <p:cNvSpPr/>
            <p:nvPr/>
          </p:nvSpPr>
          <p:spPr>
            <a:xfrm>
              <a:off x="26131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3" name="타원 6952">
              <a:extLst>
                <a:ext uri="{FF2B5EF4-FFF2-40B4-BE49-F238E27FC236}">
                  <a16:creationId xmlns:a16="http://schemas.microsoft.com/office/drawing/2014/main" id="{FB8CFD87-500D-4673-90F9-353CBD42D6D4}"/>
                </a:ext>
              </a:extLst>
            </p:cNvPr>
            <p:cNvSpPr/>
            <p:nvPr/>
          </p:nvSpPr>
          <p:spPr>
            <a:xfrm>
              <a:off x="27655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4" name="타원 6953">
              <a:extLst>
                <a:ext uri="{FF2B5EF4-FFF2-40B4-BE49-F238E27FC236}">
                  <a16:creationId xmlns:a16="http://schemas.microsoft.com/office/drawing/2014/main" id="{39429EAF-813E-46EC-8C19-A3C1E4FF93C1}"/>
                </a:ext>
              </a:extLst>
            </p:cNvPr>
            <p:cNvSpPr/>
            <p:nvPr/>
          </p:nvSpPr>
          <p:spPr>
            <a:xfrm>
              <a:off x="29179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5" name="타원 6954">
              <a:extLst>
                <a:ext uri="{FF2B5EF4-FFF2-40B4-BE49-F238E27FC236}">
                  <a16:creationId xmlns:a16="http://schemas.microsoft.com/office/drawing/2014/main" id="{B080F932-87D3-4F8A-81DB-D35049928427}"/>
                </a:ext>
              </a:extLst>
            </p:cNvPr>
            <p:cNvSpPr/>
            <p:nvPr/>
          </p:nvSpPr>
          <p:spPr>
            <a:xfrm>
              <a:off x="30703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6" name="타원 6955">
              <a:extLst>
                <a:ext uri="{FF2B5EF4-FFF2-40B4-BE49-F238E27FC236}">
                  <a16:creationId xmlns:a16="http://schemas.microsoft.com/office/drawing/2014/main" id="{8604507E-C37E-4DD0-ACD2-50D0E8A4B1CF}"/>
                </a:ext>
              </a:extLst>
            </p:cNvPr>
            <p:cNvSpPr/>
            <p:nvPr/>
          </p:nvSpPr>
          <p:spPr>
            <a:xfrm>
              <a:off x="32227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7" name="타원 6956">
              <a:extLst>
                <a:ext uri="{FF2B5EF4-FFF2-40B4-BE49-F238E27FC236}">
                  <a16:creationId xmlns:a16="http://schemas.microsoft.com/office/drawing/2014/main" id="{59DA1EE5-4945-40BB-BB2F-11BC26569172}"/>
                </a:ext>
              </a:extLst>
            </p:cNvPr>
            <p:cNvSpPr/>
            <p:nvPr/>
          </p:nvSpPr>
          <p:spPr>
            <a:xfrm>
              <a:off x="33751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8" name="타원 6957">
              <a:extLst>
                <a:ext uri="{FF2B5EF4-FFF2-40B4-BE49-F238E27FC236}">
                  <a16:creationId xmlns:a16="http://schemas.microsoft.com/office/drawing/2014/main" id="{70778DAB-F34F-4FCE-9C77-EF967CB191CA}"/>
                </a:ext>
              </a:extLst>
            </p:cNvPr>
            <p:cNvSpPr/>
            <p:nvPr/>
          </p:nvSpPr>
          <p:spPr>
            <a:xfrm>
              <a:off x="35275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9" name="타원 6958">
              <a:extLst>
                <a:ext uri="{FF2B5EF4-FFF2-40B4-BE49-F238E27FC236}">
                  <a16:creationId xmlns:a16="http://schemas.microsoft.com/office/drawing/2014/main" id="{8EA66BDA-E683-4309-8843-1C70A7EBCB0D}"/>
                </a:ext>
              </a:extLst>
            </p:cNvPr>
            <p:cNvSpPr/>
            <p:nvPr/>
          </p:nvSpPr>
          <p:spPr>
            <a:xfrm>
              <a:off x="36799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0" name="타원 6959">
              <a:extLst>
                <a:ext uri="{FF2B5EF4-FFF2-40B4-BE49-F238E27FC236}">
                  <a16:creationId xmlns:a16="http://schemas.microsoft.com/office/drawing/2014/main" id="{37866051-D60D-4911-89FE-DEA352916968}"/>
                </a:ext>
              </a:extLst>
            </p:cNvPr>
            <p:cNvSpPr/>
            <p:nvPr/>
          </p:nvSpPr>
          <p:spPr>
            <a:xfrm>
              <a:off x="38323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1" name="타원 6960">
              <a:extLst>
                <a:ext uri="{FF2B5EF4-FFF2-40B4-BE49-F238E27FC236}">
                  <a16:creationId xmlns:a16="http://schemas.microsoft.com/office/drawing/2014/main" id="{A5C79E0C-AD52-4D7C-8D39-300B87DF5D02}"/>
                </a:ext>
              </a:extLst>
            </p:cNvPr>
            <p:cNvSpPr/>
            <p:nvPr/>
          </p:nvSpPr>
          <p:spPr>
            <a:xfrm>
              <a:off x="39847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2" name="타원 6961">
              <a:extLst>
                <a:ext uri="{FF2B5EF4-FFF2-40B4-BE49-F238E27FC236}">
                  <a16:creationId xmlns:a16="http://schemas.microsoft.com/office/drawing/2014/main" id="{531FB1D2-DF82-43FC-B54E-6FD0CFF24D8D}"/>
                </a:ext>
              </a:extLst>
            </p:cNvPr>
            <p:cNvSpPr/>
            <p:nvPr/>
          </p:nvSpPr>
          <p:spPr>
            <a:xfrm>
              <a:off x="41371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3" name="타원 6962">
              <a:extLst>
                <a:ext uri="{FF2B5EF4-FFF2-40B4-BE49-F238E27FC236}">
                  <a16:creationId xmlns:a16="http://schemas.microsoft.com/office/drawing/2014/main" id="{D45D713C-1B05-4226-814D-23F9C2871254}"/>
                </a:ext>
              </a:extLst>
            </p:cNvPr>
            <p:cNvSpPr/>
            <p:nvPr/>
          </p:nvSpPr>
          <p:spPr>
            <a:xfrm>
              <a:off x="42895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4" name="타원 6963">
              <a:extLst>
                <a:ext uri="{FF2B5EF4-FFF2-40B4-BE49-F238E27FC236}">
                  <a16:creationId xmlns:a16="http://schemas.microsoft.com/office/drawing/2014/main" id="{89EF6860-11C4-426A-AE91-890753C2B234}"/>
                </a:ext>
              </a:extLst>
            </p:cNvPr>
            <p:cNvSpPr/>
            <p:nvPr/>
          </p:nvSpPr>
          <p:spPr>
            <a:xfrm>
              <a:off x="44419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5" name="타원 6964">
              <a:extLst>
                <a:ext uri="{FF2B5EF4-FFF2-40B4-BE49-F238E27FC236}">
                  <a16:creationId xmlns:a16="http://schemas.microsoft.com/office/drawing/2014/main" id="{E8C8032D-3CAB-4C28-B716-E4BEB77B5DAF}"/>
                </a:ext>
              </a:extLst>
            </p:cNvPr>
            <p:cNvSpPr/>
            <p:nvPr/>
          </p:nvSpPr>
          <p:spPr>
            <a:xfrm>
              <a:off x="45943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6" name="타원 6965">
              <a:extLst>
                <a:ext uri="{FF2B5EF4-FFF2-40B4-BE49-F238E27FC236}">
                  <a16:creationId xmlns:a16="http://schemas.microsoft.com/office/drawing/2014/main" id="{7CDDA0E3-ECCD-42FA-988B-EAD938766928}"/>
                </a:ext>
              </a:extLst>
            </p:cNvPr>
            <p:cNvSpPr/>
            <p:nvPr/>
          </p:nvSpPr>
          <p:spPr>
            <a:xfrm>
              <a:off x="47467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7" name="타원 6966">
              <a:extLst>
                <a:ext uri="{FF2B5EF4-FFF2-40B4-BE49-F238E27FC236}">
                  <a16:creationId xmlns:a16="http://schemas.microsoft.com/office/drawing/2014/main" id="{71CEF3C6-8544-4676-BA21-D8B10FA3310D}"/>
                </a:ext>
              </a:extLst>
            </p:cNvPr>
            <p:cNvSpPr/>
            <p:nvPr/>
          </p:nvSpPr>
          <p:spPr>
            <a:xfrm>
              <a:off x="48991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8" name="타원 6967">
              <a:extLst>
                <a:ext uri="{FF2B5EF4-FFF2-40B4-BE49-F238E27FC236}">
                  <a16:creationId xmlns:a16="http://schemas.microsoft.com/office/drawing/2014/main" id="{E2D435CA-9A8B-43CE-BB97-830E24E61ACD}"/>
                </a:ext>
              </a:extLst>
            </p:cNvPr>
            <p:cNvSpPr/>
            <p:nvPr/>
          </p:nvSpPr>
          <p:spPr>
            <a:xfrm>
              <a:off x="50515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9" name="타원 6968">
              <a:extLst>
                <a:ext uri="{FF2B5EF4-FFF2-40B4-BE49-F238E27FC236}">
                  <a16:creationId xmlns:a16="http://schemas.microsoft.com/office/drawing/2014/main" id="{9EEABEA5-B388-4DB4-9093-27D2A4A1B977}"/>
                </a:ext>
              </a:extLst>
            </p:cNvPr>
            <p:cNvSpPr/>
            <p:nvPr/>
          </p:nvSpPr>
          <p:spPr>
            <a:xfrm>
              <a:off x="52039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0" name="타원 6969">
              <a:extLst>
                <a:ext uri="{FF2B5EF4-FFF2-40B4-BE49-F238E27FC236}">
                  <a16:creationId xmlns:a16="http://schemas.microsoft.com/office/drawing/2014/main" id="{59C4347C-C0E6-4433-9EBC-9DD8A8AFB2D3}"/>
                </a:ext>
              </a:extLst>
            </p:cNvPr>
            <p:cNvSpPr/>
            <p:nvPr/>
          </p:nvSpPr>
          <p:spPr>
            <a:xfrm>
              <a:off x="53563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1" name="타원 6970">
              <a:extLst>
                <a:ext uri="{FF2B5EF4-FFF2-40B4-BE49-F238E27FC236}">
                  <a16:creationId xmlns:a16="http://schemas.microsoft.com/office/drawing/2014/main" id="{D2DF4E3E-215B-465A-B831-7F59A432F42B}"/>
                </a:ext>
              </a:extLst>
            </p:cNvPr>
            <p:cNvSpPr/>
            <p:nvPr/>
          </p:nvSpPr>
          <p:spPr>
            <a:xfrm>
              <a:off x="55087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2" name="타원 6971">
              <a:extLst>
                <a:ext uri="{FF2B5EF4-FFF2-40B4-BE49-F238E27FC236}">
                  <a16:creationId xmlns:a16="http://schemas.microsoft.com/office/drawing/2014/main" id="{7DB52C24-70B3-4C26-AB84-F009521C863A}"/>
                </a:ext>
              </a:extLst>
            </p:cNvPr>
            <p:cNvSpPr/>
            <p:nvPr/>
          </p:nvSpPr>
          <p:spPr>
            <a:xfrm>
              <a:off x="56611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3" name="타원 6972">
              <a:extLst>
                <a:ext uri="{FF2B5EF4-FFF2-40B4-BE49-F238E27FC236}">
                  <a16:creationId xmlns:a16="http://schemas.microsoft.com/office/drawing/2014/main" id="{ADB334C2-B0D5-49EE-BCE9-24C2A984D8B9}"/>
                </a:ext>
              </a:extLst>
            </p:cNvPr>
            <p:cNvSpPr/>
            <p:nvPr/>
          </p:nvSpPr>
          <p:spPr>
            <a:xfrm>
              <a:off x="5813576" y="83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4" name="타원 6973">
              <a:extLst>
                <a:ext uri="{FF2B5EF4-FFF2-40B4-BE49-F238E27FC236}">
                  <a16:creationId xmlns:a16="http://schemas.microsoft.com/office/drawing/2014/main" id="{3EBB48A9-A149-4C79-A4A1-64EE680617FC}"/>
                </a:ext>
              </a:extLst>
            </p:cNvPr>
            <p:cNvSpPr/>
            <p:nvPr/>
          </p:nvSpPr>
          <p:spPr>
            <a:xfrm>
              <a:off x="3271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5" name="타원 6974">
              <a:extLst>
                <a:ext uri="{FF2B5EF4-FFF2-40B4-BE49-F238E27FC236}">
                  <a16:creationId xmlns:a16="http://schemas.microsoft.com/office/drawing/2014/main" id="{E0BD4D4A-1DD6-424D-9803-C7B7BA3BD4D2}"/>
                </a:ext>
              </a:extLst>
            </p:cNvPr>
            <p:cNvSpPr/>
            <p:nvPr/>
          </p:nvSpPr>
          <p:spPr>
            <a:xfrm>
              <a:off x="4795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6" name="타원 6975">
              <a:extLst>
                <a:ext uri="{FF2B5EF4-FFF2-40B4-BE49-F238E27FC236}">
                  <a16:creationId xmlns:a16="http://schemas.microsoft.com/office/drawing/2014/main" id="{DC4C0CF5-427A-4E79-8877-1EA8A21D27CC}"/>
                </a:ext>
              </a:extLst>
            </p:cNvPr>
            <p:cNvSpPr/>
            <p:nvPr/>
          </p:nvSpPr>
          <p:spPr>
            <a:xfrm>
              <a:off x="6319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7" name="타원 6976">
              <a:extLst>
                <a:ext uri="{FF2B5EF4-FFF2-40B4-BE49-F238E27FC236}">
                  <a16:creationId xmlns:a16="http://schemas.microsoft.com/office/drawing/2014/main" id="{37BCBC75-BD54-4464-A1E1-C45788DFDE00}"/>
                </a:ext>
              </a:extLst>
            </p:cNvPr>
            <p:cNvSpPr/>
            <p:nvPr/>
          </p:nvSpPr>
          <p:spPr>
            <a:xfrm>
              <a:off x="7843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8" name="타원 6977">
              <a:extLst>
                <a:ext uri="{FF2B5EF4-FFF2-40B4-BE49-F238E27FC236}">
                  <a16:creationId xmlns:a16="http://schemas.microsoft.com/office/drawing/2014/main" id="{826ED220-7698-41A8-B3F2-9930E8BC9BE6}"/>
                </a:ext>
              </a:extLst>
            </p:cNvPr>
            <p:cNvSpPr/>
            <p:nvPr/>
          </p:nvSpPr>
          <p:spPr>
            <a:xfrm>
              <a:off x="9367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9" name="타원 6978">
              <a:extLst>
                <a:ext uri="{FF2B5EF4-FFF2-40B4-BE49-F238E27FC236}">
                  <a16:creationId xmlns:a16="http://schemas.microsoft.com/office/drawing/2014/main" id="{64D129F3-FB7E-4F7E-BFB1-66DAE7A7C11E}"/>
                </a:ext>
              </a:extLst>
            </p:cNvPr>
            <p:cNvSpPr/>
            <p:nvPr/>
          </p:nvSpPr>
          <p:spPr>
            <a:xfrm>
              <a:off x="10891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0" name="타원 6979">
              <a:extLst>
                <a:ext uri="{FF2B5EF4-FFF2-40B4-BE49-F238E27FC236}">
                  <a16:creationId xmlns:a16="http://schemas.microsoft.com/office/drawing/2014/main" id="{46C27F86-1C3A-4081-A394-CACC9507078C}"/>
                </a:ext>
              </a:extLst>
            </p:cNvPr>
            <p:cNvSpPr/>
            <p:nvPr/>
          </p:nvSpPr>
          <p:spPr>
            <a:xfrm>
              <a:off x="12415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1" name="타원 6980">
              <a:extLst>
                <a:ext uri="{FF2B5EF4-FFF2-40B4-BE49-F238E27FC236}">
                  <a16:creationId xmlns:a16="http://schemas.microsoft.com/office/drawing/2014/main" id="{63CD499B-53FA-4153-92B0-82209F0A1666}"/>
                </a:ext>
              </a:extLst>
            </p:cNvPr>
            <p:cNvSpPr/>
            <p:nvPr/>
          </p:nvSpPr>
          <p:spPr>
            <a:xfrm>
              <a:off x="13939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2" name="타원 6981">
              <a:extLst>
                <a:ext uri="{FF2B5EF4-FFF2-40B4-BE49-F238E27FC236}">
                  <a16:creationId xmlns:a16="http://schemas.microsoft.com/office/drawing/2014/main" id="{BCE5CDDE-D18F-446D-BD1E-10DDE3158CD9}"/>
                </a:ext>
              </a:extLst>
            </p:cNvPr>
            <p:cNvSpPr/>
            <p:nvPr/>
          </p:nvSpPr>
          <p:spPr>
            <a:xfrm>
              <a:off x="15463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3" name="타원 6982">
              <a:extLst>
                <a:ext uri="{FF2B5EF4-FFF2-40B4-BE49-F238E27FC236}">
                  <a16:creationId xmlns:a16="http://schemas.microsoft.com/office/drawing/2014/main" id="{F58087CC-4CBD-40DC-8B9B-4311A495BA67}"/>
                </a:ext>
              </a:extLst>
            </p:cNvPr>
            <p:cNvSpPr/>
            <p:nvPr/>
          </p:nvSpPr>
          <p:spPr>
            <a:xfrm>
              <a:off x="16987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4" name="타원 6983">
              <a:extLst>
                <a:ext uri="{FF2B5EF4-FFF2-40B4-BE49-F238E27FC236}">
                  <a16:creationId xmlns:a16="http://schemas.microsoft.com/office/drawing/2014/main" id="{560639DF-DF1C-49C4-849D-7F4182C4984F}"/>
                </a:ext>
              </a:extLst>
            </p:cNvPr>
            <p:cNvSpPr/>
            <p:nvPr/>
          </p:nvSpPr>
          <p:spPr>
            <a:xfrm>
              <a:off x="18511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5" name="타원 6984">
              <a:extLst>
                <a:ext uri="{FF2B5EF4-FFF2-40B4-BE49-F238E27FC236}">
                  <a16:creationId xmlns:a16="http://schemas.microsoft.com/office/drawing/2014/main" id="{30C29C90-568A-4D61-AB6B-AEDA5D8F79BD}"/>
                </a:ext>
              </a:extLst>
            </p:cNvPr>
            <p:cNvSpPr/>
            <p:nvPr/>
          </p:nvSpPr>
          <p:spPr>
            <a:xfrm>
              <a:off x="20035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6" name="타원 6985">
              <a:extLst>
                <a:ext uri="{FF2B5EF4-FFF2-40B4-BE49-F238E27FC236}">
                  <a16:creationId xmlns:a16="http://schemas.microsoft.com/office/drawing/2014/main" id="{C5D0B1BF-528F-4371-891C-34132DB05544}"/>
                </a:ext>
              </a:extLst>
            </p:cNvPr>
            <p:cNvSpPr/>
            <p:nvPr/>
          </p:nvSpPr>
          <p:spPr>
            <a:xfrm>
              <a:off x="21559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7" name="타원 6986">
              <a:extLst>
                <a:ext uri="{FF2B5EF4-FFF2-40B4-BE49-F238E27FC236}">
                  <a16:creationId xmlns:a16="http://schemas.microsoft.com/office/drawing/2014/main" id="{727A9F5B-100B-48A3-8BAA-FF004FDFB048}"/>
                </a:ext>
              </a:extLst>
            </p:cNvPr>
            <p:cNvSpPr/>
            <p:nvPr/>
          </p:nvSpPr>
          <p:spPr>
            <a:xfrm>
              <a:off x="23083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8" name="타원 6987">
              <a:extLst>
                <a:ext uri="{FF2B5EF4-FFF2-40B4-BE49-F238E27FC236}">
                  <a16:creationId xmlns:a16="http://schemas.microsoft.com/office/drawing/2014/main" id="{AB8548A1-0E5D-4F8A-9C8A-8DE8BE44C9D4}"/>
                </a:ext>
              </a:extLst>
            </p:cNvPr>
            <p:cNvSpPr/>
            <p:nvPr/>
          </p:nvSpPr>
          <p:spPr>
            <a:xfrm>
              <a:off x="24607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9" name="타원 6988">
              <a:extLst>
                <a:ext uri="{FF2B5EF4-FFF2-40B4-BE49-F238E27FC236}">
                  <a16:creationId xmlns:a16="http://schemas.microsoft.com/office/drawing/2014/main" id="{856575CE-A64F-4D12-B7D4-6CDA413630DA}"/>
                </a:ext>
              </a:extLst>
            </p:cNvPr>
            <p:cNvSpPr/>
            <p:nvPr/>
          </p:nvSpPr>
          <p:spPr>
            <a:xfrm>
              <a:off x="26131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0" name="타원 6989">
              <a:extLst>
                <a:ext uri="{FF2B5EF4-FFF2-40B4-BE49-F238E27FC236}">
                  <a16:creationId xmlns:a16="http://schemas.microsoft.com/office/drawing/2014/main" id="{3B179EFB-B2DF-428D-8555-DE24A38B02C9}"/>
                </a:ext>
              </a:extLst>
            </p:cNvPr>
            <p:cNvSpPr/>
            <p:nvPr/>
          </p:nvSpPr>
          <p:spPr>
            <a:xfrm>
              <a:off x="27655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1" name="타원 6990">
              <a:extLst>
                <a:ext uri="{FF2B5EF4-FFF2-40B4-BE49-F238E27FC236}">
                  <a16:creationId xmlns:a16="http://schemas.microsoft.com/office/drawing/2014/main" id="{F8324343-85F1-4E88-8BBE-ABFE206EC5C1}"/>
                </a:ext>
              </a:extLst>
            </p:cNvPr>
            <p:cNvSpPr/>
            <p:nvPr/>
          </p:nvSpPr>
          <p:spPr>
            <a:xfrm>
              <a:off x="29179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2" name="타원 6991">
              <a:extLst>
                <a:ext uri="{FF2B5EF4-FFF2-40B4-BE49-F238E27FC236}">
                  <a16:creationId xmlns:a16="http://schemas.microsoft.com/office/drawing/2014/main" id="{2D047E81-11C2-4BF8-B30B-60A8253C3322}"/>
                </a:ext>
              </a:extLst>
            </p:cNvPr>
            <p:cNvSpPr/>
            <p:nvPr/>
          </p:nvSpPr>
          <p:spPr>
            <a:xfrm>
              <a:off x="30703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3" name="타원 6992">
              <a:extLst>
                <a:ext uri="{FF2B5EF4-FFF2-40B4-BE49-F238E27FC236}">
                  <a16:creationId xmlns:a16="http://schemas.microsoft.com/office/drawing/2014/main" id="{433C054D-590F-455C-B682-83090D6EBFEC}"/>
                </a:ext>
              </a:extLst>
            </p:cNvPr>
            <p:cNvSpPr/>
            <p:nvPr/>
          </p:nvSpPr>
          <p:spPr>
            <a:xfrm>
              <a:off x="32227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4" name="타원 6993">
              <a:extLst>
                <a:ext uri="{FF2B5EF4-FFF2-40B4-BE49-F238E27FC236}">
                  <a16:creationId xmlns:a16="http://schemas.microsoft.com/office/drawing/2014/main" id="{8955B511-89E9-4F65-8C5C-537D26439394}"/>
                </a:ext>
              </a:extLst>
            </p:cNvPr>
            <p:cNvSpPr/>
            <p:nvPr/>
          </p:nvSpPr>
          <p:spPr>
            <a:xfrm>
              <a:off x="33751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5" name="타원 6994">
              <a:extLst>
                <a:ext uri="{FF2B5EF4-FFF2-40B4-BE49-F238E27FC236}">
                  <a16:creationId xmlns:a16="http://schemas.microsoft.com/office/drawing/2014/main" id="{66FBC4B1-5E41-4603-B7BF-7741BCB3883F}"/>
                </a:ext>
              </a:extLst>
            </p:cNvPr>
            <p:cNvSpPr/>
            <p:nvPr/>
          </p:nvSpPr>
          <p:spPr>
            <a:xfrm>
              <a:off x="35275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6" name="타원 6995">
              <a:extLst>
                <a:ext uri="{FF2B5EF4-FFF2-40B4-BE49-F238E27FC236}">
                  <a16:creationId xmlns:a16="http://schemas.microsoft.com/office/drawing/2014/main" id="{37F2431F-C95A-4890-8E8A-8907DC4E3A7A}"/>
                </a:ext>
              </a:extLst>
            </p:cNvPr>
            <p:cNvSpPr/>
            <p:nvPr/>
          </p:nvSpPr>
          <p:spPr>
            <a:xfrm>
              <a:off x="36799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7" name="타원 6996">
              <a:extLst>
                <a:ext uri="{FF2B5EF4-FFF2-40B4-BE49-F238E27FC236}">
                  <a16:creationId xmlns:a16="http://schemas.microsoft.com/office/drawing/2014/main" id="{75300FC3-5821-4844-A6B4-0CA137BEE9E0}"/>
                </a:ext>
              </a:extLst>
            </p:cNvPr>
            <p:cNvSpPr/>
            <p:nvPr/>
          </p:nvSpPr>
          <p:spPr>
            <a:xfrm>
              <a:off x="38323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8" name="타원 6997">
              <a:extLst>
                <a:ext uri="{FF2B5EF4-FFF2-40B4-BE49-F238E27FC236}">
                  <a16:creationId xmlns:a16="http://schemas.microsoft.com/office/drawing/2014/main" id="{0B872D10-309D-46A8-8D5F-B80EE58DAA65}"/>
                </a:ext>
              </a:extLst>
            </p:cNvPr>
            <p:cNvSpPr/>
            <p:nvPr/>
          </p:nvSpPr>
          <p:spPr>
            <a:xfrm>
              <a:off x="39847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9" name="타원 6998">
              <a:extLst>
                <a:ext uri="{FF2B5EF4-FFF2-40B4-BE49-F238E27FC236}">
                  <a16:creationId xmlns:a16="http://schemas.microsoft.com/office/drawing/2014/main" id="{0466B076-6F8E-450F-BA3D-DFC50C0FEE22}"/>
                </a:ext>
              </a:extLst>
            </p:cNvPr>
            <p:cNvSpPr/>
            <p:nvPr/>
          </p:nvSpPr>
          <p:spPr>
            <a:xfrm>
              <a:off x="41371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0" name="타원 6999">
              <a:extLst>
                <a:ext uri="{FF2B5EF4-FFF2-40B4-BE49-F238E27FC236}">
                  <a16:creationId xmlns:a16="http://schemas.microsoft.com/office/drawing/2014/main" id="{E9C50036-7064-4B22-A44D-518E1E90BAB9}"/>
                </a:ext>
              </a:extLst>
            </p:cNvPr>
            <p:cNvSpPr/>
            <p:nvPr/>
          </p:nvSpPr>
          <p:spPr>
            <a:xfrm>
              <a:off x="42895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1" name="타원 7000">
              <a:extLst>
                <a:ext uri="{FF2B5EF4-FFF2-40B4-BE49-F238E27FC236}">
                  <a16:creationId xmlns:a16="http://schemas.microsoft.com/office/drawing/2014/main" id="{9A9168FD-B1DB-4F86-BE1E-E21D4A74E96A}"/>
                </a:ext>
              </a:extLst>
            </p:cNvPr>
            <p:cNvSpPr/>
            <p:nvPr/>
          </p:nvSpPr>
          <p:spPr>
            <a:xfrm>
              <a:off x="44419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2" name="타원 7001">
              <a:extLst>
                <a:ext uri="{FF2B5EF4-FFF2-40B4-BE49-F238E27FC236}">
                  <a16:creationId xmlns:a16="http://schemas.microsoft.com/office/drawing/2014/main" id="{ABE45A1C-CA86-4E5C-8991-9AEE5B74E66A}"/>
                </a:ext>
              </a:extLst>
            </p:cNvPr>
            <p:cNvSpPr/>
            <p:nvPr/>
          </p:nvSpPr>
          <p:spPr>
            <a:xfrm>
              <a:off x="45943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3" name="타원 7002">
              <a:extLst>
                <a:ext uri="{FF2B5EF4-FFF2-40B4-BE49-F238E27FC236}">
                  <a16:creationId xmlns:a16="http://schemas.microsoft.com/office/drawing/2014/main" id="{44E298ED-C97E-4844-822E-06998A97E77C}"/>
                </a:ext>
              </a:extLst>
            </p:cNvPr>
            <p:cNvSpPr/>
            <p:nvPr/>
          </p:nvSpPr>
          <p:spPr>
            <a:xfrm>
              <a:off x="47467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4" name="타원 7003">
              <a:extLst>
                <a:ext uri="{FF2B5EF4-FFF2-40B4-BE49-F238E27FC236}">
                  <a16:creationId xmlns:a16="http://schemas.microsoft.com/office/drawing/2014/main" id="{A75F98BF-1FF4-4503-AD1A-F86339FE34BC}"/>
                </a:ext>
              </a:extLst>
            </p:cNvPr>
            <p:cNvSpPr/>
            <p:nvPr/>
          </p:nvSpPr>
          <p:spPr>
            <a:xfrm>
              <a:off x="48991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5" name="타원 7004">
              <a:extLst>
                <a:ext uri="{FF2B5EF4-FFF2-40B4-BE49-F238E27FC236}">
                  <a16:creationId xmlns:a16="http://schemas.microsoft.com/office/drawing/2014/main" id="{0F6DD484-9A09-4168-A9E9-4D640E8631C6}"/>
                </a:ext>
              </a:extLst>
            </p:cNvPr>
            <p:cNvSpPr/>
            <p:nvPr/>
          </p:nvSpPr>
          <p:spPr>
            <a:xfrm>
              <a:off x="50515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6" name="타원 7005">
              <a:extLst>
                <a:ext uri="{FF2B5EF4-FFF2-40B4-BE49-F238E27FC236}">
                  <a16:creationId xmlns:a16="http://schemas.microsoft.com/office/drawing/2014/main" id="{28E33D52-0F63-4C36-B74C-C6C2E4D8A3BD}"/>
                </a:ext>
              </a:extLst>
            </p:cNvPr>
            <p:cNvSpPr/>
            <p:nvPr/>
          </p:nvSpPr>
          <p:spPr>
            <a:xfrm>
              <a:off x="52039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7" name="타원 7006">
              <a:extLst>
                <a:ext uri="{FF2B5EF4-FFF2-40B4-BE49-F238E27FC236}">
                  <a16:creationId xmlns:a16="http://schemas.microsoft.com/office/drawing/2014/main" id="{2FE3829A-22CC-4C7D-BB76-8330F82F9529}"/>
                </a:ext>
              </a:extLst>
            </p:cNvPr>
            <p:cNvSpPr/>
            <p:nvPr/>
          </p:nvSpPr>
          <p:spPr>
            <a:xfrm>
              <a:off x="53563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8" name="타원 7007">
              <a:extLst>
                <a:ext uri="{FF2B5EF4-FFF2-40B4-BE49-F238E27FC236}">
                  <a16:creationId xmlns:a16="http://schemas.microsoft.com/office/drawing/2014/main" id="{FB3B46C0-0520-4069-9065-E7D1318BEE74}"/>
                </a:ext>
              </a:extLst>
            </p:cNvPr>
            <p:cNvSpPr/>
            <p:nvPr/>
          </p:nvSpPr>
          <p:spPr>
            <a:xfrm>
              <a:off x="55087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9" name="타원 7008">
              <a:extLst>
                <a:ext uri="{FF2B5EF4-FFF2-40B4-BE49-F238E27FC236}">
                  <a16:creationId xmlns:a16="http://schemas.microsoft.com/office/drawing/2014/main" id="{4AE047D1-0A87-457B-8D27-C2F4C776C46B}"/>
                </a:ext>
              </a:extLst>
            </p:cNvPr>
            <p:cNvSpPr/>
            <p:nvPr/>
          </p:nvSpPr>
          <p:spPr>
            <a:xfrm>
              <a:off x="56611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0" name="타원 7009">
              <a:extLst>
                <a:ext uri="{FF2B5EF4-FFF2-40B4-BE49-F238E27FC236}">
                  <a16:creationId xmlns:a16="http://schemas.microsoft.com/office/drawing/2014/main" id="{BB0715C0-D7B1-45D9-BB8F-EBEB232E99CD}"/>
                </a:ext>
              </a:extLst>
            </p:cNvPr>
            <p:cNvSpPr/>
            <p:nvPr/>
          </p:nvSpPr>
          <p:spPr>
            <a:xfrm>
              <a:off x="5813576" y="99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1" name="타원 7010">
              <a:extLst>
                <a:ext uri="{FF2B5EF4-FFF2-40B4-BE49-F238E27FC236}">
                  <a16:creationId xmlns:a16="http://schemas.microsoft.com/office/drawing/2014/main" id="{F4EEE96B-6219-4C23-868F-C64C2DFA959A}"/>
                </a:ext>
              </a:extLst>
            </p:cNvPr>
            <p:cNvSpPr/>
            <p:nvPr/>
          </p:nvSpPr>
          <p:spPr>
            <a:xfrm>
              <a:off x="3271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2" name="타원 7011">
              <a:extLst>
                <a:ext uri="{FF2B5EF4-FFF2-40B4-BE49-F238E27FC236}">
                  <a16:creationId xmlns:a16="http://schemas.microsoft.com/office/drawing/2014/main" id="{8B9FBE97-5822-4C62-8387-AC12F5FE79BE}"/>
                </a:ext>
              </a:extLst>
            </p:cNvPr>
            <p:cNvSpPr/>
            <p:nvPr/>
          </p:nvSpPr>
          <p:spPr>
            <a:xfrm>
              <a:off x="4795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3" name="타원 7012">
              <a:extLst>
                <a:ext uri="{FF2B5EF4-FFF2-40B4-BE49-F238E27FC236}">
                  <a16:creationId xmlns:a16="http://schemas.microsoft.com/office/drawing/2014/main" id="{E985FFFF-9427-4110-A903-561B298483E3}"/>
                </a:ext>
              </a:extLst>
            </p:cNvPr>
            <p:cNvSpPr/>
            <p:nvPr/>
          </p:nvSpPr>
          <p:spPr>
            <a:xfrm>
              <a:off x="6319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4" name="타원 7013">
              <a:extLst>
                <a:ext uri="{FF2B5EF4-FFF2-40B4-BE49-F238E27FC236}">
                  <a16:creationId xmlns:a16="http://schemas.microsoft.com/office/drawing/2014/main" id="{9BB02DAC-7BB3-4E0F-A81A-98A8F824AEB3}"/>
                </a:ext>
              </a:extLst>
            </p:cNvPr>
            <p:cNvSpPr/>
            <p:nvPr/>
          </p:nvSpPr>
          <p:spPr>
            <a:xfrm>
              <a:off x="7843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5" name="타원 7014">
              <a:extLst>
                <a:ext uri="{FF2B5EF4-FFF2-40B4-BE49-F238E27FC236}">
                  <a16:creationId xmlns:a16="http://schemas.microsoft.com/office/drawing/2014/main" id="{B5D6CB3A-67CE-4D62-BA3E-37E66C71EA1B}"/>
                </a:ext>
              </a:extLst>
            </p:cNvPr>
            <p:cNvSpPr/>
            <p:nvPr/>
          </p:nvSpPr>
          <p:spPr>
            <a:xfrm>
              <a:off x="9367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6" name="타원 7015">
              <a:extLst>
                <a:ext uri="{FF2B5EF4-FFF2-40B4-BE49-F238E27FC236}">
                  <a16:creationId xmlns:a16="http://schemas.microsoft.com/office/drawing/2014/main" id="{181F6513-8C4F-4812-9EB2-566D01DA1B35}"/>
                </a:ext>
              </a:extLst>
            </p:cNvPr>
            <p:cNvSpPr/>
            <p:nvPr/>
          </p:nvSpPr>
          <p:spPr>
            <a:xfrm>
              <a:off x="10891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7" name="타원 7016">
              <a:extLst>
                <a:ext uri="{FF2B5EF4-FFF2-40B4-BE49-F238E27FC236}">
                  <a16:creationId xmlns:a16="http://schemas.microsoft.com/office/drawing/2014/main" id="{E26F9AE0-9BE0-4CCE-94D8-DFCC605CA3EA}"/>
                </a:ext>
              </a:extLst>
            </p:cNvPr>
            <p:cNvSpPr/>
            <p:nvPr/>
          </p:nvSpPr>
          <p:spPr>
            <a:xfrm>
              <a:off x="12415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8" name="타원 7017">
              <a:extLst>
                <a:ext uri="{FF2B5EF4-FFF2-40B4-BE49-F238E27FC236}">
                  <a16:creationId xmlns:a16="http://schemas.microsoft.com/office/drawing/2014/main" id="{4C27062D-6288-4CE5-9D0C-584B676950A1}"/>
                </a:ext>
              </a:extLst>
            </p:cNvPr>
            <p:cNvSpPr/>
            <p:nvPr/>
          </p:nvSpPr>
          <p:spPr>
            <a:xfrm>
              <a:off x="13939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9" name="타원 7018">
              <a:extLst>
                <a:ext uri="{FF2B5EF4-FFF2-40B4-BE49-F238E27FC236}">
                  <a16:creationId xmlns:a16="http://schemas.microsoft.com/office/drawing/2014/main" id="{0145C3ED-9CA6-4D90-B5F1-3B03402C740C}"/>
                </a:ext>
              </a:extLst>
            </p:cNvPr>
            <p:cNvSpPr/>
            <p:nvPr/>
          </p:nvSpPr>
          <p:spPr>
            <a:xfrm>
              <a:off x="15463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0" name="타원 7019">
              <a:extLst>
                <a:ext uri="{FF2B5EF4-FFF2-40B4-BE49-F238E27FC236}">
                  <a16:creationId xmlns:a16="http://schemas.microsoft.com/office/drawing/2014/main" id="{698956B7-30B6-4788-BAD7-1264BD3AEA49}"/>
                </a:ext>
              </a:extLst>
            </p:cNvPr>
            <p:cNvSpPr/>
            <p:nvPr/>
          </p:nvSpPr>
          <p:spPr>
            <a:xfrm>
              <a:off x="16987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1" name="타원 7020">
              <a:extLst>
                <a:ext uri="{FF2B5EF4-FFF2-40B4-BE49-F238E27FC236}">
                  <a16:creationId xmlns:a16="http://schemas.microsoft.com/office/drawing/2014/main" id="{7D7EFA3B-D2A7-4FAB-93E6-71CDE6A7BB82}"/>
                </a:ext>
              </a:extLst>
            </p:cNvPr>
            <p:cNvSpPr/>
            <p:nvPr/>
          </p:nvSpPr>
          <p:spPr>
            <a:xfrm>
              <a:off x="18511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2" name="타원 7021">
              <a:extLst>
                <a:ext uri="{FF2B5EF4-FFF2-40B4-BE49-F238E27FC236}">
                  <a16:creationId xmlns:a16="http://schemas.microsoft.com/office/drawing/2014/main" id="{CA1BB34E-B12C-4F95-8045-89BCE663F5D0}"/>
                </a:ext>
              </a:extLst>
            </p:cNvPr>
            <p:cNvSpPr/>
            <p:nvPr/>
          </p:nvSpPr>
          <p:spPr>
            <a:xfrm>
              <a:off x="20035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3" name="타원 7022">
              <a:extLst>
                <a:ext uri="{FF2B5EF4-FFF2-40B4-BE49-F238E27FC236}">
                  <a16:creationId xmlns:a16="http://schemas.microsoft.com/office/drawing/2014/main" id="{CF158606-CFC5-44CE-B041-7A893DB9E4B8}"/>
                </a:ext>
              </a:extLst>
            </p:cNvPr>
            <p:cNvSpPr/>
            <p:nvPr/>
          </p:nvSpPr>
          <p:spPr>
            <a:xfrm>
              <a:off x="21559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4" name="타원 7023">
              <a:extLst>
                <a:ext uri="{FF2B5EF4-FFF2-40B4-BE49-F238E27FC236}">
                  <a16:creationId xmlns:a16="http://schemas.microsoft.com/office/drawing/2014/main" id="{2672B0E2-A7E8-4EEA-8F21-1210400BA539}"/>
                </a:ext>
              </a:extLst>
            </p:cNvPr>
            <p:cNvSpPr/>
            <p:nvPr/>
          </p:nvSpPr>
          <p:spPr>
            <a:xfrm>
              <a:off x="23083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5" name="타원 7024">
              <a:extLst>
                <a:ext uri="{FF2B5EF4-FFF2-40B4-BE49-F238E27FC236}">
                  <a16:creationId xmlns:a16="http://schemas.microsoft.com/office/drawing/2014/main" id="{DC5BDB42-31BB-490B-B69D-2B5486457CA9}"/>
                </a:ext>
              </a:extLst>
            </p:cNvPr>
            <p:cNvSpPr/>
            <p:nvPr/>
          </p:nvSpPr>
          <p:spPr>
            <a:xfrm>
              <a:off x="24607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6" name="타원 7025">
              <a:extLst>
                <a:ext uri="{FF2B5EF4-FFF2-40B4-BE49-F238E27FC236}">
                  <a16:creationId xmlns:a16="http://schemas.microsoft.com/office/drawing/2014/main" id="{B4F53EA6-40B4-4049-B49B-CA1FB35993F8}"/>
                </a:ext>
              </a:extLst>
            </p:cNvPr>
            <p:cNvSpPr/>
            <p:nvPr/>
          </p:nvSpPr>
          <p:spPr>
            <a:xfrm>
              <a:off x="26131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7" name="타원 7026">
              <a:extLst>
                <a:ext uri="{FF2B5EF4-FFF2-40B4-BE49-F238E27FC236}">
                  <a16:creationId xmlns:a16="http://schemas.microsoft.com/office/drawing/2014/main" id="{E7434CE3-156B-4012-9D8E-5A3519B169A8}"/>
                </a:ext>
              </a:extLst>
            </p:cNvPr>
            <p:cNvSpPr/>
            <p:nvPr/>
          </p:nvSpPr>
          <p:spPr>
            <a:xfrm>
              <a:off x="27655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8" name="타원 7027">
              <a:extLst>
                <a:ext uri="{FF2B5EF4-FFF2-40B4-BE49-F238E27FC236}">
                  <a16:creationId xmlns:a16="http://schemas.microsoft.com/office/drawing/2014/main" id="{6C0BF895-7530-4F2D-BBB3-DB23FBC6C40C}"/>
                </a:ext>
              </a:extLst>
            </p:cNvPr>
            <p:cNvSpPr/>
            <p:nvPr/>
          </p:nvSpPr>
          <p:spPr>
            <a:xfrm>
              <a:off x="29179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9" name="타원 7028">
              <a:extLst>
                <a:ext uri="{FF2B5EF4-FFF2-40B4-BE49-F238E27FC236}">
                  <a16:creationId xmlns:a16="http://schemas.microsoft.com/office/drawing/2014/main" id="{3767CBC2-113C-4359-9C32-FC131044C5B1}"/>
                </a:ext>
              </a:extLst>
            </p:cNvPr>
            <p:cNvSpPr/>
            <p:nvPr/>
          </p:nvSpPr>
          <p:spPr>
            <a:xfrm>
              <a:off x="30703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0" name="타원 7029">
              <a:extLst>
                <a:ext uri="{FF2B5EF4-FFF2-40B4-BE49-F238E27FC236}">
                  <a16:creationId xmlns:a16="http://schemas.microsoft.com/office/drawing/2014/main" id="{F2F876C8-46FA-4BDA-B5C5-413C619B0105}"/>
                </a:ext>
              </a:extLst>
            </p:cNvPr>
            <p:cNvSpPr/>
            <p:nvPr/>
          </p:nvSpPr>
          <p:spPr>
            <a:xfrm>
              <a:off x="32227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1" name="타원 7030">
              <a:extLst>
                <a:ext uri="{FF2B5EF4-FFF2-40B4-BE49-F238E27FC236}">
                  <a16:creationId xmlns:a16="http://schemas.microsoft.com/office/drawing/2014/main" id="{620FF0B8-9DAD-4018-A2E3-EAA03D175A02}"/>
                </a:ext>
              </a:extLst>
            </p:cNvPr>
            <p:cNvSpPr/>
            <p:nvPr/>
          </p:nvSpPr>
          <p:spPr>
            <a:xfrm>
              <a:off x="33751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2" name="타원 7031">
              <a:extLst>
                <a:ext uri="{FF2B5EF4-FFF2-40B4-BE49-F238E27FC236}">
                  <a16:creationId xmlns:a16="http://schemas.microsoft.com/office/drawing/2014/main" id="{6C022934-0842-467B-B3D2-A1F9100660A9}"/>
                </a:ext>
              </a:extLst>
            </p:cNvPr>
            <p:cNvSpPr/>
            <p:nvPr/>
          </p:nvSpPr>
          <p:spPr>
            <a:xfrm>
              <a:off x="35275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3" name="타원 7032">
              <a:extLst>
                <a:ext uri="{FF2B5EF4-FFF2-40B4-BE49-F238E27FC236}">
                  <a16:creationId xmlns:a16="http://schemas.microsoft.com/office/drawing/2014/main" id="{4B08171C-9C87-454A-BCEA-4C2C933491CA}"/>
                </a:ext>
              </a:extLst>
            </p:cNvPr>
            <p:cNvSpPr/>
            <p:nvPr/>
          </p:nvSpPr>
          <p:spPr>
            <a:xfrm>
              <a:off x="36799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4" name="타원 7033">
              <a:extLst>
                <a:ext uri="{FF2B5EF4-FFF2-40B4-BE49-F238E27FC236}">
                  <a16:creationId xmlns:a16="http://schemas.microsoft.com/office/drawing/2014/main" id="{FC65AF3E-53FC-4596-BCFB-61BB0CF853EA}"/>
                </a:ext>
              </a:extLst>
            </p:cNvPr>
            <p:cNvSpPr/>
            <p:nvPr/>
          </p:nvSpPr>
          <p:spPr>
            <a:xfrm>
              <a:off x="38323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5" name="타원 7034">
              <a:extLst>
                <a:ext uri="{FF2B5EF4-FFF2-40B4-BE49-F238E27FC236}">
                  <a16:creationId xmlns:a16="http://schemas.microsoft.com/office/drawing/2014/main" id="{CF76DC4F-4D41-4129-ADAD-D82BF6D44952}"/>
                </a:ext>
              </a:extLst>
            </p:cNvPr>
            <p:cNvSpPr/>
            <p:nvPr/>
          </p:nvSpPr>
          <p:spPr>
            <a:xfrm>
              <a:off x="39847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6" name="타원 7035">
              <a:extLst>
                <a:ext uri="{FF2B5EF4-FFF2-40B4-BE49-F238E27FC236}">
                  <a16:creationId xmlns:a16="http://schemas.microsoft.com/office/drawing/2014/main" id="{A6A37BEB-6FD7-4297-9F5B-5C26F16D41A9}"/>
                </a:ext>
              </a:extLst>
            </p:cNvPr>
            <p:cNvSpPr/>
            <p:nvPr/>
          </p:nvSpPr>
          <p:spPr>
            <a:xfrm>
              <a:off x="41371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7" name="타원 7036">
              <a:extLst>
                <a:ext uri="{FF2B5EF4-FFF2-40B4-BE49-F238E27FC236}">
                  <a16:creationId xmlns:a16="http://schemas.microsoft.com/office/drawing/2014/main" id="{951978C9-1D2A-428C-BE25-D349693FBBDB}"/>
                </a:ext>
              </a:extLst>
            </p:cNvPr>
            <p:cNvSpPr/>
            <p:nvPr/>
          </p:nvSpPr>
          <p:spPr>
            <a:xfrm>
              <a:off x="42895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8" name="타원 7037">
              <a:extLst>
                <a:ext uri="{FF2B5EF4-FFF2-40B4-BE49-F238E27FC236}">
                  <a16:creationId xmlns:a16="http://schemas.microsoft.com/office/drawing/2014/main" id="{37495D58-9B7B-4D1F-BE27-D3749D03689F}"/>
                </a:ext>
              </a:extLst>
            </p:cNvPr>
            <p:cNvSpPr/>
            <p:nvPr/>
          </p:nvSpPr>
          <p:spPr>
            <a:xfrm>
              <a:off x="44419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9" name="타원 7038">
              <a:extLst>
                <a:ext uri="{FF2B5EF4-FFF2-40B4-BE49-F238E27FC236}">
                  <a16:creationId xmlns:a16="http://schemas.microsoft.com/office/drawing/2014/main" id="{BF2B480A-FDBE-40B6-BD37-CB8FD3BB604A}"/>
                </a:ext>
              </a:extLst>
            </p:cNvPr>
            <p:cNvSpPr/>
            <p:nvPr/>
          </p:nvSpPr>
          <p:spPr>
            <a:xfrm>
              <a:off x="45943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0" name="타원 7039">
              <a:extLst>
                <a:ext uri="{FF2B5EF4-FFF2-40B4-BE49-F238E27FC236}">
                  <a16:creationId xmlns:a16="http://schemas.microsoft.com/office/drawing/2014/main" id="{624386C8-6132-42C2-B8A7-8FD33FB4793D}"/>
                </a:ext>
              </a:extLst>
            </p:cNvPr>
            <p:cNvSpPr/>
            <p:nvPr/>
          </p:nvSpPr>
          <p:spPr>
            <a:xfrm>
              <a:off x="47467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1" name="타원 7040">
              <a:extLst>
                <a:ext uri="{FF2B5EF4-FFF2-40B4-BE49-F238E27FC236}">
                  <a16:creationId xmlns:a16="http://schemas.microsoft.com/office/drawing/2014/main" id="{C3D8E548-5F47-44EE-8FBC-8FF5A699A2EA}"/>
                </a:ext>
              </a:extLst>
            </p:cNvPr>
            <p:cNvSpPr/>
            <p:nvPr/>
          </p:nvSpPr>
          <p:spPr>
            <a:xfrm>
              <a:off x="48991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2" name="타원 7041">
              <a:extLst>
                <a:ext uri="{FF2B5EF4-FFF2-40B4-BE49-F238E27FC236}">
                  <a16:creationId xmlns:a16="http://schemas.microsoft.com/office/drawing/2014/main" id="{F56BF63F-2FD2-4118-91EB-96F6E7F02E29}"/>
                </a:ext>
              </a:extLst>
            </p:cNvPr>
            <p:cNvSpPr/>
            <p:nvPr/>
          </p:nvSpPr>
          <p:spPr>
            <a:xfrm>
              <a:off x="50515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3" name="타원 7042">
              <a:extLst>
                <a:ext uri="{FF2B5EF4-FFF2-40B4-BE49-F238E27FC236}">
                  <a16:creationId xmlns:a16="http://schemas.microsoft.com/office/drawing/2014/main" id="{2064D1EF-8706-48B9-A7F3-510EA84AC5FC}"/>
                </a:ext>
              </a:extLst>
            </p:cNvPr>
            <p:cNvSpPr/>
            <p:nvPr/>
          </p:nvSpPr>
          <p:spPr>
            <a:xfrm>
              <a:off x="52039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4" name="타원 7043">
              <a:extLst>
                <a:ext uri="{FF2B5EF4-FFF2-40B4-BE49-F238E27FC236}">
                  <a16:creationId xmlns:a16="http://schemas.microsoft.com/office/drawing/2014/main" id="{C40B84BE-82BC-4229-9FB7-17E46F865DC5}"/>
                </a:ext>
              </a:extLst>
            </p:cNvPr>
            <p:cNvSpPr/>
            <p:nvPr/>
          </p:nvSpPr>
          <p:spPr>
            <a:xfrm>
              <a:off x="53563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5" name="타원 7044">
              <a:extLst>
                <a:ext uri="{FF2B5EF4-FFF2-40B4-BE49-F238E27FC236}">
                  <a16:creationId xmlns:a16="http://schemas.microsoft.com/office/drawing/2014/main" id="{91AC2937-FA5A-4247-857A-7D35BA70B07C}"/>
                </a:ext>
              </a:extLst>
            </p:cNvPr>
            <p:cNvSpPr/>
            <p:nvPr/>
          </p:nvSpPr>
          <p:spPr>
            <a:xfrm>
              <a:off x="55087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6" name="타원 7045">
              <a:extLst>
                <a:ext uri="{FF2B5EF4-FFF2-40B4-BE49-F238E27FC236}">
                  <a16:creationId xmlns:a16="http://schemas.microsoft.com/office/drawing/2014/main" id="{824A2DF0-1998-4580-8A6E-804459252E14}"/>
                </a:ext>
              </a:extLst>
            </p:cNvPr>
            <p:cNvSpPr/>
            <p:nvPr/>
          </p:nvSpPr>
          <p:spPr>
            <a:xfrm>
              <a:off x="56611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7" name="타원 7046">
              <a:extLst>
                <a:ext uri="{FF2B5EF4-FFF2-40B4-BE49-F238E27FC236}">
                  <a16:creationId xmlns:a16="http://schemas.microsoft.com/office/drawing/2014/main" id="{2EB894BF-CB3B-4A6B-B487-0FEE22CFDB02}"/>
                </a:ext>
              </a:extLst>
            </p:cNvPr>
            <p:cNvSpPr/>
            <p:nvPr/>
          </p:nvSpPr>
          <p:spPr>
            <a:xfrm>
              <a:off x="5813576" y="114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8" name="타원 7047">
              <a:extLst>
                <a:ext uri="{FF2B5EF4-FFF2-40B4-BE49-F238E27FC236}">
                  <a16:creationId xmlns:a16="http://schemas.microsoft.com/office/drawing/2014/main" id="{DD60BBB8-76FB-4332-8320-940BF72E8C92}"/>
                </a:ext>
              </a:extLst>
            </p:cNvPr>
            <p:cNvSpPr/>
            <p:nvPr/>
          </p:nvSpPr>
          <p:spPr>
            <a:xfrm>
              <a:off x="3271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9" name="타원 7048">
              <a:extLst>
                <a:ext uri="{FF2B5EF4-FFF2-40B4-BE49-F238E27FC236}">
                  <a16:creationId xmlns:a16="http://schemas.microsoft.com/office/drawing/2014/main" id="{25AD4908-A458-4456-8795-BF525A082A1B}"/>
                </a:ext>
              </a:extLst>
            </p:cNvPr>
            <p:cNvSpPr/>
            <p:nvPr/>
          </p:nvSpPr>
          <p:spPr>
            <a:xfrm>
              <a:off x="4795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0" name="타원 7049">
              <a:extLst>
                <a:ext uri="{FF2B5EF4-FFF2-40B4-BE49-F238E27FC236}">
                  <a16:creationId xmlns:a16="http://schemas.microsoft.com/office/drawing/2014/main" id="{9462AB4F-7DC6-49E3-8286-139C71A53CE7}"/>
                </a:ext>
              </a:extLst>
            </p:cNvPr>
            <p:cNvSpPr/>
            <p:nvPr/>
          </p:nvSpPr>
          <p:spPr>
            <a:xfrm>
              <a:off x="6319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1" name="타원 7050">
              <a:extLst>
                <a:ext uri="{FF2B5EF4-FFF2-40B4-BE49-F238E27FC236}">
                  <a16:creationId xmlns:a16="http://schemas.microsoft.com/office/drawing/2014/main" id="{0C9DC930-274B-4416-8F87-0FA16D2C6E82}"/>
                </a:ext>
              </a:extLst>
            </p:cNvPr>
            <p:cNvSpPr/>
            <p:nvPr/>
          </p:nvSpPr>
          <p:spPr>
            <a:xfrm>
              <a:off x="7843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2" name="타원 7051">
              <a:extLst>
                <a:ext uri="{FF2B5EF4-FFF2-40B4-BE49-F238E27FC236}">
                  <a16:creationId xmlns:a16="http://schemas.microsoft.com/office/drawing/2014/main" id="{8F4B4F1B-A694-40D9-94A9-59BBF8A4880B}"/>
                </a:ext>
              </a:extLst>
            </p:cNvPr>
            <p:cNvSpPr/>
            <p:nvPr/>
          </p:nvSpPr>
          <p:spPr>
            <a:xfrm>
              <a:off x="9367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3" name="타원 7052">
              <a:extLst>
                <a:ext uri="{FF2B5EF4-FFF2-40B4-BE49-F238E27FC236}">
                  <a16:creationId xmlns:a16="http://schemas.microsoft.com/office/drawing/2014/main" id="{15759822-4DCA-404D-8062-518B5FEBBA2F}"/>
                </a:ext>
              </a:extLst>
            </p:cNvPr>
            <p:cNvSpPr/>
            <p:nvPr/>
          </p:nvSpPr>
          <p:spPr>
            <a:xfrm>
              <a:off x="10891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4" name="타원 7053">
              <a:extLst>
                <a:ext uri="{FF2B5EF4-FFF2-40B4-BE49-F238E27FC236}">
                  <a16:creationId xmlns:a16="http://schemas.microsoft.com/office/drawing/2014/main" id="{2A1CA3CA-F3B4-490D-9B8A-5A6EABCE7F62}"/>
                </a:ext>
              </a:extLst>
            </p:cNvPr>
            <p:cNvSpPr/>
            <p:nvPr/>
          </p:nvSpPr>
          <p:spPr>
            <a:xfrm>
              <a:off x="12415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5" name="타원 7054">
              <a:extLst>
                <a:ext uri="{FF2B5EF4-FFF2-40B4-BE49-F238E27FC236}">
                  <a16:creationId xmlns:a16="http://schemas.microsoft.com/office/drawing/2014/main" id="{283D033B-3F9A-4761-942C-9CAE5B446B2B}"/>
                </a:ext>
              </a:extLst>
            </p:cNvPr>
            <p:cNvSpPr/>
            <p:nvPr/>
          </p:nvSpPr>
          <p:spPr>
            <a:xfrm>
              <a:off x="13939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6" name="타원 7055">
              <a:extLst>
                <a:ext uri="{FF2B5EF4-FFF2-40B4-BE49-F238E27FC236}">
                  <a16:creationId xmlns:a16="http://schemas.microsoft.com/office/drawing/2014/main" id="{8829C8A4-1DF0-4A38-9CCC-99B11CD9C2B5}"/>
                </a:ext>
              </a:extLst>
            </p:cNvPr>
            <p:cNvSpPr/>
            <p:nvPr/>
          </p:nvSpPr>
          <p:spPr>
            <a:xfrm>
              <a:off x="15463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7" name="타원 7056">
              <a:extLst>
                <a:ext uri="{FF2B5EF4-FFF2-40B4-BE49-F238E27FC236}">
                  <a16:creationId xmlns:a16="http://schemas.microsoft.com/office/drawing/2014/main" id="{89BCB36E-2D51-4C67-8A92-EB20B9144818}"/>
                </a:ext>
              </a:extLst>
            </p:cNvPr>
            <p:cNvSpPr/>
            <p:nvPr/>
          </p:nvSpPr>
          <p:spPr>
            <a:xfrm>
              <a:off x="16987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8" name="타원 7057">
              <a:extLst>
                <a:ext uri="{FF2B5EF4-FFF2-40B4-BE49-F238E27FC236}">
                  <a16:creationId xmlns:a16="http://schemas.microsoft.com/office/drawing/2014/main" id="{FE8910EB-2D68-4B62-95BF-EB87119BBA5F}"/>
                </a:ext>
              </a:extLst>
            </p:cNvPr>
            <p:cNvSpPr/>
            <p:nvPr/>
          </p:nvSpPr>
          <p:spPr>
            <a:xfrm>
              <a:off x="18511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9" name="타원 7058">
              <a:extLst>
                <a:ext uri="{FF2B5EF4-FFF2-40B4-BE49-F238E27FC236}">
                  <a16:creationId xmlns:a16="http://schemas.microsoft.com/office/drawing/2014/main" id="{C5F4385F-970C-45A5-8FD6-5DB772BB15E4}"/>
                </a:ext>
              </a:extLst>
            </p:cNvPr>
            <p:cNvSpPr/>
            <p:nvPr/>
          </p:nvSpPr>
          <p:spPr>
            <a:xfrm>
              <a:off x="20035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0" name="타원 7059">
              <a:extLst>
                <a:ext uri="{FF2B5EF4-FFF2-40B4-BE49-F238E27FC236}">
                  <a16:creationId xmlns:a16="http://schemas.microsoft.com/office/drawing/2014/main" id="{BA242CE1-9EE3-43D4-B4E3-F94DA11983D6}"/>
                </a:ext>
              </a:extLst>
            </p:cNvPr>
            <p:cNvSpPr/>
            <p:nvPr/>
          </p:nvSpPr>
          <p:spPr>
            <a:xfrm>
              <a:off x="21559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1" name="타원 7060">
              <a:extLst>
                <a:ext uri="{FF2B5EF4-FFF2-40B4-BE49-F238E27FC236}">
                  <a16:creationId xmlns:a16="http://schemas.microsoft.com/office/drawing/2014/main" id="{8B517295-7FE4-4D97-8EA1-0D2FBFB6196C}"/>
                </a:ext>
              </a:extLst>
            </p:cNvPr>
            <p:cNvSpPr/>
            <p:nvPr/>
          </p:nvSpPr>
          <p:spPr>
            <a:xfrm>
              <a:off x="23083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2" name="타원 7061">
              <a:extLst>
                <a:ext uri="{FF2B5EF4-FFF2-40B4-BE49-F238E27FC236}">
                  <a16:creationId xmlns:a16="http://schemas.microsoft.com/office/drawing/2014/main" id="{744FE76B-77A2-4F7D-9B96-766E76A2E32E}"/>
                </a:ext>
              </a:extLst>
            </p:cNvPr>
            <p:cNvSpPr/>
            <p:nvPr/>
          </p:nvSpPr>
          <p:spPr>
            <a:xfrm>
              <a:off x="24607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3" name="타원 7062">
              <a:extLst>
                <a:ext uri="{FF2B5EF4-FFF2-40B4-BE49-F238E27FC236}">
                  <a16:creationId xmlns:a16="http://schemas.microsoft.com/office/drawing/2014/main" id="{18528118-90A6-40ED-81B2-19A981B3828D}"/>
                </a:ext>
              </a:extLst>
            </p:cNvPr>
            <p:cNvSpPr/>
            <p:nvPr/>
          </p:nvSpPr>
          <p:spPr>
            <a:xfrm>
              <a:off x="26131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4" name="타원 7063">
              <a:extLst>
                <a:ext uri="{FF2B5EF4-FFF2-40B4-BE49-F238E27FC236}">
                  <a16:creationId xmlns:a16="http://schemas.microsoft.com/office/drawing/2014/main" id="{C52DB5C3-296B-4A28-AA35-AA3AF1EEFD2B}"/>
                </a:ext>
              </a:extLst>
            </p:cNvPr>
            <p:cNvSpPr/>
            <p:nvPr/>
          </p:nvSpPr>
          <p:spPr>
            <a:xfrm>
              <a:off x="27655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5" name="타원 7064">
              <a:extLst>
                <a:ext uri="{FF2B5EF4-FFF2-40B4-BE49-F238E27FC236}">
                  <a16:creationId xmlns:a16="http://schemas.microsoft.com/office/drawing/2014/main" id="{2D587C69-40DA-40D2-B71E-12E94301B6B2}"/>
                </a:ext>
              </a:extLst>
            </p:cNvPr>
            <p:cNvSpPr/>
            <p:nvPr/>
          </p:nvSpPr>
          <p:spPr>
            <a:xfrm>
              <a:off x="29179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6" name="타원 7065">
              <a:extLst>
                <a:ext uri="{FF2B5EF4-FFF2-40B4-BE49-F238E27FC236}">
                  <a16:creationId xmlns:a16="http://schemas.microsoft.com/office/drawing/2014/main" id="{D3F78AD4-AFF8-4DCF-8CF0-90D910A100D4}"/>
                </a:ext>
              </a:extLst>
            </p:cNvPr>
            <p:cNvSpPr/>
            <p:nvPr/>
          </p:nvSpPr>
          <p:spPr>
            <a:xfrm>
              <a:off x="30703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7" name="타원 7066">
              <a:extLst>
                <a:ext uri="{FF2B5EF4-FFF2-40B4-BE49-F238E27FC236}">
                  <a16:creationId xmlns:a16="http://schemas.microsoft.com/office/drawing/2014/main" id="{50CE3D6F-726B-4948-BB6C-11064FC83DB4}"/>
                </a:ext>
              </a:extLst>
            </p:cNvPr>
            <p:cNvSpPr/>
            <p:nvPr/>
          </p:nvSpPr>
          <p:spPr>
            <a:xfrm>
              <a:off x="32227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8" name="타원 7067">
              <a:extLst>
                <a:ext uri="{FF2B5EF4-FFF2-40B4-BE49-F238E27FC236}">
                  <a16:creationId xmlns:a16="http://schemas.microsoft.com/office/drawing/2014/main" id="{85B89008-8269-4CA0-860F-BB9EB42E45AD}"/>
                </a:ext>
              </a:extLst>
            </p:cNvPr>
            <p:cNvSpPr/>
            <p:nvPr/>
          </p:nvSpPr>
          <p:spPr>
            <a:xfrm>
              <a:off x="33751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9" name="타원 7068">
              <a:extLst>
                <a:ext uri="{FF2B5EF4-FFF2-40B4-BE49-F238E27FC236}">
                  <a16:creationId xmlns:a16="http://schemas.microsoft.com/office/drawing/2014/main" id="{79AE92EB-30E0-487F-88B4-0C167D81314D}"/>
                </a:ext>
              </a:extLst>
            </p:cNvPr>
            <p:cNvSpPr/>
            <p:nvPr/>
          </p:nvSpPr>
          <p:spPr>
            <a:xfrm>
              <a:off x="35275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0" name="타원 7069">
              <a:extLst>
                <a:ext uri="{FF2B5EF4-FFF2-40B4-BE49-F238E27FC236}">
                  <a16:creationId xmlns:a16="http://schemas.microsoft.com/office/drawing/2014/main" id="{9BF07BFE-245F-4CF6-B9C3-7AB053A62DD2}"/>
                </a:ext>
              </a:extLst>
            </p:cNvPr>
            <p:cNvSpPr/>
            <p:nvPr/>
          </p:nvSpPr>
          <p:spPr>
            <a:xfrm>
              <a:off x="36799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1" name="타원 7070">
              <a:extLst>
                <a:ext uri="{FF2B5EF4-FFF2-40B4-BE49-F238E27FC236}">
                  <a16:creationId xmlns:a16="http://schemas.microsoft.com/office/drawing/2014/main" id="{24BDFC68-D140-43CD-B17C-892C55BABEC0}"/>
                </a:ext>
              </a:extLst>
            </p:cNvPr>
            <p:cNvSpPr/>
            <p:nvPr/>
          </p:nvSpPr>
          <p:spPr>
            <a:xfrm>
              <a:off x="38323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2" name="타원 7071">
              <a:extLst>
                <a:ext uri="{FF2B5EF4-FFF2-40B4-BE49-F238E27FC236}">
                  <a16:creationId xmlns:a16="http://schemas.microsoft.com/office/drawing/2014/main" id="{E81EAF2B-CC2B-479D-99A4-27CC3656BE41}"/>
                </a:ext>
              </a:extLst>
            </p:cNvPr>
            <p:cNvSpPr/>
            <p:nvPr/>
          </p:nvSpPr>
          <p:spPr>
            <a:xfrm>
              <a:off x="39847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3" name="타원 7072">
              <a:extLst>
                <a:ext uri="{FF2B5EF4-FFF2-40B4-BE49-F238E27FC236}">
                  <a16:creationId xmlns:a16="http://schemas.microsoft.com/office/drawing/2014/main" id="{1D06506D-F56F-4D98-8771-F519B890FB7C}"/>
                </a:ext>
              </a:extLst>
            </p:cNvPr>
            <p:cNvSpPr/>
            <p:nvPr/>
          </p:nvSpPr>
          <p:spPr>
            <a:xfrm>
              <a:off x="41371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4" name="타원 7073">
              <a:extLst>
                <a:ext uri="{FF2B5EF4-FFF2-40B4-BE49-F238E27FC236}">
                  <a16:creationId xmlns:a16="http://schemas.microsoft.com/office/drawing/2014/main" id="{FDE08C47-5393-4BE6-B0C9-3AFD8E4501C4}"/>
                </a:ext>
              </a:extLst>
            </p:cNvPr>
            <p:cNvSpPr/>
            <p:nvPr/>
          </p:nvSpPr>
          <p:spPr>
            <a:xfrm>
              <a:off x="42895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5" name="타원 7074">
              <a:extLst>
                <a:ext uri="{FF2B5EF4-FFF2-40B4-BE49-F238E27FC236}">
                  <a16:creationId xmlns:a16="http://schemas.microsoft.com/office/drawing/2014/main" id="{2136261F-2574-4C7B-95E7-E0A92D85D367}"/>
                </a:ext>
              </a:extLst>
            </p:cNvPr>
            <p:cNvSpPr/>
            <p:nvPr/>
          </p:nvSpPr>
          <p:spPr>
            <a:xfrm>
              <a:off x="44419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6" name="타원 7075">
              <a:extLst>
                <a:ext uri="{FF2B5EF4-FFF2-40B4-BE49-F238E27FC236}">
                  <a16:creationId xmlns:a16="http://schemas.microsoft.com/office/drawing/2014/main" id="{7C9CCCE7-21DD-4841-9713-4B6301E87FB0}"/>
                </a:ext>
              </a:extLst>
            </p:cNvPr>
            <p:cNvSpPr/>
            <p:nvPr/>
          </p:nvSpPr>
          <p:spPr>
            <a:xfrm>
              <a:off x="45943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7" name="타원 7076">
              <a:extLst>
                <a:ext uri="{FF2B5EF4-FFF2-40B4-BE49-F238E27FC236}">
                  <a16:creationId xmlns:a16="http://schemas.microsoft.com/office/drawing/2014/main" id="{3B573369-A70B-4155-A988-0D5DA78CAD1B}"/>
                </a:ext>
              </a:extLst>
            </p:cNvPr>
            <p:cNvSpPr/>
            <p:nvPr/>
          </p:nvSpPr>
          <p:spPr>
            <a:xfrm>
              <a:off x="47467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8" name="타원 7077">
              <a:extLst>
                <a:ext uri="{FF2B5EF4-FFF2-40B4-BE49-F238E27FC236}">
                  <a16:creationId xmlns:a16="http://schemas.microsoft.com/office/drawing/2014/main" id="{811234A8-9FFD-45DC-91C7-0E5C1E6B39F3}"/>
                </a:ext>
              </a:extLst>
            </p:cNvPr>
            <p:cNvSpPr/>
            <p:nvPr/>
          </p:nvSpPr>
          <p:spPr>
            <a:xfrm>
              <a:off x="48991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9" name="타원 7078">
              <a:extLst>
                <a:ext uri="{FF2B5EF4-FFF2-40B4-BE49-F238E27FC236}">
                  <a16:creationId xmlns:a16="http://schemas.microsoft.com/office/drawing/2014/main" id="{52F3FE2A-AE66-4AC5-92A4-03A99C926DC9}"/>
                </a:ext>
              </a:extLst>
            </p:cNvPr>
            <p:cNvSpPr/>
            <p:nvPr/>
          </p:nvSpPr>
          <p:spPr>
            <a:xfrm>
              <a:off x="50515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0" name="타원 7079">
              <a:extLst>
                <a:ext uri="{FF2B5EF4-FFF2-40B4-BE49-F238E27FC236}">
                  <a16:creationId xmlns:a16="http://schemas.microsoft.com/office/drawing/2014/main" id="{B29FA420-B1A5-4ED3-84A3-30FB5B14201C}"/>
                </a:ext>
              </a:extLst>
            </p:cNvPr>
            <p:cNvSpPr/>
            <p:nvPr/>
          </p:nvSpPr>
          <p:spPr>
            <a:xfrm>
              <a:off x="52039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1" name="타원 7080">
              <a:extLst>
                <a:ext uri="{FF2B5EF4-FFF2-40B4-BE49-F238E27FC236}">
                  <a16:creationId xmlns:a16="http://schemas.microsoft.com/office/drawing/2014/main" id="{DB6417A7-6B11-4AB6-A5A3-7608E1265EA4}"/>
                </a:ext>
              </a:extLst>
            </p:cNvPr>
            <p:cNvSpPr/>
            <p:nvPr/>
          </p:nvSpPr>
          <p:spPr>
            <a:xfrm>
              <a:off x="53563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2" name="타원 7081">
              <a:extLst>
                <a:ext uri="{FF2B5EF4-FFF2-40B4-BE49-F238E27FC236}">
                  <a16:creationId xmlns:a16="http://schemas.microsoft.com/office/drawing/2014/main" id="{7926DF6B-EAC3-4E3A-A946-469E394EE036}"/>
                </a:ext>
              </a:extLst>
            </p:cNvPr>
            <p:cNvSpPr/>
            <p:nvPr/>
          </p:nvSpPr>
          <p:spPr>
            <a:xfrm>
              <a:off x="55087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3" name="타원 7082">
              <a:extLst>
                <a:ext uri="{FF2B5EF4-FFF2-40B4-BE49-F238E27FC236}">
                  <a16:creationId xmlns:a16="http://schemas.microsoft.com/office/drawing/2014/main" id="{AA700483-B41F-4370-BEB4-86697C8BCBBD}"/>
                </a:ext>
              </a:extLst>
            </p:cNvPr>
            <p:cNvSpPr/>
            <p:nvPr/>
          </p:nvSpPr>
          <p:spPr>
            <a:xfrm>
              <a:off x="56611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4" name="타원 7083">
              <a:extLst>
                <a:ext uri="{FF2B5EF4-FFF2-40B4-BE49-F238E27FC236}">
                  <a16:creationId xmlns:a16="http://schemas.microsoft.com/office/drawing/2014/main" id="{084B8A85-D8B7-4D69-9970-91378E1ABFBE}"/>
                </a:ext>
              </a:extLst>
            </p:cNvPr>
            <p:cNvSpPr/>
            <p:nvPr/>
          </p:nvSpPr>
          <p:spPr>
            <a:xfrm>
              <a:off x="5813576" y="129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5" name="타원 7084">
              <a:extLst>
                <a:ext uri="{FF2B5EF4-FFF2-40B4-BE49-F238E27FC236}">
                  <a16:creationId xmlns:a16="http://schemas.microsoft.com/office/drawing/2014/main" id="{DD96D59D-E9FA-4B51-A696-A00E2C97E885}"/>
                </a:ext>
              </a:extLst>
            </p:cNvPr>
            <p:cNvSpPr/>
            <p:nvPr/>
          </p:nvSpPr>
          <p:spPr>
            <a:xfrm>
              <a:off x="3271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6" name="타원 7085">
              <a:extLst>
                <a:ext uri="{FF2B5EF4-FFF2-40B4-BE49-F238E27FC236}">
                  <a16:creationId xmlns:a16="http://schemas.microsoft.com/office/drawing/2014/main" id="{824BEDB6-FAE9-4CAF-AB6F-280D672D0EBD}"/>
                </a:ext>
              </a:extLst>
            </p:cNvPr>
            <p:cNvSpPr/>
            <p:nvPr/>
          </p:nvSpPr>
          <p:spPr>
            <a:xfrm>
              <a:off x="4795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7" name="타원 7086">
              <a:extLst>
                <a:ext uri="{FF2B5EF4-FFF2-40B4-BE49-F238E27FC236}">
                  <a16:creationId xmlns:a16="http://schemas.microsoft.com/office/drawing/2014/main" id="{578D6DDE-7A1C-4C9D-BCC1-0E09B1607324}"/>
                </a:ext>
              </a:extLst>
            </p:cNvPr>
            <p:cNvSpPr/>
            <p:nvPr/>
          </p:nvSpPr>
          <p:spPr>
            <a:xfrm>
              <a:off x="6319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8" name="타원 7087">
              <a:extLst>
                <a:ext uri="{FF2B5EF4-FFF2-40B4-BE49-F238E27FC236}">
                  <a16:creationId xmlns:a16="http://schemas.microsoft.com/office/drawing/2014/main" id="{344C39CC-1D8E-4FCB-A8A4-B98D12B74909}"/>
                </a:ext>
              </a:extLst>
            </p:cNvPr>
            <p:cNvSpPr/>
            <p:nvPr/>
          </p:nvSpPr>
          <p:spPr>
            <a:xfrm>
              <a:off x="7843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9" name="타원 7088">
              <a:extLst>
                <a:ext uri="{FF2B5EF4-FFF2-40B4-BE49-F238E27FC236}">
                  <a16:creationId xmlns:a16="http://schemas.microsoft.com/office/drawing/2014/main" id="{92DE0D89-EF8D-47B8-B65E-F404A62C9629}"/>
                </a:ext>
              </a:extLst>
            </p:cNvPr>
            <p:cNvSpPr/>
            <p:nvPr/>
          </p:nvSpPr>
          <p:spPr>
            <a:xfrm>
              <a:off x="9367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0" name="타원 7089">
              <a:extLst>
                <a:ext uri="{FF2B5EF4-FFF2-40B4-BE49-F238E27FC236}">
                  <a16:creationId xmlns:a16="http://schemas.microsoft.com/office/drawing/2014/main" id="{50295F5D-86F0-47A0-8DEC-EC82C381CCE4}"/>
                </a:ext>
              </a:extLst>
            </p:cNvPr>
            <p:cNvSpPr/>
            <p:nvPr/>
          </p:nvSpPr>
          <p:spPr>
            <a:xfrm>
              <a:off x="10891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1" name="타원 7090">
              <a:extLst>
                <a:ext uri="{FF2B5EF4-FFF2-40B4-BE49-F238E27FC236}">
                  <a16:creationId xmlns:a16="http://schemas.microsoft.com/office/drawing/2014/main" id="{DF1DC49F-DDC4-429A-B906-8C95145FCD40}"/>
                </a:ext>
              </a:extLst>
            </p:cNvPr>
            <p:cNvSpPr/>
            <p:nvPr/>
          </p:nvSpPr>
          <p:spPr>
            <a:xfrm>
              <a:off x="12415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2" name="타원 7091">
              <a:extLst>
                <a:ext uri="{FF2B5EF4-FFF2-40B4-BE49-F238E27FC236}">
                  <a16:creationId xmlns:a16="http://schemas.microsoft.com/office/drawing/2014/main" id="{8B8D5485-125B-420A-B2AE-DF54800FEA74}"/>
                </a:ext>
              </a:extLst>
            </p:cNvPr>
            <p:cNvSpPr/>
            <p:nvPr/>
          </p:nvSpPr>
          <p:spPr>
            <a:xfrm>
              <a:off x="13939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3" name="타원 7092">
              <a:extLst>
                <a:ext uri="{FF2B5EF4-FFF2-40B4-BE49-F238E27FC236}">
                  <a16:creationId xmlns:a16="http://schemas.microsoft.com/office/drawing/2014/main" id="{25BCD201-2EEE-4CBB-9E6F-8210E3349481}"/>
                </a:ext>
              </a:extLst>
            </p:cNvPr>
            <p:cNvSpPr/>
            <p:nvPr/>
          </p:nvSpPr>
          <p:spPr>
            <a:xfrm>
              <a:off x="15463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4" name="타원 7093">
              <a:extLst>
                <a:ext uri="{FF2B5EF4-FFF2-40B4-BE49-F238E27FC236}">
                  <a16:creationId xmlns:a16="http://schemas.microsoft.com/office/drawing/2014/main" id="{3BD63851-A714-4DC3-B301-975BB0070643}"/>
                </a:ext>
              </a:extLst>
            </p:cNvPr>
            <p:cNvSpPr/>
            <p:nvPr/>
          </p:nvSpPr>
          <p:spPr>
            <a:xfrm>
              <a:off x="16987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5" name="타원 7094">
              <a:extLst>
                <a:ext uri="{FF2B5EF4-FFF2-40B4-BE49-F238E27FC236}">
                  <a16:creationId xmlns:a16="http://schemas.microsoft.com/office/drawing/2014/main" id="{EAC2118D-4398-4E43-829D-434923B3DDD9}"/>
                </a:ext>
              </a:extLst>
            </p:cNvPr>
            <p:cNvSpPr/>
            <p:nvPr/>
          </p:nvSpPr>
          <p:spPr>
            <a:xfrm>
              <a:off x="18511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6" name="타원 7095">
              <a:extLst>
                <a:ext uri="{FF2B5EF4-FFF2-40B4-BE49-F238E27FC236}">
                  <a16:creationId xmlns:a16="http://schemas.microsoft.com/office/drawing/2014/main" id="{5D95F01E-9547-4F7A-AF32-ACEB4FE5F338}"/>
                </a:ext>
              </a:extLst>
            </p:cNvPr>
            <p:cNvSpPr/>
            <p:nvPr/>
          </p:nvSpPr>
          <p:spPr>
            <a:xfrm>
              <a:off x="20035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7" name="타원 7096">
              <a:extLst>
                <a:ext uri="{FF2B5EF4-FFF2-40B4-BE49-F238E27FC236}">
                  <a16:creationId xmlns:a16="http://schemas.microsoft.com/office/drawing/2014/main" id="{85A86639-C43F-4890-9A5D-0C1E660DE509}"/>
                </a:ext>
              </a:extLst>
            </p:cNvPr>
            <p:cNvSpPr/>
            <p:nvPr/>
          </p:nvSpPr>
          <p:spPr>
            <a:xfrm>
              <a:off x="21559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8" name="타원 7097">
              <a:extLst>
                <a:ext uri="{FF2B5EF4-FFF2-40B4-BE49-F238E27FC236}">
                  <a16:creationId xmlns:a16="http://schemas.microsoft.com/office/drawing/2014/main" id="{C3821294-F1EF-4DFB-A76A-458F5E7587C5}"/>
                </a:ext>
              </a:extLst>
            </p:cNvPr>
            <p:cNvSpPr/>
            <p:nvPr/>
          </p:nvSpPr>
          <p:spPr>
            <a:xfrm>
              <a:off x="23083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9" name="타원 7098">
              <a:extLst>
                <a:ext uri="{FF2B5EF4-FFF2-40B4-BE49-F238E27FC236}">
                  <a16:creationId xmlns:a16="http://schemas.microsoft.com/office/drawing/2014/main" id="{299C4A4D-D507-448F-95AB-29450186CE38}"/>
                </a:ext>
              </a:extLst>
            </p:cNvPr>
            <p:cNvSpPr/>
            <p:nvPr/>
          </p:nvSpPr>
          <p:spPr>
            <a:xfrm>
              <a:off x="24607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0" name="타원 7099">
              <a:extLst>
                <a:ext uri="{FF2B5EF4-FFF2-40B4-BE49-F238E27FC236}">
                  <a16:creationId xmlns:a16="http://schemas.microsoft.com/office/drawing/2014/main" id="{30E9E552-E5CD-4ACC-BA68-5A2E131E82B6}"/>
                </a:ext>
              </a:extLst>
            </p:cNvPr>
            <p:cNvSpPr/>
            <p:nvPr/>
          </p:nvSpPr>
          <p:spPr>
            <a:xfrm>
              <a:off x="26131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1" name="타원 7100">
              <a:extLst>
                <a:ext uri="{FF2B5EF4-FFF2-40B4-BE49-F238E27FC236}">
                  <a16:creationId xmlns:a16="http://schemas.microsoft.com/office/drawing/2014/main" id="{03247BAD-375B-401A-8EDB-B455024544FC}"/>
                </a:ext>
              </a:extLst>
            </p:cNvPr>
            <p:cNvSpPr/>
            <p:nvPr/>
          </p:nvSpPr>
          <p:spPr>
            <a:xfrm>
              <a:off x="27655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2" name="타원 7101">
              <a:extLst>
                <a:ext uri="{FF2B5EF4-FFF2-40B4-BE49-F238E27FC236}">
                  <a16:creationId xmlns:a16="http://schemas.microsoft.com/office/drawing/2014/main" id="{624B3D3F-E1E0-4E6F-A343-9B88055E05E6}"/>
                </a:ext>
              </a:extLst>
            </p:cNvPr>
            <p:cNvSpPr/>
            <p:nvPr/>
          </p:nvSpPr>
          <p:spPr>
            <a:xfrm>
              <a:off x="29179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3" name="타원 7102">
              <a:extLst>
                <a:ext uri="{FF2B5EF4-FFF2-40B4-BE49-F238E27FC236}">
                  <a16:creationId xmlns:a16="http://schemas.microsoft.com/office/drawing/2014/main" id="{C37E2F95-1EC5-4F4A-9FE1-E15E41CABCB6}"/>
                </a:ext>
              </a:extLst>
            </p:cNvPr>
            <p:cNvSpPr/>
            <p:nvPr/>
          </p:nvSpPr>
          <p:spPr>
            <a:xfrm>
              <a:off x="30703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4" name="타원 7103">
              <a:extLst>
                <a:ext uri="{FF2B5EF4-FFF2-40B4-BE49-F238E27FC236}">
                  <a16:creationId xmlns:a16="http://schemas.microsoft.com/office/drawing/2014/main" id="{FC61079D-1E3D-40D6-AC02-9BB7D9D1EF64}"/>
                </a:ext>
              </a:extLst>
            </p:cNvPr>
            <p:cNvSpPr/>
            <p:nvPr/>
          </p:nvSpPr>
          <p:spPr>
            <a:xfrm>
              <a:off x="32227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5" name="타원 7104">
              <a:extLst>
                <a:ext uri="{FF2B5EF4-FFF2-40B4-BE49-F238E27FC236}">
                  <a16:creationId xmlns:a16="http://schemas.microsoft.com/office/drawing/2014/main" id="{3E2563E6-7333-4149-896E-39FF2D91E3C6}"/>
                </a:ext>
              </a:extLst>
            </p:cNvPr>
            <p:cNvSpPr/>
            <p:nvPr/>
          </p:nvSpPr>
          <p:spPr>
            <a:xfrm>
              <a:off x="33751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6" name="타원 7105">
              <a:extLst>
                <a:ext uri="{FF2B5EF4-FFF2-40B4-BE49-F238E27FC236}">
                  <a16:creationId xmlns:a16="http://schemas.microsoft.com/office/drawing/2014/main" id="{4BC0C67B-4262-4F93-BA5A-981ED33C1BF3}"/>
                </a:ext>
              </a:extLst>
            </p:cNvPr>
            <p:cNvSpPr/>
            <p:nvPr/>
          </p:nvSpPr>
          <p:spPr>
            <a:xfrm>
              <a:off x="35275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7" name="타원 7106">
              <a:extLst>
                <a:ext uri="{FF2B5EF4-FFF2-40B4-BE49-F238E27FC236}">
                  <a16:creationId xmlns:a16="http://schemas.microsoft.com/office/drawing/2014/main" id="{E7849488-D8D3-4FB9-BE0D-5EEE2475EB34}"/>
                </a:ext>
              </a:extLst>
            </p:cNvPr>
            <p:cNvSpPr/>
            <p:nvPr/>
          </p:nvSpPr>
          <p:spPr>
            <a:xfrm>
              <a:off x="36799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8" name="타원 7107">
              <a:extLst>
                <a:ext uri="{FF2B5EF4-FFF2-40B4-BE49-F238E27FC236}">
                  <a16:creationId xmlns:a16="http://schemas.microsoft.com/office/drawing/2014/main" id="{DB4971B4-CD48-4394-AE8E-C2842FC102C2}"/>
                </a:ext>
              </a:extLst>
            </p:cNvPr>
            <p:cNvSpPr/>
            <p:nvPr/>
          </p:nvSpPr>
          <p:spPr>
            <a:xfrm>
              <a:off x="38323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9" name="타원 7108">
              <a:extLst>
                <a:ext uri="{FF2B5EF4-FFF2-40B4-BE49-F238E27FC236}">
                  <a16:creationId xmlns:a16="http://schemas.microsoft.com/office/drawing/2014/main" id="{71B4DEB6-E396-427F-BEC6-EE78CD3CFCF2}"/>
                </a:ext>
              </a:extLst>
            </p:cNvPr>
            <p:cNvSpPr/>
            <p:nvPr/>
          </p:nvSpPr>
          <p:spPr>
            <a:xfrm>
              <a:off x="39847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0" name="타원 7109">
              <a:extLst>
                <a:ext uri="{FF2B5EF4-FFF2-40B4-BE49-F238E27FC236}">
                  <a16:creationId xmlns:a16="http://schemas.microsoft.com/office/drawing/2014/main" id="{B220B5D5-9C4E-4186-85B7-2A927F17A48F}"/>
                </a:ext>
              </a:extLst>
            </p:cNvPr>
            <p:cNvSpPr/>
            <p:nvPr/>
          </p:nvSpPr>
          <p:spPr>
            <a:xfrm>
              <a:off x="41371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1" name="타원 7110">
              <a:extLst>
                <a:ext uri="{FF2B5EF4-FFF2-40B4-BE49-F238E27FC236}">
                  <a16:creationId xmlns:a16="http://schemas.microsoft.com/office/drawing/2014/main" id="{AEB3C7AD-87A7-47A4-8F5D-98590534DC3A}"/>
                </a:ext>
              </a:extLst>
            </p:cNvPr>
            <p:cNvSpPr/>
            <p:nvPr/>
          </p:nvSpPr>
          <p:spPr>
            <a:xfrm>
              <a:off x="42895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2" name="타원 7111">
              <a:extLst>
                <a:ext uri="{FF2B5EF4-FFF2-40B4-BE49-F238E27FC236}">
                  <a16:creationId xmlns:a16="http://schemas.microsoft.com/office/drawing/2014/main" id="{441FBED7-D618-4D51-999E-F19EC5E0359D}"/>
                </a:ext>
              </a:extLst>
            </p:cNvPr>
            <p:cNvSpPr/>
            <p:nvPr/>
          </p:nvSpPr>
          <p:spPr>
            <a:xfrm>
              <a:off x="44419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3" name="타원 7112">
              <a:extLst>
                <a:ext uri="{FF2B5EF4-FFF2-40B4-BE49-F238E27FC236}">
                  <a16:creationId xmlns:a16="http://schemas.microsoft.com/office/drawing/2014/main" id="{4BD20D1F-054E-40D9-BC2D-D68E5A742090}"/>
                </a:ext>
              </a:extLst>
            </p:cNvPr>
            <p:cNvSpPr/>
            <p:nvPr/>
          </p:nvSpPr>
          <p:spPr>
            <a:xfrm>
              <a:off x="45943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4" name="타원 7113">
              <a:extLst>
                <a:ext uri="{FF2B5EF4-FFF2-40B4-BE49-F238E27FC236}">
                  <a16:creationId xmlns:a16="http://schemas.microsoft.com/office/drawing/2014/main" id="{6269F029-E61F-4775-88ED-273D693BC40A}"/>
                </a:ext>
              </a:extLst>
            </p:cNvPr>
            <p:cNvSpPr/>
            <p:nvPr/>
          </p:nvSpPr>
          <p:spPr>
            <a:xfrm>
              <a:off x="47467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5" name="타원 7114">
              <a:extLst>
                <a:ext uri="{FF2B5EF4-FFF2-40B4-BE49-F238E27FC236}">
                  <a16:creationId xmlns:a16="http://schemas.microsoft.com/office/drawing/2014/main" id="{07461605-184B-4D7C-952C-6B3798696831}"/>
                </a:ext>
              </a:extLst>
            </p:cNvPr>
            <p:cNvSpPr/>
            <p:nvPr/>
          </p:nvSpPr>
          <p:spPr>
            <a:xfrm>
              <a:off x="48991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6" name="타원 7115">
              <a:extLst>
                <a:ext uri="{FF2B5EF4-FFF2-40B4-BE49-F238E27FC236}">
                  <a16:creationId xmlns:a16="http://schemas.microsoft.com/office/drawing/2014/main" id="{70504BE8-FEBF-4E17-9C1B-F23294ECF8CB}"/>
                </a:ext>
              </a:extLst>
            </p:cNvPr>
            <p:cNvSpPr/>
            <p:nvPr/>
          </p:nvSpPr>
          <p:spPr>
            <a:xfrm>
              <a:off x="50515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7" name="타원 7116">
              <a:extLst>
                <a:ext uri="{FF2B5EF4-FFF2-40B4-BE49-F238E27FC236}">
                  <a16:creationId xmlns:a16="http://schemas.microsoft.com/office/drawing/2014/main" id="{3ACF661F-175D-4AB7-890E-E6587CA7C1A8}"/>
                </a:ext>
              </a:extLst>
            </p:cNvPr>
            <p:cNvSpPr/>
            <p:nvPr/>
          </p:nvSpPr>
          <p:spPr>
            <a:xfrm>
              <a:off x="52039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8" name="타원 7117">
              <a:extLst>
                <a:ext uri="{FF2B5EF4-FFF2-40B4-BE49-F238E27FC236}">
                  <a16:creationId xmlns:a16="http://schemas.microsoft.com/office/drawing/2014/main" id="{72526A5C-346D-4A36-8863-91697F21D7E8}"/>
                </a:ext>
              </a:extLst>
            </p:cNvPr>
            <p:cNvSpPr/>
            <p:nvPr/>
          </p:nvSpPr>
          <p:spPr>
            <a:xfrm>
              <a:off x="53563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9" name="타원 7118">
              <a:extLst>
                <a:ext uri="{FF2B5EF4-FFF2-40B4-BE49-F238E27FC236}">
                  <a16:creationId xmlns:a16="http://schemas.microsoft.com/office/drawing/2014/main" id="{E7F22DCB-1F82-4C87-AD1A-7271CFCA7733}"/>
                </a:ext>
              </a:extLst>
            </p:cNvPr>
            <p:cNvSpPr/>
            <p:nvPr/>
          </p:nvSpPr>
          <p:spPr>
            <a:xfrm>
              <a:off x="55087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0" name="타원 7119">
              <a:extLst>
                <a:ext uri="{FF2B5EF4-FFF2-40B4-BE49-F238E27FC236}">
                  <a16:creationId xmlns:a16="http://schemas.microsoft.com/office/drawing/2014/main" id="{C56562D6-6B4B-4730-9B2A-14D0E9163DF5}"/>
                </a:ext>
              </a:extLst>
            </p:cNvPr>
            <p:cNvSpPr/>
            <p:nvPr/>
          </p:nvSpPr>
          <p:spPr>
            <a:xfrm>
              <a:off x="56611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1" name="타원 7120">
              <a:extLst>
                <a:ext uri="{FF2B5EF4-FFF2-40B4-BE49-F238E27FC236}">
                  <a16:creationId xmlns:a16="http://schemas.microsoft.com/office/drawing/2014/main" id="{2F8577B9-5DDA-4B03-B59B-3D649E109022}"/>
                </a:ext>
              </a:extLst>
            </p:cNvPr>
            <p:cNvSpPr/>
            <p:nvPr/>
          </p:nvSpPr>
          <p:spPr>
            <a:xfrm>
              <a:off x="5813576" y="144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2" name="타원 7121">
              <a:extLst>
                <a:ext uri="{FF2B5EF4-FFF2-40B4-BE49-F238E27FC236}">
                  <a16:creationId xmlns:a16="http://schemas.microsoft.com/office/drawing/2014/main" id="{646D85C3-F188-4FB5-805D-BD29133D4FE3}"/>
                </a:ext>
              </a:extLst>
            </p:cNvPr>
            <p:cNvSpPr/>
            <p:nvPr/>
          </p:nvSpPr>
          <p:spPr>
            <a:xfrm>
              <a:off x="3271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3" name="타원 7122">
              <a:extLst>
                <a:ext uri="{FF2B5EF4-FFF2-40B4-BE49-F238E27FC236}">
                  <a16:creationId xmlns:a16="http://schemas.microsoft.com/office/drawing/2014/main" id="{AE150ADC-5C7A-4CDB-859A-734E03D39EA9}"/>
                </a:ext>
              </a:extLst>
            </p:cNvPr>
            <p:cNvSpPr/>
            <p:nvPr/>
          </p:nvSpPr>
          <p:spPr>
            <a:xfrm>
              <a:off x="4795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4" name="타원 7123">
              <a:extLst>
                <a:ext uri="{FF2B5EF4-FFF2-40B4-BE49-F238E27FC236}">
                  <a16:creationId xmlns:a16="http://schemas.microsoft.com/office/drawing/2014/main" id="{0F0C4BA9-7E80-4226-A58A-316583B1AF9E}"/>
                </a:ext>
              </a:extLst>
            </p:cNvPr>
            <p:cNvSpPr/>
            <p:nvPr/>
          </p:nvSpPr>
          <p:spPr>
            <a:xfrm>
              <a:off x="6319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5" name="타원 7124">
              <a:extLst>
                <a:ext uri="{FF2B5EF4-FFF2-40B4-BE49-F238E27FC236}">
                  <a16:creationId xmlns:a16="http://schemas.microsoft.com/office/drawing/2014/main" id="{6288171E-F07A-48FE-A0E1-3F433DC45B2C}"/>
                </a:ext>
              </a:extLst>
            </p:cNvPr>
            <p:cNvSpPr/>
            <p:nvPr/>
          </p:nvSpPr>
          <p:spPr>
            <a:xfrm>
              <a:off x="7843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6" name="타원 7125">
              <a:extLst>
                <a:ext uri="{FF2B5EF4-FFF2-40B4-BE49-F238E27FC236}">
                  <a16:creationId xmlns:a16="http://schemas.microsoft.com/office/drawing/2014/main" id="{8678C3E9-15B0-4CCC-A909-BB17EA4EAD75}"/>
                </a:ext>
              </a:extLst>
            </p:cNvPr>
            <p:cNvSpPr/>
            <p:nvPr/>
          </p:nvSpPr>
          <p:spPr>
            <a:xfrm>
              <a:off x="9367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7" name="타원 7126">
              <a:extLst>
                <a:ext uri="{FF2B5EF4-FFF2-40B4-BE49-F238E27FC236}">
                  <a16:creationId xmlns:a16="http://schemas.microsoft.com/office/drawing/2014/main" id="{B6B76CD7-2132-4D6E-B6A6-DF799AFC61DA}"/>
                </a:ext>
              </a:extLst>
            </p:cNvPr>
            <p:cNvSpPr/>
            <p:nvPr/>
          </p:nvSpPr>
          <p:spPr>
            <a:xfrm>
              <a:off x="10891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8" name="타원 7127">
              <a:extLst>
                <a:ext uri="{FF2B5EF4-FFF2-40B4-BE49-F238E27FC236}">
                  <a16:creationId xmlns:a16="http://schemas.microsoft.com/office/drawing/2014/main" id="{218B719E-1175-42DD-890C-35673B416B37}"/>
                </a:ext>
              </a:extLst>
            </p:cNvPr>
            <p:cNvSpPr/>
            <p:nvPr/>
          </p:nvSpPr>
          <p:spPr>
            <a:xfrm>
              <a:off x="12415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9" name="타원 7128">
              <a:extLst>
                <a:ext uri="{FF2B5EF4-FFF2-40B4-BE49-F238E27FC236}">
                  <a16:creationId xmlns:a16="http://schemas.microsoft.com/office/drawing/2014/main" id="{276C6D38-C8BF-4BF8-A56D-0F52BA547583}"/>
                </a:ext>
              </a:extLst>
            </p:cNvPr>
            <p:cNvSpPr/>
            <p:nvPr/>
          </p:nvSpPr>
          <p:spPr>
            <a:xfrm>
              <a:off x="13939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0" name="타원 7129">
              <a:extLst>
                <a:ext uri="{FF2B5EF4-FFF2-40B4-BE49-F238E27FC236}">
                  <a16:creationId xmlns:a16="http://schemas.microsoft.com/office/drawing/2014/main" id="{6FA32F6D-67A8-42D4-B19C-564427282497}"/>
                </a:ext>
              </a:extLst>
            </p:cNvPr>
            <p:cNvSpPr/>
            <p:nvPr/>
          </p:nvSpPr>
          <p:spPr>
            <a:xfrm>
              <a:off x="15463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1" name="타원 7130">
              <a:extLst>
                <a:ext uri="{FF2B5EF4-FFF2-40B4-BE49-F238E27FC236}">
                  <a16:creationId xmlns:a16="http://schemas.microsoft.com/office/drawing/2014/main" id="{0DD40B47-9AFC-4D01-9EF1-4B1BE86508CF}"/>
                </a:ext>
              </a:extLst>
            </p:cNvPr>
            <p:cNvSpPr/>
            <p:nvPr/>
          </p:nvSpPr>
          <p:spPr>
            <a:xfrm>
              <a:off x="16987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2" name="타원 7131">
              <a:extLst>
                <a:ext uri="{FF2B5EF4-FFF2-40B4-BE49-F238E27FC236}">
                  <a16:creationId xmlns:a16="http://schemas.microsoft.com/office/drawing/2014/main" id="{15D0E468-D4C1-407F-A6D6-F5CE2750CF42}"/>
                </a:ext>
              </a:extLst>
            </p:cNvPr>
            <p:cNvSpPr/>
            <p:nvPr/>
          </p:nvSpPr>
          <p:spPr>
            <a:xfrm>
              <a:off x="18511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3" name="타원 7132">
              <a:extLst>
                <a:ext uri="{FF2B5EF4-FFF2-40B4-BE49-F238E27FC236}">
                  <a16:creationId xmlns:a16="http://schemas.microsoft.com/office/drawing/2014/main" id="{4563E0CC-D592-47AF-9609-6036537C124D}"/>
                </a:ext>
              </a:extLst>
            </p:cNvPr>
            <p:cNvSpPr/>
            <p:nvPr/>
          </p:nvSpPr>
          <p:spPr>
            <a:xfrm>
              <a:off x="20035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4" name="타원 7133">
              <a:extLst>
                <a:ext uri="{FF2B5EF4-FFF2-40B4-BE49-F238E27FC236}">
                  <a16:creationId xmlns:a16="http://schemas.microsoft.com/office/drawing/2014/main" id="{E6FC7CAB-ACBC-46C4-84BB-99CFE524E0CC}"/>
                </a:ext>
              </a:extLst>
            </p:cNvPr>
            <p:cNvSpPr/>
            <p:nvPr/>
          </p:nvSpPr>
          <p:spPr>
            <a:xfrm>
              <a:off x="21559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5" name="타원 7134">
              <a:extLst>
                <a:ext uri="{FF2B5EF4-FFF2-40B4-BE49-F238E27FC236}">
                  <a16:creationId xmlns:a16="http://schemas.microsoft.com/office/drawing/2014/main" id="{1DE01F5F-9638-4023-9D1A-2022A383D4D9}"/>
                </a:ext>
              </a:extLst>
            </p:cNvPr>
            <p:cNvSpPr/>
            <p:nvPr/>
          </p:nvSpPr>
          <p:spPr>
            <a:xfrm>
              <a:off x="23083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6" name="타원 7135">
              <a:extLst>
                <a:ext uri="{FF2B5EF4-FFF2-40B4-BE49-F238E27FC236}">
                  <a16:creationId xmlns:a16="http://schemas.microsoft.com/office/drawing/2014/main" id="{42166952-B231-4B1F-9580-5C442B055DF8}"/>
                </a:ext>
              </a:extLst>
            </p:cNvPr>
            <p:cNvSpPr/>
            <p:nvPr/>
          </p:nvSpPr>
          <p:spPr>
            <a:xfrm>
              <a:off x="24607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7" name="타원 7136">
              <a:extLst>
                <a:ext uri="{FF2B5EF4-FFF2-40B4-BE49-F238E27FC236}">
                  <a16:creationId xmlns:a16="http://schemas.microsoft.com/office/drawing/2014/main" id="{868447C3-F0CB-4BE4-942C-F59068B08CCF}"/>
                </a:ext>
              </a:extLst>
            </p:cNvPr>
            <p:cNvSpPr/>
            <p:nvPr/>
          </p:nvSpPr>
          <p:spPr>
            <a:xfrm>
              <a:off x="26131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8" name="타원 7137">
              <a:extLst>
                <a:ext uri="{FF2B5EF4-FFF2-40B4-BE49-F238E27FC236}">
                  <a16:creationId xmlns:a16="http://schemas.microsoft.com/office/drawing/2014/main" id="{FB9777A8-146F-42E8-B5C7-B8078C4D0F72}"/>
                </a:ext>
              </a:extLst>
            </p:cNvPr>
            <p:cNvSpPr/>
            <p:nvPr/>
          </p:nvSpPr>
          <p:spPr>
            <a:xfrm>
              <a:off x="27655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9" name="타원 7138">
              <a:extLst>
                <a:ext uri="{FF2B5EF4-FFF2-40B4-BE49-F238E27FC236}">
                  <a16:creationId xmlns:a16="http://schemas.microsoft.com/office/drawing/2014/main" id="{26314895-8AD4-47D9-A2E8-8FD16E778E7B}"/>
                </a:ext>
              </a:extLst>
            </p:cNvPr>
            <p:cNvSpPr/>
            <p:nvPr/>
          </p:nvSpPr>
          <p:spPr>
            <a:xfrm>
              <a:off x="29179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0" name="타원 7139">
              <a:extLst>
                <a:ext uri="{FF2B5EF4-FFF2-40B4-BE49-F238E27FC236}">
                  <a16:creationId xmlns:a16="http://schemas.microsoft.com/office/drawing/2014/main" id="{4C9024DB-B9FB-4D9D-A816-21370290A322}"/>
                </a:ext>
              </a:extLst>
            </p:cNvPr>
            <p:cNvSpPr/>
            <p:nvPr/>
          </p:nvSpPr>
          <p:spPr>
            <a:xfrm>
              <a:off x="30703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1" name="타원 7140">
              <a:extLst>
                <a:ext uri="{FF2B5EF4-FFF2-40B4-BE49-F238E27FC236}">
                  <a16:creationId xmlns:a16="http://schemas.microsoft.com/office/drawing/2014/main" id="{F9250928-D028-4E7F-9E72-83B63804DCF8}"/>
                </a:ext>
              </a:extLst>
            </p:cNvPr>
            <p:cNvSpPr/>
            <p:nvPr/>
          </p:nvSpPr>
          <p:spPr>
            <a:xfrm>
              <a:off x="32227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2" name="타원 7141">
              <a:extLst>
                <a:ext uri="{FF2B5EF4-FFF2-40B4-BE49-F238E27FC236}">
                  <a16:creationId xmlns:a16="http://schemas.microsoft.com/office/drawing/2014/main" id="{D9E78DF2-B137-4871-B677-8E39A4DDFC91}"/>
                </a:ext>
              </a:extLst>
            </p:cNvPr>
            <p:cNvSpPr/>
            <p:nvPr/>
          </p:nvSpPr>
          <p:spPr>
            <a:xfrm>
              <a:off x="33751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3" name="타원 7142">
              <a:extLst>
                <a:ext uri="{FF2B5EF4-FFF2-40B4-BE49-F238E27FC236}">
                  <a16:creationId xmlns:a16="http://schemas.microsoft.com/office/drawing/2014/main" id="{DECE8746-C35D-4AED-9421-D363B266E667}"/>
                </a:ext>
              </a:extLst>
            </p:cNvPr>
            <p:cNvSpPr/>
            <p:nvPr/>
          </p:nvSpPr>
          <p:spPr>
            <a:xfrm>
              <a:off x="35275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4" name="타원 7143">
              <a:extLst>
                <a:ext uri="{FF2B5EF4-FFF2-40B4-BE49-F238E27FC236}">
                  <a16:creationId xmlns:a16="http://schemas.microsoft.com/office/drawing/2014/main" id="{8B311656-EDC3-4DD3-9E07-39873EEBDAF7}"/>
                </a:ext>
              </a:extLst>
            </p:cNvPr>
            <p:cNvSpPr/>
            <p:nvPr/>
          </p:nvSpPr>
          <p:spPr>
            <a:xfrm>
              <a:off x="36799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5" name="타원 7144">
              <a:extLst>
                <a:ext uri="{FF2B5EF4-FFF2-40B4-BE49-F238E27FC236}">
                  <a16:creationId xmlns:a16="http://schemas.microsoft.com/office/drawing/2014/main" id="{1615BC0B-338C-4680-A574-427F55D296BD}"/>
                </a:ext>
              </a:extLst>
            </p:cNvPr>
            <p:cNvSpPr/>
            <p:nvPr/>
          </p:nvSpPr>
          <p:spPr>
            <a:xfrm>
              <a:off x="38323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6" name="타원 7145">
              <a:extLst>
                <a:ext uri="{FF2B5EF4-FFF2-40B4-BE49-F238E27FC236}">
                  <a16:creationId xmlns:a16="http://schemas.microsoft.com/office/drawing/2014/main" id="{62B27A8D-34BF-4CDB-9E20-CB969A8D2924}"/>
                </a:ext>
              </a:extLst>
            </p:cNvPr>
            <p:cNvSpPr/>
            <p:nvPr/>
          </p:nvSpPr>
          <p:spPr>
            <a:xfrm>
              <a:off x="39847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7" name="타원 7146">
              <a:extLst>
                <a:ext uri="{FF2B5EF4-FFF2-40B4-BE49-F238E27FC236}">
                  <a16:creationId xmlns:a16="http://schemas.microsoft.com/office/drawing/2014/main" id="{24D46999-7B3E-47F4-B137-6A8B4D62F71F}"/>
                </a:ext>
              </a:extLst>
            </p:cNvPr>
            <p:cNvSpPr/>
            <p:nvPr/>
          </p:nvSpPr>
          <p:spPr>
            <a:xfrm>
              <a:off x="41371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8" name="타원 7147">
              <a:extLst>
                <a:ext uri="{FF2B5EF4-FFF2-40B4-BE49-F238E27FC236}">
                  <a16:creationId xmlns:a16="http://schemas.microsoft.com/office/drawing/2014/main" id="{BF3B8FA9-6EE2-4B91-93C2-EA5D3DDD5A74}"/>
                </a:ext>
              </a:extLst>
            </p:cNvPr>
            <p:cNvSpPr/>
            <p:nvPr/>
          </p:nvSpPr>
          <p:spPr>
            <a:xfrm>
              <a:off x="42895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9" name="타원 7148">
              <a:extLst>
                <a:ext uri="{FF2B5EF4-FFF2-40B4-BE49-F238E27FC236}">
                  <a16:creationId xmlns:a16="http://schemas.microsoft.com/office/drawing/2014/main" id="{CDEB58D4-2AA5-44D2-9253-C9A8CB3FB9B4}"/>
                </a:ext>
              </a:extLst>
            </p:cNvPr>
            <p:cNvSpPr/>
            <p:nvPr/>
          </p:nvSpPr>
          <p:spPr>
            <a:xfrm>
              <a:off x="44419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0" name="타원 7149">
              <a:extLst>
                <a:ext uri="{FF2B5EF4-FFF2-40B4-BE49-F238E27FC236}">
                  <a16:creationId xmlns:a16="http://schemas.microsoft.com/office/drawing/2014/main" id="{FA92F726-7031-4DB5-954A-BE53DA195BCF}"/>
                </a:ext>
              </a:extLst>
            </p:cNvPr>
            <p:cNvSpPr/>
            <p:nvPr/>
          </p:nvSpPr>
          <p:spPr>
            <a:xfrm>
              <a:off x="45943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1" name="타원 7150">
              <a:extLst>
                <a:ext uri="{FF2B5EF4-FFF2-40B4-BE49-F238E27FC236}">
                  <a16:creationId xmlns:a16="http://schemas.microsoft.com/office/drawing/2014/main" id="{EAC5CF29-3688-479D-807C-DC3AEBC07BE0}"/>
                </a:ext>
              </a:extLst>
            </p:cNvPr>
            <p:cNvSpPr/>
            <p:nvPr/>
          </p:nvSpPr>
          <p:spPr>
            <a:xfrm>
              <a:off x="47467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2" name="타원 7151">
              <a:extLst>
                <a:ext uri="{FF2B5EF4-FFF2-40B4-BE49-F238E27FC236}">
                  <a16:creationId xmlns:a16="http://schemas.microsoft.com/office/drawing/2014/main" id="{61B023E7-AB61-41EE-80C7-1499947C1D67}"/>
                </a:ext>
              </a:extLst>
            </p:cNvPr>
            <p:cNvSpPr/>
            <p:nvPr/>
          </p:nvSpPr>
          <p:spPr>
            <a:xfrm>
              <a:off x="48991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3" name="타원 7152">
              <a:extLst>
                <a:ext uri="{FF2B5EF4-FFF2-40B4-BE49-F238E27FC236}">
                  <a16:creationId xmlns:a16="http://schemas.microsoft.com/office/drawing/2014/main" id="{A3B613DD-2FAE-434A-9C0D-FE86CA399191}"/>
                </a:ext>
              </a:extLst>
            </p:cNvPr>
            <p:cNvSpPr/>
            <p:nvPr/>
          </p:nvSpPr>
          <p:spPr>
            <a:xfrm>
              <a:off x="50515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4" name="타원 7153">
              <a:extLst>
                <a:ext uri="{FF2B5EF4-FFF2-40B4-BE49-F238E27FC236}">
                  <a16:creationId xmlns:a16="http://schemas.microsoft.com/office/drawing/2014/main" id="{989F63C1-B6EA-45B7-A9E2-DCCFB597C209}"/>
                </a:ext>
              </a:extLst>
            </p:cNvPr>
            <p:cNvSpPr/>
            <p:nvPr/>
          </p:nvSpPr>
          <p:spPr>
            <a:xfrm>
              <a:off x="52039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5" name="타원 7154">
              <a:extLst>
                <a:ext uri="{FF2B5EF4-FFF2-40B4-BE49-F238E27FC236}">
                  <a16:creationId xmlns:a16="http://schemas.microsoft.com/office/drawing/2014/main" id="{5BAD283D-B5F7-484E-AF67-A77B2F229080}"/>
                </a:ext>
              </a:extLst>
            </p:cNvPr>
            <p:cNvSpPr/>
            <p:nvPr/>
          </p:nvSpPr>
          <p:spPr>
            <a:xfrm>
              <a:off x="53563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6" name="타원 7155">
              <a:extLst>
                <a:ext uri="{FF2B5EF4-FFF2-40B4-BE49-F238E27FC236}">
                  <a16:creationId xmlns:a16="http://schemas.microsoft.com/office/drawing/2014/main" id="{E251231D-A9F0-46DC-9CA5-E74A00288E29}"/>
                </a:ext>
              </a:extLst>
            </p:cNvPr>
            <p:cNvSpPr/>
            <p:nvPr/>
          </p:nvSpPr>
          <p:spPr>
            <a:xfrm>
              <a:off x="55087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7" name="타원 7156">
              <a:extLst>
                <a:ext uri="{FF2B5EF4-FFF2-40B4-BE49-F238E27FC236}">
                  <a16:creationId xmlns:a16="http://schemas.microsoft.com/office/drawing/2014/main" id="{BA809D77-26CC-4227-9BD8-5AF59842BB59}"/>
                </a:ext>
              </a:extLst>
            </p:cNvPr>
            <p:cNvSpPr/>
            <p:nvPr/>
          </p:nvSpPr>
          <p:spPr>
            <a:xfrm>
              <a:off x="56611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8" name="타원 7157">
              <a:extLst>
                <a:ext uri="{FF2B5EF4-FFF2-40B4-BE49-F238E27FC236}">
                  <a16:creationId xmlns:a16="http://schemas.microsoft.com/office/drawing/2014/main" id="{C2F599E2-656F-4A21-BA21-42D7216D1BA1}"/>
                </a:ext>
              </a:extLst>
            </p:cNvPr>
            <p:cNvSpPr/>
            <p:nvPr/>
          </p:nvSpPr>
          <p:spPr>
            <a:xfrm>
              <a:off x="5813576" y="160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9" name="타원 7158">
              <a:extLst>
                <a:ext uri="{FF2B5EF4-FFF2-40B4-BE49-F238E27FC236}">
                  <a16:creationId xmlns:a16="http://schemas.microsoft.com/office/drawing/2014/main" id="{C2568250-9D96-4DE4-9286-E94B06D65803}"/>
                </a:ext>
              </a:extLst>
            </p:cNvPr>
            <p:cNvSpPr/>
            <p:nvPr/>
          </p:nvSpPr>
          <p:spPr>
            <a:xfrm>
              <a:off x="3271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0" name="타원 7159">
              <a:extLst>
                <a:ext uri="{FF2B5EF4-FFF2-40B4-BE49-F238E27FC236}">
                  <a16:creationId xmlns:a16="http://schemas.microsoft.com/office/drawing/2014/main" id="{780C8E15-1036-448D-87E3-B4BC6CD7368C}"/>
                </a:ext>
              </a:extLst>
            </p:cNvPr>
            <p:cNvSpPr/>
            <p:nvPr/>
          </p:nvSpPr>
          <p:spPr>
            <a:xfrm>
              <a:off x="4795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1" name="타원 7160">
              <a:extLst>
                <a:ext uri="{FF2B5EF4-FFF2-40B4-BE49-F238E27FC236}">
                  <a16:creationId xmlns:a16="http://schemas.microsoft.com/office/drawing/2014/main" id="{07C32E29-E675-47AD-9D4D-A9BA6136E925}"/>
                </a:ext>
              </a:extLst>
            </p:cNvPr>
            <p:cNvSpPr/>
            <p:nvPr/>
          </p:nvSpPr>
          <p:spPr>
            <a:xfrm>
              <a:off x="6319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2" name="타원 7161">
              <a:extLst>
                <a:ext uri="{FF2B5EF4-FFF2-40B4-BE49-F238E27FC236}">
                  <a16:creationId xmlns:a16="http://schemas.microsoft.com/office/drawing/2014/main" id="{FBDB6FFB-ADFA-4278-A50C-9BA171356B80}"/>
                </a:ext>
              </a:extLst>
            </p:cNvPr>
            <p:cNvSpPr/>
            <p:nvPr/>
          </p:nvSpPr>
          <p:spPr>
            <a:xfrm>
              <a:off x="7843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3" name="타원 7162">
              <a:extLst>
                <a:ext uri="{FF2B5EF4-FFF2-40B4-BE49-F238E27FC236}">
                  <a16:creationId xmlns:a16="http://schemas.microsoft.com/office/drawing/2014/main" id="{C832F427-FE3D-42BF-A946-22C7D9E0D1A2}"/>
                </a:ext>
              </a:extLst>
            </p:cNvPr>
            <p:cNvSpPr/>
            <p:nvPr/>
          </p:nvSpPr>
          <p:spPr>
            <a:xfrm>
              <a:off x="9367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4" name="타원 7163">
              <a:extLst>
                <a:ext uri="{FF2B5EF4-FFF2-40B4-BE49-F238E27FC236}">
                  <a16:creationId xmlns:a16="http://schemas.microsoft.com/office/drawing/2014/main" id="{760745A6-05B4-407C-B18F-51356EA7BFC9}"/>
                </a:ext>
              </a:extLst>
            </p:cNvPr>
            <p:cNvSpPr/>
            <p:nvPr/>
          </p:nvSpPr>
          <p:spPr>
            <a:xfrm>
              <a:off x="10891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5" name="타원 7164">
              <a:extLst>
                <a:ext uri="{FF2B5EF4-FFF2-40B4-BE49-F238E27FC236}">
                  <a16:creationId xmlns:a16="http://schemas.microsoft.com/office/drawing/2014/main" id="{62F0E9C5-D937-4AEB-91E4-A1B0420D2BEE}"/>
                </a:ext>
              </a:extLst>
            </p:cNvPr>
            <p:cNvSpPr/>
            <p:nvPr/>
          </p:nvSpPr>
          <p:spPr>
            <a:xfrm>
              <a:off x="12415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6" name="타원 7165">
              <a:extLst>
                <a:ext uri="{FF2B5EF4-FFF2-40B4-BE49-F238E27FC236}">
                  <a16:creationId xmlns:a16="http://schemas.microsoft.com/office/drawing/2014/main" id="{D043D954-608B-42FC-9CC6-36484B120076}"/>
                </a:ext>
              </a:extLst>
            </p:cNvPr>
            <p:cNvSpPr/>
            <p:nvPr/>
          </p:nvSpPr>
          <p:spPr>
            <a:xfrm>
              <a:off x="13939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7" name="타원 7166">
              <a:extLst>
                <a:ext uri="{FF2B5EF4-FFF2-40B4-BE49-F238E27FC236}">
                  <a16:creationId xmlns:a16="http://schemas.microsoft.com/office/drawing/2014/main" id="{CFE88145-06B6-48A7-A06A-339C42EC44AF}"/>
                </a:ext>
              </a:extLst>
            </p:cNvPr>
            <p:cNvSpPr/>
            <p:nvPr/>
          </p:nvSpPr>
          <p:spPr>
            <a:xfrm>
              <a:off x="15463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8" name="타원 7167">
              <a:extLst>
                <a:ext uri="{FF2B5EF4-FFF2-40B4-BE49-F238E27FC236}">
                  <a16:creationId xmlns:a16="http://schemas.microsoft.com/office/drawing/2014/main" id="{83D2D25C-DDAE-4C7F-A5A8-9E39D880DA1C}"/>
                </a:ext>
              </a:extLst>
            </p:cNvPr>
            <p:cNvSpPr/>
            <p:nvPr/>
          </p:nvSpPr>
          <p:spPr>
            <a:xfrm>
              <a:off x="16987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9" name="타원 7168">
              <a:extLst>
                <a:ext uri="{FF2B5EF4-FFF2-40B4-BE49-F238E27FC236}">
                  <a16:creationId xmlns:a16="http://schemas.microsoft.com/office/drawing/2014/main" id="{9FEC4911-1B79-4DEE-8BC2-5EB4FAAA5C80}"/>
                </a:ext>
              </a:extLst>
            </p:cNvPr>
            <p:cNvSpPr/>
            <p:nvPr/>
          </p:nvSpPr>
          <p:spPr>
            <a:xfrm>
              <a:off x="18511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0" name="타원 7169">
              <a:extLst>
                <a:ext uri="{FF2B5EF4-FFF2-40B4-BE49-F238E27FC236}">
                  <a16:creationId xmlns:a16="http://schemas.microsoft.com/office/drawing/2014/main" id="{724D19D7-95A4-4065-BD5D-13786BDA916F}"/>
                </a:ext>
              </a:extLst>
            </p:cNvPr>
            <p:cNvSpPr/>
            <p:nvPr/>
          </p:nvSpPr>
          <p:spPr>
            <a:xfrm>
              <a:off x="20035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1" name="타원 7170">
              <a:extLst>
                <a:ext uri="{FF2B5EF4-FFF2-40B4-BE49-F238E27FC236}">
                  <a16:creationId xmlns:a16="http://schemas.microsoft.com/office/drawing/2014/main" id="{716161A1-D91E-403C-B4F5-7949146A237F}"/>
                </a:ext>
              </a:extLst>
            </p:cNvPr>
            <p:cNvSpPr/>
            <p:nvPr/>
          </p:nvSpPr>
          <p:spPr>
            <a:xfrm>
              <a:off x="21559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2" name="타원 7171">
              <a:extLst>
                <a:ext uri="{FF2B5EF4-FFF2-40B4-BE49-F238E27FC236}">
                  <a16:creationId xmlns:a16="http://schemas.microsoft.com/office/drawing/2014/main" id="{E8EBAF5F-5097-4407-AF31-34F8028707B8}"/>
                </a:ext>
              </a:extLst>
            </p:cNvPr>
            <p:cNvSpPr/>
            <p:nvPr/>
          </p:nvSpPr>
          <p:spPr>
            <a:xfrm>
              <a:off x="23083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3" name="타원 7172">
              <a:extLst>
                <a:ext uri="{FF2B5EF4-FFF2-40B4-BE49-F238E27FC236}">
                  <a16:creationId xmlns:a16="http://schemas.microsoft.com/office/drawing/2014/main" id="{C638B9D8-32B8-463A-B558-85B581BBFFB3}"/>
                </a:ext>
              </a:extLst>
            </p:cNvPr>
            <p:cNvSpPr/>
            <p:nvPr/>
          </p:nvSpPr>
          <p:spPr>
            <a:xfrm>
              <a:off x="24607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4" name="타원 7173">
              <a:extLst>
                <a:ext uri="{FF2B5EF4-FFF2-40B4-BE49-F238E27FC236}">
                  <a16:creationId xmlns:a16="http://schemas.microsoft.com/office/drawing/2014/main" id="{46562953-E426-44BD-8715-AF3A4A38F103}"/>
                </a:ext>
              </a:extLst>
            </p:cNvPr>
            <p:cNvSpPr/>
            <p:nvPr/>
          </p:nvSpPr>
          <p:spPr>
            <a:xfrm>
              <a:off x="26131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5" name="타원 7174">
              <a:extLst>
                <a:ext uri="{FF2B5EF4-FFF2-40B4-BE49-F238E27FC236}">
                  <a16:creationId xmlns:a16="http://schemas.microsoft.com/office/drawing/2014/main" id="{298931DE-8E84-4530-B11C-850F7AA8DDA4}"/>
                </a:ext>
              </a:extLst>
            </p:cNvPr>
            <p:cNvSpPr/>
            <p:nvPr/>
          </p:nvSpPr>
          <p:spPr>
            <a:xfrm>
              <a:off x="27655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6" name="타원 7175">
              <a:extLst>
                <a:ext uri="{FF2B5EF4-FFF2-40B4-BE49-F238E27FC236}">
                  <a16:creationId xmlns:a16="http://schemas.microsoft.com/office/drawing/2014/main" id="{A669BFED-6ADF-4BBD-91B2-339E77FF1618}"/>
                </a:ext>
              </a:extLst>
            </p:cNvPr>
            <p:cNvSpPr/>
            <p:nvPr/>
          </p:nvSpPr>
          <p:spPr>
            <a:xfrm>
              <a:off x="29179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7" name="타원 7176">
              <a:extLst>
                <a:ext uri="{FF2B5EF4-FFF2-40B4-BE49-F238E27FC236}">
                  <a16:creationId xmlns:a16="http://schemas.microsoft.com/office/drawing/2014/main" id="{70554423-284A-480B-AEBE-9CD6B68F03EC}"/>
                </a:ext>
              </a:extLst>
            </p:cNvPr>
            <p:cNvSpPr/>
            <p:nvPr/>
          </p:nvSpPr>
          <p:spPr>
            <a:xfrm>
              <a:off x="30703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8" name="타원 7177">
              <a:extLst>
                <a:ext uri="{FF2B5EF4-FFF2-40B4-BE49-F238E27FC236}">
                  <a16:creationId xmlns:a16="http://schemas.microsoft.com/office/drawing/2014/main" id="{B14B1B20-6A39-4141-81E3-71411E8CB61D}"/>
                </a:ext>
              </a:extLst>
            </p:cNvPr>
            <p:cNvSpPr/>
            <p:nvPr/>
          </p:nvSpPr>
          <p:spPr>
            <a:xfrm>
              <a:off x="32227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9" name="타원 7178">
              <a:extLst>
                <a:ext uri="{FF2B5EF4-FFF2-40B4-BE49-F238E27FC236}">
                  <a16:creationId xmlns:a16="http://schemas.microsoft.com/office/drawing/2014/main" id="{DB64D5B7-AB3C-49DD-952B-F04A6ADC6F40}"/>
                </a:ext>
              </a:extLst>
            </p:cNvPr>
            <p:cNvSpPr/>
            <p:nvPr/>
          </p:nvSpPr>
          <p:spPr>
            <a:xfrm>
              <a:off x="33751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0" name="타원 7179">
              <a:extLst>
                <a:ext uri="{FF2B5EF4-FFF2-40B4-BE49-F238E27FC236}">
                  <a16:creationId xmlns:a16="http://schemas.microsoft.com/office/drawing/2014/main" id="{2B5E7AD5-0718-4708-8BA0-73090EA4CA0A}"/>
                </a:ext>
              </a:extLst>
            </p:cNvPr>
            <p:cNvSpPr/>
            <p:nvPr/>
          </p:nvSpPr>
          <p:spPr>
            <a:xfrm>
              <a:off x="35275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1" name="타원 7180">
              <a:extLst>
                <a:ext uri="{FF2B5EF4-FFF2-40B4-BE49-F238E27FC236}">
                  <a16:creationId xmlns:a16="http://schemas.microsoft.com/office/drawing/2014/main" id="{3C5EC277-A215-4717-B2AC-04F5499A95F2}"/>
                </a:ext>
              </a:extLst>
            </p:cNvPr>
            <p:cNvSpPr/>
            <p:nvPr/>
          </p:nvSpPr>
          <p:spPr>
            <a:xfrm>
              <a:off x="36799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2" name="타원 7181">
              <a:extLst>
                <a:ext uri="{FF2B5EF4-FFF2-40B4-BE49-F238E27FC236}">
                  <a16:creationId xmlns:a16="http://schemas.microsoft.com/office/drawing/2014/main" id="{4C2DC33A-4BB6-4971-8CBB-5642D01908FF}"/>
                </a:ext>
              </a:extLst>
            </p:cNvPr>
            <p:cNvSpPr/>
            <p:nvPr/>
          </p:nvSpPr>
          <p:spPr>
            <a:xfrm>
              <a:off x="38323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3" name="타원 7182">
              <a:extLst>
                <a:ext uri="{FF2B5EF4-FFF2-40B4-BE49-F238E27FC236}">
                  <a16:creationId xmlns:a16="http://schemas.microsoft.com/office/drawing/2014/main" id="{82D6E18F-853C-48CA-8826-D4D9363F9F96}"/>
                </a:ext>
              </a:extLst>
            </p:cNvPr>
            <p:cNvSpPr/>
            <p:nvPr/>
          </p:nvSpPr>
          <p:spPr>
            <a:xfrm>
              <a:off x="39847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4" name="타원 7183">
              <a:extLst>
                <a:ext uri="{FF2B5EF4-FFF2-40B4-BE49-F238E27FC236}">
                  <a16:creationId xmlns:a16="http://schemas.microsoft.com/office/drawing/2014/main" id="{674D5F5A-BC5D-4E9C-A40A-78CF7C7D2B36}"/>
                </a:ext>
              </a:extLst>
            </p:cNvPr>
            <p:cNvSpPr/>
            <p:nvPr/>
          </p:nvSpPr>
          <p:spPr>
            <a:xfrm>
              <a:off x="41371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5" name="타원 7184">
              <a:extLst>
                <a:ext uri="{FF2B5EF4-FFF2-40B4-BE49-F238E27FC236}">
                  <a16:creationId xmlns:a16="http://schemas.microsoft.com/office/drawing/2014/main" id="{2715A59F-B883-48EC-A895-7E9A615FCD67}"/>
                </a:ext>
              </a:extLst>
            </p:cNvPr>
            <p:cNvSpPr/>
            <p:nvPr/>
          </p:nvSpPr>
          <p:spPr>
            <a:xfrm>
              <a:off x="42895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6" name="타원 7185">
              <a:extLst>
                <a:ext uri="{FF2B5EF4-FFF2-40B4-BE49-F238E27FC236}">
                  <a16:creationId xmlns:a16="http://schemas.microsoft.com/office/drawing/2014/main" id="{007D5925-8C47-4ADB-8E0A-605183462BF7}"/>
                </a:ext>
              </a:extLst>
            </p:cNvPr>
            <p:cNvSpPr/>
            <p:nvPr/>
          </p:nvSpPr>
          <p:spPr>
            <a:xfrm>
              <a:off x="44419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7" name="타원 7186">
              <a:extLst>
                <a:ext uri="{FF2B5EF4-FFF2-40B4-BE49-F238E27FC236}">
                  <a16:creationId xmlns:a16="http://schemas.microsoft.com/office/drawing/2014/main" id="{AF0E3A6A-A4BF-4F1C-BA88-E58943FDA910}"/>
                </a:ext>
              </a:extLst>
            </p:cNvPr>
            <p:cNvSpPr/>
            <p:nvPr/>
          </p:nvSpPr>
          <p:spPr>
            <a:xfrm>
              <a:off x="45943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8" name="타원 7187">
              <a:extLst>
                <a:ext uri="{FF2B5EF4-FFF2-40B4-BE49-F238E27FC236}">
                  <a16:creationId xmlns:a16="http://schemas.microsoft.com/office/drawing/2014/main" id="{037611B4-7C93-4C36-8D29-B1319ECB0C78}"/>
                </a:ext>
              </a:extLst>
            </p:cNvPr>
            <p:cNvSpPr/>
            <p:nvPr/>
          </p:nvSpPr>
          <p:spPr>
            <a:xfrm>
              <a:off x="47467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9" name="타원 7188">
              <a:extLst>
                <a:ext uri="{FF2B5EF4-FFF2-40B4-BE49-F238E27FC236}">
                  <a16:creationId xmlns:a16="http://schemas.microsoft.com/office/drawing/2014/main" id="{6DFFDC47-A319-4A00-ACD4-964DD21A5725}"/>
                </a:ext>
              </a:extLst>
            </p:cNvPr>
            <p:cNvSpPr/>
            <p:nvPr/>
          </p:nvSpPr>
          <p:spPr>
            <a:xfrm>
              <a:off x="48991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0" name="타원 7189">
              <a:extLst>
                <a:ext uri="{FF2B5EF4-FFF2-40B4-BE49-F238E27FC236}">
                  <a16:creationId xmlns:a16="http://schemas.microsoft.com/office/drawing/2014/main" id="{083A20E2-D9C8-4E57-BF03-F8C9A1C1EAE1}"/>
                </a:ext>
              </a:extLst>
            </p:cNvPr>
            <p:cNvSpPr/>
            <p:nvPr/>
          </p:nvSpPr>
          <p:spPr>
            <a:xfrm>
              <a:off x="50515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1" name="타원 7190">
              <a:extLst>
                <a:ext uri="{FF2B5EF4-FFF2-40B4-BE49-F238E27FC236}">
                  <a16:creationId xmlns:a16="http://schemas.microsoft.com/office/drawing/2014/main" id="{500FDF71-BA5D-4A27-BC5C-76CB30D16064}"/>
                </a:ext>
              </a:extLst>
            </p:cNvPr>
            <p:cNvSpPr/>
            <p:nvPr/>
          </p:nvSpPr>
          <p:spPr>
            <a:xfrm>
              <a:off x="52039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2" name="타원 7191">
              <a:extLst>
                <a:ext uri="{FF2B5EF4-FFF2-40B4-BE49-F238E27FC236}">
                  <a16:creationId xmlns:a16="http://schemas.microsoft.com/office/drawing/2014/main" id="{5B5DB189-496D-4E79-912B-866CAD135127}"/>
                </a:ext>
              </a:extLst>
            </p:cNvPr>
            <p:cNvSpPr/>
            <p:nvPr/>
          </p:nvSpPr>
          <p:spPr>
            <a:xfrm>
              <a:off x="53563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3" name="타원 7192">
              <a:extLst>
                <a:ext uri="{FF2B5EF4-FFF2-40B4-BE49-F238E27FC236}">
                  <a16:creationId xmlns:a16="http://schemas.microsoft.com/office/drawing/2014/main" id="{1AA39318-E2F5-4D00-B25F-D6C36FFE60FB}"/>
                </a:ext>
              </a:extLst>
            </p:cNvPr>
            <p:cNvSpPr/>
            <p:nvPr/>
          </p:nvSpPr>
          <p:spPr>
            <a:xfrm>
              <a:off x="55087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4" name="타원 7193">
              <a:extLst>
                <a:ext uri="{FF2B5EF4-FFF2-40B4-BE49-F238E27FC236}">
                  <a16:creationId xmlns:a16="http://schemas.microsoft.com/office/drawing/2014/main" id="{D5F10DBF-21DE-436F-A06B-EA7009324FD2}"/>
                </a:ext>
              </a:extLst>
            </p:cNvPr>
            <p:cNvSpPr/>
            <p:nvPr/>
          </p:nvSpPr>
          <p:spPr>
            <a:xfrm>
              <a:off x="56611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5" name="타원 7194">
              <a:extLst>
                <a:ext uri="{FF2B5EF4-FFF2-40B4-BE49-F238E27FC236}">
                  <a16:creationId xmlns:a16="http://schemas.microsoft.com/office/drawing/2014/main" id="{6CDABF8C-F6DB-4A1D-B3A5-16AEB6E295D8}"/>
                </a:ext>
              </a:extLst>
            </p:cNvPr>
            <p:cNvSpPr/>
            <p:nvPr/>
          </p:nvSpPr>
          <p:spPr>
            <a:xfrm>
              <a:off x="5813576" y="175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6" name="타원 7195">
              <a:extLst>
                <a:ext uri="{FF2B5EF4-FFF2-40B4-BE49-F238E27FC236}">
                  <a16:creationId xmlns:a16="http://schemas.microsoft.com/office/drawing/2014/main" id="{32104806-6E68-4AC8-AE5F-02925E81BE52}"/>
                </a:ext>
              </a:extLst>
            </p:cNvPr>
            <p:cNvSpPr/>
            <p:nvPr/>
          </p:nvSpPr>
          <p:spPr>
            <a:xfrm>
              <a:off x="3271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7" name="타원 7196">
              <a:extLst>
                <a:ext uri="{FF2B5EF4-FFF2-40B4-BE49-F238E27FC236}">
                  <a16:creationId xmlns:a16="http://schemas.microsoft.com/office/drawing/2014/main" id="{AFCA4A40-766E-43B0-BF16-18EC9194BAF2}"/>
                </a:ext>
              </a:extLst>
            </p:cNvPr>
            <p:cNvSpPr/>
            <p:nvPr/>
          </p:nvSpPr>
          <p:spPr>
            <a:xfrm>
              <a:off x="4795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8" name="타원 7197">
              <a:extLst>
                <a:ext uri="{FF2B5EF4-FFF2-40B4-BE49-F238E27FC236}">
                  <a16:creationId xmlns:a16="http://schemas.microsoft.com/office/drawing/2014/main" id="{C78EC3C8-B8B4-44D8-AADA-5A22EC4FCFFD}"/>
                </a:ext>
              </a:extLst>
            </p:cNvPr>
            <p:cNvSpPr/>
            <p:nvPr/>
          </p:nvSpPr>
          <p:spPr>
            <a:xfrm>
              <a:off x="6319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9" name="타원 7198">
              <a:extLst>
                <a:ext uri="{FF2B5EF4-FFF2-40B4-BE49-F238E27FC236}">
                  <a16:creationId xmlns:a16="http://schemas.microsoft.com/office/drawing/2014/main" id="{8117AB03-43AB-4665-AB37-5ECCF9B282A1}"/>
                </a:ext>
              </a:extLst>
            </p:cNvPr>
            <p:cNvSpPr/>
            <p:nvPr/>
          </p:nvSpPr>
          <p:spPr>
            <a:xfrm>
              <a:off x="7843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0" name="타원 7199">
              <a:extLst>
                <a:ext uri="{FF2B5EF4-FFF2-40B4-BE49-F238E27FC236}">
                  <a16:creationId xmlns:a16="http://schemas.microsoft.com/office/drawing/2014/main" id="{EFE48783-8AFB-48F8-A2DA-64B2AE5DF604}"/>
                </a:ext>
              </a:extLst>
            </p:cNvPr>
            <p:cNvSpPr/>
            <p:nvPr/>
          </p:nvSpPr>
          <p:spPr>
            <a:xfrm>
              <a:off x="9367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1" name="타원 7200">
              <a:extLst>
                <a:ext uri="{FF2B5EF4-FFF2-40B4-BE49-F238E27FC236}">
                  <a16:creationId xmlns:a16="http://schemas.microsoft.com/office/drawing/2014/main" id="{DA265CB7-E6F2-4994-9001-D434EBC13675}"/>
                </a:ext>
              </a:extLst>
            </p:cNvPr>
            <p:cNvSpPr/>
            <p:nvPr/>
          </p:nvSpPr>
          <p:spPr>
            <a:xfrm>
              <a:off x="10891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2" name="타원 7201">
              <a:extLst>
                <a:ext uri="{FF2B5EF4-FFF2-40B4-BE49-F238E27FC236}">
                  <a16:creationId xmlns:a16="http://schemas.microsoft.com/office/drawing/2014/main" id="{242717A0-4DA9-42CC-8CF5-669CF75913E9}"/>
                </a:ext>
              </a:extLst>
            </p:cNvPr>
            <p:cNvSpPr/>
            <p:nvPr/>
          </p:nvSpPr>
          <p:spPr>
            <a:xfrm>
              <a:off x="12415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3" name="타원 7202">
              <a:extLst>
                <a:ext uri="{FF2B5EF4-FFF2-40B4-BE49-F238E27FC236}">
                  <a16:creationId xmlns:a16="http://schemas.microsoft.com/office/drawing/2014/main" id="{E7DA51E7-3D1A-4EAC-A882-C2870D9F93F8}"/>
                </a:ext>
              </a:extLst>
            </p:cNvPr>
            <p:cNvSpPr/>
            <p:nvPr/>
          </p:nvSpPr>
          <p:spPr>
            <a:xfrm>
              <a:off x="13939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4" name="타원 7203">
              <a:extLst>
                <a:ext uri="{FF2B5EF4-FFF2-40B4-BE49-F238E27FC236}">
                  <a16:creationId xmlns:a16="http://schemas.microsoft.com/office/drawing/2014/main" id="{8392BBA5-062C-44B9-98C7-B4828541A0CE}"/>
                </a:ext>
              </a:extLst>
            </p:cNvPr>
            <p:cNvSpPr/>
            <p:nvPr/>
          </p:nvSpPr>
          <p:spPr>
            <a:xfrm>
              <a:off x="15463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5" name="타원 7204">
              <a:extLst>
                <a:ext uri="{FF2B5EF4-FFF2-40B4-BE49-F238E27FC236}">
                  <a16:creationId xmlns:a16="http://schemas.microsoft.com/office/drawing/2014/main" id="{46F5091E-6458-4B26-8329-67AB62F5C040}"/>
                </a:ext>
              </a:extLst>
            </p:cNvPr>
            <p:cNvSpPr/>
            <p:nvPr/>
          </p:nvSpPr>
          <p:spPr>
            <a:xfrm>
              <a:off x="16987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6" name="타원 7205">
              <a:extLst>
                <a:ext uri="{FF2B5EF4-FFF2-40B4-BE49-F238E27FC236}">
                  <a16:creationId xmlns:a16="http://schemas.microsoft.com/office/drawing/2014/main" id="{6D7F7FBE-17F4-41D3-BB7C-733389FA3A6F}"/>
                </a:ext>
              </a:extLst>
            </p:cNvPr>
            <p:cNvSpPr/>
            <p:nvPr/>
          </p:nvSpPr>
          <p:spPr>
            <a:xfrm>
              <a:off x="18511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7" name="타원 7206">
              <a:extLst>
                <a:ext uri="{FF2B5EF4-FFF2-40B4-BE49-F238E27FC236}">
                  <a16:creationId xmlns:a16="http://schemas.microsoft.com/office/drawing/2014/main" id="{3C571791-AD80-4AE1-B4AB-6BF83BE3EAC1}"/>
                </a:ext>
              </a:extLst>
            </p:cNvPr>
            <p:cNvSpPr/>
            <p:nvPr/>
          </p:nvSpPr>
          <p:spPr>
            <a:xfrm>
              <a:off x="20035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8" name="타원 7207">
              <a:extLst>
                <a:ext uri="{FF2B5EF4-FFF2-40B4-BE49-F238E27FC236}">
                  <a16:creationId xmlns:a16="http://schemas.microsoft.com/office/drawing/2014/main" id="{1BDE8849-4FC5-40FC-B3B6-818383679725}"/>
                </a:ext>
              </a:extLst>
            </p:cNvPr>
            <p:cNvSpPr/>
            <p:nvPr/>
          </p:nvSpPr>
          <p:spPr>
            <a:xfrm>
              <a:off x="21559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9" name="타원 7208">
              <a:extLst>
                <a:ext uri="{FF2B5EF4-FFF2-40B4-BE49-F238E27FC236}">
                  <a16:creationId xmlns:a16="http://schemas.microsoft.com/office/drawing/2014/main" id="{AAC846DE-46DB-4EC7-BCA9-E0B7E08E4598}"/>
                </a:ext>
              </a:extLst>
            </p:cNvPr>
            <p:cNvSpPr/>
            <p:nvPr/>
          </p:nvSpPr>
          <p:spPr>
            <a:xfrm>
              <a:off x="23083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0" name="타원 7209">
              <a:extLst>
                <a:ext uri="{FF2B5EF4-FFF2-40B4-BE49-F238E27FC236}">
                  <a16:creationId xmlns:a16="http://schemas.microsoft.com/office/drawing/2014/main" id="{0D008A80-E17D-4C6F-8AD2-4D3E4991F5EC}"/>
                </a:ext>
              </a:extLst>
            </p:cNvPr>
            <p:cNvSpPr/>
            <p:nvPr/>
          </p:nvSpPr>
          <p:spPr>
            <a:xfrm>
              <a:off x="24607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1" name="타원 7210">
              <a:extLst>
                <a:ext uri="{FF2B5EF4-FFF2-40B4-BE49-F238E27FC236}">
                  <a16:creationId xmlns:a16="http://schemas.microsoft.com/office/drawing/2014/main" id="{E1C48613-E859-4F16-857F-E1370F581252}"/>
                </a:ext>
              </a:extLst>
            </p:cNvPr>
            <p:cNvSpPr/>
            <p:nvPr/>
          </p:nvSpPr>
          <p:spPr>
            <a:xfrm>
              <a:off x="26131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2" name="타원 7211">
              <a:extLst>
                <a:ext uri="{FF2B5EF4-FFF2-40B4-BE49-F238E27FC236}">
                  <a16:creationId xmlns:a16="http://schemas.microsoft.com/office/drawing/2014/main" id="{CA54FF65-122D-4D4F-9720-C737D170FB44}"/>
                </a:ext>
              </a:extLst>
            </p:cNvPr>
            <p:cNvSpPr/>
            <p:nvPr/>
          </p:nvSpPr>
          <p:spPr>
            <a:xfrm>
              <a:off x="27655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3" name="타원 7212">
              <a:extLst>
                <a:ext uri="{FF2B5EF4-FFF2-40B4-BE49-F238E27FC236}">
                  <a16:creationId xmlns:a16="http://schemas.microsoft.com/office/drawing/2014/main" id="{D4589327-AF8D-4AD8-AE81-BA5C83F8588E}"/>
                </a:ext>
              </a:extLst>
            </p:cNvPr>
            <p:cNvSpPr/>
            <p:nvPr/>
          </p:nvSpPr>
          <p:spPr>
            <a:xfrm>
              <a:off x="29179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4" name="타원 7213">
              <a:extLst>
                <a:ext uri="{FF2B5EF4-FFF2-40B4-BE49-F238E27FC236}">
                  <a16:creationId xmlns:a16="http://schemas.microsoft.com/office/drawing/2014/main" id="{1A7A8517-61BE-4ADD-BC35-77511A9AA898}"/>
                </a:ext>
              </a:extLst>
            </p:cNvPr>
            <p:cNvSpPr/>
            <p:nvPr/>
          </p:nvSpPr>
          <p:spPr>
            <a:xfrm>
              <a:off x="30703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5" name="타원 7214">
              <a:extLst>
                <a:ext uri="{FF2B5EF4-FFF2-40B4-BE49-F238E27FC236}">
                  <a16:creationId xmlns:a16="http://schemas.microsoft.com/office/drawing/2014/main" id="{3FA44BFF-5AC9-493B-8327-F847B7164890}"/>
                </a:ext>
              </a:extLst>
            </p:cNvPr>
            <p:cNvSpPr/>
            <p:nvPr/>
          </p:nvSpPr>
          <p:spPr>
            <a:xfrm>
              <a:off x="32227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6" name="타원 7215">
              <a:extLst>
                <a:ext uri="{FF2B5EF4-FFF2-40B4-BE49-F238E27FC236}">
                  <a16:creationId xmlns:a16="http://schemas.microsoft.com/office/drawing/2014/main" id="{D9C0A632-85FD-4979-9779-B331C5A1DDED}"/>
                </a:ext>
              </a:extLst>
            </p:cNvPr>
            <p:cNvSpPr/>
            <p:nvPr/>
          </p:nvSpPr>
          <p:spPr>
            <a:xfrm>
              <a:off x="33751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7" name="타원 7216">
              <a:extLst>
                <a:ext uri="{FF2B5EF4-FFF2-40B4-BE49-F238E27FC236}">
                  <a16:creationId xmlns:a16="http://schemas.microsoft.com/office/drawing/2014/main" id="{E153EFFA-AF59-4495-AF19-2793E09EA7E3}"/>
                </a:ext>
              </a:extLst>
            </p:cNvPr>
            <p:cNvSpPr/>
            <p:nvPr/>
          </p:nvSpPr>
          <p:spPr>
            <a:xfrm>
              <a:off x="35275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8" name="타원 7217">
              <a:extLst>
                <a:ext uri="{FF2B5EF4-FFF2-40B4-BE49-F238E27FC236}">
                  <a16:creationId xmlns:a16="http://schemas.microsoft.com/office/drawing/2014/main" id="{A2129E3C-7461-4C82-BA0A-C7DCC9179A53}"/>
                </a:ext>
              </a:extLst>
            </p:cNvPr>
            <p:cNvSpPr/>
            <p:nvPr/>
          </p:nvSpPr>
          <p:spPr>
            <a:xfrm>
              <a:off x="36799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9" name="타원 7218">
              <a:extLst>
                <a:ext uri="{FF2B5EF4-FFF2-40B4-BE49-F238E27FC236}">
                  <a16:creationId xmlns:a16="http://schemas.microsoft.com/office/drawing/2014/main" id="{DF9C3FB6-D1F8-4155-B140-9322E73FBFC7}"/>
                </a:ext>
              </a:extLst>
            </p:cNvPr>
            <p:cNvSpPr/>
            <p:nvPr/>
          </p:nvSpPr>
          <p:spPr>
            <a:xfrm>
              <a:off x="38323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0" name="타원 7219">
              <a:extLst>
                <a:ext uri="{FF2B5EF4-FFF2-40B4-BE49-F238E27FC236}">
                  <a16:creationId xmlns:a16="http://schemas.microsoft.com/office/drawing/2014/main" id="{05685BDF-F0CD-4EE4-B16E-022C04F909D3}"/>
                </a:ext>
              </a:extLst>
            </p:cNvPr>
            <p:cNvSpPr/>
            <p:nvPr/>
          </p:nvSpPr>
          <p:spPr>
            <a:xfrm>
              <a:off x="39847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1" name="타원 7220">
              <a:extLst>
                <a:ext uri="{FF2B5EF4-FFF2-40B4-BE49-F238E27FC236}">
                  <a16:creationId xmlns:a16="http://schemas.microsoft.com/office/drawing/2014/main" id="{65073945-36C1-4E96-B144-D99E7A112AFA}"/>
                </a:ext>
              </a:extLst>
            </p:cNvPr>
            <p:cNvSpPr/>
            <p:nvPr/>
          </p:nvSpPr>
          <p:spPr>
            <a:xfrm>
              <a:off x="41371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2" name="타원 7221">
              <a:extLst>
                <a:ext uri="{FF2B5EF4-FFF2-40B4-BE49-F238E27FC236}">
                  <a16:creationId xmlns:a16="http://schemas.microsoft.com/office/drawing/2014/main" id="{57D4C3D3-35DD-4AD6-AE46-9685E94DD7F8}"/>
                </a:ext>
              </a:extLst>
            </p:cNvPr>
            <p:cNvSpPr/>
            <p:nvPr/>
          </p:nvSpPr>
          <p:spPr>
            <a:xfrm>
              <a:off x="42895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3" name="타원 7222">
              <a:extLst>
                <a:ext uri="{FF2B5EF4-FFF2-40B4-BE49-F238E27FC236}">
                  <a16:creationId xmlns:a16="http://schemas.microsoft.com/office/drawing/2014/main" id="{68766B8F-C084-4187-AB6E-8BBEE82A26CA}"/>
                </a:ext>
              </a:extLst>
            </p:cNvPr>
            <p:cNvSpPr/>
            <p:nvPr/>
          </p:nvSpPr>
          <p:spPr>
            <a:xfrm>
              <a:off x="44419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4" name="타원 7223">
              <a:extLst>
                <a:ext uri="{FF2B5EF4-FFF2-40B4-BE49-F238E27FC236}">
                  <a16:creationId xmlns:a16="http://schemas.microsoft.com/office/drawing/2014/main" id="{099D70BB-6D83-4CDC-BE76-0C0F5407D7E7}"/>
                </a:ext>
              </a:extLst>
            </p:cNvPr>
            <p:cNvSpPr/>
            <p:nvPr/>
          </p:nvSpPr>
          <p:spPr>
            <a:xfrm>
              <a:off x="45943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5" name="타원 7224">
              <a:extLst>
                <a:ext uri="{FF2B5EF4-FFF2-40B4-BE49-F238E27FC236}">
                  <a16:creationId xmlns:a16="http://schemas.microsoft.com/office/drawing/2014/main" id="{69BF76FB-C837-4F24-AF60-72A561A0EDD6}"/>
                </a:ext>
              </a:extLst>
            </p:cNvPr>
            <p:cNvSpPr/>
            <p:nvPr/>
          </p:nvSpPr>
          <p:spPr>
            <a:xfrm>
              <a:off x="47467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6" name="타원 7225">
              <a:extLst>
                <a:ext uri="{FF2B5EF4-FFF2-40B4-BE49-F238E27FC236}">
                  <a16:creationId xmlns:a16="http://schemas.microsoft.com/office/drawing/2014/main" id="{697A4F65-AB7E-4596-9CDA-9A67D5A4296C}"/>
                </a:ext>
              </a:extLst>
            </p:cNvPr>
            <p:cNvSpPr/>
            <p:nvPr/>
          </p:nvSpPr>
          <p:spPr>
            <a:xfrm>
              <a:off x="48991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7" name="타원 7226">
              <a:extLst>
                <a:ext uri="{FF2B5EF4-FFF2-40B4-BE49-F238E27FC236}">
                  <a16:creationId xmlns:a16="http://schemas.microsoft.com/office/drawing/2014/main" id="{98267B76-F293-44FD-91BF-6F9F20133097}"/>
                </a:ext>
              </a:extLst>
            </p:cNvPr>
            <p:cNvSpPr/>
            <p:nvPr/>
          </p:nvSpPr>
          <p:spPr>
            <a:xfrm>
              <a:off x="50515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8" name="타원 7227">
              <a:extLst>
                <a:ext uri="{FF2B5EF4-FFF2-40B4-BE49-F238E27FC236}">
                  <a16:creationId xmlns:a16="http://schemas.microsoft.com/office/drawing/2014/main" id="{6519F7E8-24C0-4FA0-AEB3-D161B22AEFA7}"/>
                </a:ext>
              </a:extLst>
            </p:cNvPr>
            <p:cNvSpPr/>
            <p:nvPr/>
          </p:nvSpPr>
          <p:spPr>
            <a:xfrm>
              <a:off x="52039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9" name="타원 7228">
              <a:extLst>
                <a:ext uri="{FF2B5EF4-FFF2-40B4-BE49-F238E27FC236}">
                  <a16:creationId xmlns:a16="http://schemas.microsoft.com/office/drawing/2014/main" id="{7C07F898-87BB-4CF1-875F-71919A9376F7}"/>
                </a:ext>
              </a:extLst>
            </p:cNvPr>
            <p:cNvSpPr/>
            <p:nvPr/>
          </p:nvSpPr>
          <p:spPr>
            <a:xfrm>
              <a:off x="53563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0" name="타원 7229">
              <a:extLst>
                <a:ext uri="{FF2B5EF4-FFF2-40B4-BE49-F238E27FC236}">
                  <a16:creationId xmlns:a16="http://schemas.microsoft.com/office/drawing/2014/main" id="{A92D6A51-2608-4FF1-9A4B-BE5D3B5C06DA}"/>
                </a:ext>
              </a:extLst>
            </p:cNvPr>
            <p:cNvSpPr/>
            <p:nvPr/>
          </p:nvSpPr>
          <p:spPr>
            <a:xfrm>
              <a:off x="55087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1" name="타원 7230">
              <a:extLst>
                <a:ext uri="{FF2B5EF4-FFF2-40B4-BE49-F238E27FC236}">
                  <a16:creationId xmlns:a16="http://schemas.microsoft.com/office/drawing/2014/main" id="{ABA80371-5B14-4732-AC84-AEC33EA17B02}"/>
                </a:ext>
              </a:extLst>
            </p:cNvPr>
            <p:cNvSpPr/>
            <p:nvPr/>
          </p:nvSpPr>
          <p:spPr>
            <a:xfrm>
              <a:off x="56611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2" name="타원 7231">
              <a:extLst>
                <a:ext uri="{FF2B5EF4-FFF2-40B4-BE49-F238E27FC236}">
                  <a16:creationId xmlns:a16="http://schemas.microsoft.com/office/drawing/2014/main" id="{A9FBD804-5E4A-4F26-B1C0-35846C1154A1}"/>
                </a:ext>
              </a:extLst>
            </p:cNvPr>
            <p:cNvSpPr/>
            <p:nvPr/>
          </p:nvSpPr>
          <p:spPr>
            <a:xfrm>
              <a:off x="5813576" y="190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3" name="타원 7232">
              <a:extLst>
                <a:ext uri="{FF2B5EF4-FFF2-40B4-BE49-F238E27FC236}">
                  <a16:creationId xmlns:a16="http://schemas.microsoft.com/office/drawing/2014/main" id="{45174444-7B75-4161-BBA0-A25EFC507E4A}"/>
                </a:ext>
              </a:extLst>
            </p:cNvPr>
            <p:cNvSpPr/>
            <p:nvPr/>
          </p:nvSpPr>
          <p:spPr>
            <a:xfrm>
              <a:off x="3271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4" name="타원 7233">
              <a:extLst>
                <a:ext uri="{FF2B5EF4-FFF2-40B4-BE49-F238E27FC236}">
                  <a16:creationId xmlns:a16="http://schemas.microsoft.com/office/drawing/2014/main" id="{8F27722F-7833-45F9-BF8B-76F8603592F2}"/>
                </a:ext>
              </a:extLst>
            </p:cNvPr>
            <p:cNvSpPr/>
            <p:nvPr/>
          </p:nvSpPr>
          <p:spPr>
            <a:xfrm>
              <a:off x="4795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5" name="타원 7234">
              <a:extLst>
                <a:ext uri="{FF2B5EF4-FFF2-40B4-BE49-F238E27FC236}">
                  <a16:creationId xmlns:a16="http://schemas.microsoft.com/office/drawing/2014/main" id="{360395BB-D18B-4DB2-A62B-EC33ECD56BFA}"/>
                </a:ext>
              </a:extLst>
            </p:cNvPr>
            <p:cNvSpPr/>
            <p:nvPr/>
          </p:nvSpPr>
          <p:spPr>
            <a:xfrm>
              <a:off x="6319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6" name="타원 7235">
              <a:extLst>
                <a:ext uri="{FF2B5EF4-FFF2-40B4-BE49-F238E27FC236}">
                  <a16:creationId xmlns:a16="http://schemas.microsoft.com/office/drawing/2014/main" id="{637BF28A-B2AA-464B-A9F5-0E1F24EA4A9D}"/>
                </a:ext>
              </a:extLst>
            </p:cNvPr>
            <p:cNvSpPr/>
            <p:nvPr/>
          </p:nvSpPr>
          <p:spPr>
            <a:xfrm>
              <a:off x="7843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7" name="타원 7236">
              <a:extLst>
                <a:ext uri="{FF2B5EF4-FFF2-40B4-BE49-F238E27FC236}">
                  <a16:creationId xmlns:a16="http://schemas.microsoft.com/office/drawing/2014/main" id="{30FD41ED-B675-4C4B-8B22-056663BE6251}"/>
                </a:ext>
              </a:extLst>
            </p:cNvPr>
            <p:cNvSpPr/>
            <p:nvPr/>
          </p:nvSpPr>
          <p:spPr>
            <a:xfrm>
              <a:off x="9367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8" name="타원 7237">
              <a:extLst>
                <a:ext uri="{FF2B5EF4-FFF2-40B4-BE49-F238E27FC236}">
                  <a16:creationId xmlns:a16="http://schemas.microsoft.com/office/drawing/2014/main" id="{53228F36-8318-4B64-964D-7A526C1E0AF0}"/>
                </a:ext>
              </a:extLst>
            </p:cNvPr>
            <p:cNvSpPr/>
            <p:nvPr/>
          </p:nvSpPr>
          <p:spPr>
            <a:xfrm>
              <a:off x="10891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9" name="타원 7238">
              <a:extLst>
                <a:ext uri="{FF2B5EF4-FFF2-40B4-BE49-F238E27FC236}">
                  <a16:creationId xmlns:a16="http://schemas.microsoft.com/office/drawing/2014/main" id="{A39A4DE5-5030-4771-A13B-98D29E1770D7}"/>
                </a:ext>
              </a:extLst>
            </p:cNvPr>
            <p:cNvSpPr/>
            <p:nvPr/>
          </p:nvSpPr>
          <p:spPr>
            <a:xfrm>
              <a:off x="12415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0" name="타원 7239">
              <a:extLst>
                <a:ext uri="{FF2B5EF4-FFF2-40B4-BE49-F238E27FC236}">
                  <a16:creationId xmlns:a16="http://schemas.microsoft.com/office/drawing/2014/main" id="{49CC1C31-574F-4514-AFE4-41BC639C3808}"/>
                </a:ext>
              </a:extLst>
            </p:cNvPr>
            <p:cNvSpPr/>
            <p:nvPr/>
          </p:nvSpPr>
          <p:spPr>
            <a:xfrm>
              <a:off x="13939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1" name="타원 7240">
              <a:extLst>
                <a:ext uri="{FF2B5EF4-FFF2-40B4-BE49-F238E27FC236}">
                  <a16:creationId xmlns:a16="http://schemas.microsoft.com/office/drawing/2014/main" id="{7814A199-0D35-428E-B747-DEC3AF8B8E29}"/>
                </a:ext>
              </a:extLst>
            </p:cNvPr>
            <p:cNvSpPr/>
            <p:nvPr/>
          </p:nvSpPr>
          <p:spPr>
            <a:xfrm>
              <a:off x="15463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2" name="타원 7241">
              <a:extLst>
                <a:ext uri="{FF2B5EF4-FFF2-40B4-BE49-F238E27FC236}">
                  <a16:creationId xmlns:a16="http://schemas.microsoft.com/office/drawing/2014/main" id="{8304485A-19F5-428C-BD7C-197E028F04B5}"/>
                </a:ext>
              </a:extLst>
            </p:cNvPr>
            <p:cNvSpPr/>
            <p:nvPr/>
          </p:nvSpPr>
          <p:spPr>
            <a:xfrm>
              <a:off x="16987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3" name="타원 7242">
              <a:extLst>
                <a:ext uri="{FF2B5EF4-FFF2-40B4-BE49-F238E27FC236}">
                  <a16:creationId xmlns:a16="http://schemas.microsoft.com/office/drawing/2014/main" id="{7EF35AC9-296E-4BCB-9070-B3A3443E39A3}"/>
                </a:ext>
              </a:extLst>
            </p:cNvPr>
            <p:cNvSpPr/>
            <p:nvPr/>
          </p:nvSpPr>
          <p:spPr>
            <a:xfrm>
              <a:off x="18511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4" name="타원 7243">
              <a:extLst>
                <a:ext uri="{FF2B5EF4-FFF2-40B4-BE49-F238E27FC236}">
                  <a16:creationId xmlns:a16="http://schemas.microsoft.com/office/drawing/2014/main" id="{11AE99F8-D825-4F9F-859F-8DB659453ADE}"/>
                </a:ext>
              </a:extLst>
            </p:cNvPr>
            <p:cNvSpPr/>
            <p:nvPr/>
          </p:nvSpPr>
          <p:spPr>
            <a:xfrm>
              <a:off x="20035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5" name="타원 7244">
              <a:extLst>
                <a:ext uri="{FF2B5EF4-FFF2-40B4-BE49-F238E27FC236}">
                  <a16:creationId xmlns:a16="http://schemas.microsoft.com/office/drawing/2014/main" id="{2B5EE1D0-1378-4A95-BCC0-4C76487E00CC}"/>
                </a:ext>
              </a:extLst>
            </p:cNvPr>
            <p:cNvSpPr/>
            <p:nvPr/>
          </p:nvSpPr>
          <p:spPr>
            <a:xfrm>
              <a:off x="21559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6" name="타원 7245">
              <a:extLst>
                <a:ext uri="{FF2B5EF4-FFF2-40B4-BE49-F238E27FC236}">
                  <a16:creationId xmlns:a16="http://schemas.microsoft.com/office/drawing/2014/main" id="{92BD4520-31B5-42D0-A5D2-98AE3249CBDE}"/>
                </a:ext>
              </a:extLst>
            </p:cNvPr>
            <p:cNvSpPr/>
            <p:nvPr/>
          </p:nvSpPr>
          <p:spPr>
            <a:xfrm>
              <a:off x="23083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7" name="타원 7246">
              <a:extLst>
                <a:ext uri="{FF2B5EF4-FFF2-40B4-BE49-F238E27FC236}">
                  <a16:creationId xmlns:a16="http://schemas.microsoft.com/office/drawing/2014/main" id="{C909B8ED-453D-478D-834B-C2114508F747}"/>
                </a:ext>
              </a:extLst>
            </p:cNvPr>
            <p:cNvSpPr/>
            <p:nvPr/>
          </p:nvSpPr>
          <p:spPr>
            <a:xfrm>
              <a:off x="24607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8" name="타원 7247">
              <a:extLst>
                <a:ext uri="{FF2B5EF4-FFF2-40B4-BE49-F238E27FC236}">
                  <a16:creationId xmlns:a16="http://schemas.microsoft.com/office/drawing/2014/main" id="{358751EB-0B6B-44B2-BBC4-698D928A7D31}"/>
                </a:ext>
              </a:extLst>
            </p:cNvPr>
            <p:cNvSpPr/>
            <p:nvPr/>
          </p:nvSpPr>
          <p:spPr>
            <a:xfrm>
              <a:off x="26131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9" name="타원 7248">
              <a:extLst>
                <a:ext uri="{FF2B5EF4-FFF2-40B4-BE49-F238E27FC236}">
                  <a16:creationId xmlns:a16="http://schemas.microsoft.com/office/drawing/2014/main" id="{9E215E34-F433-4569-B1AB-78D36083627D}"/>
                </a:ext>
              </a:extLst>
            </p:cNvPr>
            <p:cNvSpPr/>
            <p:nvPr/>
          </p:nvSpPr>
          <p:spPr>
            <a:xfrm>
              <a:off x="27655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0" name="타원 7249">
              <a:extLst>
                <a:ext uri="{FF2B5EF4-FFF2-40B4-BE49-F238E27FC236}">
                  <a16:creationId xmlns:a16="http://schemas.microsoft.com/office/drawing/2014/main" id="{966520E1-D03F-4FFC-A8EC-9A3817C77A46}"/>
                </a:ext>
              </a:extLst>
            </p:cNvPr>
            <p:cNvSpPr/>
            <p:nvPr/>
          </p:nvSpPr>
          <p:spPr>
            <a:xfrm>
              <a:off x="29179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1" name="타원 7250">
              <a:extLst>
                <a:ext uri="{FF2B5EF4-FFF2-40B4-BE49-F238E27FC236}">
                  <a16:creationId xmlns:a16="http://schemas.microsoft.com/office/drawing/2014/main" id="{C1FAB5ED-2322-4BEC-BFCF-CD13CA89CA71}"/>
                </a:ext>
              </a:extLst>
            </p:cNvPr>
            <p:cNvSpPr/>
            <p:nvPr/>
          </p:nvSpPr>
          <p:spPr>
            <a:xfrm>
              <a:off x="30703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2" name="타원 7251">
              <a:extLst>
                <a:ext uri="{FF2B5EF4-FFF2-40B4-BE49-F238E27FC236}">
                  <a16:creationId xmlns:a16="http://schemas.microsoft.com/office/drawing/2014/main" id="{5A1B6206-1706-4A49-90B5-22433844AE9C}"/>
                </a:ext>
              </a:extLst>
            </p:cNvPr>
            <p:cNvSpPr/>
            <p:nvPr/>
          </p:nvSpPr>
          <p:spPr>
            <a:xfrm>
              <a:off x="32227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3" name="타원 7252">
              <a:extLst>
                <a:ext uri="{FF2B5EF4-FFF2-40B4-BE49-F238E27FC236}">
                  <a16:creationId xmlns:a16="http://schemas.microsoft.com/office/drawing/2014/main" id="{4AFADC8D-E918-4C8D-A2C6-3A652AC38DA7}"/>
                </a:ext>
              </a:extLst>
            </p:cNvPr>
            <p:cNvSpPr/>
            <p:nvPr/>
          </p:nvSpPr>
          <p:spPr>
            <a:xfrm>
              <a:off x="33751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4" name="타원 7253">
              <a:extLst>
                <a:ext uri="{FF2B5EF4-FFF2-40B4-BE49-F238E27FC236}">
                  <a16:creationId xmlns:a16="http://schemas.microsoft.com/office/drawing/2014/main" id="{9D51F20B-814C-4008-9F85-CC5C7E98EF83}"/>
                </a:ext>
              </a:extLst>
            </p:cNvPr>
            <p:cNvSpPr/>
            <p:nvPr/>
          </p:nvSpPr>
          <p:spPr>
            <a:xfrm>
              <a:off x="35275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5" name="타원 7254">
              <a:extLst>
                <a:ext uri="{FF2B5EF4-FFF2-40B4-BE49-F238E27FC236}">
                  <a16:creationId xmlns:a16="http://schemas.microsoft.com/office/drawing/2014/main" id="{9059EBC9-6252-4DD5-9A48-E8D56352B224}"/>
                </a:ext>
              </a:extLst>
            </p:cNvPr>
            <p:cNvSpPr/>
            <p:nvPr/>
          </p:nvSpPr>
          <p:spPr>
            <a:xfrm>
              <a:off x="36799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6" name="타원 7255">
              <a:extLst>
                <a:ext uri="{FF2B5EF4-FFF2-40B4-BE49-F238E27FC236}">
                  <a16:creationId xmlns:a16="http://schemas.microsoft.com/office/drawing/2014/main" id="{DA8F4E61-3F76-4E23-BA27-AFFA25614523}"/>
                </a:ext>
              </a:extLst>
            </p:cNvPr>
            <p:cNvSpPr/>
            <p:nvPr/>
          </p:nvSpPr>
          <p:spPr>
            <a:xfrm>
              <a:off x="38323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7" name="타원 7256">
              <a:extLst>
                <a:ext uri="{FF2B5EF4-FFF2-40B4-BE49-F238E27FC236}">
                  <a16:creationId xmlns:a16="http://schemas.microsoft.com/office/drawing/2014/main" id="{A702CCF2-3091-4C95-907F-95B9967ADAA8}"/>
                </a:ext>
              </a:extLst>
            </p:cNvPr>
            <p:cNvSpPr/>
            <p:nvPr/>
          </p:nvSpPr>
          <p:spPr>
            <a:xfrm>
              <a:off x="39847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8" name="타원 7257">
              <a:extLst>
                <a:ext uri="{FF2B5EF4-FFF2-40B4-BE49-F238E27FC236}">
                  <a16:creationId xmlns:a16="http://schemas.microsoft.com/office/drawing/2014/main" id="{6BD5F5FE-BCB5-45C5-BC21-C33D860F10C0}"/>
                </a:ext>
              </a:extLst>
            </p:cNvPr>
            <p:cNvSpPr/>
            <p:nvPr/>
          </p:nvSpPr>
          <p:spPr>
            <a:xfrm>
              <a:off x="41371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9" name="타원 7258">
              <a:extLst>
                <a:ext uri="{FF2B5EF4-FFF2-40B4-BE49-F238E27FC236}">
                  <a16:creationId xmlns:a16="http://schemas.microsoft.com/office/drawing/2014/main" id="{B5E328CB-E711-4725-AE01-BE68CB74D445}"/>
                </a:ext>
              </a:extLst>
            </p:cNvPr>
            <p:cNvSpPr/>
            <p:nvPr/>
          </p:nvSpPr>
          <p:spPr>
            <a:xfrm>
              <a:off x="42895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0" name="타원 7259">
              <a:extLst>
                <a:ext uri="{FF2B5EF4-FFF2-40B4-BE49-F238E27FC236}">
                  <a16:creationId xmlns:a16="http://schemas.microsoft.com/office/drawing/2014/main" id="{0D90D8A1-D82F-45A9-A817-D47B4A64972D}"/>
                </a:ext>
              </a:extLst>
            </p:cNvPr>
            <p:cNvSpPr/>
            <p:nvPr/>
          </p:nvSpPr>
          <p:spPr>
            <a:xfrm>
              <a:off x="44419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1" name="타원 7260">
              <a:extLst>
                <a:ext uri="{FF2B5EF4-FFF2-40B4-BE49-F238E27FC236}">
                  <a16:creationId xmlns:a16="http://schemas.microsoft.com/office/drawing/2014/main" id="{AE2E8853-324F-4269-9350-97DBB6A4D518}"/>
                </a:ext>
              </a:extLst>
            </p:cNvPr>
            <p:cNvSpPr/>
            <p:nvPr/>
          </p:nvSpPr>
          <p:spPr>
            <a:xfrm>
              <a:off x="45943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2" name="타원 7261">
              <a:extLst>
                <a:ext uri="{FF2B5EF4-FFF2-40B4-BE49-F238E27FC236}">
                  <a16:creationId xmlns:a16="http://schemas.microsoft.com/office/drawing/2014/main" id="{50ED34AF-CE72-4559-8282-656A40A3AF68}"/>
                </a:ext>
              </a:extLst>
            </p:cNvPr>
            <p:cNvSpPr/>
            <p:nvPr/>
          </p:nvSpPr>
          <p:spPr>
            <a:xfrm>
              <a:off x="47467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3" name="타원 7262">
              <a:extLst>
                <a:ext uri="{FF2B5EF4-FFF2-40B4-BE49-F238E27FC236}">
                  <a16:creationId xmlns:a16="http://schemas.microsoft.com/office/drawing/2014/main" id="{9C4DC99F-7C2F-411C-90CC-E136E060059B}"/>
                </a:ext>
              </a:extLst>
            </p:cNvPr>
            <p:cNvSpPr/>
            <p:nvPr/>
          </p:nvSpPr>
          <p:spPr>
            <a:xfrm>
              <a:off x="48991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4" name="타원 7263">
              <a:extLst>
                <a:ext uri="{FF2B5EF4-FFF2-40B4-BE49-F238E27FC236}">
                  <a16:creationId xmlns:a16="http://schemas.microsoft.com/office/drawing/2014/main" id="{16ED74AF-7558-4EF8-8FA6-B3E16AAA4497}"/>
                </a:ext>
              </a:extLst>
            </p:cNvPr>
            <p:cNvSpPr/>
            <p:nvPr/>
          </p:nvSpPr>
          <p:spPr>
            <a:xfrm>
              <a:off x="50515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5" name="타원 7264">
              <a:extLst>
                <a:ext uri="{FF2B5EF4-FFF2-40B4-BE49-F238E27FC236}">
                  <a16:creationId xmlns:a16="http://schemas.microsoft.com/office/drawing/2014/main" id="{A3250B97-59C0-4F7E-BE4E-C1E7BBF15BFF}"/>
                </a:ext>
              </a:extLst>
            </p:cNvPr>
            <p:cNvSpPr/>
            <p:nvPr/>
          </p:nvSpPr>
          <p:spPr>
            <a:xfrm>
              <a:off x="52039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6" name="타원 7265">
              <a:extLst>
                <a:ext uri="{FF2B5EF4-FFF2-40B4-BE49-F238E27FC236}">
                  <a16:creationId xmlns:a16="http://schemas.microsoft.com/office/drawing/2014/main" id="{92B47A9F-9ADC-4CD0-8243-7C4C07CC6F41}"/>
                </a:ext>
              </a:extLst>
            </p:cNvPr>
            <p:cNvSpPr/>
            <p:nvPr/>
          </p:nvSpPr>
          <p:spPr>
            <a:xfrm>
              <a:off x="53563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7" name="타원 7266">
              <a:extLst>
                <a:ext uri="{FF2B5EF4-FFF2-40B4-BE49-F238E27FC236}">
                  <a16:creationId xmlns:a16="http://schemas.microsoft.com/office/drawing/2014/main" id="{D41CB5AD-D137-46A8-8046-DC378EED5CB9}"/>
                </a:ext>
              </a:extLst>
            </p:cNvPr>
            <p:cNvSpPr/>
            <p:nvPr/>
          </p:nvSpPr>
          <p:spPr>
            <a:xfrm>
              <a:off x="55087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8" name="타원 7267">
              <a:extLst>
                <a:ext uri="{FF2B5EF4-FFF2-40B4-BE49-F238E27FC236}">
                  <a16:creationId xmlns:a16="http://schemas.microsoft.com/office/drawing/2014/main" id="{E8409411-A63C-4624-B2FA-FA20C3C853C6}"/>
                </a:ext>
              </a:extLst>
            </p:cNvPr>
            <p:cNvSpPr/>
            <p:nvPr/>
          </p:nvSpPr>
          <p:spPr>
            <a:xfrm>
              <a:off x="56611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9" name="타원 7268">
              <a:extLst>
                <a:ext uri="{FF2B5EF4-FFF2-40B4-BE49-F238E27FC236}">
                  <a16:creationId xmlns:a16="http://schemas.microsoft.com/office/drawing/2014/main" id="{95D9F020-A3F5-474C-80ED-420C920EC320}"/>
                </a:ext>
              </a:extLst>
            </p:cNvPr>
            <p:cNvSpPr/>
            <p:nvPr/>
          </p:nvSpPr>
          <p:spPr>
            <a:xfrm>
              <a:off x="5813576" y="205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0" name="타원 7269">
              <a:extLst>
                <a:ext uri="{FF2B5EF4-FFF2-40B4-BE49-F238E27FC236}">
                  <a16:creationId xmlns:a16="http://schemas.microsoft.com/office/drawing/2014/main" id="{66E34561-A7F5-440C-8A15-1E9D45AAD691}"/>
                </a:ext>
              </a:extLst>
            </p:cNvPr>
            <p:cNvSpPr/>
            <p:nvPr/>
          </p:nvSpPr>
          <p:spPr>
            <a:xfrm>
              <a:off x="3271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1" name="타원 7270">
              <a:extLst>
                <a:ext uri="{FF2B5EF4-FFF2-40B4-BE49-F238E27FC236}">
                  <a16:creationId xmlns:a16="http://schemas.microsoft.com/office/drawing/2014/main" id="{C6A9A458-7916-4029-A05A-CD80E937698C}"/>
                </a:ext>
              </a:extLst>
            </p:cNvPr>
            <p:cNvSpPr/>
            <p:nvPr/>
          </p:nvSpPr>
          <p:spPr>
            <a:xfrm>
              <a:off x="4795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2" name="타원 7271">
              <a:extLst>
                <a:ext uri="{FF2B5EF4-FFF2-40B4-BE49-F238E27FC236}">
                  <a16:creationId xmlns:a16="http://schemas.microsoft.com/office/drawing/2014/main" id="{17A1F81A-C611-4986-BE16-E60A4DE240D5}"/>
                </a:ext>
              </a:extLst>
            </p:cNvPr>
            <p:cNvSpPr/>
            <p:nvPr/>
          </p:nvSpPr>
          <p:spPr>
            <a:xfrm>
              <a:off x="6319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3" name="타원 7272">
              <a:extLst>
                <a:ext uri="{FF2B5EF4-FFF2-40B4-BE49-F238E27FC236}">
                  <a16:creationId xmlns:a16="http://schemas.microsoft.com/office/drawing/2014/main" id="{B4993CFA-420A-4CE9-AFBC-89409FD07844}"/>
                </a:ext>
              </a:extLst>
            </p:cNvPr>
            <p:cNvSpPr/>
            <p:nvPr/>
          </p:nvSpPr>
          <p:spPr>
            <a:xfrm>
              <a:off x="7843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4" name="타원 7273">
              <a:extLst>
                <a:ext uri="{FF2B5EF4-FFF2-40B4-BE49-F238E27FC236}">
                  <a16:creationId xmlns:a16="http://schemas.microsoft.com/office/drawing/2014/main" id="{8524B68F-C1CC-405A-8020-D3EBE0A6DD8D}"/>
                </a:ext>
              </a:extLst>
            </p:cNvPr>
            <p:cNvSpPr/>
            <p:nvPr/>
          </p:nvSpPr>
          <p:spPr>
            <a:xfrm>
              <a:off x="9367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5" name="타원 7274">
              <a:extLst>
                <a:ext uri="{FF2B5EF4-FFF2-40B4-BE49-F238E27FC236}">
                  <a16:creationId xmlns:a16="http://schemas.microsoft.com/office/drawing/2014/main" id="{74D03361-C6D5-4241-82B7-DC932C990E76}"/>
                </a:ext>
              </a:extLst>
            </p:cNvPr>
            <p:cNvSpPr/>
            <p:nvPr/>
          </p:nvSpPr>
          <p:spPr>
            <a:xfrm>
              <a:off x="10891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6" name="타원 7275">
              <a:extLst>
                <a:ext uri="{FF2B5EF4-FFF2-40B4-BE49-F238E27FC236}">
                  <a16:creationId xmlns:a16="http://schemas.microsoft.com/office/drawing/2014/main" id="{D0A38E02-EE2E-44A0-8EF5-D3ED19EB9901}"/>
                </a:ext>
              </a:extLst>
            </p:cNvPr>
            <p:cNvSpPr/>
            <p:nvPr/>
          </p:nvSpPr>
          <p:spPr>
            <a:xfrm>
              <a:off x="12415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7" name="타원 7276">
              <a:extLst>
                <a:ext uri="{FF2B5EF4-FFF2-40B4-BE49-F238E27FC236}">
                  <a16:creationId xmlns:a16="http://schemas.microsoft.com/office/drawing/2014/main" id="{F30A143A-A4E8-47DA-A5AF-0C8C3D291CB1}"/>
                </a:ext>
              </a:extLst>
            </p:cNvPr>
            <p:cNvSpPr/>
            <p:nvPr/>
          </p:nvSpPr>
          <p:spPr>
            <a:xfrm>
              <a:off x="13939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8" name="타원 7277">
              <a:extLst>
                <a:ext uri="{FF2B5EF4-FFF2-40B4-BE49-F238E27FC236}">
                  <a16:creationId xmlns:a16="http://schemas.microsoft.com/office/drawing/2014/main" id="{7DF5EA3C-211D-408A-A071-807D4B39BFF5}"/>
                </a:ext>
              </a:extLst>
            </p:cNvPr>
            <p:cNvSpPr/>
            <p:nvPr/>
          </p:nvSpPr>
          <p:spPr>
            <a:xfrm>
              <a:off x="15463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9" name="타원 7278">
              <a:extLst>
                <a:ext uri="{FF2B5EF4-FFF2-40B4-BE49-F238E27FC236}">
                  <a16:creationId xmlns:a16="http://schemas.microsoft.com/office/drawing/2014/main" id="{97872D4C-13AE-4F93-B2B0-5221AD52E969}"/>
                </a:ext>
              </a:extLst>
            </p:cNvPr>
            <p:cNvSpPr/>
            <p:nvPr/>
          </p:nvSpPr>
          <p:spPr>
            <a:xfrm>
              <a:off x="16987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0" name="타원 7279">
              <a:extLst>
                <a:ext uri="{FF2B5EF4-FFF2-40B4-BE49-F238E27FC236}">
                  <a16:creationId xmlns:a16="http://schemas.microsoft.com/office/drawing/2014/main" id="{7C494DC3-2002-4100-B5AF-11EDDCF4059B}"/>
                </a:ext>
              </a:extLst>
            </p:cNvPr>
            <p:cNvSpPr/>
            <p:nvPr/>
          </p:nvSpPr>
          <p:spPr>
            <a:xfrm>
              <a:off x="18511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1" name="타원 7280">
              <a:extLst>
                <a:ext uri="{FF2B5EF4-FFF2-40B4-BE49-F238E27FC236}">
                  <a16:creationId xmlns:a16="http://schemas.microsoft.com/office/drawing/2014/main" id="{68548F85-54E3-4453-B9B6-9AA62C747936}"/>
                </a:ext>
              </a:extLst>
            </p:cNvPr>
            <p:cNvSpPr/>
            <p:nvPr/>
          </p:nvSpPr>
          <p:spPr>
            <a:xfrm>
              <a:off x="20035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2" name="타원 7281">
              <a:extLst>
                <a:ext uri="{FF2B5EF4-FFF2-40B4-BE49-F238E27FC236}">
                  <a16:creationId xmlns:a16="http://schemas.microsoft.com/office/drawing/2014/main" id="{6E9576E4-1C4A-48CF-9083-0B35DA2BE38D}"/>
                </a:ext>
              </a:extLst>
            </p:cNvPr>
            <p:cNvSpPr/>
            <p:nvPr/>
          </p:nvSpPr>
          <p:spPr>
            <a:xfrm>
              <a:off x="21559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3" name="타원 7282">
              <a:extLst>
                <a:ext uri="{FF2B5EF4-FFF2-40B4-BE49-F238E27FC236}">
                  <a16:creationId xmlns:a16="http://schemas.microsoft.com/office/drawing/2014/main" id="{AFA5014C-AC82-4C1A-B56D-535C92EC2F58}"/>
                </a:ext>
              </a:extLst>
            </p:cNvPr>
            <p:cNvSpPr/>
            <p:nvPr/>
          </p:nvSpPr>
          <p:spPr>
            <a:xfrm>
              <a:off x="23083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4" name="타원 7283">
              <a:extLst>
                <a:ext uri="{FF2B5EF4-FFF2-40B4-BE49-F238E27FC236}">
                  <a16:creationId xmlns:a16="http://schemas.microsoft.com/office/drawing/2014/main" id="{2EAF0A83-B1A5-4A85-A6EE-854070BB8338}"/>
                </a:ext>
              </a:extLst>
            </p:cNvPr>
            <p:cNvSpPr/>
            <p:nvPr/>
          </p:nvSpPr>
          <p:spPr>
            <a:xfrm>
              <a:off x="24607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5" name="타원 7284">
              <a:extLst>
                <a:ext uri="{FF2B5EF4-FFF2-40B4-BE49-F238E27FC236}">
                  <a16:creationId xmlns:a16="http://schemas.microsoft.com/office/drawing/2014/main" id="{4696FA76-2314-4AB6-AAB7-D5F77F0743E2}"/>
                </a:ext>
              </a:extLst>
            </p:cNvPr>
            <p:cNvSpPr/>
            <p:nvPr/>
          </p:nvSpPr>
          <p:spPr>
            <a:xfrm>
              <a:off x="26131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6" name="타원 7285">
              <a:extLst>
                <a:ext uri="{FF2B5EF4-FFF2-40B4-BE49-F238E27FC236}">
                  <a16:creationId xmlns:a16="http://schemas.microsoft.com/office/drawing/2014/main" id="{4D9E27C2-B7C9-47B1-A6A7-DE11B75B5D3D}"/>
                </a:ext>
              </a:extLst>
            </p:cNvPr>
            <p:cNvSpPr/>
            <p:nvPr/>
          </p:nvSpPr>
          <p:spPr>
            <a:xfrm>
              <a:off x="27655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7" name="타원 7286">
              <a:extLst>
                <a:ext uri="{FF2B5EF4-FFF2-40B4-BE49-F238E27FC236}">
                  <a16:creationId xmlns:a16="http://schemas.microsoft.com/office/drawing/2014/main" id="{C2AA6A31-6483-4502-BB63-414532B602BE}"/>
                </a:ext>
              </a:extLst>
            </p:cNvPr>
            <p:cNvSpPr/>
            <p:nvPr/>
          </p:nvSpPr>
          <p:spPr>
            <a:xfrm>
              <a:off x="29179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8" name="타원 7287">
              <a:extLst>
                <a:ext uri="{FF2B5EF4-FFF2-40B4-BE49-F238E27FC236}">
                  <a16:creationId xmlns:a16="http://schemas.microsoft.com/office/drawing/2014/main" id="{A32F0ECA-C42C-4AFF-BAEA-197BAFC48FEC}"/>
                </a:ext>
              </a:extLst>
            </p:cNvPr>
            <p:cNvSpPr/>
            <p:nvPr/>
          </p:nvSpPr>
          <p:spPr>
            <a:xfrm>
              <a:off x="30703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9" name="타원 7288">
              <a:extLst>
                <a:ext uri="{FF2B5EF4-FFF2-40B4-BE49-F238E27FC236}">
                  <a16:creationId xmlns:a16="http://schemas.microsoft.com/office/drawing/2014/main" id="{F7A2ACEE-A0DE-4D5B-A94C-7F0397F632FB}"/>
                </a:ext>
              </a:extLst>
            </p:cNvPr>
            <p:cNvSpPr/>
            <p:nvPr/>
          </p:nvSpPr>
          <p:spPr>
            <a:xfrm>
              <a:off x="32227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0" name="타원 7289">
              <a:extLst>
                <a:ext uri="{FF2B5EF4-FFF2-40B4-BE49-F238E27FC236}">
                  <a16:creationId xmlns:a16="http://schemas.microsoft.com/office/drawing/2014/main" id="{87A2D407-CCB6-4900-A625-261D493F7726}"/>
                </a:ext>
              </a:extLst>
            </p:cNvPr>
            <p:cNvSpPr/>
            <p:nvPr/>
          </p:nvSpPr>
          <p:spPr>
            <a:xfrm>
              <a:off x="33751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1" name="타원 7290">
              <a:extLst>
                <a:ext uri="{FF2B5EF4-FFF2-40B4-BE49-F238E27FC236}">
                  <a16:creationId xmlns:a16="http://schemas.microsoft.com/office/drawing/2014/main" id="{F68F95B5-0721-420B-96A3-2A5A17338D5E}"/>
                </a:ext>
              </a:extLst>
            </p:cNvPr>
            <p:cNvSpPr/>
            <p:nvPr/>
          </p:nvSpPr>
          <p:spPr>
            <a:xfrm>
              <a:off x="35275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2" name="타원 7291">
              <a:extLst>
                <a:ext uri="{FF2B5EF4-FFF2-40B4-BE49-F238E27FC236}">
                  <a16:creationId xmlns:a16="http://schemas.microsoft.com/office/drawing/2014/main" id="{22C5FF88-BCFB-40B1-BE90-CA894B6BD98A}"/>
                </a:ext>
              </a:extLst>
            </p:cNvPr>
            <p:cNvSpPr/>
            <p:nvPr/>
          </p:nvSpPr>
          <p:spPr>
            <a:xfrm>
              <a:off x="36799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3" name="타원 7292">
              <a:extLst>
                <a:ext uri="{FF2B5EF4-FFF2-40B4-BE49-F238E27FC236}">
                  <a16:creationId xmlns:a16="http://schemas.microsoft.com/office/drawing/2014/main" id="{88C43D4F-E4C1-48BF-B922-E86D9B94469E}"/>
                </a:ext>
              </a:extLst>
            </p:cNvPr>
            <p:cNvSpPr/>
            <p:nvPr/>
          </p:nvSpPr>
          <p:spPr>
            <a:xfrm>
              <a:off x="38323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4" name="타원 7293">
              <a:extLst>
                <a:ext uri="{FF2B5EF4-FFF2-40B4-BE49-F238E27FC236}">
                  <a16:creationId xmlns:a16="http://schemas.microsoft.com/office/drawing/2014/main" id="{AD9D02AB-08A3-4DE6-8CCF-85BA98B1B845}"/>
                </a:ext>
              </a:extLst>
            </p:cNvPr>
            <p:cNvSpPr/>
            <p:nvPr/>
          </p:nvSpPr>
          <p:spPr>
            <a:xfrm>
              <a:off x="39847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5" name="타원 7294">
              <a:extLst>
                <a:ext uri="{FF2B5EF4-FFF2-40B4-BE49-F238E27FC236}">
                  <a16:creationId xmlns:a16="http://schemas.microsoft.com/office/drawing/2014/main" id="{3FB32FA8-6850-4A72-B61E-728CCCAB9E34}"/>
                </a:ext>
              </a:extLst>
            </p:cNvPr>
            <p:cNvSpPr/>
            <p:nvPr/>
          </p:nvSpPr>
          <p:spPr>
            <a:xfrm>
              <a:off x="41371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6" name="타원 7295">
              <a:extLst>
                <a:ext uri="{FF2B5EF4-FFF2-40B4-BE49-F238E27FC236}">
                  <a16:creationId xmlns:a16="http://schemas.microsoft.com/office/drawing/2014/main" id="{F7202D4B-3F2C-4321-BC15-8B4325510BC7}"/>
                </a:ext>
              </a:extLst>
            </p:cNvPr>
            <p:cNvSpPr/>
            <p:nvPr/>
          </p:nvSpPr>
          <p:spPr>
            <a:xfrm>
              <a:off x="42895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7" name="타원 7296">
              <a:extLst>
                <a:ext uri="{FF2B5EF4-FFF2-40B4-BE49-F238E27FC236}">
                  <a16:creationId xmlns:a16="http://schemas.microsoft.com/office/drawing/2014/main" id="{B349C46B-D728-4D09-8349-D81071B7BCF5}"/>
                </a:ext>
              </a:extLst>
            </p:cNvPr>
            <p:cNvSpPr/>
            <p:nvPr/>
          </p:nvSpPr>
          <p:spPr>
            <a:xfrm>
              <a:off x="44419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8" name="타원 7297">
              <a:extLst>
                <a:ext uri="{FF2B5EF4-FFF2-40B4-BE49-F238E27FC236}">
                  <a16:creationId xmlns:a16="http://schemas.microsoft.com/office/drawing/2014/main" id="{75740BA8-9BC7-446A-9119-734279F2EABC}"/>
                </a:ext>
              </a:extLst>
            </p:cNvPr>
            <p:cNvSpPr/>
            <p:nvPr/>
          </p:nvSpPr>
          <p:spPr>
            <a:xfrm>
              <a:off x="45943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9" name="타원 7298">
              <a:extLst>
                <a:ext uri="{FF2B5EF4-FFF2-40B4-BE49-F238E27FC236}">
                  <a16:creationId xmlns:a16="http://schemas.microsoft.com/office/drawing/2014/main" id="{28A80F80-347E-49D3-A56E-CDBC5536A005}"/>
                </a:ext>
              </a:extLst>
            </p:cNvPr>
            <p:cNvSpPr/>
            <p:nvPr/>
          </p:nvSpPr>
          <p:spPr>
            <a:xfrm>
              <a:off x="47467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0" name="타원 7299">
              <a:extLst>
                <a:ext uri="{FF2B5EF4-FFF2-40B4-BE49-F238E27FC236}">
                  <a16:creationId xmlns:a16="http://schemas.microsoft.com/office/drawing/2014/main" id="{F3CC0484-D74A-42D2-A5C9-0C5C256B8314}"/>
                </a:ext>
              </a:extLst>
            </p:cNvPr>
            <p:cNvSpPr/>
            <p:nvPr/>
          </p:nvSpPr>
          <p:spPr>
            <a:xfrm>
              <a:off x="48991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1" name="타원 7300">
              <a:extLst>
                <a:ext uri="{FF2B5EF4-FFF2-40B4-BE49-F238E27FC236}">
                  <a16:creationId xmlns:a16="http://schemas.microsoft.com/office/drawing/2014/main" id="{F831B7E1-2DE7-40E0-B285-137E53F8EACB}"/>
                </a:ext>
              </a:extLst>
            </p:cNvPr>
            <p:cNvSpPr/>
            <p:nvPr/>
          </p:nvSpPr>
          <p:spPr>
            <a:xfrm>
              <a:off x="50515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2" name="타원 7301">
              <a:extLst>
                <a:ext uri="{FF2B5EF4-FFF2-40B4-BE49-F238E27FC236}">
                  <a16:creationId xmlns:a16="http://schemas.microsoft.com/office/drawing/2014/main" id="{B979AFE2-B093-4224-9117-8DCEEC8E4E5B}"/>
                </a:ext>
              </a:extLst>
            </p:cNvPr>
            <p:cNvSpPr/>
            <p:nvPr/>
          </p:nvSpPr>
          <p:spPr>
            <a:xfrm>
              <a:off x="52039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3" name="타원 7302">
              <a:extLst>
                <a:ext uri="{FF2B5EF4-FFF2-40B4-BE49-F238E27FC236}">
                  <a16:creationId xmlns:a16="http://schemas.microsoft.com/office/drawing/2014/main" id="{D2C4450B-ABD5-4FD1-92B7-A7A529E7C280}"/>
                </a:ext>
              </a:extLst>
            </p:cNvPr>
            <p:cNvSpPr/>
            <p:nvPr/>
          </p:nvSpPr>
          <p:spPr>
            <a:xfrm>
              <a:off x="53563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4" name="타원 7303">
              <a:extLst>
                <a:ext uri="{FF2B5EF4-FFF2-40B4-BE49-F238E27FC236}">
                  <a16:creationId xmlns:a16="http://schemas.microsoft.com/office/drawing/2014/main" id="{F7EA6751-443F-4C18-811B-10B4D3FDD992}"/>
                </a:ext>
              </a:extLst>
            </p:cNvPr>
            <p:cNvSpPr/>
            <p:nvPr/>
          </p:nvSpPr>
          <p:spPr>
            <a:xfrm>
              <a:off x="55087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5" name="타원 7304">
              <a:extLst>
                <a:ext uri="{FF2B5EF4-FFF2-40B4-BE49-F238E27FC236}">
                  <a16:creationId xmlns:a16="http://schemas.microsoft.com/office/drawing/2014/main" id="{C2A437E3-53AD-4442-91CB-AF5CD930127B}"/>
                </a:ext>
              </a:extLst>
            </p:cNvPr>
            <p:cNvSpPr/>
            <p:nvPr/>
          </p:nvSpPr>
          <p:spPr>
            <a:xfrm>
              <a:off x="56611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6" name="타원 7305">
              <a:extLst>
                <a:ext uri="{FF2B5EF4-FFF2-40B4-BE49-F238E27FC236}">
                  <a16:creationId xmlns:a16="http://schemas.microsoft.com/office/drawing/2014/main" id="{BEF8BB06-3BEF-43C7-B800-327A796CBF9A}"/>
                </a:ext>
              </a:extLst>
            </p:cNvPr>
            <p:cNvSpPr/>
            <p:nvPr/>
          </p:nvSpPr>
          <p:spPr>
            <a:xfrm>
              <a:off x="5813576" y="220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7" name="타원 7306">
              <a:extLst>
                <a:ext uri="{FF2B5EF4-FFF2-40B4-BE49-F238E27FC236}">
                  <a16:creationId xmlns:a16="http://schemas.microsoft.com/office/drawing/2014/main" id="{639293FC-1AF4-46D5-AD5A-98507ADB7629}"/>
                </a:ext>
              </a:extLst>
            </p:cNvPr>
            <p:cNvSpPr/>
            <p:nvPr/>
          </p:nvSpPr>
          <p:spPr>
            <a:xfrm>
              <a:off x="3271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8" name="타원 7307">
              <a:extLst>
                <a:ext uri="{FF2B5EF4-FFF2-40B4-BE49-F238E27FC236}">
                  <a16:creationId xmlns:a16="http://schemas.microsoft.com/office/drawing/2014/main" id="{AE935C76-F182-4D33-889B-82CEFC025EA6}"/>
                </a:ext>
              </a:extLst>
            </p:cNvPr>
            <p:cNvSpPr/>
            <p:nvPr/>
          </p:nvSpPr>
          <p:spPr>
            <a:xfrm>
              <a:off x="4795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9" name="타원 7308">
              <a:extLst>
                <a:ext uri="{FF2B5EF4-FFF2-40B4-BE49-F238E27FC236}">
                  <a16:creationId xmlns:a16="http://schemas.microsoft.com/office/drawing/2014/main" id="{E3236A6D-A2C6-4C1E-A808-C0EEFC001CF9}"/>
                </a:ext>
              </a:extLst>
            </p:cNvPr>
            <p:cNvSpPr/>
            <p:nvPr/>
          </p:nvSpPr>
          <p:spPr>
            <a:xfrm>
              <a:off x="6319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0" name="타원 7309">
              <a:extLst>
                <a:ext uri="{FF2B5EF4-FFF2-40B4-BE49-F238E27FC236}">
                  <a16:creationId xmlns:a16="http://schemas.microsoft.com/office/drawing/2014/main" id="{6351097F-4EA1-419B-9964-398C52E053B0}"/>
                </a:ext>
              </a:extLst>
            </p:cNvPr>
            <p:cNvSpPr/>
            <p:nvPr/>
          </p:nvSpPr>
          <p:spPr>
            <a:xfrm>
              <a:off x="7843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1" name="타원 7310">
              <a:extLst>
                <a:ext uri="{FF2B5EF4-FFF2-40B4-BE49-F238E27FC236}">
                  <a16:creationId xmlns:a16="http://schemas.microsoft.com/office/drawing/2014/main" id="{6C656EF7-618C-487B-9BB0-D685B5C6B9DE}"/>
                </a:ext>
              </a:extLst>
            </p:cNvPr>
            <p:cNvSpPr/>
            <p:nvPr/>
          </p:nvSpPr>
          <p:spPr>
            <a:xfrm>
              <a:off x="9367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2" name="타원 7311">
              <a:extLst>
                <a:ext uri="{FF2B5EF4-FFF2-40B4-BE49-F238E27FC236}">
                  <a16:creationId xmlns:a16="http://schemas.microsoft.com/office/drawing/2014/main" id="{31377162-395B-44A3-9A5F-F23233235EB9}"/>
                </a:ext>
              </a:extLst>
            </p:cNvPr>
            <p:cNvSpPr/>
            <p:nvPr/>
          </p:nvSpPr>
          <p:spPr>
            <a:xfrm>
              <a:off x="10891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3" name="타원 7312">
              <a:extLst>
                <a:ext uri="{FF2B5EF4-FFF2-40B4-BE49-F238E27FC236}">
                  <a16:creationId xmlns:a16="http://schemas.microsoft.com/office/drawing/2014/main" id="{73564F46-5EB5-4E98-92CE-12A0233A6D3D}"/>
                </a:ext>
              </a:extLst>
            </p:cNvPr>
            <p:cNvSpPr/>
            <p:nvPr/>
          </p:nvSpPr>
          <p:spPr>
            <a:xfrm>
              <a:off x="12415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4" name="타원 7313">
              <a:extLst>
                <a:ext uri="{FF2B5EF4-FFF2-40B4-BE49-F238E27FC236}">
                  <a16:creationId xmlns:a16="http://schemas.microsoft.com/office/drawing/2014/main" id="{9D649C27-F9A7-44E9-A52C-EAB3DC1CC711}"/>
                </a:ext>
              </a:extLst>
            </p:cNvPr>
            <p:cNvSpPr/>
            <p:nvPr/>
          </p:nvSpPr>
          <p:spPr>
            <a:xfrm>
              <a:off x="13939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5" name="타원 7314">
              <a:extLst>
                <a:ext uri="{FF2B5EF4-FFF2-40B4-BE49-F238E27FC236}">
                  <a16:creationId xmlns:a16="http://schemas.microsoft.com/office/drawing/2014/main" id="{4C7FE025-4201-4B0B-9C10-2AA7D66AA323}"/>
                </a:ext>
              </a:extLst>
            </p:cNvPr>
            <p:cNvSpPr/>
            <p:nvPr/>
          </p:nvSpPr>
          <p:spPr>
            <a:xfrm>
              <a:off x="15463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6" name="타원 7315">
              <a:extLst>
                <a:ext uri="{FF2B5EF4-FFF2-40B4-BE49-F238E27FC236}">
                  <a16:creationId xmlns:a16="http://schemas.microsoft.com/office/drawing/2014/main" id="{CCE991EC-9E47-4753-AB8A-E2ED442A6B2A}"/>
                </a:ext>
              </a:extLst>
            </p:cNvPr>
            <p:cNvSpPr/>
            <p:nvPr/>
          </p:nvSpPr>
          <p:spPr>
            <a:xfrm>
              <a:off x="16987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7" name="타원 7316">
              <a:extLst>
                <a:ext uri="{FF2B5EF4-FFF2-40B4-BE49-F238E27FC236}">
                  <a16:creationId xmlns:a16="http://schemas.microsoft.com/office/drawing/2014/main" id="{25952C4E-A63E-4387-A8AB-C753B17FDA2E}"/>
                </a:ext>
              </a:extLst>
            </p:cNvPr>
            <p:cNvSpPr/>
            <p:nvPr/>
          </p:nvSpPr>
          <p:spPr>
            <a:xfrm>
              <a:off x="18511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8" name="타원 7317">
              <a:extLst>
                <a:ext uri="{FF2B5EF4-FFF2-40B4-BE49-F238E27FC236}">
                  <a16:creationId xmlns:a16="http://schemas.microsoft.com/office/drawing/2014/main" id="{233C5B33-CD8F-4357-82F2-E110F9DA4B5C}"/>
                </a:ext>
              </a:extLst>
            </p:cNvPr>
            <p:cNvSpPr/>
            <p:nvPr/>
          </p:nvSpPr>
          <p:spPr>
            <a:xfrm>
              <a:off x="20035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9" name="타원 7318">
              <a:extLst>
                <a:ext uri="{FF2B5EF4-FFF2-40B4-BE49-F238E27FC236}">
                  <a16:creationId xmlns:a16="http://schemas.microsoft.com/office/drawing/2014/main" id="{D2C37FAF-2042-4190-8423-87880C7CC2A5}"/>
                </a:ext>
              </a:extLst>
            </p:cNvPr>
            <p:cNvSpPr/>
            <p:nvPr/>
          </p:nvSpPr>
          <p:spPr>
            <a:xfrm>
              <a:off x="21559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0" name="타원 7319">
              <a:extLst>
                <a:ext uri="{FF2B5EF4-FFF2-40B4-BE49-F238E27FC236}">
                  <a16:creationId xmlns:a16="http://schemas.microsoft.com/office/drawing/2014/main" id="{671EDCD7-48AE-4A7C-83E4-2E80E5EB6D2F}"/>
                </a:ext>
              </a:extLst>
            </p:cNvPr>
            <p:cNvSpPr/>
            <p:nvPr/>
          </p:nvSpPr>
          <p:spPr>
            <a:xfrm>
              <a:off x="23083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1" name="타원 7320">
              <a:extLst>
                <a:ext uri="{FF2B5EF4-FFF2-40B4-BE49-F238E27FC236}">
                  <a16:creationId xmlns:a16="http://schemas.microsoft.com/office/drawing/2014/main" id="{C69B9F08-58CA-481B-9108-558E53A52AC9}"/>
                </a:ext>
              </a:extLst>
            </p:cNvPr>
            <p:cNvSpPr/>
            <p:nvPr/>
          </p:nvSpPr>
          <p:spPr>
            <a:xfrm>
              <a:off x="24607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2" name="타원 7321">
              <a:extLst>
                <a:ext uri="{FF2B5EF4-FFF2-40B4-BE49-F238E27FC236}">
                  <a16:creationId xmlns:a16="http://schemas.microsoft.com/office/drawing/2014/main" id="{E6A535A9-66DF-4FE9-8AB3-17D1CFB4CF34}"/>
                </a:ext>
              </a:extLst>
            </p:cNvPr>
            <p:cNvSpPr/>
            <p:nvPr/>
          </p:nvSpPr>
          <p:spPr>
            <a:xfrm>
              <a:off x="26131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3" name="타원 7322">
              <a:extLst>
                <a:ext uri="{FF2B5EF4-FFF2-40B4-BE49-F238E27FC236}">
                  <a16:creationId xmlns:a16="http://schemas.microsoft.com/office/drawing/2014/main" id="{FAC2E50C-9F71-45AD-B274-FF2DA5C00D58}"/>
                </a:ext>
              </a:extLst>
            </p:cNvPr>
            <p:cNvSpPr/>
            <p:nvPr/>
          </p:nvSpPr>
          <p:spPr>
            <a:xfrm>
              <a:off x="27655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4" name="타원 7323">
              <a:extLst>
                <a:ext uri="{FF2B5EF4-FFF2-40B4-BE49-F238E27FC236}">
                  <a16:creationId xmlns:a16="http://schemas.microsoft.com/office/drawing/2014/main" id="{0244E57B-38F8-43D1-8A84-6589F58B3AA0}"/>
                </a:ext>
              </a:extLst>
            </p:cNvPr>
            <p:cNvSpPr/>
            <p:nvPr/>
          </p:nvSpPr>
          <p:spPr>
            <a:xfrm>
              <a:off x="29179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5" name="타원 7324">
              <a:extLst>
                <a:ext uri="{FF2B5EF4-FFF2-40B4-BE49-F238E27FC236}">
                  <a16:creationId xmlns:a16="http://schemas.microsoft.com/office/drawing/2014/main" id="{1DAB43AA-772F-4D1C-AB01-12A7ED2DA83E}"/>
                </a:ext>
              </a:extLst>
            </p:cNvPr>
            <p:cNvSpPr/>
            <p:nvPr/>
          </p:nvSpPr>
          <p:spPr>
            <a:xfrm>
              <a:off x="30703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6" name="타원 7325">
              <a:extLst>
                <a:ext uri="{FF2B5EF4-FFF2-40B4-BE49-F238E27FC236}">
                  <a16:creationId xmlns:a16="http://schemas.microsoft.com/office/drawing/2014/main" id="{FB54B978-533C-46F2-8B02-7E517DE1111B}"/>
                </a:ext>
              </a:extLst>
            </p:cNvPr>
            <p:cNvSpPr/>
            <p:nvPr/>
          </p:nvSpPr>
          <p:spPr>
            <a:xfrm>
              <a:off x="32227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7" name="타원 7326">
              <a:extLst>
                <a:ext uri="{FF2B5EF4-FFF2-40B4-BE49-F238E27FC236}">
                  <a16:creationId xmlns:a16="http://schemas.microsoft.com/office/drawing/2014/main" id="{3E9D9783-09DD-4FBC-AA28-0523847FA7BA}"/>
                </a:ext>
              </a:extLst>
            </p:cNvPr>
            <p:cNvSpPr/>
            <p:nvPr/>
          </p:nvSpPr>
          <p:spPr>
            <a:xfrm>
              <a:off x="33751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8" name="타원 7327">
              <a:extLst>
                <a:ext uri="{FF2B5EF4-FFF2-40B4-BE49-F238E27FC236}">
                  <a16:creationId xmlns:a16="http://schemas.microsoft.com/office/drawing/2014/main" id="{F5E1F5B5-D5D6-4C14-BA09-C09B08D7F369}"/>
                </a:ext>
              </a:extLst>
            </p:cNvPr>
            <p:cNvSpPr/>
            <p:nvPr/>
          </p:nvSpPr>
          <p:spPr>
            <a:xfrm>
              <a:off x="35275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9" name="타원 7328">
              <a:extLst>
                <a:ext uri="{FF2B5EF4-FFF2-40B4-BE49-F238E27FC236}">
                  <a16:creationId xmlns:a16="http://schemas.microsoft.com/office/drawing/2014/main" id="{E58400DD-FE9D-4AEA-ACA8-932744821AEE}"/>
                </a:ext>
              </a:extLst>
            </p:cNvPr>
            <p:cNvSpPr/>
            <p:nvPr/>
          </p:nvSpPr>
          <p:spPr>
            <a:xfrm>
              <a:off x="36799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0" name="타원 7329">
              <a:extLst>
                <a:ext uri="{FF2B5EF4-FFF2-40B4-BE49-F238E27FC236}">
                  <a16:creationId xmlns:a16="http://schemas.microsoft.com/office/drawing/2014/main" id="{E5C1B8EF-FCCE-4B18-8324-7B886B540F55}"/>
                </a:ext>
              </a:extLst>
            </p:cNvPr>
            <p:cNvSpPr/>
            <p:nvPr/>
          </p:nvSpPr>
          <p:spPr>
            <a:xfrm>
              <a:off x="38323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1" name="타원 7330">
              <a:extLst>
                <a:ext uri="{FF2B5EF4-FFF2-40B4-BE49-F238E27FC236}">
                  <a16:creationId xmlns:a16="http://schemas.microsoft.com/office/drawing/2014/main" id="{D33EC06F-4C55-493E-AEDD-2B34238D22DC}"/>
                </a:ext>
              </a:extLst>
            </p:cNvPr>
            <p:cNvSpPr/>
            <p:nvPr/>
          </p:nvSpPr>
          <p:spPr>
            <a:xfrm>
              <a:off x="39847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2" name="타원 7331">
              <a:extLst>
                <a:ext uri="{FF2B5EF4-FFF2-40B4-BE49-F238E27FC236}">
                  <a16:creationId xmlns:a16="http://schemas.microsoft.com/office/drawing/2014/main" id="{3845A687-F725-4DE2-BC24-3B45504D5768}"/>
                </a:ext>
              </a:extLst>
            </p:cNvPr>
            <p:cNvSpPr/>
            <p:nvPr/>
          </p:nvSpPr>
          <p:spPr>
            <a:xfrm>
              <a:off x="41371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3" name="타원 7332">
              <a:extLst>
                <a:ext uri="{FF2B5EF4-FFF2-40B4-BE49-F238E27FC236}">
                  <a16:creationId xmlns:a16="http://schemas.microsoft.com/office/drawing/2014/main" id="{2E57A1EE-EA7A-46E6-9548-92AEBABA99D6}"/>
                </a:ext>
              </a:extLst>
            </p:cNvPr>
            <p:cNvSpPr/>
            <p:nvPr/>
          </p:nvSpPr>
          <p:spPr>
            <a:xfrm>
              <a:off x="42895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4" name="타원 7333">
              <a:extLst>
                <a:ext uri="{FF2B5EF4-FFF2-40B4-BE49-F238E27FC236}">
                  <a16:creationId xmlns:a16="http://schemas.microsoft.com/office/drawing/2014/main" id="{B8B54CDB-E672-4594-97AF-786FA20460B4}"/>
                </a:ext>
              </a:extLst>
            </p:cNvPr>
            <p:cNvSpPr/>
            <p:nvPr/>
          </p:nvSpPr>
          <p:spPr>
            <a:xfrm>
              <a:off x="44419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5" name="타원 7334">
              <a:extLst>
                <a:ext uri="{FF2B5EF4-FFF2-40B4-BE49-F238E27FC236}">
                  <a16:creationId xmlns:a16="http://schemas.microsoft.com/office/drawing/2014/main" id="{1E1161E4-A1B2-4BE1-B490-EB81146CA76B}"/>
                </a:ext>
              </a:extLst>
            </p:cNvPr>
            <p:cNvSpPr/>
            <p:nvPr/>
          </p:nvSpPr>
          <p:spPr>
            <a:xfrm>
              <a:off x="45943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6" name="타원 7335">
              <a:extLst>
                <a:ext uri="{FF2B5EF4-FFF2-40B4-BE49-F238E27FC236}">
                  <a16:creationId xmlns:a16="http://schemas.microsoft.com/office/drawing/2014/main" id="{AC6E0048-BD52-420B-856B-B52275EC9E31}"/>
                </a:ext>
              </a:extLst>
            </p:cNvPr>
            <p:cNvSpPr/>
            <p:nvPr/>
          </p:nvSpPr>
          <p:spPr>
            <a:xfrm>
              <a:off x="47467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7" name="타원 7336">
              <a:extLst>
                <a:ext uri="{FF2B5EF4-FFF2-40B4-BE49-F238E27FC236}">
                  <a16:creationId xmlns:a16="http://schemas.microsoft.com/office/drawing/2014/main" id="{B3CE6F5F-69FA-4514-A66C-6F9FAC68E7AE}"/>
                </a:ext>
              </a:extLst>
            </p:cNvPr>
            <p:cNvSpPr/>
            <p:nvPr/>
          </p:nvSpPr>
          <p:spPr>
            <a:xfrm>
              <a:off x="48991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8" name="타원 7337">
              <a:extLst>
                <a:ext uri="{FF2B5EF4-FFF2-40B4-BE49-F238E27FC236}">
                  <a16:creationId xmlns:a16="http://schemas.microsoft.com/office/drawing/2014/main" id="{CF279AB8-91A3-4F2E-AEA9-AE4A86C4795F}"/>
                </a:ext>
              </a:extLst>
            </p:cNvPr>
            <p:cNvSpPr/>
            <p:nvPr/>
          </p:nvSpPr>
          <p:spPr>
            <a:xfrm>
              <a:off x="50515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9" name="타원 7338">
              <a:extLst>
                <a:ext uri="{FF2B5EF4-FFF2-40B4-BE49-F238E27FC236}">
                  <a16:creationId xmlns:a16="http://schemas.microsoft.com/office/drawing/2014/main" id="{D7F19864-B513-419E-83A3-892D1DDC6DBB}"/>
                </a:ext>
              </a:extLst>
            </p:cNvPr>
            <p:cNvSpPr/>
            <p:nvPr/>
          </p:nvSpPr>
          <p:spPr>
            <a:xfrm>
              <a:off x="52039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0" name="타원 7339">
              <a:extLst>
                <a:ext uri="{FF2B5EF4-FFF2-40B4-BE49-F238E27FC236}">
                  <a16:creationId xmlns:a16="http://schemas.microsoft.com/office/drawing/2014/main" id="{CFB366EA-29C0-4691-8CC0-9A54F9F0FE69}"/>
                </a:ext>
              </a:extLst>
            </p:cNvPr>
            <p:cNvSpPr/>
            <p:nvPr/>
          </p:nvSpPr>
          <p:spPr>
            <a:xfrm>
              <a:off x="53563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1" name="타원 7340">
              <a:extLst>
                <a:ext uri="{FF2B5EF4-FFF2-40B4-BE49-F238E27FC236}">
                  <a16:creationId xmlns:a16="http://schemas.microsoft.com/office/drawing/2014/main" id="{453D252F-54F6-4EE2-B07D-B0608A33E128}"/>
                </a:ext>
              </a:extLst>
            </p:cNvPr>
            <p:cNvSpPr/>
            <p:nvPr/>
          </p:nvSpPr>
          <p:spPr>
            <a:xfrm>
              <a:off x="55087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2" name="타원 7341">
              <a:extLst>
                <a:ext uri="{FF2B5EF4-FFF2-40B4-BE49-F238E27FC236}">
                  <a16:creationId xmlns:a16="http://schemas.microsoft.com/office/drawing/2014/main" id="{5D4A052E-B321-467F-BB29-236D0992DBD5}"/>
                </a:ext>
              </a:extLst>
            </p:cNvPr>
            <p:cNvSpPr/>
            <p:nvPr/>
          </p:nvSpPr>
          <p:spPr>
            <a:xfrm>
              <a:off x="56611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3" name="타원 7342">
              <a:extLst>
                <a:ext uri="{FF2B5EF4-FFF2-40B4-BE49-F238E27FC236}">
                  <a16:creationId xmlns:a16="http://schemas.microsoft.com/office/drawing/2014/main" id="{5AC5146F-C01D-454C-85BD-8D0EE32E390C}"/>
                </a:ext>
              </a:extLst>
            </p:cNvPr>
            <p:cNvSpPr/>
            <p:nvPr/>
          </p:nvSpPr>
          <p:spPr>
            <a:xfrm>
              <a:off x="5813576" y="236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4" name="타원 7343">
              <a:extLst>
                <a:ext uri="{FF2B5EF4-FFF2-40B4-BE49-F238E27FC236}">
                  <a16:creationId xmlns:a16="http://schemas.microsoft.com/office/drawing/2014/main" id="{6E8482A8-0827-40ED-AC41-9CC9BE1FDF17}"/>
                </a:ext>
              </a:extLst>
            </p:cNvPr>
            <p:cNvSpPr/>
            <p:nvPr/>
          </p:nvSpPr>
          <p:spPr>
            <a:xfrm>
              <a:off x="3271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5" name="타원 7344">
              <a:extLst>
                <a:ext uri="{FF2B5EF4-FFF2-40B4-BE49-F238E27FC236}">
                  <a16:creationId xmlns:a16="http://schemas.microsoft.com/office/drawing/2014/main" id="{0FB337A3-3E9B-43EB-A22F-0ACA8636AD41}"/>
                </a:ext>
              </a:extLst>
            </p:cNvPr>
            <p:cNvSpPr/>
            <p:nvPr/>
          </p:nvSpPr>
          <p:spPr>
            <a:xfrm>
              <a:off x="4795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6" name="타원 7345">
              <a:extLst>
                <a:ext uri="{FF2B5EF4-FFF2-40B4-BE49-F238E27FC236}">
                  <a16:creationId xmlns:a16="http://schemas.microsoft.com/office/drawing/2014/main" id="{ABCA744A-1EEB-40B8-BC83-9D50B0A534A6}"/>
                </a:ext>
              </a:extLst>
            </p:cNvPr>
            <p:cNvSpPr/>
            <p:nvPr/>
          </p:nvSpPr>
          <p:spPr>
            <a:xfrm>
              <a:off x="6319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7" name="타원 7346">
              <a:extLst>
                <a:ext uri="{FF2B5EF4-FFF2-40B4-BE49-F238E27FC236}">
                  <a16:creationId xmlns:a16="http://schemas.microsoft.com/office/drawing/2014/main" id="{7838002E-4679-4749-8542-D3549C048293}"/>
                </a:ext>
              </a:extLst>
            </p:cNvPr>
            <p:cNvSpPr/>
            <p:nvPr/>
          </p:nvSpPr>
          <p:spPr>
            <a:xfrm>
              <a:off x="7843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8" name="타원 7347">
              <a:extLst>
                <a:ext uri="{FF2B5EF4-FFF2-40B4-BE49-F238E27FC236}">
                  <a16:creationId xmlns:a16="http://schemas.microsoft.com/office/drawing/2014/main" id="{FF17A622-7425-470C-AB29-7489A04D8614}"/>
                </a:ext>
              </a:extLst>
            </p:cNvPr>
            <p:cNvSpPr/>
            <p:nvPr/>
          </p:nvSpPr>
          <p:spPr>
            <a:xfrm>
              <a:off x="9367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9" name="타원 7348">
              <a:extLst>
                <a:ext uri="{FF2B5EF4-FFF2-40B4-BE49-F238E27FC236}">
                  <a16:creationId xmlns:a16="http://schemas.microsoft.com/office/drawing/2014/main" id="{1C01029C-E0DC-4CB4-A0E9-FD45034005E4}"/>
                </a:ext>
              </a:extLst>
            </p:cNvPr>
            <p:cNvSpPr/>
            <p:nvPr/>
          </p:nvSpPr>
          <p:spPr>
            <a:xfrm>
              <a:off x="10891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0" name="타원 7349">
              <a:extLst>
                <a:ext uri="{FF2B5EF4-FFF2-40B4-BE49-F238E27FC236}">
                  <a16:creationId xmlns:a16="http://schemas.microsoft.com/office/drawing/2014/main" id="{33816993-1BE4-401A-BD55-6B684D1AA1EB}"/>
                </a:ext>
              </a:extLst>
            </p:cNvPr>
            <p:cNvSpPr/>
            <p:nvPr/>
          </p:nvSpPr>
          <p:spPr>
            <a:xfrm>
              <a:off x="12415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1" name="타원 7350">
              <a:extLst>
                <a:ext uri="{FF2B5EF4-FFF2-40B4-BE49-F238E27FC236}">
                  <a16:creationId xmlns:a16="http://schemas.microsoft.com/office/drawing/2014/main" id="{49BAB9BE-D016-4069-8FE0-FB04CDC564E5}"/>
                </a:ext>
              </a:extLst>
            </p:cNvPr>
            <p:cNvSpPr/>
            <p:nvPr/>
          </p:nvSpPr>
          <p:spPr>
            <a:xfrm>
              <a:off x="13939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2" name="타원 7351">
              <a:extLst>
                <a:ext uri="{FF2B5EF4-FFF2-40B4-BE49-F238E27FC236}">
                  <a16:creationId xmlns:a16="http://schemas.microsoft.com/office/drawing/2014/main" id="{54AB1F4F-5071-405E-ABE7-27FA16594926}"/>
                </a:ext>
              </a:extLst>
            </p:cNvPr>
            <p:cNvSpPr/>
            <p:nvPr/>
          </p:nvSpPr>
          <p:spPr>
            <a:xfrm>
              <a:off x="15463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3" name="타원 7352">
              <a:extLst>
                <a:ext uri="{FF2B5EF4-FFF2-40B4-BE49-F238E27FC236}">
                  <a16:creationId xmlns:a16="http://schemas.microsoft.com/office/drawing/2014/main" id="{4ADA4AD4-008F-4652-9391-F73534873418}"/>
                </a:ext>
              </a:extLst>
            </p:cNvPr>
            <p:cNvSpPr/>
            <p:nvPr/>
          </p:nvSpPr>
          <p:spPr>
            <a:xfrm>
              <a:off x="16987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4" name="타원 7353">
              <a:extLst>
                <a:ext uri="{FF2B5EF4-FFF2-40B4-BE49-F238E27FC236}">
                  <a16:creationId xmlns:a16="http://schemas.microsoft.com/office/drawing/2014/main" id="{5F7A7076-AD15-492F-ABC5-F1741EE17E24}"/>
                </a:ext>
              </a:extLst>
            </p:cNvPr>
            <p:cNvSpPr/>
            <p:nvPr/>
          </p:nvSpPr>
          <p:spPr>
            <a:xfrm>
              <a:off x="18511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5" name="타원 7354">
              <a:extLst>
                <a:ext uri="{FF2B5EF4-FFF2-40B4-BE49-F238E27FC236}">
                  <a16:creationId xmlns:a16="http://schemas.microsoft.com/office/drawing/2014/main" id="{FEDE33EF-075A-4353-BA26-E7F81DD43102}"/>
                </a:ext>
              </a:extLst>
            </p:cNvPr>
            <p:cNvSpPr/>
            <p:nvPr/>
          </p:nvSpPr>
          <p:spPr>
            <a:xfrm>
              <a:off x="20035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6" name="타원 7355">
              <a:extLst>
                <a:ext uri="{FF2B5EF4-FFF2-40B4-BE49-F238E27FC236}">
                  <a16:creationId xmlns:a16="http://schemas.microsoft.com/office/drawing/2014/main" id="{D6601CB2-FC85-44E6-9F97-3C14A7257296}"/>
                </a:ext>
              </a:extLst>
            </p:cNvPr>
            <p:cNvSpPr/>
            <p:nvPr/>
          </p:nvSpPr>
          <p:spPr>
            <a:xfrm>
              <a:off x="21559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7" name="타원 7356">
              <a:extLst>
                <a:ext uri="{FF2B5EF4-FFF2-40B4-BE49-F238E27FC236}">
                  <a16:creationId xmlns:a16="http://schemas.microsoft.com/office/drawing/2014/main" id="{A0ECC1F6-F54F-468B-9779-8A6A3CA756DE}"/>
                </a:ext>
              </a:extLst>
            </p:cNvPr>
            <p:cNvSpPr/>
            <p:nvPr/>
          </p:nvSpPr>
          <p:spPr>
            <a:xfrm>
              <a:off x="23083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8" name="타원 7357">
              <a:extLst>
                <a:ext uri="{FF2B5EF4-FFF2-40B4-BE49-F238E27FC236}">
                  <a16:creationId xmlns:a16="http://schemas.microsoft.com/office/drawing/2014/main" id="{9873F9EC-39F5-405B-8B86-DC3924D46C6F}"/>
                </a:ext>
              </a:extLst>
            </p:cNvPr>
            <p:cNvSpPr/>
            <p:nvPr/>
          </p:nvSpPr>
          <p:spPr>
            <a:xfrm>
              <a:off x="24607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9" name="타원 7358">
              <a:extLst>
                <a:ext uri="{FF2B5EF4-FFF2-40B4-BE49-F238E27FC236}">
                  <a16:creationId xmlns:a16="http://schemas.microsoft.com/office/drawing/2014/main" id="{6BAD7DF4-E8F8-4ED6-9954-55B64E07C8C1}"/>
                </a:ext>
              </a:extLst>
            </p:cNvPr>
            <p:cNvSpPr/>
            <p:nvPr/>
          </p:nvSpPr>
          <p:spPr>
            <a:xfrm>
              <a:off x="26131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0" name="타원 7359">
              <a:extLst>
                <a:ext uri="{FF2B5EF4-FFF2-40B4-BE49-F238E27FC236}">
                  <a16:creationId xmlns:a16="http://schemas.microsoft.com/office/drawing/2014/main" id="{88937A68-A10D-4A99-919F-7C6153E13F9C}"/>
                </a:ext>
              </a:extLst>
            </p:cNvPr>
            <p:cNvSpPr/>
            <p:nvPr/>
          </p:nvSpPr>
          <p:spPr>
            <a:xfrm>
              <a:off x="27655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1" name="타원 7360">
              <a:extLst>
                <a:ext uri="{FF2B5EF4-FFF2-40B4-BE49-F238E27FC236}">
                  <a16:creationId xmlns:a16="http://schemas.microsoft.com/office/drawing/2014/main" id="{6E672253-E742-41B6-9C9B-46B097292685}"/>
                </a:ext>
              </a:extLst>
            </p:cNvPr>
            <p:cNvSpPr/>
            <p:nvPr/>
          </p:nvSpPr>
          <p:spPr>
            <a:xfrm>
              <a:off x="29179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2" name="타원 7361">
              <a:extLst>
                <a:ext uri="{FF2B5EF4-FFF2-40B4-BE49-F238E27FC236}">
                  <a16:creationId xmlns:a16="http://schemas.microsoft.com/office/drawing/2014/main" id="{A7D8F9FE-6564-49DA-B705-39FF81212569}"/>
                </a:ext>
              </a:extLst>
            </p:cNvPr>
            <p:cNvSpPr/>
            <p:nvPr/>
          </p:nvSpPr>
          <p:spPr>
            <a:xfrm>
              <a:off x="30703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3" name="타원 7362">
              <a:extLst>
                <a:ext uri="{FF2B5EF4-FFF2-40B4-BE49-F238E27FC236}">
                  <a16:creationId xmlns:a16="http://schemas.microsoft.com/office/drawing/2014/main" id="{1482AFA5-4F4D-496B-9BA0-ACF1FC8D8631}"/>
                </a:ext>
              </a:extLst>
            </p:cNvPr>
            <p:cNvSpPr/>
            <p:nvPr/>
          </p:nvSpPr>
          <p:spPr>
            <a:xfrm>
              <a:off x="32227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4" name="타원 7363">
              <a:extLst>
                <a:ext uri="{FF2B5EF4-FFF2-40B4-BE49-F238E27FC236}">
                  <a16:creationId xmlns:a16="http://schemas.microsoft.com/office/drawing/2014/main" id="{C39921B4-A9B1-4344-93DE-2A7322DF467A}"/>
                </a:ext>
              </a:extLst>
            </p:cNvPr>
            <p:cNvSpPr/>
            <p:nvPr/>
          </p:nvSpPr>
          <p:spPr>
            <a:xfrm>
              <a:off x="33751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5" name="타원 7364">
              <a:extLst>
                <a:ext uri="{FF2B5EF4-FFF2-40B4-BE49-F238E27FC236}">
                  <a16:creationId xmlns:a16="http://schemas.microsoft.com/office/drawing/2014/main" id="{C6EB04F8-7159-4282-9572-25FB6DB563ED}"/>
                </a:ext>
              </a:extLst>
            </p:cNvPr>
            <p:cNvSpPr/>
            <p:nvPr/>
          </p:nvSpPr>
          <p:spPr>
            <a:xfrm>
              <a:off x="35275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6" name="타원 7365">
              <a:extLst>
                <a:ext uri="{FF2B5EF4-FFF2-40B4-BE49-F238E27FC236}">
                  <a16:creationId xmlns:a16="http://schemas.microsoft.com/office/drawing/2014/main" id="{41DBC83D-5D7F-4284-A8F0-7CE642F17C41}"/>
                </a:ext>
              </a:extLst>
            </p:cNvPr>
            <p:cNvSpPr/>
            <p:nvPr/>
          </p:nvSpPr>
          <p:spPr>
            <a:xfrm>
              <a:off x="36799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7" name="타원 7366">
              <a:extLst>
                <a:ext uri="{FF2B5EF4-FFF2-40B4-BE49-F238E27FC236}">
                  <a16:creationId xmlns:a16="http://schemas.microsoft.com/office/drawing/2014/main" id="{4A63F782-2156-4848-910A-1D67F7DDC4E8}"/>
                </a:ext>
              </a:extLst>
            </p:cNvPr>
            <p:cNvSpPr/>
            <p:nvPr/>
          </p:nvSpPr>
          <p:spPr>
            <a:xfrm>
              <a:off x="38323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8" name="타원 7367">
              <a:extLst>
                <a:ext uri="{FF2B5EF4-FFF2-40B4-BE49-F238E27FC236}">
                  <a16:creationId xmlns:a16="http://schemas.microsoft.com/office/drawing/2014/main" id="{ABA0856C-7DAE-481D-8638-CD619B04A59F}"/>
                </a:ext>
              </a:extLst>
            </p:cNvPr>
            <p:cNvSpPr/>
            <p:nvPr/>
          </p:nvSpPr>
          <p:spPr>
            <a:xfrm>
              <a:off x="39847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9" name="타원 7368">
              <a:extLst>
                <a:ext uri="{FF2B5EF4-FFF2-40B4-BE49-F238E27FC236}">
                  <a16:creationId xmlns:a16="http://schemas.microsoft.com/office/drawing/2014/main" id="{D862FD02-FBB4-4F01-ABDE-6F6F9F7C1C8C}"/>
                </a:ext>
              </a:extLst>
            </p:cNvPr>
            <p:cNvSpPr/>
            <p:nvPr/>
          </p:nvSpPr>
          <p:spPr>
            <a:xfrm>
              <a:off x="41371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0" name="타원 7369">
              <a:extLst>
                <a:ext uri="{FF2B5EF4-FFF2-40B4-BE49-F238E27FC236}">
                  <a16:creationId xmlns:a16="http://schemas.microsoft.com/office/drawing/2014/main" id="{F500209B-1217-4C96-BFF5-5EAEE133C611}"/>
                </a:ext>
              </a:extLst>
            </p:cNvPr>
            <p:cNvSpPr/>
            <p:nvPr/>
          </p:nvSpPr>
          <p:spPr>
            <a:xfrm>
              <a:off x="42895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1" name="타원 7370">
              <a:extLst>
                <a:ext uri="{FF2B5EF4-FFF2-40B4-BE49-F238E27FC236}">
                  <a16:creationId xmlns:a16="http://schemas.microsoft.com/office/drawing/2014/main" id="{C7FA5D14-060F-40C8-AE0E-A77F00A1DD28}"/>
                </a:ext>
              </a:extLst>
            </p:cNvPr>
            <p:cNvSpPr/>
            <p:nvPr/>
          </p:nvSpPr>
          <p:spPr>
            <a:xfrm>
              <a:off x="44419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2" name="타원 7371">
              <a:extLst>
                <a:ext uri="{FF2B5EF4-FFF2-40B4-BE49-F238E27FC236}">
                  <a16:creationId xmlns:a16="http://schemas.microsoft.com/office/drawing/2014/main" id="{CB328F05-6511-4E96-B903-403CAB109D84}"/>
                </a:ext>
              </a:extLst>
            </p:cNvPr>
            <p:cNvSpPr/>
            <p:nvPr/>
          </p:nvSpPr>
          <p:spPr>
            <a:xfrm>
              <a:off x="45943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3" name="타원 7372">
              <a:extLst>
                <a:ext uri="{FF2B5EF4-FFF2-40B4-BE49-F238E27FC236}">
                  <a16:creationId xmlns:a16="http://schemas.microsoft.com/office/drawing/2014/main" id="{CC05A744-9A9C-4A08-8E2F-75EE731A9FA7}"/>
                </a:ext>
              </a:extLst>
            </p:cNvPr>
            <p:cNvSpPr/>
            <p:nvPr/>
          </p:nvSpPr>
          <p:spPr>
            <a:xfrm>
              <a:off x="47467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4" name="타원 7373">
              <a:extLst>
                <a:ext uri="{FF2B5EF4-FFF2-40B4-BE49-F238E27FC236}">
                  <a16:creationId xmlns:a16="http://schemas.microsoft.com/office/drawing/2014/main" id="{C57E7F9F-1B0E-429F-8F64-F59398809FC1}"/>
                </a:ext>
              </a:extLst>
            </p:cNvPr>
            <p:cNvSpPr/>
            <p:nvPr/>
          </p:nvSpPr>
          <p:spPr>
            <a:xfrm>
              <a:off x="48991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5" name="타원 7374">
              <a:extLst>
                <a:ext uri="{FF2B5EF4-FFF2-40B4-BE49-F238E27FC236}">
                  <a16:creationId xmlns:a16="http://schemas.microsoft.com/office/drawing/2014/main" id="{52EFDE81-B59B-4AD2-99BC-42380C094D22}"/>
                </a:ext>
              </a:extLst>
            </p:cNvPr>
            <p:cNvSpPr/>
            <p:nvPr/>
          </p:nvSpPr>
          <p:spPr>
            <a:xfrm>
              <a:off x="50515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6" name="타원 7375">
              <a:extLst>
                <a:ext uri="{FF2B5EF4-FFF2-40B4-BE49-F238E27FC236}">
                  <a16:creationId xmlns:a16="http://schemas.microsoft.com/office/drawing/2014/main" id="{AAB253F7-4AB9-4364-BDEF-D3D7624035D6}"/>
                </a:ext>
              </a:extLst>
            </p:cNvPr>
            <p:cNvSpPr/>
            <p:nvPr/>
          </p:nvSpPr>
          <p:spPr>
            <a:xfrm>
              <a:off x="52039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7" name="타원 7376">
              <a:extLst>
                <a:ext uri="{FF2B5EF4-FFF2-40B4-BE49-F238E27FC236}">
                  <a16:creationId xmlns:a16="http://schemas.microsoft.com/office/drawing/2014/main" id="{07771673-E4DA-4297-9DDE-C4ADA25773C9}"/>
                </a:ext>
              </a:extLst>
            </p:cNvPr>
            <p:cNvSpPr/>
            <p:nvPr/>
          </p:nvSpPr>
          <p:spPr>
            <a:xfrm>
              <a:off x="53563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8" name="타원 7377">
              <a:extLst>
                <a:ext uri="{FF2B5EF4-FFF2-40B4-BE49-F238E27FC236}">
                  <a16:creationId xmlns:a16="http://schemas.microsoft.com/office/drawing/2014/main" id="{AFE7EA8A-F7BA-4D6E-82C6-0F1B5E67910B}"/>
                </a:ext>
              </a:extLst>
            </p:cNvPr>
            <p:cNvSpPr/>
            <p:nvPr/>
          </p:nvSpPr>
          <p:spPr>
            <a:xfrm>
              <a:off x="55087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9" name="타원 7378">
              <a:extLst>
                <a:ext uri="{FF2B5EF4-FFF2-40B4-BE49-F238E27FC236}">
                  <a16:creationId xmlns:a16="http://schemas.microsoft.com/office/drawing/2014/main" id="{C23D3E73-DE8F-49C9-B902-659C7291D50A}"/>
                </a:ext>
              </a:extLst>
            </p:cNvPr>
            <p:cNvSpPr/>
            <p:nvPr/>
          </p:nvSpPr>
          <p:spPr>
            <a:xfrm>
              <a:off x="56611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0" name="타원 7379">
              <a:extLst>
                <a:ext uri="{FF2B5EF4-FFF2-40B4-BE49-F238E27FC236}">
                  <a16:creationId xmlns:a16="http://schemas.microsoft.com/office/drawing/2014/main" id="{09BD3FAE-E040-43B6-8C53-CC3287BC5F8B}"/>
                </a:ext>
              </a:extLst>
            </p:cNvPr>
            <p:cNvSpPr/>
            <p:nvPr/>
          </p:nvSpPr>
          <p:spPr>
            <a:xfrm>
              <a:off x="5813576" y="251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1" name="타원 7380">
              <a:extLst>
                <a:ext uri="{FF2B5EF4-FFF2-40B4-BE49-F238E27FC236}">
                  <a16:creationId xmlns:a16="http://schemas.microsoft.com/office/drawing/2014/main" id="{BC19F82B-009F-4548-9910-6219B41A7AB6}"/>
                </a:ext>
              </a:extLst>
            </p:cNvPr>
            <p:cNvSpPr/>
            <p:nvPr/>
          </p:nvSpPr>
          <p:spPr>
            <a:xfrm>
              <a:off x="3271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2" name="타원 7381">
              <a:extLst>
                <a:ext uri="{FF2B5EF4-FFF2-40B4-BE49-F238E27FC236}">
                  <a16:creationId xmlns:a16="http://schemas.microsoft.com/office/drawing/2014/main" id="{017C7245-E72D-49CA-94D6-0114D805F696}"/>
                </a:ext>
              </a:extLst>
            </p:cNvPr>
            <p:cNvSpPr/>
            <p:nvPr/>
          </p:nvSpPr>
          <p:spPr>
            <a:xfrm>
              <a:off x="4795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3" name="타원 7382">
              <a:extLst>
                <a:ext uri="{FF2B5EF4-FFF2-40B4-BE49-F238E27FC236}">
                  <a16:creationId xmlns:a16="http://schemas.microsoft.com/office/drawing/2014/main" id="{D15829A6-6893-4C65-AC06-AE2C4819651C}"/>
                </a:ext>
              </a:extLst>
            </p:cNvPr>
            <p:cNvSpPr/>
            <p:nvPr/>
          </p:nvSpPr>
          <p:spPr>
            <a:xfrm>
              <a:off x="6319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4" name="타원 7383">
              <a:extLst>
                <a:ext uri="{FF2B5EF4-FFF2-40B4-BE49-F238E27FC236}">
                  <a16:creationId xmlns:a16="http://schemas.microsoft.com/office/drawing/2014/main" id="{4513B05B-D162-456B-B512-51C85C0BC374}"/>
                </a:ext>
              </a:extLst>
            </p:cNvPr>
            <p:cNvSpPr/>
            <p:nvPr/>
          </p:nvSpPr>
          <p:spPr>
            <a:xfrm>
              <a:off x="7843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5" name="타원 7384">
              <a:extLst>
                <a:ext uri="{FF2B5EF4-FFF2-40B4-BE49-F238E27FC236}">
                  <a16:creationId xmlns:a16="http://schemas.microsoft.com/office/drawing/2014/main" id="{2CBAEA92-B3F2-4B63-937E-E273A00903E5}"/>
                </a:ext>
              </a:extLst>
            </p:cNvPr>
            <p:cNvSpPr/>
            <p:nvPr/>
          </p:nvSpPr>
          <p:spPr>
            <a:xfrm>
              <a:off x="9367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6" name="타원 7385">
              <a:extLst>
                <a:ext uri="{FF2B5EF4-FFF2-40B4-BE49-F238E27FC236}">
                  <a16:creationId xmlns:a16="http://schemas.microsoft.com/office/drawing/2014/main" id="{B91D59DA-77C1-46E1-B611-108205196438}"/>
                </a:ext>
              </a:extLst>
            </p:cNvPr>
            <p:cNvSpPr/>
            <p:nvPr/>
          </p:nvSpPr>
          <p:spPr>
            <a:xfrm>
              <a:off x="10891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7" name="타원 7386">
              <a:extLst>
                <a:ext uri="{FF2B5EF4-FFF2-40B4-BE49-F238E27FC236}">
                  <a16:creationId xmlns:a16="http://schemas.microsoft.com/office/drawing/2014/main" id="{C389A1C0-CB9C-48DE-B329-68E456CF1F73}"/>
                </a:ext>
              </a:extLst>
            </p:cNvPr>
            <p:cNvSpPr/>
            <p:nvPr/>
          </p:nvSpPr>
          <p:spPr>
            <a:xfrm>
              <a:off x="12415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8" name="타원 7387">
              <a:extLst>
                <a:ext uri="{FF2B5EF4-FFF2-40B4-BE49-F238E27FC236}">
                  <a16:creationId xmlns:a16="http://schemas.microsoft.com/office/drawing/2014/main" id="{63C54698-FBD9-43FE-8BD0-F32B797493D7}"/>
                </a:ext>
              </a:extLst>
            </p:cNvPr>
            <p:cNvSpPr/>
            <p:nvPr/>
          </p:nvSpPr>
          <p:spPr>
            <a:xfrm>
              <a:off x="13939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9" name="타원 7388">
              <a:extLst>
                <a:ext uri="{FF2B5EF4-FFF2-40B4-BE49-F238E27FC236}">
                  <a16:creationId xmlns:a16="http://schemas.microsoft.com/office/drawing/2014/main" id="{61A6E440-7D14-4D0C-80EF-2D59560D3F2F}"/>
                </a:ext>
              </a:extLst>
            </p:cNvPr>
            <p:cNvSpPr/>
            <p:nvPr/>
          </p:nvSpPr>
          <p:spPr>
            <a:xfrm>
              <a:off x="15463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0" name="타원 7389">
              <a:extLst>
                <a:ext uri="{FF2B5EF4-FFF2-40B4-BE49-F238E27FC236}">
                  <a16:creationId xmlns:a16="http://schemas.microsoft.com/office/drawing/2014/main" id="{D7663307-EB49-42C9-B345-DA70CC63DBE8}"/>
                </a:ext>
              </a:extLst>
            </p:cNvPr>
            <p:cNvSpPr/>
            <p:nvPr/>
          </p:nvSpPr>
          <p:spPr>
            <a:xfrm>
              <a:off x="16987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1" name="타원 7390">
              <a:extLst>
                <a:ext uri="{FF2B5EF4-FFF2-40B4-BE49-F238E27FC236}">
                  <a16:creationId xmlns:a16="http://schemas.microsoft.com/office/drawing/2014/main" id="{22BF22E1-902D-4098-93C4-A6513F73C273}"/>
                </a:ext>
              </a:extLst>
            </p:cNvPr>
            <p:cNvSpPr/>
            <p:nvPr/>
          </p:nvSpPr>
          <p:spPr>
            <a:xfrm>
              <a:off x="18511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2" name="타원 7391">
              <a:extLst>
                <a:ext uri="{FF2B5EF4-FFF2-40B4-BE49-F238E27FC236}">
                  <a16:creationId xmlns:a16="http://schemas.microsoft.com/office/drawing/2014/main" id="{FAD53851-F332-4C1E-80CB-900C44ABCAA4}"/>
                </a:ext>
              </a:extLst>
            </p:cNvPr>
            <p:cNvSpPr/>
            <p:nvPr/>
          </p:nvSpPr>
          <p:spPr>
            <a:xfrm>
              <a:off x="20035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3" name="타원 7392">
              <a:extLst>
                <a:ext uri="{FF2B5EF4-FFF2-40B4-BE49-F238E27FC236}">
                  <a16:creationId xmlns:a16="http://schemas.microsoft.com/office/drawing/2014/main" id="{01557269-29AE-4D0B-A155-EEEC1B2AD74C}"/>
                </a:ext>
              </a:extLst>
            </p:cNvPr>
            <p:cNvSpPr/>
            <p:nvPr/>
          </p:nvSpPr>
          <p:spPr>
            <a:xfrm>
              <a:off x="21559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4" name="타원 7393">
              <a:extLst>
                <a:ext uri="{FF2B5EF4-FFF2-40B4-BE49-F238E27FC236}">
                  <a16:creationId xmlns:a16="http://schemas.microsoft.com/office/drawing/2014/main" id="{B54E65FE-4158-43C1-A159-CB90F6E838E7}"/>
                </a:ext>
              </a:extLst>
            </p:cNvPr>
            <p:cNvSpPr/>
            <p:nvPr/>
          </p:nvSpPr>
          <p:spPr>
            <a:xfrm>
              <a:off x="23083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5" name="타원 7394">
              <a:extLst>
                <a:ext uri="{FF2B5EF4-FFF2-40B4-BE49-F238E27FC236}">
                  <a16:creationId xmlns:a16="http://schemas.microsoft.com/office/drawing/2014/main" id="{6A44D47D-DEDB-4362-BB22-FAAFC9722DE7}"/>
                </a:ext>
              </a:extLst>
            </p:cNvPr>
            <p:cNvSpPr/>
            <p:nvPr/>
          </p:nvSpPr>
          <p:spPr>
            <a:xfrm>
              <a:off x="24607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6" name="타원 7395">
              <a:extLst>
                <a:ext uri="{FF2B5EF4-FFF2-40B4-BE49-F238E27FC236}">
                  <a16:creationId xmlns:a16="http://schemas.microsoft.com/office/drawing/2014/main" id="{DCC6EC5E-F7A8-46D0-9ED7-258DA6ACD24D}"/>
                </a:ext>
              </a:extLst>
            </p:cNvPr>
            <p:cNvSpPr/>
            <p:nvPr/>
          </p:nvSpPr>
          <p:spPr>
            <a:xfrm>
              <a:off x="26131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7" name="타원 7396">
              <a:extLst>
                <a:ext uri="{FF2B5EF4-FFF2-40B4-BE49-F238E27FC236}">
                  <a16:creationId xmlns:a16="http://schemas.microsoft.com/office/drawing/2014/main" id="{2C70CAF3-DE85-45B9-9DB0-D53B75816D43}"/>
                </a:ext>
              </a:extLst>
            </p:cNvPr>
            <p:cNvSpPr/>
            <p:nvPr/>
          </p:nvSpPr>
          <p:spPr>
            <a:xfrm>
              <a:off x="27655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8" name="타원 7397">
              <a:extLst>
                <a:ext uri="{FF2B5EF4-FFF2-40B4-BE49-F238E27FC236}">
                  <a16:creationId xmlns:a16="http://schemas.microsoft.com/office/drawing/2014/main" id="{E94045AE-8CCB-464B-B0BD-2A5A07F676F5}"/>
                </a:ext>
              </a:extLst>
            </p:cNvPr>
            <p:cNvSpPr/>
            <p:nvPr/>
          </p:nvSpPr>
          <p:spPr>
            <a:xfrm>
              <a:off x="29179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9" name="타원 7398">
              <a:extLst>
                <a:ext uri="{FF2B5EF4-FFF2-40B4-BE49-F238E27FC236}">
                  <a16:creationId xmlns:a16="http://schemas.microsoft.com/office/drawing/2014/main" id="{09CC94F3-3291-432D-8B50-009D13989753}"/>
                </a:ext>
              </a:extLst>
            </p:cNvPr>
            <p:cNvSpPr/>
            <p:nvPr/>
          </p:nvSpPr>
          <p:spPr>
            <a:xfrm>
              <a:off x="30703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0" name="타원 7399">
              <a:extLst>
                <a:ext uri="{FF2B5EF4-FFF2-40B4-BE49-F238E27FC236}">
                  <a16:creationId xmlns:a16="http://schemas.microsoft.com/office/drawing/2014/main" id="{AE0BC574-F9F1-4BA7-B02C-8A970BEE5626}"/>
                </a:ext>
              </a:extLst>
            </p:cNvPr>
            <p:cNvSpPr/>
            <p:nvPr/>
          </p:nvSpPr>
          <p:spPr>
            <a:xfrm>
              <a:off x="32227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1" name="타원 7400">
              <a:extLst>
                <a:ext uri="{FF2B5EF4-FFF2-40B4-BE49-F238E27FC236}">
                  <a16:creationId xmlns:a16="http://schemas.microsoft.com/office/drawing/2014/main" id="{DB06AE5E-18EA-4D60-88EF-E2586B667AA2}"/>
                </a:ext>
              </a:extLst>
            </p:cNvPr>
            <p:cNvSpPr/>
            <p:nvPr/>
          </p:nvSpPr>
          <p:spPr>
            <a:xfrm>
              <a:off x="33751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2" name="타원 7401">
              <a:extLst>
                <a:ext uri="{FF2B5EF4-FFF2-40B4-BE49-F238E27FC236}">
                  <a16:creationId xmlns:a16="http://schemas.microsoft.com/office/drawing/2014/main" id="{26D74EA8-B6EB-4C90-B13E-1DE15FB34735}"/>
                </a:ext>
              </a:extLst>
            </p:cNvPr>
            <p:cNvSpPr/>
            <p:nvPr/>
          </p:nvSpPr>
          <p:spPr>
            <a:xfrm>
              <a:off x="35275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3" name="타원 7402">
              <a:extLst>
                <a:ext uri="{FF2B5EF4-FFF2-40B4-BE49-F238E27FC236}">
                  <a16:creationId xmlns:a16="http://schemas.microsoft.com/office/drawing/2014/main" id="{82E8D783-3CEB-466E-B25E-4A8F96B37390}"/>
                </a:ext>
              </a:extLst>
            </p:cNvPr>
            <p:cNvSpPr/>
            <p:nvPr/>
          </p:nvSpPr>
          <p:spPr>
            <a:xfrm>
              <a:off x="36799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4" name="타원 7403">
              <a:extLst>
                <a:ext uri="{FF2B5EF4-FFF2-40B4-BE49-F238E27FC236}">
                  <a16:creationId xmlns:a16="http://schemas.microsoft.com/office/drawing/2014/main" id="{6B22E9E4-E75B-47E0-9C15-679BB5CF6236}"/>
                </a:ext>
              </a:extLst>
            </p:cNvPr>
            <p:cNvSpPr/>
            <p:nvPr/>
          </p:nvSpPr>
          <p:spPr>
            <a:xfrm>
              <a:off x="38323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5" name="타원 7404">
              <a:extLst>
                <a:ext uri="{FF2B5EF4-FFF2-40B4-BE49-F238E27FC236}">
                  <a16:creationId xmlns:a16="http://schemas.microsoft.com/office/drawing/2014/main" id="{3C4870DC-B598-452F-A66B-97C3B2F2846D}"/>
                </a:ext>
              </a:extLst>
            </p:cNvPr>
            <p:cNvSpPr/>
            <p:nvPr/>
          </p:nvSpPr>
          <p:spPr>
            <a:xfrm>
              <a:off x="39847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6" name="타원 7405">
              <a:extLst>
                <a:ext uri="{FF2B5EF4-FFF2-40B4-BE49-F238E27FC236}">
                  <a16:creationId xmlns:a16="http://schemas.microsoft.com/office/drawing/2014/main" id="{00D1BB96-63BE-4220-B6CA-A6642C2DEA46}"/>
                </a:ext>
              </a:extLst>
            </p:cNvPr>
            <p:cNvSpPr/>
            <p:nvPr/>
          </p:nvSpPr>
          <p:spPr>
            <a:xfrm>
              <a:off x="41371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7" name="타원 7406">
              <a:extLst>
                <a:ext uri="{FF2B5EF4-FFF2-40B4-BE49-F238E27FC236}">
                  <a16:creationId xmlns:a16="http://schemas.microsoft.com/office/drawing/2014/main" id="{C8F9250A-3D49-42A8-8FC9-3FD142369B9E}"/>
                </a:ext>
              </a:extLst>
            </p:cNvPr>
            <p:cNvSpPr/>
            <p:nvPr/>
          </p:nvSpPr>
          <p:spPr>
            <a:xfrm>
              <a:off x="42895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8" name="타원 7407">
              <a:extLst>
                <a:ext uri="{FF2B5EF4-FFF2-40B4-BE49-F238E27FC236}">
                  <a16:creationId xmlns:a16="http://schemas.microsoft.com/office/drawing/2014/main" id="{8404B153-5BDB-44A2-9B9F-0CFC849A07B0}"/>
                </a:ext>
              </a:extLst>
            </p:cNvPr>
            <p:cNvSpPr/>
            <p:nvPr/>
          </p:nvSpPr>
          <p:spPr>
            <a:xfrm>
              <a:off x="44419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9" name="타원 7408">
              <a:extLst>
                <a:ext uri="{FF2B5EF4-FFF2-40B4-BE49-F238E27FC236}">
                  <a16:creationId xmlns:a16="http://schemas.microsoft.com/office/drawing/2014/main" id="{8A2143D7-8409-4A4A-A99F-9EAD994C4233}"/>
                </a:ext>
              </a:extLst>
            </p:cNvPr>
            <p:cNvSpPr/>
            <p:nvPr/>
          </p:nvSpPr>
          <p:spPr>
            <a:xfrm>
              <a:off x="45943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0" name="타원 7409">
              <a:extLst>
                <a:ext uri="{FF2B5EF4-FFF2-40B4-BE49-F238E27FC236}">
                  <a16:creationId xmlns:a16="http://schemas.microsoft.com/office/drawing/2014/main" id="{60830129-144C-4F09-91C4-EFA015307462}"/>
                </a:ext>
              </a:extLst>
            </p:cNvPr>
            <p:cNvSpPr/>
            <p:nvPr/>
          </p:nvSpPr>
          <p:spPr>
            <a:xfrm>
              <a:off x="47467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1" name="타원 7410">
              <a:extLst>
                <a:ext uri="{FF2B5EF4-FFF2-40B4-BE49-F238E27FC236}">
                  <a16:creationId xmlns:a16="http://schemas.microsoft.com/office/drawing/2014/main" id="{F5212614-CEC1-47B3-9B4B-36FDB4964CF6}"/>
                </a:ext>
              </a:extLst>
            </p:cNvPr>
            <p:cNvSpPr/>
            <p:nvPr/>
          </p:nvSpPr>
          <p:spPr>
            <a:xfrm>
              <a:off x="48991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2" name="타원 7411">
              <a:extLst>
                <a:ext uri="{FF2B5EF4-FFF2-40B4-BE49-F238E27FC236}">
                  <a16:creationId xmlns:a16="http://schemas.microsoft.com/office/drawing/2014/main" id="{B8C5229D-B0D9-49D7-8461-65B9FFDC6295}"/>
                </a:ext>
              </a:extLst>
            </p:cNvPr>
            <p:cNvSpPr/>
            <p:nvPr/>
          </p:nvSpPr>
          <p:spPr>
            <a:xfrm>
              <a:off x="50515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3" name="타원 7412">
              <a:extLst>
                <a:ext uri="{FF2B5EF4-FFF2-40B4-BE49-F238E27FC236}">
                  <a16:creationId xmlns:a16="http://schemas.microsoft.com/office/drawing/2014/main" id="{DFA71DBC-BED7-48D0-9673-D7A9F87A760D}"/>
                </a:ext>
              </a:extLst>
            </p:cNvPr>
            <p:cNvSpPr/>
            <p:nvPr/>
          </p:nvSpPr>
          <p:spPr>
            <a:xfrm>
              <a:off x="52039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4" name="타원 7413">
              <a:extLst>
                <a:ext uri="{FF2B5EF4-FFF2-40B4-BE49-F238E27FC236}">
                  <a16:creationId xmlns:a16="http://schemas.microsoft.com/office/drawing/2014/main" id="{B8DF21A0-A8EE-45EA-810D-1CC4D3571177}"/>
                </a:ext>
              </a:extLst>
            </p:cNvPr>
            <p:cNvSpPr/>
            <p:nvPr/>
          </p:nvSpPr>
          <p:spPr>
            <a:xfrm>
              <a:off x="53563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5" name="타원 7414">
              <a:extLst>
                <a:ext uri="{FF2B5EF4-FFF2-40B4-BE49-F238E27FC236}">
                  <a16:creationId xmlns:a16="http://schemas.microsoft.com/office/drawing/2014/main" id="{50445E4E-901E-438B-BF6B-5CD52C26A6B9}"/>
                </a:ext>
              </a:extLst>
            </p:cNvPr>
            <p:cNvSpPr/>
            <p:nvPr/>
          </p:nvSpPr>
          <p:spPr>
            <a:xfrm>
              <a:off x="55087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6" name="타원 7415">
              <a:extLst>
                <a:ext uri="{FF2B5EF4-FFF2-40B4-BE49-F238E27FC236}">
                  <a16:creationId xmlns:a16="http://schemas.microsoft.com/office/drawing/2014/main" id="{F103C161-0C72-4C08-B7AA-A64E5C562002}"/>
                </a:ext>
              </a:extLst>
            </p:cNvPr>
            <p:cNvSpPr/>
            <p:nvPr/>
          </p:nvSpPr>
          <p:spPr>
            <a:xfrm>
              <a:off x="56611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7" name="타원 7416">
              <a:extLst>
                <a:ext uri="{FF2B5EF4-FFF2-40B4-BE49-F238E27FC236}">
                  <a16:creationId xmlns:a16="http://schemas.microsoft.com/office/drawing/2014/main" id="{71CC7925-431C-4D11-8916-4FAED3381D14}"/>
                </a:ext>
              </a:extLst>
            </p:cNvPr>
            <p:cNvSpPr/>
            <p:nvPr/>
          </p:nvSpPr>
          <p:spPr>
            <a:xfrm>
              <a:off x="5813576" y="266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8" name="타원 7417">
              <a:extLst>
                <a:ext uri="{FF2B5EF4-FFF2-40B4-BE49-F238E27FC236}">
                  <a16:creationId xmlns:a16="http://schemas.microsoft.com/office/drawing/2014/main" id="{A8005D91-BBE5-456A-8FCC-67165408102B}"/>
                </a:ext>
              </a:extLst>
            </p:cNvPr>
            <p:cNvSpPr/>
            <p:nvPr/>
          </p:nvSpPr>
          <p:spPr>
            <a:xfrm>
              <a:off x="3271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9" name="타원 7418">
              <a:extLst>
                <a:ext uri="{FF2B5EF4-FFF2-40B4-BE49-F238E27FC236}">
                  <a16:creationId xmlns:a16="http://schemas.microsoft.com/office/drawing/2014/main" id="{B900B00E-B016-49EE-9AA8-7482C606D166}"/>
                </a:ext>
              </a:extLst>
            </p:cNvPr>
            <p:cNvSpPr/>
            <p:nvPr/>
          </p:nvSpPr>
          <p:spPr>
            <a:xfrm>
              <a:off x="4795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0" name="타원 7419">
              <a:extLst>
                <a:ext uri="{FF2B5EF4-FFF2-40B4-BE49-F238E27FC236}">
                  <a16:creationId xmlns:a16="http://schemas.microsoft.com/office/drawing/2014/main" id="{C7D572A0-FDD7-4520-893C-BB59149F3596}"/>
                </a:ext>
              </a:extLst>
            </p:cNvPr>
            <p:cNvSpPr/>
            <p:nvPr/>
          </p:nvSpPr>
          <p:spPr>
            <a:xfrm>
              <a:off x="6319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1" name="타원 7420">
              <a:extLst>
                <a:ext uri="{FF2B5EF4-FFF2-40B4-BE49-F238E27FC236}">
                  <a16:creationId xmlns:a16="http://schemas.microsoft.com/office/drawing/2014/main" id="{AE56CD0A-0492-403A-847E-4976D2D59C0A}"/>
                </a:ext>
              </a:extLst>
            </p:cNvPr>
            <p:cNvSpPr/>
            <p:nvPr/>
          </p:nvSpPr>
          <p:spPr>
            <a:xfrm>
              <a:off x="7843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2" name="타원 7421">
              <a:extLst>
                <a:ext uri="{FF2B5EF4-FFF2-40B4-BE49-F238E27FC236}">
                  <a16:creationId xmlns:a16="http://schemas.microsoft.com/office/drawing/2014/main" id="{BB332172-39CE-430E-A2B0-D24BDA976E03}"/>
                </a:ext>
              </a:extLst>
            </p:cNvPr>
            <p:cNvSpPr/>
            <p:nvPr/>
          </p:nvSpPr>
          <p:spPr>
            <a:xfrm>
              <a:off x="9367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3" name="타원 7422">
              <a:extLst>
                <a:ext uri="{FF2B5EF4-FFF2-40B4-BE49-F238E27FC236}">
                  <a16:creationId xmlns:a16="http://schemas.microsoft.com/office/drawing/2014/main" id="{61BC84BD-AED6-4C91-807B-7C5D93F1E640}"/>
                </a:ext>
              </a:extLst>
            </p:cNvPr>
            <p:cNvSpPr/>
            <p:nvPr/>
          </p:nvSpPr>
          <p:spPr>
            <a:xfrm>
              <a:off x="10891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4" name="타원 7423">
              <a:extLst>
                <a:ext uri="{FF2B5EF4-FFF2-40B4-BE49-F238E27FC236}">
                  <a16:creationId xmlns:a16="http://schemas.microsoft.com/office/drawing/2014/main" id="{24A375F8-C930-42D1-BECB-FA036B633B6E}"/>
                </a:ext>
              </a:extLst>
            </p:cNvPr>
            <p:cNvSpPr/>
            <p:nvPr/>
          </p:nvSpPr>
          <p:spPr>
            <a:xfrm>
              <a:off x="12415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5" name="타원 7424">
              <a:extLst>
                <a:ext uri="{FF2B5EF4-FFF2-40B4-BE49-F238E27FC236}">
                  <a16:creationId xmlns:a16="http://schemas.microsoft.com/office/drawing/2014/main" id="{EC1D2372-06B8-41CA-84F4-95437A2787E7}"/>
                </a:ext>
              </a:extLst>
            </p:cNvPr>
            <p:cNvSpPr/>
            <p:nvPr/>
          </p:nvSpPr>
          <p:spPr>
            <a:xfrm>
              <a:off x="13939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6" name="타원 7425">
              <a:extLst>
                <a:ext uri="{FF2B5EF4-FFF2-40B4-BE49-F238E27FC236}">
                  <a16:creationId xmlns:a16="http://schemas.microsoft.com/office/drawing/2014/main" id="{9361B024-3723-4209-B984-9B9E7DB9E1C4}"/>
                </a:ext>
              </a:extLst>
            </p:cNvPr>
            <p:cNvSpPr/>
            <p:nvPr/>
          </p:nvSpPr>
          <p:spPr>
            <a:xfrm>
              <a:off x="15463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7" name="타원 7426">
              <a:extLst>
                <a:ext uri="{FF2B5EF4-FFF2-40B4-BE49-F238E27FC236}">
                  <a16:creationId xmlns:a16="http://schemas.microsoft.com/office/drawing/2014/main" id="{3A080C38-1097-4142-9B2A-A3F7D896C845}"/>
                </a:ext>
              </a:extLst>
            </p:cNvPr>
            <p:cNvSpPr/>
            <p:nvPr/>
          </p:nvSpPr>
          <p:spPr>
            <a:xfrm>
              <a:off x="16987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8" name="타원 7427">
              <a:extLst>
                <a:ext uri="{FF2B5EF4-FFF2-40B4-BE49-F238E27FC236}">
                  <a16:creationId xmlns:a16="http://schemas.microsoft.com/office/drawing/2014/main" id="{8D50C438-25D7-4404-8272-225B0BFAF256}"/>
                </a:ext>
              </a:extLst>
            </p:cNvPr>
            <p:cNvSpPr/>
            <p:nvPr/>
          </p:nvSpPr>
          <p:spPr>
            <a:xfrm>
              <a:off x="18511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9" name="타원 7428">
              <a:extLst>
                <a:ext uri="{FF2B5EF4-FFF2-40B4-BE49-F238E27FC236}">
                  <a16:creationId xmlns:a16="http://schemas.microsoft.com/office/drawing/2014/main" id="{5F60C39D-B65C-4DDB-A948-51CE36217109}"/>
                </a:ext>
              </a:extLst>
            </p:cNvPr>
            <p:cNvSpPr/>
            <p:nvPr/>
          </p:nvSpPr>
          <p:spPr>
            <a:xfrm>
              <a:off x="20035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0" name="타원 7429">
              <a:extLst>
                <a:ext uri="{FF2B5EF4-FFF2-40B4-BE49-F238E27FC236}">
                  <a16:creationId xmlns:a16="http://schemas.microsoft.com/office/drawing/2014/main" id="{B250E16C-531E-4301-87BF-3506E4F3EA5D}"/>
                </a:ext>
              </a:extLst>
            </p:cNvPr>
            <p:cNvSpPr/>
            <p:nvPr/>
          </p:nvSpPr>
          <p:spPr>
            <a:xfrm>
              <a:off x="21559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1" name="타원 7430">
              <a:extLst>
                <a:ext uri="{FF2B5EF4-FFF2-40B4-BE49-F238E27FC236}">
                  <a16:creationId xmlns:a16="http://schemas.microsoft.com/office/drawing/2014/main" id="{B50C93D0-6BCD-46E3-8082-DDA68EFF3FA4}"/>
                </a:ext>
              </a:extLst>
            </p:cNvPr>
            <p:cNvSpPr/>
            <p:nvPr/>
          </p:nvSpPr>
          <p:spPr>
            <a:xfrm>
              <a:off x="23083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2" name="타원 7431">
              <a:extLst>
                <a:ext uri="{FF2B5EF4-FFF2-40B4-BE49-F238E27FC236}">
                  <a16:creationId xmlns:a16="http://schemas.microsoft.com/office/drawing/2014/main" id="{84F0181C-89F3-4C34-B431-EB9CD943D385}"/>
                </a:ext>
              </a:extLst>
            </p:cNvPr>
            <p:cNvSpPr/>
            <p:nvPr/>
          </p:nvSpPr>
          <p:spPr>
            <a:xfrm>
              <a:off x="24607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3" name="타원 7432">
              <a:extLst>
                <a:ext uri="{FF2B5EF4-FFF2-40B4-BE49-F238E27FC236}">
                  <a16:creationId xmlns:a16="http://schemas.microsoft.com/office/drawing/2014/main" id="{8F6427CD-97BC-4A9D-AAB6-7B55DFA454A4}"/>
                </a:ext>
              </a:extLst>
            </p:cNvPr>
            <p:cNvSpPr/>
            <p:nvPr/>
          </p:nvSpPr>
          <p:spPr>
            <a:xfrm>
              <a:off x="26131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4" name="타원 7433">
              <a:extLst>
                <a:ext uri="{FF2B5EF4-FFF2-40B4-BE49-F238E27FC236}">
                  <a16:creationId xmlns:a16="http://schemas.microsoft.com/office/drawing/2014/main" id="{F65EB62D-3E60-40AD-9CC7-ED3B201E83C8}"/>
                </a:ext>
              </a:extLst>
            </p:cNvPr>
            <p:cNvSpPr/>
            <p:nvPr/>
          </p:nvSpPr>
          <p:spPr>
            <a:xfrm>
              <a:off x="27655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5" name="타원 7434">
              <a:extLst>
                <a:ext uri="{FF2B5EF4-FFF2-40B4-BE49-F238E27FC236}">
                  <a16:creationId xmlns:a16="http://schemas.microsoft.com/office/drawing/2014/main" id="{E3FCF484-381A-4BF8-B754-C78422A86BF9}"/>
                </a:ext>
              </a:extLst>
            </p:cNvPr>
            <p:cNvSpPr/>
            <p:nvPr/>
          </p:nvSpPr>
          <p:spPr>
            <a:xfrm>
              <a:off x="29179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6" name="타원 7435">
              <a:extLst>
                <a:ext uri="{FF2B5EF4-FFF2-40B4-BE49-F238E27FC236}">
                  <a16:creationId xmlns:a16="http://schemas.microsoft.com/office/drawing/2014/main" id="{870136FA-58F4-424F-9DB2-B4BCB4E49C5E}"/>
                </a:ext>
              </a:extLst>
            </p:cNvPr>
            <p:cNvSpPr/>
            <p:nvPr/>
          </p:nvSpPr>
          <p:spPr>
            <a:xfrm>
              <a:off x="30703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7" name="타원 7436">
              <a:extLst>
                <a:ext uri="{FF2B5EF4-FFF2-40B4-BE49-F238E27FC236}">
                  <a16:creationId xmlns:a16="http://schemas.microsoft.com/office/drawing/2014/main" id="{89CB463C-ADA4-4BE2-A7B8-9DDCFE3FB51E}"/>
                </a:ext>
              </a:extLst>
            </p:cNvPr>
            <p:cNvSpPr/>
            <p:nvPr/>
          </p:nvSpPr>
          <p:spPr>
            <a:xfrm>
              <a:off x="32227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8" name="타원 7437">
              <a:extLst>
                <a:ext uri="{FF2B5EF4-FFF2-40B4-BE49-F238E27FC236}">
                  <a16:creationId xmlns:a16="http://schemas.microsoft.com/office/drawing/2014/main" id="{95D9554C-84B5-4357-8D11-46B754BFA6CD}"/>
                </a:ext>
              </a:extLst>
            </p:cNvPr>
            <p:cNvSpPr/>
            <p:nvPr/>
          </p:nvSpPr>
          <p:spPr>
            <a:xfrm>
              <a:off x="33751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9" name="타원 7438">
              <a:extLst>
                <a:ext uri="{FF2B5EF4-FFF2-40B4-BE49-F238E27FC236}">
                  <a16:creationId xmlns:a16="http://schemas.microsoft.com/office/drawing/2014/main" id="{9E9BA78B-A4C6-4F19-B3FC-98E3A1437190}"/>
                </a:ext>
              </a:extLst>
            </p:cNvPr>
            <p:cNvSpPr/>
            <p:nvPr/>
          </p:nvSpPr>
          <p:spPr>
            <a:xfrm>
              <a:off x="35275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0" name="타원 7439">
              <a:extLst>
                <a:ext uri="{FF2B5EF4-FFF2-40B4-BE49-F238E27FC236}">
                  <a16:creationId xmlns:a16="http://schemas.microsoft.com/office/drawing/2014/main" id="{5F4F9FCE-9452-4DAF-81A8-D05C10BFB25C}"/>
                </a:ext>
              </a:extLst>
            </p:cNvPr>
            <p:cNvSpPr/>
            <p:nvPr/>
          </p:nvSpPr>
          <p:spPr>
            <a:xfrm>
              <a:off x="36799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1" name="타원 7440">
              <a:extLst>
                <a:ext uri="{FF2B5EF4-FFF2-40B4-BE49-F238E27FC236}">
                  <a16:creationId xmlns:a16="http://schemas.microsoft.com/office/drawing/2014/main" id="{09BEEA57-C0D6-4122-8E51-1BD4944954CE}"/>
                </a:ext>
              </a:extLst>
            </p:cNvPr>
            <p:cNvSpPr/>
            <p:nvPr/>
          </p:nvSpPr>
          <p:spPr>
            <a:xfrm>
              <a:off x="38323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2" name="타원 7441">
              <a:extLst>
                <a:ext uri="{FF2B5EF4-FFF2-40B4-BE49-F238E27FC236}">
                  <a16:creationId xmlns:a16="http://schemas.microsoft.com/office/drawing/2014/main" id="{A926E217-C52B-4B77-9567-660FF8EA45D3}"/>
                </a:ext>
              </a:extLst>
            </p:cNvPr>
            <p:cNvSpPr/>
            <p:nvPr/>
          </p:nvSpPr>
          <p:spPr>
            <a:xfrm>
              <a:off x="39847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3" name="타원 7442">
              <a:extLst>
                <a:ext uri="{FF2B5EF4-FFF2-40B4-BE49-F238E27FC236}">
                  <a16:creationId xmlns:a16="http://schemas.microsoft.com/office/drawing/2014/main" id="{BB550549-0300-4539-BEA1-1743C658FBA4}"/>
                </a:ext>
              </a:extLst>
            </p:cNvPr>
            <p:cNvSpPr/>
            <p:nvPr/>
          </p:nvSpPr>
          <p:spPr>
            <a:xfrm>
              <a:off x="41371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4" name="타원 7443">
              <a:extLst>
                <a:ext uri="{FF2B5EF4-FFF2-40B4-BE49-F238E27FC236}">
                  <a16:creationId xmlns:a16="http://schemas.microsoft.com/office/drawing/2014/main" id="{52DFA56A-C60F-4465-876C-5B962E9466C5}"/>
                </a:ext>
              </a:extLst>
            </p:cNvPr>
            <p:cNvSpPr/>
            <p:nvPr/>
          </p:nvSpPr>
          <p:spPr>
            <a:xfrm>
              <a:off x="42895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5" name="타원 7444">
              <a:extLst>
                <a:ext uri="{FF2B5EF4-FFF2-40B4-BE49-F238E27FC236}">
                  <a16:creationId xmlns:a16="http://schemas.microsoft.com/office/drawing/2014/main" id="{94F8C6DD-DB04-423D-BACB-CD36D7170E6D}"/>
                </a:ext>
              </a:extLst>
            </p:cNvPr>
            <p:cNvSpPr/>
            <p:nvPr/>
          </p:nvSpPr>
          <p:spPr>
            <a:xfrm>
              <a:off x="44419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6" name="타원 7445">
              <a:extLst>
                <a:ext uri="{FF2B5EF4-FFF2-40B4-BE49-F238E27FC236}">
                  <a16:creationId xmlns:a16="http://schemas.microsoft.com/office/drawing/2014/main" id="{B29DBCF4-4F6C-4836-B82A-195C46583EBF}"/>
                </a:ext>
              </a:extLst>
            </p:cNvPr>
            <p:cNvSpPr/>
            <p:nvPr/>
          </p:nvSpPr>
          <p:spPr>
            <a:xfrm>
              <a:off x="45943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7" name="타원 7446">
              <a:extLst>
                <a:ext uri="{FF2B5EF4-FFF2-40B4-BE49-F238E27FC236}">
                  <a16:creationId xmlns:a16="http://schemas.microsoft.com/office/drawing/2014/main" id="{F7CD1757-4A01-4745-BD4A-34E21E117744}"/>
                </a:ext>
              </a:extLst>
            </p:cNvPr>
            <p:cNvSpPr/>
            <p:nvPr/>
          </p:nvSpPr>
          <p:spPr>
            <a:xfrm>
              <a:off x="47467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8" name="타원 7447">
              <a:extLst>
                <a:ext uri="{FF2B5EF4-FFF2-40B4-BE49-F238E27FC236}">
                  <a16:creationId xmlns:a16="http://schemas.microsoft.com/office/drawing/2014/main" id="{E3114EF8-EE67-4B64-A8D7-705F44B66455}"/>
                </a:ext>
              </a:extLst>
            </p:cNvPr>
            <p:cNvSpPr/>
            <p:nvPr/>
          </p:nvSpPr>
          <p:spPr>
            <a:xfrm>
              <a:off x="48991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9" name="타원 7448">
              <a:extLst>
                <a:ext uri="{FF2B5EF4-FFF2-40B4-BE49-F238E27FC236}">
                  <a16:creationId xmlns:a16="http://schemas.microsoft.com/office/drawing/2014/main" id="{44C1E98E-580C-4751-BA69-0B5D9FEDA349}"/>
                </a:ext>
              </a:extLst>
            </p:cNvPr>
            <p:cNvSpPr/>
            <p:nvPr/>
          </p:nvSpPr>
          <p:spPr>
            <a:xfrm>
              <a:off x="50515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0" name="타원 7449">
              <a:extLst>
                <a:ext uri="{FF2B5EF4-FFF2-40B4-BE49-F238E27FC236}">
                  <a16:creationId xmlns:a16="http://schemas.microsoft.com/office/drawing/2014/main" id="{951248D8-3DD9-4988-ACFD-8614A1A87F91}"/>
                </a:ext>
              </a:extLst>
            </p:cNvPr>
            <p:cNvSpPr/>
            <p:nvPr/>
          </p:nvSpPr>
          <p:spPr>
            <a:xfrm>
              <a:off x="52039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1" name="타원 7450">
              <a:extLst>
                <a:ext uri="{FF2B5EF4-FFF2-40B4-BE49-F238E27FC236}">
                  <a16:creationId xmlns:a16="http://schemas.microsoft.com/office/drawing/2014/main" id="{551A4004-59FD-4F0C-9C86-7C26AEA22523}"/>
                </a:ext>
              </a:extLst>
            </p:cNvPr>
            <p:cNvSpPr/>
            <p:nvPr/>
          </p:nvSpPr>
          <p:spPr>
            <a:xfrm>
              <a:off x="53563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2" name="타원 7451">
              <a:extLst>
                <a:ext uri="{FF2B5EF4-FFF2-40B4-BE49-F238E27FC236}">
                  <a16:creationId xmlns:a16="http://schemas.microsoft.com/office/drawing/2014/main" id="{03E13CE6-7389-4D08-95F1-401209EB7575}"/>
                </a:ext>
              </a:extLst>
            </p:cNvPr>
            <p:cNvSpPr/>
            <p:nvPr/>
          </p:nvSpPr>
          <p:spPr>
            <a:xfrm>
              <a:off x="55087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3" name="타원 7452">
              <a:extLst>
                <a:ext uri="{FF2B5EF4-FFF2-40B4-BE49-F238E27FC236}">
                  <a16:creationId xmlns:a16="http://schemas.microsoft.com/office/drawing/2014/main" id="{333FE297-DCEE-44A1-95B1-590EC06E9F4A}"/>
                </a:ext>
              </a:extLst>
            </p:cNvPr>
            <p:cNvSpPr/>
            <p:nvPr/>
          </p:nvSpPr>
          <p:spPr>
            <a:xfrm>
              <a:off x="56611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4" name="타원 7453">
              <a:extLst>
                <a:ext uri="{FF2B5EF4-FFF2-40B4-BE49-F238E27FC236}">
                  <a16:creationId xmlns:a16="http://schemas.microsoft.com/office/drawing/2014/main" id="{7D724F6C-7640-4A8E-B9F9-BCCD23EA5DCB}"/>
                </a:ext>
              </a:extLst>
            </p:cNvPr>
            <p:cNvSpPr/>
            <p:nvPr/>
          </p:nvSpPr>
          <p:spPr>
            <a:xfrm>
              <a:off x="5813576" y="281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5" name="타원 7454">
              <a:extLst>
                <a:ext uri="{FF2B5EF4-FFF2-40B4-BE49-F238E27FC236}">
                  <a16:creationId xmlns:a16="http://schemas.microsoft.com/office/drawing/2014/main" id="{BDD96B63-777A-49D6-AD79-5959B6B3A00A}"/>
                </a:ext>
              </a:extLst>
            </p:cNvPr>
            <p:cNvSpPr/>
            <p:nvPr/>
          </p:nvSpPr>
          <p:spPr>
            <a:xfrm>
              <a:off x="3271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6" name="타원 7455">
              <a:extLst>
                <a:ext uri="{FF2B5EF4-FFF2-40B4-BE49-F238E27FC236}">
                  <a16:creationId xmlns:a16="http://schemas.microsoft.com/office/drawing/2014/main" id="{5F2FB287-E1FC-43CD-9478-B8E92AD454F6}"/>
                </a:ext>
              </a:extLst>
            </p:cNvPr>
            <p:cNvSpPr/>
            <p:nvPr/>
          </p:nvSpPr>
          <p:spPr>
            <a:xfrm>
              <a:off x="4795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7" name="타원 7456">
              <a:extLst>
                <a:ext uri="{FF2B5EF4-FFF2-40B4-BE49-F238E27FC236}">
                  <a16:creationId xmlns:a16="http://schemas.microsoft.com/office/drawing/2014/main" id="{62E00E6D-2429-4E8D-99CE-40D4860670F3}"/>
                </a:ext>
              </a:extLst>
            </p:cNvPr>
            <p:cNvSpPr/>
            <p:nvPr/>
          </p:nvSpPr>
          <p:spPr>
            <a:xfrm>
              <a:off x="6319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8" name="타원 7457">
              <a:extLst>
                <a:ext uri="{FF2B5EF4-FFF2-40B4-BE49-F238E27FC236}">
                  <a16:creationId xmlns:a16="http://schemas.microsoft.com/office/drawing/2014/main" id="{3BFFF612-2F23-4CF3-A2DD-C6652247B6FE}"/>
                </a:ext>
              </a:extLst>
            </p:cNvPr>
            <p:cNvSpPr/>
            <p:nvPr/>
          </p:nvSpPr>
          <p:spPr>
            <a:xfrm>
              <a:off x="7843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9" name="타원 7458">
              <a:extLst>
                <a:ext uri="{FF2B5EF4-FFF2-40B4-BE49-F238E27FC236}">
                  <a16:creationId xmlns:a16="http://schemas.microsoft.com/office/drawing/2014/main" id="{9DDF79C0-2C25-4488-8C84-BA78B60EF8A3}"/>
                </a:ext>
              </a:extLst>
            </p:cNvPr>
            <p:cNvSpPr/>
            <p:nvPr/>
          </p:nvSpPr>
          <p:spPr>
            <a:xfrm>
              <a:off x="9367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0" name="타원 7459">
              <a:extLst>
                <a:ext uri="{FF2B5EF4-FFF2-40B4-BE49-F238E27FC236}">
                  <a16:creationId xmlns:a16="http://schemas.microsoft.com/office/drawing/2014/main" id="{6878DD8C-494D-46BD-A6B7-88C9FB3772C1}"/>
                </a:ext>
              </a:extLst>
            </p:cNvPr>
            <p:cNvSpPr/>
            <p:nvPr/>
          </p:nvSpPr>
          <p:spPr>
            <a:xfrm>
              <a:off x="10891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1" name="타원 7460">
              <a:extLst>
                <a:ext uri="{FF2B5EF4-FFF2-40B4-BE49-F238E27FC236}">
                  <a16:creationId xmlns:a16="http://schemas.microsoft.com/office/drawing/2014/main" id="{D0EF0F04-14FF-47B3-9A61-98B69123B2B4}"/>
                </a:ext>
              </a:extLst>
            </p:cNvPr>
            <p:cNvSpPr/>
            <p:nvPr/>
          </p:nvSpPr>
          <p:spPr>
            <a:xfrm>
              <a:off x="12415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2" name="타원 7461">
              <a:extLst>
                <a:ext uri="{FF2B5EF4-FFF2-40B4-BE49-F238E27FC236}">
                  <a16:creationId xmlns:a16="http://schemas.microsoft.com/office/drawing/2014/main" id="{91164105-AB74-416E-8326-9025BC5FCC51}"/>
                </a:ext>
              </a:extLst>
            </p:cNvPr>
            <p:cNvSpPr/>
            <p:nvPr/>
          </p:nvSpPr>
          <p:spPr>
            <a:xfrm>
              <a:off x="13939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3" name="타원 7462">
              <a:extLst>
                <a:ext uri="{FF2B5EF4-FFF2-40B4-BE49-F238E27FC236}">
                  <a16:creationId xmlns:a16="http://schemas.microsoft.com/office/drawing/2014/main" id="{5BAE7BC3-BFEB-411E-952F-6F28CE427808}"/>
                </a:ext>
              </a:extLst>
            </p:cNvPr>
            <p:cNvSpPr/>
            <p:nvPr/>
          </p:nvSpPr>
          <p:spPr>
            <a:xfrm>
              <a:off x="15463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4" name="타원 7463">
              <a:extLst>
                <a:ext uri="{FF2B5EF4-FFF2-40B4-BE49-F238E27FC236}">
                  <a16:creationId xmlns:a16="http://schemas.microsoft.com/office/drawing/2014/main" id="{F31AC8FE-1F14-4285-B77B-7F0A44F2E312}"/>
                </a:ext>
              </a:extLst>
            </p:cNvPr>
            <p:cNvSpPr/>
            <p:nvPr/>
          </p:nvSpPr>
          <p:spPr>
            <a:xfrm>
              <a:off x="16987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5" name="타원 7464">
              <a:extLst>
                <a:ext uri="{FF2B5EF4-FFF2-40B4-BE49-F238E27FC236}">
                  <a16:creationId xmlns:a16="http://schemas.microsoft.com/office/drawing/2014/main" id="{A7AE1BA0-91CB-42D9-8A30-43A0FF161FD8}"/>
                </a:ext>
              </a:extLst>
            </p:cNvPr>
            <p:cNvSpPr/>
            <p:nvPr/>
          </p:nvSpPr>
          <p:spPr>
            <a:xfrm>
              <a:off x="18511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6" name="타원 7465">
              <a:extLst>
                <a:ext uri="{FF2B5EF4-FFF2-40B4-BE49-F238E27FC236}">
                  <a16:creationId xmlns:a16="http://schemas.microsoft.com/office/drawing/2014/main" id="{43CD7609-893D-4A97-85A8-D29259B1459C}"/>
                </a:ext>
              </a:extLst>
            </p:cNvPr>
            <p:cNvSpPr/>
            <p:nvPr/>
          </p:nvSpPr>
          <p:spPr>
            <a:xfrm>
              <a:off x="20035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7" name="타원 7466">
              <a:extLst>
                <a:ext uri="{FF2B5EF4-FFF2-40B4-BE49-F238E27FC236}">
                  <a16:creationId xmlns:a16="http://schemas.microsoft.com/office/drawing/2014/main" id="{9DE710E3-8DF5-48BD-9F9D-A8E974813B34}"/>
                </a:ext>
              </a:extLst>
            </p:cNvPr>
            <p:cNvSpPr/>
            <p:nvPr/>
          </p:nvSpPr>
          <p:spPr>
            <a:xfrm>
              <a:off x="21559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8" name="타원 7467">
              <a:extLst>
                <a:ext uri="{FF2B5EF4-FFF2-40B4-BE49-F238E27FC236}">
                  <a16:creationId xmlns:a16="http://schemas.microsoft.com/office/drawing/2014/main" id="{6AA5799B-9086-4180-A3AB-8982B3E9272C}"/>
                </a:ext>
              </a:extLst>
            </p:cNvPr>
            <p:cNvSpPr/>
            <p:nvPr/>
          </p:nvSpPr>
          <p:spPr>
            <a:xfrm>
              <a:off x="23083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9" name="타원 7468">
              <a:extLst>
                <a:ext uri="{FF2B5EF4-FFF2-40B4-BE49-F238E27FC236}">
                  <a16:creationId xmlns:a16="http://schemas.microsoft.com/office/drawing/2014/main" id="{2D68877B-0A7A-41D7-B9B9-E650997F7E84}"/>
                </a:ext>
              </a:extLst>
            </p:cNvPr>
            <p:cNvSpPr/>
            <p:nvPr/>
          </p:nvSpPr>
          <p:spPr>
            <a:xfrm>
              <a:off x="24607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0" name="타원 7469">
              <a:extLst>
                <a:ext uri="{FF2B5EF4-FFF2-40B4-BE49-F238E27FC236}">
                  <a16:creationId xmlns:a16="http://schemas.microsoft.com/office/drawing/2014/main" id="{66D2E8CD-8A99-4661-8E5F-A1D8F246FA1E}"/>
                </a:ext>
              </a:extLst>
            </p:cNvPr>
            <p:cNvSpPr/>
            <p:nvPr/>
          </p:nvSpPr>
          <p:spPr>
            <a:xfrm>
              <a:off x="26131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1" name="타원 7470">
              <a:extLst>
                <a:ext uri="{FF2B5EF4-FFF2-40B4-BE49-F238E27FC236}">
                  <a16:creationId xmlns:a16="http://schemas.microsoft.com/office/drawing/2014/main" id="{0E4B5FC9-9B20-4590-9A1F-D75FD029570D}"/>
                </a:ext>
              </a:extLst>
            </p:cNvPr>
            <p:cNvSpPr/>
            <p:nvPr/>
          </p:nvSpPr>
          <p:spPr>
            <a:xfrm>
              <a:off x="27655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2" name="타원 7471">
              <a:extLst>
                <a:ext uri="{FF2B5EF4-FFF2-40B4-BE49-F238E27FC236}">
                  <a16:creationId xmlns:a16="http://schemas.microsoft.com/office/drawing/2014/main" id="{C01ED510-F113-489B-8863-9CA5582917AC}"/>
                </a:ext>
              </a:extLst>
            </p:cNvPr>
            <p:cNvSpPr/>
            <p:nvPr/>
          </p:nvSpPr>
          <p:spPr>
            <a:xfrm>
              <a:off x="29179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3" name="타원 7472">
              <a:extLst>
                <a:ext uri="{FF2B5EF4-FFF2-40B4-BE49-F238E27FC236}">
                  <a16:creationId xmlns:a16="http://schemas.microsoft.com/office/drawing/2014/main" id="{17685E5F-6BCD-4FB7-8D64-E67F1B22B83F}"/>
                </a:ext>
              </a:extLst>
            </p:cNvPr>
            <p:cNvSpPr/>
            <p:nvPr/>
          </p:nvSpPr>
          <p:spPr>
            <a:xfrm>
              <a:off x="30703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4" name="타원 7473">
              <a:extLst>
                <a:ext uri="{FF2B5EF4-FFF2-40B4-BE49-F238E27FC236}">
                  <a16:creationId xmlns:a16="http://schemas.microsoft.com/office/drawing/2014/main" id="{122F9DBB-8967-4917-8E8F-DDACDDA37A4B}"/>
                </a:ext>
              </a:extLst>
            </p:cNvPr>
            <p:cNvSpPr/>
            <p:nvPr/>
          </p:nvSpPr>
          <p:spPr>
            <a:xfrm>
              <a:off x="32227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5" name="타원 7474">
              <a:extLst>
                <a:ext uri="{FF2B5EF4-FFF2-40B4-BE49-F238E27FC236}">
                  <a16:creationId xmlns:a16="http://schemas.microsoft.com/office/drawing/2014/main" id="{ABDAAD32-6D95-4CB3-BAF4-D4E15543C767}"/>
                </a:ext>
              </a:extLst>
            </p:cNvPr>
            <p:cNvSpPr/>
            <p:nvPr/>
          </p:nvSpPr>
          <p:spPr>
            <a:xfrm>
              <a:off x="33751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6" name="타원 7475">
              <a:extLst>
                <a:ext uri="{FF2B5EF4-FFF2-40B4-BE49-F238E27FC236}">
                  <a16:creationId xmlns:a16="http://schemas.microsoft.com/office/drawing/2014/main" id="{D619DD6D-75F4-4719-81E2-0447EE64890C}"/>
                </a:ext>
              </a:extLst>
            </p:cNvPr>
            <p:cNvSpPr/>
            <p:nvPr/>
          </p:nvSpPr>
          <p:spPr>
            <a:xfrm>
              <a:off x="35275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7" name="타원 7476">
              <a:extLst>
                <a:ext uri="{FF2B5EF4-FFF2-40B4-BE49-F238E27FC236}">
                  <a16:creationId xmlns:a16="http://schemas.microsoft.com/office/drawing/2014/main" id="{D4794110-12E6-4C84-B80C-241B39C6231D}"/>
                </a:ext>
              </a:extLst>
            </p:cNvPr>
            <p:cNvSpPr/>
            <p:nvPr/>
          </p:nvSpPr>
          <p:spPr>
            <a:xfrm>
              <a:off x="36799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8" name="타원 7477">
              <a:extLst>
                <a:ext uri="{FF2B5EF4-FFF2-40B4-BE49-F238E27FC236}">
                  <a16:creationId xmlns:a16="http://schemas.microsoft.com/office/drawing/2014/main" id="{3A579D68-3A29-4F4B-A3EE-BC2D375AC99D}"/>
                </a:ext>
              </a:extLst>
            </p:cNvPr>
            <p:cNvSpPr/>
            <p:nvPr/>
          </p:nvSpPr>
          <p:spPr>
            <a:xfrm>
              <a:off x="38323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9" name="타원 7478">
              <a:extLst>
                <a:ext uri="{FF2B5EF4-FFF2-40B4-BE49-F238E27FC236}">
                  <a16:creationId xmlns:a16="http://schemas.microsoft.com/office/drawing/2014/main" id="{C583FF1A-05E8-4E08-B9B4-DA7EB76EF954}"/>
                </a:ext>
              </a:extLst>
            </p:cNvPr>
            <p:cNvSpPr/>
            <p:nvPr/>
          </p:nvSpPr>
          <p:spPr>
            <a:xfrm>
              <a:off x="39847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0" name="타원 7479">
              <a:extLst>
                <a:ext uri="{FF2B5EF4-FFF2-40B4-BE49-F238E27FC236}">
                  <a16:creationId xmlns:a16="http://schemas.microsoft.com/office/drawing/2014/main" id="{4B79AE30-0A4D-4809-8BA6-BF8ADE7AC147}"/>
                </a:ext>
              </a:extLst>
            </p:cNvPr>
            <p:cNvSpPr/>
            <p:nvPr/>
          </p:nvSpPr>
          <p:spPr>
            <a:xfrm>
              <a:off x="41371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1" name="타원 7480">
              <a:extLst>
                <a:ext uri="{FF2B5EF4-FFF2-40B4-BE49-F238E27FC236}">
                  <a16:creationId xmlns:a16="http://schemas.microsoft.com/office/drawing/2014/main" id="{4A951D90-C82F-4DA9-9533-88FE7C84BB3D}"/>
                </a:ext>
              </a:extLst>
            </p:cNvPr>
            <p:cNvSpPr/>
            <p:nvPr/>
          </p:nvSpPr>
          <p:spPr>
            <a:xfrm>
              <a:off x="42895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2" name="타원 7481">
              <a:extLst>
                <a:ext uri="{FF2B5EF4-FFF2-40B4-BE49-F238E27FC236}">
                  <a16:creationId xmlns:a16="http://schemas.microsoft.com/office/drawing/2014/main" id="{BFD2B9F3-7CFA-4DBA-948F-58332284126C}"/>
                </a:ext>
              </a:extLst>
            </p:cNvPr>
            <p:cNvSpPr/>
            <p:nvPr/>
          </p:nvSpPr>
          <p:spPr>
            <a:xfrm>
              <a:off x="44419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3" name="타원 7482">
              <a:extLst>
                <a:ext uri="{FF2B5EF4-FFF2-40B4-BE49-F238E27FC236}">
                  <a16:creationId xmlns:a16="http://schemas.microsoft.com/office/drawing/2014/main" id="{C56FADDA-5569-47E7-9AC3-88B16959B466}"/>
                </a:ext>
              </a:extLst>
            </p:cNvPr>
            <p:cNvSpPr/>
            <p:nvPr/>
          </p:nvSpPr>
          <p:spPr>
            <a:xfrm>
              <a:off x="45943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4" name="타원 7483">
              <a:extLst>
                <a:ext uri="{FF2B5EF4-FFF2-40B4-BE49-F238E27FC236}">
                  <a16:creationId xmlns:a16="http://schemas.microsoft.com/office/drawing/2014/main" id="{C782FB32-7E6D-4A2B-8D46-C2453A8D6E69}"/>
                </a:ext>
              </a:extLst>
            </p:cNvPr>
            <p:cNvSpPr/>
            <p:nvPr/>
          </p:nvSpPr>
          <p:spPr>
            <a:xfrm>
              <a:off x="47467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5" name="타원 7484">
              <a:extLst>
                <a:ext uri="{FF2B5EF4-FFF2-40B4-BE49-F238E27FC236}">
                  <a16:creationId xmlns:a16="http://schemas.microsoft.com/office/drawing/2014/main" id="{2EB9F223-89A3-4894-9EA0-47ACE690DD34}"/>
                </a:ext>
              </a:extLst>
            </p:cNvPr>
            <p:cNvSpPr/>
            <p:nvPr/>
          </p:nvSpPr>
          <p:spPr>
            <a:xfrm>
              <a:off x="48991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6" name="타원 7485">
              <a:extLst>
                <a:ext uri="{FF2B5EF4-FFF2-40B4-BE49-F238E27FC236}">
                  <a16:creationId xmlns:a16="http://schemas.microsoft.com/office/drawing/2014/main" id="{0014FEEB-0EB1-407C-8726-9FEB20D1D603}"/>
                </a:ext>
              </a:extLst>
            </p:cNvPr>
            <p:cNvSpPr/>
            <p:nvPr/>
          </p:nvSpPr>
          <p:spPr>
            <a:xfrm>
              <a:off x="50515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7" name="타원 7486">
              <a:extLst>
                <a:ext uri="{FF2B5EF4-FFF2-40B4-BE49-F238E27FC236}">
                  <a16:creationId xmlns:a16="http://schemas.microsoft.com/office/drawing/2014/main" id="{5D71D938-1C81-42F8-9519-67E02F8A6B3A}"/>
                </a:ext>
              </a:extLst>
            </p:cNvPr>
            <p:cNvSpPr/>
            <p:nvPr/>
          </p:nvSpPr>
          <p:spPr>
            <a:xfrm>
              <a:off x="52039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8" name="타원 7487">
              <a:extLst>
                <a:ext uri="{FF2B5EF4-FFF2-40B4-BE49-F238E27FC236}">
                  <a16:creationId xmlns:a16="http://schemas.microsoft.com/office/drawing/2014/main" id="{A8AC6AB8-9349-4CBF-AF64-BC6ABE08003B}"/>
                </a:ext>
              </a:extLst>
            </p:cNvPr>
            <p:cNvSpPr/>
            <p:nvPr/>
          </p:nvSpPr>
          <p:spPr>
            <a:xfrm>
              <a:off x="53563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9" name="타원 7488">
              <a:extLst>
                <a:ext uri="{FF2B5EF4-FFF2-40B4-BE49-F238E27FC236}">
                  <a16:creationId xmlns:a16="http://schemas.microsoft.com/office/drawing/2014/main" id="{237D6BAB-F29A-46E6-880B-E8F822D7D17C}"/>
                </a:ext>
              </a:extLst>
            </p:cNvPr>
            <p:cNvSpPr/>
            <p:nvPr/>
          </p:nvSpPr>
          <p:spPr>
            <a:xfrm>
              <a:off x="55087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0" name="타원 7489">
              <a:extLst>
                <a:ext uri="{FF2B5EF4-FFF2-40B4-BE49-F238E27FC236}">
                  <a16:creationId xmlns:a16="http://schemas.microsoft.com/office/drawing/2014/main" id="{F44CA349-CA6D-4BD8-BEBD-6A2611874967}"/>
                </a:ext>
              </a:extLst>
            </p:cNvPr>
            <p:cNvSpPr/>
            <p:nvPr/>
          </p:nvSpPr>
          <p:spPr>
            <a:xfrm>
              <a:off x="56611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1" name="타원 7490">
              <a:extLst>
                <a:ext uri="{FF2B5EF4-FFF2-40B4-BE49-F238E27FC236}">
                  <a16:creationId xmlns:a16="http://schemas.microsoft.com/office/drawing/2014/main" id="{82340A29-CCA9-48B6-806D-E6D537650846}"/>
                </a:ext>
              </a:extLst>
            </p:cNvPr>
            <p:cNvSpPr/>
            <p:nvPr/>
          </p:nvSpPr>
          <p:spPr>
            <a:xfrm>
              <a:off x="5813576" y="297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2" name="타원 7491">
              <a:extLst>
                <a:ext uri="{FF2B5EF4-FFF2-40B4-BE49-F238E27FC236}">
                  <a16:creationId xmlns:a16="http://schemas.microsoft.com/office/drawing/2014/main" id="{C4C1208B-8A7A-4515-89E5-5CAEBABD5255}"/>
                </a:ext>
              </a:extLst>
            </p:cNvPr>
            <p:cNvSpPr/>
            <p:nvPr/>
          </p:nvSpPr>
          <p:spPr>
            <a:xfrm>
              <a:off x="3271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3" name="타원 7492">
              <a:extLst>
                <a:ext uri="{FF2B5EF4-FFF2-40B4-BE49-F238E27FC236}">
                  <a16:creationId xmlns:a16="http://schemas.microsoft.com/office/drawing/2014/main" id="{26046B8C-5A0F-420B-9917-D83BB6D97BA3}"/>
                </a:ext>
              </a:extLst>
            </p:cNvPr>
            <p:cNvSpPr/>
            <p:nvPr/>
          </p:nvSpPr>
          <p:spPr>
            <a:xfrm>
              <a:off x="4795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4" name="타원 7493">
              <a:extLst>
                <a:ext uri="{FF2B5EF4-FFF2-40B4-BE49-F238E27FC236}">
                  <a16:creationId xmlns:a16="http://schemas.microsoft.com/office/drawing/2014/main" id="{61439CB0-CA89-44AC-90DD-107AF2C33F3A}"/>
                </a:ext>
              </a:extLst>
            </p:cNvPr>
            <p:cNvSpPr/>
            <p:nvPr/>
          </p:nvSpPr>
          <p:spPr>
            <a:xfrm>
              <a:off x="6319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5" name="타원 7494">
              <a:extLst>
                <a:ext uri="{FF2B5EF4-FFF2-40B4-BE49-F238E27FC236}">
                  <a16:creationId xmlns:a16="http://schemas.microsoft.com/office/drawing/2014/main" id="{46098D1D-8343-4CA0-BEAB-3EAFDA222677}"/>
                </a:ext>
              </a:extLst>
            </p:cNvPr>
            <p:cNvSpPr/>
            <p:nvPr/>
          </p:nvSpPr>
          <p:spPr>
            <a:xfrm>
              <a:off x="7843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6" name="타원 7495">
              <a:extLst>
                <a:ext uri="{FF2B5EF4-FFF2-40B4-BE49-F238E27FC236}">
                  <a16:creationId xmlns:a16="http://schemas.microsoft.com/office/drawing/2014/main" id="{8F13DB82-F6EC-4368-8054-8CFC7B464E48}"/>
                </a:ext>
              </a:extLst>
            </p:cNvPr>
            <p:cNvSpPr/>
            <p:nvPr/>
          </p:nvSpPr>
          <p:spPr>
            <a:xfrm>
              <a:off x="9367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7" name="타원 7496">
              <a:extLst>
                <a:ext uri="{FF2B5EF4-FFF2-40B4-BE49-F238E27FC236}">
                  <a16:creationId xmlns:a16="http://schemas.microsoft.com/office/drawing/2014/main" id="{C5E1B8ED-C306-4099-B5A5-84AA927EBA3E}"/>
                </a:ext>
              </a:extLst>
            </p:cNvPr>
            <p:cNvSpPr/>
            <p:nvPr/>
          </p:nvSpPr>
          <p:spPr>
            <a:xfrm>
              <a:off x="10891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8" name="타원 7497">
              <a:extLst>
                <a:ext uri="{FF2B5EF4-FFF2-40B4-BE49-F238E27FC236}">
                  <a16:creationId xmlns:a16="http://schemas.microsoft.com/office/drawing/2014/main" id="{95AA4F56-CD39-4211-98CB-402B85A5CEE4}"/>
                </a:ext>
              </a:extLst>
            </p:cNvPr>
            <p:cNvSpPr/>
            <p:nvPr/>
          </p:nvSpPr>
          <p:spPr>
            <a:xfrm>
              <a:off x="12415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9" name="타원 7498">
              <a:extLst>
                <a:ext uri="{FF2B5EF4-FFF2-40B4-BE49-F238E27FC236}">
                  <a16:creationId xmlns:a16="http://schemas.microsoft.com/office/drawing/2014/main" id="{711CCC61-71FF-4A2E-89F5-8E479D00232D}"/>
                </a:ext>
              </a:extLst>
            </p:cNvPr>
            <p:cNvSpPr/>
            <p:nvPr/>
          </p:nvSpPr>
          <p:spPr>
            <a:xfrm>
              <a:off x="13939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0" name="타원 7499">
              <a:extLst>
                <a:ext uri="{FF2B5EF4-FFF2-40B4-BE49-F238E27FC236}">
                  <a16:creationId xmlns:a16="http://schemas.microsoft.com/office/drawing/2014/main" id="{B6E0DF33-A7FF-4A2C-B28A-6EBA1BF51A77}"/>
                </a:ext>
              </a:extLst>
            </p:cNvPr>
            <p:cNvSpPr/>
            <p:nvPr/>
          </p:nvSpPr>
          <p:spPr>
            <a:xfrm>
              <a:off x="15463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1" name="타원 7500">
              <a:extLst>
                <a:ext uri="{FF2B5EF4-FFF2-40B4-BE49-F238E27FC236}">
                  <a16:creationId xmlns:a16="http://schemas.microsoft.com/office/drawing/2014/main" id="{F0F53BAB-D35C-43D1-B818-3C6ED925FC1D}"/>
                </a:ext>
              </a:extLst>
            </p:cNvPr>
            <p:cNvSpPr/>
            <p:nvPr/>
          </p:nvSpPr>
          <p:spPr>
            <a:xfrm>
              <a:off x="16987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2" name="타원 7501">
              <a:extLst>
                <a:ext uri="{FF2B5EF4-FFF2-40B4-BE49-F238E27FC236}">
                  <a16:creationId xmlns:a16="http://schemas.microsoft.com/office/drawing/2014/main" id="{B355DC8F-9364-408E-BE17-CDF66DC2FB98}"/>
                </a:ext>
              </a:extLst>
            </p:cNvPr>
            <p:cNvSpPr/>
            <p:nvPr/>
          </p:nvSpPr>
          <p:spPr>
            <a:xfrm>
              <a:off x="18511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3" name="타원 7502">
              <a:extLst>
                <a:ext uri="{FF2B5EF4-FFF2-40B4-BE49-F238E27FC236}">
                  <a16:creationId xmlns:a16="http://schemas.microsoft.com/office/drawing/2014/main" id="{01E4AFEC-AC54-4BE9-BCF9-49BF2D58646E}"/>
                </a:ext>
              </a:extLst>
            </p:cNvPr>
            <p:cNvSpPr/>
            <p:nvPr/>
          </p:nvSpPr>
          <p:spPr>
            <a:xfrm>
              <a:off x="20035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4" name="타원 7503">
              <a:extLst>
                <a:ext uri="{FF2B5EF4-FFF2-40B4-BE49-F238E27FC236}">
                  <a16:creationId xmlns:a16="http://schemas.microsoft.com/office/drawing/2014/main" id="{660C639D-8BF6-44AE-A240-F315748E193B}"/>
                </a:ext>
              </a:extLst>
            </p:cNvPr>
            <p:cNvSpPr/>
            <p:nvPr/>
          </p:nvSpPr>
          <p:spPr>
            <a:xfrm>
              <a:off x="21559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5" name="타원 7504">
              <a:extLst>
                <a:ext uri="{FF2B5EF4-FFF2-40B4-BE49-F238E27FC236}">
                  <a16:creationId xmlns:a16="http://schemas.microsoft.com/office/drawing/2014/main" id="{283F74D6-A88D-44FD-9C8D-16E35102C9D6}"/>
                </a:ext>
              </a:extLst>
            </p:cNvPr>
            <p:cNvSpPr/>
            <p:nvPr/>
          </p:nvSpPr>
          <p:spPr>
            <a:xfrm>
              <a:off x="23083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6" name="타원 7505">
              <a:extLst>
                <a:ext uri="{FF2B5EF4-FFF2-40B4-BE49-F238E27FC236}">
                  <a16:creationId xmlns:a16="http://schemas.microsoft.com/office/drawing/2014/main" id="{071DD404-18FD-4F93-BE41-834EAF97413F}"/>
                </a:ext>
              </a:extLst>
            </p:cNvPr>
            <p:cNvSpPr/>
            <p:nvPr/>
          </p:nvSpPr>
          <p:spPr>
            <a:xfrm>
              <a:off x="24607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7" name="타원 7506">
              <a:extLst>
                <a:ext uri="{FF2B5EF4-FFF2-40B4-BE49-F238E27FC236}">
                  <a16:creationId xmlns:a16="http://schemas.microsoft.com/office/drawing/2014/main" id="{024C47D5-6C7F-4AD1-B986-72F9CACC9055}"/>
                </a:ext>
              </a:extLst>
            </p:cNvPr>
            <p:cNvSpPr/>
            <p:nvPr/>
          </p:nvSpPr>
          <p:spPr>
            <a:xfrm>
              <a:off x="26131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8" name="타원 7507">
              <a:extLst>
                <a:ext uri="{FF2B5EF4-FFF2-40B4-BE49-F238E27FC236}">
                  <a16:creationId xmlns:a16="http://schemas.microsoft.com/office/drawing/2014/main" id="{54AEF171-E987-4424-85BF-345FA4520973}"/>
                </a:ext>
              </a:extLst>
            </p:cNvPr>
            <p:cNvSpPr/>
            <p:nvPr/>
          </p:nvSpPr>
          <p:spPr>
            <a:xfrm>
              <a:off x="27655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9" name="타원 7508">
              <a:extLst>
                <a:ext uri="{FF2B5EF4-FFF2-40B4-BE49-F238E27FC236}">
                  <a16:creationId xmlns:a16="http://schemas.microsoft.com/office/drawing/2014/main" id="{C4769B8C-874B-4496-B5FE-CEFDB40B3B6A}"/>
                </a:ext>
              </a:extLst>
            </p:cNvPr>
            <p:cNvSpPr/>
            <p:nvPr/>
          </p:nvSpPr>
          <p:spPr>
            <a:xfrm>
              <a:off x="29179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0" name="타원 7509">
              <a:extLst>
                <a:ext uri="{FF2B5EF4-FFF2-40B4-BE49-F238E27FC236}">
                  <a16:creationId xmlns:a16="http://schemas.microsoft.com/office/drawing/2014/main" id="{842163B4-36A0-4982-A38E-48F7892F752A}"/>
                </a:ext>
              </a:extLst>
            </p:cNvPr>
            <p:cNvSpPr/>
            <p:nvPr/>
          </p:nvSpPr>
          <p:spPr>
            <a:xfrm>
              <a:off x="30703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1" name="타원 7510">
              <a:extLst>
                <a:ext uri="{FF2B5EF4-FFF2-40B4-BE49-F238E27FC236}">
                  <a16:creationId xmlns:a16="http://schemas.microsoft.com/office/drawing/2014/main" id="{4858D7FF-5135-48C3-98BA-18067030F518}"/>
                </a:ext>
              </a:extLst>
            </p:cNvPr>
            <p:cNvSpPr/>
            <p:nvPr/>
          </p:nvSpPr>
          <p:spPr>
            <a:xfrm>
              <a:off x="32227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2" name="타원 7511">
              <a:extLst>
                <a:ext uri="{FF2B5EF4-FFF2-40B4-BE49-F238E27FC236}">
                  <a16:creationId xmlns:a16="http://schemas.microsoft.com/office/drawing/2014/main" id="{F203E0B3-B7F1-44AB-B8AA-5FA1216B7464}"/>
                </a:ext>
              </a:extLst>
            </p:cNvPr>
            <p:cNvSpPr/>
            <p:nvPr/>
          </p:nvSpPr>
          <p:spPr>
            <a:xfrm>
              <a:off x="33751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3" name="타원 7512">
              <a:extLst>
                <a:ext uri="{FF2B5EF4-FFF2-40B4-BE49-F238E27FC236}">
                  <a16:creationId xmlns:a16="http://schemas.microsoft.com/office/drawing/2014/main" id="{5848EF87-429B-48EF-AB0A-0ED33A3C581E}"/>
                </a:ext>
              </a:extLst>
            </p:cNvPr>
            <p:cNvSpPr/>
            <p:nvPr/>
          </p:nvSpPr>
          <p:spPr>
            <a:xfrm>
              <a:off x="35275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4" name="타원 7513">
              <a:extLst>
                <a:ext uri="{FF2B5EF4-FFF2-40B4-BE49-F238E27FC236}">
                  <a16:creationId xmlns:a16="http://schemas.microsoft.com/office/drawing/2014/main" id="{BD62D3AA-6082-4CE1-9E84-B548AE75C839}"/>
                </a:ext>
              </a:extLst>
            </p:cNvPr>
            <p:cNvSpPr/>
            <p:nvPr/>
          </p:nvSpPr>
          <p:spPr>
            <a:xfrm>
              <a:off x="36799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5" name="타원 7514">
              <a:extLst>
                <a:ext uri="{FF2B5EF4-FFF2-40B4-BE49-F238E27FC236}">
                  <a16:creationId xmlns:a16="http://schemas.microsoft.com/office/drawing/2014/main" id="{76245AC8-43E3-46AA-9FC1-F9F04E42FD36}"/>
                </a:ext>
              </a:extLst>
            </p:cNvPr>
            <p:cNvSpPr/>
            <p:nvPr/>
          </p:nvSpPr>
          <p:spPr>
            <a:xfrm>
              <a:off x="38323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6" name="타원 7515">
              <a:extLst>
                <a:ext uri="{FF2B5EF4-FFF2-40B4-BE49-F238E27FC236}">
                  <a16:creationId xmlns:a16="http://schemas.microsoft.com/office/drawing/2014/main" id="{1F51862D-83D2-4091-ADB2-09E0D2E0CD61}"/>
                </a:ext>
              </a:extLst>
            </p:cNvPr>
            <p:cNvSpPr/>
            <p:nvPr/>
          </p:nvSpPr>
          <p:spPr>
            <a:xfrm>
              <a:off x="39847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7" name="타원 7516">
              <a:extLst>
                <a:ext uri="{FF2B5EF4-FFF2-40B4-BE49-F238E27FC236}">
                  <a16:creationId xmlns:a16="http://schemas.microsoft.com/office/drawing/2014/main" id="{EDE0D2AD-849C-4462-97CB-E42B09906C3C}"/>
                </a:ext>
              </a:extLst>
            </p:cNvPr>
            <p:cNvSpPr/>
            <p:nvPr/>
          </p:nvSpPr>
          <p:spPr>
            <a:xfrm>
              <a:off x="41371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8" name="타원 7517">
              <a:extLst>
                <a:ext uri="{FF2B5EF4-FFF2-40B4-BE49-F238E27FC236}">
                  <a16:creationId xmlns:a16="http://schemas.microsoft.com/office/drawing/2014/main" id="{735C6243-EF97-4418-9CCC-CF16A68A6CA4}"/>
                </a:ext>
              </a:extLst>
            </p:cNvPr>
            <p:cNvSpPr/>
            <p:nvPr/>
          </p:nvSpPr>
          <p:spPr>
            <a:xfrm>
              <a:off x="42895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9" name="타원 7518">
              <a:extLst>
                <a:ext uri="{FF2B5EF4-FFF2-40B4-BE49-F238E27FC236}">
                  <a16:creationId xmlns:a16="http://schemas.microsoft.com/office/drawing/2014/main" id="{DE6ACDD8-9CEC-4D50-8C8E-A01BCC9AA2D4}"/>
                </a:ext>
              </a:extLst>
            </p:cNvPr>
            <p:cNvSpPr/>
            <p:nvPr/>
          </p:nvSpPr>
          <p:spPr>
            <a:xfrm>
              <a:off x="44419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0" name="타원 7519">
              <a:extLst>
                <a:ext uri="{FF2B5EF4-FFF2-40B4-BE49-F238E27FC236}">
                  <a16:creationId xmlns:a16="http://schemas.microsoft.com/office/drawing/2014/main" id="{4E26BF78-1E13-44CB-93F5-A73AC121880B}"/>
                </a:ext>
              </a:extLst>
            </p:cNvPr>
            <p:cNvSpPr/>
            <p:nvPr/>
          </p:nvSpPr>
          <p:spPr>
            <a:xfrm>
              <a:off x="45943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1" name="타원 7520">
              <a:extLst>
                <a:ext uri="{FF2B5EF4-FFF2-40B4-BE49-F238E27FC236}">
                  <a16:creationId xmlns:a16="http://schemas.microsoft.com/office/drawing/2014/main" id="{19A0E4F8-08EF-4018-922A-3D77EA989DB9}"/>
                </a:ext>
              </a:extLst>
            </p:cNvPr>
            <p:cNvSpPr/>
            <p:nvPr/>
          </p:nvSpPr>
          <p:spPr>
            <a:xfrm>
              <a:off x="47467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2" name="타원 7521">
              <a:extLst>
                <a:ext uri="{FF2B5EF4-FFF2-40B4-BE49-F238E27FC236}">
                  <a16:creationId xmlns:a16="http://schemas.microsoft.com/office/drawing/2014/main" id="{75AAB514-18E7-4209-AAFD-52A091C93B40}"/>
                </a:ext>
              </a:extLst>
            </p:cNvPr>
            <p:cNvSpPr/>
            <p:nvPr/>
          </p:nvSpPr>
          <p:spPr>
            <a:xfrm>
              <a:off x="48991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3" name="타원 7522">
              <a:extLst>
                <a:ext uri="{FF2B5EF4-FFF2-40B4-BE49-F238E27FC236}">
                  <a16:creationId xmlns:a16="http://schemas.microsoft.com/office/drawing/2014/main" id="{88FE7EDF-4337-4B33-B232-E429B5E71017}"/>
                </a:ext>
              </a:extLst>
            </p:cNvPr>
            <p:cNvSpPr/>
            <p:nvPr/>
          </p:nvSpPr>
          <p:spPr>
            <a:xfrm>
              <a:off x="50515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4" name="타원 7523">
              <a:extLst>
                <a:ext uri="{FF2B5EF4-FFF2-40B4-BE49-F238E27FC236}">
                  <a16:creationId xmlns:a16="http://schemas.microsoft.com/office/drawing/2014/main" id="{558EE2E9-6095-44CE-9BA0-93FA1D58192F}"/>
                </a:ext>
              </a:extLst>
            </p:cNvPr>
            <p:cNvSpPr/>
            <p:nvPr/>
          </p:nvSpPr>
          <p:spPr>
            <a:xfrm>
              <a:off x="52039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5" name="타원 7524">
              <a:extLst>
                <a:ext uri="{FF2B5EF4-FFF2-40B4-BE49-F238E27FC236}">
                  <a16:creationId xmlns:a16="http://schemas.microsoft.com/office/drawing/2014/main" id="{382938FF-2653-4D95-9AF3-EA5BB86960D9}"/>
                </a:ext>
              </a:extLst>
            </p:cNvPr>
            <p:cNvSpPr/>
            <p:nvPr/>
          </p:nvSpPr>
          <p:spPr>
            <a:xfrm>
              <a:off x="53563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6" name="타원 7525">
              <a:extLst>
                <a:ext uri="{FF2B5EF4-FFF2-40B4-BE49-F238E27FC236}">
                  <a16:creationId xmlns:a16="http://schemas.microsoft.com/office/drawing/2014/main" id="{186A1B4F-DD6A-4F81-A144-775863A3E6AD}"/>
                </a:ext>
              </a:extLst>
            </p:cNvPr>
            <p:cNvSpPr/>
            <p:nvPr/>
          </p:nvSpPr>
          <p:spPr>
            <a:xfrm>
              <a:off x="55087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7" name="타원 7526">
              <a:extLst>
                <a:ext uri="{FF2B5EF4-FFF2-40B4-BE49-F238E27FC236}">
                  <a16:creationId xmlns:a16="http://schemas.microsoft.com/office/drawing/2014/main" id="{8C500022-E800-4420-8E08-7230EEBB1CFB}"/>
                </a:ext>
              </a:extLst>
            </p:cNvPr>
            <p:cNvSpPr/>
            <p:nvPr/>
          </p:nvSpPr>
          <p:spPr>
            <a:xfrm>
              <a:off x="56611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8" name="타원 7527">
              <a:extLst>
                <a:ext uri="{FF2B5EF4-FFF2-40B4-BE49-F238E27FC236}">
                  <a16:creationId xmlns:a16="http://schemas.microsoft.com/office/drawing/2014/main" id="{D1C1A943-0488-4ECF-8A7A-7CD899658BF3}"/>
                </a:ext>
              </a:extLst>
            </p:cNvPr>
            <p:cNvSpPr/>
            <p:nvPr/>
          </p:nvSpPr>
          <p:spPr>
            <a:xfrm>
              <a:off x="5813576" y="312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9" name="타원 7528">
              <a:extLst>
                <a:ext uri="{FF2B5EF4-FFF2-40B4-BE49-F238E27FC236}">
                  <a16:creationId xmlns:a16="http://schemas.microsoft.com/office/drawing/2014/main" id="{6DC2378C-56BB-4A21-81FA-A9BEE3AAA38F}"/>
                </a:ext>
              </a:extLst>
            </p:cNvPr>
            <p:cNvSpPr/>
            <p:nvPr/>
          </p:nvSpPr>
          <p:spPr>
            <a:xfrm>
              <a:off x="3271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0" name="타원 7529">
              <a:extLst>
                <a:ext uri="{FF2B5EF4-FFF2-40B4-BE49-F238E27FC236}">
                  <a16:creationId xmlns:a16="http://schemas.microsoft.com/office/drawing/2014/main" id="{114D5BEC-2B89-442D-8D89-8B781E08574C}"/>
                </a:ext>
              </a:extLst>
            </p:cNvPr>
            <p:cNvSpPr/>
            <p:nvPr/>
          </p:nvSpPr>
          <p:spPr>
            <a:xfrm>
              <a:off x="4795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1" name="타원 7530">
              <a:extLst>
                <a:ext uri="{FF2B5EF4-FFF2-40B4-BE49-F238E27FC236}">
                  <a16:creationId xmlns:a16="http://schemas.microsoft.com/office/drawing/2014/main" id="{C81F1F6B-A59B-49A2-9E09-D8FDFB2E5CEB}"/>
                </a:ext>
              </a:extLst>
            </p:cNvPr>
            <p:cNvSpPr/>
            <p:nvPr/>
          </p:nvSpPr>
          <p:spPr>
            <a:xfrm>
              <a:off x="6319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2" name="타원 7531">
              <a:extLst>
                <a:ext uri="{FF2B5EF4-FFF2-40B4-BE49-F238E27FC236}">
                  <a16:creationId xmlns:a16="http://schemas.microsoft.com/office/drawing/2014/main" id="{64A649B8-9610-432B-8BBE-2F8020EFEDFC}"/>
                </a:ext>
              </a:extLst>
            </p:cNvPr>
            <p:cNvSpPr/>
            <p:nvPr/>
          </p:nvSpPr>
          <p:spPr>
            <a:xfrm>
              <a:off x="7843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3" name="타원 7532">
              <a:extLst>
                <a:ext uri="{FF2B5EF4-FFF2-40B4-BE49-F238E27FC236}">
                  <a16:creationId xmlns:a16="http://schemas.microsoft.com/office/drawing/2014/main" id="{FB494956-73B7-4B7D-B385-E9C65A3AED16}"/>
                </a:ext>
              </a:extLst>
            </p:cNvPr>
            <p:cNvSpPr/>
            <p:nvPr/>
          </p:nvSpPr>
          <p:spPr>
            <a:xfrm>
              <a:off x="9367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4" name="타원 7533">
              <a:extLst>
                <a:ext uri="{FF2B5EF4-FFF2-40B4-BE49-F238E27FC236}">
                  <a16:creationId xmlns:a16="http://schemas.microsoft.com/office/drawing/2014/main" id="{4343A9B0-992F-47FF-940C-048C29C6F17B}"/>
                </a:ext>
              </a:extLst>
            </p:cNvPr>
            <p:cNvSpPr/>
            <p:nvPr/>
          </p:nvSpPr>
          <p:spPr>
            <a:xfrm>
              <a:off x="10891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5" name="타원 7534">
              <a:extLst>
                <a:ext uri="{FF2B5EF4-FFF2-40B4-BE49-F238E27FC236}">
                  <a16:creationId xmlns:a16="http://schemas.microsoft.com/office/drawing/2014/main" id="{25C8EAB7-F8AC-461C-B173-69AC28F5E7A3}"/>
                </a:ext>
              </a:extLst>
            </p:cNvPr>
            <p:cNvSpPr/>
            <p:nvPr/>
          </p:nvSpPr>
          <p:spPr>
            <a:xfrm>
              <a:off x="12415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6" name="타원 7535">
              <a:extLst>
                <a:ext uri="{FF2B5EF4-FFF2-40B4-BE49-F238E27FC236}">
                  <a16:creationId xmlns:a16="http://schemas.microsoft.com/office/drawing/2014/main" id="{149E6397-1933-4692-B81F-244DE531F396}"/>
                </a:ext>
              </a:extLst>
            </p:cNvPr>
            <p:cNvSpPr/>
            <p:nvPr/>
          </p:nvSpPr>
          <p:spPr>
            <a:xfrm>
              <a:off x="13939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7" name="타원 7536">
              <a:extLst>
                <a:ext uri="{FF2B5EF4-FFF2-40B4-BE49-F238E27FC236}">
                  <a16:creationId xmlns:a16="http://schemas.microsoft.com/office/drawing/2014/main" id="{2D49FE1D-84BF-442B-B63B-BC0F567085D0}"/>
                </a:ext>
              </a:extLst>
            </p:cNvPr>
            <p:cNvSpPr/>
            <p:nvPr/>
          </p:nvSpPr>
          <p:spPr>
            <a:xfrm>
              <a:off x="15463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8" name="타원 7537">
              <a:extLst>
                <a:ext uri="{FF2B5EF4-FFF2-40B4-BE49-F238E27FC236}">
                  <a16:creationId xmlns:a16="http://schemas.microsoft.com/office/drawing/2014/main" id="{78CAF953-1E9F-43B5-BF50-46FB88D23D07}"/>
                </a:ext>
              </a:extLst>
            </p:cNvPr>
            <p:cNvSpPr/>
            <p:nvPr/>
          </p:nvSpPr>
          <p:spPr>
            <a:xfrm>
              <a:off x="16987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9" name="타원 7538">
              <a:extLst>
                <a:ext uri="{FF2B5EF4-FFF2-40B4-BE49-F238E27FC236}">
                  <a16:creationId xmlns:a16="http://schemas.microsoft.com/office/drawing/2014/main" id="{3469DFDA-3CE9-418C-B6D9-359228180E6C}"/>
                </a:ext>
              </a:extLst>
            </p:cNvPr>
            <p:cNvSpPr/>
            <p:nvPr/>
          </p:nvSpPr>
          <p:spPr>
            <a:xfrm>
              <a:off x="18511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0" name="타원 7539">
              <a:extLst>
                <a:ext uri="{FF2B5EF4-FFF2-40B4-BE49-F238E27FC236}">
                  <a16:creationId xmlns:a16="http://schemas.microsoft.com/office/drawing/2014/main" id="{8B7EAC94-C7D8-4F13-8A90-E2A3EC5CE13C}"/>
                </a:ext>
              </a:extLst>
            </p:cNvPr>
            <p:cNvSpPr/>
            <p:nvPr/>
          </p:nvSpPr>
          <p:spPr>
            <a:xfrm>
              <a:off x="20035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1" name="타원 7540">
              <a:extLst>
                <a:ext uri="{FF2B5EF4-FFF2-40B4-BE49-F238E27FC236}">
                  <a16:creationId xmlns:a16="http://schemas.microsoft.com/office/drawing/2014/main" id="{BC29A11B-92E1-4671-9064-763D780A7385}"/>
                </a:ext>
              </a:extLst>
            </p:cNvPr>
            <p:cNvSpPr/>
            <p:nvPr/>
          </p:nvSpPr>
          <p:spPr>
            <a:xfrm>
              <a:off x="21559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2" name="타원 7541">
              <a:extLst>
                <a:ext uri="{FF2B5EF4-FFF2-40B4-BE49-F238E27FC236}">
                  <a16:creationId xmlns:a16="http://schemas.microsoft.com/office/drawing/2014/main" id="{18BBBC6A-B7A5-4940-A65D-830BCB7263FC}"/>
                </a:ext>
              </a:extLst>
            </p:cNvPr>
            <p:cNvSpPr/>
            <p:nvPr/>
          </p:nvSpPr>
          <p:spPr>
            <a:xfrm>
              <a:off x="23083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3" name="타원 7542">
              <a:extLst>
                <a:ext uri="{FF2B5EF4-FFF2-40B4-BE49-F238E27FC236}">
                  <a16:creationId xmlns:a16="http://schemas.microsoft.com/office/drawing/2014/main" id="{2E37C0A5-358B-4C37-BED3-46F152247BB0}"/>
                </a:ext>
              </a:extLst>
            </p:cNvPr>
            <p:cNvSpPr/>
            <p:nvPr/>
          </p:nvSpPr>
          <p:spPr>
            <a:xfrm>
              <a:off x="24607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4" name="타원 7543">
              <a:extLst>
                <a:ext uri="{FF2B5EF4-FFF2-40B4-BE49-F238E27FC236}">
                  <a16:creationId xmlns:a16="http://schemas.microsoft.com/office/drawing/2014/main" id="{0A7BA758-A13D-4632-9D04-13E246081E11}"/>
                </a:ext>
              </a:extLst>
            </p:cNvPr>
            <p:cNvSpPr/>
            <p:nvPr/>
          </p:nvSpPr>
          <p:spPr>
            <a:xfrm>
              <a:off x="26131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5" name="타원 7544">
              <a:extLst>
                <a:ext uri="{FF2B5EF4-FFF2-40B4-BE49-F238E27FC236}">
                  <a16:creationId xmlns:a16="http://schemas.microsoft.com/office/drawing/2014/main" id="{809CFA66-DAF2-4643-9C3A-211C81D324B8}"/>
                </a:ext>
              </a:extLst>
            </p:cNvPr>
            <p:cNvSpPr/>
            <p:nvPr/>
          </p:nvSpPr>
          <p:spPr>
            <a:xfrm>
              <a:off x="27655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6" name="타원 7545">
              <a:extLst>
                <a:ext uri="{FF2B5EF4-FFF2-40B4-BE49-F238E27FC236}">
                  <a16:creationId xmlns:a16="http://schemas.microsoft.com/office/drawing/2014/main" id="{F6E8E061-54FF-4A11-A9BB-D80905BC5781}"/>
                </a:ext>
              </a:extLst>
            </p:cNvPr>
            <p:cNvSpPr/>
            <p:nvPr/>
          </p:nvSpPr>
          <p:spPr>
            <a:xfrm>
              <a:off x="29179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7" name="타원 7546">
              <a:extLst>
                <a:ext uri="{FF2B5EF4-FFF2-40B4-BE49-F238E27FC236}">
                  <a16:creationId xmlns:a16="http://schemas.microsoft.com/office/drawing/2014/main" id="{F850C293-072F-4AA5-8FD7-D580C11D88C9}"/>
                </a:ext>
              </a:extLst>
            </p:cNvPr>
            <p:cNvSpPr/>
            <p:nvPr/>
          </p:nvSpPr>
          <p:spPr>
            <a:xfrm>
              <a:off x="30703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8" name="타원 7547">
              <a:extLst>
                <a:ext uri="{FF2B5EF4-FFF2-40B4-BE49-F238E27FC236}">
                  <a16:creationId xmlns:a16="http://schemas.microsoft.com/office/drawing/2014/main" id="{16156A32-ED8F-45AC-82DF-2CC4B1EFB1D9}"/>
                </a:ext>
              </a:extLst>
            </p:cNvPr>
            <p:cNvSpPr/>
            <p:nvPr/>
          </p:nvSpPr>
          <p:spPr>
            <a:xfrm>
              <a:off x="32227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9" name="타원 7548">
              <a:extLst>
                <a:ext uri="{FF2B5EF4-FFF2-40B4-BE49-F238E27FC236}">
                  <a16:creationId xmlns:a16="http://schemas.microsoft.com/office/drawing/2014/main" id="{A2C2407D-CF42-4910-8A0D-391205DF5541}"/>
                </a:ext>
              </a:extLst>
            </p:cNvPr>
            <p:cNvSpPr/>
            <p:nvPr/>
          </p:nvSpPr>
          <p:spPr>
            <a:xfrm>
              <a:off x="33751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0" name="타원 7549">
              <a:extLst>
                <a:ext uri="{FF2B5EF4-FFF2-40B4-BE49-F238E27FC236}">
                  <a16:creationId xmlns:a16="http://schemas.microsoft.com/office/drawing/2014/main" id="{B019908D-445D-4079-A3FB-0B289D00579E}"/>
                </a:ext>
              </a:extLst>
            </p:cNvPr>
            <p:cNvSpPr/>
            <p:nvPr/>
          </p:nvSpPr>
          <p:spPr>
            <a:xfrm>
              <a:off x="35275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1" name="타원 7550">
              <a:extLst>
                <a:ext uri="{FF2B5EF4-FFF2-40B4-BE49-F238E27FC236}">
                  <a16:creationId xmlns:a16="http://schemas.microsoft.com/office/drawing/2014/main" id="{3F96E405-061A-4794-8609-2A5426A32CCC}"/>
                </a:ext>
              </a:extLst>
            </p:cNvPr>
            <p:cNvSpPr/>
            <p:nvPr/>
          </p:nvSpPr>
          <p:spPr>
            <a:xfrm>
              <a:off x="36799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2" name="타원 7551">
              <a:extLst>
                <a:ext uri="{FF2B5EF4-FFF2-40B4-BE49-F238E27FC236}">
                  <a16:creationId xmlns:a16="http://schemas.microsoft.com/office/drawing/2014/main" id="{303D6BA8-1A47-42A5-9399-54790461F993}"/>
                </a:ext>
              </a:extLst>
            </p:cNvPr>
            <p:cNvSpPr/>
            <p:nvPr/>
          </p:nvSpPr>
          <p:spPr>
            <a:xfrm>
              <a:off x="38323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3" name="타원 7552">
              <a:extLst>
                <a:ext uri="{FF2B5EF4-FFF2-40B4-BE49-F238E27FC236}">
                  <a16:creationId xmlns:a16="http://schemas.microsoft.com/office/drawing/2014/main" id="{9F2B57CB-C910-42CC-8E98-E96F97F1204D}"/>
                </a:ext>
              </a:extLst>
            </p:cNvPr>
            <p:cNvSpPr/>
            <p:nvPr/>
          </p:nvSpPr>
          <p:spPr>
            <a:xfrm>
              <a:off x="39847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4" name="타원 7553">
              <a:extLst>
                <a:ext uri="{FF2B5EF4-FFF2-40B4-BE49-F238E27FC236}">
                  <a16:creationId xmlns:a16="http://schemas.microsoft.com/office/drawing/2014/main" id="{9143484E-4442-4A6B-A458-3CFCB3BE4327}"/>
                </a:ext>
              </a:extLst>
            </p:cNvPr>
            <p:cNvSpPr/>
            <p:nvPr/>
          </p:nvSpPr>
          <p:spPr>
            <a:xfrm>
              <a:off x="41371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5" name="타원 7554">
              <a:extLst>
                <a:ext uri="{FF2B5EF4-FFF2-40B4-BE49-F238E27FC236}">
                  <a16:creationId xmlns:a16="http://schemas.microsoft.com/office/drawing/2014/main" id="{7671E71D-C305-4F5A-ADDD-FB8298FDB236}"/>
                </a:ext>
              </a:extLst>
            </p:cNvPr>
            <p:cNvSpPr/>
            <p:nvPr/>
          </p:nvSpPr>
          <p:spPr>
            <a:xfrm>
              <a:off x="42895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6" name="타원 7555">
              <a:extLst>
                <a:ext uri="{FF2B5EF4-FFF2-40B4-BE49-F238E27FC236}">
                  <a16:creationId xmlns:a16="http://schemas.microsoft.com/office/drawing/2014/main" id="{1EE3EA42-D241-4935-B3B4-67FBDD2356ED}"/>
                </a:ext>
              </a:extLst>
            </p:cNvPr>
            <p:cNvSpPr/>
            <p:nvPr/>
          </p:nvSpPr>
          <p:spPr>
            <a:xfrm>
              <a:off x="44419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7" name="타원 7556">
              <a:extLst>
                <a:ext uri="{FF2B5EF4-FFF2-40B4-BE49-F238E27FC236}">
                  <a16:creationId xmlns:a16="http://schemas.microsoft.com/office/drawing/2014/main" id="{B7C76DED-797F-4D57-85EE-D831F62D8577}"/>
                </a:ext>
              </a:extLst>
            </p:cNvPr>
            <p:cNvSpPr/>
            <p:nvPr/>
          </p:nvSpPr>
          <p:spPr>
            <a:xfrm>
              <a:off x="45943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8" name="타원 7557">
              <a:extLst>
                <a:ext uri="{FF2B5EF4-FFF2-40B4-BE49-F238E27FC236}">
                  <a16:creationId xmlns:a16="http://schemas.microsoft.com/office/drawing/2014/main" id="{774B75CA-2AD8-4588-BE7B-5817926A86CC}"/>
                </a:ext>
              </a:extLst>
            </p:cNvPr>
            <p:cNvSpPr/>
            <p:nvPr/>
          </p:nvSpPr>
          <p:spPr>
            <a:xfrm>
              <a:off x="47467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9" name="타원 7558">
              <a:extLst>
                <a:ext uri="{FF2B5EF4-FFF2-40B4-BE49-F238E27FC236}">
                  <a16:creationId xmlns:a16="http://schemas.microsoft.com/office/drawing/2014/main" id="{9B6FE0A2-BA58-486F-A9C2-88C2F8703027}"/>
                </a:ext>
              </a:extLst>
            </p:cNvPr>
            <p:cNvSpPr/>
            <p:nvPr/>
          </p:nvSpPr>
          <p:spPr>
            <a:xfrm>
              <a:off x="48991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0" name="타원 7559">
              <a:extLst>
                <a:ext uri="{FF2B5EF4-FFF2-40B4-BE49-F238E27FC236}">
                  <a16:creationId xmlns:a16="http://schemas.microsoft.com/office/drawing/2014/main" id="{0F004BB6-E37B-4FD2-A558-D83A5D0B37C6}"/>
                </a:ext>
              </a:extLst>
            </p:cNvPr>
            <p:cNvSpPr/>
            <p:nvPr/>
          </p:nvSpPr>
          <p:spPr>
            <a:xfrm>
              <a:off x="50515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1" name="타원 7560">
              <a:extLst>
                <a:ext uri="{FF2B5EF4-FFF2-40B4-BE49-F238E27FC236}">
                  <a16:creationId xmlns:a16="http://schemas.microsoft.com/office/drawing/2014/main" id="{7950EBA6-3C06-4C92-9A96-630FDAD7F44F}"/>
                </a:ext>
              </a:extLst>
            </p:cNvPr>
            <p:cNvSpPr/>
            <p:nvPr/>
          </p:nvSpPr>
          <p:spPr>
            <a:xfrm>
              <a:off x="52039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2" name="타원 7561">
              <a:extLst>
                <a:ext uri="{FF2B5EF4-FFF2-40B4-BE49-F238E27FC236}">
                  <a16:creationId xmlns:a16="http://schemas.microsoft.com/office/drawing/2014/main" id="{75DCA26B-323B-4D55-9056-8FF992DD0C09}"/>
                </a:ext>
              </a:extLst>
            </p:cNvPr>
            <p:cNvSpPr/>
            <p:nvPr/>
          </p:nvSpPr>
          <p:spPr>
            <a:xfrm>
              <a:off x="53563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3" name="타원 7562">
              <a:extLst>
                <a:ext uri="{FF2B5EF4-FFF2-40B4-BE49-F238E27FC236}">
                  <a16:creationId xmlns:a16="http://schemas.microsoft.com/office/drawing/2014/main" id="{1DA8ECC5-4147-4B2F-BE9E-14C306BC9186}"/>
                </a:ext>
              </a:extLst>
            </p:cNvPr>
            <p:cNvSpPr/>
            <p:nvPr/>
          </p:nvSpPr>
          <p:spPr>
            <a:xfrm>
              <a:off x="55087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4" name="타원 7563">
              <a:extLst>
                <a:ext uri="{FF2B5EF4-FFF2-40B4-BE49-F238E27FC236}">
                  <a16:creationId xmlns:a16="http://schemas.microsoft.com/office/drawing/2014/main" id="{05E2CC36-96E4-4EF4-BC87-3AAEB5C9F981}"/>
                </a:ext>
              </a:extLst>
            </p:cNvPr>
            <p:cNvSpPr/>
            <p:nvPr/>
          </p:nvSpPr>
          <p:spPr>
            <a:xfrm>
              <a:off x="56611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5" name="타원 7564">
              <a:extLst>
                <a:ext uri="{FF2B5EF4-FFF2-40B4-BE49-F238E27FC236}">
                  <a16:creationId xmlns:a16="http://schemas.microsoft.com/office/drawing/2014/main" id="{95DB1E8C-CD10-4FD8-9492-64412D203276}"/>
                </a:ext>
              </a:extLst>
            </p:cNvPr>
            <p:cNvSpPr/>
            <p:nvPr/>
          </p:nvSpPr>
          <p:spPr>
            <a:xfrm>
              <a:off x="5813576" y="327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6" name="타원 7565">
              <a:extLst>
                <a:ext uri="{FF2B5EF4-FFF2-40B4-BE49-F238E27FC236}">
                  <a16:creationId xmlns:a16="http://schemas.microsoft.com/office/drawing/2014/main" id="{193D470E-8FA0-49E1-AAB4-1E64BCEA686E}"/>
                </a:ext>
              </a:extLst>
            </p:cNvPr>
            <p:cNvSpPr/>
            <p:nvPr/>
          </p:nvSpPr>
          <p:spPr>
            <a:xfrm>
              <a:off x="3271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7" name="타원 7566">
              <a:extLst>
                <a:ext uri="{FF2B5EF4-FFF2-40B4-BE49-F238E27FC236}">
                  <a16:creationId xmlns:a16="http://schemas.microsoft.com/office/drawing/2014/main" id="{173B2D70-C84C-4AD9-ABCE-AD7AD50EBBE5}"/>
                </a:ext>
              </a:extLst>
            </p:cNvPr>
            <p:cNvSpPr/>
            <p:nvPr/>
          </p:nvSpPr>
          <p:spPr>
            <a:xfrm>
              <a:off x="4795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8" name="타원 7567">
              <a:extLst>
                <a:ext uri="{FF2B5EF4-FFF2-40B4-BE49-F238E27FC236}">
                  <a16:creationId xmlns:a16="http://schemas.microsoft.com/office/drawing/2014/main" id="{4B0320F7-EEDA-45C0-8EB6-EA28079DBAD0}"/>
                </a:ext>
              </a:extLst>
            </p:cNvPr>
            <p:cNvSpPr/>
            <p:nvPr/>
          </p:nvSpPr>
          <p:spPr>
            <a:xfrm>
              <a:off x="6319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9" name="타원 7568">
              <a:extLst>
                <a:ext uri="{FF2B5EF4-FFF2-40B4-BE49-F238E27FC236}">
                  <a16:creationId xmlns:a16="http://schemas.microsoft.com/office/drawing/2014/main" id="{4E03EAA7-B8FB-4909-A9DF-EDF64221F991}"/>
                </a:ext>
              </a:extLst>
            </p:cNvPr>
            <p:cNvSpPr/>
            <p:nvPr/>
          </p:nvSpPr>
          <p:spPr>
            <a:xfrm>
              <a:off x="7843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0" name="타원 7569">
              <a:extLst>
                <a:ext uri="{FF2B5EF4-FFF2-40B4-BE49-F238E27FC236}">
                  <a16:creationId xmlns:a16="http://schemas.microsoft.com/office/drawing/2014/main" id="{3807D853-CADA-404D-868B-1D2C90CBB26E}"/>
                </a:ext>
              </a:extLst>
            </p:cNvPr>
            <p:cNvSpPr/>
            <p:nvPr/>
          </p:nvSpPr>
          <p:spPr>
            <a:xfrm>
              <a:off x="9367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1" name="타원 7570">
              <a:extLst>
                <a:ext uri="{FF2B5EF4-FFF2-40B4-BE49-F238E27FC236}">
                  <a16:creationId xmlns:a16="http://schemas.microsoft.com/office/drawing/2014/main" id="{4F012907-6061-4E52-BD24-74C3C1E8EE58}"/>
                </a:ext>
              </a:extLst>
            </p:cNvPr>
            <p:cNvSpPr/>
            <p:nvPr/>
          </p:nvSpPr>
          <p:spPr>
            <a:xfrm>
              <a:off x="10891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2" name="타원 7571">
              <a:extLst>
                <a:ext uri="{FF2B5EF4-FFF2-40B4-BE49-F238E27FC236}">
                  <a16:creationId xmlns:a16="http://schemas.microsoft.com/office/drawing/2014/main" id="{118C3153-C8C8-4A31-9348-03F2F38810D6}"/>
                </a:ext>
              </a:extLst>
            </p:cNvPr>
            <p:cNvSpPr/>
            <p:nvPr/>
          </p:nvSpPr>
          <p:spPr>
            <a:xfrm>
              <a:off x="12415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3" name="타원 7572">
              <a:extLst>
                <a:ext uri="{FF2B5EF4-FFF2-40B4-BE49-F238E27FC236}">
                  <a16:creationId xmlns:a16="http://schemas.microsoft.com/office/drawing/2014/main" id="{4C9004D0-D47B-4C1E-93A2-AC155338A8D8}"/>
                </a:ext>
              </a:extLst>
            </p:cNvPr>
            <p:cNvSpPr/>
            <p:nvPr/>
          </p:nvSpPr>
          <p:spPr>
            <a:xfrm>
              <a:off x="13939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4" name="타원 7573">
              <a:extLst>
                <a:ext uri="{FF2B5EF4-FFF2-40B4-BE49-F238E27FC236}">
                  <a16:creationId xmlns:a16="http://schemas.microsoft.com/office/drawing/2014/main" id="{A940F4E1-6243-42EA-A112-1A8EE31CA3A6}"/>
                </a:ext>
              </a:extLst>
            </p:cNvPr>
            <p:cNvSpPr/>
            <p:nvPr/>
          </p:nvSpPr>
          <p:spPr>
            <a:xfrm>
              <a:off x="15463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5" name="타원 7574">
              <a:extLst>
                <a:ext uri="{FF2B5EF4-FFF2-40B4-BE49-F238E27FC236}">
                  <a16:creationId xmlns:a16="http://schemas.microsoft.com/office/drawing/2014/main" id="{1F70D3A7-49FA-4312-AA3E-84CA9FBB39D6}"/>
                </a:ext>
              </a:extLst>
            </p:cNvPr>
            <p:cNvSpPr/>
            <p:nvPr/>
          </p:nvSpPr>
          <p:spPr>
            <a:xfrm>
              <a:off x="16987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6" name="타원 7575">
              <a:extLst>
                <a:ext uri="{FF2B5EF4-FFF2-40B4-BE49-F238E27FC236}">
                  <a16:creationId xmlns:a16="http://schemas.microsoft.com/office/drawing/2014/main" id="{8BC8A23E-9E42-43AF-A28B-8E98AC13A42F}"/>
                </a:ext>
              </a:extLst>
            </p:cNvPr>
            <p:cNvSpPr/>
            <p:nvPr/>
          </p:nvSpPr>
          <p:spPr>
            <a:xfrm>
              <a:off x="18511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7" name="타원 7576">
              <a:extLst>
                <a:ext uri="{FF2B5EF4-FFF2-40B4-BE49-F238E27FC236}">
                  <a16:creationId xmlns:a16="http://schemas.microsoft.com/office/drawing/2014/main" id="{2321F4D6-E481-4F9E-A4B9-7F6BD79F2DDB}"/>
                </a:ext>
              </a:extLst>
            </p:cNvPr>
            <p:cNvSpPr/>
            <p:nvPr/>
          </p:nvSpPr>
          <p:spPr>
            <a:xfrm>
              <a:off x="20035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8" name="타원 7577">
              <a:extLst>
                <a:ext uri="{FF2B5EF4-FFF2-40B4-BE49-F238E27FC236}">
                  <a16:creationId xmlns:a16="http://schemas.microsoft.com/office/drawing/2014/main" id="{667A34BD-B782-4293-B07B-DF53769155EE}"/>
                </a:ext>
              </a:extLst>
            </p:cNvPr>
            <p:cNvSpPr/>
            <p:nvPr/>
          </p:nvSpPr>
          <p:spPr>
            <a:xfrm>
              <a:off x="21559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9" name="타원 7578">
              <a:extLst>
                <a:ext uri="{FF2B5EF4-FFF2-40B4-BE49-F238E27FC236}">
                  <a16:creationId xmlns:a16="http://schemas.microsoft.com/office/drawing/2014/main" id="{9D770CFA-5D23-471A-AB8D-BBAAE684401F}"/>
                </a:ext>
              </a:extLst>
            </p:cNvPr>
            <p:cNvSpPr/>
            <p:nvPr/>
          </p:nvSpPr>
          <p:spPr>
            <a:xfrm>
              <a:off x="23083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0" name="타원 7579">
              <a:extLst>
                <a:ext uri="{FF2B5EF4-FFF2-40B4-BE49-F238E27FC236}">
                  <a16:creationId xmlns:a16="http://schemas.microsoft.com/office/drawing/2014/main" id="{D7D3DC8F-85C2-4CB1-9F1E-7FEB9DF5B5AD}"/>
                </a:ext>
              </a:extLst>
            </p:cNvPr>
            <p:cNvSpPr/>
            <p:nvPr/>
          </p:nvSpPr>
          <p:spPr>
            <a:xfrm>
              <a:off x="24607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1" name="타원 7580">
              <a:extLst>
                <a:ext uri="{FF2B5EF4-FFF2-40B4-BE49-F238E27FC236}">
                  <a16:creationId xmlns:a16="http://schemas.microsoft.com/office/drawing/2014/main" id="{55E8BA78-6C79-4C00-8F9B-F79EFAEA503A}"/>
                </a:ext>
              </a:extLst>
            </p:cNvPr>
            <p:cNvSpPr/>
            <p:nvPr/>
          </p:nvSpPr>
          <p:spPr>
            <a:xfrm>
              <a:off x="26131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2" name="타원 7581">
              <a:extLst>
                <a:ext uri="{FF2B5EF4-FFF2-40B4-BE49-F238E27FC236}">
                  <a16:creationId xmlns:a16="http://schemas.microsoft.com/office/drawing/2014/main" id="{6B1EF4AC-BCAE-45FF-B3B1-E3081D613C02}"/>
                </a:ext>
              </a:extLst>
            </p:cNvPr>
            <p:cNvSpPr/>
            <p:nvPr/>
          </p:nvSpPr>
          <p:spPr>
            <a:xfrm>
              <a:off x="27655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3" name="타원 7582">
              <a:extLst>
                <a:ext uri="{FF2B5EF4-FFF2-40B4-BE49-F238E27FC236}">
                  <a16:creationId xmlns:a16="http://schemas.microsoft.com/office/drawing/2014/main" id="{FAE98CC5-7341-4A01-9AC9-C6B0B170FDE3}"/>
                </a:ext>
              </a:extLst>
            </p:cNvPr>
            <p:cNvSpPr/>
            <p:nvPr/>
          </p:nvSpPr>
          <p:spPr>
            <a:xfrm>
              <a:off x="29179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4" name="타원 7583">
              <a:extLst>
                <a:ext uri="{FF2B5EF4-FFF2-40B4-BE49-F238E27FC236}">
                  <a16:creationId xmlns:a16="http://schemas.microsoft.com/office/drawing/2014/main" id="{60AC5587-7540-45E1-B994-B5ED4709E543}"/>
                </a:ext>
              </a:extLst>
            </p:cNvPr>
            <p:cNvSpPr/>
            <p:nvPr/>
          </p:nvSpPr>
          <p:spPr>
            <a:xfrm>
              <a:off x="30703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5" name="타원 7584">
              <a:extLst>
                <a:ext uri="{FF2B5EF4-FFF2-40B4-BE49-F238E27FC236}">
                  <a16:creationId xmlns:a16="http://schemas.microsoft.com/office/drawing/2014/main" id="{92EE9C4C-8C2F-4157-B2B9-48959229D3F3}"/>
                </a:ext>
              </a:extLst>
            </p:cNvPr>
            <p:cNvSpPr/>
            <p:nvPr/>
          </p:nvSpPr>
          <p:spPr>
            <a:xfrm>
              <a:off x="32227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6" name="타원 7585">
              <a:extLst>
                <a:ext uri="{FF2B5EF4-FFF2-40B4-BE49-F238E27FC236}">
                  <a16:creationId xmlns:a16="http://schemas.microsoft.com/office/drawing/2014/main" id="{6C6990E2-C357-4F4D-8128-8A936417D846}"/>
                </a:ext>
              </a:extLst>
            </p:cNvPr>
            <p:cNvSpPr/>
            <p:nvPr/>
          </p:nvSpPr>
          <p:spPr>
            <a:xfrm>
              <a:off x="33751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7" name="타원 7586">
              <a:extLst>
                <a:ext uri="{FF2B5EF4-FFF2-40B4-BE49-F238E27FC236}">
                  <a16:creationId xmlns:a16="http://schemas.microsoft.com/office/drawing/2014/main" id="{CE1B9568-F5B0-4BDE-A4D3-16395A536108}"/>
                </a:ext>
              </a:extLst>
            </p:cNvPr>
            <p:cNvSpPr/>
            <p:nvPr/>
          </p:nvSpPr>
          <p:spPr>
            <a:xfrm>
              <a:off x="35275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8" name="타원 7587">
              <a:extLst>
                <a:ext uri="{FF2B5EF4-FFF2-40B4-BE49-F238E27FC236}">
                  <a16:creationId xmlns:a16="http://schemas.microsoft.com/office/drawing/2014/main" id="{479C8CB9-8804-4545-AB6D-CC31D330A830}"/>
                </a:ext>
              </a:extLst>
            </p:cNvPr>
            <p:cNvSpPr/>
            <p:nvPr/>
          </p:nvSpPr>
          <p:spPr>
            <a:xfrm>
              <a:off x="36799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89" name="타원 7588">
              <a:extLst>
                <a:ext uri="{FF2B5EF4-FFF2-40B4-BE49-F238E27FC236}">
                  <a16:creationId xmlns:a16="http://schemas.microsoft.com/office/drawing/2014/main" id="{8CDE89A9-1D10-40FE-A5FB-57FC524681E1}"/>
                </a:ext>
              </a:extLst>
            </p:cNvPr>
            <p:cNvSpPr/>
            <p:nvPr/>
          </p:nvSpPr>
          <p:spPr>
            <a:xfrm>
              <a:off x="38323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0" name="타원 7589">
              <a:extLst>
                <a:ext uri="{FF2B5EF4-FFF2-40B4-BE49-F238E27FC236}">
                  <a16:creationId xmlns:a16="http://schemas.microsoft.com/office/drawing/2014/main" id="{07D22D21-EDEE-45A9-82E7-5B543924417F}"/>
                </a:ext>
              </a:extLst>
            </p:cNvPr>
            <p:cNvSpPr/>
            <p:nvPr/>
          </p:nvSpPr>
          <p:spPr>
            <a:xfrm>
              <a:off x="39847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1" name="타원 7590">
              <a:extLst>
                <a:ext uri="{FF2B5EF4-FFF2-40B4-BE49-F238E27FC236}">
                  <a16:creationId xmlns:a16="http://schemas.microsoft.com/office/drawing/2014/main" id="{C53A649D-AF2F-49E6-BA42-9E7B312BAC36}"/>
                </a:ext>
              </a:extLst>
            </p:cNvPr>
            <p:cNvSpPr/>
            <p:nvPr/>
          </p:nvSpPr>
          <p:spPr>
            <a:xfrm>
              <a:off x="41371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2" name="타원 7591">
              <a:extLst>
                <a:ext uri="{FF2B5EF4-FFF2-40B4-BE49-F238E27FC236}">
                  <a16:creationId xmlns:a16="http://schemas.microsoft.com/office/drawing/2014/main" id="{08112657-7806-4F8B-BA06-3874FEA62933}"/>
                </a:ext>
              </a:extLst>
            </p:cNvPr>
            <p:cNvSpPr/>
            <p:nvPr/>
          </p:nvSpPr>
          <p:spPr>
            <a:xfrm>
              <a:off x="42895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3" name="타원 7592">
              <a:extLst>
                <a:ext uri="{FF2B5EF4-FFF2-40B4-BE49-F238E27FC236}">
                  <a16:creationId xmlns:a16="http://schemas.microsoft.com/office/drawing/2014/main" id="{7C6C3642-DFB7-495E-9264-23D689749320}"/>
                </a:ext>
              </a:extLst>
            </p:cNvPr>
            <p:cNvSpPr/>
            <p:nvPr/>
          </p:nvSpPr>
          <p:spPr>
            <a:xfrm>
              <a:off x="44419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4" name="타원 7593">
              <a:extLst>
                <a:ext uri="{FF2B5EF4-FFF2-40B4-BE49-F238E27FC236}">
                  <a16:creationId xmlns:a16="http://schemas.microsoft.com/office/drawing/2014/main" id="{CEB9E160-934C-4D67-B46B-798F06BC769E}"/>
                </a:ext>
              </a:extLst>
            </p:cNvPr>
            <p:cNvSpPr/>
            <p:nvPr/>
          </p:nvSpPr>
          <p:spPr>
            <a:xfrm>
              <a:off x="45943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5" name="타원 7594">
              <a:extLst>
                <a:ext uri="{FF2B5EF4-FFF2-40B4-BE49-F238E27FC236}">
                  <a16:creationId xmlns:a16="http://schemas.microsoft.com/office/drawing/2014/main" id="{A4B6690C-9E29-49B2-A80A-E42DC3181903}"/>
                </a:ext>
              </a:extLst>
            </p:cNvPr>
            <p:cNvSpPr/>
            <p:nvPr/>
          </p:nvSpPr>
          <p:spPr>
            <a:xfrm>
              <a:off x="47467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6" name="타원 7595">
              <a:extLst>
                <a:ext uri="{FF2B5EF4-FFF2-40B4-BE49-F238E27FC236}">
                  <a16:creationId xmlns:a16="http://schemas.microsoft.com/office/drawing/2014/main" id="{8DD4A9E5-D17B-48C1-8419-1665B388007D}"/>
                </a:ext>
              </a:extLst>
            </p:cNvPr>
            <p:cNvSpPr/>
            <p:nvPr/>
          </p:nvSpPr>
          <p:spPr>
            <a:xfrm>
              <a:off x="48991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7" name="타원 7596">
              <a:extLst>
                <a:ext uri="{FF2B5EF4-FFF2-40B4-BE49-F238E27FC236}">
                  <a16:creationId xmlns:a16="http://schemas.microsoft.com/office/drawing/2014/main" id="{EFDC3135-9239-4C9C-9D82-BD54B0D509FC}"/>
                </a:ext>
              </a:extLst>
            </p:cNvPr>
            <p:cNvSpPr/>
            <p:nvPr/>
          </p:nvSpPr>
          <p:spPr>
            <a:xfrm>
              <a:off x="50515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8" name="타원 7597">
              <a:extLst>
                <a:ext uri="{FF2B5EF4-FFF2-40B4-BE49-F238E27FC236}">
                  <a16:creationId xmlns:a16="http://schemas.microsoft.com/office/drawing/2014/main" id="{D45F2611-9189-4B52-8C6F-E3E2D806C3E1}"/>
                </a:ext>
              </a:extLst>
            </p:cNvPr>
            <p:cNvSpPr/>
            <p:nvPr/>
          </p:nvSpPr>
          <p:spPr>
            <a:xfrm>
              <a:off x="52039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99" name="타원 7598">
              <a:extLst>
                <a:ext uri="{FF2B5EF4-FFF2-40B4-BE49-F238E27FC236}">
                  <a16:creationId xmlns:a16="http://schemas.microsoft.com/office/drawing/2014/main" id="{186825A3-66D6-423F-847A-BCBB8EFD8C17}"/>
                </a:ext>
              </a:extLst>
            </p:cNvPr>
            <p:cNvSpPr/>
            <p:nvPr/>
          </p:nvSpPr>
          <p:spPr>
            <a:xfrm>
              <a:off x="53563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0" name="타원 7599">
              <a:extLst>
                <a:ext uri="{FF2B5EF4-FFF2-40B4-BE49-F238E27FC236}">
                  <a16:creationId xmlns:a16="http://schemas.microsoft.com/office/drawing/2014/main" id="{AF3C8295-F76A-493C-8C3E-6C8CE175A582}"/>
                </a:ext>
              </a:extLst>
            </p:cNvPr>
            <p:cNvSpPr/>
            <p:nvPr/>
          </p:nvSpPr>
          <p:spPr>
            <a:xfrm>
              <a:off x="55087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1" name="타원 7600">
              <a:extLst>
                <a:ext uri="{FF2B5EF4-FFF2-40B4-BE49-F238E27FC236}">
                  <a16:creationId xmlns:a16="http://schemas.microsoft.com/office/drawing/2014/main" id="{D8018282-A518-4D4E-ADE7-3CE64B2BE268}"/>
                </a:ext>
              </a:extLst>
            </p:cNvPr>
            <p:cNvSpPr/>
            <p:nvPr/>
          </p:nvSpPr>
          <p:spPr>
            <a:xfrm>
              <a:off x="56611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2" name="타원 7601">
              <a:extLst>
                <a:ext uri="{FF2B5EF4-FFF2-40B4-BE49-F238E27FC236}">
                  <a16:creationId xmlns:a16="http://schemas.microsoft.com/office/drawing/2014/main" id="{B93C53AA-1D3F-484C-A741-9F6E2E6DF426}"/>
                </a:ext>
              </a:extLst>
            </p:cNvPr>
            <p:cNvSpPr/>
            <p:nvPr/>
          </p:nvSpPr>
          <p:spPr>
            <a:xfrm>
              <a:off x="5813576" y="342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3" name="타원 7602">
              <a:extLst>
                <a:ext uri="{FF2B5EF4-FFF2-40B4-BE49-F238E27FC236}">
                  <a16:creationId xmlns:a16="http://schemas.microsoft.com/office/drawing/2014/main" id="{26CF85E1-4491-40C0-816B-1B02526724A3}"/>
                </a:ext>
              </a:extLst>
            </p:cNvPr>
            <p:cNvSpPr/>
            <p:nvPr/>
          </p:nvSpPr>
          <p:spPr>
            <a:xfrm>
              <a:off x="3271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4" name="타원 7603">
              <a:extLst>
                <a:ext uri="{FF2B5EF4-FFF2-40B4-BE49-F238E27FC236}">
                  <a16:creationId xmlns:a16="http://schemas.microsoft.com/office/drawing/2014/main" id="{F9A5BE22-E19F-474F-9117-3865DB91FFDA}"/>
                </a:ext>
              </a:extLst>
            </p:cNvPr>
            <p:cNvSpPr/>
            <p:nvPr/>
          </p:nvSpPr>
          <p:spPr>
            <a:xfrm>
              <a:off x="4795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5" name="타원 7604">
              <a:extLst>
                <a:ext uri="{FF2B5EF4-FFF2-40B4-BE49-F238E27FC236}">
                  <a16:creationId xmlns:a16="http://schemas.microsoft.com/office/drawing/2014/main" id="{30B8D8BC-EDC9-46D3-B398-F8F661FADD8E}"/>
                </a:ext>
              </a:extLst>
            </p:cNvPr>
            <p:cNvSpPr/>
            <p:nvPr/>
          </p:nvSpPr>
          <p:spPr>
            <a:xfrm>
              <a:off x="6319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6" name="타원 7605">
              <a:extLst>
                <a:ext uri="{FF2B5EF4-FFF2-40B4-BE49-F238E27FC236}">
                  <a16:creationId xmlns:a16="http://schemas.microsoft.com/office/drawing/2014/main" id="{24694C99-CC5B-44CD-B3AE-5D07560473D2}"/>
                </a:ext>
              </a:extLst>
            </p:cNvPr>
            <p:cNvSpPr/>
            <p:nvPr/>
          </p:nvSpPr>
          <p:spPr>
            <a:xfrm>
              <a:off x="7843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7" name="타원 7606">
              <a:extLst>
                <a:ext uri="{FF2B5EF4-FFF2-40B4-BE49-F238E27FC236}">
                  <a16:creationId xmlns:a16="http://schemas.microsoft.com/office/drawing/2014/main" id="{8AA7F5A7-1A7E-4DF6-94B6-5A914D135DDB}"/>
                </a:ext>
              </a:extLst>
            </p:cNvPr>
            <p:cNvSpPr/>
            <p:nvPr/>
          </p:nvSpPr>
          <p:spPr>
            <a:xfrm>
              <a:off x="9367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8" name="타원 7607">
              <a:extLst>
                <a:ext uri="{FF2B5EF4-FFF2-40B4-BE49-F238E27FC236}">
                  <a16:creationId xmlns:a16="http://schemas.microsoft.com/office/drawing/2014/main" id="{E531C596-F1E3-4F61-A02D-449E9B6BB1DD}"/>
                </a:ext>
              </a:extLst>
            </p:cNvPr>
            <p:cNvSpPr/>
            <p:nvPr/>
          </p:nvSpPr>
          <p:spPr>
            <a:xfrm>
              <a:off x="10891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09" name="타원 7608">
              <a:extLst>
                <a:ext uri="{FF2B5EF4-FFF2-40B4-BE49-F238E27FC236}">
                  <a16:creationId xmlns:a16="http://schemas.microsoft.com/office/drawing/2014/main" id="{27D38787-408D-41D2-8D1C-202EC713B74A}"/>
                </a:ext>
              </a:extLst>
            </p:cNvPr>
            <p:cNvSpPr/>
            <p:nvPr/>
          </p:nvSpPr>
          <p:spPr>
            <a:xfrm>
              <a:off x="12415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0" name="타원 7609">
              <a:extLst>
                <a:ext uri="{FF2B5EF4-FFF2-40B4-BE49-F238E27FC236}">
                  <a16:creationId xmlns:a16="http://schemas.microsoft.com/office/drawing/2014/main" id="{391B4F1F-AC7D-4FCC-B7BA-C73A2B44D634}"/>
                </a:ext>
              </a:extLst>
            </p:cNvPr>
            <p:cNvSpPr/>
            <p:nvPr/>
          </p:nvSpPr>
          <p:spPr>
            <a:xfrm>
              <a:off x="13939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1" name="타원 7610">
              <a:extLst>
                <a:ext uri="{FF2B5EF4-FFF2-40B4-BE49-F238E27FC236}">
                  <a16:creationId xmlns:a16="http://schemas.microsoft.com/office/drawing/2014/main" id="{C973668D-DD27-46D4-B303-3135419537EC}"/>
                </a:ext>
              </a:extLst>
            </p:cNvPr>
            <p:cNvSpPr/>
            <p:nvPr/>
          </p:nvSpPr>
          <p:spPr>
            <a:xfrm>
              <a:off x="15463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2" name="타원 7611">
              <a:extLst>
                <a:ext uri="{FF2B5EF4-FFF2-40B4-BE49-F238E27FC236}">
                  <a16:creationId xmlns:a16="http://schemas.microsoft.com/office/drawing/2014/main" id="{D96E7922-0832-4D4F-8021-D907060C0EB4}"/>
                </a:ext>
              </a:extLst>
            </p:cNvPr>
            <p:cNvSpPr/>
            <p:nvPr/>
          </p:nvSpPr>
          <p:spPr>
            <a:xfrm>
              <a:off x="16987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3" name="타원 7612">
              <a:extLst>
                <a:ext uri="{FF2B5EF4-FFF2-40B4-BE49-F238E27FC236}">
                  <a16:creationId xmlns:a16="http://schemas.microsoft.com/office/drawing/2014/main" id="{51FCF6EE-5F70-46AA-BD87-B359FDA055A5}"/>
                </a:ext>
              </a:extLst>
            </p:cNvPr>
            <p:cNvSpPr/>
            <p:nvPr/>
          </p:nvSpPr>
          <p:spPr>
            <a:xfrm>
              <a:off x="18511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4" name="타원 7613">
              <a:extLst>
                <a:ext uri="{FF2B5EF4-FFF2-40B4-BE49-F238E27FC236}">
                  <a16:creationId xmlns:a16="http://schemas.microsoft.com/office/drawing/2014/main" id="{E46EDD02-8796-47B0-B1EF-A5C0CFC1C8DE}"/>
                </a:ext>
              </a:extLst>
            </p:cNvPr>
            <p:cNvSpPr/>
            <p:nvPr/>
          </p:nvSpPr>
          <p:spPr>
            <a:xfrm>
              <a:off x="20035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5" name="타원 7614">
              <a:extLst>
                <a:ext uri="{FF2B5EF4-FFF2-40B4-BE49-F238E27FC236}">
                  <a16:creationId xmlns:a16="http://schemas.microsoft.com/office/drawing/2014/main" id="{AF52EA7D-4247-4294-B818-EAEF50DB2D45}"/>
                </a:ext>
              </a:extLst>
            </p:cNvPr>
            <p:cNvSpPr/>
            <p:nvPr/>
          </p:nvSpPr>
          <p:spPr>
            <a:xfrm>
              <a:off x="21559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6" name="타원 7615">
              <a:extLst>
                <a:ext uri="{FF2B5EF4-FFF2-40B4-BE49-F238E27FC236}">
                  <a16:creationId xmlns:a16="http://schemas.microsoft.com/office/drawing/2014/main" id="{B3005DE7-EECE-4809-BD99-52D7129D3F1F}"/>
                </a:ext>
              </a:extLst>
            </p:cNvPr>
            <p:cNvSpPr/>
            <p:nvPr/>
          </p:nvSpPr>
          <p:spPr>
            <a:xfrm>
              <a:off x="23083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7" name="타원 7616">
              <a:extLst>
                <a:ext uri="{FF2B5EF4-FFF2-40B4-BE49-F238E27FC236}">
                  <a16:creationId xmlns:a16="http://schemas.microsoft.com/office/drawing/2014/main" id="{91461703-BCFB-4F11-AC38-97B6ABFC38F5}"/>
                </a:ext>
              </a:extLst>
            </p:cNvPr>
            <p:cNvSpPr/>
            <p:nvPr/>
          </p:nvSpPr>
          <p:spPr>
            <a:xfrm>
              <a:off x="24607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8" name="타원 7617">
              <a:extLst>
                <a:ext uri="{FF2B5EF4-FFF2-40B4-BE49-F238E27FC236}">
                  <a16:creationId xmlns:a16="http://schemas.microsoft.com/office/drawing/2014/main" id="{301FB8F0-F4BC-4BBB-ACF7-3F39B859B89C}"/>
                </a:ext>
              </a:extLst>
            </p:cNvPr>
            <p:cNvSpPr/>
            <p:nvPr/>
          </p:nvSpPr>
          <p:spPr>
            <a:xfrm>
              <a:off x="26131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19" name="타원 7618">
              <a:extLst>
                <a:ext uri="{FF2B5EF4-FFF2-40B4-BE49-F238E27FC236}">
                  <a16:creationId xmlns:a16="http://schemas.microsoft.com/office/drawing/2014/main" id="{5A69C50A-DF5F-4D69-8746-9FDBA650E5F9}"/>
                </a:ext>
              </a:extLst>
            </p:cNvPr>
            <p:cNvSpPr/>
            <p:nvPr/>
          </p:nvSpPr>
          <p:spPr>
            <a:xfrm>
              <a:off x="27655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0" name="타원 7619">
              <a:extLst>
                <a:ext uri="{FF2B5EF4-FFF2-40B4-BE49-F238E27FC236}">
                  <a16:creationId xmlns:a16="http://schemas.microsoft.com/office/drawing/2014/main" id="{5391FEE4-D58D-40E8-A657-E6B369404052}"/>
                </a:ext>
              </a:extLst>
            </p:cNvPr>
            <p:cNvSpPr/>
            <p:nvPr/>
          </p:nvSpPr>
          <p:spPr>
            <a:xfrm>
              <a:off x="29179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1" name="타원 7620">
              <a:extLst>
                <a:ext uri="{FF2B5EF4-FFF2-40B4-BE49-F238E27FC236}">
                  <a16:creationId xmlns:a16="http://schemas.microsoft.com/office/drawing/2014/main" id="{70E00180-CF6E-4DB4-A8FF-AF2235BCF966}"/>
                </a:ext>
              </a:extLst>
            </p:cNvPr>
            <p:cNvSpPr/>
            <p:nvPr/>
          </p:nvSpPr>
          <p:spPr>
            <a:xfrm>
              <a:off x="30703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2" name="타원 7621">
              <a:extLst>
                <a:ext uri="{FF2B5EF4-FFF2-40B4-BE49-F238E27FC236}">
                  <a16:creationId xmlns:a16="http://schemas.microsoft.com/office/drawing/2014/main" id="{B187F275-B62B-4EBA-9E02-0DCE425A8AAD}"/>
                </a:ext>
              </a:extLst>
            </p:cNvPr>
            <p:cNvSpPr/>
            <p:nvPr/>
          </p:nvSpPr>
          <p:spPr>
            <a:xfrm>
              <a:off x="32227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3" name="타원 7622">
              <a:extLst>
                <a:ext uri="{FF2B5EF4-FFF2-40B4-BE49-F238E27FC236}">
                  <a16:creationId xmlns:a16="http://schemas.microsoft.com/office/drawing/2014/main" id="{9436978D-AD08-4912-8BDB-6C95EACFD994}"/>
                </a:ext>
              </a:extLst>
            </p:cNvPr>
            <p:cNvSpPr/>
            <p:nvPr/>
          </p:nvSpPr>
          <p:spPr>
            <a:xfrm>
              <a:off x="33751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4" name="타원 7623">
              <a:extLst>
                <a:ext uri="{FF2B5EF4-FFF2-40B4-BE49-F238E27FC236}">
                  <a16:creationId xmlns:a16="http://schemas.microsoft.com/office/drawing/2014/main" id="{B2101E6A-24AC-490C-928E-A4953B34AA84}"/>
                </a:ext>
              </a:extLst>
            </p:cNvPr>
            <p:cNvSpPr/>
            <p:nvPr/>
          </p:nvSpPr>
          <p:spPr>
            <a:xfrm>
              <a:off x="35275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5" name="타원 7624">
              <a:extLst>
                <a:ext uri="{FF2B5EF4-FFF2-40B4-BE49-F238E27FC236}">
                  <a16:creationId xmlns:a16="http://schemas.microsoft.com/office/drawing/2014/main" id="{E2C230D2-1096-4FA0-A415-EED27C1C8105}"/>
                </a:ext>
              </a:extLst>
            </p:cNvPr>
            <p:cNvSpPr/>
            <p:nvPr/>
          </p:nvSpPr>
          <p:spPr>
            <a:xfrm>
              <a:off x="36799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6" name="타원 7625">
              <a:extLst>
                <a:ext uri="{FF2B5EF4-FFF2-40B4-BE49-F238E27FC236}">
                  <a16:creationId xmlns:a16="http://schemas.microsoft.com/office/drawing/2014/main" id="{40A81C4D-8838-4120-A209-8A79EF935D5F}"/>
                </a:ext>
              </a:extLst>
            </p:cNvPr>
            <p:cNvSpPr/>
            <p:nvPr/>
          </p:nvSpPr>
          <p:spPr>
            <a:xfrm>
              <a:off x="38323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7" name="타원 7626">
              <a:extLst>
                <a:ext uri="{FF2B5EF4-FFF2-40B4-BE49-F238E27FC236}">
                  <a16:creationId xmlns:a16="http://schemas.microsoft.com/office/drawing/2014/main" id="{AA0E6D77-B92D-4D1F-B353-4ECEDA1D8D2E}"/>
                </a:ext>
              </a:extLst>
            </p:cNvPr>
            <p:cNvSpPr/>
            <p:nvPr/>
          </p:nvSpPr>
          <p:spPr>
            <a:xfrm>
              <a:off x="39847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8" name="타원 7627">
              <a:extLst>
                <a:ext uri="{FF2B5EF4-FFF2-40B4-BE49-F238E27FC236}">
                  <a16:creationId xmlns:a16="http://schemas.microsoft.com/office/drawing/2014/main" id="{860D657E-8A53-4080-989F-DD7550ED6487}"/>
                </a:ext>
              </a:extLst>
            </p:cNvPr>
            <p:cNvSpPr/>
            <p:nvPr/>
          </p:nvSpPr>
          <p:spPr>
            <a:xfrm>
              <a:off x="41371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29" name="타원 7628">
              <a:extLst>
                <a:ext uri="{FF2B5EF4-FFF2-40B4-BE49-F238E27FC236}">
                  <a16:creationId xmlns:a16="http://schemas.microsoft.com/office/drawing/2014/main" id="{25B480E7-F33A-432F-A756-DFD7728CD7B1}"/>
                </a:ext>
              </a:extLst>
            </p:cNvPr>
            <p:cNvSpPr/>
            <p:nvPr/>
          </p:nvSpPr>
          <p:spPr>
            <a:xfrm>
              <a:off x="42895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0" name="타원 7629">
              <a:extLst>
                <a:ext uri="{FF2B5EF4-FFF2-40B4-BE49-F238E27FC236}">
                  <a16:creationId xmlns:a16="http://schemas.microsoft.com/office/drawing/2014/main" id="{F3BD8BC7-D97B-406D-A2EB-27F50FAA174D}"/>
                </a:ext>
              </a:extLst>
            </p:cNvPr>
            <p:cNvSpPr/>
            <p:nvPr/>
          </p:nvSpPr>
          <p:spPr>
            <a:xfrm>
              <a:off x="44419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1" name="타원 7630">
              <a:extLst>
                <a:ext uri="{FF2B5EF4-FFF2-40B4-BE49-F238E27FC236}">
                  <a16:creationId xmlns:a16="http://schemas.microsoft.com/office/drawing/2014/main" id="{4141D117-108A-4A18-802C-51F8A996E611}"/>
                </a:ext>
              </a:extLst>
            </p:cNvPr>
            <p:cNvSpPr/>
            <p:nvPr/>
          </p:nvSpPr>
          <p:spPr>
            <a:xfrm>
              <a:off x="45943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2" name="타원 7631">
              <a:extLst>
                <a:ext uri="{FF2B5EF4-FFF2-40B4-BE49-F238E27FC236}">
                  <a16:creationId xmlns:a16="http://schemas.microsoft.com/office/drawing/2014/main" id="{87B835C6-3F4D-4015-ACCB-4B96CD073E49}"/>
                </a:ext>
              </a:extLst>
            </p:cNvPr>
            <p:cNvSpPr/>
            <p:nvPr/>
          </p:nvSpPr>
          <p:spPr>
            <a:xfrm>
              <a:off x="47467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3" name="타원 7632">
              <a:extLst>
                <a:ext uri="{FF2B5EF4-FFF2-40B4-BE49-F238E27FC236}">
                  <a16:creationId xmlns:a16="http://schemas.microsoft.com/office/drawing/2014/main" id="{28C6C39C-ECCD-4E63-A04D-1CA42240D010}"/>
                </a:ext>
              </a:extLst>
            </p:cNvPr>
            <p:cNvSpPr/>
            <p:nvPr/>
          </p:nvSpPr>
          <p:spPr>
            <a:xfrm>
              <a:off x="48991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4" name="타원 7633">
              <a:extLst>
                <a:ext uri="{FF2B5EF4-FFF2-40B4-BE49-F238E27FC236}">
                  <a16:creationId xmlns:a16="http://schemas.microsoft.com/office/drawing/2014/main" id="{8A5C49C3-2F84-4184-8CA6-C9FC351CF180}"/>
                </a:ext>
              </a:extLst>
            </p:cNvPr>
            <p:cNvSpPr/>
            <p:nvPr/>
          </p:nvSpPr>
          <p:spPr>
            <a:xfrm>
              <a:off x="50515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5" name="타원 7634">
              <a:extLst>
                <a:ext uri="{FF2B5EF4-FFF2-40B4-BE49-F238E27FC236}">
                  <a16:creationId xmlns:a16="http://schemas.microsoft.com/office/drawing/2014/main" id="{8DA710DB-29B4-418F-BB23-C1ADD3C2C753}"/>
                </a:ext>
              </a:extLst>
            </p:cNvPr>
            <p:cNvSpPr/>
            <p:nvPr/>
          </p:nvSpPr>
          <p:spPr>
            <a:xfrm>
              <a:off x="52039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6" name="타원 7635">
              <a:extLst>
                <a:ext uri="{FF2B5EF4-FFF2-40B4-BE49-F238E27FC236}">
                  <a16:creationId xmlns:a16="http://schemas.microsoft.com/office/drawing/2014/main" id="{A1613CD1-36B5-4B5A-9680-3C468B15FA0A}"/>
                </a:ext>
              </a:extLst>
            </p:cNvPr>
            <p:cNvSpPr/>
            <p:nvPr/>
          </p:nvSpPr>
          <p:spPr>
            <a:xfrm>
              <a:off x="53563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7" name="타원 7636">
              <a:extLst>
                <a:ext uri="{FF2B5EF4-FFF2-40B4-BE49-F238E27FC236}">
                  <a16:creationId xmlns:a16="http://schemas.microsoft.com/office/drawing/2014/main" id="{DADBCC86-990F-4122-8C11-316BFD2A7EFE}"/>
                </a:ext>
              </a:extLst>
            </p:cNvPr>
            <p:cNvSpPr/>
            <p:nvPr/>
          </p:nvSpPr>
          <p:spPr>
            <a:xfrm>
              <a:off x="55087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8" name="타원 7637">
              <a:extLst>
                <a:ext uri="{FF2B5EF4-FFF2-40B4-BE49-F238E27FC236}">
                  <a16:creationId xmlns:a16="http://schemas.microsoft.com/office/drawing/2014/main" id="{A2CEDC4B-BF62-4A40-9C6B-7250F7E70BCC}"/>
                </a:ext>
              </a:extLst>
            </p:cNvPr>
            <p:cNvSpPr/>
            <p:nvPr/>
          </p:nvSpPr>
          <p:spPr>
            <a:xfrm>
              <a:off x="56611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39" name="타원 7638">
              <a:extLst>
                <a:ext uri="{FF2B5EF4-FFF2-40B4-BE49-F238E27FC236}">
                  <a16:creationId xmlns:a16="http://schemas.microsoft.com/office/drawing/2014/main" id="{0710D540-7548-4A5E-9E43-4DDF420EAAED}"/>
                </a:ext>
              </a:extLst>
            </p:cNvPr>
            <p:cNvSpPr/>
            <p:nvPr/>
          </p:nvSpPr>
          <p:spPr>
            <a:xfrm>
              <a:off x="5813576" y="358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0" name="타원 7639">
              <a:extLst>
                <a:ext uri="{FF2B5EF4-FFF2-40B4-BE49-F238E27FC236}">
                  <a16:creationId xmlns:a16="http://schemas.microsoft.com/office/drawing/2014/main" id="{50916200-A6EB-4104-9C92-53A92C3F6581}"/>
                </a:ext>
              </a:extLst>
            </p:cNvPr>
            <p:cNvSpPr/>
            <p:nvPr/>
          </p:nvSpPr>
          <p:spPr>
            <a:xfrm>
              <a:off x="3271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1" name="타원 7640">
              <a:extLst>
                <a:ext uri="{FF2B5EF4-FFF2-40B4-BE49-F238E27FC236}">
                  <a16:creationId xmlns:a16="http://schemas.microsoft.com/office/drawing/2014/main" id="{AD6823DD-3232-4005-874C-10014C705B14}"/>
                </a:ext>
              </a:extLst>
            </p:cNvPr>
            <p:cNvSpPr/>
            <p:nvPr/>
          </p:nvSpPr>
          <p:spPr>
            <a:xfrm>
              <a:off x="4795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2" name="타원 7641">
              <a:extLst>
                <a:ext uri="{FF2B5EF4-FFF2-40B4-BE49-F238E27FC236}">
                  <a16:creationId xmlns:a16="http://schemas.microsoft.com/office/drawing/2014/main" id="{AA304FC2-6403-416B-9F8F-5BA893522CBF}"/>
                </a:ext>
              </a:extLst>
            </p:cNvPr>
            <p:cNvSpPr/>
            <p:nvPr/>
          </p:nvSpPr>
          <p:spPr>
            <a:xfrm>
              <a:off x="6319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3" name="타원 7642">
              <a:extLst>
                <a:ext uri="{FF2B5EF4-FFF2-40B4-BE49-F238E27FC236}">
                  <a16:creationId xmlns:a16="http://schemas.microsoft.com/office/drawing/2014/main" id="{D71CD72D-1421-4378-8F6D-B4E99BB18855}"/>
                </a:ext>
              </a:extLst>
            </p:cNvPr>
            <p:cNvSpPr/>
            <p:nvPr/>
          </p:nvSpPr>
          <p:spPr>
            <a:xfrm>
              <a:off x="7843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4" name="타원 7643">
              <a:extLst>
                <a:ext uri="{FF2B5EF4-FFF2-40B4-BE49-F238E27FC236}">
                  <a16:creationId xmlns:a16="http://schemas.microsoft.com/office/drawing/2014/main" id="{0233B09E-568D-49F2-9BF4-D5E12D90E48F}"/>
                </a:ext>
              </a:extLst>
            </p:cNvPr>
            <p:cNvSpPr/>
            <p:nvPr/>
          </p:nvSpPr>
          <p:spPr>
            <a:xfrm>
              <a:off x="9367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5" name="타원 7644">
              <a:extLst>
                <a:ext uri="{FF2B5EF4-FFF2-40B4-BE49-F238E27FC236}">
                  <a16:creationId xmlns:a16="http://schemas.microsoft.com/office/drawing/2014/main" id="{596ADBCD-D8A6-4750-B3CF-142427E071F7}"/>
                </a:ext>
              </a:extLst>
            </p:cNvPr>
            <p:cNvSpPr/>
            <p:nvPr/>
          </p:nvSpPr>
          <p:spPr>
            <a:xfrm>
              <a:off x="10891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6" name="타원 7645">
              <a:extLst>
                <a:ext uri="{FF2B5EF4-FFF2-40B4-BE49-F238E27FC236}">
                  <a16:creationId xmlns:a16="http://schemas.microsoft.com/office/drawing/2014/main" id="{FF3C212C-A2FF-432A-AA5F-A21ECFF633DD}"/>
                </a:ext>
              </a:extLst>
            </p:cNvPr>
            <p:cNvSpPr/>
            <p:nvPr/>
          </p:nvSpPr>
          <p:spPr>
            <a:xfrm>
              <a:off x="12415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7" name="타원 7646">
              <a:extLst>
                <a:ext uri="{FF2B5EF4-FFF2-40B4-BE49-F238E27FC236}">
                  <a16:creationId xmlns:a16="http://schemas.microsoft.com/office/drawing/2014/main" id="{DC5761E3-5780-46E9-94A4-34D12EF2ED7A}"/>
                </a:ext>
              </a:extLst>
            </p:cNvPr>
            <p:cNvSpPr/>
            <p:nvPr/>
          </p:nvSpPr>
          <p:spPr>
            <a:xfrm>
              <a:off x="13939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8" name="타원 7647">
              <a:extLst>
                <a:ext uri="{FF2B5EF4-FFF2-40B4-BE49-F238E27FC236}">
                  <a16:creationId xmlns:a16="http://schemas.microsoft.com/office/drawing/2014/main" id="{CF91CE14-FE2F-4D80-8C8C-8A2EE5D4A38A}"/>
                </a:ext>
              </a:extLst>
            </p:cNvPr>
            <p:cNvSpPr/>
            <p:nvPr/>
          </p:nvSpPr>
          <p:spPr>
            <a:xfrm>
              <a:off x="15463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49" name="타원 7648">
              <a:extLst>
                <a:ext uri="{FF2B5EF4-FFF2-40B4-BE49-F238E27FC236}">
                  <a16:creationId xmlns:a16="http://schemas.microsoft.com/office/drawing/2014/main" id="{2D1AD635-0E95-4163-B620-C641EA165E64}"/>
                </a:ext>
              </a:extLst>
            </p:cNvPr>
            <p:cNvSpPr/>
            <p:nvPr/>
          </p:nvSpPr>
          <p:spPr>
            <a:xfrm>
              <a:off x="16987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0" name="타원 7649">
              <a:extLst>
                <a:ext uri="{FF2B5EF4-FFF2-40B4-BE49-F238E27FC236}">
                  <a16:creationId xmlns:a16="http://schemas.microsoft.com/office/drawing/2014/main" id="{02A6EBBA-EB46-4517-8D48-8184E3499D6B}"/>
                </a:ext>
              </a:extLst>
            </p:cNvPr>
            <p:cNvSpPr/>
            <p:nvPr/>
          </p:nvSpPr>
          <p:spPr>
            <a:xfrm>
              <a:off x="18511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1" name="타원 7650">
              <a:extLst>
                <a:ext uri="{FF2B5EF4-FFF2-40B4-BE49-F238E27FC236}">
                  <a16:creationId xmlns:a16="http://schemas.microsoft.com/office/drawing/2014/main" id="{AE6987BC-8E05-47D1-A12F-C2C84C0E09F6}"/>
                </a:ext>
              </a:extLst>
            </p:cNvPr>
            <p:cNvSpPr/>
            <p:nvPr/>
          </p:nvSpPr>
          <p:spPr>
            <a:xfrm>
              <a:off x="20035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2" name="타원 7651">
              <a:extLst>
                <a:ext uri="{FF2B5EF4-FFF2-40B4-BE49-F238E27FC236}">
                  <a16:creationId xmlns:a16="http://schemas.microsoft.com/office/drawing/2014/main" id="{7DA08BF6-B034-4821-B5F3-BE696C5048C7}"/>
                </a:ext>
              </a:extLst>
            </p:cNvPr>
            <p:cNvSpPr/>
            <p:nvPr/>
          </p:nvSpPr>
          <p:spPr>
            <a:xfrm>
              <a:off x="21559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3" name="타원 7652">
              <a:extLst>
                <a:ext uri="{FF2B5EF4-FFF2-40B4-BE49-F238E27FC236}">
                  <a16:creationId xmlns:a16="http://schemas.microsoft.com/office/drawing/2014/main" id="{7C681F20-D015-4CE1-BC33-D31AC38B53FA}"/>
                </a:ext>
              </a:extLst>
            </p:cNvPr>
            <p:cNvSpPr/>
            <p:nvPr/>
          </p:nvSpPr>
          <p:spPr>
            <a:xfrm>
              <a:off x="23083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4" name="타원 7653">
              <a:extLst>
                <a:ext uri="{FF2B5EF4-FFF2-40B4-BE49-F238E27FC236}">
                  <a16:creationId xmlns:a16="http://schemas.microsoft.com/office/drawing/2014/main" id="{40E08DB4-DB8C-488F-9959-661853785D97}"/>
                </a:ext>
              </a:extLst>
            </p:cNvPr>
            <p:cNvSpPr/>
            <p:nvPr/>
          </p:nvSpPr>
          <p:spPr>
            <a:xfrm>
              <a:off x="24607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5" name="타원 7654">
              <a:extLst>
                <a:ext uri="{FF2B5EF4-FFF2-40B4-BE49-F238E27FC236}">
                  <a16:creationId xmlns:a16="http://schemas.microsoft.com/office/drawing/2014/main" id="{F33BF5C4-77D5-4795-93A4-E4D701A905FB}"/>
                </a:ext>
              </a:extLst>
            </p:cNvPr>
            <p:cNvSpPr/>
            <p:nvPr/>
          </p:nvSpPr>
          <p:spPr>
            <a:xfrm>
              <a:off x="26131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6" name="타원 7655">
              <a:extLst>
                <a:ext uri="{FF2B5EF4-FFF2-40B4-BE49-F238E27FC236}">
                  <a16:creationId xmlns:a16="http://schemas.microsoft.com/office/drawing/2014/main" id="{7FD39BBE-A511-41B0-A76B-28DD0EFDD7D1}"/>
                </a:ext>
              </a:extLst>
            </p:cNvPr>
            <p:cNvSpPr/>
            <p:nvPr/>
          </p:nvSpPr>
          <p:spPr>
            <a:xfrm>
              <a:off x="27655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7" name="타원 7656">
              <a:extLst>
                <a:ext uri="{FF2B5EF4-FFF2-40B4-BE49-F238E27FC236}">
                  <a16:creationId xmlns:a16="http://schemas.microsoft.com/office/drawing/2014/main" id="{E6CA6CCF-6D10-404F-A075-ECB5E3E67072}"/>
                </a:ext>
              </a:extLst>
            </p:cNvPr>
            <p:cNvSpPr/>
            <p:nvPr/>
          </p:nvSpPr>
          <p:spPr>
            <a:xfrm>
              <a:off x="29179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8" name="타원 7657">
              <a:extLst>
                <a:ext uri="{FF2B5EF4-FFF2-40B4-BE49-F238E27FC236}">
                  <a16:creationId xmlns:a16="http://schemas.microsoft.com/office/drawing/2014/main" id="{1DAAB993-6EA0-4C30-A14A-64379550C5EB}"/>
                </a:ext>
              </a:extLst>
            </p:cNvPr>
            <p:cNvSpPr/>
            <p:nvPr/>
          </p:nvSpPr>
          <p:spPr>
            <a:xfrm>
              <a:off x="30703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59" name="타원 7658">
              <a:extLst>
                <a:ext uri="{FF2B5EF4-FFF2-40B4-BE49-F238E27FC236}">
                  <a16:creationId xmlns:a16="http://schemas.microsoft.com/office/drawing/2014/main" id="{47386308-CA66-48EA-8E5A-7BB62D6E5E4D}"/>
                </a:ext>
              </a:extLst>
            </p:cNvPr>
            <p:cNvSpPr/>
            <p:nvPr/>
          </p:nvSpPr>
          <p:spPr>
            <a:xfrm>
              <a:off x="32227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0" name="타원 7659">
              <a:extLst>
                <a:ext uri="{FF2B5EF4-FFF2-40B4-BE49-F238E27FC236}">
                  <a16:creationId xmlns:a16="http://schemas.microsoft.com/office/drawing/2014/main" id="{B38BFBEC-7772-4509-B350-8FD2EBFAE10D}"/>
                </a:ext>
              </a:extLst>
            </p:cNvPr>
            <p:cNvSpPr/>
            <p:nvPr/>
          </p:nvSpPr>
          <p:spPr>
            <a:xfrm>
              <a:off x="33751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1" name="타원 7660">
              <a:extLst>
                <a:ext uri="{FF2B5EF4-FFF2-40B4-BE49-F238E27FC236}">
                  <a16:creationId xmlns:a16="http://schemas.microsoft.com/office/drawing/2014/main" id="{8D8388CA-6215-4334-A58F-1513DEA733F1}"/>
                </a:ext>
              </a:extLst>
            </p:cNvPr>
            <p:cNvSpPr/>
            <p:nvPr/>
          </p:nvSpPr>
          <p:spPr>
            <a:xfrm>
              <a:off x="35275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2" name="타원 7661">
              <a:extLst>
                <a:ext uri="{FF2B5EF4-FFF2-40B4-BE49-F238E27FC236}">
                  <a16:creationId xmlns:a16="http://schemas.microsoft.com/office/drawing/2014/main" id="{88CBC145-421E-479A-ADC1-427BF254C316}"/>
                </a:ext>
              </a:extLst>
            </p:cNvPr>
            <p:cNvSpPr/>
            <p:nvPr/>
          </p:nvSpPr>
          <p:spPr>
            <a:xfrm>
              <a:off x="36799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3" name="타원 7662">
              <a:extLst>
                <a:ext uri="{FF2B5EF4-FFF2-40B4-BE49-F238E27FC236}">
                  <a16:creationId xmlns:a16="http://schemas.microsoft.com/office/drawing/2014/main" id="{67064E7C-19E6-41C6-9E17-7E7D135FDED2}"/>
                </a:ext>
              </a:extLst>
            </p:cNvPr>
            <p:cNvSpPr/>
            <p:nvPr/>
          </p:nvSpPr>
          <p:spPr>
            <a:xfrm>
              <a:off x="38323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4" name="타원 7663">
              <a:extLst>
                <a:ext uri="{FF2B5EF4-FFF2-40B4-BE49-F238E27FC236}">
                  <a16:creationId xmlns:a16="http://schemas.microsoft.com/office/drawing/2014/main" id="{BDDA1ACA-9385-4E15-A81B-4D0ABDDB9CCC}"/>
                </a:ext>
              </a:extLst>
            </p:cNvPr>
            <p:cNvSpPr/>
            <p:nvPr/>
          </p:nvSpPr>
          <p:spPr>
            <a:xfrm>
              <a:off x="39847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5" name="타원 7664">
              <a:extLst>
                <a:ext uri="{FF2B5EF4-FFF2-40B4-BE49-F238E27FC236}">
                  <a16:creationId xmlns:a16="http://schemas.microsoft.com/office/drawing/2014/main" id="{3C13B31A-5866-4DD8-933D-996649F64074}"/>
                </a:ext>
              </a:extLst>
            </p:cNvPr>
            <p:cNvSpPr/>
            <p:nvPr/>
          </p:nvSpPr>
          <p:spPr>
            <a:xfrm>
              <a:off x="41371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6" name="타원 7665">
              <a:extLst>
                <a:ext uri="{FF2B5EF4-FFF2-40B4-BE49-F238E27FC236}">
                  <a16:creationId xmlns:a16="http://schemas.microsoft.com/office/drawing/2014/main" id="{C8BF1B72-37C4-47F0-8E11-38F460A5508B}"/>
                </a:ext>
              </a:extLst>
            </p:cNvPr>
            <p:cNvSpPr/>
            <p:nvPr/>
          </p:nvSpPr>
          <p:spPr>
            <a:xfrm>
              <a:off x="42895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7" name="타원 7666">
              <a:extLst>
                <a:ext uri="{FF2B5EF4-FFF2-40B4-BE49-F238E27FC236}">
                  <a16:creationId xmlns:a16="http://schemas.microsoft.com/office/drawing/2014/main" id="{5A08A215-8594-4A90-A7F7-6D38A68FC662}"/>
                </a:ext>
              </a:extLst>
            </p:cNvPr>
            <p:cNvSpPr/>
            <p:nvPr/>
          </p:nvSpPr>
          <p:spPr>
            <a:xfrm>
              <a:off x="44419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8" name="타원 7667">
              <a:extLst>
                <a:ext uri="{FF2B5EF4-FFF2-40B4-BE49-F238E27FC236}">
                  <a16:creationId xmlns:a16="http://schemas.microsoft.com/office/drawing/2014/main" id="{DFCFE9F2-4A07-4026-B601-2C6074CBA7B9}"/>
                </a:ext>
              </a:extLst>
            </p:cNvPr>
            <p:cNvSpPr/>
            <p:nvPr/>
          </p:nvSpPr>
          <p:spPr>
            <a:xfrm>
              <a:off x="45943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69" name="타원 7668">
              <a:extLst>
                <a:ext uri="{FF2B5EF4-FFF2-40B4-BE49-F238E27FC236}">
                  <a16:creationId xmlns:a16="http://schemas.microsoft.com/office/drawing/2014/main" id="{B712D2CF-B208-45E8-BFD9-723FACF1D764}"/>
                </a:ext>
              </a:extLst>
            </p:cNvPr>
            <p:cNvSpPr/>
            <p:nvPr/>
          </p:nvSpPr>
          <p:spPr>
            <a:xfrm>
              <a:off x="47467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0" name="타원 7669">
              <a:extLst>
                <a:ext uri="{FF2B5EF4-FFF2-40B4-BE49-F238E27FC236}">
                  <a16:creationId xmlns:a16="http://schemas.microsoft.com/office/drawing/2014/main" id="{E670D86A-DEC5-4027-9592-956858C508C7}"/>
                </a:ext>
              </a:extLst>
            </p:cNvPr>
            <p:cNvSpPr/>
            <p:nvPr/>
          </p:nvSpPr>
          <p:spPr>
            <a:xfrm>
              <a:off x="48991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1" name="타원 7670">
              <a:extLst>
                <a:ext uri="{FF2B5EF4-FFF2-40B4-BE49-F238E27FC236}">
                  <a16:creationId xmlns:a16="http://schemas.microsoft.com/office/drawing/2014/main" id="{D6879582-FC38-4DDD-8734-FEF1909D41BA}"/>
                </a:ext>
              </a:extLst>
            </p:cNvPr>
            <p:cNvSpPr/>
            <p:nvPr/>
          </p:nvSpPr>
          <p:spPr>
            <a:xfrm>
              <a:off x="50515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2" name="타원 7671">
              <a:extLst>
                <a:ext uri="{FF2B5EF4-FFF2-40B4-BE49-F238E27FC236}">
                  <a16:creationId xmlns:a16="http://schemas.microsoft.com/office/drawing/2014/main" id="{EAFF8E33-5B30-4BAD-B729-B7ED46FAF44A}"/>
                </a:ext>
              </a:extLst>
            </p:cNvPr>
            <p:cNvSpPr/>
            <p:nvPr/>
          </p:nvSpPr>
          <p:spPr>
            <a:xfrm>
              <a:off x="52039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3" name="타원 7672">
              <a:extLst>
                <a:ext uri="{FF2B5EF4-FFF2-40B4-BE49-F238E27FC236}">
                  <a16:creationId xmlns:a16="http://schemas.microsoft.com/office/drawing/2014/main" id="{4E90D774-5379-4F75-9F15-C3B61EC118C7}"/>
                </a:ext>
              </a:extLst>
            </p:cNvPr>
            <p:cNvSpPr/>
            <p:nvPr/>
          </p:nvSpPr>
          <p:spPr>
            <a:xfrm>
              <a:off x="53563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4" name="타원 7673">
              <a:extLst>
                <a:ext uri="{FF2B5EF4-FFF2-40B4-BE49-F238E27FC236}">
                  <a16:creationId xmlns:a16="http://schemas.microsoft.com/office/drawing/2014/main" id="{9A556928-BD56-4864-AFB1-DD58D04E7C93}"/>
                </a:ext>
              </a:extLst>
            </p:cNvPr>
            <p:cNvSpPr/>
            <p:nvPr/>
          </p:nvSpPr>
          <p:spPr>
            <a:xfrm>
              <a:off x="55087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5" name="타원 7674">
              <a:extLst>
                <a:ext uri="{FF2B5EF4-FFF2-40B4-BE49-F238E27FC236}">
                  <a16:creationId xmlns:a16="http://schemas.microsoft.com/office/drawing/2014/main" id="{09D37ACF-5FE0-4287-8D0F-A5722CB3A5C1}"/>
                </a:ext>
              </a:extLst>
            </p:cNvPr>
            <p:cNvSpPr/>
            <p:nvPr/>
          </p:nvSpPr>
          <p:spPr>
            <a:xfrm>
              <a:off x="56611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6" name="타원 7675">
              <a:extLst>
                <a:ext uri="{FF2B5EF4-FFF2-40B4-BE49-F238E27FC236}">
                  <a16:creationId xmlns:a16="http://schemas.microsoft.com/office/drawing/2014/main" id="{C8C35700-4E00-4271-AA97-F1BFA34D6AC2}"/>
                </a:ext>
              </a:extLst>
            </p:cNvPr>
            <p:cNvSpPr/>
            <p:nvPr/>
          </p:nvSpPr>
          <p:spPr>
            <a:xfrm>
              <a:off x="5813576" y="3733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7" name="타원 7676">
              <a:extLst>
                <a:ext uri="{FF2B5EF4-FFF2-40B4-BE49-F238E27FC236}">
                  <a16:creationId xmlns:a16="http://schemas.microsoft.com/office/drawing/2014/main" id="{9BE2F2B9-5CCE-4BA3-A2D6-48A9EC0A3F8B}"/>
                </a:ext>
              </a:extLst>
            </p:cNvPr>
            <p:cNvSpPr/>
            <p:nvPr/>
          </p:nvSpPr>
          <p:spPr>
            <a:xfrm>
              <a:off x="3271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8" name="타원 7677">
              <a:extLst>
                <a:ext uri="{FF2B5EF4-FFF2-40B4-BE49-F238E27FC236}">
                  <a16:creationId xmlns:a16="http://schemas.microsoft.com/office/drawing/2014/main" id="{B1D08CFB-37FF-409A-9E20-5ECE19C56979}"/>
                </a:ext>
              </a:extLst>
            </p:cNvPr>
            <p:cNvSpPr/>
            <p:nvPr/>
          </p:nvSpPr>
          <p:spPr>
            <a:xfrm>
              <a:off x="4795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79" name="타원 7678">
              <a:extLst>
                <a:ext uri="{FF2B5EF4-FFF2-40B4-BE49-F238E27FC236}">
                  <a16:creationId xmlns:a16="http://schemas.microsoft.com/office/drawing/2014/main" id="{B2F19F39-A46A-4412-8A7C-8C11AF4083AE}"/>
                </a:ext>
              </a:extLst>
            </p:cNvPr>
            <p:cNvSpPr/>
            <p:nvPr/>
          </p:nvSpPr>
          <p:spPr>
            <a:xfrm>
              <a:off x="6319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0" name="타원 7679">
              <a:extLst>
                <a:ext uri="{FF2B5EF4-FFF2-40B4-BE49-F238E27FC236}">
                  <a16:creationId xmlns:a16="http://schemas.microsoft.com/office/drawing/2014/main" id="{4A636567-A9DA-4142-A3A0-2570F8C50309}"/>
                </a:ext>
              </a:extLst>
            </p:cNvPr>
            <p:cNvSpPr/>
            <p:nvPr/>
          </p:nvSpPr>
          <p:spPr>
            <a:xfrm>
              <a:off x="7843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1" name="타원 7680">
              <a:extLst>
                <a:ext uri="{FF2B5EF4-FFF2-40B4-BE49-F238E27FC236}">
                  <a16:creationId xmlns:a16="http://schemas.microsoft.com/office/drawing/2014/main" id="{D9DE0DFC-7F10-460E-BB73-E4CE61E6972D}"/>
                </a:ext>
              </a:extLst>
            </p:cNvPr>
            <p:cNvSpPr/>
            <p:nvPr/>
          </p:nvSpPr>
          <p:spPr>
            <a:xfrm>
              <a:off x="9367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2" name="타원 7681">
              <a:extLst>
                <a:ext uri="{FF2B5EF4-FFF2-40B4-BE49-F238E27FC236}">
                  <a16:creationId xmlns:a16="http://schemas.microsoft.com/office/drawing/2014/main" id="{D99745BC-C357-4811-B121-DE396A0AF7BF}"/>
                </a:ext>
              </a:extLst>
            </p:cNvPr>
            <p:cNvSpPr/>
            <p:nvPr/>
          </p:nvSpPr>
          <p:spPr>
            <a:xfrm>
              <a:off x="10891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3" name="타원 7682">
              <a:extLst>
                <a:ext uri="{FF2B5EF4-FFF2-40B4-BE49-F238E27FC236}">
                  <a16:creationId xmlns:a16="http://schemas.microsoft.com/office/drawing/2014/main" id="{4B5AC539-528D-43F9-B79D-F962E22390E1}"/>
                </a:ext>
              </a:extLst>
            </p:cNvPr>
            <p:cNvSpPr/>
            <p:nvPr/>
          </p:nvSpPr>
          <p:spPr>
            <a:xfrm>
              <a:off x="12415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4" name="타원 7683">
              <a:extLst>
                <a:ext uri="{FF2B5EF4-FFF2-40B4-BE49-F238E27FC236}">
                  <a16:creationId xmlns:a16="http://schemas.microsoft.com/office/drawing/2014/main" id="{A794F7BD-9410-4523-9BF7-E1E7E01F3361}"/>
                </a:ext>
              </a:extLst>
            </p:cNvPr>
            <p:cNvSpPr/>
            <p:nvPr/>
          </p:nvSpPr>
          <p:spPr>
            <a:xfrm>
              <a:off x="13939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5" name="타원 7684">
              <a:extLst>
                <a:ext uri="{FF2B5EF4-FFF2-40B4-BE49-F238E27FC236}">
                  <a16:creationId xmlns:a16="http://schemas.microsoft.com/office/drawing/2014/main" id="{51E9F7E0-1650-4A10-8F07-EE43BB15BEAD}"/>
                </a:ext>
              </a:extLst>
            </p:cNvPr>
            <p:cNvSpPr/>
            <p:nvPr/>
          </p:nvSpPr>
          <p:spPr>
            <a:xfrm>
              <a:off x="15463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6" name="타원 7685">
              <a:extLst>
                <a:ext uri="{FF2B5EF4-FFF2-40B4-BE49-F238E27FC236}">
                  <a16:creationId xmlns:a16="http://schemas.microsoft.com/office/drawing/2014/main" id="{927A0839-D74A-4EBB-96E9-6A01FBD341FC}"/>
                </a:ext>
              </a:extLst>
            </p:cNvPr>
            <p:cNvSpPr/>
            <p:nvPr/>
          </p:nvSpPr>
          <p:spPr>
            <a:xfrm>
              <a:off x="16987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7" name="타원 7686">
              <a:extLst>
                <a:ext uri="{FF2B5EF4-FFF2-40B4-BE49-F238E27FC236}">
                  <a16:creationId xmlns:a16="http://schemas.microsoft.com/office/drawing/2014/main" id="{969F5824-1205-41F4-88D5-07C28C4A854B}"/>
                </a:ext>
              </a:extLst>
            </p:cNvPr>
            <p:cNvSpPr/>
            <p:nvPr/>
          </p:nvSpPr>
          <p:spPr>
            <a:xfrm>
              <a:off x="18511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8" name="타원 7687">
              <a:extLst>
                <a:ext uri="{FF2B5EF4-FFF2-40B4-BE49-F238E27FC236}">
                  <a16:creationId xmlns:a16="http://schemas.microsoft.com/office/drawing/2014/main" id="{C9F325DC-FDC4-4D49-83DF-FFAA880AA60C}"/>
                </a:ext>
              </a:extLst>
            </p:cNvPr>
            <p:cNvSpPr/>
            <p:nvPr/>
          </p:nvSpPr>
          <p:spPr>
            <a:xfrm>
              <a:off x="20035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89" name="타원 7688">
              <a:extLst>
                <a:ext uri="{FF2B5EF4-FFF2-40B4-BE49-F238E27FC236}">
                  <a16:creationId xmlns:a16="http://schemas.microsoft.com/office/drawing/2014/main" id="{52D1ED01-59F6-4F77-B395-254EF8377B3A}"/>
                </a:ext>
              </a:extLst>
            </p:cNvPr>
            <p:cNvSpPr/>
            <p:nvPr/>
          </p:nvSpPr>
          <p:spPr>
            <a:xfrm>
              <a:off x="21559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0" name="타원 7689">
              <a:extLst>
                <a:ext uri="{FF2B5EF4-FFF2-40B4-BE49-F238E27FC236}">
                  <a16:creationId xmlns:a16="http://schemas.microsoft.com/office/drawing/2014/main" id="{02195065-8994-433D-81B0-2CCA532D48F5}"/>
                </a:ext>
              </a:extLst>
            </p:cNvPr>
            <p:cNvSpPr/>
            <p:nvPr/>
          </p:nvSpPr>
          <p:spPr>
            <a:xfrm>
              <a:off x="23083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1" name="타원 7690">
              <a:extLst>
                <a:ext uri="{FF2B5EF4-FFF2-40B4-BE49-F238E27FC236}">
                  <a16:creationId xmlns:a16="http://schemas.microsoft.com/office/drawing/2014/main" id="{641D37CF-D262-42BF-8AAE-225F3D1AF75F}"/>
                </a:ext>
              </a:extLst>
            </p:cNvPr>
            <p:cNvSpPr/>
            <p:nvPr/>
          </p:nvSpPr>
          <p:spPr>
            <a:xfrm>
              <a:off x="24607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2" name="타원 7691">
              <a:extLst>
                <a:ext uri="{FF2B5EF4-FFF2-40B4-BE49-F238E27FC236}">
                  <a16:creationId xmlns:a16="http://schemas.microsoft.com/office/drawing/2014/main" id="{F866B4AD-F975-44E8-AC6C-BCCFDB41B9AF}"/>
                </a:ext>
              </a:extLst>
            </p:cNvPr>
            <p:cNvSpPr/>
            <p:nvPr/>
          </p:nvSpPr>
          <p:spPr>
            <a:xfrm>
              <a:off x="26131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3" name="타원 7692">
              <a:extLst>
                <a:ext uri="{FF2B5EF4-FFF2-40B4-BE49-F238E27FC236}">
                  <a16:creationId xmlns:a16="http://schemas.microsoft.com/office/drawing/2014/main" id="{972E0D51-8828-4601-A56F-7452732BF37A}"/>
                </a:ext>
              </a:extLst>
            </p:cNvPr>
            <p:cNvSpPr/>
            <p:nvPr/>
          </p:nvSpPr>
          <p:spPr>
            <a:xfrm>
              <a:off x="27655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4" name="타원 7693">
              <a:extLst>
                <a:ext uri="{FF2B5EF4-FFF2-40B4-BE49-F238E27FC236}">
                  <a16:creationId xmlns:a16="http://schemas.microsoft.com/office/drawing/2014/main" id="{828F8711-F367-4A2D-9ED8-8DFB67F593E6}"/>
                </a:ext>
              </a:extLst>
            </p:cNvPr>
            <p:cNvSpPr/>
            <p:nvPr/>
          </p:nvSpPr>
          <p:spPr>
            <a:xfrm>
              <a:off x="29179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5" name="타원 7694">
              <a:extLst>
                <a:ext uri="{FF2B5EF4-FFF2-40B4-BE49-F238E27FC236}">
                  <a16:creationId xmlns:a16="http://schemas.microsoft.com/office/drawing/2014/main" id="{EDE841C1-7454-4CBF-AE33-5E8B1C67A379}"/>
                </a:ext>
              </a:extLst>
            </p:cNvPr>
            <p:cNvSpPr/>
            <p:nvPr/>
          </p:nvSpPr>
          <p:spPr>
            <a:xfrm>
              <a:off x="30703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6" name="타원 7695">
              <a:extLst>
                <a:ext uri="{FF2B5EF4-FFF2-40B4-BE49-F238E27FC236}">
                  <a16:creationId xmlns:a16="http://schemas.microsoft.com/office/drawing/2014/main" id="{9E797F8E-3946-4DFC-A939-27562A083F98}"/>
                </a:ext>
              </a:extLst>
            </p:cNvPr>
            <p:cNvSpPr/>
            <p:nvPr/>
          </p:nvSpPr>
          <p:spPr>
            <a:xfrm>
              <a:off x="32227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7" name="타원 7696">
              <a:extLst>
                <a:ext uri="{FF2B5EF4-FFF2-40B4-BE49-F238E27FC236}">
                  <a16:creationId xmlns:a16="http://schemas.microsoft.com/office/drawing/2014/main" id="{01CC775F-6371-41A6-A549-8493BB140F56}"/>
                </a:ext>
              </a:extLst>
            </p:cNvPr>
            <p:cNvSpPr/>
            <p:nvPr/>
          </p:nvSpPr>
          <p:spPr>
            <a:xfrm>
              <a:off x="33751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8" name="타원 7697">
              <a:extLst>
                <a:ext uri="{FF2B5EF4-FFF2-40B4-BE49-F238E27FC236}">
                  <a16:creationId xmlns:a16="http://schemas.microsoft.com/office/drawing/2014/main" id="{1D5F1869-C1D4-4444-8058-B4F8A7CC3CB4}"/>
                </a:ext>
              </a:extLst>
            </p:cNvPr>
            <p:cNvSpPr/>
            <p:nvPr/>
          </p:nvSpPr>
          <p:spPr>
            <a:xfrm>
              <a:off x="35275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99" name="타원 7698">
              <a:extLst>
                <a:ext uri="{FF2B5EF4-FFF2-40B4-BE49-F238E27FC236}">
                  <a16:creationId xmlns:a16="http://schemas.microsoft.com/office/drawing/2014/main" id="{7034DE0E-5B7C-416D-AEC5-A77AEC9D5FEC}"/>
                </a:ext>
              </a:extLst>
            </p:cNvPr>
            <p:cNvSpPr/>
            <p:nvPr/>
          </p:nvSpPr>
          <p:spPr>
            <a:xfrm>
              <a:off x="36799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0" name="타원 7699">
              <a:extLst>
                <a:ext uri="{FF2B5EF4-FFF2-40B4-BE49-F238E27FC236}">
                  <a16:creationId xmlns:a16="http://schemas.microsoft.com/office/drawing/2014/main" id="{DDAD956D-85D8-4A0C-B6B4-050BE5EA2695}"/>
                </a:ext>
              </a:extLst>
            </p:cNvPr>
            <p:cNvSpPr/>
            <p:nvPr/>
          </p:nvSpPr>
          <p:spPr>
            <a:xfrm>
              <a:off x="38323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1" name="타원 7700">
              <a:extLst>
                <a:ext uri="{FF2B5EF4-FFF2-40B4-BE49-F238E27FC236}">
                  <a16:creationId xmlns:a16="http://schemas.microsoft.com/office/drawing/2014/main" id="{C6EE5F76-29C3-4EFB-A9C2-86FF3A5DFCCE}"/>
                </a:ext>
              </a:extLst>
            </p:cNvPr>
            <p:cNvSpPr/>
            <p:nvPr/>
          </p:nvSpPr>
          <p:spPr>
            <a:xfrm>
              <a:off x="39847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2" name="타원 7701">
              <a:extLst>
                <a:ext uri="{FF2B5EF4-FFF2-40B4-BE49-F238E27FC236}">
                  <a16:creationId xmlns:a16="http://schemas.microsoft.com/office/drawing/2014/main" id="{A61BAB1C-D7D8-49F3-959F-FE9D4FDF60B3}"/>
                </a:ext>
              </a:extLst>
            </p:cNvPr>
            <p:cNvSpPr/>
            <p:nvPr/>
          </p:nvSpPr>
          <p:spPr>
            <a:xfrm>
              <a:off x="41371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3" name="타원 7702">
              <a:extLst>
                <a:ext uri="{FF2B5EF4-FFF2-40B4-BE49-F238E27FC236}">
                  <a16:creationId xmlns:a16="http://schemas.microsoft.com/office/drawing/2014/main" id="{8640FEA4-2FB3-42D9-B1AD-69F6EEFAEACA}"/>
                </a:ext>
              </a:extLst>
            </p:cNvPr>
            <p:cNvSpPr/>
            <p:nvPr/>
          </p:nvSpPr>
          <p:spPr>
            <a:xfrm>
              <a:off x="42895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4" name="타원 7703">
              <a:extLst>
                <a:ext uri="{FF2B5EF4-FFF2-40B4-BE49-F238E27FC236}">
                  <a16:creationId xmlns:a16="http://schemas.microsoft.com/office/drawing/2014/main" id="{675B1D8A-DF50-46DF-ABFA-E441ABAEC1A8}"/>
                </a:ext>
              </a:extLst>
            </p:cNvPr>
            <p:cNvSpPr/>
            <p:nvPr/>
          </p:nvSpPr>
          <p:spPr>
            <a:xfrm>
              <a:off x="44419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5" name="타원 7704">
              <a:extLst>
                <a:ext uri="{FF2B5EF4-FFF2-40B4-BE49-F238E27FC236}">
                  <a16:creationId xmlns:a16="http://schemas.microsoft.com/office/drawing/2014/main" id="{8D3F12C4-ECE0-42A0-9BCA-02939FD47597}"/>
                </a:ext>
              </a:extLst>
            </p:cNvPr>
            <p:cNvSpPr/>
            <p:nvPr/>
          </p:nvSpPr>
          <p:spPr>
            <a:xfrm>
              <a:off x="45943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6" name="타원 7705">
              <a:extLst>
                <a:ext uri="{FF2B5EF4-FFF2-40B4-BE49-F238E27FC236}">
                  <a16:creationId xmlns:a16="http://schemas.microsoft.com/office/drawing/2014/main" id="{629DAA84-3AE8-4617-815F-3A3230B614BE}"/>
                </a:ext>
              </a:extLst>
            </p:cNvPr>
            <p:cNvSpPr/>
            <p:nvPr/>
          </p:nvSpPr>
          <p:spPr>
            <a:xfrm>
              <a:off x="47467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7" name="타원 7706">
              <a:extLst>
                <a:ext uri="{FF2B5EF4-FFF2-40B4-BE49-F238E27FC236}">
                  <a16:creationId xmlns:a16="http://schemas.microsoft.com/office/drawing/2014/main" id="{9C6B2350-281C-4BDF-B864-6404E0AFED71}"/>
                </a:ext>
              </a:extLst>
            </p:cNvPr>
            <p:cNvSpPr/>
            <p:nvPr/>
          </p:nvSpPr>
          <p:spPr>
            <a:xfrm>
              <a:off x="48991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8" name="타원 7707">
              <a:extLst>
                <a:ext uri="{FF2B5EF4-FFF2-40B4-BE49-F238E27FC236}">
                  <a16:creationId xmlns:a16="http://schemas.microsoft.com/office/drawing/2014/main" id="{F1204D0E-360E-4D88-9E38-08A589FEF6C6}"/>
                </a:ext>
              </a:extLst>
            </p:cNvPr>
            <p:cNvSpPr/>
            <p:nvPr/>
          </p:nvSpPr>
          <p:spPr>
            <a:xfrm>
              <a:off x="50515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09" name="타원 7708">
              <a:extLst>
                <a:ext uri="{FF2B5EF4-FFF2-40B4-BE49-F238E27FC236}">
                  <a16:creationId xmlns:a16="http://schemas.microsoft.com/office/drawing/2014/main" id="{F299BBFD-6563-4AB2-9FCE-23861D431851}"/>
                </a:ext>
              </a:extLst>
            </p:cNvPr>
            <p:cNvSpPr/>
            <p:nvPr/>
          </p:nvSpPr>
          <p:spPr>
            <a:xfrm>
              <a:off x="52039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0" name="타원 7709">
              <a:extLst>
                <a:ext uri="{FF2B5EF4-FFF2-40B4-BE49-F238E27FC236}">
                  <a16:creationId xmlns:a16="http://schemas.microsoft.com/office/drawing/2014/main" id="{E916C863-98A3-4D65-BE96-88508FC8D6A9}"/>
                </a:ext>
              </a:extLst>
            </p:cNvPr>
            <p:cNvSpPr/>
            <p:nvPr/>
          </p:nvSpPr>
          <p:spPr>
            <a:xfrm>
              <a:off x="53563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1" name="타원 7710">
              <a:extLst>
                <a:ext uri="{FF2B5EF4-FFF2-40B4-BE49-F238E27FC236}">
                  <a16:creationId xmlns:a16="http://schemas.microsoft.com/office/drawing/2014/main" id="{478D218F-84CC-49AD-A0A9-9BB50A1A44A6}"/>
                </a:ext>
              </a:extLst>
            </p:cNvPr>
            <p:cNvSpPr/>
            <p:nvPr/>
          </p:nvSpPr>
          <p:spPr>
            <a:xfrm>
              <a:off x="55087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2" name="타원 7711">
              <a:extLst>
                <a:ext uri="{FF2B5EF4-FFF2-40B4-BE49-F238E27FC236}">
                  <a16:creationId xmlns:a16="http://schemas.microsoft.com/office/drawing/2014/main" id="{E78A3DE0-0E63-483E-B6E0-6114BFAA48B3}"/>
                </a:ext>
              </a:extLst>
            </p:cNvPr>
            <p:cNvSpPr/>
            <p:nvPr/>
          </p:nvSpPr>
          <p:spPr>
            <a:xfrm>
              <a:off x="56611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3" name="타원 7712">
              <a:extLst>
                <a:ext uri="{FF2B5EF4-FFF2-40B4-BE49-F238E27FC236}">
                  <a16:creationId xmlns:a16="http://schemas.microsoft.com/office/drawing/2014/main" id="{5CC512A2-AF98-490B-8250-AFE02EF3F42E}"/>
                </a:ext>
              </a:extLst>
            </p:cNvPr>
            <p:cNvSpPr/>
            <p:nvPr/>
          </p:nvSpPr>
          <p:spPr>
            <a:xfrm>
              <a:off x="5813576" y="3886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4" name="타원 7713">
              <a:extLst>
                <a:ext uri="{FF2B5EF4-FFF2-40B4-BE49-F238E27FC236}">
                  <a16:creationId xmlns:a16="http://schemas.microsoft.com/office/drawing/2014/main" id="{C56C566A-27F6-441A-A370-6D4A5F6AD731}"/>
                </a:ext>
              </a:extLst>
            </p:cNvPr>
            <p:cNvSpPr/>
            <p:nvPr/>
          </p:nvSpPr>
          <p:spPr>
            <a:xfrm>
              <a:off x="3271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5" name="타원 7714">
              <a:extLst>
                <a:ext uri="{FF2B5EF4-FFF2-40B4-BE49-F238E27FC236}">
                  <a16:creationId xmlns:a16="http://schemas.microsoft.com/office/drawing/2014/main" id="{778C37E7-B1AD-4820-986B-5305A37AAC3C}"/>
                </a:ext>
              </a:extLst>
            </p:cNvPr>
            <p:cNvSpPr/>
            <p:nvPr/>
          </p:nvSpPr>
          <p:spPr>
            <a:xfrm>
              <a:off x="4795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6" name="타원 7715">
              <a:extLst>
                <a:ext uri="{FF2B5EF4-FFF2-40B4-BE49-F238E27FC236}">
                  <a16:creationId xmlns:a16="http://schemas.microsoft.com/office/drawing/2014/main" id="{E5849EFB-AD6E-49EE-B731-43BDD2FA2A97}"/>
                </a:ext>
              </a:extLst>
            </p:cNvPr>
            <p:cNvSpPr/>
            <p:nvPr/>
          </p:nvSpPr>
          <p:spPr>
            <a:xfrm>
              <a:off x="6319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7" name="타원 7716">
              <a:extLst>
                <a:ext uri="{FF2B5EF4-FFF2-40B4-BE49-F238E27FC236}">
                  <a16:creationId xmlns:a16="http://schemas.microsoft.com/office/drawing/2014/main" id="{C05DB731-AA11-4374-B4F1-65B38F8DD7DF}"/>
                </a:ext>
              </a:extLst>
            </p:cNvPr>
            <p:cNvSpPr/>
            <p:nvPr/>
          </p:nvSpPr>
          <p:spPr>
            <a:xfrm>
              <a:off x="7843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8" name="타원 7717">
              <a:extLst>
                <a:ext uri="{FF2B5EF4-FFF2-40B4-BE49-F238E27FC236}">
                  <a16:creationId xmlns:a16="http://schemas.microsoft.com/office/drawing/2014/main" id="{327A81D8-40F1-49D9-9BEC-84A1D8D89A34}"/>
                </a:ext>
              </a:extLst>
            </p:cNvPr>
            <p:cNvSpPr/>
            <p:nvPr/>
          </p:nvSpPr>
          <p:spPr>
            <a:xfrm>
              <a:off x="9367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19" name="타원 7718">
              <a:extLst>
                <a:ext uri="{FF2B5EF4-FFF2-40B4-BE49-F238E27FC236}">
                  <a16:creationId xmlns:a16="http://schemas.microsoft.com/office/drawing/2014/main" id="{DDCCD9D3-506F-46A1-A1DF-87097E982C71}"/>
                </a:ext>
              </a:extLst>
            </p:cNvPr>
            <p:cNvSpPr/>
            <p:nvPr/>
          </p:nvSpPr>
          <p:spPr>
            <a:xfrm>
              <a:off x="10891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0" name="타원 7719">
              <a:extLst>
                <a:ext uri="{FF2B5EF4-FFF2-40B4-BE49-F238E27FC236}">
                  <a16:creationId xmlns:a16="http://schemas.microsoft.com/office/drawing/2014/main" id="{C0878B03-BE2C-4E00-8C1D-2812E725DC3A}"/>
                </a:ext>
              </a:extLst>
            </p:cNvPr>
            <p:cNvSpPr/>
            <p:nvPr/>
          </p:nvSpPr>
          <p:spPr>
            <a:xfrm>
              <a:off x="12415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1" name="타원 7720">
              <a:extLst>
                <a:ext uri="{FF2B5EF4-FFF2-40B4-BE49-F238E27FC236}">
                  <a16:creationId xmlns:a16="http://schemas.microsoft.com/office/drawing/2014/main" id="{52569EC7-D23A-416A-994D-9D52392C983D}"/>
                </a:ext>
              </a:extLst>
            </p:cNvPr>
            <p:cNvSpPr/>
            <p:nvPr/>
          </p:nvSpPr>
          <p:spPr>
            <a:xfrm>
              <a:off x="13939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2" name="타원 7721">
              <a:extLst>
                <a:ext uri="{FF2B5EF4-FFF2-40B4-BE49-F238E27FC236}">
                  <a16:creationId xmlns:a16="http://schemas.microsoft.com/office/drawing/2014/main" id="{5C2C8D10-29CC-45EC-9EA6-35D9D0D0A6B9}"/>
                </a:ext>
              </a:extLst>
            </p:cNvPr>
            <p:cNvSpPr/>
            <p:nvPr/>
          </p:nvSpPr>
          <p:spPr>
            <a:xfrm>
              <a:off x="15463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3" name="타원 7722">
              <a:extLst>
                <a:ext uri="{FF2B5EF4-FFF2-40B4-BE49-F238E27FC236}">
                  <a16:creationId xmlns:a16="http://schemas.microsoft.com/office/drawing/2014/main" id="{2DEDFD30-440D-4382-BE08-C5E67116A0BC}"/>
                </a:ext>
              </a:extLst>
            </p:cNvPr>
            <p:cNvSpPr/>
            <p:nvPr/>
          </p:nvSpPr>
          <p:spPr>
            <a:xfrm>
              <a:off x="16987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4" name="타원 7723">
              <a:extLst>
                <a:ext uri="{FF2B5EF4-FFF2-40B4-BE49-F238E27FC236}">
                  <a16:creationId xmlns:a16="http://schemas.microsoft.com/office/drawing/2014/main" id="{E352BC32-9272-4C09-BAD0-EDB6264F76A3}"/>
                </a:ext>
              </a:extLst>
            </p:cNvPr>
            <p:cNvSpPr/>
            <p:nvPr/>
          </p:nvSpPr>
          <p:spPr>
            <a:xfrm>
              <a:off x="18511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5" name="타원 7724">
              <a:extLst>
                <a:ext uri="{FF2B5EF4-FFF2-40B4-BE49-F238E27FC236}">
                  <a16:creationId xmlns:a16="http://schemas.microsoft.com/office/drawing/2014/main" id="{6D3FF4A5-DD3D-4D04-BDCB-435A24F82050}"/>
                </a:ext>
              </a:extLst>
            </p:cNvPr>
            <p:cNvSpPr/>
            <p:nvPr/>
          </p:nvSpPr>
          <p:spPr>
            <a:xfrm>
              <a:off x="20035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6" name="타원 7725">
              <a:extLst>
                <a:ext uri="{FF2B5EF4-FFF2-40B4-BE49-F238E27FC236}">
                  <a16:creationId xmlns:a16="http://schemas.microsoft.com/office/drawing/2014/main" id="{3EEDE01D-6AFF-4503-9EB0-74847CE68927}"/>
                </a:ext>
              </a:extLst>
            </p:cNvPr>
            <p:cNvSpPr/>
            <p:nvPr/>
          </p:nvSpPr>
          <p:spPr>
            <a:xfrm>
              <a:off x="21559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7" name="타원 7726">
              <a:extLst>
                <a:ext uri="{FF2B5EF4-FFF2-40B4-BE49-F238E27FC236}">
                  <a16:creationId xmlns:a16="http://schemas.microsoft.com/office/drawing/2014/main" id="{4D002F65-3C0E-427F-8617-AFCC032BD810}"/>
                </a:ext>
              </a:extLst>
            </p:cNvPr>
            <p:cNvSpPr/>
            <p:nvPr/>
          </p:nvSpPr>
          <p:spPr>
            <a:xfrm>
              <a:off x="23083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8" name="타원 7727">
              <a:extLst>
                <a:ext uri="{FF2B5EF4-FFF2-40B4-BE49-F238E27FC236}">
                  <a16:creationId xmlns:a16="http://schemas.microsoft.com/office/drawing/2014/main" id="{4B86AD88-0997-4A46-BA99-088174AD9991}"/>
                </a:ext>
              </a:extLst>
            </p:cNvPr>
            <p:cNvSpPr/>
            <p:nvPr/>
          </p:nvSpPr>
          <p:spPr>
            <a:xfrm>
              <a:off x="24607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29" name="타원 7728">
              <a:extLst>
                <a:ext uri="{FF2B5EF4-FFF2-40B4-BE49-F238E27FC236}">
                  <a16:creationId xmlns:a16="http://schemas.microsoft.com/office/drawing/2014/main" id="{52967980-E43D-46F6-8F6A-3229BB09DB22}"/>
                </a:ext>
              </a:extLst>
            </p:cNvPr>
            <p:cNvSpPr/>
            <p:nvPr/>
          </p:nvSpPr>
          <p:spPr>
            <a:xfrm>
              <a:off x="26131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0" name="타원 7729">
              <a:extLst>
                <a:ext uri="{FF2B5EF4-FFF2-40B4-BE49-F238E27FC236}">
                  <a16:creationId xmlns:a16="http://schemas.microsoft.com/office/drawing/2014/main" id="{8FD433C1-1BC6-4A2B-9C9A-CA60702165A4}"/>
                </a:ext>
              </a:extLst>
            </p:cNvPr>
            <p:cNvSpPr/>
            <p:nvPr/>
          </p:nvSpPr>
          <p:spPr>
            <a:xfrm>
              <a:off x="27655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1" name="타원 7730">
              <a:extLst>
                <a:ext uri="{FF2B5EF4-FFF2-40B4-BE49-F238E27FC236}">
                  <a16:creationId xmlns:a16="http://schemas.microsoft.com/office/drawing/2014/main" id="{98B2390F-0AA1-4986-95A1-53F0B345576D}"/>
                </a:ext>
              </a:extLst>
            </p:cNvPr>
            <p:cNvSpPr/>
            <p:nvPr/>
          </p:nvSpPr>
          <p:spPr>
            <a:xfrm>
              <a:off x="29179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2" name="타원 7731">
              <a:extLst>
                <a:ext uri="{FF2B5EF4-FFF2-40B4-BE49-F238E27FC236}">
                  <a16:creationId xmlns:a16="http://schemas.microsoft.com/office/drawing/2014/main" id="{9A2187C6-AA11-42B3-A861-05ADFA5FF83B}"/>
                </a:ext>
              </a:extLst>
            </p:cNvPr>
            <p:cNvSpPr/>
            <p:nvPr/>
          </p:nvSpPr>
          <p:spPr>
            <a:xfrm>
              <a:off x="30703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3" name="타원 7732">
              <a:extLst>
                <a:ext uri="{FF2B5EF4-FFF2-40B4-BE49-F238E27FC236}">
                  <a16:creationId xmlns:a16="http://schemas.microsoft.com/office/drawing/2014/main" id="{41479634-4A9A-479A-A56B-8749BAFEEC9E}"/>
                </a:ext>
              </a:extLst>
            </p:cNvPr>
            <p:cNvSpPr/>
            <p:nvPr/>
          </p:nvSpPr>
          <p:spPr>
            <a:xfrm>
              <a:off x="32227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4" name="타원 7733">
              <a:extLst>
                <a:ext uri="{FF2B5EF4-FFF2-40B4-BE49-F238E27FC236}">
                  <a16:creationId xmlns:a16="http://schemas.microsoft.com/office/drawing/2014/main" id="{73B238E0-55F8-4E9C-87A8-03C39025AA1A}"/>
                </a:ext>
              </a:extLst>
            </p:cNvPr>
            <p:cNvSpPr/>
            <p:nvPr/>
          </p:nvSpPr>
          <p:spPr>
            <a:xfrm>
              <a:off x="33751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5" name="타원 7734">
              <a:extLst>
                <a:ext uri="{FF2B5EF4-FFF2-40B4-BE49-F238E27FC236}">
                  <a16:creationId xmlns:a16="http://schemas.microsoft.com/office/drawing/2014/main" id="{29F9371D-0E9D-4362-AAC2-CD59770F6F8C}"/>
                </a:ext>
              </a:extLst>
            </p:cNvPr>
            <p:cNvSpPr/>
            <p:nvPr/>
          </p:nvSpPr>
          <p:spPr>
            <a:xfrm>
              <a:off x="35275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6" name="타원 7735">
              <a:extLst>
                <a:ext uri="{FF2B5EF4-FFF2-40B4-BE49-F238E27FC236}">
                  <a16:creationId xmlns:a16="http://schemas.microsoft.com/office/drawing/2014/main" id="{47C50620-E73F-4986-8172-FE6036067C29}"/>
                </a:ext>
              </a:extLst>
            </p:cNvPr>
            <p:cNvSpPr/>
            <p:nvPr/>
          </p:nvSpPr>
          <p:spPr>
            <a:xfrm>
              <a:off x="36799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7" name="타원 7736">
              <a:extLst>
                <a:ext uri="{FF2B5EF4-FFF2-40B4-BE49-F238E27FC236}">
                  <a16:creationId xmlns:a16="http://schemas.microsoft.com/office/drawing/2014/main" id="{7C78AAB4-1A2A-4C15-98AB-9BA2A9ED64F6}"/>
                </a:ext>
              </a:extLst>
            </p:cNvPr>
            <p:cNvSpPr/>
            <p:nvPr/>
          </p:nvSpPr>
          <p:spPr>
            <a:xfrm>
              <a:off x="38323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8" name="타원 7737">
              <a:extLst>
                <a:ext uri="{FF2B5EF4-FFF2-40B4-BE49-F238E27FC236}">
                  <a16:creationId xmlns:a16="http://schemas.microsoft.com/office/drawing/2014/main" id="{BE744406-24C3-4E86-BA70-47D8F2A81872}"/>
                </a:ext>
              </a:extLst>
            </p:cNvPr>
            <p:cNvSpPr/>
            <p:nvPr/>
          </p:nvSpPr>
          <p:spPr>
            <a:xfrm>
              <a:off x="39847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39" name="타원 7738">
              <a:extLst>
                <a:ext uri="{FF2B5EF4-FFF2-40B4-BE49-F238E27FC236}">
                  <a16:creationId xmlns:a16="http://schemas.microsoft.com/office/drawing/2014/main" id="{B91699E3-5AA0-4EDC-843B-9CF450828A5E}"/>
                </a:ext>
              </a:extLst>
            </p:cNvPr>
            <p:cNvSpPr/>
            <p:nvPr/>
          </p:nvSpPr>
          <p:spPr>
            <a:xfrm>
              <a:off x="41371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0" name="타원 7739">
              <a:extLst>
                <a:ext uri="{FF2B5EF4-FFF2-40B4-BE49-F238E27FC236}">
                  <a16:creationId xmlns:a16="http://schemas.microsoft.com/office/drawing/2014/main" id="{D16933BB-0884-4EC6-A94B-2F8EE0DCDE86}"/>
                </a:ext>
              </a:extLst>
            </p:cNvPr>
            <p:cNvSpPr/>
            <p:nvPr/>
          </p:nvSpPr>
          <p:spPr>
            <a:xfrm>
              <a:off x="42895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1" name="타원 7740">
              <a:extLst>
                <a:ext uri="{FF2B5EF4-FFF2-40B4-BE49-F238E27FC236}">
                  <a16:creationId xmlns:a16="http://schemas.microsoft.com/office/drawing/2014/main" id="{9B8A24D0-179D-4DDB-811F-2837C35CC10F}"/>
                </a:ext>
              </a:extLst>
            </p:cNvPr>
            <p:cNvSpPr/>
            <p:nvPr/>
          </p:nvSpPr>
          <p:spPr>
            <a:xfrm>
              <a:off x="44419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2" name="타원 7741">
              <a:extLst>
                <a:ext uri="{FF2B5EF4-FFF2-40B4-BE49-F238E27FC236}">
                  <a16:creationId xmlns:a16="http://schemas.microsoft.com/office/drawing/2014/main" id="{56F5A723-FE29-402C-8EFC-23E64865E026}"/>
                </a:ext>
              </a:extLst>
            </p:cNvPr>
            <p:cNvSpPr/>
            <p:nvPr/>
          </p:nvSpPr>
          <p:spPr>
            <a:xfrm>
              <a:off x="45943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3" name="타원 7742">
              <a:extLst>
                <a:ext uri="{FF2B5EF4-FFF2-40B4-BE49-F238E27FC236}">
                  <a16:creationId xmlns:a16="http://schemas.microsoft.com/office/drawing/2014/main" id="{A81862F9-420D-4718-B885-8D343C04B8F5}"/>
                </a:ext>
              </a:extLst>
            </p:cNvPr>
            <p:cNvSpPr/>
            <p:nvPr/>
          </p:nvSpPr>
          <p:spPr>
            <a:xfrm>
              <a:off x="47467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4" name="타원 7743">
              <a:extLst>
                <a:ext uri="{FF2B5EF4-FFF2-40B4-BE49-F238E27FC236}">
                  <a16:creationId xmlns:a16="http://schemas.microsoft.com/office/drawing/2014/main" id="{CDF2481D-919F-44FC-9764-AF03EA5DDF89}"/>
                </a:ext>
              </a:extLst>
            </p:cNvPr>
            <p:cNvSpPr/>
            <p:nvPr/>
          </p:nvSpPr>
          <p:spPr>
            <a:xfrm>
              <a:off x="48991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5" name="타원 7744">
              <a:extLst>
                <a:ext uri="{FF2B5EF4-FFF2-40B4-BE49-F238E27FC236}">
                  <a16:creationId xmlns:a16="http://schemas.microsoft.com/office/drawing/2014/main" id="{525E6B68-44F2-4753-8EAC-6CAA70538FEF}"/>
                </a:ext>
              </a:extLst>
            </p:cNvPr>
            <p:cNvSpPr/>
            <p:nvPr/>
          </p:nvSpPr>
          <p:spPr>
            <a:xfrm>
              <a:off x="50515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6" name="타원 7745">
              <a:extLst>
                <a:ext uri="{FF2B5EF4-FFF2-40B4-BE49-F238E27FC236}">
                  <a16:creationId xmlns:a16="http://schemas.microsoft.com/office/drawing/2014/main" id="{95446AD7-1923-4605-B49A-FC7ECC0DB616}"/>
                </a:ext>
              </a:extLst>
            </p:cNvPr>
            <p:cNvSpPr/>
            <p:nvPr/>
          </p:nvSpPr>
          <p:spPr>
            <a:xfrm>
              <a:off x="52039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7" name="타원 7746">
              <a:extLst>
                <a:ext uri="{FF2B5EF4-FFF2-40B4-BE49-F238E27FC236}">
                  <a16:creationId xmlns:a16="http://schemas.microsoft.com/office/drawing/2014/main" id="{EB7F7852-0C54-4AA1-A440-506B332455F1}"/>
                </a:ext>
              </a:extLst>
            </p:cNvPr>
            <p:cNvSpPr/>
            <p:nvPr/>
          </p:nvSpPr>
          <p:spPr>
            <a:xfrm>
              <a:off x="53563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8" name="타원 7747">
              <a:extLst>
                <a:ext uri="{FF2B5EF4-FFF2-40B4-BE49-F238E27FC236}">
                  <a16:creationId xmlns:a16="http://schemas.microsoft.com/office/drawing/2014/main" id="{880D5659-7B39-486F-BF5A-ABEDEB19BD22}"/>
                </a:ext>
              </a:extLst>
            </p:cNvPr>
            <p:cNvSpPr/>
            <p:nvPr/>
          </p:nvSpPr>
          <p:spPr>
            <a:xfrm>
              <a:off x="55087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49" name="타원 7748">
              <a:extLst>
                <a:ext uri="{FF2B5EF4-FFF2-40B4-BE49-F238E27FC236}">
                  <a16:creationId xmlns:a16="http://schemas.microsoft.com/office/drawing/2014/main" id="{DF985D4D-B14A-4073-92B8-D4F84A9DE94F}"/>
                </a:ext>
              </a:extLst>
            </p:cNvPr>
            <p:cNvSpPr/>
            <p:nvPr/>
          </p:nvSpPr>
          <p:spPr>
            <a:xfrm>
              <a:off x="56611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0" name="타원 7749">
              <a:extLst>
                <a:ext uri="{FF2B5EF4-FFF2-40B4-BE49-F238E27FC236}">
                  <a16:creationId xmlns:a16="http://schemas.microsoft.com/office/drawing/2014/main" id="{B55C0F73-6A9B-430D-B51D-4F4DEF3008A5}"/>
                </a:ext>
              </a:extLst>
            </p:cNvPr>
            <p:cNvSpPr/>
            <p:nvPr/>
          </p:nvSpPr>
          <p:spPr>
            <a:xfrm>
              <a:off x="5813576" y="4038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1" name="타원 7750">
              <a:extLst>
                <a:ext uri="{FF2B5EF4-FFF2-40B4-BE49-F238E27FC236}">
                  <a16:creationId xmlns:a16="http://schemas.microsoft.com/office/drawing/2014/main" id="{CC10EC1F-71D9-4F44-81A3-DF0CEA0E1BCD}"/>
                </a:ext>
              </a:extLst>
            </p:cNvPr>
            <p:cNvSpPr/>
            <p:nvPr/>
          </p:nvSpPr>
          <p:spPr>
            <a:xfrm>
              <a:off x="3271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2" name="타원 7751">
              <a:extLst>
                <a:ext uri="{FF2B5EF4-FFF2-40B4-BE49-F238E27FC236}">
                  <a16:creationId xmlns:a16="http://schemas.microsoft.com/office/drawing/2014/main" id="{4F9D933F-8556-4B2C-BCFE-77DDBCFA3D96}"/>
                </a:ext>
              </a:extLst>
            </p:cNvPr>
            <p:cNvSpPr/>
            <p:nvPr/>
          </p:nvSpPr>
          <p:spPr>
            <a:xfrm>
              <a:off x="4795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3" name="타원 7752">
              <a:extLst>
                <a:ext uri="{FF2B5EF4-FFF2-40B4-BE49-F238E27FC236}">
                  <a16:creationId xmlns:a16="http://schemas.microsoft.com/office/drawing/2014/main" id="{CC4FD4EA-E654-4B73-8F7E-577A1EFA752C}"/>
                </a:ext>
              </a:extLst>
            </p:cNvPr>
            <p:cNvSpPr/>
            <p:nvPr/>
          </p:nvSpPr>
          <p:spPr>
            <a:xfrm>
              <a:off x="6319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4" name="타원 7753">
              <a:extLst>
                <a:ext uri="{FF2B5EF4-FFF2-40B4-BE49-F238E27FC236}">
                  <a16:creationId xmlns:a16="http://schemas.microsoft.com/office/drawing/2014/main" id="{798B5EC8-1FE3-461F-9839-3E0758CD1804}"/>
                </a:ext>
              </a:extLst>
            </p:cNvPr>
            <p:cNvSpPr/>
            <p:nvPr/>
          </p:nvSpPr>
          <p:spPr>
            <a:xfrm>
              <a:off x="7843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5" name="타원 7754">
              <a:extLst>
                <a:ext uri="{FF2B5EF4-FFF2-40B4-BE49-F238E27FC236}">
                  <a16:creationId xmlns:a16="http://schemas.microsoft.com/office/drawing/2014/main" id="{DB093762-8C74-41A8-9853-13CFCFC2FD42}"/>
                </a:ext>
              </a:extLst>
            </p:cNvPr>
            <p:cNvSpPr/>
            <p:nvPr/>
          </p:nvSpPr>
          <p:spPr>
            <a:xfrm>
              <a:off x="9367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6" name="타원 7755">
              <a:extLst>
                <a:ext uri="{FF2B5EF4-FFF2-40B4-BE49-F238E27FC236}">
                  <a16:creationId xmlns:a16="http://schemas.microsoft.com/office/drawing/2014/main" id="{A4426096-7487-4F73-A5C9-E2EC743544E2}"/>
                </a:ext>
              </a:extLst>
            </p:cNvPr>
            <p:cNvSpPr/>
            <p:nvPr/>
          </p:nvSpPr>
          <p:spPr>
            <a:xfrm>
              <a:off x="10891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7" name="타원 7756">
              <a:extLst>
                <a:ext uri="{FF2B5EF4-FFF2-40B4-BE49-F238E27FC236}">
                  <a16:creationId xmlns:a16="http://schemas.microsoft.com/office/drawing/2014/main" id="{49D90A69-CC39-4C75-9069-91E2AD4934CE}"/>
                </a:ext>
              </a:extLst>
            </p:cNvPr>
            <p:cNvSpPr/>
            <p:nvPr/>
          </p:nvSpPr>
          <p:spPr>
            <a:xfrm>
              <a:off x="12415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8" name="타원 7757">
              <a:extLst>
                <a:ext uri="{FF2B5EF4-FFF2-40B4-BE49-F238E27FC236}">
                  <a16:creationId xmlns:a16="http://schemas.microsoft.com/office/drawing/2014/main" id="{F953954B-A5E2-45E6-B110-A8A218E35E6A}"/>
                </a:ext>
              </a:extLst>
            </p:cNvPr>
            <p:cNvSpPr/>
            <p:nvPr/>
          </p:nvSpPr>
          <p:spPr>
            <a:xfrm>
              <a:off x="13939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59" name="타원 7758">
              <a:extLst>
                <a:ext uri="{FF2B5EF4-FFF2-40B4-BE49-F238E27FC236}">
                  <a16:creationId xmlns:a16="http://schemas.microsoft.com/office/drawing/2014/main" id="{875614CA-29B4-48E2-AD42-45CCCD210C44}"/>
                </a:ext>
              </a:extLst>
            </p:cNvPr>
            <p:cNvSpPr/>
            <p:nvPr/>
          </p:nvSpPr>
          <p:spPr>
            <a:xfrm>
              <a:off x="15463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0" name="타원 7759">
              <a:extLst>
                <a:ext uri="{FF2B5EF4-FFF2-40B4-BE49-F238E27FC236}">
                  <a16:creationId xmlns:a16="http://schemas.microsoft.com/office/drawing/2014/main" id="{9E0865DC-BAE0-4E8F-83DF-EFC71097BA8D}"/>
                </a:ext>
              </a:extLst>
            </p:cNvPr>
            <p:cNvSpPr/>
            <p:nvPr/>
          </p:nvSpPr>
          <p:spPr>
            <a:xfrm>
              <a:off x="16987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1" name="타원 7760">
              <a:extLst>
                <a:ext uri="{FF2B5EF4-FFF2-40B4-BE49-F238E27FC236}">
                  <a16:creationId xmlns:a16="http://schemas.microsoft.com/office/drawing/2014/main" id="{CD9065B2-D2C7-4271-9E5F-FA77FADF2A73}"/>
                </a:ext>
              </a:extLst>
            </p:cNvPr>
            <p:cNvSpPr/>
            <p:nvPr/>
          </p:nvSpPr>
          <p:spPr>
            <a:xfrm>
              <a:off x="18511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2" name="타원 7761">
              <a:extLst>
                <a:ext uri="{FF2B5EF4-FFF2-40B4-BE49-F238E27FC236}">
                  <a16:creationId xmlns:a16="http://schemas.microsoft.com/office/drawing/2014/main" id="{64B66996-1A7D-418F-B3C5-12CC50F5130D}"/>
                </a:ext>
              </a:extLst>
            </p:cNvPr>
            <p:cNvSpPr/>
            <p:nvPr/>
          </p:nvSpPr>
          <p:spPr>
            <a:xfrm>
              <a:off x="20035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3" name="타원 7762">
              <a:extLst>
                <a:ext uri="{FF2B5EF4-FFF2-40B4-BE49-F238E27FC236}">
                  <a16:creationId xmlns:a16="http://schemas.microsoft.com/office/drawing/2014/main" id="{8B85ACB3-B733-4E0E-815B-B68285C03B0C}"/>
                </a:ext>
              </a:extLst>
            </p:cNvPr>
            <p:cNvSpPr/>
            <p:nvPr/>
          </p:nvSpPr>
          <p:spPr>
            <a:xfrm>
              <a:off x="21559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4" name="타원 7763">
              <a:extLst>
                <a:ext uri="{FF2B5EF4-FFF2-40B4-BE49-F238E27FC236}">
                  <a16:creationId xmlns:a16="http://schemas.microsoft.com/office/drawing/2014/main" id="{FCE770B8-B0DB-4039-951D-CFF4C9F524C1}"/>
                </a:ext>
              </a:extLst>
            </p:cNvPr>
            <p:cNvSpPr/>
            <p:nvPr/>
          </p:nvSpPr>
          <p:spPr>
            <a:xfrm>
              <a:off x="23083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5" name="타원 7764">
              <a:extLst>
                <a:ext uri="{FF2B5EF4-FFF2-40B4-BE49-F238E27FC236}">
                  <a16:creationId xmlns:a16="http://schemas.microsoft.com/office/drawing/2014/main" id="{37C0B369-B7D8-4FDB-A970-5572C9AB64F3}"/>
                </a:ext>
              </a:extLst>
            </p:cNvPr>
            <p:cNvSpPr/>
            <p:nvPr/>
          </p:nvSpPr>
          <p:spPr>
            <a:xfrm>
              <a:off x="24607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6" name="타원 7765">
              <a:extLst>
                <a:ext uri="{FF2B5EF4-FFF2-40B4-BE49-F238E27FC236}">
                  <a16:creationId xmlns:a16="http://schemas.microsoft.com/office/drawing/2014/main" id="{2417CEA9-B8EF-4A39-AEEA-90AB6D8A68D9}"/>
                </a:ext>
              </a:extLst>
            </p:cNvPr>
            <p:cNvSpPr/>
            <p:nvPr/>
          </p:nvSpPr>
          <p:spPr>
            <a:xfrm>
              <a:off x="26131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7" name="타원 7766">
              <a:extLst>
                <a:ext uri="{FF2B5EF4-FFF2-40B4-BE49-F238E27FC236}">
                  <a16:creationId xmlns:a16="http://schemas.microsoft.com/office/drawing/2014/main" id="{5789DCF3-BB95-40ED-A489-0851CF8AB4EE}"/>
                </a:ext>
              </a:extLst>
            </p:cNvPr>
            <p:cNvSpPr/>
            <p:nvPr/>
          </p:nvSpPr>
          <p:spPr>
            <a:xfrm>
              <a:off x="27655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8" name="타원 7767">
              <a:extLst>
                <a:ext uri="{FF2B5EF4-FFF2-40B4-BE49-F238E27FC236}">
                  <a16:creationId xmlns:a16="http://schemas.microsoft.com/office/drawing/2014/main" id="{09F7830F-076B-4FA7-B8AE-9803472B2899}"/>
                </a:ext>
              </a:extLst>
            </p:cNvPr>
            <p:cNvSpPr/>
            <p:nvPr/>
          </p:nvSpPr>
          <p:spPr>
            <a:xfrm>
              <a:off x="29179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69" name="타원 7768">
              <a:extLst>
                <a:ext uri="{FF2B5EF4-FFF2-40B4-BE49-F238E27FC236}">
                  <a16:creationId xmlns:a16="http://schemas.microsoft.com/office/drawing/2014/main" id="{8251AFD4-9D00-43E9-8462-EB102F331599}"/>
                </a:ext>
              </a:extLst>
            </p:cNvPr>
            <p:cNvSpPr/>
            <p:nvPr/>
          </p:nvSpPr>
          <p:spPr>
            <a:xfrm>
              <a:off x="30703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0" name="타원 7769">
              <a:extLst>
                <a:ext uri="{FF2B5EF4-FFF2-40B4-BE49-F238E27FC236}">
                  <a16:creationId xmlns:a16="http://schemas.microsoft.com/office/drawing/2014/main" id="{74AE40F8-8252-4CDE-9B04-788A4A200A0A}"/>
                </a:ext>
              </a:extLst>
            </p:cNvPr>
            <p:cNvSpPr/>
            <p:nvPr/>
          </p:nvSpPr>
          <p:spPr>
            <a:xfrm>
              <a:off x="32227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1" name="타원 7770">
              <a:extLst>
                <a:ext uri="{FF2B5EF4-FFF2-40B4-BE49-F238E27FC236}">
                  <a16:creationId xmlns:a16="http://schemas.microsoft.com/office/drawing/2014/main" id="{30162331-43CB-4404-AD10-AE085BDDE393}"/>
                </a:ext>
              </a:extLst>
            </p:cNvPr>
            <p:cNvSpPr/>
            <p:nvPr/>
          </p:nvSpPr>
          <p:spPr>
            <a:xfrm>
              <a:off x="33751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2" name="타원 7771">
              <a:extLst>
                <a:ext uri="{FF2B5EF4-FFF2-40B4-BE49-F238E27FC236}">
                  <a16:creationId xmlns:a16="http://schemas.microsoft.com/office/drawing/2014/main" id="{37C68A3F-3849-42A0-931E-D6D7C90B682F}"/>
                </a:ext>
              </a:extLst>
            </p:cNvPr>
            <p:cNvSpPr/>
            <p:nvPr/>
          </p:nvSpPr>
          <p:spPr>
            <a:xfrm>
              <a:off x="35275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3" name="타원 7772">
              <a:extLst>
                <a:ext uri="{FF2B5EF4-FFF2-40B4-BE49-F238E27FC236}">
                  <a16:creationId xmlns:a16="http://schemas.microsoft.com/office/drawing/2014/main" id="{BC1DECB3-299B-4EEF-8AF6-CB2B95A74E98}"/>
                </a:ext>
              </a:extLst>
            </p:cNvPr>
            <p:cNvSpPr/>
            <p:nvPr/>
          </p:nvSpPr>
          <p:spPr>
            <a:xfrm>
              <a:off x="36799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4" name="타원 7773">
              <a:extLst>
                <a:ext uri="{FF2B5EF4-FFF2-40B4-BE49-F238E27FC236}">
                  <a16:creationId xmlns:a16="http://schemas.microsoft.com/office/drawing/2014/main" id="{79C2469A-5347-4AEE-B6E0-96BCD6E5F314}"/>
                </a:ext>
              </a:extLst>
            </p:cNvPr>
            <p:cNvSpPr/>
            <p:nvPr/>
          </p:nvSpPr>
          <p:spPr>
            <a:xfrm>
              <a:off x="38323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5" name="타원 7774">
              <a:extLst>
                <a:ext uri="{FF2B5EF4-FFF2-40B4-BE49-F238E27FC236}">
                  <a16:creationId xmlns:a16="http://schemas.microsoft.com/office/drawing/2014/main" id="{EBE97B13-8C85-4C09-B471-3FE71BBC13AE}"/>
                </a:ext>
              </a:extLst>
            </p:cNvPr>
            <p:cNvSpPr/>
            <p:nvPr/>
          </p:nvSpPr>
          <p:spPr>
            <a:xfrm>
              <a:off x="39847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6" name="타원 7775">
              <a:extLst>
                <a:ext uri="{FF2B5EF4-FFF2-40B4-BE49-F238E27FC236}">
                  <a16:creationId xmlns:a16="http://schemas.microsoft.com/office/drawing/2014/main" id="{0BE07628-EE6E-4DC8-8E31-E6AB7B55BE12}"/>
                </a:ext>
              </a:extLst>
            </p:cNvPr>
            <p:cNvSpPr/>
            <p:nvPr/>
          </p:nvSpPr>
          <p:spPr>
            <a:xfrm>
              <a:off x="41371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7" name="타원 7776">
              <a:extLst>
                <a:ext uri="{FF2B5EF4-FFF2-40B4-BE49-F238E27FC236}">
                  <a16:creationId xmlns:a16="http://schemas.microsoft.com/office/drawing/2014/main" id="{52076808-7D98-44D5-9CA9-F2F3ED0A0CC8}"/>
                </a:ext>
              </a:extLst>
            </p:cNvPr>
            <p:cNvSpPr/>
            <p:nvPr/>
          </p:nvSpPr>
          <p:spPr>
            <a:xfrm>
              <a:off x="42895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8" name="타원 7777">
              <a:extLst>
                <a:ext uri="{FF2B5EF4-FFF2-40B4-BE49-F238E27FC236}">
                  <a16:creationId xmlns:a16="http://schemas.microsoft.com/office/drawing/2014/main" id="{E8C1952B-760A-42FB-A8DE-32A8574001A9}"/>
                </a:ext>
              </a:extLst>
            </p:cNvPr>
            <p:cNvSpPr/>
            <p:nvPr/>
          </p:nvSpPr>
          <p:spPr>
            <a:xfrm>
              <a:off x="44419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79" name="타원 7778">
              <a:extLst>
                <a:ext uri="{FF2B5EF4-FFF2-40B4-BE49-F238E27FC236}">
                  <a16:creationId xmlns:a16="http://schemas.microsoft.com/office/drawing/2014/main" id="{D84FA3E7-FDC1-4260-8A8A-7B097C3A340A}"/>
                </a:ext>
              </a:extLst>
            </p:cNvPr>
            <p:cNvSpPr/>
            <p:nvPr/>
          </p:nvSpPr>
          <p:spPr>
            <a:xfrm>
              <a:off x="45943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0" name="타원 7779">
              <a:extLst>
                <a:ext uri="{FF2B5EF4-FFF2-40B4-BE49-F238E27FC236}">
                  <a16:creationId xmlns:a16="http://schemas.microsoft.com/office/drawing/2014/main" id="{7F909576-FDAB-458F-BD82-6B3F24639AEA}"/>
                </a:ext>
              </a:extLst>
            </p:cNvPr>
            <p:cNvSpPr/>
            <p:nvPr/>
          </p:nvSpPr>
          <p:spPr>
            <a:xfrm>
              <a:off x="47467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1" name="타원 7780">
              <a:extLst>
                <a:ext uri="{FF2B5EF4-FFF2-40B4-BE49-F238E27FC236}">
                  <a16:creationId xmlns:a16="http://schemas.microsoft.com/office/drawing/2014/main" id="{2FA7D5F3-47E9-42BC-9FC3-E2A438925BAF}"/>
                </a:ext>
              </a:extLst>
            </p:cNvPr>
            <p:cNvSpPr/>
            <p:nvPr/>
          </p:nvSpPr>
          <p:spPr>
            <a:xfrm>
              <a:off x="48991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2" name="타원 7781">
              <a:extLst>
                <a:ext uri="{FF2B5EF4-FFF2-40B4-BE49-F238E27FC236}">
                  <a16:creationId xmlns:a16="http://schemas.microsoft.com/office/drawing/2014/main" id="{059AD054-DD41-4885-83B4-8E45DB85939D}"/>
                </a:ext>
              </a:extLst>
            </p:cNvPr>
            <p:cNvSpPr/>
            <p:nvPr/>
          </p:nvSpPr>
          <p:spPr>
            <a:xfrm>
              <a:off x="50515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3" name="타원 7782">
              <a:extLst>
                <a:ext uri="{FF2B5EF4-FFF2-40B4-BE49-F238E27FC236}">
                  <a16:creationId xmlns:a16="http://schemas.microsoft.com/office/drawing/2014/main" id="{FACEFB1A-E66E-46A2-9585-6BE63EF90F4B}"/>
                </a:ext>
              </a:extLst>
            </p:cNvPr>
            <p:cNvSpPr/>
            <p:nvPr/>
          </p:nvSpPr>
          <p:spPr>
            <a:xfrm>
              <a:off x="52039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4" name="타원 7783">
              <a:extLst>
                <a:ext uri="{FF2B5EF4-FFF2-40B4-BE49-F238E27FC236}">
                  <a16:creationId xmlns:a16="http://schemas.microsoft.com/office/drawing/2014/main" id="{75C16CB5-D7C8-413E-8E88-323B80AD474F}"/>
                </a:ext>
              </a:extLst>
            </p:cNvPr>
            <p:cNvSpPr/>
            <p:nvPr/>
          </p:nvSpPr>
          <p:spPr>
            <a:xfrm>
              <a:off x="53563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5" name="타원 7784">
              <a:extLst>
                <a:ext uri="{FF2B5EF4-FFF2-40B4-BE49-F238E27FC236}">
                  <a16:creationId xmlns:a16="http://schemas.microsoft.com/office/drawing/2014/main" id="{95CD3C18-6A4D-4D02-A508-E7E8C100CDAB}"/>
                </a:ext>
              </a:extLst>
            </p:cNvPr>
            <p:cNvSpPr/>
            <p:nvPr/>
          </p:nvSpPr>
          <p:spPr>
            <a:xfrm>
              <a:off x="55087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6" name="타원 7785">
              <a:extLst>
                <a:ext uri="{FF2B5EF4-FFF2-40B4-BE49-F238E27FC236}">
                  <a16:creationId xmlns:a16="http://schemas.microsoft.com/office/drawing/2014/main" id="{A744BBBA-F632-4910-B8BC-3B71CDA87673}"/>
                </a:ext>
              </a:extLst>
            </p:cNvPr>
            <p:cNvSpPr/>
            <p:nvPr/>
          </p:nvSpPr>
          <p:spPr>
            <a:xfrm>
              <a:off x="56611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7" name="타원 7786">
              <a:extLst>
                <a:ext uri="{FF2B5EF4-FFF2-40B4-BE49-F238E27FC236}">
                  <a16:creationId xmlns:a16="http://schemas.microsoft.com/office/drawing/2014/main" id="{9A1A0BD8-9F7B-4B53-8950-58731C07E412}"/>
                </a:ext>
              </a:extLst>
            </p:cNvPr>
            <p:cNvSpPr/>
            <p:nvPr/>
          </p:nvSpPr>
          <p:spPr>
            <a:xfrm>
              <a:off x="5813576" y="4191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8" name="타원 7787">
              <a:extLst>
                <a:ext uri="{FF2B5EF4-FFF2-40B4-BE49-F238E27FC236}">
                  <a16:creationId xmlns:a16="http://schemas.microsoft.com/office/drawing/2014/main" id="{DF2CD12D-D5FB-4114-B68D-D1FA41B68E91}"/>
                </a:ext>
              </a:extLst>
            </p:cNvPr>
            <p:cNvSpPr/>
            <p:nvPr/>
          </p:nvSpPr>
          <p:spPr>
            <a:xfrm>
              <a:off x="3271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89" name="타원 7788">
              <a:extLst>
                <a:ext uri="{FF2B5EF4-FFF2-40B4-BE49-F238E27FC236}">
                  <a16:creationId xmlns:a16="http://schemas.microsoft.com/office/drawing/2014/main" id="{AB18520A-0270-448B-8E39-BDA8DE221C8D}"/>
                </a:ext>
              </a:extLst>
            </p:cNvPr>
            <p:cNvSpPr/>
            <p:nvPr/>
          </p:nvSpPr>
          <p:spPr>
            <a:xfrm>
              <a:off x="4795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0" name="타원 7789">
              <a:extLst>
                <a:ext uri="{FF2B5EF4-FFF2-40B4-BE49-F238E27FC236}">
                  <a16:creationId xmlns:a16="http://schemas.microsoft.com/office/drawing/2014/main" id="{35F2E62F-7694-4FB2-895F-52D88461F823}"/>
                </a:ext>
              </a:extLst>
            </p:cNvPr>
            <p:cNvSpPr/>
            <p:nvPr/>
          </p:nvSpPr>
          <p:spPr>
            <a:xfrm>
              <a:off x="6319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1" name="타원 7790">
              <a:extLst>
                <a:ext uri="{FF2B5EF4-FFF2-40B4-BE49-F238E27FC236}">
                  <a16:creationId xmlns:a16="http://schemas.microsoft.com/office/drawing/2014/main" id="{B8C06217-331A-4BF1-9EA7-8937FDD6A320}"/>
                </a:ext>
              </a:extLst>
            </p:cNvPr>
            <p:cNvSpPr/>
            <p:nvPr/>
          </p:nvSpPr>
          <p:spPr>
            <a:xfrm>
              <a:off x="7843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2" name="타원 7791">
              <a:extLst>
                <a:ext uri="{FF2B5EF4-FFF2-40B4-BE49-F238E27FC236}">
                  <a16:creationId xmlns:a16="http://schemas.microsoft.com/office/drawing/2014/main" id="{1DEB91DE-5601-4A95-BF4C-F978E2652FCC}"/>
                </a:ext>
              </a:extLst>
            </p:cNvPr>
            <p:cNvSpPr/>
            <p:nvPr/>
          </p:nvSpPr>
          <p:spPr>
            <a:xfrm>
              <a:off x="9367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3" name="타원 7792">
              <a:extLst>
                <a:ext uri="{FF2B5EF4-FFF2-40B4-BE49-F238E27FC236}">
                  <a16:creationId xmlns:a16="http://schemas.microsoft.com/office/drawing/2014/main" id="{12C86106-8336-4813-A569-DBD0EFC3CFA1}"/>
                </a:ext>
              </a:extLst>
            </p:cNvPr>
            <p:cNvSpPr/>
            <p:nvPr/>
          </p:nvSpPr>
          <p:spPr>
            <a:xfrm>
              <a:off x="10891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4" name="타원 7793">
              <a:extLst>
                <a:ext uri="{FF2B5EF4-FFF2-40B4-BE49-F238E27FC236}">
                  <a16:creationId xmlns:a16="http://schemas.microsoft.com/office/drawing/2014/main" id="{18F7EA56-C8E9-4700-B1C6-07B11731FD85}"/>
                </a:ext>
              </a:extLst>
            </p:cNvPr>
            <p:cNvSpPr/>
            <p:nvPr/>
          </p:nvSpPr>
          <p:spPr>
            <a:xfrm>
              <a:off x="12415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5" name="타원 7794">
              <a:extLst>
                <a:ext uri="{FF2B5EF4-FFF2-40B4-BE49-F238E27FC236}">
                  <a16:creationId xmlns:a16="http://schemas.microsoft.com/office/drawing/2014/main" id="{2FA0F6B8-C6E7-4D92-BBBD-BD8C0E2E2118}"/>
                </a:ext>
              </a:extLst>
            </p:cNvPr>
            <p:cNvSpPr/>
            <p:nvPr/>
          </p:nvSpPr>
          <p:spPr>
            <a:xfrm>
              <a:off x="13939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6" name="타원 7795">
              <a:extLst>
                <a:ext uri="{FF2B5EF4-FFF2-40B4-BE49-F238E27FC236}">
                  <a16:creationId xmlns:a16="http://schemas.microsoft.com/office/drawing/2014/main" id="{E15BDBBB-C81E-4CDF-929D-7301D84A3C40}"/>
                </a:ext>
              </a:extLst>
            </p:cNvPr>
            <p:cNvSpPr/>
            <p:nvPr/>
          </p:nvSpPr>
          <p:spPr>
            <a:xfrm>
              <a:off x="15463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7" name="타원 7796">
              <a:extLst>
                <a:ext uri="{FF2B5EF4-FFF2-40B4-BE49-F238E27FC236}">
                  <a16:creationId xmlns:a16="http://schemas.microsoft.com/office/drawing/2014/main" id="{29EF1764-EF66-4847-AC6B-FDFF2892ECA9}"/>
                </a:ext>
              </a:extLst>
            </p:cNvPr>
            <p:cNvSpPr/>
            <p:nvPr/>
          </p:nvSpPr>
          <p:spPr>
            <a:xfrm>
              <a:off x="16987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8" name="타원 7797">
              <a:extLst>
                <a:ext uri="{FF2B5EF4-FFF2-40B4-BE49-F238E27FC236}">
                  <a16:creationId xmlns:a16="http://schemas.microsoft.com/office/drawing/2014/main" id="{96B203F7-5CE3-4790-9EE5-880710B92E9F}"/>
                </a:ext>
              </a:extLst>
            </p:cNvPr>
            <p:cNvSpPr/>
            <p:nvPr/>
          </p:nvSpPr>
          <p:spPr>
            <a:xfrm>
              <a:off x="18511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99" name="타원 7798">
              <a:extLst>
                <a:ext uri="{FF2B5EF4-FFF2-40B4-BE49-F238E27FC236}">
                  <a16:creationId xmlns:a16="http://schemas.microsoft.com/office/drawing/2014/main" id="{24017B0F-8AB3-4606-BF27-242EF92EB9EC}"/>
                </a:ext>
              </a:extLst>
            </p:cNvPr>
            <p:cNvSpPr/>
            <p:nvPr/>
          </p:nvSpPr>
          <p:spPr>
            <a:xfrm>
              <a:off x="20035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0" name="타원 7799">
              <a:extLst>
                <a:ext uri="{FF2B5EF4-FFF2-40B4-BE49-F238E27FC236}">
                  <a16:creationId xmlns:a16="http://schemas.microsoft.com/office/drawing/2014/main" id="{3FE76E27-DC30-4615-AC16-B06877F42F78}"/>
                </a:ext>
              </a:extLst>
            </p:cNvPr>
            <p:cNvSpPr/>
            <p:nvPr/>
          </p:nvSpPr>
          <p:spPr>
            <a:xfrm>
              <a:off x="21559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1" name="타원 7800">
              <a:extLst>
                <a:ext uri="{FF2B5EF4-FFF2-40B4-BE49-F238E27FC236}">
                  <a16:creationId xmlns:a16="http://schemas.microsoft.com/office/drawing/2014/main" id="{3E59B4D0-D0D7-436B-9917-FB422232C000}"/>
                </a:ext>
              </a:extLst>
            </p:cNvPr>
            <p:cNvSpPr/>
            <p:nvPr/>
          </p:nvSpPr>
          <p:spPr>
            <a:xfrm>
              <a:off x="23083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2" name="타원 7801">
              <a:extLst>
                <a:ext uri="{FF2B5EF4-FFF2-40B4-BE49-F238E27FC236}">
                  <a16:creationId xmlns:a16="http://schemas.microsoft.com/office/drawing/2014/main" id="{0869D8F7-D435-4943-ACE7-6D6FFFC00CBC}"/>
                </a:ext>
              </a:extLst>
            </p:cNvPr>
            <p:cNvSpPr/>
            <p:nvPr/>
          </p:nvSpPr>
          <p:spPr>
            <a:xfrm>
              <a:off x="24607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3" name="타원 7802">
              <a:extLst>
                <a:ext uri="{FF2B5EF4-FFF2-40B4-BE49-F238E27FC236}">
                  <a16:creationId xmlns:a16="http://schemas.microsoft.com/office/drawing/2014/main" id="{12B03E91-6007-4C29-9170-E7FDA75A2CD9}"/>
                </a:ext>
              </a:extLst>
            </p:cNvPr>
            <p:cNvSpPr/>
            <p:nvPr/>
          </p:nvSpPr>
          <p:spPr>
            <a:xfrm>
              <a:off x="26131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4" name="타원 7803">
              <a:extLst>
                <a:ext uri="{FF2B5EF4-FFF2-40B4-BE49-F238E27FC236}">
                  <a16:creationId xmlns:a16="http://schemas.microsoft.com/office/drawing/2014/main" id="{3BABA66F-E3FC-408F-A122-F16824596D05}"/>
                </a:ext>
              </a:extLst>
            </p:cNvPr>
            <p:cNvSpPr/>
            <p:nvPr/>
          </p:nvSpPr>
          <p:spPr>
            <a:xfrm>
              <a:off x="27655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5" name="타원 7804">
              <a:extLst>
                <a:ext uri="{FF2B5EF4-FFF2-40B4-BE49-F238E27FC236}">
                  <a16:creationId xmlns:a16="http://schemas.microsoft.com/office/drawing/2014/main" id="{B0E7679E-1DF0-478F-A8BB-F39781558D08}"/>
                </a:ext>
              </a:extLst>
            </p:cNvPr>
            <p:cNvSpPr/>
            <p:nvPr/>
          </p:nvSpPr>
          <p:spPr>
            <a:xfrm>
              <a:off x="29179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6" name="타원 7805">
              <a:extLst>
                <a:ext uri="{FF2B5EF4-FFF2-40B4-BE49-F238E27FC236}">
                  <a16:creationId xmlns:a16="http://schemas.microsoft.com/office/drawing/2014/main" id="{516CF1DE-1CAB-4952-83D3-FA330C829460}"/>
                </a:ext>
              </a:extLst>
            </p:cNvPr>
            <p:cNvSpPr/>
            <p:nvPr/>
          </p:nvSpPr>
          <p:spPr>
            <a:xfrm>
              <a:off x="30703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7" name="타원 7806">
              <a:extLst>
                <a:ext uri="{FF2B5EF4-FFF2-40B4-BE49-F238E27FC236}">
                  <a16:creationId xmlns:a16="http://schemas.microsoft.com/office/drawing/2014/main" id="{BC74DAA1-55DE-4C1C-A8EA-5080A056F41C}"/>
                </a:ext>
              </a:extLst>
            </p:cNvPr>
            <p:cNvSpPr/>
            <p:nvPr/>
          </p:nvSpPr>
          <p:spPr>
            <a:xfrm>
              <a:off x="32227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8" name="타원 7807">
              <a:extLst>
                <a:ext uri="{FF2B5EF4-FFF2-40B4-BE49-F238E27FC236}">
                  <a16:creationId xmlns:a16="http://schemas.microsoft.com/office/drawing/2014/main" id="{D884B1AC-F4F1-49E9-8D06-05243AC8CC16}"/>
                </a:ext>
              </a:extLst>
            </p:cNvPr>
            <p:cNvSpPr/>
            <p:nvPr/>
          </p:nvSpPr>
          <p:spPr>
            <a:xfrm>
              <a:off x="33751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09" name="타원 7808">
              <a:extLst>
                <a:ext uri="{FF2B5EF4-FFF2-40B4-BE49-F238E27FC236}">
                  <a16:creationId xmlns:a16="http://schemas.microsoft.com/office/drawing/2014/main" id="{17DF4272-FEF3-4B4C-8C95-886E935EC34D}"/>
                </a:ext>
              </a:extLst>
            </p:cNvPr>
            <p:cNvSpPr/>
            <p:nvPr/>
          </p:nvSpPr>
          <p:spPr>
            <a:xfrm>
              <a:off x="35275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0" name="타원 7809">
              <a:extLst>
                <a:ext uri="{FF2B5EF4-FFF2-40B4-BE49-F238E27FC236}">
                  <a16:creationId xmlns:a16="http://schemas.microsoft.com/office/drawing/2014/main" id="{8D34ACFB-59E2-4A23-8685-EBB4F1F717B4}"/>
                </a:ext>
              </a:extLst>
            </p:cNvPr>
            <p:cNvSpPr/>
            <p:nvPr/>
          </p:nvSpPr>
          <p:spPr>
            <a:xfrm>
              <a:off x="36799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1" name="타원 7810">
              <a:extLst>
                <a:ext uri="{FF2B5EF4-FFF2-40B4-BE49-F238E27FC236}">
                  <a16:creationId xmlns:a16="http://schemas.microsoft.com/office/drawing/2014/main" id="{A3BB977B-8B9C-4EB5-9B5B-1794854A563B}"/>
                </a:ext>
              </a:extLst>
            </p:cNvPr>
            <p:cNvSpPr/>
            <p:nvPr/>
          </p:nvSpPr>
          <p:spPr>
            <a:xfrm>
              <a:off x="38323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2" name="타원 7811">
              <a:extLst>
                <a:ext uri="{FF2B5EF4-FFF2-40B4-BE49-F238E27FC236}">
                  <a16:creationId xmlns:a16="http://schemas.microsoft.com/office/drawing/2014/main" id="{A378AFAB-7D43-4EF5-8840-5B7809F5E9B3}"/>
                </a:ext>
              </a:extLst>
            </p:cNvPr>
            <p:cNvSpPr/>
            <p:nvPr/>
          </p:nvSpPr>
          <p:spPr>
            <a:xfrm>
              <a:off x="39847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3" name="타원 7812">
              <a:extLst>
                <a:ext uri="{FF2B5EF4-FFF2-40B4-BE49-F238E27FC236}">
                  <a16:creationId xmlns:a16="http://schemas.microsoft.com/office/drawing/2014/main" id="{8D920006-3DC1-4509-AE5D-603F1BE18A1F}"/>
                </a:ext>
              </a:extLst>
            </p:cNvPr>
            <p:cNvSpPr/>
            <p:nvPr/>
          </p:nvSpPr>
          <p:spPr>
            <a:xfrm>
              <a:off x="41371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4" name="타원 7813">
              <a:extLst>
                <a:ext uri="{FF2B5EF4-FFF2-40B4-BE49-F238E27FC236}">
                  <a16:creationId xmlns:a16="http://schemas.microsoft.com/office/drawing/2014/main" id="{4E7CE970-78BD-459F-B11A-3EAAD96D351F}"/>
                </a:ext>
              </a:extLst>
            </p:cNvPr>
            <p:cNvSpPr/>
            <p:nvPr/>
          </p:nvSpPr>
          <p:spPr>
            <a:xfrm>
              <a:off x="42895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5" name="타원 7814">
              <a:extLst>
                <a:ext uri="{FF2B5EF4-FFF2-40B4-BE49-F238E27FC236}">
                  <a16:creationId xmlns:a16="http://schemas.microsoft.com/office/drawing/2014/main" id="{26159683-037C-4C6A-B1A1-E9442FD815A3}"/>
                </a:ext>
              </a:extLst>
            </p:cNvPr>
            <p:cNvSpPr/>
            <p:nvPr/>
          </p:nvSpPr>
          <p:spPr>
            <a:xfrm>
              <a:off x="44419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6" name="타원 7815">
              <a:extLst>
                <a:ext uri="{FF2B5EF4-FFF2-40B4-BE49-F238E27FC236}">
                  <a16:creationId xmlns:a16="http://schemas.microsoft.com/office/drawing/2014/main" id="{8E54B324-F5A6-4D0A-9D72-55DCFE00849F}"/>
                </a:ext>
              </a:extLst>
            </p:cNvPr>
            <p:cNvSpPr/>
            <p:nvPr/>
          </p:nvSpPr>
          <p:spPr>
            <a:xfrm>
              <a:off x="45943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7" name="타원 7816">
              <a:extLst>
                <a:ext uri="{FF2B5EF4-FFF2-40B4-BE49-F238E27FC236}">
                  <a16:creationId xmlns:a16="http://schemas.microsoft.com/office/drawing/2014/main" id="{4425FA16-83EE-47C7-8D7D-BF61711EDC86}"/>
                </a:ext>
              </a:extLst>
            </p:cNvPr>
            <p:cNvSpPr/>
            <p:nvPr/>
          </p:nvSpPr>
          <p:spPr>
            <a:xfrm>
              <a:off x="47467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8" name="타원 7817">
              <a:extLst>
                <a:ext uri="{FF2B5EF4-FFF2-40B4-BE49-F238E27FC236}">
                  <a16:creationId xmlns:a16="http://schemas.microsoft.com/office/drawing/2014/main" id="{6C4F2457-AFA3-487E-ADE1-F49D74EB41D2}"/>
                </a:ext>
              </a:extLst>
            </p:cNvPr>
            <p:cNvSpPr/>
            <p:nvPr/>
          </p:nvSpPr>
          <p:spPr>
            <a:xfrm>
              <a:off x="48991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19" name="타원 7818">
              <a:extLst>
                <a:ext uri="{FF2B5EF4-FFF2-40B4-BE49-F238E27FC236}">
                  <a16:creationId xmlns:a16="http://schemas.microsoft.com/office/drawing/2014/main" id="{D13063A5-DA30-423E-9C53-DD0EAA1977D1}"/>
                </a:ext>
              </a:extLst>
            </p:cNvPr>
            <p:cNvSpPr/>
            <p:nvPr/>
          </p:nvSpPr>
          <p:spPr>
            <a:xfrm>
              <a:off x="50515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0" name="타원 7819">
              <a:extLst>
                <a:ext uri="{FF2B5EF4-FFF2-40B4-BE49-F238E27FC236}">
                  <a16:creationId xmlns:a16="http://schemas.microsoft.com/office/drawing/2014/main" id="{3FAE6EC1-83DC-40EB-90D7-6D5B79F8EC83}"/>
                </a:ext>
              </a:extLst>
            </p:cNvPr>
            <p:cNvSpPr/>
            <p:nvPr/>
          </p:nvSpPr>
          <p:spPr>
            <a:xfrm>
              <a:off x="52039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1" name="타원 7820">
              <a:extLst>
                <a:ext uri="{FF2B5EF4-FFF2-40B4-BE49-F238E27FC236}">
                  <a16:creationId xmlns:a16="http://schemas.microsoft.com/office/drawing/2014/main" id="{981709BB-883B-44AF-B375-BD0CCB4B2F26}"/>
                </a:ext>
              </a:extLst>
            </p:cNvPr>
            <p:cNvSpPr/>
            <p:nvPr/>
          </p:nvSpPr>
          <p:spPr>
            <a:xfrm>
              <a:off x="53563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2" name="타원 7821">
              <a:extLst>
                <a:ext uri="{FF2B5EF4-FFF2-40B4-BE49-F238E27FC236}">
                  <a16:creationId xmlns:a16="http://schemas.microsoft.com/office/drawing/2014/main" id="{A57AC8A0-B9F8-446D-80B0-DFDC0D1B92B6}"/>
                </a:ext>
              </a:extLst>
            </p:cNvPr>
            <p:cNvSpPr/>
            <p:nvPr/>
          </p:nvSpPr>
          <p:spPr>
            <a:xfrm>
              <a:off x="55087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3" name="타원 7822">
              <a:extLst>
                <a:ext uri="{FF2B5EF4-FFF2-40B4-BE49-F238E27FC236}">
                  <a16:creationId xmlns:a16="http://schemas.microsoft.com/office/drawing/2014/main" id="{4657B05C-C6AB-42A1-B067-70EFB6909C26}"/>
                </a:ext>
              </a:extLst>
            </p:cNvPr>
            <p:cNvSpPr/>
            <p:nvPr/>
          </p:nvSpPr>
          <p:spPr>
            <a:xfrm>
              <a:off x="56611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4" name="타원 7823">
              <a:extLst>
                <a:ext uri="{FF2B5EF4-FFF2-40B4-BE49-F238E27FC236}">
                  <a16:creationId xmlns:a16="http://schemas.microsoft.com/office/drawing/2014/main" id="{743FC32A-85D8-4F83-9706-5267B605B06C}"/>
                </a:ext>
              </a:extLst>
            </p:cNvPr>
            <p:cNvSpPr/>
            <p:nvPr/>
          </p:nvSpPr>
          <p:spPr>
            <a:xfrm>
              <a:off x="5813576" y="4343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5" name="타원 7824">
              <a:extLst>
                <a:ext uri="{FF2B5EF4-FFF2-40B4-BE49-F238E27FC236}">
                  <a16:creationId xmlns:a16="http://schemas.microsoft.com/office/drawing/2014/main" id="{E185B8DB-1A90-4ED9-9E65-0E3FD91D071D}"/>
                </a:ext>
              </a:extLst>
            </p:cNvPr>
            <p:cNvSpPr/>
            <p:nvPr/>
          </p:nvSpPr>
          <p:spPr>
            <a:xfrm>
              <a:off x="3271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6" name="타원 7825">
              <a:extLst>
                <a:ext uri="{FF2B5EF4-FFF2-40B4-BE49-F238E27FC236}">
                  <a16:creationId xmlns:a16="http://schemas.microsoft.com/office/drawing/2014/main" id="{302439C6-91EA-4710-B180-A7328D8869E3}"/>
                </a:ext>
              </a:extLst>
            </p:cNvPr>
            <p:cNvSpPr/>
            <p:nvPr/>
          </p:nvSpPr>
          <p:spPr>
            <a:xfrm>
              <a:off x="4795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7" name="타원 7826">
              <a:extLst>
                <a:ext uri="{FF2B5EF4-FFF2-40B4-BE49-F238E27FC236}">
                  <a16:creationId xmlns:a16="http://schemas.microsoft.com/office/drawing/2014/main" id="{B6814663-FE71-464F-89C2-7FF0BBB3D550}"/>
                </a:ext>
              </a:extLst>
            </p:cNvPr>
            <p:cNvSpPr/>
            <p:nvPr/>
          </p:nvSpPr>
          <p:spPr>
            <a:xfrm>
              <a:off x="6319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8" name="타원 7827">
              <a:extLst>
                <a:ext uri="{FF2B5EF4-FFF2-40B4-BE49-F238E27FC236}">
                  <a16:creationId xmlns:a16="http://schemas.microsoft.com/office/drawing/2014/main" id="{D6286275-8879-4E4A-B66C-96226ECE92CE}"/>
                </a:ext>
              </a:extLst>
            </p:cNvPr>
            <p:cNvSpPr/>
            <p:nvPr/>
          </p:nvSpPr>
          <p:spPr>
            <a:xfrm>
              <a:off x="7843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29" name="타원 7828">
              <a:extLst>
                <a:ext uri="{FF2B5EF4-FFF2-40B4-BE49-F238E27FC236}">
                  <a16:creationId xmlns:a16="http://schemas.microsoft.com/office/drawing/2014/main" id="{D1AD112A-E822-4596-89CA-F7A31A1449FB}"/>
                </a:ext>
              </a:extLst>
            </p:cNvPr>
            <p:cNvSpPr/>
            <p:nvPr/>
          </p:nvSpPr>
          <p:spPr>
            <a:xfrm>
              <a:off x="9367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0" name="타원 7829">
              <a:extLst>
                <a:ext uri="{FF2B5EF4-FFF2-40B4-BE49-F238E27FC236}">
                  <a16:creationId xmlns:a16="http://schemas.microsoft.com/office/drawing/2014/main" id="{AB17A5EF-4A90-4FDE-B0DA-1949BAB118E6}"/>
                </a:ext>
              </a:extLst>
            </p:cNvPr>
            <p:cNvSpPr/>
            <p:nvPr/>
          </p:nvSpPr>
          <p:spPr>
            <a:xfrm>
              <a:off x="10891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1" name="타원 7830">
              <a:extLst>
                <a:ext uri="{FF2B5EF4-FFF2-40B4-BE49-F238E27FC236}">
                  <a16:creationId xmlns:a16="http://schemas.microsoft.com/office/drawing/2014/main" id="{2025EB78-3B1A-4543-8420-3F703FFC238B}"/>
                </a:ext>
              </a:extLst>
            </p:cNvPr>
            <p:cNvSpPr/>
            <p:nvPr/>
          </p:nvSpPr>
          <p:spPr>
            <a:xfrm>
              <a:off x="12415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2" name="타원 7831">
              <a:extLst>
                <a:ext uri="{FF2B5EF4-FFF2-40B4-BE49-F238E27FC236}">
                  <a16:creationId xmlns:a16="http://schemas.microsoft.com/office/drawing/2014/main" id="{9094DF6A-7D3E-4295-A295-7A2B7B877861}"/>
                </a:ext>
              </a:extLst>
            </p:cNvPr>
            <p:cNvSpPr/>
            <p:nvPr/>
          </p:nvSpPr>
          <p:spPr>
            <a:xfrm>
              <a:off x="13939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3" name="타원 7832">
              <a:extLst>
                <a:ext uri="{FF2B5EF4-FFF2-40B4-BE49-F238E27FC236}">
                  <a16:creationId xmlns:a16="http://schemas.microsoft.com/office/drawing/2014/main" id="{FCBDE2BD-A33B-4F84-9E75-5D0AC1BA9B04}"/>
                </a:ext>
              </a:extLst>
            </p:cNvPr>
            <p:cNvSpPr/>
            <p:nvPr/>
          </p:nvSpPr>
          <p:spPr>
            <a:xfrm>
              <a:off x="15463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4" name="타원 7833">
              <a:extLst>
                <a:ext uri="{FF2B5EF4-FFF2-40B4-BE49-F238E27FC236}">
                  <a16:creationId xmlns:a16="http://schemas.microsoft.com/office/drawing/2014/main" id="{755AA02D-9E32-4C0C-B984-8139829B3E00}"/>
                </a:ext>
              </a:extLst>
            </p:cNvPr>
            <p:cNvSpPr/>
            <p:nvPr/>
          </p:nvSpPr>
          <p:spPr>
            <a:xfrm>
              <a:off x="16987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5" name="타원 7834">
              <a:extLst>
                <a:ext uri="{FF2B5EF4-FFF2-40B4-BE49-F238E27FC236}">
                  <a16:creationId xmlns:a16="http://schemas.microsoft.com/office/drawing/2014/main" id="{DC4D5611-BFF9-4E25-89F4-1CCA727DF3F5}"/>
                </a:ext>
              </a:extLst>
            </p:cNvPr>
            <p:cNvSpPr/>
            <p:nvPr/>
          </p:nvSpPr>
          <p:spPr>
            <a:xfrm>
              <a:off x="18511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6" name="타원 7835">
              <a:extLst>
                <a:ext uri="{FF2B5EF4-FFF2-40B4-BE49-F238E27FC236}">
                  <a16:creationId xmlns:a16="http://schemas.microsoft.com/office/drawing/2014/main" id="{98204F32-0287-4AAC-8811-A05F3A3C6D5B}"/>
                </a:ext>
              </a:extLst>
            </p:cNvPr>
            <p:cNvSpPr/>
            <p:nvPr/>
          </p:nvSpPr>
          <p:spPr>
            <a:xfrm>
              <a:off x="20035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7" name="타원 7836">
              <a:extLst>
                <a:ext uri="{FF2B5EF4-FFF2-40B4-BE49-F238E27FC236}">
                  <a16:creationId xmlns:a16="http://schemas.microsoft.com/office/drawing/2014/main" id="{71280DDF-7DAC-44DB-BC8D-022A36B4E5AD}"/>
                </a:ext>
              </a:extLst>
            </p:cNvPr>
            <p:cNvSpPr/>
            <p:nvPr/>
          </p:nvSpPr>
          <p:spPr>
            <a:xfrm>
              <a:off x="21559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8" name="타원 7837">
              <a:extLst>
                <a:ext uri="{FF2B5EF4-FFF2-40B4-BE49-F238E27FC236}">
                  <a16:creationId xmlns:a16="http://schemas.microsoft.com/office/drawing/2014/main" id="{3BED7B14-A4C6-4516-9795-36629B20EB19}"/>
                </a:ext>
              </a:extLst>
            </p:cNvPr>
            <p:cNvSpPr/>
            <p:nvPr/>
          </p:nvSpPr>
          <p:spPr>
            <a:xfrm>
              <a:off x="23083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39" name="타원 7838">
              <a:extLst>
                <a:ext uri="{FF2B5EF4-FFF2-40B4-BE49-F238E27FC236}">
                  <a16:creationId xmlns:a16="http://schemas.microsoft.com/office/drawing/2014/main" id="{44D3884F-F1C5-4AFA-8BCC-C29C3E04EE36}"/>
                </a:ext>
              </a:extLst>
            </p:cNvPr>
            <p:cNvSpPr/>
            <p:nvPr/>
          </p:nvSpPr>
          <p:spPr>
            <a:xfrm>
              <a:off x="24607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0" name="타원 7839">
              <a:extLst>
                <a:ext uri="{FF2B5EF4-FFF2-40B4-BE49-F238E27FC236}">
                  <a16:creationId xmlns:a16="http://schemas.microsoft.com/office/drawing/2014/main" id="{843EC392-15E2-4505-8942-5511F74B6F9E}"/>
                </a:ext>
              </a:extLst>
            </p:cNvPr>
            <p:cNvSpPr/>
            <p:nvPr/>
          </p:nvSpPr>
          <p:spPr>
            <a:xfrm>
              <a:off x="26131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1" name="타원 7840">
              <a:extLst>
                <a:ext uri="{FF2B5EF4-FFF2-40B4-BE49-F238E27FC236}">
                  <a16:creationId xmlns:a16="http://schemas.microsoft.com/office/drawing/2014/main" id="{D5D90568-9F41-40D5-A3E7-6C05E1017816}"/>
                </a:ext>
              </a:extLst>
            </p:cNvPr>
            <p:cNvSpPr/>
            <p:nvPr/>
          </p:nvSpPr>
          <p:spPr>
            <a:xfrm>
              <a:off x="27655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2" name="타원 7841">
              <a:extLst>
                <a:ext uri="{FF2B5EF4-FFF2-40B4-BE49-F238E27FC236}">
                  <a16:creationId xmlns:a16="http://schemas.microsoft.com/office/drawing/2014/main" id="{F13A0F41-B155-44C1-ADA9-F5D076A33082}"/>
                </a:ext>
              </a:extLst>
            </p:cNvPr>
            <p:cNvSpPr/>
            <p:nvPr/>
          </p:nvSpPr>
          <p:spPr>
            <a:xfrm>
              <a:off x="29179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3" name="타원 7842">
              <a:extLst>
                <a:ext uri="{FF2B5EF4-FFF2-40B4-BE49-F238E27FC236}">
                  <a16:creationId xmlns:a16="http://schemas.microsoft.com/office/drawing/2014/main" id="{BEEBD691-83FB-458F-BF1E-9AEDDCCA7339}"/>
                </a:ext>
              </a:extLst>
            </p:cNvPr>
            <p:cNvSpPr/>
            <p:nvPr/>
          </p:nvSpPr>
          <p:spPr>
            <a:xfrm>
              <a:off x="30703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4" name="타원 7843">
              <a:extLst>
                <a:ext uri="{FF2B5EF4-FFF2-40B4-BE49-F238E27FC236}">
                  <a16:creationId xmlns:a16="http://schemas.microsoft.com/office/drawing/2014/main" id="{93C7E0F7-D6B9-4723-8C22-36993AC3B2D2}"/>
                </a:ext>
              </a:extLst>
            </p:cNvPr>
            <p:cNvSpPr/>
            <p:nvPr/>
          </p:nvSpPr>
          <p:spPr>
            <a:xfrm>
              <a:off x="32227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5" name="타원 7844">
              <a:extLst>
                <a:ext uri="{FF2B5EF4-FFF2-40B4-BE49-F238E27FC236}">
                  <a16:creationId xmlns:a16="http://schemas.microsoft.com/office/drawing/2014/main" id="{45914A5E-25DF-459A-95A4-DF34A3CD6CF8}"/>
                </a:ext>
              </a:extLst>
            </p:cNvPr>
            <p:cNvSpPr/>
            <p:nvPr/>
          </p:nvSpPr>
          <p:spPr>
            <a:xfrm>
              <a:off x="33751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6" name="타원 7845">
              <a:extLst>
                <a:ext uri="{FF2B5EF4-FFF2-40B4-BE49-F238E27FC236}">
                  <a16:creationId xmlns:a16="http://schemas.microsoft.com/office/drawing/2014/main" id="{5BF00869-2CB9-466D-A07E-F4EBB80C0695}"/>
                </a:ext>
              </a:extLst>
            </p:cNvPr>
            <p:cNvSpPr/>
            <p:nvPr/>
          </p:nvSpPr>
          <p:spPr>
            <a:xfrm>
              <a:off x="35275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7" name="타원 7846">
              <a:extLst>
                <a:ext uri="{FF2B5EF4-FFF2-40B4-BE49-F238E27FC236}">
                  <a16:creationId xmlns:a16="http://schemas.microsoft.com/office/drawing/2014/main" id="{BE01FE05-FD7A-4FD4-B76C-A2E665C69A06}"/>
                </a:ext>
              </a:extLst>
            </p:cNvPr>
            <p:cNvSpPr/>
            <p:nvPr/>
          </p:nvSpPr>
          <p:spPr>
            <a:xfrm>
              <a:off x="36799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8" name="타원 7847">
              <a:extLst>
                <a:ext uri="{FF2B5EF4-FFF2-40B4-BE49-F238E27FC236}">
                  <a16:creationId xmlns:a16="http://schemas.microsoft.com/office/drawing/2014/main" id="{26AEB8B3-C6BD-4339-B3E4-5EE3B1C3D8B3}"/>
                </a:ext>
              </a:extLst>
            </p:cNvPr>
            <p:cNvSpPr/>
            <p:nvPr/>
          </p:nvSpPr>
          <p:spPr>
            <a:xfrm>
              <a:off x="38323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49" name="타원 7848">
              <a:extLst>
                <a:ext uri="{FF2B5EF4-FFF2-40B4-BE49-F238E27FC236}">
                  <a16:creationId xmlns:a16="http://schemas.microsoft.com/office/drawing/2014/main" id="{94459B3D-4D9D-453D-A118-F18B03DF84A2}"/>
                </a:ext>
              </a:extLst>
            </p:cNvPr>
            <p:cNvSpPr/>
            <p:nvPr/>
          </p:nvSpPr>
          <p:spPr>
            <a:xfrm>
              <a:off x="39847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0" name="타원 7849">
              <a:extLst>
                <a:ext uri="{FF2B5EF4-FFF2-40B4-BE49-F238E27FC236}">
                  <a16:creationId xmlns:a16="http://schemas.microsoft.com/office/drawing/2014/main" id="{FE76A569-AD18-4441-AEEE-9E03EB8FF428}"/>
                </a:ext>
              </a:extLst>
            </p:cNvPr>
            <p:cNvSpPr/>
            <p:nvPr/>
          </p:nvSpPr>
          <p:spPr>
            <a:xfrm>
              <a:off x="41371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1" name="타원 7850">
              <a:extLst>
                <a:ext uri="{FF2B5EF4-FFF2-40B4-BE49-F238E27FC236}">
                  <a16:creationId xmlns:a16="http://schemas.microsoft.com/office/drawing/2014/main" id="{13398FD1-0BC2-4126-AAE3-5CB635D8C577}"/>
                </a:ext>
              </a:extLst>
            </p:cNvPr>
            <p:cNvSpPr/>
            <p:nvPr/>
          </p:nvSpPr>
          <p:spPr>
            <a:xfrm>
              <a:off x="42895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2" name="타원 7851">
              <a:extLst>
                <a:ext uri="{FF2B5EF4-FFF2-40B4-BE49-F238E27FC236}">
                  <a16:creationId xmlns:a16="http://schemas.microsoft.com/office/drawing/2014/main" id="{745297DB-8EC4-46A4-8F2A-7C595E7D6914}"/>
                </a:ext>
              </a:extLst>
            </p:cNvPr>
            <p:cNvSpPr/>
            <p:nvPr/>
          </p:nvSpPr>
          <p:spPr>
            <a:xfrm>
              <a:off x="44419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3" name="타원 7852">
              <a:extLst>
                <a:ext uri="{FF2B5EF4-FFF2-40B4-BE49-F238E27FC236}">
                  <a16:creationId xmlns:a16="http://schemas.microsoft.com/office/drawing/2014/main" id="{F8CC2B09-9CF8-43FE-917C-8F9BEDD0EBE4}"/>
                </a:ext>
              </a:extLst>
            </p:cNvPr>
            <p:cNvSpPr/>
            <p:nvPr/>
          </p:nvSpPr>
          <p:spPr>
            <a:xfrm>
              <a:off x="45943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4" name="타원 7853">
              <a:extLst>
                <a:ext uri="{FF2B5EF4-FFF2-40B4-BE49-F238E27FC236}">
                  <a16:creationId xmlns:a16="http://schemas.microsoft.com/office/drawing/2014/main" id="{F18DF041-2877-45A6-9F1F-531AFCED7025}"/>
                </a:ext>
              </a:extLst>
            </p:cNvPr>
            <p:cNvSpPr/>
            <p:nvPr/>
          </p:nvSpPr>
          <p:spPr>
            <a:xfrm>
              <a:off x="47467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5" name="타원 7854">
              <a:extLst>
                <a:ext uri="{FF2B5EF4-FFF2-40B4-BE49-F238E27FC236}">
                  <a16:creationId xmlns:a16="http://schemas.microsoft.com/office/drawing/2014/main" id="{606053FA-73DA-4B1F-BA50-97721D03762C}"/>
                </a:ext>
              </a:extLst>
            </p:cNvPr>
            <p:cNvSpPr/>
            <p:nvPr/>
          </p:nvSpPr>
          <p:spPr>
            <a:xfrm>
              <a:off x="48991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6" name="타원 7855">
              <a:extLst>
                <a:ext uri="{FF2B5EF4-FFF2-40B4-BE49-F238E27FC236}">
                  <a16:creationId xmlns:a16="http://schemas.microsoft.com/office/drawing/2014/main" id="{1E028E28-25D6-4736-B4E9-76720C110153}"/>
                </a:ext>
              </a:extLst>
            </p:cNvPr>
            <p:cNvSpPr/>
            <p:nvPr/>
          </p:nvSpPr>
          <p:spPr>
            <a:xfrm>
              <a:off x="50515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7" name="타원 7856">
              <a:extLst>
                <a:ext uri="{FF2B5EF4-FFF2-40B4-BE49-F238E27FC236}">
                  <a16:creationId xmlns:a16="http://schemas.microsoft.com/office/drawing/2014/main" id="{5A93E718-6E69-422D-B38E-2BA3A7B49D32}"/>
                </a:ext>
              </a:extLst>
            </p:cNvPr>
            <p:cNvSpPr/>
            <p:nvPr/>
          </p:nvSpPr>
          <p:spPr>
            <a:xfrm>
              <a:off x="52039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8" name="타원 7857">
              <a:extLst>
                <a:ext uri="{FF2B5EF4-FFF2-40B4-BE49-F238E27FC236}">
                  <a16:creationId xmlns:a16="http://schemas.microsoft.com/office/drawing/2014/main" id="{1F5EE7B1-C223-4522-9291-945930F4D8F8}"/>
                </a:ext>
              </a:extLst>
            </p:cNvPr>
            <p:cNvSpPr/>
            <p:nvPr/>
          </p:nvSpPr>
          <p:spPr>
            <a:xfrm>
              <a:off x="53563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59" name="타원 7858">
              <a:extLst>
                <a:ext uri="{FF2B5EF4-FFF2-40B4-BE49-F238E27FC236}">
                  <a16:creationId xmlns:a16="http://schemas.microsoft.com/office/drawing/2014/main" id="{3CBEB9D1-AF9C-4A3B-BA10-77E9D743BC29}"/>
                </a:ext>
              </a:extLst>
            </p:cNvPr>
            <p:cNvSpPr/>
            <p:nvPr/>
          </p:nvSpPr>
          <p:spPr>
            <a:xfrm>
              <a:off x="55087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0" name="타원 7859">
              <a:extLst>
                <a:ext uri="{FF2B5EF4-FFF2-40B4-BE49-F238E27FC236}">
                  <a16:creationId xmlns:a16="http://schemas.microsoft.com/office/drawing/2014/main" id="{FB5504B1-0D4C-471F-A4C4-7928BAC39575}"/>
                </a:ext>
              </a:extLst>
            </p:cNvPr>
            <p:cNvSpPr/>
            <p:nvPr/>
          </p:nvSpPr>
          <p:spPr>
            <a:xfrm>
              <a:off x="56611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1" name="타원 7860">
              <a:extLst>
                <a:ext uri="{FF2B5EF4-FFF2-40B4-BE49-F238E27FC236}">
                  <a16:creationId xmlns:a16="http://schemas.microsoft.com/office/drawing/2014/main" id="{847599ED-C8FA-46F9-8730-3E7493CAE0B0}"/>
                </a:ext>
              </a:extLst>
            </p:cNvPr>
            <p:cNvSpPr/>
            <p:nvPr/>
          </p:nvSpPr>
          <p:spPr>
            <a:xfrm>
              <a:off x="5813576" y="4495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2" name="타원 7861">
              <a:extLst>
                <a:ext uri="{FF2B5EF4-FFF2-40B4-BE49-F238E27FC236}">
                  <a16:creationId xmlns:a16="http://schemas.microsoft.com/office/drawing/2014/main" id="{7CFE94B2-C8E6-4C7B-84D4-FD2E88285C3B}"/>
                </a:ext>
              </a:extLst>
            </p:cNvPr>
            <p:cNvSpPr/>
            <p:nvPr/>
          </p:nvSpPr>
          <p:spPr>
            <a:xfrm>
              <a:off x="3271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3" name="타원 7862">
              <a:extLst>
                <a:ext uri="{FF2B5EF4-FFF2-40B4-BE49-F238E27FC236}">
                  <a16:creationId xmlns:a16="http://schemas.microsoft.com/office/drawing/2014/main" id="{AE5BB52A-7C11-4425-87C7-BEF190E09545}"/>
                </a:ext>
              </a:extLst>
            </p:cNvPr>
            <p:cNvSpPr/>
            <p:nvPr/>
          </p:nvSpPr>
          <p:spPr>
            <a:xfrm>
              <a:off x="4795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4" name="타원 7863">
              <a:extLst>
                <a:ext uri="{FF2B5EF4-FFF2-40B4-BE49-F238E27FC236}">
                  <a16:creationId xmlns:a16="http://schemas.microsoft.com/office/drawing/2014/main" id="{CFFDA75D-9649-48B4-BABF-C0BD66960380}"/>
                </a:ext>
              </a:extLst>
            </p:cNvPr>
            <p:cNvSpPr/>
            <p:nvPr/>
          </p:nvSpPr>
          <p:spPr>
            <a:xfrm>
              <a:off x="6319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5" name="타원 7864">
              <a:extLst>
                <a:ext uri="{FF2B5EF4-FFF2-40B4-BE49-F238E27FC236}">
                  <a16:creationId xmlns:a16="http://schemas.microsoft.com/office/drawing/2014/main" id="{431E60C2-E2C4-4051-A590-B67A764EA165}"/>
                </a:ext>
              </a:extLst>
            </p:cNvPr>
            <p:cNvSpPr/>
            <p:nvPr/>
          </p:nvSpPr>
          <p:spPr>
            <a:xfrm>
              <a:off x="7843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6" name="타원 7865">
              <a:extLst>
                <a:ext uri="{FF2B5EF4-FFF2-40B4-BE49-F238E27FC236}">
                  <a16:creationId xmlns:a16="http://schemas.microsoft.com/office/drawing/2014/main" id="{3D65DF6C-D40B-4E0D-A3F9-F6E9DA784C48}"/>
                </a:ext>
              </a:extLst>
            </p:cNvPr>
            <p:cNvSpPr/>
            <p:nvPr/>
          </p:nvSpPr>
          <p:spPr>
            <a:xfrm>
              <a:off x="9367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7" name="타원 7866">
              <a:extLst>
                <a:ext uri="{FF2B5EF4-FFF2-40B4-BE49-F238E27FC236}">
                  <a16:creationId xmlns:a16="http://schemas.microsoft.com/office/drawing/2014/main" id="{D64AA909-E435-4809-B86B-376D9861162B}"/>
                </a:ext>
              </a:extLst>
            </p:cNvPr>
            <p:cNvSpPr/>
            <p:nvPr/>
          </p:nvSpPr>
          <p:spPr>
            <a:xfrm>
              <a:off x="10891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8" name="타원 7867">
              <a:extLst>
                <a:ext uri="{FF2B5EF4-FFF2-40B4-BE49-F238E27FC236}">
                  <a16:creationId xmlns:a16="http://schemas.microsoft.com/office/drawing/2014/main" id="{C9DE9CD3-2072-4080-960E-87101B829F1A}"/>
                </a:ext>
              </a:extLst>
            </p:cNvPr>
            <p:cNvSpPr/>
            <p:nvPr/>
          </p:nvSpPr>
          <p:spPr>
            <a:xfrm>
              <a:off x="12415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69" name="타원 7868">
              <a:extLst>
                <a:ext uri="{FF2B5EF4-FFF2-40B4-BE49-F238E27FC236}">
                  <a16:creationId xmlns:a16="http://schemas.microsoft.com/office/drawing/2014/main" id="{5C17981E-2CA5-4E2A-87C9-3F4568495ECA}"/>
                </a:ext>
              </a:extLst>
            </p:cNvPr>
            <p:cNvSpPr/>
            <p:nvPr/>
          </p:nvSpPr>
          <p:spPr>
            <a:xfrm>
              <a:off x="13939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0" name="타원 7869">
              <a:extLst>
                <a:ext uri="{FF2B5EF4-FFF2-40B4-BE49-F238E27FC236}">
                  <a16:creationId xmlns:a16="http://schemas.microsoft.com/office/drawing/2014/main" id="{2E8D418B-7631-45CB-ACF8-06D0D3FE12B1}"/>
                </a:ext>
              </a:extLst>
            </p:cNvPr>
            <p:cNvSpPr/>
            <p:nvPr/>
          </p:nvSpPr>
          <p:spPr>
            <a:xfrm>
              <a:off x="15463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1" name="타원 7870">
              <a:extLst>
                <a:ext uri="{FF2B5EF4-FFF2-40B4-BE49-F238E27FC236}">
                  <a16:creationId xmlns:a16="http://schemas.microsoft.com/office/drawing/2014/main" id="{E92A1293-E269-41F6-969E-C755254A8D44}"/>
                </a:ext>
              </a:extLst>
            </p:cNvPr>
            <p:cNvSpPr/>
            <p:nvPr/>
          </p:nvSpPr>
          <p:spPr>
            <a:xfrm>
              <a:off x="16987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2" name="타원 7871">
              <a:extLst>
                <a:ext uri="{FF2B5EF4-FFF2-40B4-BE49-F238E27FC236}">
                  <a16:creationId xmlns:a16="http://schemas.microsoft.com/office/drawing/2014/main" id="{48EC72B3-5DF4-44AF-B062-930487CF1E21}"/>
                </a:ext>
              </a:extLst>
            </p:cNvPr>
            <p:cNvSpPr/>
            <p:nvPr/>
          </p:nvSpPr>
          <p:spPr>
            <a:xfrm>
              <a:off x="18511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3" name="타원 7872">
              <a:extLst>
                <a:ext uri="{FF2B5EF4-FFF2-40B4-BE49-F238E27FC236}">
                  <a16:creationId xmlns:a16="http://schemas.microsoft.com/office/drawing/2014/main" id="{BF2CA831-87AF-48A4-8A05-28A4A53E2A00}"/>
                </a:ext>
              </a:extLst>
            </p:cNvPr>
            <p:cNvSpPr/>
            <p:nvPr/>
          </p:nvSpPr>
          <p:spPr>
            <a:xfrm>
              <a:off x="20035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4" name="타원 7873">
              <a:extLst>
                <a:ext uri="{FF2B5EF4-FFF2-40B4-BE49-F238E27FC236}">
                  <a16:creationId xmlns:a16="http://schemas.microsoft.com/office/drawing/2014/main" id="{5B9CC192-79DF-4D8A-8F59-6F0988836E4B}"/>
                </a:ext>
              </a:extLst>
            </p:cNvPr>
            <p:cNvSpPr/>
            <p:nvPr/>
          </p:nvSpPr>
          <p:spPr>
            <a:xfrm>
              <a:off x="21559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5" name="타원 7874">
              <a:extLst>
                <a:ext uri="{FF2B5EF4-FFF2-40B4-BE49-F238E27FC236}">
                  <a16:creationId xmlns:a16="http://schemas.microsoft.com/office/drawing/2014/main" id="{8E46E3F3-2DDA-481F-8217-823A696EFC79}"/>
                </a:ext>
              </a:extLst>
            </p:cNvPr>
            <p:cNvSpPr/>
            <p:nvPr/>
          </p:nvSpPr>
          <p:spPr>
            <a:xfrm>
              <a:off x="23083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6" name="타원 7875">
              <a:extLst>
                <a:ext uri="{FF2B5EF4-FFF2-40B4-BE49-F238E27FC236}">
                  <a16:creationId xmlns:a16="http://schemas.microsoft.com/office/drawing/2014/main" id="{6A3BCF84-8105-4939-B3D2-7C98C319B3B9}"/>
                </a:ext>
              </a:extLst>
            </p:cNvPr>
            <p:cNvSpPr/>
            <p:nvPr/>
          </p:nvSpPr>
          <p:spPr>
            <a:xfrm>
              <a:off x="24607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7" name="타원 7876">
              <a:extLst>
                <a:ext uri="{FF2B5EF4-FFF2-40B4-BE49-F238E27FC236}">
                  <a16:creationId xmlns:a16="http://schemas.microsoft.com/office/drawing/2014/main" id="{B90B4D60-D447-42F9-BCF9-805E61DF4318}"/>
                </a:ext>
              </a:extLst>
            </p:cNvPr>
            <p:cNvSpPr/>
            <p:nvPr/>
          </p:nvSpPr>
          <p:spPr>
            <a:xfrm>
              <a:off x="26131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8" name="타원 7877">
              <a:extLst>
                <a:ext uri="{FF2B5EF4-FFF2-40B4-BE49-F238E27FC236}">
                  <a16:creationId xmlns:a16="http://schemas.microsoft.com/office/drawing/2014/main" id="{B078E4FF-C9EA-45A5-AEF5-E0546A140174}"/>
                </a:ext>
              </a:extLst>
            </p:cNvPr>
            <p:cNvSpPr/>
            <p:nvPr/>
          </p:nvSpPr>
          <p:spPr>
            <a:xfrm>
              <a:off x="27655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79" name="타원 7878">
              <a:extLst>
                <a:ext uri="{FF2B5EF4-FFF2-40B4-BE49-F238E27FC236}">
                  <a16:creationId xmlns:a16="http://schemas.microsoft.com/office/drawing/2014/main" id="{E0D99605-A982-4715-80D0-4DDC9DD39F7A}"/>
                </a:ext>
              </a:extLst>
            </p:cNvPr>
            <p:cNvSpPr/>
            <p:nvPr/>
          </p:nvSpPr>
          <p:spPr>
            <a:xfrm>
              <a:off x="29179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0" name="타원 7879">
              <a:extLst>
                <a:ext uri="{FF2B5EF4-FFF2-40B4-BE49-F238E27FC236}">
                  <a16:creationId xmlns:a16="http://schemas.microsoft.com/office/drawing/2014/main" id="{34C0DB04-A294-434C-944B-CF03B9526997}"/>
                </a:ext>
              </a:extLst>
            </p:cNvPr>
            <p:cNvSpPr/>
            <p:nvPr/>
          </p:nvSpPr>
          <p:spPr>
            <a:xfrm>
              <a:off x="30703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1" name="타원 7880">
              <a:extLst>
                <a:ext uri="{FF2B5EF4-FFF2-40B4-BE49-F238E27FC236}">
                  <a16:creationId xmlns:a16="http://schemas.microsoft.com/office/drawing/2014/main" id="{292B1C2A-29E2-4985-ADCF-FCDD8247E4D5}"/>
                </a:ext>
              </a:extLst>
            </p:cNvPr>
            <p:cNvSpPr/>
            <p:nvPr/>
          </p:nvSpPr>
          <p:spPr>
            <a:xfrm>
              <a:off x="32227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2" name="타원 7881">
              <a:extLst>
                <a:ext uri="{FF2B5EF4-FFF2-40B4-BE49-F238E27FC236}">
                  <a16:creationId xmlns:a16="http://schemas.microsoft.com/office/drawing/2014/main" id="{760F0FE7-0D30-4658-B696-2484EE9442BF}"/>
                </a:ext>
              </a:extLst>
            </p:cNvPr>
            <p:cNvSpPr/>
            <p:nvPr/>
          </p:nvSpPr>
          <p:spPr>
            <a:xfrm>
              <a:off x="33751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3" name="타원 7882">
              <a:extLst>
                <a:ext uri="{FF2B5EF4-FFF2-40B4-BE49-F238E27FC236}">
                  <a16:creationId xmlns:a16="http://schemas.microsoft.com/office/drawing/2014/main" id="{F42FD6A0-BB3A-457A-A9FB-0ED8B884B102}"/>
                </a:ext>
              </a:extLst>
            </p:cNvPr>
            <p:cNvSpPr/>
            <p:nvPr/>
          </p:nvSpPr>
          <p:spPr>
            <a:xfrm>
              <a:off x="35275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4" name="타원 7883">
              <a:extLst>
                <a:ext uri="{FF2B5EF4-FFF2-40B4-BE49-F238E27FC236}">
                  <a16:creationId xmlns:a16="http://schemas.microsoft.com/office/drawing/2014/main" id="{AF2070ED-0660-466F-A1AB-EB81D48846D6}"/>
                </a:ext>
              </a:extLst>
            </p:cNvPr>
            <p:cNvSpPr/>
            <p:nvPr/>
          </p:nvSpPr>
          <p:spPr>
            <a:xfrm>
              <a:off x="36799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5" name="타원 7884">
              <a:extLst>
                <a:ext uri="{FF2B5EF4-FFF2-40B4-BE49-F238E27FC236}">
                  <a16:creationId xmlns:a16="http://schemas.microsoft.com/office/drawing/2014/main" id="{8989E1D1-092B-4869-A271-25E3B3B51858}"/>
                </a:ext>
              </a:extLst>
            </p:cNvPr>
            <p:cNvSpPr/>
            <p:nvPr/>
          </p:nvSpPr>
          <p:spPr>
            <a:xfrm>
              <a:off x="38323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6" name="타원 7885">
              <a:extLst>
                <a:ext uri="{FF2B5EF4-FFF2-40B4-BE49-F238E27FC236}">
                  <a16:creationId xmlns:a16="http://schemas.microsoft.com/office/drawing/2014/main" id="{08A57A55-43D3-48CB-AB86-8DB5AA0959A8}"/>
                </a:ext>
              </a:extLst>
            </p:cNvPr>
            <p:cNvSpPr/>
            <p:nvPr/>
          </p:nvSpPr>
          <p:spPr>
            <a:xfrm>
              <a:off x="39847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7" name="타원 7886">
              <a:extLst>
                <a:ext uri="{FF2B5EF4-FFF2-40B4-BE49-F238E27FC236}">
                  <a16:creationId xmlns:a16="http://schemas.microsoft.com/office/drawing/2014/main" id="{3A7DB04E-9192-44F0-88F7-F92D3F5FAFB8}"/>
                </a:ext>
              </a:extLst>
            </p:cNvPr>
            <p:cNvSpPr/>
            <p:nvPr/>
          </p:nvSpPr>
          <p:spPr>
            <a:xfrm>
              <a:off x="41371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8" name="타원 7887">
              <a:extLst>
                <a:ext uri="{FF2B5EF4-FFF2-40B4-BE49-F238E27FC236}">
                  <a16:creationId xmlns:a16="http://schemas.microsoft.com/office/drawing/2014/main" id="{6BD22BE8-3ECD-479F-A47D-4D4FEEE2A2E6}"/>
                </a:ext>
              </a:extLst>
            </p:cNvPr>
            <p:cNvSpPr/>
            <p:nvPr/>
          </p:nvSpPr>
          <p:spPr>
            <a:xfrm>
              <a:off x="42895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89" name="타원 7888">
              <a:extLst>
                <a:ext uri="{FF2B5EF4-FFF2-40B4-BE49-F238E27FC236}">
                  <a16:creationId xmlns:a16="http://schemas.microsoft.com/office/drawing/2014/main" id="{A07C2A27-92D3-4717-8FAD-736DB6FF5AB6}"/>
                </a:ext>
              </a:extLst>
            </p:cNvPr>
            <p:cNvSpPr/>
            <p:nvPr/>
          </p:nvSpPr>
          <p:spPr>
            <a:xfrm>
              <a:off x="44419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0" name="타원 7889">
              <a:extLst>
                <a:ext uri="{FF2B5EF4-FFF2-40B4-BE49-F238E27FC236}">
                  <a16:creationId xmlns:a16="http://schemas.microsoft.com/office/drawing/2014/main" id="{8E9C7685-F166-4C20-BFE0-541CDD9E3739}"/>
                </a:ext>
              </a:extLst>
            </p:cNvPr>
            <p:cNvSpPr/>
            <p:nvPr/>
          </p:nvSpPr>
          <p:spPr>
            <a:xfrm>
              <a:off x="45943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1" name="타원 7890">
              <a:extLst>
                <a:ext uri="{FF2B5EF4-FFF2-40B4-BE49-F238E27FC236}">
                  <a16:creationId xmlns:a16="http://schemas.microsoft.com/office/drawing/2014/main" id="{A011A0D4-DB67-4FD1-AEC9-DDF45CFC2363}"/>
                </a:ext>
              </a:extLst>
            </p:cNvPr>
            <p:cNvSpPr/>
            <p:nvPr/>
          </p:nvSpPr>
          <p:spPr>
            <a:xfrm>
              <a:off x="47467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2" name="타원 7891">
              <a:extLst>
                <a:ext uri="{FF2B5EF4-FFF2-40B4-BE49-F238E27FC236}">
                  <a16:creationId xmlns:a16="http://schemas.microsoft.com/office/drawing/2014/main" id="{841C2626-DFC0-474C-8670-1868083728DE}"/>
                </a:ext>
              </a:extLst>
            </p:cNvPr>
            <p:cNvSpPr/>
            <p:nvPr/>
          </p:nvSpPr>
          <p:spPr>
            <a:xfrm>
              <a:off x="48991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3" name="타원 7892">
              <a:extLst>
                <a:ext uri="{FF2B5EF4-FFF2-40B4-BE49-F238E27FC236}">
                  <a16:creationId xmlns:a16="http://schemas.microsoft.com/office/drawing/2014/main" id="{F4D8E430-8440-4DE1-9D88-2AA2CAF1F3F3}"/>
                </a:ext>
              </a:extLst>
            </p:cNvPr>
            <p:cNvSpPr/>
            <p:nvPr/>
          </p:nvSpPr>
          <p:spPr>
            <a:xfrm>
              <a:off x="50515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4" name="타원 7893">
              <a:extLst>
                <a:ext uri="{FF2B5EF4-FFF2-40B4-BE49-F238E27FC236}">
                  <a16:creationId xmlns:a16="http://schemas.microsoft.com/office/drawing/2014/main" id="{C8099C6B-81A0-4969-9171-A608DAEE228E}"/>
                </a:ext>
              </a:extLst>
            </p:cNvPr>
            <p:cNvSpPr/>
            <p:nvPr/>
          </p:nvSpPr>
          <p:spPr>
            <a:xfrm>
              <a:off x="52039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5" name="타원 7894">
              <a:extLst>
                <a:ext uri="{FF2B5EF4-FFF2-40B4-BE49-F238E27FC236}">
                  <a16:creationId xmlns:a16="http://schemas.microsoft.com/office/drawing/2014/main" id="{64F47DE7-A52F-4902-A967-13690E8E7993}"/>
                </a:ext>
              </a:extLst>
            </p:cNvPr>
            <p:cNvSpPr/>
            <p:nvPr/>
          </p:nvSpPr>
          <p:spPr>
            <a:xfrm>
              <a:off x="53563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6" name="타원 7895">
              <a:extLst>
                <a:ext uri="{FF2B5EF4-FFF2-40B4-BE49-F238E27FC236}">
                  <a16:creationId xmlns:a16="http://schemas.microsoft.com/office/drawing/2014/main" id="{E8F0521C-FFD4-42C4-8886-49BD2EA76581}"/>
                </a:ext>
              </a:extLst>
            </p:cNvPr>
            <p:cNvSpPr/>
            <p:nvPr/>
          </p:nvSpPr>
          <p:spPr>
            <a:xfrm>
              <a:off x="55087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7" name="타원 7896">
              <a:extLst>
                <a:ext uri="{FF2B5EF4-FFF2-40B4-BE49-F238E27FC236}">
                  <a16:creationId xmlns:a16="http://schemas.microsoft.com/office/drawing/2014/main" id="{072F1E86-BDBB-4929-B6D4-7F297CAAA75F}"/>
                </a:ext>
              </a:extLst>
            </p:cNvPr>
            <p:cNvSpPr/>
            <p:nvPr/>
          </p:nvSpPr>
          <p:spPr>
            <a:xfrm>
              <a:off x="56611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8" name="타원 7897">
              <a:extLst>
                <a:ext uri="{FF2B5EF4-FFF2-40B4-BE49-F238E27FC236}">
                  <a16:creationId xmlns:a16="http://schemas.microsoft.com/office/drawing/2014/main" id="{40B7A065-7DB9-4806-A1AC-1B6F848FDECA}"/>
                </a:ext>
              </a:extLst>
            </p:cNvPr>
            <p:cNvSpPr/>
            <p:nvPr/>
          </p:nvSpPr>
          <p:spPr>
            <a:xfrm>
              <a:off x="5813576" y="4648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99" name="타원 7898">
              <a:extLst>
                <a:ext uri="{FF2B5EF4-FFF2-40B4-BE49-F238E27FC236}">
                  <a16:creationId xmlns:a16="http://schemas.microsoft.com/office/drawing/2014/main" id="{9F047F3C-B11E-4C85-B480-D6C964358D45}"/>
                </a:ext>
              </a:extLst>
            </p:cNvPr>
            <p:cNvSpPr/>
            <p:nvPr/>
          </p:nvSpPr>
          <p:spPr>
            <a:xfrm>
              <a:off x="3271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0" name="타원 7899">
              <a:extLst>
                <a:ext uri="{FF2B5EF4-FFF2-40B4-BE49-F238E27FC236}">
                  <a16:creationId xmlns:a16="http://schemas.microsoft.com/office/drawing/2014/main" id="{64985D93-6EAE-45AB-90CF-40B65B13FA87}"/>
                </a:ext>
              </a:extLst>
            </p:cNvPr>
            <p:cNvSpPr/>
            <p:nvPr/>
          </p:nvSpPr>
          <p:spPr>
            <a:xfrm>
              <a:off x="4795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1" name="타원 7900">
              <a:extLst>
                <a:ext uri="{FF2B5EF4-FFF2-40B4-BE49-F238E27FC236}">
                  <a16:creationId xmlns:a16="http://schemas.microsoft.com/office/drawing/2014/main" id="{F130B29C-6ACD-4EC6-83FE-C4715C383BB0}"/>
                </a:ext>
              </a:extLst>
            </p:cNvPr>
            <p:cNvSpPr/>
            <p:nvPr/>
          </p:nvSpPr>
          <p:spPr>
            <a:xfrm>
              <a:off x="6319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2" name="타원 7901">
              <a:extLst>
                <a:ext uri="{FF2B5EF4-FFF2-40B4-BE49-F238E27FC236}">
                  <a16:creationId xmlns:a16="http://schemas.microsoft.com/office/drawing/2014/main" id="{4939E930-496C-4B36-B5CD-29C7513FEBBC}"/>
                </a:ext>
              </a:extLst>
            </p:cNvPr>
            <p:cNvSpPr/>
            <p:nvPr/>
          </p:nvSpPr>
          <p:spPr>
            <a:xfrm>
              <a:off x="7843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3" name="타원 7902">
              <a:extLst>
                <a:ext uri="{FF2B5EF4-FFF2-40B4-BE49-F238E27FC236}">
                  <a16:creationId xmlns:a16="http://schemas.microsoft.com/office/drawing/2014/main" id="{CC392AAA-0358-4160-BD6A-9BF870DE2F14}"/>
                </a:ext>
              </a:extLst>
            </p:cNvPr>
            <p:cNvSpPr/>
            <p:nvPr/>
          </p:nvSpPr>
          <p:spPr>
            <a:xfrm>
              <a:off x="9367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4" name="타원 7903">
              <a:extLst>
                <a:ext uri="{FF2B5EF4-FFF2-40B4-BE49-F238E27FC236}">
                  <a16:creationId xmlns:a16="http://schemas.microsoft.com/office/drawing/2014/main" id="{8049D099-11F2-4567-B698-93081040F494}"/>
                </a:ext>
              </a:extLst>
            </p:cNvPr>
            <p:cNvSpPr/>
            <p:nvPr/>
          </p:nvSpPr>
          <p:spPr>
            <a:xfrm>
              <a:off x="10891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5" name="타원 7904">
              <a:extLst>
                <a:ext uri="{FF2B5EF4-FFF2-40B4-BE49-F238E27FC236}">
                  <a16:creationId xmlns:a16="http://schemas.microsoft.com/office/drawing/2014/main" id="{9BD689E3-BE9E-4FDC-BD6B-F7983099C7ED}"/>
                </a:ext>
              </a:extLst>
            </p:cNvPr>
            <p:cNvSpPr/>
            <p:nvPr/>
          </p:nvSpPr>
          <p:spPr>
            <a:xfrm>
              <a:off x="12415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6" name="타원 7905">
              <a:extLst>
                <a:ext uri="{FF2B5EF4-FFF2-40B4-BE49-F238E27FC236}">
                  <a16:creationId xmlns:a16="http://schemas.microsoft.com/office/drawing/2014/main" id="{6E0C0213-7DD9-42D9-9712-624800532645}"/>
                </a:ext>
              </a:extLst>
            </p:cNvPr>
            <p:cNvSpPr/>
            <p:nvPr/>
          </p:nvSpPr>
          <p:spPr>
            <a:xfrm>
              <a:off x="13939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7" name="타원 7906">
              <a:extLst>
                <a:ext uri="{FF2B5EF4-FFF2-40B4-BE49-F238E27FC236}">
                  <a16:creationId xmlns:a16="http://schemas.microsoft.com/office/drawing/2014/main" id="{2640CA07-39B6-4B89-9367-5E822DECC914}"/>
                </a:ext>
              </a:extLst>
            </p:cNvPr>
            <p:cNvSpPr/>
            <p:nvPr/>
          </p:nvSpPr>
          <p:spPr>
            <a:xfrm>
              <a:off x="15463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8" name="타원 7907">
              <a:extLst>
                <a:ext uri="{FF2B5EF4-FFF2-40B4-BE49-F238E27FC236}">
                  <a16:creationId xmlns:a16="http://schemas.microsoft.com/office/drawing/2014/main" id="{3C6C472B-CB44-4545-AAF0-F240A336C8DB}"/>
                </a:ext>
              </a:extLst>
            </p:cNvPr>
            <p:cNvSpPr/>
            <p:nvPr/>
          </p:nvSpPr>
          <p:spPr>
            <a:xfrm>
              <a:off x="16987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09" name="타원 7908">
              <a:extLst>
                <a:ext uri="{FF2B5EF4-FFF2-40B4-BE49-F238E27FC236}">
                  <a16:creationId xmlns:a16="http://schemas.microsoft.com/office/drawing/2014/main" id="{0F0D0824-D103-4E30-B785-6C4FC47DFE8A}"/>
                </a:ext>
              </a:extLst>
            </p:cNvPr>
            <p:cNvSpPr/>
            <p:nvPr/>
          </p:nvSpPr>
          <p:spPr>
            <a:xfrm>
              <a:off x="18511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0" name="타원 7909">
              <a:extLst>
                <a:ext uri="{FF2B5EF4-FFF2-40B4-BE49-F238E27FC236}">
                  <a16:creationId xmlns:a16="http://schemas.microsoft.com/office/drawing/2014/main" id="{99C8E882-7420-48C0-9D25-F179646DF18A}"/>
                </a:ext>
              </a:extLst>
            </p:cNvPr>
            <p:cNvSpPr/>
            <p:nvPr/>
          </p:nvSpPr>
          <p:spPr>
            <a:xfrm>
              <a:off x="20035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1" name="타원 7910">
              <a:extLst>
                <a:ext uri="{FF2B5EF4-FFF2-40B4-BE49-F238E27FC236}">
                  <a16:creationId xmlns:a16="http://schemas.microsoft.com/office/drawing/2014/main" id="{BF7406EC-C3FF-41CD-948E-BC88DA12586B}"/>
                </a:ext>
              </a:extLst>
            </p:cNvPr>
            <p:cNvSpPr/>
            <p:nvPr/>
          </p:nvSpPr>
          <p:spPr>
            <a:xfrm>
              <a:off x="21559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2" name="타원 7911">
              <a:extLst>
                <a:ext uri="{FF2B5EF4-FFF2-40B4-BE49-F238E27FC236}">
                  <a16:creationId xmlns:a16="http://schemas.microsoft.com/office/drawing/2014/main" id="{84A9896B-604A-4F98-A345-BF0968054779}"/>
                </a:ext>
              </a:extLst>
            </p:cNvPr>
            <p:cNvSpPr/>
            <p:nvPr/>
          </p:nvSpPr>
          <p:spPr>
            <a:xfrm>
              <a:off x="23083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3" name="타원 7912">
              <a:extLst>
                <a:ext uri="{FF2B5EF4-FFF2-40B4-BE49-F238E27FC236}">
                  <a16:creationId xmlns:a16="http://schemas.microsoft.com/office/drawing/2014/main" id="{219978A0-BD7F-4762-A8AD-098306AB6C15}"/>
                </a:ext>
              </a:extLst>
            </p:cNvPr>
            <p:cNvSpPr/>
            <p:nvPr/>
          </p:nvSpPr>
          <p:spPr>
            <a:xfrm>
              <a:off x="24607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4" name="타원 7913">
              <a:extLst>
                <a:ext uri="{FF2B5EF4-FFF2-40B4-BE49-F238E27FC236}">
                  <a16:creationId xmlns:a16="http://schemas.microsoft.com/office/drawing/2014/main" id="{A52F06BD-E0DC-4F2A-B724-C7663C08706F}"/>
                </a:ext>
              </a:extLst>
            </p:cNvPr>
            <p:cNvSpPr/>
            <p:nvPr/>
          </p:nvSpPr>
          <p:spPr>
            <a:xfrm>
              <a:off x="26131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5" name="타원 7914">
              <a:extLst>
                <a:ext uri="{FF2B5EF4-FFF2-40B4-BE49-F238E27FC236}">
                  <a16:creationId xmlns:a16="http://schemas.microsoft.com/office/drawing/2014/main" id="{5D4232AA-399F-4A71-80E5-BD84A37D79AD}"/>
                </a:ext>
              </a:extLst>
            </p:cNvPr>
            <p:cNvSpPr/>
            <p:nvPr/>
          </p:nvSpPr>
          <p:spPr>
            <a:xfrm>
              <a:off x="27655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6" name="타원 7915">
              <a:extLst>
                <a:ext uri="{FF2B5EF4-FFF2-40B4-BE49-F238E27FC236}">
                  <a16:creationId xmlns:a16="http://schemas.microsoft.com/office/drawing/2014/main" id="{BDC3A54D-AEB4-4C36-9E4D-A0CE3A297D93}"/>
                </a:ext>
              </a:extLst>
            </p:cNvPr>
            <p:cNvSpPr/>
            <p:nvPr/>
          </p:nvSpPr>
          <p:spPr>
            <a:xfrm>
              <a:off x="29179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7" name="타원 7916">
              <a:extLst>
                <a:ext uri="{FF2B5EF4-FFF2-40B4-BE49-F238E27FC236}">
                  <a16:creationId xmlns:a16="http://schemas.microsoft.com/office/drawing/2014/main" id="{8EBA1D8A-DCB3-440C-A0A4-96DF7232BE96}"/>
                </a:ext>
              </a:extLst>
            </p:cNvPr>
            <p:cNvSpPr/>
            <p:nvPr/>
          </p:nvSpPr>
          <p:spPr>
            <a:xfrm>
              <a:off x="30703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8" name="타원 7917">
              <a:extLst>
                <a:ext uri="{FF2B5EF4-FFF2-40B4-BE49-F238E27FC236}">
                  <a16:creationId xmlns:a16="http://schemas.microsoft.com/office/drawing/2014/main" id="{BCF6094F-35A2-4571-BF39-1ABD89DFB5E7}"/>
                </a:ext>
              </a:extLst>
            </p:cNvPr>
            <p:cNvSpPr/>
            <p:nvPr/>
          </p:nvSpPr>
          <p:spPr>
            <a:xfrm>
              <a:off x="32227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19" name="타원 7918">
              <a:extLst>
                <a:ext uri="{FF2B5EF4-FFF2-40B4-BE49-F238E27FC236}">
                  <a16:creationId xmlns:a16="http://schemas.microsoft.com/office/drawing/2014/main" id="{094BDA24-6AF2-449E-BFA6-A138679496F3}"/>
                </a:ext>
              </a:extLst>
            </p:cNvPr>
            <p:cNvSpPr/>
            <p:nvPr/>
          </p:nvSpPr>
          <p:spPr>
            <a:xfrm>
              <a:off x="33751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0" name="타원 7919">
              <a:extLst>
                <a:ext uri="{FF2B5EF4-FFF2-40B4-BE49-F238E27FC236}">
                  <a16:creationId xmlns:a16="http://schemas.microsoft.com/office/drawing/2014/main" id="{F9569173-9BAA-417E-938A-4443DC465F4D}"/>
                </a:ext>
              </a:extLst>
            </p:cNvPr>
            <p:cNvSpPr/>
            <p:nvPr/>
          </p:nvSpPr>
          <p:spPr>
            <a:xfrm>
              <a:off x="35275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1" name="타원 7920">
              <a:extLst>
                <a:ext uri="{FF2B5EF4-FFF2-40B4-BE49-F238E27FC236}">
                  <a16:creationId xmlns:a16="http://schemas.microsoft.com/office/drawing/2014/main" id="{6BDB2AFA-C972-452F-BCE1-38EE076ED7AF}"/>
                </a:ext>
              </a:extLst>
            </p:cNvPr>
            <p:cNvSpPr/>
            <p:nvPr/>
          </p:nvSpPr>
          <p:spPr>
            <a:xfrm>
              <a:off x="36799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2" name="타원 7921">
              <a:extLst>
                <a:ext uri="{FF2B5EF4-FFF2-40B4-BE49-F238E27FC236}">
                  <a16:creationId xmlns:a16="http://schemas.microsoft.com/office/drawing/2014/main" id="{44824676-BE33-4B8D-9BAB-C01DDC186E84}"/>
                </a:ext>
              </a:extLst>
            </p:cNvPr>
            <p:cNvSpPr/>
            <p:nvPr/>
          </p:nvSpPr>
          <p:spPr>
            <a:xfrm>
              <a:off x="38323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3" name="타원 7922">
              <a:extLst>
                <a:ext uri="{FF2B5EF4-FFF2-40B4-BE49-F238E27FC236}">
                  <a16:creationId xmlns:a16="http://schemas.microsoft.com/office/drawing/2014/main" id="{6B67982F-5E78-423C-B9A1-4917343AB7C3}"/>
                </a:ext>
              </a:extLst>
            </p:cNvPr>
            <p:cNvSpPr/>
            <p:nvPr/>
          </p:nvSpPr>
          <p:spPr>
            <a:xfrm>
              <a:off x="39847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4" name="타원 7923">
              <a:extLst>
                <a:ext uri="{FF2B5EF4-FFF2-40B4-BE49-F238E27FC236}">
                  <a16:creationId xmlns:a16="http://schemas.microsoft.com/office/drawing/2014/main" id="{B6006102-1BED-471A-B5AD-0224D76B4B35}"/>
                </a:ext>
              </a:extLst>
            </p:cNvPr>
            <p:cNvSpPr/>
            <p:nvPr/>
          </p:nvSpPr>
          <p:spPr>
            <a:xfrm>
              <a:off x="41371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5" name="타원 7924">
              <a:extLst>
                <a:ext uri="{FF2B5EF4-FFF2-40B4-BE49-F238E27FC236}">
                  <a16:creationId xmlns:a16="http://schemas.microsoft.com/office/drawing/2014/main" id="{72E53125-0AEB-41EF-9027-A2DF6F0A7DA7}"/>
                </a:ext>
              </a:extLst>
            </p:cNvPr>
            <p:cNvSpPr/>
            <p:nvPr/>
          </p:nvSpPr>
          <p:spPr>
            <a:xfrm>
              <a:off x="42895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6" name="타원 7925">
              <a:extLst>
                <a:ext uri="{FF2B5EF4-FFF2-40B4-BE49-F238E27FC236}">
                  <a16:creationId xmlns:a16="http://schemas.microsoft.com/office/drawing/2014/main" id="{1E05333B-74C4-452D-8425-A9B31CDA7EF6}"/>
                </a:ext>
              </a:extLst>
            </p:cNvPr>
            <p:cNvSpPr/>
            <p:nvPr/>
          </p:nvSpPr>
          <p:spPr>
            <a:xfrm>
              <a:off x="44419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7" name="타원 7926">
              <a:extLst>
                <a:ext uri="{FF2B5EF4-FFF2-40B4-BE49-F238E27FC236}">
                  <a16:creationId xmlns:a16="http://schemas.microsoft.com/office/drawing/2014/main" id="{A0C5583E-D21A-424A-87FF-44CB3D2819D2}"/>
                </a:ext>
              </a:extLst>
            </p:cNvPr>
            <p:cNvSpPr/>
            <p:nvPr/>
          </p:nvSpPr>
          <p:spPr>
            <a:xfrm>
              <a:off x="45943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8" name="타원 7927">
              <a:extLst>
                <a:ext uri="{FF2B5EF4-FFF2-40B4-BE49-F238E27FC236}">
                  <a16:creationId xmlns:a16="http://schemas.microsoft.com/office/drawing/2014/main" id="{D154C74E-F424-4E71-AF75-3D66F851F6AC}"/>
                </a:ext>
              </a:extLst>
            </p:cNvPr>
            <p:cNvSpPr/>
            <p:nvPr/>
          </p:nvSpPr>
          <p:spPr>
            <a:xfrm>
              <a:off x="47467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29" name="타원 7928">
              <a:extLst>
                <a:ext uri="{FF2B5EF4-FFF2-40B4-BE49-F238E27FC236}">
                  <a16:creationId xmlns:a16="http://schemas.microsoft.com/office/drawing/2014/main" id="{229C3543-3845-496D-AE1C-0E22ABA91C5B}"/>
                </a:ext>
              </a:extLst>
            </p:cNvPr>
            <p:cNvSpPr/>
            <p:nvPr/>
          </p:nvSpPr>
          <p:spPr>
            <a:xfrm>
              <a:off x="48991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0" name="타원 7929">
              <a:extLst>
                <a:ext uri="{FF2B5EF4-FFF2-40B4-BE49-F238E27FC236}">
                  <a16:creationId xmlns:a16="http://schemas.microsoft.com/office/drawing/2014/main" id="{B1658F40-756A-4696-BEDB-8935F03FDD4C}"/>
                </a:ext>
              </a:extLst>
            </p:cNvPr>
            <p:cNvSpPr/>
            <p:nvPr/>
          </p:nvSpPr>
          <p:spPr>
            <a:xfrm>
              <a:off x="50515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1" name="타원 7930">
              <a:extLst>
                <a:ext uri="{FF2B5EF4-FFF2-40B4-BE49-F238E27FC236}">
                  <a16:creationId xmlns:a16="http://schemas.microsoft.com/office/drawing/2014/main" id="{7D15D887-EB6C-4D4D-A9E7-498CE4093B2D}"/>
                </a:ext>
              </a:extLst>
            </p:cNvPr>
            <p:cNvSpPr/>
            <p:nvPr/>
          </p:nvSpPr>
          <p:spPr>
            <a:xfrm>
              <a:off x="52039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2" name="타원 7931">
              <a:extLst>
                <a:ext uri="{FF2B5EF4-FFF2-40B4-BE49-F238E27FC236}">
                  <a16:creationId xmlns:a16="http://schemas.microsoft.com/office/drawing/2014/main" id="{D514BA96-8A8F-42EC-B965-3439A37954D3}"/>
                </a:ext>
              </a:extLst>
            </p:cNvPr>
            <p:cNvSpPr/>
            <p:nvPr/>
          </p:nvSpPr>
          <p:spPr>
            <a:xfrm>
              <a:off x="53563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3" name="타원 7932">
              <a:extLst>
                <a:ext uri="{FF2B5EF4-FFF2-40B4-BE49-F238E27FC236}">
                  <a16:creationId xmlns:a16="http://schemas.microsoft.com/office/drawing/2014/main" id="{732A8C34-5EDF-494F-A874-C595466C4461}"/>
                </a:ext>
              </a:extLst>
            </p:cNvPr>
            <p:cNvSpPr/>
            <p:nvPr/>
          </p:nvSpPr>
          <p:spPr>
            <a:xfrm>
              <a:off x="55087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4" name="타원 7933">
              <a:extLst>
                <a:ext uri="{FF2B5EF4-FFF2-40B4-BE49-F238E27FC236}">
                  <a16:creationId xmlns:a16="http://schemas.microsoft.com/office/drawing/2014/main" id="{CF7BD82A-6CB6-413D-8210-B321A0FBFB61}"/>
                </a:ext>
              </a:extLst>
            </p:cNvPr>
            <p:cNvSpPr/>
            <p:nvPr/>
          </p:nvSpPr>
          <p:spPr>
            <a:xfrm>
              <a:off x="56611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5" name="타원 7934">
              <a:extLst>
                <a:ext uri="{FF2B5EF4-FFF2-40B4-BE49-F238E27FC236}">
                  <a16:creationId xmlns:a16="http://schemas.microsoft.com/office/drawing/2014/main" id="{964A06F6-831B-4634-83F4-A763AF030BB6}"/>
                </a:ext>
              </a:extLst>
            </p:cNvPr>
            <p:cNvSpPr/>
            <p:nvPr/>
          </p:nvSpPr>
          <p:spPr>
            <a:xfrm>
              <a:off x="5813576" y="4800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6" name="타원 7935">
              <a:extLst>
                <a:ext uri="{FF2B5EF4-FFF2-40B4-BE49-F238E27FC236}">
                  <a16:creationId xmlns:a16="http://schemas.microsoft.com/office/drawing/2014/main" id="{6EF44230-8115-4741-9CC4-A8BBD2D01D9A}"/>
                </a:ext>
              </a:extLst>
            </p:cNvPr>
            <p:cNvSpPr/>
            <p:nvPr/>
          </p:nvSpPr>
          <p:spPr>
            <a:xfrm>
              <a:off x="3271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7" name="타원 7936">
              <a:extLst>
                <a:ext uri="{FF2B5EF4-FFF2-40B4-BE49-F238E27FC236}">
                  <a16:creationId xmlns:a16="http://schemas.microsoft.com/office/drawing/2014/main" id="{C0A4B360-967A-4B20-B25E-DEB02054F234}"/>
                </a:ext>
              </a:extLst>
            </p:cNvPr>
            <p:cNvSpPr/>
            <p:nvPr/>
          </p:nvSpPr>
          <p:spPr>
            <a:xfrm>
              <a:off x="4795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8" name="타원 7937">
              <a:extLst>
                <a:ext uri="{FF2B5EF4-FFF2-40B4-BE49-F238E27FC236}">
                  <a16:creationId xmlns:a16="http://schemas.microsoft.com/office/drawing/2014/main" id="{45E06A51-96F5-43B6-9DFA-707191827CE8}"/>
                </a:ext>
              </a:extLst>
            </p:cNvPr>
            <p:cNvSpPr/>
            <p:nvPr/>
          </p:nvSpPr>
          <p:spPr>
            <a:xfrm>
              <a:off x="6319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39" name="타원 7938">
              <a:extLst>
                <a:ext uri="{FF2B5EF4-FFF2-40B4-BE49-F238E27FC236}">
                  <a16:creationId xmlns:a16="http://schemas.microsoft.com/office/drawing/2014/main" id="{5895C7F2-60A2-407B-ADD2-88AA5C9CB0A4}"/>
                </a:ext>
              </a:extLst>
            </p:cNvPr>
            <p:cNvSpPr/>
            <p:nvPr/>
          </p:nvSpPr>
          <p:spPr>
            <a:xfrm>
              <a:off x="7843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0" name="타원 7939">
              <a:extLst>
                <a:ext uri="{FF2B5EF4-FFF2-40B4-BE49-F238E27FC236}">
                  <a16:creationId xmlns:a16="http://schemas.microsoft.com/office/drawing/2014/main" id="{B844EAE7-A8BE-4D55-81DA-3E7AD92E0197}"/>
                </a:ext>
              </a:extLst>
            </p:cNvPr>
            <p:cNvSpPr/>
            <p:nvPr/>
          </p:nvSpPr>
          <p:spPr>
            <a:xfrm>
              <a:off x="9367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1" name="타원 7940">
              <a:extLst>
                <a:ext uri="{FF2B5EF4-FFF2-40B4-BE49-F238E27FC236}">
                  <a16:creationId xmlns:a16="http://schemas.microsoft.com/office/drawing/2014/main" id="{9D1CD933-D04A-472D-A41F-E016E63F525D}"/>
                </a:ext>
              </a:extLst>
            </p:cNvPr>
            <p:cNvSpPr/>
            <p:nvPr/>
          </p:nvSpPr>
          <p:spPr>
            <a:xfrm>
              <a:off x="10891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2" name="타원 7941">
              <a:extLst>
                <a:ext uri="{FF2B5EF4-FFF2-40B4-BE49-F238E27FC236}">
                  <a16:creationId xmlns:a16="http://schemas.microsoft.com/office/drawing/2014/main" id="{FDE030F0-D68E-46B9-AAEF-D126C453736E}"/>
                </a:ext>
              </a:extLst>
            </p:cNvPr>
            <p:cNvSpPr/>
            <p:nvPr/>
          </p:nvSpPr>
          <p:spPr>
            <a:xfrm>
              <a:off x="12415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3" name="타원 7942">
              <a:extLst>
                <a:ext uri="{FF2B5EF4-FFF2-40B4-BE49-F238E27FC236}">
                  <a16:creationId xmlns:a16="http://schemas.microsoft.com/office/drawing/2014/main" id="{4BAF7F3E-F785-49AD-8544-C1849AB1DCC5}"/>
                </a:ext>
              </a:extLst>
            </p:cNvPr>
            <p:cNvSpPr/>
            <p:nvPr/>
          </p:nvSpPr>
          <p:spPr>
            <a:xfrm>
              <a:off x="13939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4" name="타원 7943">
              <a:extLst>
                <a:ext uri="{FF2B5EF4-FFF2-40B4-BE49-F238E27FC236}">
                  <a16:creationId xmlns:a16="http://schemas.microsoft.com/office/drawing/2014/main" id="{7A2EF867-EBB0-4831-939E-E9B893571B75}"/>
                </a:ext>
              </a:extLst>
            </p:cNvPr>
            <p:cNvSpPr/>
            <p:nvPr/>
          </p:nvSpPr>
          <p:spPr>
            <a:xfrm>
              <a:off x="15463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5" name="타원 7944">
              <a:extLst>
                <a:ext uri="{FF2B5EF4-FFF2-40B4-BE49-F238E27FC236}">
                  <a16:creationId xmlns:a16="http://schemas.microsoft.com/office/drawing/2014/main" id="{B6AC2525-7214-4261-A227-0CD91F23C8E8}"/>
                </a:ext>
              </a:extLst>
            </p:cNvPr>
            <p:cNvSpPr/>
            <p:nvPr/>
          </p:nvSpPr>
          <p:spPr>
            <a:xfrm>
              <a:off x="16987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6" name="타원 7945">
              <a:extLst>
                <a:ext uri="{FF2B5EF4-FFF2-40B4-BE49-F238E27FC236}">
                  <a16:creationId xmlns:a16="http://schemas.microsoft.com/office/drawing/2014/main" id="{A135A2FA-9E70-4D7F-9339-04D9F7EA5C66}"/>
                </a:ext>
              </a:extLst>
            </p:cNvPr>
            <p:cNvSpPr/>
            <p:nvPr/>
          </p:nvSpPr>
          <p:spPr>
            <a:xfrm>
              <a:off x="18511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7" name="타원 7946">
              <a:extLst>
                <a:ext uri="{FF2B5EF4-FFF2-40B4-BE49-F238E27FC236}">
                  <a16:creationId xmlns:a16="http://schemas.microsoft.com/office/drawing/2014/main" id="{8E93A31C-9318-4EF5-8F1C-03E78FB3F49C}"/>
                </a:ext>
              </a:extLst>
            </p:cNvPr>
            <p:cNvSpPr/>
            <p:nvPr/>
          </p:nvSpPr>
          <p:spPr>
            <a:xfrm>
              <a:off x="20035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8" name="타원 7947">
              <a:extLst>
                <a:ext uri="{FF2B5EF4-FFF2-40B4-BE49-F238E27FC236}">
                  <a16:creationId xmlns:a16="http://schemas.microsoft.com/office/drawing/2014/main" id="{6BD8EF1E-2F06-4498-A039-7C7B483C8C0C}"/>
                </a:ext>
              </a:extLst>
            </p:cNvPr>
            <p:cNvSpPr/>
            <p:nvPr/>
          </p:nvSpPr>
          <p:spPr>
            <a:xfrm>
              <a:off x="21559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49" name="타원 7948">
              <a:extLst>
                <a:ext uri="{FF2B5EF4-FFF2-40B4-BE49-F238E27FC236}">
                  <a16:creationId xmlns:a16="http://schemas.microsoft.com/office/drawing/2014/main" id="{52987F06-B72D-4374-9CA6-73147A951103}"/>
                </a:ext>
              </a:extLst>
            </p:cNvPr>
            <p:cNvSpPr/>
            <p:nvPr/>
          </p:nvSpPr>
          <p:spPr>
            <a:xfrm>
              <a:off x="23083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0" name="타원 7949">
              <a:extLst>
                <a:ext uri="{FF2B5EF4-FFF2-40B4-BE49-F238E27FC236}">
                  <a16:creationId xmlns:a16="http://schemas.microsoft.com/office/drawing/2014/main" id="{11B9819C-AFC0-452B-A68C-593981CEB087}"/>
                </a:ext>
              </a:extLst>
            </p:cNvPr>
            <p:cNvSpPr/>
            <p:nvPr/>
          </p:nvSpPr>
          <p:spPr>
            <a:xfrm>
              <a:off x="24607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1" name="타원 7950">
              <a:extLst>
                <a:ext uri="{FF2B5EF4-FFF2-40B4-BE49-F238E27FC236}">
                  <a16:creationId xmlns:a16="http://schemas.microsoft.com/office/drawing/2014/main" id="{4850D7F5-5604-44F1-82C1-CDC868492775}"/>
                </a:ext>
              </a:extLst>
            </p:cNvPr>
            <p:cNvSpPr/>
            <p:nvPr/>
          </p:nvSpPr>
          <p:spPr>
            <a:xfrm>
              <a:off x="26131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2" name="타원 7951">
              <a:extLst>
                <a:ext uri="{FF2B5EF4-FFF2-40B4-BE49-F238E27FC236}">
                  <a16:creationId xmlns:a16="http://schemas.microsoft.com/office/drawing/2014/main" id="{2F3BD14B-BE72-4ACE-A2CE-99BFB1F096A4}"/>
                </a:ext>
              </a:extLst>
            </p:cNvPr>
            <p:cNvSpPr/>
            <p:nvPr/>
          </p:nvSpPr>
          <p:spPr>
            <a:xfrm>
              <a:off x="27655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3" name="타원 7952">
              <a:extLst>
                <a:ext uri="{FF2B5EF4-FFF2-40B4-BE49-F238E27FC236}">
                  <a16:creationId xmlns:a16="http://schemas.microsoft.com/office/drawing/2014/main" id="{14A1F4BC-940B-42DD-B641-20FED1DD988A}"/>
                </a:ext>
              </a:extLst>
            </p:cNvPr>
            <p:cNvSpPr/>
            <p:nvPr/>
          </p:nvSpPr>
          <p:spPr>
            <a:xfrm>
              <a:off x="29179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4" name="타원 7953">
              <a:extLst>
                <a:ext uri="{FF2B5EF4-FFF2-40B4-BE49-F238E27FC236}">
                  <a16:creationId xmlns:a16="http://schemas.microsoft.com/office/drawing/2014/main" id="{D67E3C29-14E3-40B8-AC1A-6BE38856F115}"/>
                </a:ext>
              </a:extLst>
            </p:cNvPr>
            <p:cNvSpPr/>
            <p:nvPr/>
          </p:nvSpPr>
          <p:spPr>
            <a:xfrm>
              <a:off x="30703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5" name="타원 7954">
              <a:extLst>
                <a:ext uri="{FF2B5EF4-FFF2-40B4-BE49-F238E27FC236}">
                  <a16:creationId xmlns:a16="http://schemas.microsoft.com/office/drawing/2014/main" id="{ACE3B317-7102-4E80-BE93-FC3A1D15DB7E}"/>
                </a:ext>
              </a:extLst>
            </p:cNvPr>
            <p:cNvSpPr/>
            <p:nvPr/>
          </p:nvSpPr>
          <p:spPr>
            <a:xfrm>
              <a:off x="32227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6" name="타원 7955">
              <a:extLst>
                <a:ext uri="{FF2B5EF4-FFF2-40B4-BE49-F238E27FC236}">
                  <a16:creationId xmlns:a16="http://schemas.microsoft.com/office/drawing/2014/main" id="{DE995342-4856-4ACF-B3B3-E3BABBED0C37}"/>
                </a:ext>
              </a:extLst>
            </p:cNvPr>
            <p:cNvSpPr/>
            <p:nvPr/>
          </p:nvSpPr>
          <p:spPr>
            <a:xfrm>
              <a:off x="33751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7" name="타원 7956">
              <a:extLst>
                <a:ext uri="{FF2B5EF4-FFF2-40B4-BE49-F238E27FC236}">
                  <a16:creationId xmlns:a16="http://schemas.microsoft.com/office/drawing/2014/main" id="{E126EA95-C7A3-4F12-A7CE-673A1A5454F3}"/>
                </a:ext>
              </a:extLst>
            </p:cNvPr>
            <p:cNvSpPr/>
            <p:nvPr/>
          </p:nvSpPr>
          <p:spPr>
            <a:xfrm>
              <a:off x="35275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8" name="타원 7957">
              <a:extLst>
                <a:ext uri="{FF2B5EF4-FFF2-40B4-BE49-F238E27FC236}">
                  <a16:creationId xmlns:a16="http://schemas.microsoft.com/office/drawing/2014/main" id="{FDD2C907-FE6E-4D08-813E-6924A4EA8057}"/>
                </a:ext>
              </a:extLst>
            </p:cNvPr>
            <p:cNvSpPr/>
            <p:nvPr/>
          </p:nvSpPr>
          <p:spPr>
            <a:xfrm>
              <a:off x="36799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59" name="타원 7958">
              <a:extLst>
                <a:ext uri="{FF2B5EF4-FFF2-40B4-BE49-F238E27FC236}">
                  <a16:creationId xmlns:a16="http://schemas.microsoft.com/office/drawing/2014/main" id="{10B60781-A9DF-4678-ABC2-8C7863BFC0F2}"/>
                </a:ext>
              </a:extLst>
            </p:cNvPr>
            <p:cNvSpPr/>
            <p:nvPr/>
          </p:nvSpPr>
          <p:spPr>
            <a:xfrm>
              <a:off x="38323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0" name="타원 7959">
              <a:extLst>
                <a:ext uri="{FF2B5EF4-FFF2-40B4-BE49-F238E27FC236}">
                  <a16:creationId xmlns:a16="http://schemas.microsoft.com/office/drawing/2014/main" id="{DBD261F5-319C-413E-892B-9136DD9F2BD9}"/>
                </a:ext>
              </a:extLst>
            </p:cNvPr>
            <p:cNvSpPr/>
            <p:nvPr/>
          </p:nvSpPr>
          <p:spPr>
            <a:xfrm>
              <a:off x="39847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1" name="타원 7960">
              <a:extLst>
                <a:ext uri="{FF2B5EF4-FFF2-40B4-BE49-F238E27FC236}">
                  <a16:creationId xmlns:a16="http://schemas.microsoft.com/office/drawing/2014/main" id="{78FB066D-41BC-45BB-88C0-00CEB5511BE0}"/>
                </a:ext>
              </a:extLst>
            </p:cNvPr>
            <p:cNvSpPr/>
            <p:nvPr/>
          </p:nvSpPr>
          <p:spPr>
            <a:xfrm>
              <a:off x="41371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2" name="타원 7961">
              <a:extLst>
                <a:ext uri="{FF2B5EF4-FFF2-40B4-BE49-F238E27FC236}">
                  <a16:creationId xmlns:a16="http://schemas.microsoft.com/office/drawing/2014/main" id="{148BAE9A-F8C8-4B76-A528-95DD21D4608E}"/>
                </a:ext>
              </a:extLst>
            </p:cNvPr>
            <p:cNvSpPr/>
            <p:nvPr/>
          </p:nvSpPr>
          <p:spPr>
            <a:xfrm>
              <a:off x="42895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3" name="타원 7962">
              <a:extLst>
                <a:ext uri="{FF2B5EF4-FFF2-40B4-BE49-F238E27FC236}">
                  <a16:creationId xmlns:a16="http://schemas.microsoft.com/office/drawing/2014/main" id="{00152796-5655-4025-870F-CB7748681492}"/>
                </a:ext>
              </a:extLst>
            </p:cNvPr>
            <p:cNvSpPr/>
            <p:nvPr/>
          </p:nvSpPr>
          <p:spPr>
            <a:xfrm>
              <a:off x="44419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4" name="타원 7963">
              <a:extLst>
                <a:ext uri="{FF2B5EF4-FFF2-40B4-BE49-F238E27FC236}">
                  <a16:creationId xmlns:a16="http://schemas.microsoft.com/office/drawing/2014/main" id="{56E1FD83-BF44-441A-B90F-D0561DBDCC66}"/>
                </a:ext>
              </a:extLst>
            </p:cNvPr>
            <p:cNvSpPr/>
            <p:nvPr/>
          </p:nvSpPr>
          <p:spPr>
            <a:xfrm>
              <a:off x="45943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5" name="타원 7964">
              <a:extLst>
                <a:ext uri="{FF2B5EF4-FFF2-40B4-BE49-F238E27FC236}">
                  <a16:creationId xmlns:a16="http://schemas.microsoft.com/office/drawing/2014/main" id="{7F7A87D2-E9DF-4897-BE8B-11ADFD403112}"/>
                </a:ext>
              </a:extLst>
            </p:cNvPr>
            <p:cNvSpPr/>
            <p:nvPr/>
          </p:nvSpPr>
          <p:spPr>
            <a:xfrm>
              <a:off x="47467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6" name="타원 7965">
              <a:extLst>
                <a:ext uri="{FF2B5EF4-FFF2-40B4-BE49-F238E27FC236}">
                  <a16:creationId xmlns:a16="http://schemas.microsoft.com/office/drawing/2014/main" id="{5471C477-6022-4FA3-9C5B-71B2381702A3}"/>
                </a:ext>
              </a:extLst>
            </p:cNvPr>
            <p:cNvSpPr/>
            <p:nvPr/>
          </p:nvSpPr>
          <p:spPr>
            <a:xfrm>
              <a:off x="48991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7" name="타원 7966">
              <a:extLst>
                <a:ext uri="{FF2B5EF4-FFF2-40B4-BE49-F238E27FC236}">
                  <a16:creationId xmlns:a16="http://schemas.microsoft.com/office/drawing/2014/main" id="{B6574AE6-6B7D-418A-AAF7-AAB909614049}"/>
                </a:ext>
              </a:extLst>
            </p:cNvPr>
            <p:cNvSpPr/>
            <p:nvPr/>
          </p:nvSpPr>
          <p:spPr>
            <a:xfrm>
              <a:off x="50515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8" name="타원 7967">
              <a:extLst>
                <a:ext uri="{FF2B5EF4-FFF2-40B4-BE49-F238E27FC236}">
                  <a16:creationId xmlns:a16="http://schemas.microsoft.com/office/drawing/2014/main" id="{EF6135F6-8930-44CF-8F2B-81C8E7CB7714}"/>
                </a:ext>
              </a:extLst>
            </p:cNvPr>
            <p:cNvSpPr/>
            <p:nvPr/>
          </p:nvSpPr>
          <p:spPr>
            <a:xfrm>
              <a:off x="52039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69" name="타원 7968">
              <a:extLst>
                <a:ext uri="{FF2B5EF4-FFF2-40B4-BE49-F238E27FC236}">
                  <a16:creationId xmlns:a16="http://schemas.microsoft.com/office/drawing/2014/main" id="{965C5B98-1937-4BB2-899B-44FFC3801702}"/>
                </a:ext>
              </a:extLst>
            </p:cNvPr>
            <p:cNvSpPr/>
            <p:nvPr/>
          </p:nvSpPr>
          <p:spPr>
            <a:xfrm>
              <a:off x="53563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0" name="타원 7969">
              <a:extLst>
                <a:ext uri="{FF2B5EF4-FFF2-40B4-BE49-F238E27FC236}">
                  <a16:creationId xmlns:a16="http://schemas.microsoft.com/office/drawing/2014/main" id="{32540255-E5E8-4039-BC88-D140A4ABB3B1}"/>
                </a:ext>
              </a:extLst>
            </p:cNvPr>
            <p:cNvSpPr/>
            <p:nvPr/>
          </p:nvSpPr>
          <p:spPr>
            <a:xfrm>
              <a:off x="55087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1" name="타원 7970">
              <a:extLst>
                <a:ext uri="{FF2B5EF4-FFF2-40B4-BE49-F238E27FC236}">
                  <a16:creationId xmlns:a16="http://schemas.microsoft.com/office/drawing/2014/main" id="{25846A43-DEBC-4D03-9EE5-782432E9ECCD}"/>
                </a:ext>
              </a:extLst>
            </p:cNvPr>
            <p:cNvSpPr/>
            <p:nvPr/>
          </p:nvSpPr>
          <p:spPr>
            <a:xfrm>
              <a:off x="56611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2" name="타원 7971">
              <a:extLst>
                <a:ext uri="{FF2B5EF4-FFF2-40B4-BE49-F238E27FC236}">
                  <a16:creationId xmlns:a16="http://schemas.microsoft.com/office/drawing/2014/main" id="{8112561D-2563-43AF-921A-3D8154705210}"/>
                </a:ext>
              </a:extLst>
            </p:cNvPr>
            <p:cNvSpPr/>
            <p:nvPr/>
          </p:nvSpPr>
          <p:spPr>
            <a:xfrm>
              <a:off x="5813576" y="4953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3" name="타원 7972">
              <a:extLst>
                <a:ext uri="{FF2B5EF4-FFF2-40B4-BE49-F238E27FC236}">
                  <a16:creationId xmlns:a16="http://schemas.microsoft.com/office/drawing/2014/main" id="{B5E71EE4-33CE-49AA-90BF-12F7EED864AC}"/>
                </a:ext>
              </a:extLst>
            </p:cNvPr>
            <p:cNvSpPr/>
            <p:nvPr/>
          </p:nvSpPr>
          <p:spPr>
            <a:xfrm>
              <a:off x="3271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4" name="타원 7973">
              <a:extLst>
                <a:ext uri="{FF2B5EF4-FFF2-40B4-BE49-F238E27FC236}">
                  <a16:creationId xmlns:a16="http://schemas.microsoft.com/office/drawing/2014/main" id="{ABC0C323-6D2F-4927-85DD-C0D1942A9B42}"/>
                </a:ext>
              </a:extLst>
            </p:cNvPr>
            <p:cNvSpPr/>
            <p:nvPr/>
          </p:nvSpPr>
          <p:spPr>
            <a:xfrm>
              <a:off x="4795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5" name="타원 7974">
              <a:extLst>
                <a:ext uri="{FF2B5EF4-FFF2-40B4-BE49-F238E27FC236}">
                  <a16:creationId xmlns:a16="http://schemas.microsoft.com/office/drawing/2014/main" id="{4FE43193-19AE-4886-8FDB-662843EDCDA9}"/>
                </a:ext>
              </a:extLst>
            </p:cNvPr>
            <p:cNvSpPr/>
            <p:nvPr/>
          </p:nvSpPr>
          <p:spPr>
            <a:xfrm>
              <a:off x="6319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6" name="타원 7975">
              <a:extLst>
                <a:ext uri="{FF2B5EF4-FFF2-40B4-BE49-F238E27FC236}">
                  <a16:creationId xmlns:a16="http://schemas.microsoft.com/office/drawing/2014/main" id="{DD235208-88B5-4666-B56B-2C479158538C}"/>
                </a:ext>
              </a:extLst>
            </p:cNvPr>
            <p:cNvSpPr/>
            <p:nvPr/>
          </p:nvSpPr>
          <p:spPr>
            <a:xfrm>
              <a:off x="7843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7" name="타원 7976">
              <a:extLst>
                <a:ext uri="{FF2B5EF4-FFF2-40B4-BE49-F238E27FC236}">
                  <a16:creationId xmlns:a16="http://schemas.microsoft.com/office/drawing/2014/main" id="{1B8B7106-1B3D-4009-8E63-318998E2F402}"/>
                </a:ext>
              </a:extLst>
            </p:cNvPr>
            <p:cNvSpPr/>
            <p:nvPr/>
          </p:nvSpPr>
          <p:spPr>
            <a:xfrm>
              <a:off x="9367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8" name="타원 7977">
              <a:extLst>
                <a:ext uri="{FF2B5EF4-FFF2-40B4-BE49-F238E27FC236}">
                  <a16:creationId xmlns:a16="http://schemas.microsoft.com/office/drawing/2014/main" id="{4B1C2ED2-430A-407A-8657-9E4B4A97649A}"/>
                </a:ext>
              </a:extLst>
            </p:cNvPr>
            <p:cNvSpPr/>
            <p:nvPr/>
          </p:nvSpPr>
          <p:spPr>
            <a:xfrm>
              <a:off x="10891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79" name="타원 7978">
              <a:extLst>
                <a:ext uri="{FF2B5EF4-FFF2-40B4-BE49-F238E27FC236}">
                  <a16:creationId xmlns:a16="http://schemas.microsoft.com/office/drawing/2014/main" id="{3F8879D6-89EA-42E5-A662-036C52E64C4F}"/>
                </a:ext>
              </a:extLst>
            </p:cNvPr>
            <p:cNvSpPr/>
            <p:nvPr/>
          </p:nvSpPr>
          <p:spPr>
            <a:xfrm>
              <a:off x="12415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0" name="타원 7979">
              <a:extLst>
                <a:ext uri="{FF2B5EF4-FFF2-40B4-BE49-F238E27FC236}">
                  <a16:creationId xmlns:a16="http://schemas.microsoft.com/office/drawing/2014/main" id="{F408A916-1B04-4D18-AF31-3811FBAFA7D2}"/>
                </a:ext>
              </a:extLst>
            </p:cNvPr>
            <p:cNvSpPr/>
            <p:nvPr/>
          </p:nvSpPr>
          <p:spPr>
            <a:xfrm>
              <a:off x="13939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1" name="타원 7980">
              <a:extLst>
                <a:ext uri="{FF2B5EF4-FFF2-40B4-BE49-F238E27FC236}">
                  <a16:creationId xmlns:a16="http://schemas.microsoft.com/office/drawing/2014/main" id="{F73765BD-DF96-4109-875D-FE777E812BF8}"/>
                </a:ext>
              </a:extLst>
            </p:cNvPr>
            <p:cNvSpPr/>
            <p:nvPr/>
          </p:nvSpPr>
          <p:spPr>
            <a:xfrm>
              <a:off x="15463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2" name="타원 7981">
              <a:extLst>
                <a:ext uri="{FF2B5EF4-FFF2-40B4-BE49-F238E27FC236}">
                  <a16:creationId xmlns:a16="http://schemas.microsoft.com/office/drawing/2014/main" id="{AED6D5BB-F1AB-4983-BA68-95DC917A4AAD}"/>
                </a:ext>
              </a:extLst>
            </p:cNvPr>
            <p:cNvSpPr/>
            <p:nvPr/>
          </p:nvSpPr>
          <p:spPr>
            <a:xfrm>
              <a:off x="16987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3" name="타원 7982">
              <a:extLst>
                <a:ext uri="{FF2B5EF4-FFF2-40B4-BE49-F238E27FC236}">
                  <a16:creationId xmlns:a16="http://schemas.microsoft.com/office/drawing/2014/main" id="{1E7BA939-C05F-4555-8D65-8ACF24EEFD54}"/>
                </a:ext>
              </a:extLst>
            </p:cNvPr>
            <p:cNvSpPr/>
            <p:nvPr/>
          </p:nvSpPr>
          <p:spPr>
            <a:xfrm>
              <a:off x="18511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4" name="타원 7983">
              <a:extLst>
                <a:ext uri="{FF2B5EF4-FFF2-40B4-BE49-F238E27FC236}">
                  <a16:creationId xmlns:a16="http://schemas.microsoft.com/office/drawing/2014/main" id="{5396E370-06EF-4DA2-8258-8247BDB6EAD9}"/>
                </a:ext>
              </a:extLst>
            </p:cNvPr>
            <p:cNvSpPr/>
            <p:nvPr/>
          </p:nvSpPr>
          <p:spPr>
            <a:xfrm>
              <a:off x="20035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5" name="타원 7984">
              <a:extLst>
                <a:ext uri="{FF2B5EF4-FFF2-40B4-BE49-F238E27FC236}">
                  <a16:creationId xmlns:a16="http://schemas.microsoft.com/office/drawing/2014/main" id="{50BC73A5-C5EB-486A-97F6-4DC0B7D5FC7D}"/>
                </a:ext>
              </a:extLst>
            </p:cNvPr>
            <p:cNvSpPr/>
            <p:nvPr/>
          </p:nvSpPr>
          <p:spPr>
            <a:xfrm>
              <a:off x="21559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6" name="타원 7985">
              <a:extLst>
                <a:ext uri="{FF2B5EF4-FFF2-40B4-BE49-F238E27FC236}">
                  <a16:creationId xmlns:a16="http://schemas.microsoft.com/office/drawing/2014/main" id="{D89EFEF3-CCF1-4D63-B311-BA85E1C2C560}"/>
                </a:ext>
              </a:extLst>
            </p:cNvPr>
            <p:cNvSpPr/>
            <p:nvPr/>
          </p:nvSpPr>
          <p:spPr>
            <a:xfrm>
              <a:off x="23083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7" name="타원 7986">
              <a:extLst>
                <a:ext uri="{FF2B5EF4-FFF2-40B4-BE49-F238E27FC236}">
                  <a16:creationId xmlns:a16="http://schemas.microsoft.com/office/drawing/2014/main" id="{FC0AC9E8-E5C4-4495-A2C5-3054FFCFF678}"/>
                </a:ext>
              </a:extLst>
            </p:cNvPr>
            <p:cNvSpPr/>
            <p:nvPr/>
          </p:nvSpPr>
          <p:spPr>
            <a:xfrm>
              <a:off x="24607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8" name="타원 7987">
              <a:extLst>
                <a:ext uri="{FF2B5EF4-FFF2-40B4-BE49-F238E27FC236}">
                  <a16:creationId xmlns:a16="http://schemas.microsoft.com/office/drawing/2014/main" id="{BFF8C156-F38C-43CF-AFEE-7A8CFD5FC599}"/>
                </a:ext>
              </a:extLst>
            </p:cNvPr>
            <p:cNvSpPr/>
            <p:nvPr/>
          </p:nvSpPr>
          <p:spPr>
            <a:xfrm>
              <a:off x="26131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89" name="타원 7988">
              <a:extLst>
                <a:ext uri="{FF2B5EF4-FFF2-40B4-BE49-F238E27FC236}">
                  <a16:creationId xmlns:a16="http://schemas.microsoft.com/office/drawing/2014/main" id="{BBD88372-5BAD-47E9-A0B7-8CCD4AAEA561}"/>
                </a:ext>
              </a:extLst>
            </p:cNvPr>
            <p:cNvSpPr/>
            <p:nvPr/>
          </p:nvSpPr>
          <p:spPr>
            <a:xfrm>
              <a:off x="27655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0" name="타원 7989">
              <a:extLst>
                <a:ext uri="{FF2B5EF4-FFF2-40B4-BE49-F238E27FC236}">
                  <a16:creationId xmlns:a16="http://schemas.microsoft.com/office/drawing/2014/main" id="{F9B803F7-1800-47E8-A751-732C21FAC494}"/>
                </a:ext>
              </a:extLst>
            </p:cNvPr>
            <p:cNvSpPr/>
            <p:nvPr/>
          </p:nvSpPr>
          <p:spPr>
            <a:xfrm>
              <a:off x="29179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1" name="타원 7990">
              <a:extLst>
                <a:ext uri="{FF2B5EF4-FFF2-40B4-BE49-F238E27FC236}">
                  <a16:creationId xmlns:a16="http://schemas.microsoft.com/office/drawing/2014/main" id="{EBA4F68B-DA50-4F50-B43A-6B14D2D2EFB3}"/>
                </a:ext>
              </a:extLst>
            </p:cNvPr>
            <p:cNvSpPr/>
            <p:nvPr/>
          </p:nvSpPr>
          <p:spPr>
            <a:xfrm>
              <a:off x="30703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2" name="타원 7991">
              <a:extLst>
                <a:ext uri="{FF2B5EF4-FFF2-40B4-BE49-F238E27FC236}">
                  <a16:creationId xmlns:a16="http://schemas.microsoft.com/office/drawing/2014/main" id="{3E8D2A16-878D-421B-B950-38D79FA7B7CB}"/>
                </a:ext>
              </a:extLst>
            </p:cNvPr>
            <p:cNvSpPr/>
            <p:nvPr/>
          </p:nvSpPr>
          <p:spPr>
            <a:xfrm>
              <a:off x="32227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3" name="타원 7992">
              <a:extLst>
                <a:ext uri="{FF2B5EF4-FFF2-40B4-BE49-F238E27FC236}">
                  <a16:creationId xmlns:a16="http://schemas.microsoft.com/office/drawing/2014/main" id="{853E25B4-9713-477D-B0B8-5A02A86B3DFD}"/>
                </a:ext>
              </a:extLst>
            </p:cNvPr>
            <p:cNvSpPr/>
            <p:nvPr/>
          </p:nvSpPr>
          <p:spPr>
            <a:xfrm>
              <a:off x="33751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4" name="타원 7993">
              <a:extLst>
                <a:ext uri="{FF2B5EF4-FFF2-40B4-BE49-F238E27FC236}">
                  <a16:creationId xmlns:a16="http://schemas.microsoft.com/office/drawing/2014/main" id="{039DBA5F-6810-462A-981A-F2FC20E95BEF}"/>
                </a:ext>
              </a:extLst>
            </p:cNvPr>
            <p:cNvSpPr/>
            <p:nvPr/>
          </p:nvSpPr>
          <p:spPr>
            <a:xfrm>
              <a:off x="35275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5" name="타원 7994">
              <a:extLst>
                <a:ext uri="{FF2B5EF4-FFF2-40B4-BE49-F238E27FC236}">
                  <a16:creationId xmlns:a16="http://schemas.microsoft.com/office/drawing/2014/main" id="{0B6BDE88-4CAC-4EEF-96B0-EFA4F7098056}"/>
                </a:ext>
              </a:extLst>
            </p:cNvPr>
            <p:cNvSpPr/>
            <p:nvPr/>
          </p:nvSpPr>
          <p:spPr>
            <a:xfrm>
              <a:off x="36799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6" name="타원 7995">
              <a:extLst>
                <a:ext uri="{FF2B5EF4-FFF2-40B4-BE49-F238E27FC236}">
                  <a16:creationId xmlns:a16="http://schemas.microsoft.com/office/drawing/2014/main" id="{09B8F5B7-FDAF-47E2-B847-C3398523E21A}"/>
                </a:ext>
              </a:extLst>
            </p:cNvPr>
            <p:cNvSpPr/>
            <p:nvPr/>
          </p:nvSpPr>
          <p:spPr>
            <a:xfrm>
              <a:off x="38323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7" name="타원 7996">
              <a:extLst>
                <a:ext uri="{FF2B5EF4-FFF2-40B4-BE49-F238E27FC236}">
                  <a16:creationId xmlns:a16="http://schemas.microsoft.com/office/drawing/2014/main" id="{8DF40188-63D8-4E27-A041-5244F8007A83}"/>
                </a:ext>
              </a:extLst>
            </p:cNvPr>
            <p:cNvSpPr/>
            <p:nvPr/>
          </p:nvSpPr>
          <p:spPr>
            <a:xfrm>
              <a:off x="39847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8" name="타원 7997">
              <a:extLst>
                <a:ext uri="{FF2B5EF4-FFF2-40B4-BE49-F238E27FC236}">
                  <a16:creationId xmlns:a16="http://schemas.microsoft.com/office/drawing/2014/main" id="{0D5EBF09-A13E-4077-BF66-B67BB3FC075F}"/>
                </a:ext>
              </a:extLst>
            </p:cNvPr>
            <p:cNvSpPr/>
            <p:nvPr/>
          </p:nvSpPr>
          <p:spPr>
            <a:xfrm>
              <a:off x="41371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99" name="타원 7998">
              <a:extLst>
                <a:ext uri="{FF2B5EF4-FFF2-40B4-BE49-F238E27FC236}">
                  <a16:creationId xmlns:a16="http://schemas.microsoft.com/office/drawing/2014/main" id="{8B2A389C-EE42-4C61-A870-BCBF6EE99C93}"/>
                </a:ext>
              </a:extLst>
            </p:cNvPr>
            <p:cNvSpPr/>
            <p:nvPr/>
          </p:nvSpPr>
          <p:spPr>
            <a:xfrm>
              <a:off x="42895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0" name="타원 7999">
              <a:extLst>
                <a:ext uri="{FF2B5EF4-FFF2-40B4-BE49-F238E27FC236}">
                  <a16:creationId xmlns:a16="http://schemas.microsoft.com/office/drawing/2014/main" id="{329EB4A7-380F-4BF0-BA10-D082DFA30EEC}"/>
                </a:ext>
              </a:extLst>
            </p:cNvPr>
            <p:cNvSpPr/>
            <p:nvPr/>
          </p:nvSpPr>
          <p:spPr>
            <a:xfrm>
              <a:off x="44419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1" name="타원 8000">
              <a:extLst>
                <a:ext uri="{FF2B5EF4-FFF2-40B4-BE49-F238E27FC236}">
                  <a16:creationId xmlns:a16="http://schemas.microsoft.com/office/drawing/2014/main" id="{739B3EEB-6AB7-4074-90AB-A694D0545404}"/>
                </a:ext>
              </a:extLst>
            </p:cNvPr>
            <p:cNvSpPr/>
            <p:nvPr/>
          </p:nvSpPr>
          <p:spPr>
            <a:xfrm>
              <a:off x="45943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2" name="타원 8001">
              <a:extLst>
                <a:ext uri="{FF2B5EF4-FFF2-40B4-BE49-F238E27FC236}">
                  <a16:creationId xmlns:a16="http://schemas.microsoft.com/office/drawing/2014/main" id="{AA95AFE5-2DD4-4877-9C6B-B554237324BE}"/>
                </a:ext>
              </a:extLst>
            </p:cNvPr>
            <p:cNvSpPr/>
            <p:nvPr/>
          </p:nvSpPr>
          <p:spPr>
            <a:xfrm>
              <a:off x="47467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3" name="타원 8002">
              <a:extLst>
                <a:ext uri="{FF2B5EF4-FFF2-40B4-BE49-F238E27FC236}">
                  <a16:creationId xmlns:a16="http://schemas.microsoft.com/office/drawing/2014/main" id="{D3566ADC-FB5F-4CC2-A163-B155A91F953C}"/>
                </a:ext>
              </a:extLst>
            </p:cNvPr>
            <p:cNvSpPr/>
            <p:nvPr/>
          </p:nvSpPr>
          <p:spPr>
            <a:xfrm>
              <a:off x="48991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4" name="타원 8003">
              <a:extLst>
                <a:ext uri="{FF2B5EF4-FFF2-40B4-BE49-F238E27FC236}">
                  <a16:creationId xmlns:a16="http://schemas.microsoft.com/office/drawing/2014/main" id="{BB3741A7-4ABD-4B89-9473-5BD941586018}"/>
                </a:ext>
              </a:extLst>
            </p:cNvPr>
            <p:cNvSpPr/>
            <p:nvPr/>
          </p:nvSpPr>
          <p:spPr>
            <a:xfrm>
              <a:off x="50515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5" name="타원 8004">
              <a:extLst>
                <a:ext uri="{FF2B5EF4-FFF2-40B4-BE49-F238E27FC236}">
                  <a16:creationId xmlns:a16="http://schemas.microsoft.com/office/drawing/2014/main" id="{3A87B67C-339A-404D-BDE4-0ACE299478A1}"/>
                </a:ext>
              </a:extLst>
            </p:cNvPr>
            <p:cNvSpPr/>
            <p:nvPr/>
          </p:nvSpPr>
          <p:spPr>
            <a:xfrm>
              <a:off x="52039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6" name="타원 8005">
              <a:extLst>
                <a:ext uri="{FF2B5EF4-FFF2-40B4-BE49-F238E27FC236}">
                  <a16:creationId xmlns:a16="http://schemas.microsoft.com/office/drawing/2014/main" id="{82DBCD4F-0B3F-4807-99FD-EDAA8EF084C2}"/>
                </a:ext>
              </a:extLst>
            </p:cNvPr>
            <p:cNvSpPr/>
            <p:nvPr/>
          </p:nvSpPr>
          <p:spPr>
            <a:xfrm>
              <a:off x="53563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7" name="타원 8006">
              <a:extLst>
                <a:ext uri="{FF2B5EF4-FFF2-40B4-BE49-F238E27FC236}">
                  <a16:creationId xmlns:a16="http://schemas.microsoft.com/office/drawing/2014/main" id="{015AC37B-04E0-47CD-B03E-A269403F1932}"/>
                </a:ext>
              </a:extLst>
            </p:cNvPr>
            <p:cNvSpPr/>
            <p:nvPr/>
          </p:nvSpPr>
          <p:spPr>
            <a:xfrm>
              <a:off x="55087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8" name="타원 8007">
              <a:extLst>
                <a:ext uri="{FF2B5EF4-FFF2-40B4-BE49-F238E27FC236}">
                  <a16:creationId xmlns:a16="http://schemas.microsoft.com/office/drawing/2014/main" id="{D9ED8C62-6A1C-484D-BD77-D527D56BA83A}"/>
                </a:ext>
              </a:extLst>
            </p:cNvPr>
            <p:cNvSpPr/>
            <p:nvPr/>
          </p:nvSpPr>
          <p:spPr>
            <a:xfrm>
              <a:off x="56611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09" name="타원 8008">
              <a:extLst>
                <a:ext uri="{FF2B5EF4-FFF2-40B4-BE49-F238E27FC236}">
                  <a16:creationId xmlns:a16="http://schemas.microsoft.com/office/drawing/2014/main" id="{D1AE2348-4B02-40D9-A319-E78DF348339B}"/>
                </a:ext>
              </a:extLst>
            </p:cNvPr>
            <p:cNvSpPr/>
            <p:nvPr/>
          </p:nvSpPr>
          <p:spPr>
            <a:xfrm>
              <a:off x="5813576" y="5105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0" name="타원 8009">
              <a:extLst>
                <a:ext uri="{FF2B5EF4-FFF2-40B4-BE49-F238E27FC236}">
                  <a16:creationId xmlns:a16="http://schemas.microsoft.com/office/drawing/2014/main" id="{A0E7B23D-545A-493E-9B70-95A719298ACD}"/>
                </a:ext>
              </a:extLst>
            </p:cNvPr>
            <p:cNvSpPr/>
            <p:nvPr/>
          </p:nvSpPr>
          <p:spPr>
            <a:xfrm>
              <a:off x="3271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1" name="타원 8010">
              <a:extLst>
                <a:ext uri="{FF2B5EF4-FFF2-40B4-BE49-F238E27FC236}">
                  <a16:creationId xmlns:a16="http://schemas.microsoft.com/office/drawing/2014/main" id="{84E6F0C2-856E-4D98-8CAB-6863EDC12E1A}"/>
                </a:ext>
              </a:extLst>
            </p:cNvPr>
            <p:cNvSpPr/>
            <p:nvPr/>
          </p:nvSpPr>
          <p:spPr>
            <a:xfrm>
              <a:off x="4795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2" name="타원 8011">
              <a:extLst>
                <a:ext uri="{FF2B5EF4-FFF2-40B4-BE49-F238E27FC236}">
                  <a16:creationId xmlns:a16="http://schemas.microsoft.com/office/drawing/2014/main" id="{8AB10650-D3CD-4EE1-9D84-5E1B3BEB380D}"/>
                </a:ext>
              </a:extLst>
            </p:cNvPr>
            <p:cNvSpPr/>
            <p:nvPr/>
          </p:nvSpPr>
          <p:spPr>
            <a:xfrm>
              <a:off x="6319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3" name="타원 8012">
              <a:extLst>
                <a:ext uri="{FF2B5EF4-FFF2-40B4-BE49-F238E27FC236}">
                  <a16:creationId xmlns:a16="http://schemas.microsoft.com/office/drawing/2014/main" id="{3AEB390C-AB47-4770-B803-525A71861DC5}"/>
                </a:ext>
              </a:extLst>
            </p:cNvPr>
            <p:cNvSpPr/>
            <p:nvPr/>
          </p:nvSpPr>
          <p:spPr>
            <a:xfrm>
              <a:off x="7843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4" name="타원 8013">
              <a:extLst>
                <a:ext uri="{FF2B5EF4-FFF2-40B4-BE49-F238E27FC236}">
                  <a16:creationId xmlns:a16="http://schemas.microsoft.com/office/drawing/2014/main" id="{D14189B2-E23B-47B9-8A65-CBECAE68E5E4}"/>
                </a:ext>
              </a:extLst>
            </p:cNvPr>
            <p:cNvSpPr/>
            <p:nvPr/>
          </p:nvSpPr>
          <p:spPr>
            <a:xfrm>
              <a:off x="9367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5" name="타원 8014">
              <a:extLst>
                <a:ext uri="{FF2B5EF4-FFF2-40B4-BE49-F238E27FC236}">
                  <a16:creationId xmlns:a16="http://schemas.microsoft.com/office/drawing/2014/main" id="{838432E1-8B35-49EA-AF4E-EC2FB4A2CD5F}"/>
                </a:ext>
              </a:extLst>
            </p:cNvPr>
            <p:cNvSpPr/>
            <p:nvPr/>
          </p:nvSpPr>
          <p:spPr>
            <a:xfrm>
              <a:off x="10891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6" name="타원 8015">
              <a:extLst>
                <a:ext uri="{FF2B5EF4-FFF2-40B4-BE49-F238E27FC236}">
                  <a16:creationId xmlns:a16="http://schemas.microsoft.com/office/drawing/2014/main" id="{2E42A1F2-CDC7-450F-B67D-D781A8A4EC3B}"/>
                </a:ext>
              </a:extLst>
            </p:cNvPr>
            <p:cNvSpPr/>
            <p:nvPr/>
          </p:nvSpPr>
          <p:spPr>
            <a:xfrm>
              <a:off x="12415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7" name="타원 8016">
              <a:extLst>
                <a:ext uri="{FF2B5EF4-FFF2-40B4-BE49-F238E27FC236}">
                  <a16:creationId xmlns:a16="http://schemas.microsoft.com/office/drawing/2014/main" id="{217FB503-B8BA-48DD-9C0B-1CAD1580505F}"/>
                </a:ext>
              </a:extLst>
            </p:cNvPr>
            <p:cNvSpPr/>
            <p:nvPr/>
          </p:nvSpPr>
          <p:spPr>
            <a:xfrm>
              <a:off x="13939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8" name="타원 8017">
              <a:extLst>
                <a:ext uri="{FF2B5EF4-FFF2-40B4-BE49-F238E27FC236}">
                  <a16:creationId xmlns:a16="http://schemas.microsoft.com/office/drawing/2014/main" id="{2F3DAC48-FDAE-4085-86C5-3AB3FBACCCD4}"/>
                </a:ext>
              </a:extLst>
            </p:cNvPr>
            <p:cNvSpPr/>
            <p:nvPr/>
          </p:nvSpPr>
          <p:spPr>
            <a:xfrm>
              <a:off x="15463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19" name="타원 8018">
              <a:extLst>
                <a:ext uri="{FF2B5EF4-FFF2-40B4-BE49-F238E27FC236}">
                  <a16:creationId xmlns:a16="http://schemas.microsoft.com/office/drawing/2014/main" id="{1522ABB4-47C3-4984-A372-142B8632C387}"/>
                </a:ext>
              </a:extLst>
            </p:cNvPr>
            <p:cNvSpPr/>
            <p:nvPr/>
          </p:nvSpPr>
          <p:spPr>
            <a:xfrm>
              <a:off x="16987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0" name="타원 8019">
              <a:extLst>
                <a:ext uri="{FF2B5EF4-FFF2-40B4-BE49-F238E27FC236}">
                  <a16:creationId xmlns:a16="http://schemas.microsoft.com/office/drawing/2014/main" id="{A6F74163-B687-4DB4-9935-267DBB00E88E}"/>
                </a:ext>
              </a:extLst>
            </p:cNvPr>
            <p:cNvSpPr/>
            <p:nvPr/>
          </p:nvSpPr>
          <p:spPr>
            <a:xfrm>
              <a:off x="18511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1" name="타원 8020">
              <a:extLst>
                <a:ext uri="{FF2B5EF4-FFF2-40B4-BE49-F238E27FC236}">
                  <a16:creationId xmlns:a16="http://schemas.microsoft.com/office/drawing/2014/main" id="{30CF1393-9BF7-4CF4-B35D-F6CD7A51E295}"/>
                </a:ext>
              </a:extLst>
            </p:cNvPr>
            <p:cNvSpPr/>
            <p:nvPr/>
          </p:nvSpPr>
          <p:spPr>
            <a:xfrm>
              <a:off x="20035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2" name="타원 8021">
              <a:extLst>
                <a:ext uri="{FF2B5EF4-FFF2-40B4-BE49-F238E27FC236}">
                  <a16:creationId xmlns:a16="http://schemas.microsoft.com/office/drawing/2014/main" id="{14C72621-6087-4F75-BABE-3A2C0905BAA9}"/>
                </a:ext>
              </a:extLst>
            </p:cNvPr>
            <p:cNvSpPr/>
            <p:nvPr/>
          </p:nvSpPr>
          <p:spPr>
            <a:xfrm>
              <a:off x="21559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3" name="타원 8022">
              <a:extLst>
                <a:ext uri="{FF2B5EF4-FFF2-40B4-BE49-F238E27FC236}">
                  <a16:creationId xmlns:a16="http://schemas.microsoft.com/office/drawing/2014/main" id="{C2FE8B13-14B5-4459-9330-3938FFAE355C}"/>
                </a:ext>
              </a:extLst>
            </p:cNvPr>
            <p:cNvSpPr/>
            <p:nvPr/>
          </p:nvSpPr>
          <p:spPr>
            <a:xfrm>
              <a:off x="23083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4" name="타원 8023">
              <a:extLst>
                <a:ext uri="{FF2B5EF4-FFF2-40B4-BE49-F238E27FC236}">
                  <a16:creationId xmlns:a16="http://schemas.microsoft.com/office/drawing/2014/main" id="{8B0A6AE2-2410-477D-9457-EE1A83A957C1}"/>
                </a:ext>
              </a:extLst>
            </p:cNvPr>
            <p:cNvSpPr/>
            <p:nvPr/>
          </p:nvSpPr>
          <p:spPr>
            <a:xfrm>
              <a:off x="24607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5" name="타원 8024">
              <a:extLst>
                <a:ext uri="{FF2B5EF4-FFF2-40B4-BE49-F238E27FC236}">
                  <a16:creationId xmlns:a16="http://schemas.microsoft.com/office/drawing/2014/main" id="{54756381-AE7B-41E3-A68A-BF8DE344DD95}"/>
                </a:ext>
              </a:extLst>
            </p:cNvPr>
            <p:cNvSpPr/>
            <p:nvPr/>
          </p:nvSpPr>
          <p:spPr>
            <a:xfrm>
              <a:off x="26131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6" name="타원 8025">
              <a:extLst>
                <a:ext uri="{FF2B5EF4-FFF2-40B4-BE49-F238E27FC236}">
                  <a16:creationId xmlns:a16="http://schemas.microsoft.com/office/drawing/2014/main" id="{E590A139-0D60-414D-824C-7F428C0EEA74}"/>
                </a:ext>
              </a:extLst>
            </p:cNvPr>
            <p:cNvSpPr/>
            <p:nvPr/>
          </p:nvSpPr>
          <p:spPr>
            <a:xfrm>
              <a:off x="27655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7" name="타원 8026">
              <a:extLst>
                <a:ext uri="{FF2B5EF4-FFF2-40B4-BE49-F238E27FC236}">
                  <a16:creationId xmlns:a16="http://schemas.microsoft.com/office/drawing/2014/main" id="{F14454AD-384F-4FA4-AD9E-6231046076DA}"/>
                </a:ext>
              </a:extLst>
            </p:cNvPr>
            <p:cNvSpPr/>
            <p:nvPr/>
          </p:nvSpPr>
          <p:spPr>
            <a:xfrm>
              <a:off x="29179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8" name="타원 8027">
              <a:extLst>
                <a:ext uri="{FF2B5EF4-FFF2-40B4-BE49-F238E27FC236}">
                  <a16:creationId xmlns:a16="http://schemas.microsoft.com/office/drawing/2014/main" id="{3FBF3D41-FBB8-4E8B-A57E-E05FA83E91A1}"/>
                </a:ext>
              </a:extLst>
            </p:cNvPr>
            <p:cNvSpPr/>
            <p:nvPr/>
          </p:nvSpPr>
          <p:spPr>
            <a:xfrm>
              <a:off x="30703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29" name="타원 8028">
              <a:extLst>
                <a:ext uri="{FF2B5EF4-FFF2-40B4-BE49-F238E27FC236}">
                  <a16:creationId xmlns:a16="http://schemas.microsoft.com/office/drawing/2014/main" id="{FCCBC2FC-F151-448F-BA56-FADC76760398}"/>
                </a:ext>
              </a:extLst>
            </p:cNvPr>
            <p:cNvSpPr/>
            <p:nvPr/>
          </p:nvSpPr>
          <p:spPr>
            <a:xfrm>
              <a:off x="32227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0" name="타원 8029">
              <a:extLst>
                <a:ext uri="{FF2B5EF4-FFF2-40B4-BE49-F238E27FC236}">
                  <a16:creationId xmlns:a16="http://schemas.microsoft.com/office/drawing/2014/main" id="{CAD29386-7565-434F-A1EF-6D408F636141}"/>
                </a:ext>
              </a:extLst>
            </p:cNvPr>
            <p:cNvSpPr/>
            <p:nvPr/>
          </p:nvSpPr>
          <p:spPr>
            <a:xfrm>
              <a:off x="33751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1" name="타원 8030">
              <a:extLst>
                <a:ext uri="{FF2B5EF4-FFF2-40B4-BE49-F238E27FC236}">
                  <a16:creationId xmlns:a16="http://schemas.microsoft.com/office/drawing/2014/main" id="{9CCDFD0E-938F-44C8-B66D-3568FDF648D1}"/>
                </a:ext>
              </a:extLst>
            </p:cNvPr>
            <p:cNvSpPr/>
            <p:nvPr/>
          </p:nvSpPr>
          <p:spPr>
            <a:xfrm>
              <a:off x="35275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2" name="타원 8031">
              <a:extLst>
                <a:ext uri="{FF2B5EF4-FFF2-40B4-BE49-F238E27FC236}">
                  <a16:creationId xmlns:a16="http://schemas.microsoft.com/office/drawing/2014/main" id="{773806BA-40E2-4608-BC3D-4160CFA3DEAE}"/>
                </a:ext>
              </a:extLst>
            </p:cNvPr>
            <p:cNvSpPr/>
            <p:nvPr/>
          </p:nvSpPr>
          <p:spPr>
            <a:xfrm>
              <a:off x="36799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3" name="타원 8032">
              <a:extLst>
                <a:ext uri="{FF2B5EF4-FFF2-40B4-BE49-F238E27FC236}">
                  <a16:creationId xmlns:a16="http://schemas.microsoft.com/office/drawing/2014/main" id="{96C3E96B-2B97-45A2-A938-0B00C6DEFC1B}"/>
                </a:ext>
              </a:extLst>
            </p:cNvPr>
            <p:cNvSpPr/>
            <p:nvPr/>
          </p:nvSpPr>
          <p:spPr>
            <a:xfrm>
              <a:off x="38323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4" name="타원 8033">
              <a:extLst>
                <a:ext uri="{FF2B5EF4-FFF2-40B4-BE49-F238E27FC236}">
                  <a16:creationId xmlns:a16="http://schemas.microsoft.com/office/drawing/2014/main" id="{77D6D657-8BB4-4F77-8F1C-716262DB15B6}"/>
                </a:ext>
              </a:extLst>
            </p:cNvPr>
            <p:cNvSpPr/>
            <p:nvPr/>
          </p:nvSpPr>
          <p:spPr>
            <a:xfrm>
              <a:off x="39847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5" name="타원 8034">
              <a:extLst>
                <a:ext uri="{FF2B5EF4-FFF2-40B4-BE49-F238E27FC236}">
                  <a16:creationId xmlns:a16="http://schemas.microsoft.com/office/drawing/2014/main" id="{0DFFFEBA-CC6A-4BD8-B192-10C7DCB1FA3E}"/>
                </a:ext>
              </a:extLst>
            </p:cNvPr>
            <p:cNvSpPr/>
            <p:nvPr/>
          </p:nvSpPr>
          <p:spPr>
            <a:xfrm>
              <a:off x="41371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6" name="타원 8035">
              <a:extLst>
                <a:ext uri="{FF2B5EF4-FFF2-40B4-BE49-F238E27FC236}">
                  <a16:creationId xmlns:a16="http://schemas.microsoft.com/office/drawing/2014/main" id="{CBBED14F-F8ED-4B5E-AE91-28EA539D46E3}"/>
                </a:ext>
              </a:extLst>
            </p:cNvPr>
            <p:cNvSpPr/>
            <p:nvPr/>
          </p:nvSpPr>
          <p:spPr>
            <a:xfrm>
              <a:off x="42895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7" name="타원 8036">
              <a:extLst>
                <a:ext uri="{FF2B5EF4-FFF2-40B4-BE49-F238E27FC236}">
                  <a16:creationId xmlns:a16="http://schemas.microsoft.com/office/drawing/2014/main" id="{EDEBF012-7339-4CF4-ABF7-1DFAC7541A09}"/>
                </a:ext>
              </a:extLst>
            </p:cNvPr>
            <p:cNvSpPr/>
            <p:nvPr/>
          </p:nvSpPr>
          <p:spPr>
            <a:xfrm>
              <a:off x="44419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8" name="타원 8037">
              <a:extLst>
                <a:ext uri="{FF2B5EF4-FFF2-40B4-BE49-F238E27FC236}">
                  <a16:creationId xmlns:a16="http://schemas.microsoft.com/office/drawing/2014/main" id="{7BEDFEE4-7EF3-49E0-8217-ECAC9B58D92A}"/>
                </a:ext>
              </a:extLst>
            </p:cNvPr>
            <p:cNvSpPr/>
            <p:nvPr/>
          </p:nvSpPr>
          <p:spPr>
            <a:xfrm>
              <a:off x="45943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39" name="타원 8038">
              <a:extLst>
                <a:ext uri="{FF2B5EF4-FFF2-40B4-BE49-F238E27FC236}">
                  <a16:creationId xmlns:a16="http://schemas.microsoft.com/office/drawing/2014/main" id="{FCAFEE67-758E-470A-961E-BBBBD8F2E0DC}"/>
                </a:ext>
              </a:extLst>
            </p:cNvPr>
            <p:cNvSpPr/>
            <p:nvPr/>
          </p:nvSpPr>
          <p:spPr>
            <a:xfrm>
              <a:off x="47467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0" name="타원 8039">
              <a:extLst>
                <a:ext uri="{FF2B5EF4-FFF2-40B4-BE49-F238E27FC236}">
                  <a16:creationId xmlns:a16="http://schemas.microsoft.com/office/drawing/2014/main" id="{A7EE7BC2-3A2B-4A2E-9640-84FD86DE47DE}"/>
                </a:ext>
              </a:extLst>
            </p:cNvPr>
            <p:cNvSpPr/>
            <p:nvPr/>
          </p:nvSpPr>
          <p:spPr>
            <a:xfrm>
              <a:off x="48991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1" name="타원 8040">
              <a:extLst>
                <a:ext uri="{FF2B5EF4-FFF2-40B4-BE49-F238E27FC236}">
                  <a16:creationId xmlns:a16="http://schemas.microsoft.com/office/drawing/2014/main" id="{8D6DF41B-02CD-4AD7-B05A-6C266DC7A9AF}"/>
                </a:ext>
              </a:extLst>
            </p:cNvPr>
            <p:cNvSpPr/>
            <p:nvPr/>
          </p:nvSpPr>
          <p:spPr>
            <a:xfrm>
              <a:off x="50515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2" name="타원 8041">
              <a:extLst>
                <a:ext uri="{FF2B5EF4-FFF2-40B4-BE49-F238E27FC236}">
                  <a16:creationId xmlns:a16="http://schemas.microsoft.com/office/drawing/2014/main" id="{95A0CF79-A83A-4A6D-9F92-1C759A19CAD6}"/>
                </a:ext>
              </a:extLst>
            </p:cNvPr>
            <p:cNvSpPr/>
            <p:nvPr/>
          </p:nvSpPr>
          <p:spPr>
            <a:xfrm>
              <a:off x="52039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3" name="타원 8042">
              <a:extLst>
                <a:ext uri="{FF2B5EF4-FFF2-40B4-BE49-F238E27FC236}">
                  <a16:creationId xmlns:a16="http://schemas.microsoft.com/office/drawing/2014/main" id="{FCE93954-BB06-4198-8106-C4FE843274DD}"/>
                </a:ext>
              </a:extLst>
            </p:cNvPr>
            <p:cNvSpPr/>
            <p:nvPr/>
          </p:nvSpPr>
          <p:spPr>
            <a:xfrm>
              <a:off x="53563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4" name="타원 8043">
              <a:extLst>
                <a:ext uri="{FF2B5EF4-FFF2-40B4-BE49-F238E27FC236}">
                  <a16:creationId xmlns:a16="http://schemas.microsoft.com/office/drawing/2014/main" id="{43F789FA-ED39-4124-8CE7-9F58B4A72995}"/>
                </a:ext>
              </a:extLst>
            </p:cNvPr>
            <p:cNvSpPr/>
            <p:nvPr/>
          </p:nvSpPr>
          <p:spPr>
            <a:xfrm>
              <a:off x="55087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5" name="타원 8044">
              <a:extLst>
                <a:ext uri="{FF2B5EF4-FFF2-40B4-BE49-F238E27FC236}">
                  <a16:creationId xmlns:a16="http://schemas.microsoft.com/office/drawing/2014/main" id="{D4BF2523-88F6-480F-A505-6F1C1BD41E02}"/>
                </a:ext>
              </a:extLst>
            </p:cNvPr>
            <p:cNvSpPr/>
            <p:nvPr/>
          </p:nvSpPr>
          <p:spPr>
            <a:xfrm>
              <a:off x="56611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6" name="타원 8045">
              <a:extLst>
                <a:ext uri="{FF2B5EF4-FFF2-40B4-BE49-F238E27FC236}">
                  <a16:creationId xmlns:a16="http://schemas.microsoft.com/office/drawing/2014/main" id="{90663592-F1E1-4508-B79F-47596EA967F0}"/>
                </a:ext>
              </a:extLst>
            </p:cNvPr>
            <p:cNvSpPr/>
            <p:nvPr/>
          </p:nvSpPr>
          <p:spPr>
            <a:xfrm>
              <a:off x="5813576" y="5257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7" name="타원 8046">
              <a:extLst>
                <a:ext uri="{FF2B5EF4-FFF2-40B4-BE49-F238E27FC236}">
                  <a16:creationId xmlns:a16="http://schemas.microsoft.com/office/drawing/2014/main" id="{96F9989A-D781-43DC-8FE5-57A7714D29CC}"/>
                </a:ext>
              </a:extLst>
            </p:cNvPr>
            <p:cNvSpPr/>
            <p:nvPr/>
          </p:nvSpPr>
          <p:spPr>
            <a:xfrm>
              <a:off x="3271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8" name="타원 8047">
              <a:extLst>
                <a:ext uri="{FF2B5EF4-FFF2-40B4-BE49-F238E27FC236}">
                  <a16:creationId xmlns:a16="http://schemas.microsoft.com/office/drawing/2014/main" id="{715E9A5E-6E89-4938-8690-D25FFA6F4B27}"/>
                </a:ext>
              </a:extLst>
            </p:cNvPr>
            <p:cNvSpPr/>
            <p:nvPr/>
          </p:nvSpPr>
          <p:spPr>
            <a:xfrm>
              <a:off x="4795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49" name="타원 8048">
              <a:extLst>
                <a:ext uri="{FF2B5EF4-FFF2-40B4-BE49-F238E27FC236}">
                  <a16:creationId xmlns:a16="http://schemas.microsoft.com/office/drawing/2014/main" id="{74D030B3-A5E0-4A2A-A7ED-0F91E67D569B}"/>
                </a:ext>
              </a:extLst>
            </p:cNvPr>
            <p:cNvSpPr/>
            <p:nvPr/>
          </p:nvSpPr>
          <p:spPr>
            <a:xfrm>
              <a:off x="6319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0" name="타원 8049">
              <a:extLst>
                <a:ext uri="{FF2B5EF4-FFF2-40B4-BE49-F238E27FC236}">
                  <a16:creationId xmlns:a16="http://schemas.microsoft.com/office/drawing/2014/main" id="{74C9E992-AFDA-46DF-818B-631AF3A9425C}"/>
                </a:ext>
              </a:extLst>
            </p:cNvPr>
            <p:cNvSpPr/>
            <p:nvPr/>
          </p:nvSpPr>
          <p:spPr>
            <a:xfrm>
              <a:off x="7843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1" name="타원 8050">
              <a:extLst>
                <a:ext uri="{FF2B5EF4-FFF2-40B4-BE49-F238E27FC236}">
                  <a16:creationId xmlns:a16="http://schemas.microsoft.com/office/drawing/2014/main" id="{DDB3DC80-7F12-4CE6-9F21-5A6B09D9E779}"/>
                </a:ext>
              </a:extLst>
            </p:cNvPr>
            <p:cNvSpPr/>
            <p:nvPr/>
          </p:nvSpPr>
          <p:spPr>
            <a:xfrm>
              <a:off x="9367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2" name="타원 8051">
              <a:extLst>
                <a:ext uri="{FF2B5EF4-FFF2-40B4-BE49-F238E27FC236}">
                  <a16:creationId xmlns:a16="http://schemas.microsoft.com/office/drawing/2014/main" id="{58BE9449-9CC6-44AE-A684-5FA16E05473E}"/>
                </a:ext>
              </a:extLst>
            </p:cNvPr>
            <p:cNvSpPr/>
            <p:nvPr/>
          </p:nvSpPr>
          <p:spPr>
            <a:xfrm>
              <a:off x="10891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3" name="타원 8052">
              <a:extLst>
                <a:ext uri="{FF2B5EF4-FFF2-40B4-BE49-F238E27FC236}">
                  <a16:creationId xmlns:a16="http://schemas.microsoft.com/office/drawing/2014/main" id="{3C2B8593-62F4-4AA7-AD8D-02DB3F5C6AF3}"/>
                </a:ext>
              </a:extLst>
            </p:cNvPr>
            <p:cNvSpPr/>
            <p:nvPr/>
          </p:nvSpPr>
          <p:spPr>
            <a:xfrm>
              <a:off x="12415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4" name="타원 8053">
              <a:extLst>
                <a:ext uri="{FF2B5EF4-FFF2-40B4-BE49-F238E27FC236}">
                  <a16:creationId xmlns:a16="http://schemas.microsoft.com/office/drawing/2014/main" id="{A04036F4-35D7-429B-9393-B9A8F9CF25F3}"/>
                </a:ext>
              </a:extLst>
            </p:cNvPr>
            <p:cNvSpPr/>
            <p:nvPr/>
          </p:nvSpPr>
          <p:spPr>
            <a:xfrm>
              <a:off x="13939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5" name="타원 8054">
              <a:extLst>
                <a:ext uri="{FF2B5EF4-FFF2-40B4-BE49-F238E27FC236}">
                  <a16:creationId xmlns:a16="http://schemas.microsoft.com/office/drawing/2014/main" id="{03FCF8F3-1BB3-4A5E-AF80-A5791604D5EA}"/>
                </a:ext>
              </a:extLst>
            </p:cNvPr>
            <p:cNvSpPr/>
            <p:nvPr/>
          </p:nvSpPr>
          <p:spPr>
            <a:xfrm>
              <a:off x="15463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6" name="타원 8055">
              <a:extLst>
                <a:ext uri="{FF2B5EF4-FFF2-40B4-BE49-F238E27FC236}">
                  <a16:creationId xmlns:a16="http://schemas.microsoft.com/office/drawing/2014/main" id="{88274397-1C8A-4F11-B551-50F4A3C2FAFA}"/>
                </a:ext>
              </a:extLst>
            </p:cNvPr>
            <p:cNvSpPr/>
            <p:nvPr/>
          </p:nvSpPr>
          <p:spPr>
            <a:xfrm>
              <a:off x="16987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7" name="타원 8056">
              <a:extLst>
                <a:ext uri="{FF2B5EF4-FFF2-40B4-BE49-F238E27FC236}">
                  <a16:creationId xmlns:a16="http://schemas.microsoft.com/office/drawing/2014/main" id="{94D1BB7F-B5F8-4CDE-8AAD-7B9A5C18F5C6}"/>
                </a:ext>
              </a:extLst>
            </p:cNvPr>
            <p:cNvSpPr/>
            <p:nvPr/>
          </p:nvSpPr>
          <p:spPr>
            <a:xfrm>
              <a:off x="18511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8" name="타원 8057">
              <a:extLst>
                <a:ext uri="{FF2B5EF4-FFF2-40B4-BE49-F238E27FC236}">
                  <a16:creationId xmlns:a16="http://schemas.microsoft.com/office/drawing/2014/main" id="{3DADCAD7-917F-409A-8332-1C97D33CA25F}"/>
                </a:ext>
              </a:extLst>
            </p:cNvPr>
            <p:cNvSpPr/>
            <p:nvPr/>
          </p:nvSpPr>
          <p:spPr>
            <a:xfrm>
              <a:off x="20035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59" name="타원 8058">
              <a:extLst>
                <a:ext uri="{FF2B5EF4-FFF2-40B4-BE49-F238E27FC236}">
                  <a16:creationId xmlns:a16="http://schemas.microsoft.com/office/drawing/2014/main" id="{D25E921C-321D-43FA-AAB2-6B16E54E6A39}"/>
                </a:ext>
              </a:extLst>
            </p:cNvPr>
            <p:cNvSpPr/>
            <p:nvPr/>
          </p:nvSpPr>
          <p:spPr>
            <a:xfrm>
              <a:off x="21559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0" name="타원 8059">
              <a:extLst>
                <a:ext uri="{FF2B5EF4-FFF2-40B4-BE49-F238E27FC236}">
                  <a16:creationId xmlns:a16="http://schemas.microsoft.com/office/drawing/2014/main" id="{B5DC9815-569C-4287-9F61-B0E7A9959E6F}"/>
                </a:ext>
              </a:extLst>
            </p:cNvPr>
            <p:cNvSpPr/>
            <p:nvPr/>
          </p:nvSpPr>
          <p:spPr>
            <a:xfrm>
              <a:off x="23083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1" name="타원 8060">
              <a:extLst>
                <a:ext uri="{FF2B5EF4-FFF2-40B4-BE49-F238E27FC236}">
                  <a16:creationId xmlns:a16="http://schemas.microsoft.com/office/drawing/2014/main" id="{CBD753BF-2440-4523-91EF-0B0B701FBFFE}"/>
                </a:ext>
              </a:extLst>
            </p:cNvPr>
            <p:cNvSpPr/>
            <p:nvPr/>
          </p:nvSpPr>
          <p:spPr>
            <a:xfrm>
              <a:off x="24607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2" name="타원 8061">
              <a:extLst>
                <a:ext uri="{FF2B5EF4-FFF2-40B4-BE49-F238E27FC236}">
                  <a16:creationId xmlns:a16="http://schemas.microsoft.com/office/drawing/2014/main" id="{16F4840D-22DF-4BB1-A830-4B0532BCD92A}"/>
                </a:ext>
              </a:extLst>
            </p:cNvPr>
            <p:cNvSpPr/>
            <p:nvPr/>
          </p:nvSpPr>
          <p:spPr>
            <a:xfrm>
              <a:off x="26131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3" name="타원 8062">
              <a:extLst>
                <a:ext uri="{FF2B5EF4-FFF2-40B4-BE49-F238E27FC236}">
                  <a16:creationId xmlns:a16="http://schemas.microsoft.com/office/drawing/2014/main" id="{E7D8E13E-2E88-473A-A3A7-ADC6B1DF9EBB}"/>
                </a:ext>
              </a:extLst>
            </p:cNvPr>
            <p:cNvSpPr/>
            <p:nvPr/>
          </p:nvSpPr>
          <p:spPr>
            <a:xfrm>
              <a:off x="27655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4" name="타원 8063">
              <a:extLst>
                <a:ext uri="{FF2B5EF4-FFF2-40B4-BE49-F238E27FC236}">
                  <a16:creationId xmlns:a16="http://schemas.microsoft.com/office/drawing/2014/main" id="{58363740-1EC7-4F87-A453-6DE47A1DE08D}"/>
                </a:ext>
              </a:extLst>
            </p:cNvPr>
            <p:cNvSpPr/>
            <p:nvPr/>
          </p:nvSpPr>
          <p:spPr>
            <a:xfrm>
              <a:off x="29179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5" name="타원 8064">
              <a:extLst>
                <a:ext uri="{FF2B5EF4-FFF2-40B4-BE49-F238E27FC236}">
                  <a16:creationId xmlns:a16="http://schemas.microsoft.com/office/drawing/2014/main" id="{BC4F48F2-98CD-4794-998A-353608BFFB82}"/>
                </a:ext>
              </a:extLst>
            </p:cNvPr>
            <p:cNvSpPr/>
            <p:nvPr/>
          </p:nvSpPr>
          <p:spPr>
            <a:xfrm>
              <a:off x="30703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6" name="타원 8065">
              <a:extLst>
                <a:ext uri="{FF2B5EF4-FFF2-40B4-BE49-F238E27FC236}">
                  <a16:creationId xmlns:a16="http://schemas.microsoft.com/office/drawing/2014/main" id="{342F13EA-1303-4866-908E-07114F97B810}"/>
                </a:ext>
              </a:extLst>
            </p:cNvPr>
            <p:cNvSpPr/>
            <p:nvPr/>
          </p:nvSpPr>
          <p:spPr>
            <a:xfrm>
              <a:off x="32227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7" name="타원 8066">
              <a:extLst>
                <a:ext uri="{FF2B5EF4-FFF2-40B4-BE49-F238E27FC236}">
                  <a16:creationId xmlns:a16="http://schemas.microsoft.com/office/drawing/2014/main" id="{8E6B5590-8865-4FD8-A8AB-E920FE9AC31A}"/>
                </a:ext>
              </a:extLst>
            </p:cNvPr>
            <p:cNvSpPr/>
            <p:nvPr/>
          </p:nvSpPr>
          <p:spPr>
            <a:xfrm>
              <a:off x="33751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8" name="타원 8067">
              <a:extLst>
                <a:ext uri="{FF2B5EF4-FFF2-40B4-BE49-F238E27FC236}">
                  <a16:creationId xmlns:a16="http://schemas.microsoft.com/office/drawing/2014/main" id="{399E1F37-A41B-41D6-8567-65D8AE915832}"/>
                </a:ext>
              </a:extLst>
            </p:cNvPr>
            <p:cNvSpPr/>
            <p:nvPr/>
          </p:nvSpPr>
          <p:spPr>
            <a:xfrm>
              <a:off x="35275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69" name="타원 8068">
              <a:extLst>
                <a:ext uri="{FF2B5EF4-FFF2-40B4-BE49-F238E27FC236}">
                  <a16:creationId xmlns:a16="http://schemas.microsoft.com/office/drawing/2014/main" id="{D1B984E8-FD55-4760-80F0-C07E68D2B7A5}"/>
                </a:ext>
              </a:extLst>
            </p:cNvPr>
            <p:cNvSpPr/>
            <p:nvPr/>
          </p:nvSpPr>
          <p:spPr>
            <a:xfrm>
              <a:off x="36799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0" name="타원 8069">
              <a:extLst>
                <a:ext uri="{FF2B5EF4-FFF2-40B4-BE49-F238E27FC236}">
                  <a16:creationId xmlns:a16="http://schemas.microsoft.com/office/drawing/2014/main" id="{EABBA692-6708-4AFD-BEF9-F3CD1260C898}"/>
                </a:ext>
              </a:extLst>
            </p:cNvPr>
            <p:cNvSpPr/>
            <p:nvPr/>
          </p:nvSpPr>
          <p:spPr>
            <a:xfrm>
              <a:off x="38323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1" name="타원 8070">
              <a:extLst>
                <a:ext uri="{FF2B5EF4-FFF2-40B4-BE49-F238E27FC236}">
                  <a16:creationId xmlns:a16="http://schemas.microsoft.com/office/drawing/2014/main" id="{3F7C3A16-0E4C-4D08-8E15-CBE9CC544449}"/>
                </a:ext>
              </a:extLst>
            </p:cNvPr>
            <p:cNvSpPr/>
            <p:nvPr/>
          </p:nvSpPr>
          <p:spPr>
            <a:xfrm>
              <a:off x="39847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2" name="타원 8071">
              <a:extLst>
                <a:ext uri="{FF2B5EF4-FFF2-40B4-BE49-F238E27FC236}">
                  <a16:creationId xmlns:a16="http://schemas.microsoft.com/office/drawing/2014/main" id="{CCB19F57-4EA3-4FD6-9C00-B714A57EDC41}"/>
                </a:ext>
              </a:extLst>
            </p:cNvPr>
            <p:cNvSpPr/>
            <p:nvPr/>
          </p:nvSpPr>
          <p:spPr>
            <a:xfrm>
              <a:off x="41371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3" name="타원 8072">
              <a:extLst>
                <a:ext uri="{FF2B5EF4-FFF2-40B4-BE49-F238E27FC236}">
                  <a16:creationId xmlns:a16="http://schemas.microsoft.com/office/drawing/2014/main" id="{A7F4AA18-D9A2-4272-9F0D-BFFCDF0B17BB}"/>
                </a:ext>
              </a:extLst>
            </p:cNvPr>
            <p:cNvSpPr/>
            <p:nvPr/>
          </p:nvSpPr>
          <p:spPr>
            <a:xfrm>
              <a:off x="42895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4" name="타원 8073">
              <a:extLst>
                <a:ext uri="{FF2B5EF4-FFF2-40B4-BE49-F238E27FC236}">
                  <a16:creationId xmlns:a16="http://schemas.microsoft.com/office/drawing/2014/main" id="{CA7C3398-8FBA-49FF-864F-ADC9AB96BE1E}"/>
                </a:ext>
              </a:extLst>
            </p:cNvPr>
            <p:cNvSpPr/>
            <p:nvPr/>
          </p:nvSpPr>
          <p:spPr>
            <a:xfrm>
              <a:off x="44419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5" name="타원 8074">
              <a:extLst>
                <a:ext uri="{FF2B5EF4-FFF2-40B4-BE49-F238E27FC236}">
                  <a16:creationId xmlns:a16="http://schemas.microsoft.com/office/drawing/2014/main" id="{B49C197D-E96F-4353-BE31-DA60F9110D5E}"/>
                </a:ext>
              </a:extLst>
            </p:cNvPr>
            <p:cNvSpPr/>
            <p:nvPr/>
          </p:nvSpPr>
          <p:spPr>
            <a:xfrm>
              <a:off x="45943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6" name="타원 8075">
              <a:extLst>
                <a:ext uri="{FF2B5EF4-FFF2-40B4-BE49-F238E27FC236}">
                  <a16:creationId xmlns:a16="http://schemas.microsoft.com/office/drawing/2014/main" id="{D815589C-ED5F-482F-AE8E-F6F36FF7A4F9}"/>
                </a:ext>
              </a:extLst>
            </p:cNvPr>
            <p:cNvSpPr/>
            <p:nvPr/>
          </p:nvSpPr>
          <p:spPr>
            <a:xfrm>
              <a:off x="47467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7" name="타원 8076">
              <a:extLst>
                <a:ext uri="{FF2B5EF4-FFF2-40B4-BE49-F238E27FC236}">
                  <a16:creationId xmlns:a16="http://schemas.microsoft.com/office/drawing/2014/main" id="{220C5076-BFA8-44FC-83F1-F6CFBA1275E2}"/>
                </a:ext>
              </a:extLst>
            </p:cNvPr>
            <p:cNvSpPr/>
            <p:nvPr/>
          </p:nvSpPr>
          <p:spPr>
            <a:xfrm>
              <a:off x="48991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8" name="타원 8077">
              <a:extLst>
                <a:ext uri="{FF2B5EF4-FFF2-40B4-BE49-F238E27FC236}">
                  <a16:creationId xmlns:a16="http://schemas.microsoft.com/office/drawing/2014/main" id="{F8380300-8E50-4618-A189-D325EA941946}"/>
                </a:ext>
              </a:extLst>
            </p:cNvPr>
            <p:cNvSpPr/>
            <p:nvPr/>
          </p:nvSpPr>
          <p:spPr>
            <a:xfrm>
              <a:off x="50515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79" name="타원 8078">
              <a:extLst>
                <a:ext uri="{FF2B5EF4-FFF2-40B4-BE49-F238E27FC236}">
                  <a16:creationId xmlns:a16="http://schemas.microsoft.com/office/drawing/2014/main" id="{D74EE515-7A86-400D-BBCA-79CFA5792E4C}"/>
                </a:ext>
              </a:extLst>
            </p:cNvPr>
            <p:cNvSpPr/>
            <p:nvPr/>
          </p:nvSpPr>
          <p:spPr>
            <a:xfrm>
              <a:off x="52039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0" name="타원 8079">
              <a:extLst>
                <a:ext uri="{FF2B5EF4-FFF2-40B4-BE49-F238E27FC236}">
                  <a16:creationId xmlns:a16="http://schemas.microsoft.com/office/drawing/2014/main" id="{7BB073FB-6CA6-49A0-9D6E-F237F9F9B2C5}"/>
                </a:ext>
              </a:extLst>
            </p:cNvPr>
            <p:cNvSpPr/>
            <p:nvPr/>
          </p:nvSpPr>
          <p:spPr>
            <a:xfrm>
              <a:off x="53563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1" name="타원 8080">
              <a:extLst>
                <a:ext uri="{FF2B5EF4-FFF2-40B4-BE49-F238E27FC236}">
                  <a16:creationId xmlns:a16="http://schemas.microsoft.com/office/drawing/2014/main" id="{58731C55-E48B-4C98-A8AA-B6B6AB78CFFD}"/>
                </a:ext>
              </a:extLst>
            </p:cNvPr>
            <p:cNvSpPr/>
            <p:nvPr/>
          </p:nvSpPr>
          <p:spPr>
            <a:xfrm>
              <a:off x="55087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2" name="타원 8081">
              <a:extLst>
                <a:ext uri="{FF2B5EF4-FFF2-40B4-BE49-F238E27FC236}">
                  <a16:creationId xmlns:a16="http://schemas.microsoft.com/office/drawing/2014/main" id="{E84952FD-A131-40F3-8CB9-48098F38DE5A}"/>
                </a:ext>
              </a:extLst>
            </p:cNvPr>
            <p:cNvSpPr/>
            <p:nvPr/>
          </p:nvSpPr>
          <p:spPr>
            <a:xfrm>
              <a:off x="56611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3" name="타원 8082">
              <a:extLst>
                <a:ext uri="{FF2B5EF4-FFF2-40B4-BE49-F238E27FC236}">
                  <a16:creationId xmlns:a16="http://schemas.microsoft.com/office/drawing/2014/main" id="{9D06CB9F-2F20-4C56-845A-3E2FA48729B5}"/>
                </a:ext>
              </a:extLst>
            </p:cNvPr>
            <p:cNvSpPr/>
            <p:nvPr/>
          </p:nvSpPr>
          <p:spPr>
            <a:xfrm>
              <a:off x="5813576" y="5410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4" name="타원 8083">
              <a:extLst>
                <a:ext uri="{FF2B5EF4-FFF2-40B4-BE49-F238E27FC236}">
                  <a16:creationId xmlns:a16="http://schemas.microsoft.com/office/drawing/2014/main" id="{03A26DC7-71D6-45C4-A898-1B09837080D3}"/>
                </a:ext>
              </a:extLst>
            </p:cNvPr>
            <p:cNvSpPr/>
            <p:nvPr/>
          </p:nvSpPr>
          <p:spPr>
            <a:xfrm>
              <a:off x="3271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5" name="타원 8084">
              <a:extLst>
                <a:ext uri="{FF2B5EF4-FFF2-40B4-BE49-F238E27FC236}">
                  <a16:creationId xmlns:a16="http://schemas.microsoft.com/office/drawing/2014/main" id="{1790C74C-B353-47EB-A882-AE5D7A8BA279}"/>
                </a:ext>
              </a:extLst>
            </p:cNvPr>
            <p:cNvSpPr/>
            <p:nvPr/>
          </p:nvSpPr>
          <p:spPr>
            <a:xfrm>
              <a:off x="4795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6" name="타원 8085">
              <a:extLst>
                <a:ext uri="{FF2B5EF4-FFF2-40B4-BE49-F238E27FC236}">
                  <a16:creationId xmlns:a16="http://schemas.microsoft.com/office/drawing/2014/main" id="{3995FAB8-3114-4714-9529-EA8A86291815}"/>
                </a:ext>
              </a:extLst>
            </p:cNvPr>
            <p:cNvSpPr/>
            <p:nvPr/>
          </p:nvSpPr>
          <p:spPr>
            <a:xfrm>
              <a:off x="6319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7" name="타원 8086">
              <a:extLst>
                <a:ext uri="{FF2B5EF4-FFF2-40B4-BE49-F238E27FC236}">
                  <a16:creationId xmlns:a16="http://schemas.microsoft.com/office/drawing/2014/main" id="{A940A49C-3F8D-477E-BC42-02B34DF79B89}"/>
                </a:ext>
              </a:extLst>
            </p:cNvPr>
            <p:cNvSpPr/>
            <p:nvPr/>
          </p:nvSpPr>
          <p:spPr>
            <a:xfrm>
              <a:off x="7843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8" name="타원 8087">
              <a:extLst>
                <a:ext uri="{FF2B5EF4-FFF2-40B4-BE49-F238E27FC236}">
                  <a16:creationId xmlns:a16="http://schemas.microsoft.com/office/drawing/2014/main" id="{3D86A0C2-463E-4FEA-9FE0-059F0D253ADD}"/>
                </a:ext>
              </a:extLst>
            </p:cNvPr>
            <p:cNvSpPr/>
            <p:nvPr/>
          </p:nvSpPr>
          <p:spPr>
            <a:xfrm>
              <a:off x="9367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89" name="타원 8088">
              <a:extLst>
                <a:ext uri="{FF2B5EF4-FFF2-40B4-BE49-F238E27FC236}">
                  <a16:creationId xmlns:a16="http://schemas.microsoft.com/office/drawing/2014/main" id="{E8AE03AF-DF80-45C5-BC3A-4D8CDA82E056}"/>
                </a:ext>
              </a:extLst>
            </p:cNvPr>
            <p:cNvSpPr/>
            <p:nvPr/>
          </p:nvSpPr>
          <p:spPr>
            <a:xfrm>
              <a:off x="10891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0" name="타원 8089">
              <a:extLst>
                <a:ext uri="{FF2B5EF4-FFF2-40B4-BE49-F238E27FC236}">
                  <a16:creationId xmlns:a16="http://schemas.microsoft.com/office/drawing/2014/main" id="{CD537653-BC59-4144-9381-D21AAA49741A}"/>
                </a:ext>
              </a:extLst>
            </p:cNvPr>
            <p:cNvSpPr/>
            <p:nvPr/>
          </p:nvSpPr>
          <p:spPr>
            <a:xfrm>
              <a:off x="12415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1" name="타원 8090">
              <a:extLst>
                <a:ext uri="{FF2B5EF4-FFF2-40B4-BE49-F238E27FC236}">
                  <a16:creationId xmlns:a16="http://schemas.microsoft.com/office/drawing/2014/main" id="{296BDC42-7352-44B1-ADCD-622A61A598BF}"/>
                </a:ext>
              </a:extLst>
            </p:cNvPr>
            <p:cNvSpPr/>
            <p:nvPr/>
          </p:nvSpPr>
          <p:spPr>
            <a:xfrm>
              <a:off x="13939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2" name="타원 8091">
              <a:extLst>
                <a:ext uri="{FF2B5EF4-FFF2-40B4-BE49-F238E27FC236}">
                  <a16:creationId xmlns:a16="http://schemas.microsoft.com/office/drawing/2014/main" id="{F3AF04B5-11CD-45BE-8295-8AE5D21BADEC}"/>
                </a:ext>
              </a:extLst>
            </p:cNvPr>
            <p:cNvSpPr/>
            <p:nvPr/>
          </p:nvSpPr>
          <p:spPr>
            <a:xfrm>
              <a:off x="15463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3" name="타원 8092">
              <a:extLst>
                <a:ext uri="{FF2B5EF4-FFF2-40B4-BE49-F238E27FC236}">
                  <a16:creationId xmlns:a16="http://schemas.microsoft.com/office/drawing/2014/main" id="{C112E4EC-3789-4364-A4D6-441E6382DD37}"/>
                </a:ext>
              </a:extLst>
            </p:cNvPr>
            <p:cNvSpPr/>
            <p:nvPr/>
          </p:nvSpPr>
          <p:spPr>
            <a:xfrm>
              <a:off x="16987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4" name="타원 8093">
              <a:extLst>
                <a:ext uri="{FF2B5EF4-FFF2-40B4-BE49-F238E27FC236}">
                  <a16:creationId xmlns:a16="http://schemas.microsoft.com/office/drawing/2014/main" id="{F8E615B2-5CB5-4BC1-B117-8C9E0C045BF8}"/>
                </a:ext>
              </a:extLst>
            </p:cNvPr>
            <p:cNvSpPr/>
            <p:nvPr/>
          </p:nvSpPr>
          <p:spPr>
            <a:xfrm>
              <a:off x="18511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5" name="타원 8094">
              <a:extLst>
                <a:ext uri="{FF2B5EF4-FFF2-40B4-BE49-F238E27FC236}">
                  <a16:creationId xmlns:a16="http://schemas.microsoft.com/office/drawing/2014/main" id="{E57A5FCA-85FC-41B0-A313-2E3489287B1B}"/>
                </a:ext>
              </a:extLst>
            </p:cNvPr>
            <p:cNvSpPr/>
            <p:nvPr/>
          </p:nvSpPr>
          <p:spPr>
            <a:xfrm>
              <a:off x="20035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6" name="타원 8095">
              <a:extLst>
                <a:ext uri="{FF2B5EF4-FFF2-40B4-BE49-F238E27FC236}">
                  <a16:creationId xmlns:a16="http://schemas.microsoft.com/office/drawing/2014/main" id="{8E79F666-7089-4FB1-AD72-5A0E6E2575AD}"/>
                </a:ext>
              </a:extLst>
            </p:cNvPr>
            <p:cNvSpPr/>
            <p:nvPr/>
          </p:nvSpPr>
          <p:spPr>
            <a:xfrm>
              <a:off x="21559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7" name="타원 8096">
              <a:extLst>
                <a:ext uri="{FF2B5EF4-FFF2-40B4-BE49-F238E27FC236}">
                  <a16:creationId xmlns:a16="http://schemas.microsoft.com/office/drawing/2014/main" id="{0CF02103-D165-48D5-944A-3F9F22D6B954}"/>
                </a:ext>
              </a:extLst>
            </p:cNvPr>
            <p:cNvSpPr/>
            <p:nvPr/>
          </p:nvSpPr>
          <p:spPr>
            <a:xfrm>
              <a:off x="23083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8" name="타원 8097">
              <a:extLst>
                <a:ext uri="{FF2B5EF4-FFF2-40B4-BE49-F238E27FC236}">
                  <a16:creationId xmlns:a16="http://schemas.microsoft.com/office/drawing/2014/main" id="{6F422083-625C-40FA-B0C8-B5838C8C5FCD}"/>
                </a:ext>
              </a:extLst>
            </p:cNvPr>
            <p:cNvSpPr/>
            <p:nvPr/>
          </p:nvSpPr>
          <p:spPr>
            <a:xfrm>
              <a:off x="24607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99" name="타원 8098">
              <a:extLst>
                <a:ext uri="{FF2B5EF4-FFF2-40B4-BE49-F238E27FC236}">
                  <a16:creationId xmlns:a16="http://schemas.microsoft.com/office/drawing/2014/main" id="{EB21D405-A16C-420A-9786-9F2FEAE7C232}"/>
                </a:ext>
              </a:extLst>
            </p:cNvPr>
            <p:cNvSpPr/>
            <p:nvPr/>
          </p:nvSpPr>
          <p:spPr>
            <a:xfrm>
              <a:off x="26131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0" name="타원 8099">
              <a:extLst>
                <a:ext uri="{FF2B5EF4-FFF2-40B4-BE49-F238E27FC236}">
                  <a16:creationId xmlns:a16="http://schemas.microsoft.com/office/drawing/2014/main" id="{8503BE65-48D5-4F39-AA20-2C5431112CD9}"/>
                </a:ext>
              </a:extLst>
            </p:cNvPr>
            <p:cNvSpPr/>
            <p:nvPr/>
          </p:nvSpPr>
          <p:spPr>
            <a:xfrm>
              <a:off x="27655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1" name="타원 8100">
              <a:extLst>
                <a:ext uri="{FF2B5EF4-FFF2-40B4-BE49-F238E27FC236}">
                  <a16:creationId xmlns:a16="http://schemas.microsoft.com/office/drawing/2014/main" id="{C80E0214-DB1C-475A-8342-C4A6154CE82E}"/>
                </a:ext>
              </a:extLst>
            </p:cNvPr>
            <p:cNvSpPr/>
            <p:nvPr/>
          </p:nvSpPr>
          <p:spPr>
            <a:xfrm>
              <a:off x="29179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2" name="타원 8101">
              <a:extLst>
                <a:ext uri="{FF2B5EF4-FFF2-40B4-BE49-F238E27FC236}">
                  <a16:creationId xmlns:a16="http://schemas.microsoft.com/office/drawing/2014/main" id="{A2A8E150-10E0-48CD-B246-58FFD04D46DE}"/>
                </a:ext>
              </a:extLst>
            </p:cNvPr>
            <p:cNvSpPr/>
            <p:nvPr/>
          </p:nvSpPr>
          <p:spPr>
            <a:xfrm>
              <a:off x="30703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3" name="타원 8102">
              <a:extLst>
                <a:ext uri="{FF2B5EF4-FFF2-40B4-BE49-F238E27FC236}">
                  <a16:creationId xmlns:a16="http://schemas.microsoft.com/office/drawing/2014/main" id="{3F0435E7-7D1C-4AC6-A056-F9A3C4F50DEB}"/>
                </a:ext>
              </a:extLst>
            </p:cNvPr>
            <p:cNvSpPr/>
            <p:nvPr/>
          </p:nvSpPr>
          <p:spPr>
            <a:xfrm>
              <a:off x="32227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4" name="타원 8103">
              <a:extLst>
                <a:ext uri="{FF2B5EF4-FFF2-40B4-BE49-F238E27FC236}">
                  <a16:creationId xmlns:a16="http://schemas.microsoft.com/office/drawing/2014/main" id="{1F407C6D-3BE1-4478-BCB0-BDDE05E02310}"/>
                </a:ext>
              </a:extLst>
            </p:cNvPr>
            <p:cNvSpPr/>
            <p:nvPr/>
          </p:nvSpPr>
          <p:spPr>
            <a:xfrm>
              <a:off x="33751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5" name="타원 8104">
              <a:extLst>
                <a:ext uri="{FF2B5EF4-FFF2-40B4-BE49-F238E27FC236}">
                  <a16:creationId xmlns:a16="http://schemas.microsoft.com/office/drawing/2014/main" id="{D845B51B-307D-4FBC-8D57-0C3D165D0E3A}"/>
                </a:ext>
              </a:extLst>
            </p:cNvPr>
            <p:cNvSpPr/>
            <p:nvPr/>
          </p:nvSpPr>
          <p:spPr>
            <a:xfrm>
              <a:off x="35275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6" name="타원 8105">
              <a:extLst>
                <a:ext uri="{FF2B5EF4-FFF2-40B4-BE49-F238E27FC236}">
                  <a16:creationId xmlns:a16="http://schemas.microsoft.com/office/drawing/2014/main" id="{BCAAC81E-298C-4517-873E-7F04BB53B5D6}"/>
                </a:ext>
              </a:extLst>
            </p:cNvPr>
            <p:cNvSpPr/>
            <p:nvPr/>
          </p:nvSpPr>
          <p:spPr>
            <a:xfrm>
              <a:off x="36799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7" name="타원 8106">
              <a:extLst>
                <a:ext uri="{FF2B5EF4-FFF2-40B4-BE49-F238E27FC236}">
                  <a16:creationId xmlns:a16="http://schemas.microsoft.com/office/drawing/2014/main" id="{B4DB93A9-FAA7-4758-A249-10CCCFBF61B3}"/>
                </a:ext>
              </a:extLst>
            </p:cNvPr>
            <p:cNvSpPr/>
            <p:nvPr/>
          </p:nvSpPr>
          <p:spPr>
            <a:xfrm>
              <a:off x="38323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8" name="타원 8107">
              <a:extLst>
                <a:ext uri="{FF2B5EF4-FFF2-40B4-BE49-F238E27FC236}">
                  <a16:creationId xmlns:a16="http://schemas.microsoft.com/office/drawing/2014/main" id="{D672B726-0E8D-427A-9677-6ADEC5C93741}"/>
                </a:ext>
              </a:extLst>
            </p:cNvPr>
            <p:cNvSpPr/>
            <p:nvPr/>
          </p:nvSpPr>
          <p:spPr>
            <a:xfrm>
              <a:off x="39847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09" name="타원 8108">
              <a:extLst>
                <a:ext uri="{FF2B5EF4-FFF2-40B4-BE49-F238E27FC236}">
                  <a16:creationId xmlns:a16="http://schemas.microsoft.com/office/drawing/2014/main" id="{0DC3EE47-A1DD-42C3-B842-B0852377E208}"/>
                </a:ext>
              </a:extLst>
            </p:cNvPr>
            <p:cNvSpPr/>
            <p:nvPr/>
          </p:nvSpPr>
          <p:spPr>
            <a:xfrm>
              <a:off x="41371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0" name="타원 8109">
              <a:extLst>
                <a:ext uri="{FF2B5EF4-FFF2-40B4-BE49-F238E27FC236}">
                  <a16:creationId xmlns:a16="http://schemas.microsoft.com/office/drawing/2014/main" id="{89CF7BFE-9A86-41C7-8E54-04FBE3FCDED5}"/>
                </a:ext>
              </a:extLst>
            </p:cNvPr>
            <p:cNvSpPr/>
            <p:nvPr/>
          </p:nvSpPr>
          <p:spPr>
            <a:xfrm>
              <a:off x="42895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1" name="타원 8110">
              <a:extLst>
                <a:ext uri="{FF2B5EF4-FFF2-40B4-BE49-F238E27FC236}">
                  <a16:creationId xmlns:a16="http://schemas.microsoft.com/office/drawing/2014/main" id="{6DD50C80-40C4-458B-86D7-62F59DAD58A5}"/>
                </a:ext>
              </a:extLst>
            </p:cNvPr>
            <p:cNvSpPr/>
            <p:nvPr/>
          </p:nvSpPr>
          <p:spPr>
            <a:xfrm>
              <a:off x="44419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2" name="타원 8111">
              <a:extLst>
                <a:ext uri="{FF2B5EF4-FFF2-40B4-BE49-F238E27FC236}">
                  <a16:creationId xmlns:a16="http://schemas.microsoft.com/office/drawing/2014/main" id="{99CF7BA3-529A-43A5-85F9-F9BA1A742B53}"/>
                </a:ext>
              </a:extLst>
            </p:cNvPr>
            <p:cNvSpPr/>
            <p:nvPr/>
          </p:nvSpPr>
          <p:spPr>
            <a:xfrm>
              <a:off x="45943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3" name="타원 8112">
              <a:extLst>
                <a:ext uri="{FF2B5EF4-FFF2-40B4-BE49-F238E27FC236}">
                  <a16:creationId xmlns:a16="http://schemas.microsoft.com/office/drawing/2014/main" id="{43EF768D-D8F8-4637-82C5-CF532B6AE60F}"/>
                </a:ext>
              </a:extLst>
            </p:cNvPr>
            <p:cNvSpPr/>
            <p:nvPr/>
          </p:nvSpPr>
          <p:spPr>
            <a:xfrm>
              <a:off x="47467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4" name="타원 8113">
              <a:extLst>
                <a:ext uri="{FF2B5EF4-FFF2-40B4-BE49-F238E27FC236}">
                  <a16:creationId xmlns:a16="http://schemas.microsoft.com/office/drawing/2014/main" id="{CE1697A1-408B-4ADE-AB9E-CD02D0336C2D}"/>
                </a:ext>
              </a:extLst>
            </p:cNvPr>
            <p:cNvSpPr/>
            <p:nvPr/>
          </p:nvSpPr>
          <p:spPr>
            <a:xfrm>
              <a:off x="48991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5" name="타원 8114">
              <a:extLst>
                <a:ext uri="{FF2B5EF4-FFF2-40B4-BE49-F238E27FC236}">
                  <a16:creationId xmlns:a16="http://schemas.microsoft.com/office/drawing/2014/main" id="{9289C188-5C73-4487-A5A3-A1D876DED429}"/>
                </a:ext>
              </a:extLst>
            </p:cNvPr>
            <p:cNvSpPr/>
            <p:nvPr/>
          </p:nvSpPr>
          <p:spPr>
            <a:xfrm>
              <a:off x="50515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6" name="타원 8115">
              <a:extLst>
                <a:ext uri="{FF2B5EF4-FFF2-40B4-BE49-F238E27FC236}">
                  <a16:creationId xmlns:a16="http://schemas.microsoft.com/office/drawing/2014/main" id="{308C6988-32BE-4D50-900A-0DE41A15AD25}"/>
                </a:ext>
              </a:extLst>
            </p:cNvPr>
            <p:cNvSpPr/>
            <p:nvPr/>
          </p:nvSpPr>
          <p:spPr>
            <a:xfrm>
              <a:off x="52039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7" name="타원 8116">
              <a:extLst>
                <a:ext uri="{FF2B5EF4-FFF2-40B4-BE49-F238E27FC236}">
                  <a16:creationId xmlns:a16="http://schemas.microsoft.com/office/drawing/2014/main" id="{557D3129-0425-482A-99E2-1DC53004BAF4}"/>
                </a:ext>
              </a:extLst>
            </p:cNvPr>
            <p:cNvSpPr/>
            <p:nvPr/>
          </p:nvSpPr>
          <p:spPr>
            <a:xfrm>
              <a:off x="53563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8" name="타원 8117">
              <a:extLst>
                <a:ext uri="{FF2B5EF4-FFF2-40B4-BE49-F238E27FC236}">
                  <a16:creationId xmlns:a16="http://schemas.microsoft.com/office/drawing/2014/main" id="{790F1DA5-8E48-4EF3-B71D-944176A6A6DD}"/>
                </a:ext>
              </a:extLst>
            </p:cNvPr>
            <p:cNvSpPr/>
            <p:nvPr/>
          </p:nvSpPr>
          <p:spPr>
            <a:xfrm>
              <a:off x="55087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19" name="타원 8118">
              <a:extLst>
                <a:ext uri="{FF2B5EF4-FFF2-40B4-BE49-F238E27FC236}">
                  <a16:creationId xmlns:a16="http://schemas.microsoft.com/office/drawing/2014/main" id="{419994DE-E7E8-4A2B-8D8F-AA204009CBD9}"/>
                </a:ext>
              </a:extLst>
            </p:cNvPr>
            <p:cNvSpPr/>
            <p:nvPr/>
          </p:nvSpPr>
          <p:spPr>
            <a:xfrm>
              <a:off x="56611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0" name="타원 8119">
              <a:extLst>
                <a:ext uri="{FF2B5EF4-FFF2-40B4-BE49-F238E27FC236}">
                  <a16:creationId xmlns:a16="http://schemas.microsoft.com/office/drawing/2014/main" id="{C0A612CB-3E64-424D-94CD-40111BCF00F0}"/>
                </a:ext>
              </a:extLst>
            </p:cNvPr>
            <p:cNvSpPr/>
            <p:nvPr/>
          </p:nvSpPr>
          <p:spPr>
            <a:xfrm>
              <a:off x="5813576" y="5562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1" name="타원 8120">
              <a:extLst>
                <a:ext uri="{FF2B5EF4-FFF2-40B4-BE49-F238E27FC236}">
                  <a16:creationId xmlns:a16="http://schemas.microsoft.com/office/drawing/2014/main" id="{9F7429F9-F200-4775-B059-9ED79E95F3D6}"/>
                </a:ext>
              </a:extLst>
            </p:cNvPr>
            <p:cNvSpPr/>
            <p:nvPr/>
          </p:nvSpPr>
          <p:spPr>
            <a:xfrm>
              <a:off x="3271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2" name="타원 8121">
              <a:extLst>
                <a:ext uri="{FF2B5EF4-FFF2-40B4-BE49-F238E27FC236}">
                  <a16:creationId xmlns:a16="http://schemas.microsoft.com/office/drawing/2014/main" id="{58A3B586-FD66-46A9-9168-3E705F956D7F}"/>
                </a:ext>
              </a:extLst>
            </p:cNvPr>
            <p:cNvSpPr/>
            <p:nvPr/>
          </p:nvSpPr>
          <p:spPr>
            <a:xfrm>
              <a:off x="4795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3" name="타원 8122">
              <a:extLst>
                <a:ext uri="{FF2B5EF4-FFF2-40B4-BE49-F238E27FC236}">
                  <a16:creationId xmlns:a16="http://schemas.microsoft.com/office/drawing/2014/main" id="{4B914955-42A3-423E-B608-368DBD9FAA57}"/>
                </a:ext>
              </a:extLst>
            </p:cNvPr>
            <p:cNvSpPr/>
            <p:nvPr/>
          </p:nvSpPr>
          <p:spPr>
            <a:xfrm>
              <a:off x="6319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4" name="타원 8123">
              <a:extLst>
                <a:ext uri="{FF2B5EF4-FFF2-40B4-BE49-F238E27FC236}">
                  <a16:creationId xmlns:a16="http://schemas.microsoft.com/office/drawing/2014/main" id="{B252EBD3-193B-4B3A-A795-83BE946C8B81}"/>
                </a:ext>
              </a:extLst>
            </p:cNvPr>
            <p:cNvSpPr/>
            <p:nvPr/>
          </p:nvSpPr>
          <p:spPr>
            <a:xfrm>
              <a:off x="7843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5" name="타원 8124">
              <a:extLst>
                <a:ext uri="{FF2B5EF4-FFF2-40B4-BE49-F238E27FC236}">
                  <a16:creationId xmlns:a16="http://schemas.microsoft.com/office/drawing/2014/main" id="{B47BA983-A3C1-4542-B06F-D62B23A066FF}"/>
                </a:ext>
              </a:extLst>
            </p:cNvPr>
            <p:cNvSpPr/>
            <p:nvPr/>
          </p:nvSpPr>
          <p:spPr>
            <a:xfrm>
              <a:off x="9367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6" name="타원 8125">
              <a:extLst>
                <a:ext uri="{FF2B5EF4-FFF2-40B4-BE49-F238E27FC236}">
                  <a16:creationId xmlns:a16="http://schemas.microsoft.com/office/drawing/2014/main" id="{CEB9C3A4-BBEA-4D6C-B202-519A26E74957}"/>
                </a:ext>
              </a:extLst>
            </p:cNvPr>
            <p:cNvSpPr/>
            <p:nvPr/>
          </p:nvSpPr>
          <p:spPr>
            <a:xfrm>
              <a:off x="10891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7" name="타원 8126">
              <a:extLst>
                <a:ext uri="{FF2B5EF4-FFF2-40B4-BE49-F238E27FC236}">
                  <a16:creationId xmlns:a16="http://schemas.microsoft.com/office/drawing/2014/main" id="{047B6BB9-5232-4EEC-8B19-9207E825294E}"/>
                </a:ext>
              </a:extLst>
            </p:cNvPr>
            <p:cNvSpPr/>
            <p:nvPr/>
          </p:nvSpPr>
          <p:spPr>
            <a:xfrm>
              <a:off x="12415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8" name="타원 8127">
              <a:extLst>
                <a:ext uri="{FF2B5EF4-FFF2-40B4-BE49-F238E27FC236}">
                  <a16:creationId xmlns:a16="http://schemas.microsoft.com/office/drawing/2014/main" id="{F5FD204D-43F5-4C43-B658-C053782B78C3}"/>
                </a:ext>
              </a:extLst>
            </p:cNvPr>
            <p:cNvSpPr/>
            <p:nvPr/>
          </p:nvSpPr>
          <p:spPr>
            <a:xfrm>
              <a:off x="13939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29" name="타원 8128">
              <a:extLst>
                <a:ext uri="{FF2B5EF4-FFF2-40B4-BE49-F238E27FC236}">
                  <a16:creationId xmlns:a16="http://schemas.microsoft.com/office/drawing/2014/main" id="{19A45B2E-AF43-4600-9659-3345ECD1256A}"/>
                </a:ext>
              </a:extLst>
            </p:cNvPr>
            <p:cNvSpPr/>
            <p:nvPr/>
          </p:nvSpPr>
          <p:spPr>
            <a:xfrm>
              <a:off x="15463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0" name="타원 8129">
              <a:extLst>
                <a:ext uri="{FF2B5EF4-FFF2-40B4-BE49-F238E27FC236}">
                  <a16:creationId xmlns:a16="http://schemas.microsoft.com/office/drawing/2014/main" id="{CA61467C-2D00-44A1-8FBD-C28BF1EFD0D0}"/>
                </a:ext>
              </a:extLst>
            </p:cNvPr>
            <p:cNvSpPr/>
            <p:nvPr/>
          </p:nvSpPr>
          <p:spPr>
            <a:xfrm>
              <a:off x="16987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1" name="타원 8130">
              <a:extLst>
                <a:ext uri="{FF2B5EF4-FFF2-40B4-BE49-F238E27FC236}">
                  <a16:creationId xmlns:a16="http://schemas.microsoft.com/office/drawing/2014/main" id="{A53E6136-B231-4433-90BE-2CD4E20EC49A}"/>
                </a:ext>
              </a:extLst>
            </p:cNvPr>
            <p:cNvSpPr/>
            <p:nvPr/>
          </p:nvSpPr>
          <p:spPr>
            <a:xfrm>
              <a:off x="18511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2" name="타원 8131">
              <a:extLst>
                <a:ext uri="{FF2B5EF4-FFF2-40B4-BE49-F238E27FC236}">
                  <a16:creationId xmlns:a16="http://schemas.microsoft.com/office/drawing/2014/main" id="{D9CEAFF9-AF18-4C17-B70C-8F2AF65E8F56}"/>
                </a:ext>
              </a:extLst>
            </p:cNvPr>
            <p:cNvSpPr/>
            <p:nvPr/>
          </p:nvSpPr>
          <p:spPr>
            <a:xfrm>
              <a:off x="20035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3" name="타원 8132">
              <a:extLst>
                <a:ext uri="{FF2B5EF4-FFF2-40B4-BE49-F238E27FC236}">
                  <a16:creationId xmlns:a16="http://schemas.microsoft.com/office/drawing/2014/main" id="{31807C69-0C5D-4485-8178-ED02924E94B1}"/>
                </a:ext>
              </a:extLst>
            </p:cNvPr>
            <p:cNvSpPr/>
            <p:nvPr/>
          </p:nvSpPr>
          <p:spPr>
            <a:xfrm>
              <a:off x="21559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4" name="타원 8133">
              <a:extLst>
                <a:ext uri="{FF2B5EF4-FFF2-40B4-BE49-F238E27FC236}">
                  <a16:creationId xmlns:a16="http://schemas.microsoft.com/office/drawing/2014/main" id="{283784DA-2B44-44E3-A06E-759F2C140F4C}"/>
                </a:ext>
              </a:extLst>
            </p:cNvPr>
            <p:cNvSpPr/>
            <p:nvPr/>
          </p:nvSpPr>
          <p:spPr>
            <a:xfrm>
              <a:off x="23083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5" name="타원 8134">
              <a:extLst>
                <a:ext uri="{FF2B5EF4-FFF2-40B4-BE49-F238E27FC236}">
                  <a16:creationId xmlns:a16="http://schemas.microsoft.com/office/drawing/2014/main" id="{78346B9D-2AB4-4ED6-A368-536572C97057}"/>
                </a:ext>
              </a:extLst>
            </p:cNvPr>
            <p:cNvSpPr/>
            <p:nvPr/>
          </p:nvSpPr>
          <p:spPr>
            <a:xfrm>
              <a:off x="24607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6" name="타원 8135">
              <a:extLst>
                <a:ext uri="{FF2B5EF4-FFF2-40B4-BE49-F238E27FC236}">
                  <a16:creationId xmlns:a16="http://schemas.microsoft.com/office/drawing/2014/main" id="{4C752CE1-D3E8-48E5-9CD9-A482C6919F1D}"/>
                </a:ext>
              </a:extLst>
            </p:cNvPr>
            <p:cNvSpPr/>
            <p:nvPr/>
          </p:nvSpPr>
          <p:spPr>
            <a:xfrm>
              <a:off x="26131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7" name="타원 8136">
              <a:extLst>
                <a:ext uri="{FF2B5EF4-FFF2-40B4-BE49-F238E27FC236}">
                  <a16:creationId xmlns:a16="http://schemas.microsoft.com/office/drawing/2014/main" id="{1891DEA5-97C6-4CE1-B171-D0A82D8B4A2C}"/>
                </a:ext>
              </a:extLst>
            </p:cNvPr>
            <p:cNvSpPr/>
            <p:nvPr/>
          </p:nvSpPr>
          <p:spPr>
            <a:xfrm>
              <a:off x="27655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8" name="타원 8137">
              <a:extLst>
                <a:ext uri="{FF2B5EF4-FFF2-40B4-BE49-F238E27FC236}">
                  <a16:creationId xmlns:a16="http://schemas.microsoft.com/office/drawing/2014/main" id="{F01342DF-7A5A-4785-B870-CA8F4C95DD7C}"/>
                </a:ext>
              </a:extLst>
            </p:cNvPr>
            <p:cNvSpPr/>
            <p:nvPr/>
          </p:nvSpPr>
          <p:spPr>
            <a:xfrm>
              <a:off x="29179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39" name="타원 8138">
              <a:extLst>
                <a:ext uri="{FF2B5EF4-FFF2-40B4-BE49-F238E27FC236}">
                  <a16:creationId xmlns:a16="http://schemas.microsoft.com/office/drawing/2014/main" id="{CC152939-3B58-409F-AAC8-034FC40A7941}"/>
                </a:ext>
              </a:extLst>
            </p:cNvPr>
            <p:cNvSpPr/>
            <p:nvPr/>
          </p:nvSpPr>
          <p:spPr>
            <a:xfrm>
              <a:off x="30703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0" name="타원 8139">
              <a:extLst>
                <a:ext uri="{FF2B5EF4-FFF2-40B4-BE49-F238E27FC236}">
                  <a16:creationId xmlns:a16="http://schemas.microsoft.com/office/drawing/2014/main" id="{F470E86E-EEB3-475D-A651-659E92539800}"/>
                </a:ext>
              </a:extLst>
            </p:cNvPr>
            <p:cNvSpPr/>
            <p:nvPr/>
          </p:nvSpPr>
          <p:spPr>
            <a:xfrm>
              <a:off x="32227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1" name="타원 8140">
              <a:extLst>
                <a:ext uri="{FF2B5EF4-FFF2-40B4-BE49-F238E27FC236}">
                  <a16:creationId xmlns:a16="http://schemas.microsoft.com/office/drawing/2014/main" id="{CA5A3100-EE46-4D1A-83BE-35CB9651E534}"/>
                </a:ext>
              </a:extLst>
            </p:cNvPr>
            <p:cNvSpPr/>
            <p:nvPr/>
          </p:nvSpPr>
          <p:spPr>
            <a:xfrm>
              <a:off x="33751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2" name="타원 8141">
              <a:extLst>
                <a:ext uri="{FF2B5EF4-FFF2-40B4-BE49-F238E27FC236}">
                  <a16:creationId xmlns:a16="http://schemas.microsoft.com/office/drawing/2014/main" id="{B4298D2C-E23E-495E-AC12-0FA97644A2C5}"/>
                </a:ext>
              </a:extLst>
            </p:cNvPr>
            <p:cNvSpPr/>
            <p:nvPr/>
          </p:nvSpPr>
          <p:spPr>
            <a:xfrm>
              <a:off x="35275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3" name="타원 8142">
              <a:extLst>
                <a:ext uri="{FF2B5EF4-FFF2-40B4-BE49-F238E27FC236}">
                  <a16:creationId xmlns:a16="http://schemas.microsoft.com/office/drawing/2014/main" id="{02B832C5-0FCE-4D69-8262-9CE27EE8DB01}"/>
                </a:ext>
              </a:extLst>
            </p:cNvPr>
            <p:cNvSpPr/>
            <p:nvPr/>
          </p:nvSpPr>
          <p:spPr>
            <a:xfrm>
              <a:off x="36799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4" name="타원 8143">
              <a:extLst>
                <a:ext uri="{FF2B5EF4-FFF2-40B4-BE49-F238E27FC236}">
                  <a16:creationId xmlns:a16="http://schemas.microsoft.com/office/drawing/2014/main" id="{507DF547-D2B1-4BD3-9DA1-DF7707BCC347}"/>
                </a:ext>
              </a:extLst>
            </p:cNvPr>
            <p:cNvSpPr/>
            <p:nvPr/>
          </p:nvSpPr>
          <p:spPr>
            <a:xfrm>
              <a:off x="38323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5" name="타원 8144">
              <a:extLst>
                <a:ext uri="{FF2B5EF4-FFF2-40B4-BE49-F238E27FC236}">
                  <a16:creationId xmlns:a16="http://schemas.microsoft.com/office/drawing/2014/main" id="{074EE045-49F4-4371-9D9C-5979E55B3D0E}"/>
                </a:ext>
              </a:extLst>
            </p:cNvPr>
            <p:cNvSpPr/>
            <p:nvPr/>
          </p:nvSpPr>
          <p:spPr>
            <a:xfrm>
              <a:off x="39847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6" name="타원 8145">
              <a:extLst>
                <a:ext uri="{FF2B5EF4-FFF2-40B4-BE49-F238E27FC236}">
                  <a16:creationId xmlns:a16="http://schemas.microsoft.com/office/drawing/2014/main" id="{37F941CE-BD66-4879-9D89-3C781CDBB7E4}"/>
                </a:ext>
              </a:extLst>
            </p:cNvPr>
            <p:cNvSpPr/>
            <p:nvPr/>
          </p:nvSpPr>
          <p:spPr>
            <a:xfrm>
              <a:off x="41371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7" name="타원 8146">
              <a:extLst>
                <a:ext uri="{FF2B5EF4-FFF2-40B4-BE49-F238E27FC236}">
                  <a16:creationId xmlns:a16="http://schemas.microsoft.com/office/drawing/2014/main" id="{D0429BCC-7D90-4776-9A70-F46A10D0EAC6}"/>
                </a:ext>
              </a:extLst>
            </p:cNvPr>
            <p:cNvSpPr/>
            <p:nvPr/>
          </p:nvSpPr>
          <p:spPr>
            <a:xfrm>
              <a:off x="42895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8" name="타원 8147">
              <a:extLst>
                <a:ext uri="{FF2B5EF4-FFF2-40B4-BE49-F238E27FC236}">
                  <a16:creationId xmlns:a16="http://schemas.microsoft.com/office/drawing/2014/main" id="{61AB79BF-CDF3-4C30-89B5-42CEB27308B5}"/>
                </a:ext>
              </a:extLst>
            </p:cNvPr>
            <p:cNvSpPr/>
            <p:nvPr/>
          </p:nvSpPr>
          <p:spPr>
            <a:xfrm>
              <a:off x="44419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49" name="타원 8148">
              <a:extLst>
                <a:ext uri="{FF2B5EF4-FFF2-40B4-BE49-F238E27FC236}">
                  <a16:creationId xmlns:a16="http://schemas.microsoft.com/office/drawing/2014/main" id="{457B005E-B988-435C-B377-7885A4A4505C}"/>
                </a:ext>
              </a:extLst>
            </p:cNvPr>
            <p:cNvSpPr/>
            <p:nvPr/>
          </p:nvSpPr>
          <p:spPr>
            <a:xfrm>
              <a:off x="45943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0" name="타원 8149">
              <a:extLst>
                <a:ext uri="{FF2B5EF4-FFF2-40B4-BE49-F238E27FC236}">
                  <a16:creationId xmlns:a16="http://schemas.microsoft.com/office/drawing/2014/main" id="{5348CBCE-87D2-4C5E-A3E7-5C8EDB439E42}"/>
                </a:ext>
              </a:extLst>
            </p:cNvPr>
            <p:cNvSpPr/>
            <p:nvPr/>
          </p:nvSpPr>
          <p:spPr>
            <a:xfrm>
              <a:off x="47467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1" name="타원 8150">
              <a:extLst>
                <a:ext uri="{FF2B5EF4-FFF2-40B4-BE49-F238E27FC236}">
                  <a16:creationId xmlns:a16="http://schemas.microsoft.com/office/drawing/2014/main" id="{667C901F-C063-4F34-BE77-36DBB4EBFBDC}"/>
                </a:ext>
              </a:extLst>
            </p:cNvPr>
            <p:cNvSpPr/>
            <p:nvPr/>
          </p:nvSpPr>
          <p:spPr>
            <a:xfrm>
              <a:off x="48991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2" name="타원 8151">
              <a:extLst>
                <a:ext uri="{FF2B5EF4-FFF2-40B4-BE49-F238E27FC236}">
                  <a16:creationId xmlns:a16="http://schemas.microsoft.com/office/drawing/2014/main" id="{A06A1AF4-CB3D-405E-B6C6-5C89BC654D77}"/>
                </a:ext>
              </a:extLst>
            </p:cNvPr>
            <p:cNvSpPr/>
            <p:nvPr/>
          </p:nvSpPr>
          <p:spPr>
            <a:xfrm>
              <a:off x="50515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3" name="타원 8152">
              <a:extLst>
                <a:ext uri="{FF2B5EF4-FFF2-40B4-BE49-F238E27FC236}">
                  <a16:creationId xmlns:a16="http://schemas.microsoft.com/office/drawing/2014/main" id="{80207077-4DDE-4C3C-BDDF-969638CF86F6}"/>
                </a:ext>
              </a:extLst>
            </p:cNvPr>
            <p:cNvSpPr/>
            <p:nvPr/>
          </p:nvSpPr>
          <p:spPr>
            <a:xfrm>
              <a:off x="52039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4" name="타원 8153">
              <a:extLst>
                <a:ext uri="{FF2B5EF4-FFF2-40B4-BE49-F238E27FC236}">
                  <a16:creationId xmlns:a16="http://schemas.microsoft.com/office/drawing/2014/main" id="{FB396E3C-314A-42E2-B590-ECD9660B23A2}"/>
                </a:ext>
              </a:extLst>
            </p:cNvPr>
            <p:cNvSpPr/>
            <p:nvPr/>
          </p:nvSpPr>
          <p:spPr>
            <a:xfrm>
              <a:off x="53563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5" name="타원 8154">
              <a:extLst>
                <a:ext uri="{FF2B5EF4-FFF2-40B4-BE49-F238E27FC236}">
                  <a16:creationId xmlns:a16="http://schemas.microsoft.com/office/drawing/2014/main" id="{9C766F3E-C24B-4054-9910-950E5F4171C8}"/>
                </a:ext>
              </a:extLst>
            </p:cNvPr>
            <p:cNvSpPr/>
            <p:nvPr/>
          </p:nvSpPr>
          <p:spPr>
            <a:xfrm>
              <a:off x="55087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6" name="타원 8155">
              <a:extLst>
                <a:ext uri="{FF2B5EF4-FFF2-40B4-BE49-F238E27FC236}">
                  <a16:creationId xmlns:a16="http://schemas.microsoft.com/office/drawing/2014/main" id="{0616BBA8-4A88-4274-8259-C6B7D58129E3}"/>
                </a:ext>
              </a:extLst>
            </p:cNvPr>
            <p:cNvSpPr/>
            <p:nvPr/>
          </p:nvSpPr>
          <p:spPr>
            <a:xfrm>
              <a:off x="56611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7" name="타원 8156">
              <a:extLst>
                <a:ext uri="{FF2B5EF4-FFF2-40B4-BE49-F238E27FC236}">
                  <a16:creationId xmlns:a16="http://schemas.microsoft.com/office/drawing/2014/main" id="{62DB435B-3291-4965-9D13-6A03708FCA8E}"/>
                </a:ext>
              </a:extLst>
            </p:cNvPr>
            <p:cNvSpPr/>
            <p:nvPr/>
          </p:nvSpPr>
          <p:spPr>
            <a:xfrm>
              <a:off x="5813576" y="5715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8" name="타원 8157">
              <a:extLst>
                <a:ext uri="{FF2B5EF4-FFF2-40B4-BE49-F238E27FC236}">
                  <a16:creationId xmlns:a16="http://schemas.microsoft.com/office/drawing/2014/main" id="{C79CC2EB-1C86-4F37-AD17-173F63E7E7C6}"/>
                </a:ext>
              </a:extLst>
            </p:cNvPr>
            <p:cNvSpPr/>
            <p:nvPr/>
          </p:nvSpPr>
          <p:spPr>
            <a:xfrm>
              <a:off x="3271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59" name="타원 8158">
              <a:extLst>
                <a:ext uri="{FF2B5EF4-FFF2-40B4-BE49-F238E27FC236}">
                  <a16:creationId xmlns:a16="http://schemas.microsoft.com/office/drawing/2014/main" id="{85F9BDC3-D4F9-4127-9237-0C8C59F0B431}"/>
                </a:ext>
              </a:extLst>
            </p:cNvPr>
            <p:cNvSpPr/>
            <p:nvPr/>
          </p:nvSpPr>
          <p:spPr>
            <a:xfrm>
              <a:off x="4795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0" name="타원 8159">
              <a:extLst>
                <a:ext uri="{FF2B5EF4-FFF2-40B4-BE49-F238E27FC236}">
                  <a16:creationId xmlns:a16="http://schemas.microsoft.com/office/drawing/2014/main" id="{6CF93A21-463D-48D1-89D3-003D6400D4FE}"/>
                </a:ext>
              </a:extLst>
            </p:cNvPr>
            <p:cNvSpPr/>
            <p:nvPr/>
          </p:nvSpPr>
          <p:spPr>
            <a:xfrm>
              <a:off x="6319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1" name="타원 8160">
              <a:extLst>
                <a:ext uri="{FF2B5EF4-FFF2-40B4-BE49-F238E27FC236}">
                  <a16:creationId xmlns:a16="http://schemas.microsoft.com/office/drawing/2014/main" id="{F9F7D17F-2075-4830-8230-C108EF8E4645}"/>
                </a:ext>
              </a:extLst>
            </p:cNvPr>
            <p:cNvSpPr/>
            <p:nvPr/>
          </p:nvSpPr>
          <p:spPr>
            <a:xfrm>
              <a:off x="7843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2" name="타원 8161">
              <a:extLst>
                <a:ext uri="{FF2B5EF4-FFF2-40B4-BE49-F238E27FC236}">
                  <a16:creationId xmlns:a16="http://schemas.microsoft.com/office/drawing/2014/main" id="{46F47CCE-C387-46B7-90F3-E88628AC7A16}"/>
                </a:ext>
              </a:extLst>
            </p:cNvPr>
            <p:cNvSpPr/>
            <p:nvPr/>
          </p:nvSpPr>
          <p:spPr>
            <a:xfrm>
              <a:off x="9367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3" name="타원 8162">
              <a:extLst>
                <a:ext uri="{FF2B5EF4-FFF2-40B4-BE49-F238E27FC236}">
                  <a16:creationId xmlns:a16="http://schemas.microsoft.com/office/drawing/2014/main" id="{24F30F06-1FEE-436E-B15E-5519D4314613}"/>
                </a:ext>
              </a:extLst>
            </p:cNvPr>
            <p:cNvSpPr/>
            <p:nvPr/>
          </p:nvSpPr>
          <p:spPr>
            <a:xfrm>
              <a:off x="10891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4" name="타원 8163">
              <a:extLst>
                <a:ext uri="{FF2B5EF4-FFF2-40B4-BE49-F238E27FC236}">
                  <a16:creationId xmlns:a16="http://schemas.microsoft.com/office/drawing/2014/main" id="{21B4FF1B-D846-4DBB-B4D6-5BAE6277D23D}"/>
                </a:ext>
              </a:extLst>
            </p:cNvPr>
            <p:cNvSpPr/>
            <p:nvPr/>
          </p:nvSpPr>
          <p:spPr>
            <a:xfrm>
              <a:off x="12415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5" name="타원 8164">
              <a:extLst>
                <a:ext uri="{FF2B5EF4-FFF2-40B4-BE49-F238E27FC236}">
                  <a16:creationId xmlns:a16="http://schemas.microsoft.com/office/drawing/2014/main" id="{EE7364C4-8842-472D-9B1E-845FE991ED37}"/>
                </a:ext>
              </a:extLst>
            </p:cNvPr>
            <p:cNvSpPr/>
            <p:nvPr/>
          </p:nvSpPr>
          <p:spPr>
            <a:xfrm>
              <a:off x="13939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6" name="타원 8165">
              <a:extLst>
                <a:ext uri="{FF2B5EF4-FFF2-40B4-BE49-F238E27FC236}">
                  <a16:creationId xmlns:a16="http://schemas.microsoft.com/office/drawing/2014/main" id="{CB212191-6C8E-45AD-8E5D-79163CE4969F}"/>
                </a:ext>
              </a:extLst>
            </p:cNvPr>
            <p:cNvSpPr/>
            <p:nvPr/>
          </p:nvSpPr>
          <p:spPr>
            <a:xfrm>
              <a:off x="15463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7" name="타원 8166">
              <a:extLst>
                <a:ext uri="{FF2B5EF4-FFF2-40B4-BE49-F238E27FC236}">
                  <a16:creationId xmlns:a16="http://schemas.microsoft.com/office/drawing/2014/main" id="{7930B290-8164-4D8C-A0FE-F47A7A9C34D0}"/>
                </a:ext>
              </a:extLst>
            </p:cNvPr>
            <p:cNvSpPr/>
            <p:nvPr/>
          </p:nvSpPr>
          <p:spPr>
            <a:xfrm>
              <a:off x="16987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8" name="타원 8167">
              <a:extLst>
                <a:ext uri="{FF2B5EF4-FFF2-40B4-BE49-F238E27FC236}">
                  <a16:creationId xmlns:a16="http://schemas.microsoft.com/office/drawing/2014/main" id="{A679A2FE-E235-4D8A-86D2-E8D6F81BA6F4}"/>
                </a:ext>
              </a:extLst>
            </p:cNvPr>
            <p:cNvSpPr/>
            <p:nvPr/>
          </p:nvSpPr>
          <p:spPr>
            <a:xfrm>
              <a:off x="18511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69" name="타원 8168">
              <a:extLst>
                <a:ext uri="{FF2B5EF4-FFF2-40B4-BE49-F238E27FC236}">
                  <a16:creationId xmlns:a16="http://schemas.microsoft.com/office/drawing/2014/main" id="{AB53646B-918F-464A-B3E5-3C27F5ED5EE7}"/>
                </a:ext>
              </a:extLst>
            </p:cNvPr>
            <p:cNvSpPr/>
            <p:nvPr/>
          </p:nvSpPr>
          <p:spPr>
            <a:xfrm>
              <a:off x="20035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0" name="타원 8169">
              <a:extLst>
                <a:ext uri="{FF2B5EF4-FFF2-40B4-BE49-F238E27FC236}">
                  <a16:creationId xmlns:a16="http://schemas.microsoft.com/office/drawing/2014/main" id="{97639FD2-7DFC-478D-A57E-81C08D75BAF7}"/>
                </a:ext>
              </a:extLst>
            </p:cNvPr>
            <p:cNvSpPr/>
            <p:nvPr/>
          </p:nvSpPr>
          <p:spPr>
            <a:xfrm>
              <a:off x="21559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1" name="타원 8170">
              <a:extLst>
                <a:ext uri="{FF2B5EF4-FFF2-40B4-BE49-F238E27FC236}">
                  <a16:creationId xmlns:a16="http://schemas.microsoft.com/office/drawing/2014/main" id="{F1A0C924-5395-4DEB-A570-882366153904}"/>
                </a:ext>
              </a:extLst>
            </p:cNvPr>
            <p:cNvSpPr/>
            <p:nvPr/>
          </p:nvSpPr>
          <p:spPr>
            <a:xfrm>
              <a:off x="23083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2" name="타원 8171">
              <a:extLst>
                <a:ext uri="{FF2B5EF4-FFF2-40B4-BE49-F238E27FC236}">
                  <a16:creationId xmlns:a16="http://schemas.microsoft.com/office/drawing/2014/main" id="{238B17B0-CDCE-4B8A-86C3-710CA5813D16}"/>
                </a:ext>
              </a:extLst>
            </p:cNvPr>
            <p:cNvSpPr/>
            <p:nvPr/>
          </p:nvSpPr>
          <p:spPr>
            <a:xfrm>
              <a:off x="24607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3" name="타원 8172">
              <a:extLst>
                <a:ext uri="{FF2B5EF4-FFF2-40B4-BE49-F238E27FC236}">
                  <a16:creationId xmlns:a16="http://schemas.microsoft.com/office/drawing/2014/main" id="{7585BE6B-FBBE-4712-9971-02B1D5C87CC7}"/>
                </a:ext>
              </a:extLst>
            </p:cNvPr>
            <p:cNvSpPr/>
            <p:nvPr/>
          </p:nvSpPr>
          <p:spPr>
            <a:xfrm>
              <a:off x="26131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4" name="타원 8173">
              <a:extLst>
                <a:ext uri="{FF2B5EF4-FFF2-40B4-BE49-F238E27FC236}">
                  <a16:creationId xmlns:a16="http://schemas.microsoft.com/office/drawing/2014/main" id="{A00D0A88-1484-4289-8D96-D26E59CD7034}"/>
                </a:ext>
              </a:extLst>
            </p:cNvPr>
            <p:cNvSpPr/>
            <p:nvPr/>
          </p:nvSpPr>
          <p:spPr>
            <a:xfrm>
              <a:off x="27655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5" name="타원 8174">
              <a:extLst>
                <a:ext uri="{FF2B5EF4-FFF2-40B4-BE49-F238E27FC236}">
                  <a16:creationId xmlns:a16="http://schemas.microsoft.com/office/drawing/2014/main" id="{C450293B-DDA8-481D-B51D-2A1497A9D73C}"/>
                </a:ext>
              </a:extLst>
            </p:cNvPr>
            <p:cNvSpPr/>
            <p:nvPr/>
          </p:nvSpPr>
          <p:spPr>
            <a:xfrm>
              <a:off x="29179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6" name="타원 8175">
              <a:extLst>
                <a:ext uri="{FF2B5EF4-FFF2-40B4-BE49-F238E27FC236}">
                  <a16:creationId xmlns:a16="http://schemas.microsoft.com/office/drawing/2014/main" id="{3762CCF1-1828-49EE-9158-E5D65A42FE95}"/>
                </a:ext>
              </a:extLst>
            </p:cNvPr>
            <p:cNvSpPr/>
            <p:nvPr/>
          </p:nvSpPr>
          <p:spPr>
            <a:xfrm>
              <a:off x="30703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7" name="타원 8176">
              <a:extLst>
                <a:ext uri="{FF2B5EF4-FFF2-40B4-BE49-F238E27FC236}">
                  <a16:creationId xmlns:a16="http://schemas.microsoft.com/office/drawing/2014/main" id="{8938BB80-0FCA-48FE-BB47-1870532EC473}"/>
                </a:ext>
              </a:extLst>
            </p:cNvPr>
            <p:cNvSpPr/>
            <p:nvPr/>
          </p:nvSpPr>
          <p:spPr>
            <a:xfrm>
              <a:off x="32227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8" name="타원 8177">
              <a:extLst>
                <a:ext uri="{FF2B5EF4-FFF2-40B4-BE49-F238E27FC236}">
                  <a16:creationId xmlns:a16="http://schemas.microsoft.com/office/drawing/2014/main" id="{7337FE4A-98C7-4F59-A158-DBEFD95F6EC5}"/>
                </a:ext>
              </a:extLst>
            </p:cNvPr>
            <p:cNvSpPr/>
            <p:nvPr/>
          </p:nvSpPr>
          <p:spPr>
            <a:xfrm>
              <a:off x="33751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79" name="타원 8178">
              <a:extLst>
                <a:ext uri="{FF2B5EF4-FFF2-40B4-BE49-F238E27FC236}">
                  <a16:creationId xmlns:a16="http://schemas.microsoft.com/office/drawing/2014/main" id="{665FB8F9-35C0-4B2F-99D8-17BB8DD35129}"/>
                </a:ext>
              </a:extLst>
            </p:cNvPr>
            <p:cNvSpPr/>
            <p:nvPr/>
          </p:nvSpPr>
          <p:spPr>
            <a:xfrm>
              <a:off x="35275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0" name="타원 8179">
              <a:extLst>
                <a:ext uri="{FF2B5EF4-FFF2-40B4-BE49-F238E27FC236}">
                  <a16:creationId xmlns:a16="http://schemas.microsoft.com/office/drawing/2014/main" id="{ABA02C22-F7C5-423D-9995-4D08B6071A10}"/>
                </a:ext>
              </a:extLst>
            </p:cNvPr>
            <p:cNvSpPr/>
            <p:nvPr/>
          </p:nvSpPr>
          <p:spPr>
            <a:xfrm>
              <a:off x="36799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1" name="타원 8180">
              <a:extLst>
                <a:ext uri="{FF2B5EF4-FFF2-40B4-BE49-F238E27FC236}">
                  <a16:creationId xmlns:a16="http://schemas.microsoft.com/office/drawing/2014/main" id="{09373936-0B62-4B2D-8D78-4B091D3CC6B9}"/>
                </a:ext>
              </a:extLst>
            </p:cNvPr>
            <p:cNvSpPr/>
            <p:nvPr/>
          </p:nvSpPr>
          <p:spPr>
            <a:xfrm>
              <a:off x="38323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2" name="타원 8181">
              <a:extLst>
                <a:ext uri="{FF2B5EF4-FFF2-40B4-BE49-F238E27FC236}">
                  <a16:creationId xmlns:a16="http://schemas.microsoft.com/office/drawing/2014/main" id="{0F23B4DF-B1D3-4C1F-B28D-7D800ECBD69F}"/>
                </a:ext>
              </a:extLst>
            </p:cNvPr>
            <p:cNvSpPr/>
            <p:nvPr/>
          </p:nvSpPr>
          <p:spPr>
            <a:xfrm>
              <a:off x="39847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3" name="타원 8182">
              <a:extLst>
                <a:ext uri="{FF2B5EF4-FFF2-40B4-BE49-F238E27FC236}">
                  <a16:creationId xmlns:a16="http://schemas.microsoft.com/office/drawing/2014/main" id="{84D1EF57-CAA1-475C-B1BE-0026C87B87A2}"/>
                </a:ext>
              </a:extLst>
            </p:cNvPr>
            <p:cNvSpPr/>
            <p:nvPr/>
          </p:nvSpPr>
          <p:spPr>
            <a:xfrm>
              <a:off x="41371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4" name="타원 8183">
              <a:extLst>
                <a:ext uri="{FF2B5EF4-FFF2-40B4-BE49-F238E27FC236}">
                  <a16:creationId xmlns:a16="http://schemas.microsoft.com/office/drawing/2014/main" id="{3E1A4A47-E77A-45F7-807C-84B3E6D8A613}"/>
                </a:ext>
              </a:extLst>
            </p:cNvPr>
            <p:cNvSpPr/>
            <p:nvPr/>
          </p:nvSpPr>
          <p:spPr>
            <a:xfrm>
              <a:off x="42895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5" name="타원 8184">
              <a:extLst>
                <a:ext uri="{FF2B5EF4-FFF2-40B4-BE49-F238E27FC236}">
                  <a16:creationId xmlns:a16="http://schemas.microsoft.com/office/drawing/2014/main" id="{75EF3915-23F7-4461-84C0-422AE63DD989}"/>
                </a:ext>
              </a:extLst>
            </p:cNvPr>
            <p:cNvSpPr/>
            <p:nvPr/>
          </p:nvSpPr>
          <p:spPr>
            <a:xfrm>
              <a:off x="44419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6" name="타원 8185">
              <a:extLst>
                <a:ext uri="{FF2B5EF4-FFF2-40B4-BE49-F238E27FC236}">
                  <a16:creationId xmlns:a16="http://schemas.microsoft.com/office/drawing/2014/main" id="{0C6D7230-E663-43EF-BCC2-EF8593F0F603}"/>
                </a:ext>
              </a:extLst>
            </p:cNvPr>
            <p:cNvSpPr/>
            <p:nvPr/>
          </p:nvSpPr>
          <p:spPr>
            <a:xfrm>
              <a:off x="45943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7" name="타원 8186">
              <a:extLst>
                <a:ext uri="{FF2B5EF4-FFF2-40B4-BE49-F238E27FC236}">
                  <a16:creationId xmlns:a16="http://schemas.microsoft.com/office/drawing/2014/main" id="{E44DAF39-A067-4CBB-ABFF-D080EDC39387}"/>
                </a:ext>
              </a:extLst>
            </p:cNvPr>
            <p:cNvSpPr/>
            <p:nvPr/>
          </p:nvSpPr>
          <p:spPr>
            <a:xfrm>
              <a:off x="47467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8" name="타원 8187">
              <a:extLst>
                <a:ext uri="{FF2B5EF4-FFF2-40B4-BE49-F238E27FC236}">
                  <a16:creationId xmlns:a16="http://schemas.microsoft.com/office/drawing/2014/main" id="{42AE5108-7D61-42A4-84A2-BC3C49030238}"/>
                </a:ext>
              </a:extLst>
            </p:cNvPr>
            <p:cNvSpPr/>
            <p:nvPr/>
          </p:nvSpPr>
          <p:spPr>
            <a:xfrm>
              <a:off x="48991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89" name="타원 8188">
              <a:extLst>
                <a:ext uri="{FF2B5EF4-FFF2-40B4-BE49-F238E27FC236}">
                  <a16:creationId xmlns:a16="http://schemas.microsoft.com/office/drawing/2014/main" id="{DE0CE00B-CB19-4575-82DC-D8461C663B8A}"/>
                </a:ext>
              </a:extLst>
            </p:cNvPr>
            <p:cNvSpPr/>
            <p:nvPr/>
          </p:nvSpPr>
          <p:spPr>
            <a:xfrm>
              <a:off x="50515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0" name="타원 8189">
              <a:extLst>
                <a:ext uri="{FF2B5EF4-FFF2-40B4-BE49-F238E27FC236}">
                  <a16:creationId xmlns:a16="http://schemas.microsoft.com/office/drawing/2014/main" id="{B043665F-0671-452D-A9BF-0462978A55AC}"/>
                </a:ext>
              </a:extLst>
            </p:cNvPr>
            <p:cNvSpPr/>
            <p:nvPr/>
          </p:nvSpPr>
          <p:spPr>
            <a:xfrm>
              <a:off x="52039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1" name="타원 8190">
              <a:extLst>
                <a:ext uri="{FF2B5EF4-FFF2-40B4-BE49-F238E27FC236}">
                  <a16:creationId xmlns:a16="http://schemas.microsoft.com/office/drawing/2014/main" id="{1FA9ED5E-2C00-40EC-A6C7-B876749164E6}"/>
                </a:ext>
              </a:extLst>
            </p:cNvPr>
            <p:cNvSpPr/>
            <p:nvPr/>
          </p:nvSpPr>
          <p:spPr>
            <a:xfrm>
              <a:off x="53563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2" name="타원 8191">
              <a:extLst>
                <a:ext uri="{FF2B5EF4-FFF2-40B4-BE49-F238E27FC236}">
                  <a16:creationId xmlns:a16="http://schemas.microsoft.com/office/drawing/2014/main" id="{8AA83BD0-F98A-441C-9C96-28BCEFAA48A3}"/>
                </a:ext>
              </a:extLst>
            </p:cNvPr>
            <p:cNvSpPr/>
            <p:nvPr/>
          </p:nvSpPr>
          <p:spPr>
            <a:xfrm>
              <a:off x="55087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3" name="타원 8192">
              <a:extLst>
                <a:ext uri="{FF2B5EF4-FFF2-40B4-BE49-F238E27FC236}">
                  <a16:creationId xmlns:a16="http://schemas.microsoft.com/office/drawing/2014/main" id="{0C3B5705-3148-4274-83F4-FE0274C0FC08}"/>
                </a:ext>
              </a:extLst>
            </p:cNvPr>
            <p:cNvSpPr/>
            <p:nvPr/>
          </p:nvSpPr>
          <p:spPr>
            <a:xfrm>
              <a:off x="56611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4" name="타원 8193">
              <a:extLst>
                <a:ext uri="{FF2B5EF4-FFF2-40B4-BE49-F238E27FC236}">
                  <a16:creationId xmlns:a16="http://schemas.microsoft.com/office/drawing/2014/main" id="{EB634E54-3C39-4EE1-B185-DA1900CD63D0}"/>
                </a:ext>
              </a:extLst>
            </p:cNvPr>
            <p:cNvSpPr/>
            <p:nvPr/>
          </p:nvSpPr>
          <p:spPr>
            <a:xfrm>
              <a:off x="5813576" y="5867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5" name="타원 8194">
              <a:extLst>
                <a:ext uri="{FF2B5EF4-FFF2-40B4-BE49-F238E27FC236}">
                  <a16:creationId xmlns:a16="http://schemas.microsoft.com/office/drawing/2014/main" id="{6571DD1A-D37A-49F1-BF4C-8B1CB17F93CA}"/>
                </a:ext>
              </a:extLst>
            </p:cNvPr>
            <p:cNvSpPr/>
            <p:nvPr/>
          </p:nvSpPr>
          <p:spPr>
            <a:xfrm>
              <a:off x="3271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6" name="타원 8195">
              <a:extLst>
                <a:ext uri="{FF2B5EF4-FFF2-40B4-BE49-F238E27FC236}">
                  <a16:creationId xmlns:a16="http://schemas.microsoft.com/office/drawing/2014/main" id="{BF373D6D-13BB-4FEB-8877-742C149AF889}"/>
                </a:ext>
              </a:extLst>
            </p:cNvPr>
            <p:cNvSpPr/>
            <p:nvPr/>
          </p:nvSpPr>
          <p:spPr>
            <a:xfrm>
              <a:off x="4795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7" name="타원 8196">
              <a:extLst>
                <a:ext uri="{FF2B5EF4-FFF2-40B4-BE49-F238E27FC236}">
                  <a16:creationId xmlns:a16="http://schemas.microsoft.com/office/drawing/2014/main" id="{BA1A3D58-0B2F-401E-ADEC-405E6C19D46F}"/>
                </a:ext>
              </a:extLst>
            </p:cNvPr>
            <p:cNvSpPr/>
            <p:nvPr/>
          </p:nvSpPr>
          <p:spPr>
            <a:xfrm>
              <a:off x="6319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8" name="타원 8197">
              <a:extLst>
                <a:ext uri="{FF2B5EF4-FFF2-40B4-BE49-F238E27FC236}">
                  <a16:creationId xmlns:a16="http://schemas.microsoft.com/office/drawing/2014/main" id="{882A9BD3-AD44-4B28-8D7C-36569815A1D3}"/>
                </a:ext>
              </a:extLst>
            </p:cNvPr>
            <p:cNvSpPr/>
            <p:nvPr/>
          </p:nvSpPr>
          <p:spPr>
            <a:xfrm>
              <a:off x="7843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99" name="타원 8198">
              <a:extLst>
                <a:ext uri="{FF2B5EF4-FFF2-40B4-BE49-F238E27FC236}">
                  <a16:creationId xmlns:a16="http://schemas.microsoft.com/office/drawing/2014/main" id="{9AE2EF62-4856-46AE-A95C-FDA2ABD933CA}"/>
                </a:ext>
              </a:extLst>
            </p:cNvPr>
            <p:cNvSpPr/>
            <p:nvPr/>
          </p:nvSpPr>
          <p:spPr>
            <a:xfrm>
              <a:off x="9367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0" name="타원 8199">
              <a:extLst>
                <a:ext uri="{FF2B5EF4-FFF2-40B4-BE49-F238E27FC236}">
                  <a16:creationId xmlns:a16="http://schemas.microsoft.com/office/drawing/2014/main" id="{6538B5BC-A375-4A3D-A0B2-91DC07FCC9BA}"/>
                </a:ext>
              </a:extLst>
            </p:cNvPr>
            <p:cNvSpPr/>
            <p:nvPr/>
          </p:nvSpPr>
          <p:spPr>
            <a:xfrm>
              <a:off x="10891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1" name="타원 8200">
              <a:extLst>
                <a:ext uri="{FF2B5EF4-FFF2-40B4-BE49-F238E27FC236}">
                  <a16:creationId xmlns:a16="http://schemas.microsoft.com/office/drawing/2014/main" id="{D1F1CD15-5455-4331-9BE9-520EFBFA0627}"/>
                </a:ext>
              </a:extLst>
            </p:cNvPr>
            <p:cNvSpPr/>
            <p:nvPr/>
          </p:nvSpPr>
          <p:spPr>
            <a:xfrm>
              <a:off x="12415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2" name="타원 8201">
              <a:extLst>
                <a:ext uri="{FF2B5EF4-FFF2-40B4-BE49-F238E27FC236}">
                  <a16:creationId xmlns:a16="http://schemas.microsoft.com/office/drawing/2014/main" id="{356A7AC8-823E-487A-BE86-9635BF6AAD0B}"/>
                </a:ext>
              </a:extLst>
            </p:cNvPr>
            <p:cNvSpPr/>
            <p:nvPr/>
          </p:nvSpPr>
          <p:spPr>
            <a:xfrm>
              <a:off x="13939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3" name="타원 8202">
              <a:extLst>
                <a:ext uri="{FF2B5EF4-FFF2-40B4-BE49-F238E27FC236}">
                  <a16:creationId xmlns:a16="http://schemas.microsoft.com/office/drawing/2014/main" id="{15CD8DB4-8FFB-4435-9F61-8C188963E173}"/>
                </a:ext>
              </a:extLst>
            </p:cNvPr>
            <p:cNvSpPr/>
            <p:nvPr/>
          </p:nvSpPr>
          <p:spPr>
            <a:xfrm>
              <a:off x="15463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4" name="타원 8203">
              <a:extLst>
                <a:ext uri="{FF2B5EF4-FFF2-40B4-BE49-F238E27FC236}">
                  <a16:creationId xmlns:a16="http://schemas.microsoft.com/office/drawing/2014/main" id="{2E1F3144-3D07-4FA9-9A6F-324382BC7C20}"/>
                </a:ext>
              </a:extLst>
            </p:cNvPr>
            <p:cNvSpPr/>
            <p:nvPr/>
          </p:nvSpPr>
          <p:spPr>
            <a:xfrm>
              <a:off x="16987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5" name="타원 8204">
              <a:extLst>
                <a:ext uri="{FF2B5EF4-FFF2-40B4-BE49-F238E27FC236}">
                  <a16:creationId xmlns:a16="http://schemas.microsoft.com/office/drawing/2014/main" id="{EC3F8FFB-79BA-4B64-B95D-F29675B95E54}"/>
                </a:ext>
              </a:extLst>
            </p:cNvPr>
            <p:cNvSpPr/>
            <p:nvPr/>
          </p:nvSpPr>
          <p:spPr>
            <a:xfrm>
              <a:off x="18511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6" name="타원 8205">
              <a:extLst>
                <a:ext uri="{FF2B5EF4-FFF2-40B4-BE49-F238E27FC236}">
                  <a16:creationId xmlns:a16="http://schemas.microsoft.com/office/drawing/2014/main" id="{298D3223-6469-4CDC-8C3E-38E9F41DF109}"/>
                </a:ext>
              </a:extLst>
            </p:cNvPr>
            <p:cNvSpPr/>
            <p:nvPr/>
          </p:nvSpPr>
          <p:spPr>
            <a:xfrm>
              <a:off x="20035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7" name="타원 8206">
              <a:extLst>
                <a:ext uri="{FF2B5EF4-FFF2-40B4-BE49-F238E27FC236}">
                  <a16:creationId xmlns:a16="http://schemas.microsoft.com/office/drawing/2014/main" id="{9D148828-4E10-4D37-B36F-E05A48CFBACF}"/>
                </a:ext>
              </a:extLst>
            </p:cNvPr>
            <p:cNvSpPr/>
            <p:nvPr/>
          </p:nvSpPr>
          <p:spPr>
            <a:xfrm>
              <a:off x="21559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8" name="타원 8207">
              <a:extLst>
                <a:ext uri="{FF2B5EF4-FFF2-40B4-BE49-F238E27FC236}">
                  <a16:creationId xmlns:a16="http://schemas.microsoft.com/office/drawing/2014/main" id="{D13AF122-6266-4EC6-BD9E-9F86D301C361}"/>
                </a:ext>
              </a:extLst>
            </p:cNvPr>
            <p:cNvSpPr/>
            <p:nvPr/>
          </p:nvSpPr>
          <p:spPr>
            <a:xfrm>
              <a:off x="23083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09" name="타원 8208">
              <a:extLst>
                <a:ext uri="{FF2B5EF4-FFF2-40B4-BE49-F238E27FC236}">
                  <a16:creationId xmlns:a16="http://schemas.microsoft.com/office/drawing/2014/main" id="{68351D33-9523-4237-957B-61F83A98C398}"/>
                </a:ext>
              </a:extLst>
            </p:cNvPr>
            <p:cNvSpPr/>
            <p:nvPr/>
          </p:nvSpPr>
          <p:spPr>
            <a:xfrm>
              <a:off x="24607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0" name="타원 8209">
              <a:extLst>
                <a:ext uri="{FF2B5EF4-FFF2-40B4-BE49-F238E27FC236}">
                  <a16:creationId xmlns:a16="http://schemas.microsoft.com/office/drawing/2014/main" id="{37B0024A-E999-4750-A313-94E5F2A10560}"/>
                </a:ext>
              </a:extLst>
            </p:cNvPr>
            <p:cNvSpPr/>
            <p:nvPr/>
          </p:nvSpPr>
          <p:spPr>
            <a:xfrm>
              <a:off x="26131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1" name="타원 8210">
              <a:extLst>
                <a:ext uri="{FF2B5EF4-FFF2-40B4-BE49-F238E27FC236}">
                  <a16:creationId xmlns:a16="http://schemas.microsoft.com/office/drawing/2014/main" id="{AD53DCB2-BAE0-4155-8562-984E594FA5F1}"/>
                </a:ext>
              </a:extLst>
            </p:cNvPr>
            <p:cNvSpPr/>
            <p:nvPr/>
          </p:nvSpPr>
          <p:spPr>
            <a:xfrm>
              <a:off x="27655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2" name="타원 8211">
              <a:extLst>
                <a:ext uri="{FF2B5EF4-FFF2-40B4-BE49-F238E27FC236}">
                  <a16:creationId xmlns:a16="http://schemas.microsoft.com/office/drawing/2014/main" id="{C811C273-00FF-440D-B47F-308BF7ABDACF}"/>
                </a:ext>
              </a:extLst>
            </p:cNvPr>
            <p:cNvSpPr/>
            <p:nvPr/>
          </p:nvSpPr>
          <p:spPr>
            <a:xfrm>
              <a:off x="29179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3" name="타원 8212">
              <a:extLst>
                <a:ext uri="{FF2B5EF4-FFF2-40B4-BE49-F238E27FC236}">
                  <a16:creationId xmlns:a16="http://schemas.microsoft.com/office/drawing/2014/main" id="{E0EC4812-49E2-4545-A049-32B80B51CD42}"/>
                </a:ext>
              </a:extLst>
            </p:cNvPr>
            <p:cNvSpPr/>
            <p:nvPr/>
          </p:nvSpPr>
          <p:spPr>
            <a:xfrm>
              <a:off x="30703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4" name="타원 8213">
              <a:extLst>
                <a:ext uri="{FF2B5EF4-FFF2-40B4-BE49-F238E27FC236}">
                  <a16:creationId xmlns:a16="http://schemas.microsoft.com/office/drawing/2014/main" id="{DC9F20C0-F7CD-4670-87AE-0BF6A2DF66C3}"/>
                </a:ext>
              </a:extLst>
            </p:cNvPr>
            <p:cNvSpPr/>
            <p:nvPr/>
          </p:nvSpPr>
          <p:spPr>
            <a:xfrm>
              <a:off x="32227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5" name="타원 8214">
              <a:extLst>
                <a:ext uri="{FF2B5EF4-FFF2-40B4-BE49-F238E27FC236}">
                  <a16:creationId xmlns:a16="http://schemas.microsoft.com/office/drawing/2014/main" id="{2AF2012A-25EA-49FF-B921-627D1F13658F}"/>
                </a:ext>
              </a:extLst>
            </p:cNvPr>
            <p:cNvSpPr/>
            <p:nvPr/>
          </p:nvSpPr>
          <p:spPr>
            <a:xfrm>
              <a:off x="33751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6" name="타원 8215">
              <a:extLst>
                <a:ext uri="{FF2B5EF4-FFF2-40B4-BE49-F238E27FC236}">
                  <a16:creationId xmlns:a16="http://schemas.microsoft.com/office/drawing/2014/main" id="{36FE2FC7-5222-4CE8-B0BB-F473670AF598}"/>
                </a:ext>
              </a:extLst>
            </p:cNvPr>
            <p:cNvSpPr/>
            <p:nvPr/>
          </p:nvSpPr>
          <p:spPr>
            <a:xfrm>
              <a:off x="35275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7" name="타원 8216">
              <a:extLst>
                <a:ext uri="{FF2B5EF4-FFF2-40B4-BE49-F238E27FC236}">
                  <a16:creationId xmlns:a16="http://schemas.microsoft.com/office/drawing/2014/main" id="{6676D849-1BD9-4703-889C-3AB038509826}"/>
                </a:ext>
              </a:extLst>
            </p:cNvPr>
            <p:cNvSpPr/>
            <p:nvPr/>
          </p:nvSpPr>
          <p:spPr>
            <a:xfrm>
              <a:off x="36799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8" name="타원 8217">
              <a:extLst>
                <a:ext uri="{FF2B5EF4-FFF2-40B4-BE49-F238E27FC236}">
                  <a16:creationId xmlns:a16="http://schemas.microsoft.com/office/drawing/2014/main" id="{959E6CD6-958C-4A29-B691-62CDB57E4191}"/>
                </a:ext>
              </a:extLst>
            </p:cNvPr>
            <p:cNvSpPr/>
            <p:nvPr/>
          </p:nvSpPr>
          <p:spPr>
            <a:xfrm>
              <a:off x="38323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19" name="타원 8218">
              <a:extLst>
                <a:ext uri="{FF2B5EF4-FFF2-40B4-BE49-F238E27FC236}">
                  <a16:creationId xmlns:a16="http://schemas.microsoft.com/office/drawing/2014/main" id="{42DF3C52-B8C4-477B-A65C-E6F9BBED75EC}"/>
                </a:ext>
              </a:extLst>
            </p:cNvPr>
            <p:cNvSpPr/>
            <p:nvPr/>
          </p:nvSpPr>
          <p:spPr>
            <a:xfrm>
              <a:off x="39847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0" name="타원 8219">
              <a:extLst>
                <a:ext uri="{FF2B5EF4-FFF2-40B4-BE49-F238E27FC236}">
                  <a16:creationId xmlns:a16="http://schemas.microsoft.com/office/drawing/2014/main" id="{2E393EA5-5C69-4F1F-A513-6FD5F4C0A99F}"/>
                </a:ext>
              </a:extLst>
            </p:cNvPr>
            <p:cNvSpPr/>
            <p:nvPr/>
          </p:nvSpPr>
          <p:spPr>
            <a:xfrm>
              <a:off x="41371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1" name="타원 8220">
              <a:extLst>
                <a:ext uri="{FF2B5EF4-FFF2-40B4-BE49-F238E27FC236}">
                  <a16:creationId xmlns:a16="http://schemas.microsoft.com/office/drawing/2014/main" id="{E80846A1-8238-4589-B751-A4F661E76C6A}"/>
                </a:ext>
              </a:extLst>
            </p:cNvPr>
            <p:cNvSpPr/>
            <p:nvPr/>
          </p:nvSpPr>
          <p:spPr>
            <a:xfrm>
              <a:off x="42895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2" name="타원 8221">
              <a:extLst>
                <a:ext uri="{FF2B5EF4-FFF2-40B4-BE49-F238E27FC236}">
                  <a16:creationId xmlns:a16="http://schemas.microsoft.com/office/drawing/2014/main" id="{F00898E0-5A5B-4E7F-B348-FB7C3307646A}"/>
                </a:ext>
              </a:extLst>
            </p:cNvPr>
            <p:cNvSpPr/>
            <p:nvPr/>
          </p:nvSpPr>
          <p:spPr>
            <a:xfrm>
              <a:off x="44419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3" name="타원 8222">
              <a:extLst>
                <a:ext uri="{FF2B5EF4-FFF2-40B4-BE49-F238E27FC236}">
                  <a16:creationId xmlns:a16="http://schemas.microsoft.com/office/drawing/2014/main" id="{E03F2F88-2539-4FC1-A768-B8FE8B35E898}"/>
                </a:ext>
              </a:extLst>
            </p:cNvPr>
            <p:cNvSpPr/>
            <p:nvPr/>
          </p:nvSpPr>
          <p:spPr>
            <a:xfrm>
              <a:off x="45943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4" name="타원 8223">
              <a:extLst>
                <a:ext uri="{FF2B5EF4-FFF2-40B4-BE49-F238E27FC236}">
                  <a16:creationId xmlns:a16="http://schemas.microsoft.com/office/drawing/2014/main" id="{8F1C2D80-B58B-4EDB-9D96-34D70CC17D34}"/>
                </a:ext>
              </a:extLst>
            </p:cNvPr>
            <p:cNvSpPr/>
            <p:nvPr/>
          </p:nvSpPr>
          <p:spPr>
            <a:xfrm>
              <a:off x="47467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5" name="타원 8224">
              <a:extLst>
                <a:ext uri="{FF2B5EF4-FFF2-40B4-BE49-F238E27FC236}">
                  <a16:creationId xmlns:a16="http://schemas.microsoft.com/office/drawing/2014/main" id="{11F4C5D7-4C89-4087-9761-BAC8495706A1}"/>
                </a:ext>
              </a:extLst>
            </p:cNvPr>
            <p:cNvSpPr/>
            <p:nvPr/>
          </p:nvSpPr>
          <p:spPr>
            <a:xfrm>
              <a:off x="48991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6" name="타원 8225">
              <a:extLst>
                <a:ext uri="{FF2B5EF4-FFF2-40B4-BE49-F238E27FC236}">
                  <a16:creationId xmlns:a16="http://schemas.microsoft.com/office/drawing/2014/main" id="{DE89D088-42EE-46CF-B06C-69DB57257EE8}"/>
                </a:ext>
              </a:extLst>
            </p:cNvPr>
            <p:cNvSpPr/>
            <p:nvPr/>
          </p:nvSpPr>
          <p:spPr>
            <a:xfrm>
              <a:off x="50515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7" name="타원 8226">
              <a:extLst>
                <a:ext uri="{FF2B5EF4-FFF2-40B4-BE49-F238E27FC236}">
                  <a16:creationId xmlns:a16="http://schemas.microsoft.com/office/drawing/2014/main" id="{A6F10623-2F71-40C6-BF70-C6676A6FB9E8}"/>
                </a:ext>
              </a:extLst>
            </p:cNvPr>
            <p:cNvSpPr/>
            <p:nvPr/>
          </p:nvSpPr>
          <p:spPr>
            <a:xfrm>
              <a:off x="52039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8" name="타원 8227">
              <a:extLst>
                <a:ext uri="{FF2B5EF4-FFF2-40B4-BE49-F238E27FC236}">
                  <a16:creationId xmlns:a16="http://schemas.microsoft.com/office/drawing/2014/main" id="{25729BB2-E7AF-4502-840E-D75F74AF35C7}"/>
                </a:ext>
              </a:extLst>
            </p:cNvPr>
            <p:cNvSpPr/>
            <p:nvPr/>
          </p:nvSpPr>
          <p:spPr>
            <a:xfrm>
              <a:off x="53563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29" name="타원 8228">
              <a:extLst>
                <a:ext uri="{FF2B5EF4-FFF2-40B4-BE49-F238E27FC236}">
                  <a16:creationId xmlns:a16="http://schemas.microsoft.com/office/drawing/2014/main" id="{C8B19260-CFEF-4994-B238-6A7244AA44F0}"/>
                </a:ext>
              </a:extLst>
            </p:cNvPr>
            <p:cNvSpPr/>
            <p:nvPr/>
          </p:nvSpPr>
          <p:spPr>
            <a:xfrm>
              <a:off x="55087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0" name="타원 8229">
              <a:extLst>
                <a:ext uri="{FF2B5EF4-FFF2-40B4-BE49-F238E27FC236}">
                  <a16:creationId xmlns:a16="http://schemas.microsoft.com/office/drawing/2014/main" id="{B515887F-4FF1-47C6-BE41-20792ED85F78}"/>
                </a:ext>
              </a:extLst>
            </p:cNvPr>
            <p:cNvSpPr/>
            <p:nvPr/>
          </p:nvSpPr>
          <p:spPr>
            <a:xfrm>
              <a:off x="56611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1" name="타원 8230">
              <a:extLst>
                <a:ext uri="{FF2B5EF4-FFF2-40B4-BE49-F238E27FC236}">
                  <a16:creationId xmlns:a16="http://schemas.microsoft.com/office/drawing/2014/main" id="{1BD45FCB-BCDC-480E-A7A6-586766A3662E}"/>
                </a:ext>
              </a:extLst>
            </p:cNvPr>
            <p:cNvSpPr/>
            <p:nvPr/>
          </p:nvSpPr>
          <p:spPr>
            <a:xfrm>
              <a:off x="5813576" y="6019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2" name="타원 8231">
              <a:extLst>
                <a:ext uri="{FF2B5EF4-FFF2-40B4-BE49-F238E27FC236}">
                  <a16:creationId xmlns:a16="http://schemas.microsoft.com/office/drawing/2014/main" id="{C34BBB4D-AAB4-4E7C-B890-61FA80484114}"/>
                </a:ext>
              </a:extLst>
            </p:cNvPr>
            <p:cNvSpPr/>
            <p:nvPr/>
          </p:nvSpPr>
          <p:spPr>
            <a:xfrm>
              <a:off x="3271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3" name="타원 8232">
              <a:extLst>
                <a:ext uri="{FF2B5EF4-FFF2-40B4-BE49-F238E27FC236}">
                  <a16:creationId xmlns:a16="http://schemas.microsoft.com/office/drawing/2014/main" id="{F04B6866-2FFE-4B3C-B8D9-7054EBFE67EA}"/>
                </a:ext>
              </a:extLst>
            </p:cNvPr>
            <p:cNvSpPr/>
            <p:nvPr/>
          </p:nvSpPr>
          <p:spPr>
            <a:xfrm>
              <a:off x="4795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4" name="타원 8233">
              <a:extLst>
                <a:ext uri="{FF2B5EF4-FFF2-40B4-BE49-F238E27FC236}">
                  <a16:creationId xmlns:a16="http://schemas.microsoft.com/office/drawing/2014/main" id="{426E036E-EC69-4538-AE9C-B47E5FCECFEA}"/>
                </a:ext>
              </a:extLst>
            </p:cNvPr>
            <p:cNvSpPr/>
            <p:nvPr/>
          </p:nvSpPr>
          <p:spPr>
            <a:xfrm>
              <a:off x="6319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5" name="타원 8234">
              <a:extLst>
                <a:ext uri="{FF2B5EF4-FFF2-40B4-BE49-F238E27FC236}">
                  <a16:creationId xmlns:a16="http://schemas.microsoft.com/office/drawing/2014/main" id="{2A8E72FD-2EF5-460C-82BF-60A927A68E3E}"/>
                </a:ext>
              </a:extLst>
            </p:cNvPr>
            <p:cNvSpPr/>
            <p:nvPr/>
          </p:nvSpPr>
          <p:spPr>
            <a:xfrm>
              <a:off x="7843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6" name="타원 8235">
              <a:extLst>
                <a:ext uri="{FF2B5EF4-FFF2-40B4-BE49-F238E27FC236}">
                  <a16:creationId xmlns:a16="http://schemas.microsoft.com/office/drawing/2014/main" id="{3494A1EE-79B7-4465-A7A6-C02DFC3D70B4}"/>
                </a:ext>
              </a:extLst>
            </p:cNvPr>
            <p:cNvSpPr/>
            <p:nvPr/>
          </p:nvSpPr>
          <p:spPr>
            <a:xfrm>
              <a:off x="9367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7" name="타원 8236">
              <a:extLst>
                <a:ext uri="{FF2B5EF4-FFF2-40B4-BE49-F238E27FC236}">
                  <a16:creationId xmlns:a16="http://schemas.microsoft.com/office/drawing/2014/main" id="{33EA04E0-2EAF-4E3F-AE00-5D8745EB3A74}"/>
                </a:ext>
              </a:extLst>
            </p:cNvPr>
            <p:cNvSpPr/>
            <p:nvPr/>
          </p:nvSpPr>
          <p:spPr>
            <a:xfrm>
              <a:off x="10891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8" name="타원 8237">
              <a:extLst>
                <a:ext uri="{FF2B5EF4-FFF2-40B4-BE49-F238E27FC236}">
                  <a16:creationId xmlns:a16="http://schemas.microsoft.com/office/drawing/2014/main" id="{4CB63592-13B4-42BB-A64E-3B05A33CDB49}"/>
                </a:ext>
              </a:extLst>
            </p:cNvPr>
            <p:cNvSpPr/>
            <p:nvPr/>
          </p:nvSpPr>
          <p:spPr>
            <a:xfrm>
              <a:off x="12415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39" name="타원 8238">
              <a:extLst>
                <a:ext uri="{FF2B5EF4-FFF2-40B4-BE49-F238E27FC236}">
                  <a16:creationId xmlns:a16="http://schemas.microsoft.com/office/drawing/2014/main" id="{D7F29162-3759-4D5C-95A5-2AAADC945B1D}"/>
                </a:ext>
              </a:extLst>
            </p:cNvPr>
            <p:cNvSpPr/>
            <p:nvPr/>
          </p:nvSpPr>
          <p:spPr>
            <a:xfrm>
              <a:off x="13939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0" name="타원 8239">
              <a:extLst>
                <a:ext uri="{FF2B5EF4-FFF2-40B4-BE49-F238E27FC236}">
                  <a16:creationId xmlns:a16="http://schemas.microsoft.com/office/drawing/2014/main" id="{754CBA49-C52A-4271-BD00-2836C709C780}"/>
                </a:ext>
              </a:extLst>
            </p:cNvPr>
            <p:cNvSpPr/>
            <p:nvPr/>
          </p:nvSpPr>
          <p:spPr>
            <a:xfrm>
              <a:off x="15463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1" name="타원 8240">
              <a:extLst>
                <a:ext uri="{FF2B5EF4-FFF2-40B4-BE49-F238E27FC236}">
                  <a16:creationId xmlns:a16="http://schemas.microsoft.com/office/drawing/2014/main" id="{3C5609FD-037E-4B57-9B34-4343D61EA51D}"/>
                </a:ext>
              </a:extLst>
            </p:cNvPr>
            <p:cNvSpPr/>
            <p:nvPr/>
          </p:nvSpPr>
          <p:spPr>
            <a:xfrm>
              <a:off x="16987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2" name="타원 8241">
              <a:extLst>
                <a:ext uri="{FF2B5EF4-FFF2-40B4-BE49-F238E27FC236}">
                  <a16:creationId xmlns:a16="http://schemas.microsoft.com/office/drawing/2014/main" id="{0BA54FA7-411B-4B9F-9C61-45C9476D9CD9}"/>
                </a:ext>
              </a:extLst>
            </p:cNvPr>
            <p:cNvSpPr/>
            <p:nvPr/>
          </p:nvSpPr>
          <p:spPr>
            <a:xfrm>
              <a:off x="18511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3" name="타원 8242">
              <a:extLst>
                <a:ext uri="{FF2B5EF4-FFF2-40B4-BE49-F238E27FC236}">
                  <a16:creationId xmlns:a16="http://schemas.microsoft.com/office/drawing/2014/main" id="{6EC78882-1A92-4885-8285-CAB690B7565A}"/>
                </a:ext>
              </a:extLst>
            </p:cNvPr>
            <p:cNvSpPr/>
            <p:nvPr/>
          </p:nvSpPr>
          <p:spPr>
            <a:xfrm>
              <a:off x="20035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4" name="타원 8243">
              <a:extLst>
                <a:ext uri="{FF2B5EF4-FFF2-40B4-BE49-F238E27FC236}">
                  <a16:creationId xmlns:a16="http://schemas.microsoft.com/office/drawing/2014/main" id="{8D399D1B-84BD-4820-9059-7F43FC1B856B}"/>
                </a:ext>
              </a:extLst>
            </p:cNvPr>
            <p:cNvSpPr/>
            <p:nvPr/>
          </p:nvSpPr>
          <p:spPr>
            <a:xfrm>
              <a:off x="21559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5" name="타원 8244">
              <a:extLst>
                <a:ext uri="{FF2B5EF4-FFF2-40B4-BE49-F238E27FC236}">
                  <a16:creationId xmlns:a16="http://schemas.microsoft.com/office/drawing/2014/main" id="{FC7EE9F5-4A94-421A-873E-CABDF2DA6739}"/>
                </a:ext>
              </a:extLst>
            </p:cNvPr>
            <p:cNvSpPr/>
            <p:nvPr/>
          </p:nvSpPr>
          <p:spPr>
            <a:xfrm>
              <a:off x="23083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6" name="타원 8245">
              <a:extLst>
                <a:ext uri="{FF2B5EF4-FFF2-40B4-BE49-F238E27FC236}">
                  <a16:creationId xmlns:a16="http://schemas.microsoft.com/office/drawing/2014/main" id="{EC094C79-A622-4CD5-AFD5-A283C8753F1A}"/>
                </a:ext>
              </a:extLst>
            </p:cNvPr>
            <p:cNvSpPr/>
            <p:nvPr/>
          </p:nvSpPr>
          <p:spPr>
            <a:xfrm>
              <a:off x="24607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7" name="타원 8246">
              <a:extLst>
                <a:ext uri="{FF2B5EF4-FFF2-40B4-BE49-F238E27FC236}">
                  <a16:creationId xmlns:a16="http://schemas.microsoft.com/office/drawing/2014/main" id="{28CFAE2E-7980-4FDA-ACCA-53A777B51274}"/>
                </a:ext>
              </a:extLst>
            </p:cNvPr>
            <p:cNvSpPr/>
            <p:nvPr/>
          </p:nvSpPr>
          <p:spPr>
            <a:xfrm>
              <a:off x="26131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8" name="타원 8247">
              <a:extLst>
                <a:ext uri="{FF2B5EF4-FFF2-40B4-BE49-F238E27FC236}">
                  <a16:creationId xmlns:a16="http://schemas.microsoft.com/office/drawing/2014/main" id="{3A042482-9373-47CC-97D0-DB8B3747D264}"/>
                </a:ext>
              </a:extLst>
            </p:cNvPr>
            <p:cNvSpPr/>
            <p:nvPr/>
          </p:nvSpPr>
          <p:spPr>
            <a:xfrm>
              <a:off x="27655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49" name="타원 8248">
              <a:extLst>
                <a:ext uri="{FF2B5EF4-FFF2-40B4-BE49-F238E27FC236}">
                  <a16:creationId xmlns:a16="http://schemas.microsoft.com/office/drawing/2014/main" id="{CB82A38E-1AE0-4E23-9B13-A891801D1747}"/>
                </a:ext>
              </a:extLst>
            </p:cNvPr>
            <p:cNvSpPr/>
            <p:nvPr/>
          </p:nvSpPr>
          <p:spPr>
            <a:xfrm>
              <a:off x="29179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0" name="타원 8249">
              <a:extLst>
                <a:ext uri="{FF2B5EF4-FFF2-40B4-BE49-F238E27FC236}">
                  <a16:creationId xmlns:a16="http://schemas.microsoft.com/office/drawing/2014/main" id="{8A644BF0-9005-47C1-AC79-49ABE96F5B00}"/>
                </a:ext>
              </a:extLst>
            </p:cNvPr>
            <p:cNvSpPr/>
            <p:nvPr/>
          </p:nvSpPr>
          <p:spPr>
            <a:xfrm>
              <a:off x="30703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1" name="타원 8250">
              <a:extLst>
                <a:ext uri="{FF2B5EF4-FFF2-40B4-BE49-F238E27FC236}">
                  <a16:creationId xmlns:a16="http://schemas.microsoft.com/office/drawing/2014/main" id="{20DE194C-301B-4397-8FA9-84EF75A31E8C}"/>
                </a:ext>
              </a:extLst>
            </p:cNvPr>
            <p:cNvSpPr/>
            <p:nvPr/>
          </p:nvSpPr>
          <p:spPr>
            <a:xfrm>
              <a:off x="32227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2" name="타원 8251">
              <a:extLst>
                <a:ext uri="{FF2B5EF4-FFF2-40B4-BE49-F238E27FC236}">
                  <a16:creationId xmlns:a16="http://schemas.microsoft.com/office/drawing/2014/main" id="{753DD5D2-017E-4A26-B64F-2AEA9CEE1027}"/>
                </a:ext>
              </a:extLst>
            </p:cNvPr>
            <p:cNvSpPr/>
            <p:nvPr/>
          </p:nvSpPr>
          <p:spPr>
            <a:xfrm>
              <a:off x="33751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3" name="타원 8252">
              <a:extLst>
                <a:ext uri="{FF2B5EF4-FFF2-40B4-BE49-F238E27FC236}">
                  <a16:creationId xmlns:a16="http://schemas.microsoft.com/office/drawing/2014/main" id="{069EAA7E-98A0-4435-A281-8EF2315CF642}"/>
                </a:ext>
              </a:extLst>
            </p:cNvPr>
            <p:cNvSpPr/>
            <p:nvPr/>
          </p:nvSpPr>
          <p:spPr>
            <a:xfrm>
              <a:off x="35275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4" name="타원 8253">
              <a:extLst>
                <a:ext uri="{FF2B5EF4-FFF2-40B4-BE49-F238E27FC236}">
                  <a16:creationId xmlns:a16="http://schemas.microsoft.com/office/drawing/2014/main" id="{F631D410-44C7-4E3F-AE47-58D5346C5236}"/>
                </a:ext>
              </a:extLst>
            </p:cNvPr>
            <p:cNvSpPr/>
            <p:nvPr/>
          </p:nvSpPr>
          <p:spPr>
            <a:xfrm>
              <a:off x="36799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5" name="타원 8254">
              <a:extLst>
                <a:ext uri="{FF2B5EF4-FFF2-40B4-BE49-F238E27FC236}">
                  <a16:creationId xmlns:a16="http://schemas.microsoft.com/office/drawing/2014/main" id="{4FA75C91-5DE0-45AE-8E85-3CFE0B7E3602}"/>
                </a:ext>
              </a:extLst>
            </p:cNvPr>
            <p:cNvSpPr/>
            <p:nvPr/>
          </p:nvSpPr>
          <p:spPr>
            <a:xfrm>
              <a:off x="38323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6" name="타원 8255">
              <a:extLst>
                <a:ext uri="{FF2B5EF4-FFF2-40B4-BE49-F238E27FC236}">
                  <a16:creationId xmlns:a16="http://schemas.microsoft.com/office/drawing/2014/main" id="{F27C53DD-B457-475A-94F4-9BAAE2D7A42E}"/>
                </a:ext>
              </a:extLst>
            </p:cNvPr>
            <p:cNvSpPr/>
            <p:nvPr/>
          </p:nvSpPr>
          <p:spPr>
            <a:xfrm>
              <a:off x="39847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7" name="타원 8256">
              <a:extLst>
                <a:ext uri="{FF2B5EF4-FFF2-40B4-BE49-F238E27FC236}">
                  <a16:creationId xmlns:a16="http://schemas.microsoft.com/office/drawing/2014/main" id="{56A00502-6C91-49D9-BC94-5F8201613133}"/>
                </a:ext>
              </a:extLst>
            </p:cNvPr>
            <p:cNvSpPr/>
            <p:nvPr/>
          </p:nvSpPr>
          <p:spPr>
            <a:xfrm>
              <a:off x="41371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8" name="타원 8257">
              <a:extLst>
                <a:ext uri="{FF2B5EF4-FFF2-40B4-BE49-F238E27FC236}">
                  <a16:creationId xmlns:a16="http://schemas.microsoft.com/office/drawing/2014/main" id="{58BDA61D-37F9-4B76-984C-A7270CE3FD02}"/>
                </a:ext>
              </a:extLst>
            </p:cNvPr>
            <p:cNvSpPr/>
            <p:nvPr/>
          </p:nvSpPr>
          <p:spPr>
            <a:xfrm>
              <a:off x="42895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59" name="타원 8258">
              <a:extLst>
                <a:ext uri="{FF2B5EF4-FFF2-40B4-BE49-F238E27FC236}">
                  <a16:creationId xmlns:a16="http://schemas.microsoft.com/office/drawing/2014/main" id="{C37B7A58-9FA4-4A33-BAC1-3862664F586E}"/>
                </a:ext>
              </a:extLst>
            </p:cNvPr>
            <p:cNvSpPr/>
            <p:nvPr/>
          </p:nvSpPr>
          <p:spPr>
            <a:xfrm>
              <a:off x="44419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0" name="타원 8259">
              <a:extLst>
                <a:ext uri="{FF2B5EF4-FFF2-40B4-BE49-F238E27FC236}">
                  <a16:creationId xmlns:a16="http://schemas.microsoft.com/office/drawing/2014/main" id="{1B849F58-D438-44C0-874A-C345B48F928F}"/>
                </a:ext>
              </a:extLst>
            </p:cNvPr>
            <p:cNvSpPr/>
            <p:nvPr/>
          </p:nvSpPr>
          <p:spPr>
            <a:xfrm>
              <a:off x="45943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1" name="타원 8260">
              <a:extLst>
                <a:ext uri="{FF2B5EF4-FFF2-40B4-BE49-F238E27FC236}">
                  <a16:creationId xmlns:a16="http://schemas.microsoft.com/office/drawing/2014/main" id="{BCF3E61E-8EC3-4718-8DBB-D1323E99AA66}"/>
                </a:ext>
              </a:extLst>
            </p:cNvPr>
            <p:cNvSpPr/>
            <p:nvPr/>
          </p:nvSpPr>
          <p:spPr>
            <a:xfrm>
              <a:off x="47467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2" name="타원 8261">
              <a:extLst>
                <a:ext uri="{FF2B5EF4-FFF2-40B4-BE49-F238E27FC236}">
                  <a16:creationId xmlns:a16="http://schemas.microsoft.com/office/drawing/2014/main" id="{F4024325-8C30-406D-8A29-7B9F9A88C7A6}"/>
                </a:ext>
              </a:extLst>
            </p:cNvPr>
            <p:cNvSpPr/>
            <p:nvPr/>
          </p:nvSpPr>
          <p:spPr>
            <a:xfrm>
              <a:off x="48991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3" name="타원 8262">
              <a:extLst>
                <a:ext uri="{FF2B5EF4-FFF2-40B4-BE49-F238E27FC236}">
                  <a16:creationId xmlns:a16="http://schemas.microsoft.com/office/drawing/2014/main" id="{58028620-6976-4AD1-B491-6E21AFF9975D}"/>
                </a:ext>
              </a:extLst>
            </p:cNvPr>
            <p:cNvSpPr/>
            <p:nvPr/>
          </p:nvSpPr>
          <p:spPr>
            <a:xfrm>
              <a:off x="50515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4" name="타원 8263">
              <a:extLst>
                <a:ext uri="{FF2B5EF4-FFF2-40B4-BE49-F238E27FC236}">
                  <a16:creationId xmlns:a16="http://schemas.microsoft.com/office/drawing/2014/main" id="{4E1E111C-74F5-49DE-9796-5FB6FE32D304}"/>
                </a:ext>
              </a:extLst>
            </p:cNvPr>
            <p:cNvSpPr/>
            <p:nvPr/>
          </p:nvSpPr>
          <p:spPr>
            <a:xfrm>
              <a:off x="52039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5" name="타원 8264">
              <a:extLst>
                <a:ext uri="{FF2B5EF4-FFF2-40B4-BE49-F238E27FC236}">
                  <a16:creationId xmlns:a16="http://schemas.microsoft.com/office/drawing/2014/main" id="{C22F04E9-C919-452E-89E4-161DAF63079B}"/>
                </a:ext>
              </a:extLst>
            </p:cNvPr>
            <p:cNvSpPr/>
            <p:nvPr/>
          </p:nvSpPr>
          <p:spPr>
            <a:xfrm>
              <a:off x="53563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6" name="타원 8265">
              <a:extLst>
                <a:ext uri="{FF2B5EF4-FFF2-40B4-BE49-F238E27FC236}">
                  <a16:creationId xmlns:a16="http://schemas.microsoft.com/office/drawing/2014/main" id="{35A473D4-E1CB-4FF7-AA72-0EAE1BD97EA7}"/>
                </a:ext>
              </a:extLst>
            </p:cNvPr>
            <p:cNvSpPr/>
            <p:nvPr/>
          </p:nvSpPr>
          <p:spPr>
            <a:xfrm>
              <a:off x="55087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7" name="타원 8266">
              <a:extLst>
                <a:ext uri="{FF2B5EF4-FFF2-40B4-BE49-F238E27FC236}">
                  <a16:creationId xmlns:a16="http://schemas.microsoft.com/office/drawing/2014/main" id="{2E2E6D6E-BCD3-4D92-B8A9-0F69AB56E4E4}"/>
                </a:ext>
              </a:extLst>
            </p:cNvPr>
            <p:cNvSpPr/>
            <p:nvPr/>
          </p:nvSpPr>
          <p:spPr>
            <a:xfrm>
              <a:off x="56611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8" name="타원 8267">
              <a:extLst>
                <a:ext uri="{FF2B5EF4-FFF2-40B4-BE49-F238E27FC236}">
                  <a16:creationId xmlns:a16="http://schemas.microsoft.com/office/drawing/2014/main" id="{5F8DE0E5-E932-4595-A00D-9D92C3E7AB98}"/>
                </a:ext>
              </a:extLst>
            </p:cNvPr>
            <p:cNvSpPr/>
            <p:nvPr/>
          </p:nvSpPr>
          <p:spPr>
            <a:xfrm>
              <a:off x="5813576" y="6172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69" name="타원 8268">
              <a:extLst>
                <a:ext uri="{FF2B5EF4-FFF2-40B4-BE49-F238E27FC236}">
                  <a16:creationId xmlns:a16="http://schemas.microsoft.com/office/drawing/2014/main" id="{A3CCC8A1-E1B2-48F2-AC6E-650C8525DB25}"/>
                </a:ext>
              </a:extLst>
            </p:cNvPr>
            <p:cNvSpPr/>
            <p:nvPr/>
          </p:nvSpPr>
          <p:spPr>
            <a:xfrm>
              <a:off x="3271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0" name="타원 8269">
              <a:extLst>
                <a:ext uri="{FF2B5EF4-FFF2-40B4-BE49-F238E27FC236}">
                  <a16:creationId xmlns:a16="http://schemas.microsoft.com/office/drawing/2014/main" id="{AE4176A8-8248-4518-9D96-0BF32C043EF6}"/>
                </a:ext>
              </a:extLst>
            </p:cNvPr>
            <p:cNvSpPr/>
            <p:nvPr/>
          </p:nvSpPr>
          <p:spPr>
            <a:xfrm>
              <a:off x="4795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1" name="타원 8270">
              <a:extLst>
                <a:ext uri="{FF2B5EF4-FFF2-40B4-BE49-F238E27FC236}">
                  <a16:creationId xmlns:a16="http://schemas.microsoft.com/office/drawing/2014/main" id="{D69C3FF7-5AE6-4518-B1E4-B9E574A2F231}"/>
                </a:ext>
              </a:extLst>
            </p:cNvPr>
            <p:cNvSpPr/>
            <p:nvPr/>
          </p:nvSpPr>
          <p:spPr>
            <a:xfrm>
              <a:off x="6319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2" name="타원 8271">
              <a:extLst>
                <a:ext uri="{FF2B5EF4-FFF2-40B4-BE49-F238E27FC236}">
                  <a16:creationId xmlns:a16="http://schemas.microsoft.com/office/drawing/2014/main" id="{434D048A-E0D5-4509-AE58-BB35F18CEBC9}"/>
                </a:ext>
              </a:extLst>
            </p:cNvPr>
            <p:cNvSpPr/>
            <p:nvPr/>
          </p:nvSpPr>
          <p:spPr>
            <a:xfrm>
              <a:off x="7843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3" name="타원 8272">
              <a:extLst>
                <a:ext uri="{FF2B5EF4-FFF2-40B4-BE49-F238E27FC236}">
                  <a16:creationId xmlns:a16="http://schemas.microsoft.com/office/drawing/2014/main" id="{99F50300-1D34-4092-88D0-9B5E20AFB583}"/>
                </a:ext>
              </a:extLst>
            </p:cNvPr>
            <p:cNvSpPr/>
            <p:nvPr/>
          </p:nvSpPr>
          <p:spPr>
            <a:xfrm>
              <a:off x="9367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4" name="타원 8273">
              <a:extLst>
                <a:ext uri="{FF2B5EF4-FFF2-40B4-BE49-F238E27FC236}">
                  <a16:creationId xmlns:a16="http://schemas.microsoft.com/office/drawing/2014/main" id="{F0A67311-FEC3-4ED6-86AE-62CC6424B125}"/>
                </a:ext>
              </a:extLst>
            </p:cNvPr>
            <p:cNvSpPr/>
            <p:nvPr/>
          </p:nvSpPr>
          <p:spPr>
            <a:xfrm>
              <a:off x="10891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5" name="타원 8274">
              <a:extLst>
                <a:ext uri="{FF2B5EF4-FFF2-40B4-BE49-F238E27FC236}">
                  <a16:creationId xmlns:a16="http://schemas.microsoft.com/office/drawing/2014/main" id="{9D38564C-A2CA-43B2-9440-0513B3B66623}"/>
                </a:ext>
              </a:extLst>
            </p:cNvPr>
            <p:cNvSpPr/>
            <p:nvPr/>
          </p:nvSpPr>
          <p:spPr>
            <a:xfrm>
              <a:off x="12415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6" name="타원 8275">
              <a:extLst>
                <a:ext uri="{FF2B5EF4-FFF2-40B4-BE49-F238E27FC236}">
                  <a16:creationId xmlns:a16="http://schemas.microsoft.com/office/drawing/2014/main" id="{24717CBE-066D-499A-9880-589C5E9700C6}"/>
                </a:ext>
              </a:extLst>
            </p:cNvPr>
            <p:cNvSpPr/>
            <p:nvPr/>
          </p:nvSpPr>
          <p:spPr>
            <a:xfrm>
              <a:off x="13939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7" name="타원 8276">
              <a:extLst>
                <a:ext uri="{FF2B5EF4-FFF2-40B4-BE49-F238E27FC236}">
                  <a16:creationId xmlns:a16="http://schemas.microsoft.com/office/drawing/2014/main" id="{A5CB60BC-31BE-43F7-8401-6A4E239BDD75}"/>
                </a:ext>
              </a:extLst>
            </p:cNvPr>
            <p:cNvSpPr/>
            <p:nvPr/>
          </p:nvSpPr>
          <p:spPr>
            <a:xfrm>
              <a:off x="15463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8" name="타원 8277">
              <a:extLst>
                <a:ext uri="{FF2B5EF4-FFF2-40B4-BE49-F238E27FC236}">
                  <a16:creationId xmlns:a16="http://schemas.microsoft.com/office/drawing/2014/main" id="{188B7D91-51C4-4E18-BC10-1DB1C17D9E6E}"/>
                </a:ext>
              </a:extLst>
            </p:cNvPr>
            <p:cNvSpPr/>
            <p:nvPr/>
          </p:nvSpPr>
          <p:spPr>
            <a:xfrm>
              <a:off x="16987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79" name="타원 8278">
              <a:extLst>
                <a:ext uri="{FF2B5EF4-FFF2-40B4-BE49-F238E27FC236}">
                  <a16:creationId xmlns:a16="http://schemas.microsoft.com/office/drawing/2014/main" id="{D405B177-01B8-40CE-89BE-54BFE57228B8}"/>
                </a:ext>
              </a:extLst>
            </p:cNvPr>
            <p:cNvSpPr/>
            <p:nvPr/>
          </p:nvSpPr>
          <p:spPr>
            <a:xfrm>
              <a:off x="18511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0" name="타원 8279">
              <a:extLst>
                <a:ext uri="{FF2B5EF4-FFF2-40B4-BE49-F238E27FC236}">
                  <a16:creationId xmlns:a16="http://schemas.microsoft.com/office/drawing/2014/main" id="{0E5745DB-B804-474C-9327-9CFD1A7C4E9D}"/>
                </a:ext>
              </a:extLst>
            </p:cNvPr>
            <p:cNvSpPr/>
            <p:nvPr/>
          </p:nvSpPr>
          <p:spPr>
            <a:xfrm>
              <a:off x="20035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1" name="타원 8280">
              <a:extLst>
                <a:ext uri="{FF2B5EF4-FFF2-40B4-BE49-F238E27FC236}">
                  <a16:creationId xmlns:a16="http://schemas.microsoft.com/office/drawing/2014/main" id="{958CFE42-DA46-4946-90A6-BC2BB22C342C}"/>
                </a:ext>
              </a:extLst>
            </p:cNvPr>
            <p:cNvSpPr/>
            <p:nvPr/>
          </p:nvSpPr>
          <p:spPr>
            <a:xfrm>
              <a:off x="21559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2" name="타원 8281">
              <a:extLst>
                <a:ext uri="{FF2B5EF4-FFF2-40B4-BE49-F238E27FC236}">
                  <a16:creationId xmlns:a16="http://schemas.microsoft.com/office/drawing/2014/main" id="{9EEB5D74-DCAA-4CCB-9425-1B2CB367291C}"/>
                </a:ext>
              </a:extLst>
            </p:cNvPr>
            <p:cNvSpPr/>
            <p:nvPr/>
          </p:nvSpPr>
          <p:spPr>
            <a:xfrm>
              <a:off x="23083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3" name="타원 8282">
              <a:extLst>
                <a:ext uri="{FF2B5EF4-FFF2-40B4-BE49-F238E27FC236}">
                  <a16:creationId xmlns:a16="http://schemas.microsoft.com/office/drawing/2014/main" id="{4FE481C6-CB32-4671-B63E-4DBB896E581F}"/>
                </a:ext>
              </a:extLst>
            </p:cNvPr>
            <p:cNvSpPr/>
            <p:nvPr/>
          </p:nvSpPr>
          <p:spPr>
            <a:xfrm>
              <a:off x="24607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4" name="타원 8283">
              <a:extLst>
                <a:ext uri="{FF2B5EF4-FFF2-40B4-BE49-F238E27FC236}">
                  <a16:creationId xmlns:a16="http://schemas.microsoft.com/office/drawing/2014/main" id="{26C71CD0-6734-4F5F-8F38-103A5493CE64}"/>
                </a:ext>
              </a:extLst>
            </p:cNvPr>
            <p:cNvSpPr/>
            <p:nvPr/>
          </p:nvSpPr>
          <p:spPr>
            <a:xfrm>
              <a:off x="26131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5" name="타원 8284">
              <a:extLst>
                <a:ext uri="{FF2B5EF4-FFF2-40B4-BE49-F238E27FC236}">
                  <a16:creationId xmlns:a16="http://schemas.microsoft.com/office/drawing/2014/main" id="{B84675E8-0753-48AE-A4DD-E4C16E2FBB72}"/>
                </a:ext>
              </a:extLst>
            </p:cNvPr>
            <p:cNvSpPr/>
            <p:nvPr/>
          </p:nvSpPr>
          <p:spPr>
            <a:xfrm>
              <a:off x="27655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6" name="타원 8285">
              <a:extLst>
                <a:ext uri="{FF2B5EF4-FFF2-40B4-BE49-F238E27FC236}">
                  <a16:creationId xmlns:a16="http://schemas.microsoft.com/office/drawing/2014/main" id="{18C67721-9F28-44CB-A34C-AE12D86BFA10}"/>
                </a:ext>
              </a:extLst>
            </p:cNvPr>
            <p:cNvSpPr/>
            <p:nvPr/>
          </p:nvSpPr>
          <p:spPr>
            <a:xfrm>
              <a:off x="29179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7" name="타원 8286">
              <a:extLst>
                <a:ext uri="{FF2B5EF4-FFF2-40B4-BE49-F238E27FC236}">
                  <a16:creationId xmlns:a16="http://schemas.microsoft.com/office/drawing/2014/main" id="{8D306F09-22A6-490B-AF92-5CAB62658641}"/>
                </a:ext>
              </a:extLst>
            </p:cNvPr>
            <p:cNvSpPr/>
            <p:nvPr/>
          </p:nvSpPr>
          <p:spPr>
            <a:xfrm>
              <a:off x="30703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8" name="타원 8287">
              <a:extLst>
                <a:ext uri="{FF2B5EF4-FFF2-40B4-BE49-F238E27FC236}">
                  <a16:creationId xmlns:a16="http://schemas.microsoft.com/office/drawing/2014/main" id="{90AA28A4-F680-40D6-82D0-9519B77675DB}"/>
                </a:ext>
              </a:extLst>
            </p:cNvPr>
            <p:cNvSpPr/>
            <p:nvPr/>
          </p:nvSpPr>
          <p:spPr>
            <a:xfrm>
              <a:off x="32227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89" name="타원 8288">
              <a:extLst>
                <a:ext uri="{FF2B5EF4-FFF2-40B4-BE49-F238E27FC236}">
                  <a16:creationId xmlns:a16="http://schemas.microsoft.com/office/drawing/2014/main" id="{6B7A295E-2167-4FDF-9DA2-826211C6C0CF}"/>
                </a:ext>
              </a:extLst>
            </p:cNvPr>
            <p:cNvSpPr/>
            <p:nvPr/>
          </p:nvSpPr>
          <p:spPr>
            <a:xfrm>
              <a:off x="33751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0" name="타원 8289">
              <a:extLst>
                <a:ext uri="{FF2B5EF4-FFF2-40B4-BE49-F238E27FC236}">
                  <a16:creationId xmlns:a16="http://schemas.microsoft.com/office/drawing/2014/main" id="{D5D6A210-B518-4A13-8D50-D060DA604336}"/>
                </a:ext>
              </a:extLst>
            </p:cNvPr>
            <p:cNvSpPr/>
            <p:nvPr/>
          </p:nvSpPr>
          <p:spPr>
            <a:xfrm>
              <a:off x="35275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1" name="타원 8290">
              <a:extLst>
                <a:ext uri="{FF2B5EF4-FFF2-40B4-BE49-F238E27FC236}">
                  <a16:creationId xmlns:a16="http://schemas.microsoft.com/office/drawing/2014/main" id="{922E40F6-8902-4C1E-A7B7-17EAA8A25B21}"/>
                </a:ext>
              </a:extLst>
            </p:cNvPr>
            <p:cNvSpPr/>
            <p:nvPr/>
          </p:nvSpPr>
          <p:spPr>
            <a:xfrm>
              <a:off x="36799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2" name="타원 8291">
              <a:extLst>
                <a:ext uri="{FF2B5EF4-FFF2-40B4-BE49-F238E27FC236}">
                  <a16:creationId xmlns:a16="http://schemas.microsoft.com/office/drawing/2014/main" id="{9DFC4113-6B19-4607-BAF2-46EF66B85841}"/>
                </a:ext>
              </a:extLst>
            </p:cNvPr>
            <p:cNvSpPr/>
            <p:nvPr/>
          </p:nvSpPr>
          <p:spPr>
            <a:xfrm>
              <a:off x="38323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3" name="타원 8292">
              <a:extLst>
                <a:ext uri="{FF2B5EF4-FFF2-40B4-BE49-F238E27FC236}">
                  <a16:creationId xmlns:a16="http://schemas.microsoft.com/office/drawing/2014/main" id="{FC93A13E-BF48-4A89-99B6-FFE58E5B262E}"/>
                </a:ext>
              </a:extLst>
            </p:cNvPr>
            <p:cNvSpPr/>
            <p:nvPr/>
          </p:nvSpPr>
          <p:spPr>
            <a:xfrm>
              <a:off x="39847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4" name="타원 8293">
              <a:extLst>
                <a:ext uri="{FF2B5EF4-FFF2-40B4-BE49-F238E27FC236}">
                  <a16:creationId xmlns:a16="http://schemas.microsoft.com/office/drawing/2014/main" id="{168584D5-365B-4F84-A129-0FA8811A1976}"/>
                </a:ext>
              </a:extLst>
            </p:cNvPr>
            <p:cNvSpPr/>
            <p:nvPr/>
          </p:nvSpPr>
          <p:spPr>
            <a:xfrm>
              <a:off x="41371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5" name="타원 8294">
              <a:extLst>
                <a:ext uri="{FF2B5EF4-FFF2-40B4-BE49-F238E27FC236}">
                  <a16:creationId xmlns:a16="http://schemas.microsoft.com/office/drawing/2014/main" id="{57547D1B-0CBC-4A22-9997-23D8F0FBB6A0}"/>
                </a:ext>
              </a:extLst>
            </p:cNvPr>
            <p:cNvSpPr/>
            <p:nvPr/>
          </p:nvSpPr>
          <p:spPr>
            <a:xfrm>
              <a:off x="42895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6" name="타원 8295">
              <a:extLst>
                <a:ext uri="{FF2B5EF4-FFF2-40B4-BE49-F238E27FC236}">
                  <a16:creationId xmlns:a16="http://schemas.microsoft.com/office/drawing/2014/main" id="{E55389A2-ACD4-4BFD-8754-DC411407173D}"/>
                </a:ext>
              </a:extLst>
            </p:cNvPr>
            <p:cNvSpPr/>
            <p:nvPr/>
          </p:nvSpPr>
          <p:spPr>
            <a:xfrm>
              <a:off x="44419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7" name="타원 8296">
              <a:extLst>
                <a:ext uri="{FF2B5EF4-FFF2-40B4-BE49-F238E27FC236}">
                  <a16:creationId xmlns:a16="http://schemas.microsoft.com/office/drawing/2014/main" id="{2EEEADD3-0CCA-49EA-990B-8830927A4C24}"/>
                </a:ext>
              </a:extLst>
            </p:cNvPr>
            <p:cNvSpPr/>
            <p:nvPr/>
          </p:nvSpPr>
          <p:spPr>
            <a:xfrm>
              <a:off x="45943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8" name="타원 8297">
              <a:extLst>
                <a:ext uri="{FF2B5EF4-FFF2-40B4-BE49-F238E27FC236}">
                  <a16:creationId xmlns:a16="http://schemas.microsoft.com/office/drawing/2014/main" id="{C373B1C3-959F-43FE-A77C-090E08B80728}"/>
                </a:ext>
              </a:extLst>
            </p:cNvPr>
            <p:cNvSpPr/>
            <p:nvPr/>
          </p:nvSpPr>
          <p:spPr>
            <a:xfrm>
              <a:off x="47467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99" name="타원 8298">
              <a:extLst>
                <a:ext uri="{FF2B5EF4-FFF2-40B4-BE49-F238E27FC236}">
                  <a16:creationId xmlns:a16="http://schemas.microsoft.com/office/drawing/2014/main" id="{7BC29C3F-E1E2-4D3C-ABF6-E76FEE2A7FB4}"/>
                </a:ext>
              </a:extLst>
            </p:cNvPr>
            <p:cNvSpPr/>
            <p:nvPr/>
          </p:nvSpPr>
          <p:spPr>
            <a:xfrm>
              <a:off x="48991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0" name="타원 8299">
              <a:extLst>
                <a:ext uri="{FF2B5EF4-FFF2-40B4-BE49-F238E27FC236}">
                  <a16:creationId xmlns:a16="http://schemas.microsoft.com/office/drawing/2014/main" id="{7F431F71-81E1-4BA5-A903-19D90D652054}"/>
                </a:ext>
              </a:extLst>
            </p:cNvPr>
            <p:cNvSpPr/>
            <p:nvPr/>
          </p:nvSpPr>
          <p:spPr>
            <a:xfrm>
              <a:off x="50515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1" name="타원 8300">
              <a:extLst>
                <a:ext uri="{FF2B5EF4-FFF2-40B4-BE49-F238E27FC236}">
                  <a16:creationId xmlns:a16="http://schemas.microsoft.com/office/drawing/2014/main" id="{E9777AC2-6B3C-44A6-BB12-46CF4A906B93}"/>
                </a:ext>
              </a:extLst>
            </p:cNvPr>
            <p:cNvSpPr/>
            <p:nvPr/>
          </p:nvSpPr>
          <p:spPr>
            <a:xfrm>
              <a:off x="52039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2" name="타원 8301">
              <a:extLst>
                <a:ext uri="{FF2B5EF4-FFF2-40B4-BE49-F238E27FC236}">
                  <a16:creationId xmlns:a16="http://schemas.microsoft.com/office/drawing/2014/main" id="{C0B69C24-8777-4E5E-A252-F3779F5D65DA}"/>
                </a:ext>
              </a:extLst>
            </p:cNvPr>
            <p:cNvSpPr/>
            <p:nvPr/>
          </p:nvSpPr>
          <p:spPr>
            <a:xfrm>
              <a:off x="53563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3" name="타원 8302">
              <a:extLst>
                <a:ext uri="{FF2B5EF4-FFF2-40B4-BE49-F238E27FC236}">
                  <a16:creationId xmlns:a16="http://schemas.microsoft.com/office/drawing/2014/main" id="{2A80B1D7-A80B-4F64-A475-F7496C11A7A0}"/>
                </a:ext>
              </a:extLst>
            </p:cNvPr>
            <p:cNvSpPr/>
            <p:nvPr/>
          </p:nvSpPr>
          <p:spPr>
            <a:xfrm>
              <a:off x="55087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4" name="타원 8303">
              <a:extLst>
                <a:ext uri="{FF2B5EF4-FFF2-40B4-BE49-F238E27FC236}">
                  <a16:creationId xmlns:a16="http://schemas.microsoft.com/office/drawing/2014/main" id="{9659AEFC-91BB-4697-BAA8-A2408C0A1B02}"/>
                </a:ext>
              </a:extLst>
            </p:cNvPr>
            <p:cNvSpPr/>
            <p:nvPr/>
          </p:nvSpPr>
          <p:spPr>
            <a:xfrm>
              <a:off x="56611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5" name="타원 8304">
              <a:extLst>
                <a:ext uri="{FF2B5EF4-FFF2-40B4-BE49-F238E27FC236}">
                  <a16:creationId xmlns:a16="http://schemas.microsoft.com/office/drawing/2014/main" id="{A46D6933-0ED7-4D94-B184-31CB049307DC}"/>
                </a:ext>
              </a:extLst>
            </p:cNvPr>
            <p:cNvSpPr/>
            <p:nvPr/>
          </p:nvSpPr>
          <p:spPr>
            <a:xfrm>
              <a:off x="5813576" y="6324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6" name="타원 8305">
              <a:extLst>
                <a:ext uri="{FF2B5EF4-FFF2-40B4-BE49-F238E27FC236}">
                  <a16:creationId xmlns:a16="http://schemas.microsoft.com/office/drawing/2014/main" id="{5B6B3B0F-6240-4E6D-8DAD-AFE5F98338E3}"/>
                </a:ext>
              </a:extLst>
            </p:cNvPr>
            <p:cNvSpPr/>
            <p:nvPr/>
          </p:nvSpPr>
          <p:spPr>
            <a:xfrm>
              <a:off x="3271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7" name="타원 8306">
              <a:extLst>
                <a:ext uri="{FF2B5EF4-FFF2-40B4-BE49-F238E27FC236}">
                  <a16:creationId xmlns:a16="http://schemas.microsoft.com/office/drawing/2014/main" id="{1CC3E913-6B3C-4AC5-8A73-9878A36AB2EC}"/>
                </a:ext>
              </a:extLst>
            </p:cNvPr>
            <p:cNvSpPr/>
            <p:nvPr/>
          </p:nvSpPr>
          <p:spPr>
            <a:xfrm>
              <a:off x="4795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8" name="타원 8307">
              <a:extLst>
                <a:ext uri="{FF2B5EF4-FFF2-40B4-BE49-F238E27FC236}">
                  <a16:creationId xmlns:a16="http://schemas.microsoft.com/office/drawing/2014/main" id="{E63F9F15-AD20-4CD2-BA87-12ECB41DA9F0}"/>
                </a:ext>
              </a:extLst>
            </p:cNvPr>
            <p:cNvSpPr/>
            <p:nvPr/>
          </p:nvSpPr>
          <p:spPr>
            <a:xfrm>
              <a:off x="6319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09" name="타원 8308">
              <a:extLst>
                <a:ext uri="{FF2B5EF4-FFF2-40B4-BE49-F238E27FC236}">
                  <a16:creationId xmlns:a16="http://schemas.microsoft.com/office/drawing/2014/main" id="{FD5019C5-6D3B-4326-B070-9D2D5B70C744}"/>
                </a:ext>
              </a:extLst>
            </p:cNvPr>
            <p:cNvSpPr/>
            <p:nvPr/>
          </p:nvSpPr>
          <p:spPr>
            <a:xfrm>
              <a:off x="7843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0" name="타원 8309">
              <a:extLst>
                <a:ext uri="{FF2B5EF4-FFF2-40B4-BE49-F238E27FC236}">
                  <a16:creationId xmlns:a16="http://schemas.microsoft.com/office/drawing/2014/main" id="{F54CF32C-A82D-4B48-84A2-8375E7A4FD83}"/>
                </a:ext>
              </a:extLst>
            </p:cNvPr>
            <p:cNvSpPr/>
            <p:nvPr/>
          </p:nvSpPr>
          <p:spPr>
            <a:xfrm>
              <a:off x="9367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1" name="타원 8310">
              <a:extLst>
                <a:ext uri="{FF2B5EF4-FFF2-40B4-BE49-F238E27FC236}">
                  <a16:creationId xmlns:a16="http://schemas.microsoft.com/office/drawing/2014/main" id="{DAEFC206-0D4B-4DC4-BBEB-066AE53355E3}"/>
                </a:ext>
              </a:extLst>
            </p:cNvPr>
            <p:cNvSpPr/>
            <p:nvPr/>
          </p:nvSpPr>
          <p:spPr>
            <a:xfrm>
              <a:off x="10891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2" name="타원 8311">
              <a:extLst>
                <a:ext uri="{FF2B5EF4-FFF2-40B4-BE49-F238E27FC236}">
                  <a16:creationId xmlns:a16="http://schemas.microsoft.com/office/drawing/2014/main" id="{5406FDA4-5909-4651-9FBE-C80CE82A9C0B}"/>
                </a:ext>
              </a:extLst>
            </p:cNvPr>
            <p:cNvSpPr/>
            <p:nvPr/>
          </p:nvSpPr>
          <p:spPr>
            <a:xfrm>
              <a:off x="12415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3" name="타원 8312">
              <a:extLst>
                <a:ext uri="{FF2B5EF4-FFF2-40B4-BE49-F238E27FC236}">
                  <a16:creationId xmlns:a16="http://schemas.microsoft.com/office/drawing/2014/main" id="{5AD19093-3CCF-4296-B70E-EE66FA9673DE}"/>
                </a:ext>
              </a:extLst>
            </p:cNvPr>
            <p:cNvSpPr/>
            <p:nvPr/>
          </p:nvSpPr>
          <p:spPr>
            <a:xfrm>
              <a:off x="13939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4" name="타원 8313">
              <a:extLst>
                <a:ext uri="{FF2B5EF4-FFF2-40B4-BE49-F238E27FC236}">
                  <a16:creationId xmlns:a16="http://schemas.microsoft.com/office/drawing/2014/main" id="{350E1151-9024-4354-8303-F5F1DFD94961}"/>
                </a:ext>
              </a:extLst>
            </p:cNvPr>
            <p:cNvSpPr/>
            <p:nvPr/>
          </p:nvSpPr>
          <p:spPr>
            <a:xfrm>
              <a:off x="15463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5" name="타원 8314">
              <a:extLst>
                <a:ext uri="{FF2B5EF4-FFF2-40B4-BE49-F238E27FC236}">
                  <a16:creationId xmlns:a16="http://schemas.microsoft.com/office/drawing/2014/main" id="{14C3619C-C2D4-49CB-9785-6CD937D43E60}"/>
                </a:ext>
              </a:extLst>
            </p:cNvPr>
            <p:cNvSpPr/>
            <p:nvPr/>
          </p:nvSpPr>
          <p:spPr>
            <a:xfrm>
              <a:off x="16987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6" name="타원 8315">
              <a:extLst>
                <a:ext uri="{FF2B5EF4-FFF2-40B4-BE49-F238E27FC236}">
                  <a16:creationId xmlns:a16="http://schemas.microsoft.com/office/drawing/2014/main" id="{0B1E8045-4460-4AC9-BA5F-FE0BF17ED9AE}"/>
                </a:ext>
              </a:extLst>
            </p:cNvPr>
            <p:cNvSpPr/>
            <p:nvPr/>
          </p:nvSpPr>
          <p:spPr>
            <a:xfrm>
              <a:off x="18511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7" name="타원 8316">
              <a:extLst>
                <a:ext uri="{FF2B5EF4-FFF2-40B4-BE49-F238E27FC236}">
                  <a16:creationId xmlns:a16="http://schemas.microsoft.com/office/drawing/2014/main" id="{D2CF42B4-9ED4-45DA-99FA-E93B3DB49EC0}"/>
                </a:ext>
              </a:extLst>
            </p:cNvPr>
            <p:cNvSpPr/>
            <p:nvPr/>
          </p:nvSpPr>
          <p:spPr>
            <a:xfrm>
              <a:off x="20035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8" name="타원 8317">
              <a:extLst>
                <a:ext uri="{FF2B5EF4-FFF2-40B4-BE49-F238E27FC236}">
                  <a16:creationId xmlns:a16="http://schemas.microsoft.com/office/drawing/2014/main" id="{EF301430-AD36-48C2-AA7C-ABA96D093ED0}"/>
                </a:ext>
              </a:extLst>
            </p:cNvPr>
            <p:cNvSpPr/>
            <p:nvPr/>
          </p:nvSpPr>
          <p:spPr>
            <a:xfrm>
              <a:off x="21559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19" name="타원 8318">
              <a:extLst>
                <a:ext uri="{FF2B5EF4-FFF2-40B4-BE49-F238E27FC236}">
                  <a16:creationId xmlns:a16="http://schemas.microsoft.com/office/drawing/2014/main" id="{4B07F523-638A-4DC0-AA48-E675FF11349C}"/>
                </a:ext>
              </a:extLst>
            </p:cNvPr>
            <p:cNvSpPr/>
            <p:nvPr/>
          </p:nvSpPr>
          <p:spPr>
            <a:xfrm>
              <a:off x="23083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0" name="타원 8319">
              <a:extLst>
                <a:ext uri="{FF2B5EF4-FFF2-40B4-BE49-F238E27FC236}">
                  <a16:creationId xmlns:a16="http://schemas.microsoft.com/office/drawing/2014/main" id="{513E9AC8-6272-4843-99F6-685697598CC2}"/>
                </a:ext>
              </a:extLst>
            </p:cNvPr>
            <p:cNvSpPr/>
            <p:nvPr/>
          </p:nvSpPr>
          <p:spPr>
            <a:xfrm>
              <a:off x="24607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1" name="타원 8320">
              <a:extLst>
                <a:ext uri="{FF2B5EF4-FFF2-40B4-BE49-F238E27FC236}">
                  <a16:creationId xmlns:a16="http://schemas.microsoft.com/office/drawing/2014/main" id="{DB438723-1E38-4EA7-95D6-10C30BD7D628}"/>
                </a:ext>
              </a:extLst>
            </p:cNvPr>
            <p:cNvSpPr/>
            <p:nvPr/>
          </p:nvSpPr>
          <p:spPr>
            <a:xfrm>
              <a:off x="26131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2" name="타원 8321">
              <a:extLst>
                <a:ext uri="{FF2B5EF4-FFF2-40B4-BE49-F238E27FC236}">
                  <a16:creationId xmlns:a16="http://schemas.microsoft.com/office/drawing/2014/main" id="{7209AEA9-5473-4B9A-B02D-A8347E5398CE}"/>
                </a:ext>
              </a:extLst>
            </p:cNvPr>
            <p:cNvSpPr/>
            <p:nvPr/>
          </p:nvSpPr>
          <p:spPr>
            <a:xfrm>
              <a:off x="27655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3" name="타원 8322">
              <a:extLst>
                <a:ext uri="{FF2B5EF4-FFF2-40B4-BE49-F238E27FC236}">
                  <a16:creationId xmlns:a16="http://schemas.microsoft.com/office/drawing/2014/main" id="{44200AFE-C4D7-41B0-A0BA-A077D43046FC}"/>
                </a:ext>
              </a:extLst>
            </p:cNvPr>
            <p:cNvSpPr/>
            <p:nvPr/>
          </p:nvSpPr>
          <p:spPr>
            <a:xfrm>
              <a:off x="29179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4" name="타원 8323">
              <a:extLst>
                <a:ext uri="{FF2B5EF4-FFF2-40B4-BE49-F238E27FC236}">
                  <a16:creationId xmlns:a16="http://schemas.microsoft.com/office/drawing/2014/main" id="{A05122A5-235D-4917-AF9B-5A295FA5B997}"/>
                </a:ext>
              </a:extLst>
            </p:cNvPr>
            <p:cNvSpPr/>
            <p:nvPr/>
          </p:nvSpPr>
          <p:spPr>
            <a:xfrm>
              <a:off x="30703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5" name="타원 8324">
              <a:extLst>
                <a:ext uri="{FF2B5EF4-FFF2-40B4-BE49-F238E27FC236}">
                  <a16:creationId xmlns:a16="http://schemas.microsoft.com/office/drawing/2014/main" id="{60B4F359-0A24-4AD2-B014-B028D8B481D1}"/>
                </a:ext>
              </a:extLst>
            </p:cNvPr>
            <p:cNvSpPr/>
            <p:nvPr/>
          </p:nvSpPr>
          <p:spPr>
            <a:xfrm>
              <a:off x="32227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6" name="타원 8325">
              <a:extLst>
                <a:ext uri="{FF2B5EF4-FFF2-40B4-BE49-F238E27FC236}">
                  <a16:creationId xmlns:a16="http://schemas.microsoft.com/office/drawing/2014/main" id="{817E01C7-E180-4B3C-A60A-6BEA48E903D4}"/>
                </a:ext>
              </a:extLst>
            </p:cNvPr>
            <p:cNvSpPr/>
            <p:nvPr/>
          </p:nvSpPr>
          <p:spPr>
            <a:xfrm>
              <a:off x="33751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7" name="타원 8326">
              <a:extLst>
                <a:ext uri="{FF2B5EF4-FFF2-40B4-BE49-F238E27FC236}">
                  <a16:creationId xmlns:a16="http://schemas.microsoft.com/office/drawing/2014/main" id="{0B1AB051-4638-4F84-AEC6-8512739FA470}"/>
                </a:ext>
              </a:extLst>
            </p:cNvPr>
            <p:cNvSpPr/>
            <p:nvPr/>
          </p:nvSpPr>
          <p:spPr>
            <a:xfrm>
              <a:off x="35275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8" name="타원 8327">
              <a:extLst>
                <a:ext uri="{FF2B5EF4-FFF2-40B4-BE49-F238E27FC236}">
                  <a16:creationId xmlns:a16="http://schemas.microsoft.com/office/drawing/2014/main" id="{F0F07350-D0BB-454D-8E35-C32A0564A9FC}"/>
                </a:ext>
              </a:extLst>
            </p:cNvPr>
            <p:cNvSpPr/>
            <p:nvPr/>
          </p:nvSpPr>
          <p:spPr>
            <a:xfrm>
              <a:off x="36799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29" name="타원 8328">
              <a:extLst>
                <a:ext uri="{FF2B5EF4-FFF2-40B4-BE49-F238E27FC236}">
                  <a16:creationId xmlns:a16="http://schemas.microsoft.com/office/drawing/2014/main" id="{34F0699F-A182-4180-9B64-EFC173163AA3}"/>
                </a:ext>
              </a:extLst>
            </p:cNvPr>
            <p:cNvSpPr/>
            <p:nvPr/>
          </p:nvSpPr>
          <p:spPr>
            <a:xfrm>
              <a:off x="38323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0" name="타원 8329">
              <a:extLst>
                <a:ext uri="{FF2B5EF4-FFF2-40B4-BE49-F238E27FC236}">
                  <a16:creationId xmlns:a16="http://schemas.microsoft.com/office/drawing/2014/main" id="{B437B768-FFD6-49D9-9F28-9A74F011A470}"/>
                </a:ext>
              </a:extLst>
            </p:cNvPr>
            <p:cNvSpPr/>
            <p:nvPr/>
          </p:nvSpPr>
          <p:spPr>
            <a:xfrm>
              <a:off x="39847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1" name="타원 8330">
              <a:extLst>
                <a:ext uri="{FF2B5EF4-FFF2-40B4-BE49-F238E27FC236}">
                  <a16:creationId xmlns:a16="http://schemas.microsoft.com/office/drawing/2014/main" id="{4AE8578E-4F3C-4413-BDF6-B6506EB63E1D}"/>
                </a:ext>
              </a:extLst>
            </p:cNvPr>
            <p:cNvSpPr/>
            <p:nvPr/>
          </p:nvSpPr>
          <p:spPr>
            <a:xfrm>
              <a:off x="41371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2" name="타원 8331">
              <a:extLst>
                <a:ext uri="{FF2B5EF4-FFF2-40B4-BE49-F238E27FC236}">
                  <a16:creationId xmlns:a16="http://schemas.microsoft.com/office/drawing/2014/main" id="{13283738-A572-405B-8FBE-0FEE2844C02E}"/>
                </a:ext>
              </a:extLst>
            </p:cNvPr>
            <p:cNvSpPr/>
            <p:nvPr/>
          </p:nvSpPr>
          <p:spPr>
            <a:xfrm>
              <a:off x="42895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3" name="타원 8332">
              <a:extLst>
                <a:ext uri="{FF2B5EF4-FFF2-40B4-BE49-F238E27FC236}">
                  <a16:creationId xmlns:a16="http://schemas.microsoft.com/office/drawing/2014/main" id="{4EC14601-1C6D-454F-87AB-B69BDD5CF6AE}"/>
                </a:ext>
              </a:extLst>
            </p:cNvPr>
            <p:cNvSpPr/>
            <p:nvPr/>
          </p:nvSpPr>
          <p:spPr>
            <a:xfrm>
              <a:off x="44419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4" name="타원 8333">
              <a:extLst>
                <a:ext uri="{FF2B5EF4-FFF2-40B4-BE49-F238E27FC236}">
                  <a16:creationId xmlns:a16="http://schemas.microsoft.com/office/drawing/2014/main" id="{19D5391C-79E5-4DDD-8533-9780B49FE503}"/>
                </a:ext>
              </a:extLst>
            </p:cNvPr>
            <p:cNvSpPr/>
            <p:nvPr/>
          </p:nvSpPr>
          <p:spPr>
            <a:xfrm>
              <a:off x="45943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5" name="타원 8334">
              <a:extLst>
                <a:ext uri="{FF2B5EF4-FFF2-40B4-BE49-F238E27FC236}">
                  <a16:creationId xmlns:a16="http://schemas.microsoft.com/office/drawing/2014/main" id="{7CD09CB4-05B9-4B66-8E00-9FB91448B638}"/>
                </a:ext>
              </a:extLst>
            </p:cNvPr>
            <p:cNvSpPr/>
            <p:nvPr/>
          </p:nvSpPr>
          <p:spPr>
            <a:xfrm>
              <a:off x="47467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6" name="타원 8335">
              <a:extLst>
                <a:ext uri="{FF2B5EF4-FFF2-40B4-BE49-F238E27FC236}">
                  <a16:creationId xmlns:a16="http://schemas.microsoft.com/office/drawing/2014/main" id="{6308C0D3-6C99-4BCB-B6E4-06776C84A551}"/>
                </a:ext>
              </a:extLst>
            </p:cNvPr>
            <p:cNvSpPr/>
            <p:nvPr/>
          </p:nvSpPr>
          <p:spPr>
            <a:xfrm>
              <a:off x="48991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7" name="타원 8336">
              <a:extLst>
                <a:ext uri="{FF2B5EF4-FFF2-40B4-BE49-F238E27FC236}">
                  <a16:creationId xmlns:a16="http://schemas.microsoft.com/office/drawing/2014/main" id="{2E64B10A-2878-4E29-B91B-6C432943AE67}"/>
                </a:ext>
              </a:extLst>
            </p:cNvPr>
            <p:cNvSpPr/>
            <p:nvPr/>
          </p:nvSpPr>
          <p:spPr>
            <a:xfrm>
              <a:off x="50515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8" name="타원 8337">
              <a:extLst>
                <a:ext uri="{FF2B5EF4-FFF2-40B4-BE49-F238E27FC236}">
                  <a16:creationId xmlns:a16="http://schemas.microsoft.com/office/drawing/2014/main" id="{D9777069-9578-403D-80D4-7707D20A9202}"/>
                </a:ext>
              </a:extLst>
            </p:cNvPr>
            <p:cNvSpPr/>
            <p:nvPr/>
          </p:nvSpPr>
          <p:spPr>
            <a:xfrm>
              <a:off x="52039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39" name="타원 8338">
              <a:extLst>
                <a:ext uri="{FF2B5EF4-FFF2-40B4-BE49-F238E27FC236}">
                  <a16:creationId xmlns:a16="http://schemas.microsoft.com/office/drawing/2014/main" id="{886274A9-29FF-4A9D-B113-F6B9D91B2811}"/>
                </a:ext>
              </a:extLst>
            </p:cNvPr>
            <p:cNvSpPr/>
            <p:nvPr/>
          </p:nvSpPr>
          <p:spPr>
            <a:xfrm>
              <a:off x="53563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0" name="타원 8339">
              <a:extLst>
                <a:ext uri="{FF2B5EF4-FFF2-40B4-BE49-F238E27FC236}">
                  <a16:creationId xmlns:a16="http://schemas.microsoft.com/office/drawing/2014/main" id="{08D2606C-B4F9-4BC6-8287-574AF98F837A}"/>
                </a:ext>
              </a:extLst>
            </p:cNvPr>
            <p:cNvSpPr/>
            <p:nvPr/>
          </p:nvSpPr>
          <p:spPr>
            <a:xfrm>
              <a:off x="55087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1" name="타원 8340">
              <a:extLst>
                <a:ext uri="{FF2B5EF4-FFF2-40B4-BE49-F238E27FC236}">
                  <a16:creationId xmlns:a16="http://schemas.microsoft.com/office/drawing/2014/main" id="{117A2EDA-28B3-4FA0-B9D7-FFEBB52FA46A}"/>
                </a:ext>
              </a:extLst>
            </p:cNvPr>
            <p:cNvSpPr/>
            <p:nvPr/>
          </p:nvSpPr>
          <p:spPr>
            <a:xfrm>
              <a:off x="56611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2" name="타원 8341">
              <a:extLst>
                <a:ext uri="{FF2B5EF4-FFF2-40B4-BE49-F238E27FC236}">
                  <a16:creationId xmlns:a16="http://schemas.microsoft.com/office/drawing/2014/main" id="{B79535BB-6694-4BD8-A6BD-25DE57AFA8F9}"/>
                </a:ext>
              </a:extLst>
            </p:cNvPr>
            <p:cNvSpPr/>
            <p:nvPr/>
          </p:nvSpPr>
          <p:spPr>
            <a:xfrm>
              <a:off x="5813576" y="6477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3" name="타원 8342">
              <a:extLst>
                <a:ext uri="{FF2B5EF4-FFF2-40B4-BE49-F238E27FC236}">
                  <a16:creationId xmlns:a16="http://schemas.microsoft.com/office/drawing/2014/main" id="{CCC729BA-03B7-4578-BE85-C85A03C7EAFF}"/>
                </a:ext>
              </a:extLst>
            </p:cNvPr>
            <p:cNvSpPr/>
            <p:nvPr/>
          </p:nvSpPr>
          <p:spPr>
            <a:xfrm>
              <a:off x="3271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4" name="타원 8343">
              <a:extLst>
                <a:ext uri="{FF2B5EF4-FFF2-40B4-BE49-F238E27FC236}">
                  <a16:creationId xmlns:a16="http://schemas.microsoft.com/office/drawing/2014/main" id="{4C247186-4E4F-452B-910E-D8F8000BAEDC}"/>
                </a:ext>
              </a:extLst>
            </p:cNvPr>
            <p:cNvSpPr/>
            <p:nvPr/>
          </p:nvSpPr>
          <p:spPr>
            <a:xfrm>
              <a:off x="4795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5" name="타원 8344">
              <a:extLst>
                <a:ext uri="{FF2B5EF4-FFF2-40B4-BE49-F238E27FC236}">
                  <a16:creationId xmlns:a16="http://schemas.microsoft.com/office/drawing/2014/main" id="{6E525F8C-3D4C-4541-919F-D4281DB9E331}"/>
                </a:ext>
              </a:extLst>
            </p:cNvPr>
            <p:cNvSpPr/>
            <p:nvPr/>
          </p:nvSpPr>
          <p:spPr>
            <a:xfrm>
              <a:off x="6319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6" name="타원 8345">
              <a:extLst>
                <a:ext uri="{FF2B5EF4-FFF2-40B4-BE49-F238E27FC236}">
                  <a16:creationId xmlns:a16="http://schemas.microsoft.com/office/drawing/2014/main" id="{E8853CAA-52D0-428D-969F-C3F1422D0D0A}"/>
                </a:ext>
              </a:extLst>
            </p:cNvPr>
            <p:cNvSpPr/>
            <p:nvPr/>
          </p:nvSpPr>
          <p:spPr>
            <a:xfrm>
              <a:off x="7843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7" name="타원 8346">
              <a:extLst>
                <a:ext uri="{FF2B5EF4-FFF2-40B4-BE49-F238E27FC236}">
                  <a16:creationId xmlns:a16="http://schemas.microsoft.com/office/drawing/2014/main" id="{5F2D7498-18AD-4D40-B5FC-3E8217A2E91E}"/>
                </a:ext>
              </a:extLst>
            </p:cNvPr>
            <p:cNvSpPr/>
            <p:nvPr/>
          </p:nvSpPr>
          <p:spPr>
            <a:xfrm>
              <a:off x="9367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8" name="타원 8347">
              <a:extLst>
                <a:ext uri="{FF2B5EF4-FFF2-40B4-BE49-F238E27FC236}">
                  <a16:creationId xmlns:a16="http://schemas.microsoft.com/office/drawing/2014/main" id="{E1D1A5D3-7A07-48D0-B3C2-A9D4D0B6E662}"/>
                </a:ext>
              </a:extLst>
            </p:cNvPr>
            <p:cNvSpPr/>
            <p:nvPr/>
          </p:nvSpPr>
          <p:spPr>
            <a:xfrm>
              <a:off x="10891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49" name="타원 8348">
              <a:extLst>
                <a:ext uri="{FF2B5EF4-FFF2-40B4-BE49-F238E27FC236}">
                  <a16:creationId xmlns:a16="http://schemas.microsoft.com/office/drawing/2014/main" id="{9BD43CE6-1C18-418F-9777-C00EE8BB840F}"/>
                </a:ext>
              </a:extLst>
            </p:cNvPr>
            <p:cNvSpPr/>
            <p:nvPr/>
          </p:nvSpPr>
          <p:spPr>
            <a:xfrm>
              <a:off x="12415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0" name="타원 8349">
              <a:extLst>
                <a:ext uri="{FF2B5EF4-FFF2-40B4-BE49-F238E27FC236}">
                  <a16:creationId xmlns:a16="http://schemas.microsoft.com/office/drawing/2014/main" id="{7D00068F-3BAF-4CC8-9364-B29B849B22D7}"/>
                </a:ext>
              </a:extLst>
            </p:cNvPr>
            <p:cNvSpPr/>
            <p:nvPr/>
          </p:nvSpPr>
          <p:spPr>
            <a:xfrm>
              <a:off x="13939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1" name="타원 8350">
              <a:extLst>
                <a:ext uri="{FF2B5EF4-FFF2-40B4-BE49-F238E27FC236}">
                  <a16:creationId xmlns:a16="http://schemas.microsoft.com/office/drawing/2014/main" id="{838EEEA9-D61F-42B4-B585-710F14F0EC6B}"/>
                </a:ext>
              </a:extLst>
            </p:cNvPr>
            <p:cNvSpPr/>
            <p:nvPr/>
          </p:nvSpPr>
          <p:spPr>
            <a:xfrm>
              <a:off x="15463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2" name="타원 8351">
              <a:extLst>
                <a:ext uri="{FF2B5EF4-FFF2-40B4-BE49-F238E27FC236}">
                  <a16:creationId xmlns:a16="http://schemas.microsoft.com/office/drawing/2014/main" id="{179C309E-04F8-4E85-8A9D-29027F70AB9C}"/>
                </a:ext>
              </a:extLst>
            </p:cNvPr>
            <p:cNvSpPr/>
            <p:nvPr/>
          </p:nvSpPr>
          <p:spPr>
            <a:xfrm>
              <a:off x="16987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3" name="타원 8352">
              <a:extLst>
                <a:ext uri="{FF2B5EF4-FFF2-40B4-BE49-F238E27FC236}">
                  <a16:creationId xmlns:a16="http://schemas.microsoft.com/office/drawing/2014/main" id="{264C4A6A-8B62-4B5A-A55D-CF1A8436BBD1}"/>
                </a:ext>
              </a:extLst>
            </p:cNvPr>
            <p:cNvSpPr/>
            <p:nvPr/>
          </p:nvSpPr>
          <p:spPr>
            <a:xfrm>
              <a:off x="18511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4" name="타원 8353">
              <a:extLst>
                <a:ext uri="{FF2B5EF4-FFF2-40B4-BE49-F238E27FC236}">
                  <a16:creationId xmlns:a16="http://schemas.microsoft.com/office/drawing/2014/main" id="{B0A06175-AEBF-4F11-A1CB-CC9E3A709D51}"/>
                </a:ext>
              </a:extLst>
            </p:cNvPr>
            <p:cNvSpPr/>
            <p:nvPr/>
          </p:nvSpPr>
          <p:spPr>
            <a:xfrm>
              <a:off x="20035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5" name="타원 8354">
              <a:extLst>
                <a:ext uri="{FF2B5EF4-FFF2-40B4-BE49-F238E27FC236}">
                  <a16:creationId xmlns:a16="http://schemas.microsoft.com/office/drawing/2014/main" id="{701A4F42-A9B6-4F98-B451-F2B9FA8EDC68}"/>
                </a:ext>
              </a:extLst>
            </p:cNvPr>
            <p:cNvSpPr/>
            <p:nvPr/>
          </p:nvSpPr>
          <p:spPr>
            <a:xfrm>
              <a:off x="21559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6" name="타원 8355">
              <a:extLst>
                <a:ext uri="{FF2B5EF4-FFF2-40B4-BE49-F238E27FC236}">
                  <a16:creationId xmlns:a16="http://schemas.microsoft.com/office/drawing/2014/main" id="{E8551DB0-E73F-4534-AA77-44C04922D3F1}"/>
                </a:ext>
              </a:extLst>
            </p:cNvPr>
            <p:cNvSpPr/>
            <p:nvPr/>
          </p:nvSpPr>
          <p:spPr>
            <a:xfrm>
              <a:off x="23083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7" name="타원 8356">
              <a:extLst>
                <a:ext uri="{FF2B5EF4-FFF2-40B4-BE49-F238E27FC236}">
                  <a16:creationId xmlns:a16="http://schemas.microsoft.com/office/drawing/2014/main" id="{FB25C762-D851-4A4C-A574-A05B33E8AB37}"/>
                </a:ext>
              </a:extLst>
            </p:cNvPr>
            <p:cNvSpPr/>
            <p:nvPr/>
          </p:nvSpPr>
          <p:spPr>
            <a:xfrm>
              <a:off x="24607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8" name="타원 8357">
              <a:extLst>
                <a:ext uri="{FF2B5EF4-FFF2-40B4-BE49-F238E27FC236}">
                  <a16:creationId xmlns:a16="http://schemas.microsoft.com/office/drawing/2014/main" id="{49855E91-214D-4B4C-B983-C02EF6344441}"/>
                </a:ext>
              </a:extLst>
            </p:cNvPr>
            <p:cNvSpPr/>
            <p:nvPr/>
          </p:nvSpPr>
          <p:spPr>
            <a:xfrm>
              <a:off x="26131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59" name="타원 8358">
              <a:extLst>
                <a:ext uri="{FF2B5EF4-FFF2-40B4-BE49-F238E27FC236}">
                  <a16:creationId xmlns:a16="http://schemas.microsoft.com/office/drawing/2014/main" id="{25F95DF0-F10E-4492-8CDB-5777FB68DDAE}"/>
                </a:ext>
              </a:extLst>
            </p:cNvPr>
            <p:cNvSpPr/>
            <p:nvPr/>
          </p:nvSpPr>
          <p:spPr>
            <a:xfrm>
              <a:off x="27655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0" name="타원 8359">
              <a:extLst>
                <a:ext uri="{FF2B5EF4-FFF2-40B4-BE49-F238E27FC236}">
                  <a16:creationId xmlns:a16="http://schemas.microsoft.com/office/drawing/2014/main" id="{330E1420-4E40-470C-A3DB-2DACFB62C21C}"/>
                </a:ext>
              </a:extLst>
            </p:cNvPr>
            <p:cNvSpPr/>
            <p:nvPr/>
          </p:nvSpPr>
          <p:spPr>
            <a:xfrm>
              <a:off x="29179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1" name="타원 8360">
              <a:extLst>
                <a:ext uri="{FF2B5EF4-FFF2-40B4-BE49-F238E27FC236}">
                  <a16:creationId xmlns:a16="http://schemas.microsoft.com/office/drawing/2014/main" id="{FF5A7A05-BD04-4AB5-842D-094C5E2C5CEC}"/>
                </a:ext>
              </a:extLst>
            </p:cNvPr>
            <p:cNvSpPr/>
            <p:nvPr/>
          </p:nvSpPr>
          <p:spPr>
            <a:xfrm>
              <a:off x="30703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2" name="타원 8361">
              <a:extLst>
                <a:ext uri="{FF2B5EF4-FFF2-40B4-BE49-F238E27FC236}">
                  <a16:creationId xmlns:a16="http://schemas.microsoft.com/office/drawing/2014/main" id="{2F9CF004-F56E-4369-82E7-E50EE4B11CFD}"/>
                </a:ext>
              </a:extLst>
            </p:cNvPr>
            <p:cNvSpPr/>
            <p:nvPr/>
          </p:nvSpPr>
          <p:spPr>
            <a:xfrm>
              <a:off x="32227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3" name="타원 8362">
              <a:extLst>
                <a:ext uri="{FF2B5EF4-FFF2-40B4-BE49-F238E27FC236}">
                  <a16:creationId xmlns:a16="http://schemas.microsoft.com/office/drawing/2014/main" id="{DB4056A4-62C0-4C2E-ABA9-36996985A3D8}"/>
                </a:ext>
              </a:extLst>
            </p:cNvPr>
            <p:cNvSpPr/>
            <p:nvPr/>
          </p:nvSpPr>
          <p:spPr>
            <a:xfrm>
              <a:off x="33751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4" name="타원 8363">
              <a:extLst>
                <a:ext uri="{FF2B5EF4-FFF2-40B4-BE49-F238E27FC236}">
                  <a16:creationId xmlns:a16="http://schemas.microsoft.com/office/drawing/2014/main" id="{F4C3F758-DC54-4A25-B8DE-22497DA1FE81}"/>
                </a:ext>
              </a:extLst>
            </p:cNvPr>
            <p:cNvSpPr/>
            <p:nvPr/>
          </p:nvSpPr>
          <p:spPr>
            <a:xfrm>
              <a:off x="35275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5" name="타원 8364">
              <a:extLst>
                <a:ext uri="{FF2B5EF4-FFF2-40B4-BE49-F238E27FC236}">
                  <a16:creationId xmlns:a16="http://schemas.microsoft.com/office/drawing/2014/main" id="{0EE014EB-9EA5-4292-A3C3-D43332C6CA91}"/>
                </a:ext>
              </a:extLst>
            </p:cNvPr>
            <p:cNvSpPr/>
            <p:nvPr/>
          </p:nvSpPr>
          <p:spPr>
            <a:xfrm>
              <a:off x="36799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6" name="타원 8365">
              <a:extLst>
                <a:ext uri="{FF2B5EF4-FFF2-40B4-BE49-F238E27FC236}">
                  <a16:creationId xmlns:a16="http://schemas.microsoft.com/office/drawing/2014/main" id="{AEA86A80-29A8-45C7-8A80-96D5B8183144}"/>
                </a:ext>
              </a:extLst>
            </p:cNvPr>
            <p:cNvSpPr/>
            <p:nvPr/>
          </p:nvSpPr>
          <p:spPr>
            <a:xfrm>
              <a:off x="38323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7" name="타원 8366">
              <a:extLst>
                <a:ext uri="{FF2B5EF4-FFF2-40B4-BE49-F238E27FC236}">
                  <a16:creationId xmlns:a16="http://schemas.microsoft.com/office/drawing/2014/main" id="{8C5C1734-30EF-4B84-A400-713BEFD0F6AE}"/>
                </a:ext>
              </a:extLst>
            </p:cNvPr>
            <p:cNvSpPr/>
            <p:nvPr/>
          </p:nvSpPr>
          <p:spPr>
            <a:xfrm>
              <a:off x="39847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8" name="타원 8367">
              <a:extLst>
                <a:ext uri="{FF2B5EF4-FFF2-40B4-BE49-F238E27FC236}">
                  <a16:creationId xmlns:a16="http://schemas.microsoft.com/office/drawing/2014/main" id="{364E16EB-A075-41EA-8AA6-2C57BF4A193B}"/>
                </a:ext>
              </a:extLst>
            </p:cNvPr>
            <p:cNvSpPr/>
            <p:nvPr/>
          </p:nvSpPr>
          <p:spPr>
            <a:xfrm>
              <a:off x="41371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69" name="타원 8368">
              <a:extLst>
                <a:ext uri="{FF2B5EF4-FFF2-40B4-BE49-F238E27FC236}">
                  <a16:creationId xmlns:a16="http://schemas.microsoft.com/office/drawing/2014/main" id="{C0CC1021-E721-4F86-933F-1C9F04814E28}"/>
                </a:ext>
              </a:extLst>
            </p:cNvPr>
            <p:cNvSpPr/>
            <p:nvPr/>
          </p:nvSpPr>
          <p:spPr>
            <a:xfrm>
              <a:off x="42895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0" name="타원 8369">
              <a:extLst>
                <a:ext uri="{FF2B5EF4-FFF2-40B4-BE49-F238E27FC236}">
                  <a16:creationId xmlns:a16="http://schemas.microsoft.com/office/drawing/2014/main" id="{7D795833-2F50-4A95-9940-3A4EFAEE2CC7}"/>
                </a:ext>
              </a:extLst>
            </p:cNvPr>
            <p:cNvSpPr/>
            <p:nvPr/>
          </p:nvSpPr>
          <p:spPr>
            <a:xfrm>
              <a:off x="44419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1" name="타원 8370">
              <a:extLst>
                <a:ext uri="{FF2B5EF4-FFF2-40B4-BE49-F238E27FC236}">
                  <a16:creationId xmlns:a16="http://schemas.microsoft.com/office/drawing/2014/main" id="{00FC9830-6288-4A77-8D7F-B79DD020885B}"/>
                </a:ext>
              </a:extLst>
            </p:cNvPr>
            <p:cNvSpPr/>
            <p:nvPr/>
          </p:nvSpPr>
          <p:spPr>
            <a:xfrm>
              <a:off x="45943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2" name="타원 8371">
              <a:extLst>
                <a:ext uri="{FF2B5EF4-FFF2-40B4-BE49-F238E27FC236}">
                  <a16:creationId xmlns:a16="http://schemas.microsoft.com/office/drawing/2014/main" id="{4CF4E20B-C1F4-4AC3-BF2D-B5F69AD81896}"/>
                </a:ext>
              </a:extLst>
            </p:cNvPr>
            <p:cNvSpPr/>
            <p:nvPr/>
          </p:nvSpPr>
          <p:spPr>
            <a:xfrm>
              <a:off x="47467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3" name="타원 8372">
              <a:extLst>
                <a:ext uri="{FF2B5EF4-FFF2-40B4-BE49-F238E27FC236}">
                  <a16:creationId xmlns:a16="http://schemas.microsoft.com/office/drawing/2014/main" id="{75C4364F-A196-47BF-AE4E-D17C2C385E8C}"/>
                </a:ext>
              </a:extLst>
            </p:cNvPr>
            <p:cNvSpPr/>
            <p:nvPr/>
          </p:nvSpPr>
          <p:spPr>
            <a:xfrm>
              <a:off x="48991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4" name="타원 8373">
              <a:extLst>
                <a:ext uri="{FF2B5EF4-FFF2-40B4-BE49-F238E27FC236}">
                  <a16:creationId xmlns:a16="http://schemas.microsoft.com/office/drawing/2014/main" id="{2CB2AE08-91AF-4CEF-9C8A-3E4A7DEC62A7}"/>
                </a:ext>
              </a:extLst>
            </p:cNvPr>
            <p:cNvSpPr/>
            <p:nvPr/>
          </p:nvSpPr>
          <p:spPr>
            <a:xfrm>
              <a:off x="50515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5" name="타원 8374">
              <a:extLst>
                <a:ext uri="{FF2B5EF4-FFF2-40B4-BE49-F238E27FC236}">
                  <a16:creationId xmlns:a16="http://schemas.microsoft.com/office/drawing/2014/main" id="{F0428BEB-20E7-41D6-B52D-5687735FDBF8}"/>
                </a:ext>
              </a:extLst>
            </p:cNvPr>
            <p:cNvSpPr/>
            <p:nvPr/>
          </p:nvSpPr>
          <p:spPr>
            <a:xfrm>
              <a:off x="52039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6" name="타원 8375">
              <a:extLst>
                <a:ext uri="{FF2B5EF4-FFF2-40B4-BE49-F238E27FC236}">
                  <a16:creationId xmlns:a16="http://schemas.microsoft.com/office/drawing/2014/main" id="{4DF6FB1D-844B-4F45-AF9D-105D9F18988A}"/>
                </a:ext>
              </a:extLst>
            </p:cNvPr>
            <p:cNvSpPr/>
            <p:nvPr/>
          </p:nvSpPr>
          <p:spPr>
            <a:xfrm>
              <a:off x="53563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7" name="타원 8376">
              <a:extLst>
                <a:ext uri="{FF2B5EF4-FFF2-40B4-BE49-F238E27FC236}">
                  <a16:creationId xmlns:a16="http://schemas.microsoft.com/office/drawing/2014/main" id="{68FB36D5-31DE-4820-94C8-EB09BB22C561}"/>
                </a:ext>
              </a:extLst>
            </p:cNvPr>
            <p:cNvSpPr/>
            <p:nvPr/>
          </p:nvSpPr>
          <p:spPr>
            <a:xfrm>
              <a:off x="55087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8" name="타원 8377">
              <a:extLst>
                <a:ext uri="{FF2B5EF4-FFF2-40B4-BE49-F238E27FC236}">
                  <a16:creationId xmlns:a16="http://schemas.microsoft.com/office/drawing/2014/main" id="{C4E21657-2F14-4595-82A8-5855FA24C6ED}"/>
                </a:ext>
              </a:extLst>
            </p:cNvPr>
            <p:cNvSpPr/>
            <p:nvPr/>
          </p:nvSpPr>
          <p:spPr>
            <a:xfrm>
              <a:off x="56611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79" name="타원 8378">
              <a:extLst>
                <a:ext uri="{FF2B5EF4-FFF2-40B4-BE49-F238E27FC236}">
                  <a16:creationId xmlns:a16="http://schemas.microsoft.com/office/drawing/2014/main" id="{C55DE769-8D1F-4F84-A7C6-D18793CC5F24}"/>
                </a:ext>
              </a:extLst>
            </p:cNvPr>
            <p:cNvSpPr/>
            <p:nvPr/>
          </p:nvSpPr>
          <p:spPr>
            <a:xfrm>
              <a:off x="5813576" y="6629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0" name="타원 8379">
              <a:extLst>
                <a:ext uri="{FF2B5EF4-FFF2-40B4-BE49-F238E27FC236}">
                  <a16:creationId xmlns:a16="http://schemas.microsoft.com/office/drawing/2014/main" id="{343F7851-7241-479B-A512-E155636D91E2}"/>
                </a:ext>
              </a:extLst>
            </p:cNvPr>
            <p:cNvSpPr/>
            <p:nvPr/>
          </p:nvSpPr>
          <p:spPr>
            <a:xfrm>
              <a:off x="3271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1" name="타원 8380">
              <a:extLst>
                <a:ext uri="{FF2B5EF4-FFF2-40B4-BE49-F238E27FC236}">
                  <a16:creationId xmlns:a16="http://schemas.microsoft.com/office/drawing/2014/main" id="{B25D728A-EBCB-4E71-B7B1-EB90FB796F00}"/>
                </a:ext>
              </a:extLst>
            </p:cNvPr>
            <p:cNvSpPr/>
            <p:nvPr/>
          </p:nvSpPr>
          <p:spPr>
            <a:xfrm>
              <a:off x="4795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2" name="타원 8381">
              <a:extLst>
                <a:ext uri="{FF2B5EF4-FFF2-40B4-BE49-F238E27FC236}">
                  <a16:creationId xmlns:a16="http://schemas.microsoft.com/office/drawing/2014/main" id="{C393D189-B446-468C-BF4C-7597EBF8B979}"/>
                </a:ext>
              </a:extLst>
            </p:cNvPr>
            <p:cNvSpPr/>
            <p:nvPr/>
          </p:nvSpPr>
          <p:spPr>
            <a:xfrm>
              <a:off x="6319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3" name="타원 8382">
              <a:extLst>
                <a:ext uri="{FF2B5EF4-FFF2-40B4-BE49-F238E27FC236}">
                  <a16:creationId xmlns:a16="http://schemas.microsoft.com/office/drawing/2014/main" id="{256CD90A-A950-447A-82AC-3EA5A1C5AB73}"/>
                </a:ext>
              </a:extLst>
            </p:cNvPr>
            <p:cNvSpPr/>
            <p:nvPr/>
          </p:nvSpPr>
          <p:spPr>
            <a:xfrm>
              <a:off x="7843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4" name="타원 8383">
              <a:extLst>
                <a:ext uri="{FF2B5EF4-FFF2-40B4-BE49-F238E27FC236}">
                  <a16:creationId xmlns:a16="http://schemas.microsoft.com/office/drawing/2014/main" id="{842CCE3F-310C-40D3-9DBD-FC56B29E3D03}"/>
                </a:ext>
              </a:extLst>
            </p:cNvPr>
            <p:cNvSpPr/>
            <p:nvPr/>
          </p:nvSpPr>
          <p:spPr>
            <a:xfrm>
              <a:off x="9367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5" name="타원 8384">
              <a:extLst>
                <a:ext uri="{FF2B5EF4-FFF2-40B4-BE49-F238E27FC236}">
                  <a16:creationId xmlns:a16="http://schemas.microsoft.com/office/drawing/2014/main" id="{9AFBDD39-242F-47B6-A29C-1818372C2EED}"/>
                </a:ext>
              </a:extLst>
            </p:cNvPr>
            <p:cNvSpPr/>
            <p:nvPr/>
          </p:nvSpPr>
          <p:spPr>
            <a:xfrm>
              <a:off x="10891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6" name="타원 8385">
              <a:extLst>
                <a:ext uri="{FF2B5EF4-FFF2-40B4-BE49-F238E27FC236}">
                  <a16:creationId xmlns:a16="http://schemas.microsoft.com/office/drawing/2014/main" id="{E1CEE09C-6110-4A09-88D7-55A3CC707656}"/>
                </a:ext>
              </a:extLst>
            </p:cNvPr>
            <p:cNvSpPr/>
            <p:nvPr/>
          </p:nvSpPr>
          <p:spPr>
            <a:xfrm>
              <a:off x="12415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7" name="타원 8386">
              <a:extLst>
                <a:ext uri="{FF2B5EF4-FFF2-40B4-BE49-F238E27FC236}">
                  <a16:creationId xmlns:a16="http://schemas.microsoft.com/office/drawing/2014/main" id="{2C8057C6-016C-4326-9A21-838CF721EF89}"/>
                </a:ext>
              </a:extLst>
            </p:cNvPr>
            <p:cNvSpPr/>
            <p:nvPr/>
          </p:nvSpPr>
          <p:spPr>
            <a:xfrm>
              <a:off x="13939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8" name="타원 8387">
              <a:extLst>
                <a:ext uri="{FF2B5EF4-FFF2-40B4-BE49-F238E27FC236}">
                  <a16:creationId xmlns:a16="http://schemas.microsoft.com/office/drawing/2014/main" id="{DDE2E6AA-00C4-4CC4-80DF-B4A55B8C8E5F}"/>
                </a:ext>
              </a:extLst>
            </p:cNvPr>
            <p:cNvSpPr/>
            <p:nvPr/>
          </p:nvSpPr>
          <p:spPr>
            <a:xfrm>
              <a:off x="15463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89" name="타원 8388">
              <a:extLst>
                <a:ext uri="{FF2B5EF4-FFF2-40B4-BE49-F238E27FC236}">
                  <a16:creationId xmlns:a16="http://schemas.microsoft.com/office/drawing/2014/main" id="{8C74D91A-B536-4CE2-99F6-9C9BF7CC5DEF}"/>
                </a:ext>
              </a:extLst>
            </p:cNvPr>
            <p:cNvSpPr/>
            <p:nvPr/>
          </p:nvSpPr>
          <p:spPr>
            <a:xfrm>
              <a:off x="16987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0" name="타원 8389">
              <a:extLst>
                <a:ext uri="{FF2B5EF4-FFF2-40B4-BE49-F238E27FC236}">
                  <a16:creationId xmlns:a16="http://schemas.microsoft.com/office/drawing/2014/main" id="{9E47BC5A-A6B8-4F4F-9CD7-AE6DDF55CECF}"/>
                </a:ext>
              </a:extLst>
            </p:cNvPr>
            <p:cNvSpPr/>
            <p:nvPr/>
          </p:nvSpPr>
          <p:spPr>
            <a:xfrm>
              <a:off x="18511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1" name="타원 8390">
              <a:extLst>
                <a:ext uri="{FF2B5EF4-FFF2-40B4-BE49-F238E27FC236}">
                  <a16:creationId xmlns:a16="http://schemas.microsoft.com/office/drawing/2014/main" id="{AA685DF4-235D-4323-8E6E-7874A9CE42F7}"/>
                </a:ext>
              </a:extLst>
            </p:cNvPr>
            <p:cNvSpPr/>
            <p:nvPr/>
          </p:nvSpPr>
          <p:spPr>
            <a:xfrm>
              <a:off x="20035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2" name="타원 8391">
              <a:extLst>
                <a:ext uri="{FF2B5EF4-FFF2-40B4-BE49-F238E27FC236}">
                  <a16:creationId xmlns:a16="http://schemas.microsoft.com/office/drawing/2014/main" id="{38006F35-E799-46C9-BD69-7AAC123371E1}"/>
                </a:ext>
              </a:extLst>
            </p:cNvPr>
            <p:cNvSpPr/>
            <p:nvPr/>
          </p:nvSpPr>
          <p:spPr>
            <a:xfrm>
              <a:off x="21559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3" name="타원 8392">
              <a:extLst>
                <a:ext uri="{FF2B5EF4-FFF2-40B4-BE49-F238E27FC236}">
                  <a16:creationId xmlns:a16="http://schemas.microsoft.com/office/drawing/2014/main" id="{8662D14D-91DA-4698-803B-15A0DEB73F78}"/>
                </a:ext>
              </a:extLst>
            </p:cNvPr>
            <p:cNvSpPr/>
            <p:nvPr/>
          </p:nvSpPr>
          <p:spPr>
            <a:xfrm>
              <a:off x="23083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4" name="타원 8393">
              <a:extLst>
                <a:ext uri="{FF2B5EF4-FFF2-40B4-BE49-F238E27FC236}">
                  <a16:creationId xmlns:a16="http://schemas.microsoft.com/office/drawing/2014/main" id="{89CB4824-9411-4D6D-B485-0C1E92897487}"/>
                </a:ext>
              </a:extLst>
            </p:cNvPr>
            <p:cNvSpPr/>
            <p:nvPr/>
          </p:nvSpPr>
          <p:spPr>
            <a:xfrm>
              <a:off x="24607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5" name="타원 8394">
              <a:extLst>
                <a:ext uri="{FF2B5EF4-FFF2-40B4-BE49-F238E27FC236}">
                  <a16:creationId xmlns:a16="http://schemas.microsoft.com/office/drawing/2014/main" id="{A054A0CB-E58F-48AB-95FE-5B6B90DA0523}"/>
                </a:ext>
              </a:extLst>
            </p:cNvPr>
            <p:cNvSpPr/>
            <p:nvPr/>
          </p:nvSpPr>
          <p:spPr>
            <a:xfrm>
              <a:off x="26131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6" name="타원 8395">
              <a:extLst>
                <a:ext uri="{FF2B5EF4-FFF2-40B4-BE49-F238E27FC236}">
                  <a16:creationId xmlns:a16="http://schemas.microsoft.com/office/drawing/2014/main" id="{8D3CB40F-7219-44B7-84EC-142F8F3BA5FC}"/>
                </a:ext>
              </a:extLst>
            </p:cNvPr>
            <p:cNvSpPr/>
            <p:nvPr/>
          </p:nvSpPr>
          <p:spPr>
            <a:xfrm>
              <a:off x="27655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7" name="타원 8396">
              <a:extLst>
                <a:ext uri="{FF2B5EF4-FFF2-40B4-BE49-F238E27FC236}">
                  <a16:creationId xmlns:a16="http://schemas.microsoft.com/office/drawing/2014/main" id="{FC6AFCB5-014B-4FB0-9622-45F541CB6FCD}"/>
                </a:ext>
              </a:extLst>
            </p:cNvPr>
            <p:cNvSpPr/>
            <p:nvPr/>
          </p:nvSpPr>
          <p:spPr>
            <a:xfrm>
              <a:off x="29179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8" name="타원 8397">
              <a:extLst>
                <a:ext uri="{FF2B5EF4-FFF2-40B4-BE49-F238E27FC236}">
                  <a16:creationId xmlns:a16="http://schemas.microsoft.com/office/drawing/2014/main" id="{9B719B80-059A-43CF-8845-C2E79C5537D3}"/>
                </a:ext>
              </a:extLst>
            </p:cNvPr>
            <p:cNvSpPr/>
            <p:nvPr/>
          </p:nvSpPr>
          <p:spPr>
            <a:xfrm>
              <a:off x="30703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99" name="타원 8398">
              <a:extLst>
                <a:ext uri="{FF2B5EF4-FFF2-40B4-BE49-F238E27FC236}">
                  <a16:creationId xmlns:a16="http://schemas.microsoft.com/office/drawing/2014/main" id="{84B7D514-6037-4C81-A0BB-8ACF27D55850}"/>
                </a:ext>
              </a:extLst>
            </p:cNvPr>
            <p:cNvSpPr/>
            <p:nvPr/>
          </p:nvSpPr>
          <p:spPr>
            <a:xfrm>
              <a:off x="32227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0" name="타원 8399">
              <a:extLst>
                <a:ext uri="{FF2B5EF4-FFF2-40B4-BE49-F238E27FC236}">
                  <a16:creationId xmlns:a16="http://schemas.microsoft.com/office/drawing/2014/main" id="{883C4D36-B5F8-4E33-BF4F-0289A66DA9B4}"/>
                </a:ext>
              </a:extLst>
            </p:cNvPr>
            <p:cNvSpPr/>
            <p:nvPr/>
          </p:nvSpPr>
          <p:spPr>
            <a:xfrm>
              <a:off x="33751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1" name="타원 8400">
              <a:extLst>
                <a:ext uri="{FF2B5EF4-FFF2-40B4-BE49-F238E27FC236}">
                  <a16:creationId xmlns:a16="http://schemas.microsoft.com/office/drawing/2014/main" id="{44698805-3C87-4822-BE94-B8CB312146AF}"/>
                </a:ext>
              </a:extLst>
            </p:cNvPr>
            <p:cNvSpPr/>
            <p:nvPr/>
          </p:nvSpPr>
          <p:spPr>
            <a:xfrm>
              <a:off x="35275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2" name="타원 8401">
              <a:extLst>
                <a:ext uri="{FF2B5EF4-FFF2-40B4-BE49-F238E27FC236}">
                  <a16:creationId xmlns:a16="http://schemas.microsoft.com/office/drawing/2014/main" id="{68190B16-5F78-4DD8-897F-ED9D3BBD35E5}"/>
                </a:ext>
              </a:extLst>
            </p:cNvPr>
            <p:cNvSpPr/>
            <p:nvPr/>
          </p:nvSpPr>
          <p:spPr>
            <a:xfrm>
              <a:off x="36799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3" name="타원 8402">
              <a:extLst>
                <a:ext uri="{FF2B5EF4-FFF2-40B4-BE49-F238E27FC236}">
                  <a16:creationId xmlns:a16="http://schemas.microsoft.com/office/drawing/2014/main" id="{02FD133F-A688-4496-B68F-727A711DFCBC}"/>
                </a:ext>
              </a:extLst>
            </p:cNvPr>
            <p:cNvSpPr/>
            <p:nvPr/>
          </p:nvSpPr>
          <p:spPr>
            <a:xfrm>
              <a:off x="38323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4" name="타원 8403">
              <a:extLst>
                <a:ext uri="{FF2B5EF4-FFF2-40B4-BE49-F238E27FC236}">
                  <a16:creationId xmlns:a16="http://schemas.microsoft.com/office/drawing/2014/main" id="{6D15644E-69BD-4A4D-B835-ABBEB45867A3}"/>
                </a:ext>
              </a:extLst>
            </p:cNvPr>
            <p:cNvSpPr/>
            <p:nvPr/>
          </p:nvSpPr>
          <p:spPr>
            <a:xfrm>
              <a:off x="39847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5" name="타원 8404">
              <a:extLst>
                <a:ext uri="{FF2B5EF4-FFF2-40B4-BE49-F238E27FC236}">
                  <a16:creationId xmlns:a16="http://schemas.microsoft.com/office/drawing/2014/main" id="{175FD206-FF1E-4CF0-8AA0-359CE23D4ADF}"/>
                </a:ext>
              </a:extLst>
            </p:cNvPr>
            <p:cNvSpPr/>
            <p:nvPr/>
          </p:nvSpPr>
          <p:spPr>
            <a:xfrm>
              <a:off x="41371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6" name="타원 8405">
              <a:extLst>
                <a:ext uri="{FF2B5EF4-FFF2-40B4-BE49-F238E27FC236}">
                  <a16:creationId xmlns:a16="http://schemas.microsoft.com/office/drawing/2014/main" id="{49BD6871-76AC-413F-BAD4-07EFDA9DDEAD}"/>
                </a:ext>
              </a:extLst>
            </p:cNvPr>
            <p:cNvSpPr/>
            <p:nvPr/>
          </p:nvSpPr>
          <p:spPr>
            <a:xfrm>
              <a:off x="42895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7" name="타원 8406">
              <a:extLst>
                <a:ext uri="{FF2B5EF4-FFF2-40B4-BE49-F238E27FC236}">
                  <a16:creationId xmlns:a16="http://schemas.microsoft.com/office/drawing/2014/main" id="{759262E8-6ED1-4CED-AA88-DD8B9E4A9C70}"/>
                </a:ext>
              </a:extLst>
            </p:cNvPr>
            <p:cNvSpPr/>
            <p:nvPr/>
          </p:nvSpPr>
          <p:spPr>
            <a:xfrm>
              <a:off x="44419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8" name="타원 8407">
              <a:extLst>
                <a:ext uri="{FF2B5EF4-FFF2-40B4-BE49-F238E27FC236}">
                  <a16:creationId xmlns:a16="http://schemas.microsoft.com/office/drawing/2014/main" id="{AC06E605-3183-4236-9897-83CCAD1FE679}"/>
                </a:ext>
              </a:extLst>
            </p:cNvPr>
            <p:cNvSpPr/>
            <p:nvPr/>
          </p:nvSpPr>
          <p:spPr>
            <a:xfrm>
              <a:off x="45943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09" name="타원 8408">
              <a:extLst>
                <a:ext uri="{FF2B5EF4-FFF2-40B4-BE49-F238E27FC236}">
                  <a16:creationId xmlns:a16="http://schemas.microsoft.com/office/drawing/2014/main" id="{593A29FE-024C-4987-8CA9-89BDDDEB740D}"/>
                </a:ext>
              </a:extLst>
            </p:cNvPr>
            <p:cNvSpPr/>
            <p:nvPr/>
          </p:nvSpPr>
          <p:spPr>
            <a:xfrm>
              <a:off x="47467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0" name="타원 8409">
              <a:extLst>
                <a:ext uri="{FF2B5EF4-FFF2-40B4-BE49-F238E27FC236}">
                  <a16:creationId xmlns:a16="http://schemas.microsoft.com/office/drawing/2014/main" id="{CEFDDA91-0FAB-4EB9-AA59-997A8B7720C6}"/>
                </a:ext>
              </a:extLst>
            </p:cNvPr>
            <p:cNvSpPr/>
            <p:nvPr/>
          </p:nvSpPr>
          <p:spPr>
            <a:xfrm>
              <a:off x="48991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1" name="타원 8410">
              <a:extLst>
                <a:ext uri="{FF2B5EF4-FFF2-40B4-BE49-F238E27FC236}">
                  <a16:creationId xmlns:a16="http://schemas.microsoft.com/office/drawing/2014/main" id="{5882FDA7-1F7F-4820-AD55-6A35868016CA}"/>
                </a:ext>
              </a:extLst>
            </p:cNvPr>
            <p:cNvSpPr/>
            <p:nvPr/>
          </p:nvSpPr>
          <p:spPr>
            <a:xfrm>
              <a:off x="50515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2" name="타원 8411">
              <a:extLst>
                <a:ext uri="{FF2B5EF4-FFF2-40B4-BE49-F238E27FC236}">
                  <a16:creationId xmlns:a16="http://schemas.microsoft.com/office/drawing/2014/main" id="{FEA9AF07-2A52-4FC0-80B9-89F994AC8CF3}"/>
                </a:ext>
              </a:extLst>
            </p:cNvPr>
            <p:cNvSpPr/>
            <p:nvPr/>
          </p:nvSpPr>
          <p:spPr>
            <a:xfrm>
              <a:off x="52039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3" name="타원 8412">
              <a:extLst>
                <a:ext uri="{FF2B5EF4-FFF2-40B4-BE49-F238E27FC236}">
                  <a16:creationId xmlns:a16="http://schemas.microsoft.com/office/drawing/2014/main" id="{22D56B4E-C032-408D-900C-0F348C90FCCB}"/>
                </a:ext>
              </a:extLst>
            </p:cNvPr>
            <p:cNvSpPr/>
            <p:nvPr/>
          </p:nvSpPr>
          <p:spPr>
            <a:xfrm>
              <a:off x="53563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4" name="타원 8413">
              <a:extLst>
                <a:ext uri="{FF2B5EF4-FFF2-40B4-BE49-F238E27FC236}">
                  <a16:creationId xmlns:a16="http://schemas.microsoft.com/office/drawing/2014/main" id="{54C9FF60-2120-42CE-9D55-66B499D8FEFC}"/>
                </a:ext>
              </a:extLst>
            </p:cNvPr>
            <p:cNvSpPr/>
            <p:nvPr/>
          </p:nvSpPr>
          <p:spPr>
            <a:xfrm>
              <a:off x="55087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5" name="타원 8414">
              <a:extLst>
                <a:ext uri="{FF2B5EF4-FFF2-40B4-BE49-F238E27FC236}">
                  <a16:creationId xmlns:a16="http://schemas.microsoft.com/office/drawing/2014/main" id="{3E403E38-8566-485D-8C64-B3E77FB53BCD}"/>
                </a:ext>
              </a:extLst>
            </p:cNvPr>
            <p:cNvSpPr/>
            <p:nvPr/>
          </p:nvSpPr>
          <p:spPr>
            <a:xfrm>
              <a:off x="56611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6" name="타원 8415">
              <a:extLst>
                <a:ext uri="{FF2B5EF4-FFF2-40B4-BE49-F238E27FC236}">
                  <a16:creationId xmlns:a16="http://schemas.microsoft.com/office/drawing/2014/main" id="{28759B3B-9547-4BE0-841C-3E29A08F5D38}"/>
                </a:ext>
              </a:extLst>
            </p:cNvPr>
            <p:cNvSpPr/>
            <p:nvPr/>
          </p:nvSpPr>
          <p:spPr>
            <a:xfrm>
              <a:off x="5813576" y="67818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7" name="타원 8416">
              <a:extLst>
                <a:ext uri="{FF2B5EF4-FFF2-40B4-BE49-F238E27FC236}">
                  <a16:creationId xmlns:a16="http://schemas.microsoft.com/office/drawing/2014/main" id="{C7D91EA0-C50E-4F03-8AB0-61AC8A237990}"/>
                </a:ext>
              </a:extLst>
            </p:cNvPr>
            <p:cNvSpPr/>
            <p:nvPr/>
          </p:nvSpPr>
          <p:spPr>
            <a:xfrm>
              <a:off x="3271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8" name="타원 8417">
              <a:extLst>
                <a:ext uri="{FF2B5EF4-FFF2-40B4-BE49-F238E27FC236}">
                  <a16:creationId xmlns:a16="http://schemas.microsoft.com/office/drawing/2014/main" id="{2DB77547-000C-447D-A43A-480144ED51B9}"/>
                </a:ext>
              </a:extLst>
            </p:cNvPr>
            <p:cNvSpPr/>
            <p:nvPr/>
          </p:nvSpPr>
          <p:spPr>
            <a:xfrm>
              <a:off x="4795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19" name="타원 8418">
              <a:extLst>
                <a:ext uri="{FF2B5EF4-FFF2-40B4-BE49-F238E27FC236}">
                  <a16:creationId xmlns:a16="http://schemas.microsoft.com/office/drawing/2014/main" id="{F8A92365-4A01-4E06-BCB6-D42A33E58F8B}"/>
                </a:ext>
              </a:extLst>
            </p:cNvPr>
            <p:cNvSpPr/>
            <p:nvPr/>
          </p:nvSpPr>
          <p:spPr>
            <a:xfrm>
              <a:off x="6319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0" name="타원 8419">
              <a:extLst>
                <a:ext uri="{FF2B5EF4-FFF2-40B4-BE49-F238E27FC236}">
                  <a16:creationId xmlns:a16="http://schemas.microsoft.com/office/drawing/2014/main" id="{6DE34F53-2E3C-4A86-BC23-202C768EEF75}"/>
                </a:ext>
              </a:extLst>
            </p:cNvPr>
            <p:cNvSpPr/>
            <p:nvPr/>
          </p:nvSpPr>
          <p:spPr>
            <a:xfrm>
              <a:off x="7843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1" name="타원 8420">
              <a:extLst>
                <a:ext uri="{FF2B5EF4-FFF2-40B4-BE49-F238E27FC236}">
                  <a16:creationId xmlns:a16="http://schemas.microsoft.com/office/drawing/2014/main" id="{B4557C52-F3C7-4918-B6E6-6B8013DA481A}"/>
                </a:ext>
              </a:extLst>
            </p:cNvPr>
            <p:cNvSpPr/>
            <p:nvPr/>
          </p:nvSpPr>
          <p:spPr>
            <a:xfrm>
              <a:off x="9367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2" name="타원 8421">
              <a:extLst>
                <a:ext uri="{FF2B5EF4-FFF2-40B4-BE49-F238E27FC236}">
                  <a16:creationId xmlns:a16="http://schemas.microsoft.com/office/drawing/2014/main" id="{D2BD46BF-F5B3-4968-9738-EDA4827573D8}"/>
                </a:ext>
              </a:extLst>
            </p:cNvPr>
            <p:cNvSpPr/>
            <p:nvPr/>
          </p:nvSpPr>
          <p:spPr>
            <a:xfrm>
              <a:off x="10891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3" name="타원 8422">
              <a:extLst>
                <a:ext uri="{FF2B5EF4-FFF2-40B4-BE49-F238E27FC236}">
                  <a16:creationId xmlns:a16="http://schemas.microsoft.com/office/drawing/2014/main" id="{46F0295E-33B0-440E-81CC-C448C41164EC}"/>
                </a:ext>
              </a:extLst>
            </p:cNvPr>
            <p:cNvSpPr/>
            <p:nvPr/>
          </p:nvSpPr>
          <p:spPr>
            <a:xfrm>
              <a:off x="12415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4" name="타원 8423">
              <a:extLst>
                <a:ext uri="{FF2B5EF4-FFF2-40B4-BE49-F238E27FC236}">
                  <a16:creationId xmlns:a16="http://schemas.microsoft.com/office/drawing/2014/main" id="{26C540D7-FF01-426A-87C1-0D7D475004AE}"/>
                </a:ext>
              </a:extLst>
            </p:cNvPr>
            <p:cNvSpPr/>
            <p:nvPr/>
          </p:nvSpPr>
          <p:spPr>
            <a:xfrm>
              <a:off x="13939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5" name="타원 8424">
              <a:extLst>
                <a:ext uri="{FF2B5EF4-FFF2-40B4-BE49-F238E27FC236}">
                  <a16:creationId xmlns:a16="http://schemas.microsoft.com/office/drawing/2014/main" id="{94D9601A-3C63-4503-AD1B-5BE664CAB4F8}"/>
                </a:ext>
              </a:extLst>
            </p:cNvPr>
            <p:cNvSpPr/>
            <p:nvPr/>
          </p:nvSpPr>
          <p:spPr>
            <a:xfrm>
              <a:off x="15463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6" name="타원 8425">
              <a:extLst>
                <a:ext uri="{FF2B5EF4-FFF2-40B4-BE49-F238E27FC236}">
                  <a16:creationId xmlns:a16="http://schemas.microsoft.com/office/drawing/2014/main" id="{FD34A153-88E8-49CE-91F1-7C746CA153B2}"/>
                </a:ext>
              </a:extLst>
            </p:cNvPr>
            <p:cNvSpPr/>
            <p:nvPr/>
          </p:nvSpPr>
          <p:spPr>
            <a:xfrm>
              <a:off x="16987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7" name="타원 8426">
              <a:extLst>
                <a:ext uri="{FF2B5EF4-FFF2-40B4-BE49-F238E27FC236}">
                  <a16:creationId xmlns:a16="http://schemas.microsoft.com/office/drawing/2014/main" id="{EF8A01B9-6134-48D7-90CE-3F341D758EE4}"/>
                </a:ext>
              </a:extLst>
            </p:cNvPr>
            <p:cNvSpPr/>
            <p:nvPr/>
          </p:nvSpPr>
          <p:spPr>
            <a:xfrm>
              <a:off x="18511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8" name="타원 8427">
              <a:extLst>
                <a:ext uri="{FF2B5EF4-FFF2-40B4-BE49-F238E27FC236}">
                  <a16:creationId xmlns:a16="http://schemas.microsoft.com/office/drawing/2014/main" id="{F8E19013-F187-487D-B531-52E94C374B6D}"/>
                </a:ext>
              </a:extLst>
            </p:cNvPr>
            <p:cNvSpPr/>
            <p:nvPr/>
          </p:nvSpPr>
          <p:spPr>
            <a:xfrm>
              <a:off x="20035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29" name="타원 8428">
              <a:extLst>
                <a:ext uri="{FF2B5EF4-FFF2-40B4-BE49-F238E27FC236}">
                  <a16:creationId xmlns:a16="http://schemas.microsoft.com/office/drawing/2014/main" id="{01FB03DC-CE65-43C5-9A00-E64788E5F031}"/>
                </a:ext>
              </a:extLst>
            </p:cNvPr>
            <p:cNvSpPr/>
            <p:nvPr/>
          </p:nvSpPr>
          <p:spPr>
            <a:xfrm>
              <a:off x="21559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0" name="타원 8429">
              <a:extLst>
                <a:ext uri="{FF2B5EF4-FFF2-40B4-BE49-F238E27FC236}">
                  <a16:creationId xmlns:a16="http://schemas.microsoft.com/office/drawing/2014/main" id="{E096D3F6-E60B-4A11-B7DE-E889FB8495E0}"/>
                </a:ext>
              </a:extLst>
            </p:cNvPr>
            <p:cNvSpPr/>
            <p:nvPr/>
          </p:nvSpPr>
          <p:spPr>
            <a:xfrm>
              <a:off x="23083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1" name="타원 8430">
              <a:extLst>
                <a:ext uri="{FF2B5EF4-FFF2-40B4-BE49-F238E27FC236}">
                  <a16:creationId xmlns:a16="http://schemas.microsoft.com/office/drawing/2014/main" id="{3B152E99-A0C8-485D-B9D4-39FF3B0FE6A9}"/>
                </a:ext>
              </a:extLst>
            </p:cNvPr>
            <p:cNvSpPr/>
            <p:nvPr/>
          </p:nvSpPr>
          <p:spPr>
            <a:xfrm>
              <a:off x="24607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2" name="타원 8431">
              <a:extLst>
                <a:ext uri="{FF2B5EF4-FFF2-40B4-BE49-F238E27FC236}">
                  <a16:creationId xmlns:a16="http://schemas.microsoft.com/office/drawing/2014/main" id="{65D7CE27-0F28-46C5-A3DA-B06D6ED9067D}"/>
                </a:ext>
              </a:extLst>
            </p:cNvPr>
            <p:cNvSpPr/>
            <p:nvPr/>
          </p:nvSpPr>
          <p:spPr>
            <a:xfrm>
              <a:off x="26131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3" name="타원 8432">
              <a:extLst>
                <a:ext uri="{FF2B5EF4-FFF2-40B4-BE49-F238E27FC236}">
                  <a16:creationId xmlns:a16="http://schemas.microsoft.com/office/drawing/2014/main" id="{040FDBAB-38B4-4DEC-8910-5180E67A0C1B}"/>
                </a:ext>
              </a:extLst>
            </p:cNvPr>
            <p:cNvSpPr/>
            <p:nvPr/>
          </p:nvSpPr>
          <p:spPr>
            <a:xfrm>
              <a:off x="27655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4" name="타원 8433">
              <a:extLst>
                <a:ext uri="{FF2B5EF4-FFF2-40B4-BE49-F238E27FC236}">
                  <a16:creationId xmlns:a16="http://schemas.microsoft.com/office/drawing/2014/main" id="{EB5FA7D2-A70E-402A-8B2D-4515A511C60E}"/>
                </a:ext>
              </a:extLst>
            </p:cNvPr>
            <p:cNvSpPr/>
            <p:nvPr/>
          </p:nvSpPr>
          <p:spPr>
            <a:xfrm>
              <a:off x="29179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5" name="타원 8434">
              <a:extLst>
                <a:ext uri="{FF2B5EF4-FFF2-40B4-BE49-F238E27FC236}">
                  <a16:creationId xmlns:a16="http://schemas.microsoft.com/office/drawing/2014/main" id="{04F2A441-6493-4852-A6E2-750860D4862C}"/>
                </a:ext>
              </a:extLst>
            </p:cNvPr>
            <p:cNvSpPr/>
            <p:nvPr/>
          </p:nvSpPr>
          <p:spPr>
            <a:xfrm>
              <a:off x="30703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6" name="타원 8435">
              <a:extLst>
                <a:ext uri="{FF2B5EF4-FFF2-40B4-BE49-F238E27FC236}">
                  <a16:creationId xmlns:a16="http://schemas.microsoft.com/office/drawing/2014/main" id="{7793282C-3D26-481D-BC57-14BE64368E85}"/>
                </a:ext>
              </a:extLst>
            </p:cNvPr>
            <p:cNvSpPr/>
            <p:nvPr/>
          </p:nvSpPr>
          <p:spPr>
            <a:xfrm>
              <a:off x="32227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7" name="타원 8436">
              <a:extLst>
                <a:ext uri="{FF2B5EF4-FFF2-40B4-BE49-F238E27FC236}">
                  <a16:creationId xmlns:a16="http://schemas.microsoft.com/office/drawing/2014/main" id="{47A2F5E6-1E24-4386-8697-5885284BD4A8}"/>
                </a:ext>
              </a:extLst>
            </p:cNvPr>
            <p:cNvSpPr/>
            <p:nvPr/>
          </p:nvSpPr>
          <p:spPr>
            <a:xfrm>
              <a:off x="33751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8" name="타원 8437">
              <a:extLst>
                <a:ext uri="{FF2B5EF4-FFF2-40B4-BE49-F238E27FC236}">
                  <a16:creationId xmlns:a16="http://schemas.microsoft.com/office/drawing/2014/main" id="{DBD5F9A7-9A94-4117-9A63-32B5D75B2164}"/>
                </a:ext>
              </a:extLst>
            </p:cNvPr>
            <p:cNvSpPr/>
            <p:nvPr/>
          </p:nvSpPr>
          <p:spPr>
            <a:xfrm>
              <a:off x="35275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39" name="타원 8438">
              <a:extLst>
                <a:ext uri="{FF2B5EF4-FFF2-40B4-BE49-F238E27FC236}">
                  <a16:creationId xmlns:a16="http://schemas.microsoft.com/office/drawing/2014/main" id="{4F8E3E30-1401-4B5D-B49D-C1455764068D}"/>
                </a:ext>
              </a:extLst>
            </p:cNvPr>
            <p:cNvSpPr/>
            <p:nvPr/>
          </p:nvSpPr>
          <p:spPr>
            <a:xfrm>
              <a:off x="36799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0" name="타원 8439">
              <a:extLst>
                <a:ext uri="{FF2B5EF4-FFF2-40B4-BE49-F238E27FC236}">
                  <a16:creationId xmlns:a16="http://schemas.microsoft.com/office/drawing/2014/main" id="{7A154BCC-6350-4286-9F84-99E593FF52DE}"/>
                </a:ext>
              </a:extLst>
            </p:cNvPr>
            <p:cNvSpPr/>
            <p:nvPr/>
          </p:nvSpPr>
          <p:spPr>
            <a:xfrm>
              <a:off x="38323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1" name="타원 8440">
              <a:extLst>
                <a:ext uri="{FF2B5EF4-FFF2-40B4-BE49-F238E27FC236}">
                  <a16:creationId xmlns:a16="http://schemas.microsoft.com/office/drawing/2014/main" id="{72690464-B6B7-43AD-AB6D-C10294915545}"/>
                </a:ext>
              </a:extLst>
            </p:cNvPr>
            <p:cNvSpPr/>
            <p:nvPr/>
          </p:nvSpPr>
          <p:spPr>
            <a:xfrm>
              <a:off x="39847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2" name="타원 8441">
              <a:extLst>
                <a:ext uri="{FF2B5EF4-FFF2-40B4-BE49-F238E27FC236}">
                  <a16:creationId xmlns:a16="http://schemas.microsoft.com/office/drawing/2014/main" id="{4EE247C0-3414-40C2-B141-57EB3CEACEB4}"/>
                </a:ext>
              </a:extLst>
            </p:cNvPr>
            <p:cNvSpPr/>
            <p:nvPr/>
          </p:nvSpPr>
          <p:spPr>
            <a:xfrm>
              <a:off x="41371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3" name="타원 8442">
              <a:extLst>
                <a:ext uri="{FF2B5EF4-FFF2-40B4-BE49-F238E27FC236}">
                  <a16:creationId xmlns:a16="http://schemas.microsoft.com/office/drawing/2014/main" id="{969D0763-4260-4A01-9123-12B851BE092E}"/>
                </a:ext>
              </a:extLst>
            </p:cNvPr>
            <p:cNvSpPr/>
            <p:nvPr/>
          </p:nvSpPr>
          <p:spPr>
            <a:xfrm>
              <a:off x="42895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4" name="타원 8443">
              <a:extLst>
                <a:ext uri="{FF2B5EF4-FFF2-40B4-BE49-F238E27FC236}">
                  <a16:creationId xmlns:a16="http://schemas.microsoft.com/office/drawing/2014/main" id="{F1B9C868-1A59-4147-8180-EEDAB7F75D4E}"/>
                </a:ext>
              </a:extLst>
            </p:cNvPr>
            <p:cNvSpPr/>
            <p:nvPr/>
          </p:nvSpPr>
          <p:spPr>
            <a:xfrm>
              <a:off x="44419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5" name="타원 8444">
              <a:extLst>
                <a:ext uri="{FF2B5EF4-FFF2-40B4-BE49-F238E27FC236}">
                  <a16:creationId xmlns:a16="http://schemas.microsoft.com/office/drawing/2014/main" id="{49AF44DD-8C80-4BF9-B850-AC8B2535B87F}"/>
                </a:ext>
              </a:extLst>
            </p:cNvPr>
            <p:cNvSpPr/>
            <p:nvPr/>
          </p:nvSpPr>
          <p:spPr>
            <a:xfrm>
              <a:off x="45943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6" name="타원 8445">
              <a:extLst>
                <a:ext uri="{FF2B5EF4-FFF2-40B4-BE49-F238E27FC236}">
                  <a16:creationId xmlns:a16="http://schemas.microsoft.com/office/drawing/2014/main" id="{469D8E3F-AAE2-464A-8276-8D018B6E9BD6}"/>
                </a:ext>
              </a:extLst>
            </p:cNvPr>
            <p:cNvSpPr/>
            <p:nvPr/>
          </p:nvSpPr>
          <p:spPr>
            <a:xfrm>
              <a:off x="47467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7" name="타원 8446">
              <a:extLst>
                <a:ext uri="{FF2B5EF4-FFF2-40B4-BE49-F238E27FC236}">
                  <a16:creationId xmlns:a16="http://schemas.microsoft.com/office/drawing/2014/main" id="{E073DE44-AB69-451E-A98C-5EDCAAE7C266}"/>
                </a:ext>
              </a:extLst>
            </p:cNvPr>
            <p:cNvSpPr/>
            <p:nvPr/>
          </p:nvSpPr>
          <p:spPr>
            <a:xfrm>
              <a:off x="48991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8" name="타원 8447">
              <a:extLst>
                <a:ext uri="{FF2B5EF4-FFF2-40B4-BE49-F238E27FC236}">
                  <a16:creationId xmlns:a16="http://schemas.microsoft.com/office/drawing/2014/main" id="{2694E7CF-0EA6-4B3B-A34D-DAC362377CBF}"/>
                </a:ext>
              </a:extLst>
            </p:cNvPr>
            <p:cNvSpPr/>
            <p:nvPr/>
          </p:nvSpPr>
          <p:spPr>
            <a:xfrm>
              <a:off x="50515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49" name="타원 8448">
              <a:extLst>
                <a:ext uri="{FF2B5EF4-FFF2-40B4-BE49-F238E27FC236}">
                  <a16:creationId xmlns:a16="http://schemas.microsoft.com/office/drawing/2014/main" id="{6E4B15A7-4E12-4E60-B0A2-B50AB7995BA2}"/>
                </a:ext>
              </a:extLst>
            </p:cNvPr>
            <p:cNvSpPr/>
            <p:nvPr/>
          </p:nvSpPr>
          <p:spPr>
            <a:xfrm>
              <a:off x="52039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0" name="타원 8449">
              <a:extLst>
                <a:ext uri="{FF2B5EF4-FFF2-40B4-BE49-F238E27FC236}">
                  <a16:creationId xmlns:a16="http://schemas.microsoft.com/office/drawing/2014/main" id="{B022E69D-1180-4037-972E-FFB00104263C}"/>
                </a:ext>
              </a:extLst>
            </p:cNvPr>
            <p:cNvSpPr/>
            <p:nvPr/>
          </p:nvSpPr>
          <p:spPr>
            <a:xfrm>
              <a:off x="53563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1" name="타원 8450">
              <a:extLst>
                <a:ext uri="{FF2B5EF4-FFF2-40B4-BE49-F238E27FC236}">
                  <a16:creationId xmlns:a16="http://schemas.microsoft.com/office/drawing/2014/main" id="{D4AF84F3-E01F-44DC-AC47-A4ED5029E01E}"/>
                </a:ext>
              </a:extLst>
            </p:cNvPr>
            <p:cNvSpPr/>
            <p:nvPr/>
          </p:nvSpPr>
          <p:spPr>
            <a:xfrm>
              <a:off x="55087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2" name="타원 8451">
              <a:extLst>
                <a:ext uri="{FF2B5EF4-FFF2-40B4-BE49-F238E27FC236}">
                  <a16:creationId xmlns:a16="http://schemas.microsoft.com/office/drawing/2014/main" id="{060AD9DF-4548-4A54-B836-B0AD38638444}"/>
                </a:ext>
              </a:extLst>
            </p:cNvPr>
            <p:cNvSpPr/>
            <p:nvPr/>
          </p:nvSpPr>
          <p:spPr>
            <a:xfrm>
              <a:off x="56611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3" name="타원 8452">
              <a:extLst>
                <a:ext uri="{FF2B5EF4-FFF2-40B4-BE49-F238E27FC236}">
                  <a16:creationId xmlns:a16="http://schemas.microsoft.com/office/drawing/2014/main" id="{BFC81C30-B442-4F90-9B7D-A674D102EF12}"/>
                </a:ext>
              </a:extLst>
            </p:cNvPr>
            <p:cNvSpPr/>
            <p:nvPr/>
          </p:nvSpPr>
          <p:spPr>
            <a:xfrm>
              <a:off x="5813576" y="69342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4" name="타원 8453">
              <a:extLst>
                <a:ext uri="{FF2B5EF4-FFF2-40B4-BE49-F238E27FC236}">
                  <a16:creationId xmlns:a16="http://schemas.microsoft.com/office/drawing/2014/main" id="{EAAC5C18-719B-4ACC-ACCD-08E159367F6C}"/>
                </a:ext>
              </a:extLst>
            </p:cNvPr>
            <p:cNvSpPr/>
            <p:nvPr/>
          </p:nvSpPr>
          <p:spPr>
            <a:xfrm>
              <a:off x="3271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5" name="타원 8454">
              <a:extLst>
                <a:ext uri="{FF2B5EF4-FFF2-40B4-BE49-F238E27FC236}">
                  <a16:creationId xmlns:a16="http://schemas.microsoft.com/office/drawing/2014/main" id="{53E8B4C6-00FF-47E8-A51A-9A45F4ABBB56}"/>
                </a:ext>
              </a:extLst>
            </p:cNvPr>
            <p:cNvSpPr/>
            <p:nvPr/>
          </p:nvSpPr>
          <p:spPr>
            <a:xfrm>
              <a:off x="4795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6" name="타원 8455">
              <a:extLst>
                <a:ext uri="{FF2B5EF4-FFF2-40B4-BE49-F238E27FC236}">
                  <a16:creationId xmlns:a16="http://schemas.microsoft.com/office/drawing/2014/main" id="{5D78C974-4560-42F8-86C3-6DA8CCCA2A61}"/>
                </a:ext>
              </a:extLst>
            </p:cNvPr>
            <p:cNvSpPr/>
            <p:nvPr/>
          </p:nvSpPr>
          <p:spPr>
            <a:xfrm>
              <a:off x="6319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7" name="타원 8456">
              <a:extLst>
                <a:ext uri="{FF2B5EF4-FFF2-40B4-BE49-F238E27FC236}">
                  <a16:creationId xmlns:a16="http://schemas.microsoft.com/office/drawing/2014/main" id="{3751E429-DB7B-43A5-AE88-63599146A69C}"/>
                </a:ext>
              </a:extLst>
            </p:cNvPr>
            <p:cNvSpPr/>
            <p:nvPr/>
          </p:nvSpPr>
          <p:spPr>
            <a:xfrm>
              <a:off x="7843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8" name="타원 8457">
              <a:extLst>
                <a:ext uri="{FF2B5EF4-FFF2-40B4-BE49-F238E27FC236}">
                  <a16:creationId xmlns:a16="http://schemas.microsoft.com/office/drawing/2014/main" id="{95A49871-1518-4775-ABF5-5670BBDEDA4A}"/>
                </a:ext>
              </a:extLst>
            </p:cNvPr>
            <p:cNvSpPr/>
            <p:nvPr/>
          </p:nvSpPr>
          <p:spPr>
            <a:xfrm>
              <a:off x="9367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59" name="타원 8458">
              <a:extLst>
                <a:ext uri="{FF2B5EF4-FFF2-40B4-BE49-F238E27FC236}">
                  <a16:creationId xmlns:a16="http://schemas.microsoft.com/office/drawing/2014/main" id="{2513DA43-001A-4082-B85B-E48746709A76}"/>
                </a:ext>
              </a:extLst>
            </p:cNvPr>
            <p:cNvSpPr/>
            <p:nvPr/>
          </p:nvSpPr>
          <p:spPr>
            <a:xfrm>
              <a:off x="10891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0" name="타원 8459">
              <a:extLst>
                <a:ext uri="{FF2B5EF4-FFF2-40B4-BE49-F238E27FC236}">
                  <a16:creationId xmlns:a16="http://schemas.microsoft.com/office/drawing/2014/main" id="{56B6EEFE-B0C1-4A59-8901-0DCE80FED526}"/>
                </a:ext>
              </a:extLst>
            </p:cNvPr>
            <p:cNvSpPr/>
            <p:nvPr/>
          </p:nvSpPr>
          <p:spPr>
            <a:xfrm>
              <a:off x="12415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1" name="타원 8460">
              <a:extLst>
                <a:ext uri="{FF2B5EF4-FFF2-40B4-BE49-F238E27FC236}">
                  <a16:creationId xmlns:a16="http://schemas.microsoft.com/office/drawing/2014/main" id="{7DF80909-1542-468F-A7FF-562E63E765C1}"/>
                </a:ext>
              </a:extLst>
            </p:cNvPr>
            <p:cNvSpPr/>
            <p:nvPr/>
          </p:nvSpPr>
          <p:spPr>
            <a:xfrm>
              <a:off x="13939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2" name="타원 8461">
              <a:extLst>
                <a:ext uri="{FF2B5EF4-FFF2-40B4-BE49-F238E27FC236}">
                  <a16:creationId xmlns:a16="http://schemas.microsoft.com/office/drawing/2014/main" id="{971B990C-A690-40D2-9933-12C2C2375F1D}"/>
                </a:ext>
              </a:extLst>
            </p:cNvPr>
            <p:cNvSpPr/>
            <p:nvPr/>
          </p:nvSpPr>
          <p:spPr>
            <a:xfrm>
              <a:off x="15463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3" name="타원 8462">
              <a:extLst>
                <a:ext uri="{FF2B5EF4-FFF2-40B4-BE49-F238E27FC236}">
                  <a16:creationId xmlns:a16="http://schemas.microsoft.com/office/drawing/2014/main" id="{460152BE-C336-4222-A6CD-E81E42115A31}"/>
                </a:ext>
              </a:extLst>
            </p:cNvPr>
            <p:cNvSpPr/>
            <p:nvPr/>
          </p:nvSpPr>
          <p:spPr>
            <a:xfrm>
              <a:off x="16987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4" name="타원 8463">
              <a:extLst>
                <a:ext uri="{FF2B5EF4-FFF2-40B4-BE49-F238E27FC236}">
                  <a16:creationId xmlns:a16="http://schemas.microsoft.com/office/drawing/2014/main" id="{61CA4969-B299-4956-AD7E-7248BFB66A9C}"/>
                </a:ext>
              </a:extLst>
            </p:cNvPr>
            <p:cNvSpPr/>
            <p:nvPr/>
          </p:nvSpPr>
          <p:spPr>
            <a:xfrm>
              <a:off x="18511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5" name="타원 8464">
              <a:extLst>
                <a:ext uri="{FF2B5EF4-FFF2-40B4-BE49-F238E27FC236}">
                  <a16:creationId xmlns:a16="http://schemas.microsoft.com/office/drawing/2014/main" id="{F41DACBB-553B-4152-9A19-8976CDA7E4D9}"/>
                </a:ext>
              </a:extLst>
            </p:cNvPr>
            <p:cNvSpPr/>
            <p:nvPr/>
          </p:nvSpPr>
          <p:spPr>
            <a:xfrm>
              <a:off x="20035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6" name="타원 8465">
              <a:extLst>
                <a:ext uri="{FF2B5EF4-FFF2-40B4-BE49-F238E27FC236}">
                  <a16:creationId xmlns:a16="http://schemas.microsoft.com/office/drawing/2014/main" id="{D758A1B0-51BC-4684-BD35-A315611DABFE}"/>
                </a:ext>
              </a:extLst>
            </p:cNvPr>
            <p:cNvSpPr/>
            <p:nvPr/>
          </p:nvSpPr>
          <p:spPr>
            <a:xfrm>
              <a:off x="21559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7" name="타원 8466">
              <a:extLst>
                <a:ext uri="{FF2B5EF4-FFF2-40B4-BE49-F238E27FC236}">
                  <a16:creationId xmlns:a16="http://schemas.microsoft.com/office/drawing/2014/main" id="{EE766310-AF5E-427B-8C7E-02A611DAABB2}"/>
                </a:ext>
              </a:extLst>
            </p:cNvPr>
            <p:cNvSpPr/>
            <p:nvPr/>
          </p:nvSpPr>
          <p:spPr>
            <a:xfrm>
              <a:off x="23083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8" name="타원 8467">
              <a:extLst>
                <a:ext uri="{FF2B5EF4-FFF2-40B4-BE49-F238E27FC236}">
                  <a16:creationId xmlns:a16="http://schemas.microsoft.com/office/drawing/2014/main" id="{F6BAB300-8D83-400B-A5B7-6E618DA17CB1}"/>
                </a:ext>
              </a:extLst>
            </p:cNvPr>
            <p:cNvSpPr/>
            <p:nvPr/>
          </p:nvSpPr>
          <p:spPr>
            <a:xfrm>
              <a:off x="24607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69" name="타원 8468">
              <a:extLst>
                <a:ext uri="{FF2B5EF4-FFF2-40B4-BE49-F238E27FC236}">
                  <a16:creationId xmlns:a16="http://schemas.microsoft.com/office/drawing/2014/main" id="{D552B01E-6409-468C-8135-A38EAB9BD436}"/>
                </a:ext>
              </a:extLst>
            </p:cNvPr>
            <p:cNvSpPr/>
            <p:nvPr/>
          </p:nvSpPr>
          <p:spPr>
            <a:xfrm>
              <a:off x="26131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0" name="타원 8469">
              <a:extLst>
                <a:ext uri="{FF2B5EF4-FFF2-40B4-BE49-F238E27FC236}">
                  <a16:creationId xmlns:a16="http://schemas.microsoft.com/office/drawing/2014/main" id="{AC498056-49AD-482B-8B60-CC4A973B66E9}"/>
                </a:ext>
              </a:extLst>
            </p:cNvPr>
            <p:cNvSpPr/>
            <p:nvPr/>
          </p:nvSpPr>
          <p:spPr>
            <a:xfrm>
              <a:off x="27655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1" name="타원 8470">
              <a:extLst>
                <a:ext uri="{FF2B5EF4-FFF2-40B4-BE49-F238E27FC236}">
                  <a16:creationId xmlns:a16="http://schemas.microsoft.com/office/drawing/2014/main" id="{A0A65976-1074-44A5-9B3B-C60993110B06}"/>
                </a:ext>
              </a:extLst>
            </p:cNvPr>
            <p:cNvSpPr/>
            <p:nvPr/>
          </p:nvSpPr>
          <p:spPr>
            <a:xfrm>
              <a:off x="29179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2" name="타원 8471">
              <a:extLst>
                <a:ext uri="{FF2B5EF4-FFF2-40B4-BE49-F238E27FC236}">
                  <a16:creationId xmlns:a16="http://schemas.microsoft.com/office/drawing/2014/main" id="{EDE3F3EB-66F8-462D-8FE2-BFD473BB1A59}"/>
                </a:ext>
              </a:extLst>
            </p:cNvPr>
            <p:cNvSpPr/>
            <p:nvPr/>
          </p:nvSpPr>
          <p:spPr>
            <a:xfrm>
              <a:off x="30703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3" name="타원 8472">
              <a:extLst>
                <a:ext uri="{FF2B5EF4-FFF2-40B4-BE49-F238E27FC236}">
                  <a16:creationId xmlns:a16="http://schemas.microsoft.com/office/drawing/2014/main" id="{D98F09A5-C843-409A-9FE1-5E62F086631C}"/>
                </a:ext>
              </a:extLst>
            </p:cNvPr>
            <p:cNvSpPr/>
            <p:nvPr/>
          </p:nvSpPr>
          <p:spPr>
            <a:xfrm>
              <a:off x="32227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4" name="타원 8473">
              <a:extLst>
                <a:ext uri="{FF2B5EF4-FFF2-40B4-BE49-F238E27FC236}">
                  <a16:creationId xmlns:a16="http://schemas.microsoft.com/office/drawing/2014/main" id="{EB8AB672-774B-4BCA-A85B-6BE3065AD3CF}"/>
                </a:ext>
              </a:extLst>
            </p:cNvPr>
            <p:cNvSpPr/>
            <p:nvPr/>
          </p:nvSpPr>
          <p:spPr>
            <a:xfrm>
              <a:off x="33751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5" name="타원 8474">
              <a:extLst>
                <a:ext uri="{FF2B5EF4-FFF2-40B4-BE49-F238E27FC236}">
                  <a16:creationId xmlns:a16="http://schemas.microsoft.com/office/drawing/2014/main" id="{37B9A94C-34B8-4A9E-9731-0247B37D969F}"/>
                </a:ext>
              </a:extLst>
            </p:cNvPr>
            <p:cNvSpPr/>
            <p:nvPr/>
          </p:nvSpPr>
          <p:spPr>
            <a:xfrm>
              <a:off x="35275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6" name="타원 8475">
              <a:extLst>
                <a:ext uri="{FF2B5EF4-FFF2-40B4-BE49-F238E27FC236}">
                  <a16:creationId xmlns:a16="http://schemas.microsoft.com/office/drawing/2014/main" id="{C4FABAD1-A6D8-4AA2-88B4-837C8108A5F3}"/>
                </a:ext>
              </a:extLst>
            </p:cNvPr>
            <p:cNvSpPr/>
            <p:nvPr/>
          </p:nvSpPr>
          <p:spPr>
            <a:xfrm>
              <a:off x="36799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7" name="타원 8476">
              <a:extLst>
                <a:ext uri="{FF2B5EF4-FFF2-40B4-BE49-F238E27FC236}">
                  <a16:creationId xmlns:a16="http://schemas.microsoft.com/office/drawing/2014/main" id="{C1E77916-2A54-4208-B27A-C51B8BA17D6D}"/>
                </a:ext>
              </a:extLst>
            </p:cNvPr>
            <p:cNvSpPr/>
            <p:nvPr/>
          </p:nvSpPr>
          <p:spPr>
            <a:xfrm>
              <a:off x="38323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8" name="타원 8477">
              <a:extLst>
                <a:ext uri="{FF2B5EF4-FFF2-40B4-BE49-F238E27FC236}">
                  <a16:creationId xmlns:a16="http://schemas.microsoft.com/office/drawing/2014/main" id="{3C3B4B14-D2FB-4F2C-87DB-2231207ED9B5}"/>
                </a:ext>
              </a:extLst>
            </p:cNvPr>
            <p:cNvSpPr/>
            <p:nvPr/>
          </p:nvSpPr>
          <p:spPr>
            <a:xfrm>
              <a:off x="39847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79" name="타원 8478">
              <a:extLst>
                <a:ext uri="{FF2B5EF4-FFF2-40B4-BE49-F238E27FC236}">
                  <a16:creationId xmlns:a16="http://schemas.microsoft.com/office/drawing/2014/main" id="{2048DFAD-8F0B-4B13-9D9C-4B246BBE486D}"/>
                </a:ext>
              </a:extLst>
            </p:cNvPr>
            <p:cNvSpPr/>
            <p:nvPr/>
          </p:nvSpPr>
          <p:spPr>
            <a:xfrm>
              <a:off x="41371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0" name="타원 8479">
              <a:extLst>
                <a:ext uri="{FF2B5EF4-FFF2-40B4-BE49-F238E27FC236}">
                  <a16:creationId xmlns:a16="http://schemas.microsoft.com/office/drawing/2014/main" id="{B4BF98F9-32C7-4721-AEE5-B4C64CAA29BD}"/>
                </a:ext>
              </a:extLst>
            </p:cNvPr>
            <p:cNvSpPr/>
            <p:nvPr/>
          </p:nvSpPr>
          <p:spPr>
            <a:xfrm>
              <a:off x="42895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1" name="타원 8480">
              <a:extLst>
                <a:ext uri="{FF2B5EF4-FFF2-40B4-BE49-F238E27FC236}">
                  <a16:creationId xmlns:a16="http://schemas.microsoft.com/office/drawing/2014/main" id="{A4D676C8-9CE6-4DFB-BCC4-3929BCFF414B}"/>
                </a:ext>
              </a:extLst>
            </p:cNvPr>
            <p:cNvSpPr/>
            <p:nvPr/>
          </p:nvSpPr>
          <p:spPr>
            <a:xfrm>
              <a:off x="44419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2" name="타원 8481">
              <a:extLst>
                <a:ext uri="{FF2B5EF4-FFF2-40B4-BE49-F238E27FC236}">
                  <a16:creationId xmlns:a16="http://schemas.microsoft.com/office/drawing/2014/main" id="{E8E73050-D70A-4FD5-9CD0-02E8302AF9A1}"/>
                </a:ext>
              </a:extLst>
            </p:cNvPr>
            <p:cNvSpPr/>
            <p:nvPr/>
          </p:nvSpPr>
          <p:spPr>
            <a:xfrm>
              <a:off x="45943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3" name="타원 8482">
              <a:extLst>
                <a:ext uri="{FF2B5EF4-FFF2-40B4-BE49-F238E27FC236}">
                  <a16:creationId xmlns:a16="http://schemas.microsoft.com/office/drawing/2014/main" id="{86E2E1C8-6668-4866-9230-2EC22E252BA5}"/>
                </a:ext>
              </a:extLst>
            </p:cNvPr>
            <p:cNvSpPr/>
            <p:nvPr/>
          </p:nvSpPr>
          <p:spPr>
            <a:xfrm>
              <a:off x="47467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4" name="타원 8483">
              <a:extLst>
                <a:ext uri="{FF2B5EF4-FFF2-40B4-BE49-F238E27FC236}">
                  <a16:creationId xmlns:a16="http://schemas.microsoft.com/office/drawing/2014/main" id="{124D7C58-F026-4F2C-8103-3E5566E7A6FB}"/>
                </a:ext>
              </a:extLst>
            </p:cNvPr>
            <p:cNvSpPr/>
            <p:nvPr/>
          </p:nvSpPr>
          <p:spPr>
            <a:xfrm>
              <a:off x="48991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5" name="타원 8484">
              <a:extLst>
                <a:ext uri="{FF2B5EF4-FFF2-40B4-BE49-F238E27FC236}">
                  <a16:creationId xmlns:a16="http://schemas.microsoft.com/office/drawing/2014/main" id="{1180B697-A4EA-4F9C-9FEF-6AF4E52940E3}"/>
                </a:ext>
              </a:extLst>
            </p:cNvPr>
            <p:cNvSpPr/>
            <p:nvPr/>
          </p:nvSpPr>
          <p:spPr>
            <a:xfrm>
              <a:off x="50515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6" name="타원 8485">
              <a:extLst>
                <a:ext uri="{FF2B5EF4-FFF2-40B4-BE49-F238E27FC236}">
                  <a16:creationId xmlns:a16="http://schemas.microsoft.com/office/drawing/2014/main" id="{E1BFCF02-42BE-468A-A8FC-D2B6CEF75664}"/>
                </a:ext>
              </a:extLst>
            </p:cNvPr>
            <p:cNvSpPr/>
            <p:nvPr/>
          </p:nvSpPr>
          <p:spPr>
            <a:xfrm>
              <a:off x="52039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7" name="타원 8486">
              <a:extLst>
                <a:ext uri="{FF2B5EF4-FFF2-40B4-BE49-F238E27FC236}">
                  <a16:creationId xmlns:a16="http://schemas.microsoft.com/office/drawing/2014/main" id="{0BC535B1-3E27-451B-9FA7-EC7B09B928FB}"/>
                </a:ext>
              </a:extLst>
            </p:cNvPr>
            <p:cNvSpPr/>
            <p:nvPr/>
          </p:nvSpPr>
          <p:spPr>
            <a:xfrm>
              <a:off x="53563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8" name="타원 8487">
              <a:extLst>
                <a:ext uri="{FF2B5EF4-FFF2-40B4-BE49-F238E27FC236}">
                  <a16:creationId xmlns:a16="http://schemas.microsoft.com/office/drawing/2014/main" id="{97C850E7-C905-4C84-85B5-67C7E3634B56}"/>
                </a:ext>
              </a:extLst>
            </p:cNvPr>
            <p:cNvSpPr/>
            <p:nvPr/>
          </p:nvSpPr>
          <p:spPr>
            <a:xfrm>
              <a:off x="55087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89" name="타원 8488">
              <a:extLst>
                <a:ext uri="{FF2B5EF4-FFF2-40B4-BE49-F238E27FC236}">
                  <a16:creationId xmlns:a16="http://schemas.microsoft.com/office/drawing/2014/main" id="{1AA0A9BD-FEB0-4C19-B4A3-8E717914BF8F}"/>
                </a:ext>
              </a:extLst>
            </p:cNvPr>
            <p:cNvSpPr/>
            <p:nvPr/>
          </p:nvSpPr>
          <p:spPr>
            <a:xfrm>
              <a:off x="56611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0" name="타원 8489">
              <a:extLst>
                <a:ext uri="{FF2B5EF4-FFF2-40B4-BE49-F238E27FC236}">
                  <a16:creationId xmlns:a16="http://schemas.microsoft.com/office/drawing/2014/main" id="{11E0BFB4-306F-49FC-9E22-3F07D0D014F3}"/>
                </a:ext>
              </a:extLst>
            </p:cNvPr>
            <p:cNvSpPr/>
            <p:nvPr/>
          </p:nvSpPr>
          <p:spPr>
            <a:xfrm>
              <a:off x="5813576" y="70866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1" name="타원 8490">
              <a:extLst>
                <a:ext uri="{FF2B5EF4-FFF2-40B4-BE49-F238E27FC236}">
                  <a16:creationId xmlns:a16="http://schemas.microsoft.com/office/drawing/2014/main" id="{99096C42-8AB3-4608-95F1-86E0B5C47EBB}"/>
                </a:ext>
              </a:extLst>
            </p:cNvPr>
            <p:cNvSpPr/>
            <p:nvPr/>
          </p:nvSpPr>
          <p:spPr>
            <a:xfrm>
              <a:off x="3271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2" name="타원 8491">
              <a:extLst>
                <a:ext uri="{FF2B5EF4-FFF2-40B4-BE49-F238E27FC236}">
                  <a16:creationId xmlns:a16="http://schemas.microsoft.com/office/drawing/2014/main" id="{AB92ACF0-8AD9-4F7D-9550-08E70365DBB1}"/>
                </a:ext>
              </a:extLst>
            </p:cNvPr>
            <p:cNvSpPr/>
            <p:nvPr/>
          </p:nvSpPr>
          <p:spPr>
            <a:xfrm>
              <a:off x="4795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3" name="타원 8492">
              <a:extLst>
                <a:ext uri="{FF2B5EF4-FFF2-40B4-BE49-F238E27FC236}">
                  <a16:creationId xmlns:a16="http://schemas.microsoft.com/office/drawing/2014/main" id="{A026F7E3-8D58-4E41-95FA-CD6A75856824}"/>
                </a:ext>
              </a:extLst>
            </p:cNvPr>
            <p:cNvSpPr/>
            <p:nvPr/>
          </p:nvSpPr>
          <p:spPr>
            <a:xfrm>
              <a:off x="6319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4" name="타원 8493">
              <a:extLst>
                <a:ext uri="{FF2B5EF4-FFF2-40B4-BE49-F238E27FC236}">
                  <a16:creationId xmlns:a16="http://schemas.microsoft.com/office/drawing/2014/main" id="{38D194B8-D530-4E31-B75C-4159541F5573}"/>
                </a:ext>
              </a:extLst>
            </p:cNvPr>
            <p:cNvSpPr/>
            <p:nvPr/>
          </p:nvSpPr>
          <p:spPr>
            <a:xfrm>
              <a:off x="7843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5" name="타원 8494">
              <a:extLst>
                <a:ext uri="{FF2B5EF4-FFF2-40B4-BE49-F238E27FC236}">
                  <a16:creationId xmlns:a16="http://schemas.microsoft.com/office/drawing/2014/main" id="{D3322766-FAB5-4199-834F-FD38E9FB9EF7}"/>
                </a:ext>
              </a:extLst>
            </p:cNvPr>
            <p:cNvSpPr/>
            <p:nvPr/>
          </p:nvSpPr>
          <p:spPr>
            <a:xfrm>
              <a:off x="9367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6" name="타원 8495">
              <a:extLst>
                <a:ext uri="{FF2B5EF4-FFF2-40B4-BE49-F238E27FC236}">
                  <a16:creationId xmlns:a16="http://schemas.microsoft.com/office/drawing/2014/main" id="{13C4AB98-0038-4E3F-AA19-BD72B2006A11}"/>
                </a:ext>
              </a:extLst>
            </p:cNvPr>
            <p:cNvSpPr/>
            <p:nvPr/>
          </p:nvSpPr>
          <p:spPr>
            <a:xfrm>
              <a:off x="10891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7" name="타원 8496">
              <a:extLst>
                <a:ext uri="{FF2B5EF4-FFF2-40B4-BE49-F238E27FC236}">
                  <a16:creationId xmlns:a16="http://schemas.microsoft.com/office/drawing/2014/main" id="{937C8012-8AA8-40B5-A42A-85C9B87B6775}"/>
                </a:ext>
              </a:extLst>
            </p:cNvPr>
            <p:cNvSpPr/>
            <p:nvPr/>
          </p:nvSpPr>
          <p:spPr>
            <a:xfrm>
              <a:off x="12415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8" name="타원 8497">
              <a:extLst>
                <a:ext uri="{FF2B5EF4-FFF2-40B4-BE49-F238E27FC236}">
                  <a16:creationId xmlns:a16="http://schemas.microsoft.com/office/drawing/2014/main" id="{5B95AE14-65D2-4BD2-8B6C-DD6229DA37B9}"/>
                </a:ext>
              </a:extLst>
            </p:cNvPr>
            <p:cNvSpPr/>
            <p:nvPr/>
          </p:nvSpPr>
          <p:spPr>
            <a:xfrm>
              <a:off x="13939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99" name="타원 8498">
              <a:extLst>
                <a:ext uri="{FF2B5EF4-FFF2-40B4-BE49-F238E27FC236}">
                  <a16:creationId xmlns:a16="http://schemas.microsoft.com/office/drawing/2014/main" id="{8034A06A-1CC7-441A-B739-998594DA6274}"/>
                </a:ext>
              </a:extLst>
            </p:cNvPr>
            <p:cNvSpPr/>
            <p:nvPr/>
          </p:nvSpPr>
          <p:spPr>
            <a:xfrm>
              <a:off x="15463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0" name="타원 8499">
              <a:extLst>
                <a:ext uri="{FF2B5EF4-FFF2-40B4-BE49-F238E27FC236}">
                  <a16:creationId xmlns:a16="http://schemas.microsoft.com/office/drawing/2014/main" id="{42B43871-53D0-403C-8B74-F88026134043}"/>
                </a:ext>
              </a:extLst>
            </p:cNvPr>
            <p:cNvSpPr/>
            <p:nvPr/>
          </p:nvSpPr>
          <p:spPr>
            <a:xfrm>
              <a:off x="16987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1" name="타원 8500">
              <a:extLst>
                <a:ext uri="{FF2B5EF4-FFF2-40B4-BE49-F238E27FC236}">
                  <a16:creationId xmlns:a16="http://schemas.microsoft.com/office/drawing/2014/main" id="{0B654A88-4D2B-4268-BB0B-ACFB9DD3E0B0}"/>
                </a:ext>
              </a:extLst>
            </p:cNvPr>
            <p:cNvSpPr/>
            <p:nvPr/>
          </p:nvSpPr>
          <p:spPr>
            <a:xfrm>
              <a:off x="18511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2" name="타원 8501">
              <a:extLst>
                <a:ext uri="{FF2B5EF4-FFF2-40B4-BE49-F238E27FC236}">
                  <a16:creationId xmlns:a16="http://schemas.microsoft.com/office/drawing/2014/main" id="{355571BA-F14C-4C35-A918-A4F9B7315E48}"/>
                </a:ext>
              </a:extLst>
            </p:cNvPr>
            <p:cNvSpPr/>
            <p:nvPr/>
          </p:nvSpPr>
          <p:spPr>
            <a:xfrm>
              <a:off x="20035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3" name="타원 8502">
              <a:extLst>
                <a:ext uri="{FF2B5EF4-FFF2-40B4-BE49-F238E27FC236}">
                  <a16:creationId xmlns:a16="http://schemas.microsoft.com/office/drawing/2014/main" id="{1576E4CE-EC8B-47AE-B01F-4C13DDB73A75}"/>
                </a:ext>
              </a:extLst>
            </p:cNvPr>
            <p:cNvSpPr/>
            <p:nvPr/>
          </p:nvSpPr>
          <p:spPr>
            <a:xfrm>
              <a:off x="21559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4" name="타원 8503">
              <a:extLst>
                <a:ext uri="{FF2B5EF4-FFF2-40B4-BE49-F238E27FC236}">
                  <a16:creationId xmlns:a16="http://schemas.microsoft.com/office/drawing/2014/main" id="{F204E511-9495-4E54-B073-FF6A0C2F3C96}"/>
                </a:ext>
              </a:extLst>
            </p:cNvPr>
            <p:cNvSpPr/>
            <p:nvPr/>
          </p:nvSpPr>
          <p:spPr>
            <a:xfrm>
              <a:off x="23083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5" name="타원 8504">
              <a:extLst>
                <a:ext uri="{FF2B5EF4-FFF2-40B4-BE49-F238E27FC236}">
                  <a16:creationId xmlns:a16="http://schemas.microsoft.com/office/drawing/2014/main" id="{FADB5AEA-D8C7-4B93-B965-226690DC0F0C}"/>
                </a:ext>
              </a:extLst>
            </p:cNvPr>
            <p:cNvSpPr/>
            <p:nvPr/>
          </p:nvSpPr>
          <p:spPr>
            <a:xfrm>
              <a:off x="24607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6" name="타원 8505">
              <a:extLst>
                <a:ext uri="{FF2B5EF4-FFF2-40B4-BE49-F238E27FC236}">
                  <a16:creationId xmlns:a16="http://schemas.microsoft.com/office/drawing/2014/main" id="{5E73EB2C-FB89-427B-A702-B4B929730A68}"/>
                </a:ext>
              </a:extLst>
            </p:cNvPr>
            <p:cNvSpPr/>
            <p:nvPr/>
          </p:nvSpPr>
          <p:spPr>
            <a:xfrm>
              <a:off x="26131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7" name="타원 8506">
              <a:extLst>
                <a:ext uri="{FF2B5EF4-FFF2-40B4-BE49-F238E27FC236}">
                  <a16:creationId xmlns:a16="http://schemas.microsoft.com/office/drawing/2014/main" id="{D035F19D-AD16-41F0-B15F-85B9A770073C}"/>
                </a:ext>
              </a:extLst>
            </p:cNvPr>
            <p:cNvSpPr/>
            <p:nvPr/>
          </p:nvSpPr>
          <p:spPr>
            <a:xfrm>
              <a:off x="27655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8" name="타원 8507">
              <a:extLst>
                <a:ext uri="{FF2B5EF4-FFF2-40B4-BE49-F238E27FC236}">
                  <a16:creationId xmlns:a16="http://schemas.microsoft.com/office/drawing/2014/main" id="{1F441330-BF2A-4400-A436-672EE1247BC6}"/>
                </a:ext>
              </a:extLst>
            </p:cNvPr>
            <p:cNvSpPr/>
            <p:nvPr/>
          </p:nvSpPr>
          <p:spPr>
            <a:xfrm>
              <a:off x="29179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09" name="타원 8508">
              <a:extLst>
                <a:ext uri="{FF2B5EF4-FFF2-40B4-BE49-F238E27FC236}">
                  <a16:creationId xmlns:a16="http://schemas.microsoft.com/office/drawing/2014/main" id="{03F38F2F-4405-4C6C-B112-902A1F3E89A1}"/>
                </a:ext>
              </a:extLst>
            </p:cNvPr>
            <p:cNvSpPr/>
            <p:nvPr/>
          </p:nvSpPr>
          <p:spPr>
            <a:xfrm>
              <a:off x="30703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0" name="타원 8509">
              <a:extLst>
                <a:ext uri="{FF2B5EF4-FFF2-40B4-BE49-F238E27FC236}">
                  <a16:creationId xmlns:a16="http://schemas.microsoft.com/office/drawing/2014/main" id="{19D2F0B4-7A66-41BE-A025-43420877861B}"/>
                </a:ext>
              </a:extLst>
            </p:cNvPr>
            <p:cNvSpPr/>
            <p:nvPr/>
          </p:nvSpPr>
          <p:spPr>
            <a:xfrm>
              <a:off x="32227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1" name="타원 8510">
              <a:extLst>
                <a:ext uri="{FF2B5EF4-FFF2-40B4-BE49-F238E27FC236}">
                  <a16:creationId xmlns:a16="http://schemas.microsoft.com/office/drawing/2014/main" id="{1D7549FC-0C6B-42F7-B134-4FB99E89838D}"/>
                </a:ext>
              </a:extLst>
            </p:cNvPr>
            <p:cNvSpPr/>
            <p:nvPr/>
          </p:nvSpPr>
          <p:spPr>
            <a:xfrm>
              <a:off x="33751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2" name="타원 8511">
              <a:extLst>
                <a:ext uri="{FF2B5EF4-FFF2-40B4-BE49-F238E27FC236}">
                  <a16:creationId xmlns:a16="http://schemas.microsoft.com/office/drawing/2014/main" id="{AE810BFC-6541-40F1-BDDB-9FA20EB5992A}"/>
                </a:ext>
              </a:extLst>
            </p:cNvPr>
            <p:cNvSpPr/>
            <p:nvPr/>
          </p:nvSpPr>
          <p:spPr>
            <a:xfrm>
              <a:off x="35275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3" name="타원 8512">
              <a:extLst>
                <a:ext uri="{FF2B5EF4-FFF2-40B4-BE49-F238E27FC236}">
                  <a16:creationId xmlns:a16="http://schemas.microsoft.com/office/drawing/2014/main" id="{6BDC63FE-308D-4C11-9547-91BCFAEF89E2}"/>
                </a:ext>
              </a:extLst>
            </p:cNvPr>
            <p:cNvSpPr/>
            <p:nvPr/>
          </p:nvSpPr>
          <p:spPr>
            <a:xfrm>
              <a:off x="36799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4" name="타원 8513">
              <a:extLst>
                <a:ext uri="{FF2B5EF4-FFF2-40B4-BE49-F238E27FC236}">
                  <a16:creationId xmlns:a16="http://schemas.microsoft.com/office/drawing/2014/main" id="{92B658C3-9140-40B1-8F1B-F081E00E5B4E}"/>
                </a:ext>
              </a:extLst>
            </p:cNvPr>
            <p:cNvSpPr/>
            <p:nvPr/>
          </p:nvSpPr>
          <p:spPr>
            <a:xfrm>
              <a:off x="38323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5" name="타원 8514">
              <a:extLst>
                <a:ext uri="{FF2B5EF4-FFF2-40B4-BE49-F238E27FC236}">
                  <a16:creationId xmlns:a16="http://schemas.microsoft.com/office/drawing/2014/main" id="{71ADC539-8741-484C-8E42-AD04E49EE00A}"/>
                </a:ext>
              </a:extLst>
            </p:cNvPr>
            <p:cNvSpPr/>
            <p:nvPr/>
          </p:nvSpPr>
          <p:spPr>
            <a:xfrm>
              <a:off x="39847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6" name="타원 8515">
              <a:extLst>
                <a:ext uri="{FF2B5EF4-FFF2-40B4-BE49-F238E27FC236}">
                  <a16:creationId xmlns:a16="http://schemas.microsoft.com/office/drawing/2014/main" id="{B2B9ABDB-C290-4336-A59F-2794A1E4DBEB}"/>
                </a:ext>
              </a:extLst>
            </p:cNvPr>
            <p:cNvSpPr/>
            <p:nvPr/>
          </p:nvSpPr>
          <p:spPr>
            <a:xfrm>
              <a:off x="41371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7" name="타원 8516">
              <a:extLst>
                <a:ext uri="{FF2B5EF4-FFF2-40B4-BE49-F238E27FC236}">
                  <a16:creationId xmlns:a16="http://schemas.microsoft.com/office/drawing/2014/main" id="{6AEA3DEC-8960-4E58-A878-9526997C905E}"/>
                </a:ext>
              </a:extLst>
            </p:cNvPr>
            <p:cNvSpPr/>
            <p:nvPr/>
          </p:nvSpPr>
          <p:spPr>
            <a:xfrm>
              <a:off x="42895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8" name="타원 8517">
              <a:extLst>
                <a:ext uri="{FF2B5EF4-FFF2-40B4-BE49-F238E27FC236}">
                  <a16:creationId xmlns:a16="http://schemas.microsoft.com/office/drawing/2014/main" id="{3852A1F8-A0C9-46FC-950A-B9F6658C532F}"/>
                </a:ext>
              </a:extLst>
            </p:cNvPr>
            <p:cNvSpPr/>
            <p:nvPr/>
          </p:nvSpPr>
          <p:spPr>
            <a:xfrm>
              <a:off x="44419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19" name="타원 8518">
              <a:extLst>
                <a:ext uri="{FF2B5EF4-FFF2-40B4-BE49-F238E27FC236}">
                  <a16:creationId xmlns:a16="http://schemas.microsoft.com/office/drawing/2014/main" id="{9B953053-01A8-4E70-8AA1-64A51CE72301}"/>
                </a:ext>
              </a:extLst>
            </p:cNvPr>
            <p:cNvSpPr/>
            <p:nvPr/>
          </p:nvSpPr>
          <p:spPr>
            <a:xfrm>
              <a:off x="45943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0" name="타원 8519">
              <a:extLst>
                <a:ext uri="{FF2B5EF4-FFF2-40B4-BE49-F238E27FC236}">
                  <a16:creationId xmlns:a16="http://schemas.microsoft.com/office/drawing/2014/main" id="{84085658-E2F2-47D7-9FE2-A12D9E59E35F}"/>
                </a:ext>
              </a:extLst>
            </p:cNvPr>
            <p:cNvSpPr/>
            <p:nvPr/>
          </p:nvSpPr>
          <p:spPr>
            <a:xfrm>
              <a:off x="47467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1" name="타원 8520">
              <a:extLst>
                <a:ext uri="{FF2B5EF4-FFF2-40B4-BE49-F238E27FC236}">
                  <a16:creationId xmlns:a16="http://schemas.microsoft.com/office/drawing/2014/main" id="{8D0ADBA6-20AD-452A-A6A4-F354C02828B0}"/>
                </a:ext>
              </a:extLst>
            </p:cNvPr>
            <p:cNvSpPr/>
            <p:nvPr/>
          </p:nvSpPr>
          <p:spPr>
            <a:xfrm>
              <a:off x="48991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2" name="타원 8521">
              <a:extLst>
                <a:ext uri="{FF2B5EF4-FFF2-40B4-BE49-F238E27FC236}">
                  <a16:creationId xmlns:a16="http://schemas.microsoft.com/office/drawing/2014/main" id="{293A4E2C-7EE5-43FF-9947-4FC122B706A0}"/>
                </a:ext>
              </a:extLst>
            </p:cNvPr>
            <p:cNvSpPr/>
            <p:nvPr/>
          </p:nvSpPr>
          <p:spPr>
            <a:xfrm>
              <a:off x="50515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3" name="타원 8522">
              <a:extLst>
                <a:ext uri="{FF2B5EF4-FFF2-40B4-BE49-F238E27FC236}">
                  <a16:creationId xmlns:a16="http://schemas.microsoft.com/office/drawing/2014/main" id="{1FF07FC5-CE1F-4955-BCDA-074B9BC5F935}"/>
                </a:ext>
              </a:extLst>
            </p:cNvPr>
            <p:cNvSpPr/>
            <p:nvPr/>
          </p:nvSpPr>
          <p:spPr>
            <a:xfrm>
              <a:off x="52039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4" name="타원 8523">
              <a:extLst>
                <a:ext uri="{FF2B5EF4-FFF2-40B4-BE49-F238E27FC236}">
                  <a16:creationId xmlns:a16="http://schemas.microsoft.com/office/drawing/2014/main" id="{3512B8F2-0D0E-49DC-842E-CA1AEB26BAA2}"/>
                </a:ext>
              </a:extLst>
            </p:cNvPr>
            <p:cNvSpPr/>
            <p:nvPr/>
          </p:nvSpPr>
          <p:spPr>
            <a:xfrm>
              <a:off x="53563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5" name="타원 8524">
              <a:extLst>
                <a:ext uri="{FF2B5EF4-FFF2-40B4-BE49-F238E27FC236}">
                  <a16:creationId xmlns:a16="http://schemas.microsoft.com/office/drawing/2014/main" id="{E587E38E-0760-4624-96EA-10D755704427}"/>
                </a:ext>
              </a:extLst>
            </p:cNvPr>
            <p:cNvSpPr/>
            <p:nvPr/>
          </p:nvSpPr>
          <p:spPr>
            <a:xfrm>
              <a:off x="55087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6" name="타원 8525">
              <a:extLst>
                <a:ext uri="{FF2B5EF4-FFF2-40B4-BE49-F238E27FC236}">
                  <a16:creationId xmlns:a16="http://schemas.microsoft.com/office/drawing/2014/main" id="{96DEA153-D391-41D3-B0CE-127017AA1568}"/>
                </a:ext>
              </a:extLst>
            </p:cNvPr>
            <p:cNvSpPr/>
            <p:nvPr/>
          </p:nvSpPr>
          <p:spPr>
            <a:xfrm>
              <a:off x="56611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7" name="타원 8526">
              <a:extLst>
                <a:ext uri="{FF2B5EF4-FFF2-40B4-BE49-F238E27FC236}">
                  <a16:creationId xmlns:a16="http://schemas.microsoft.com/office/drawing/2014/main" id="{C719C3BC-4F14-42B6-809D-87A3E5924AFF}"/>
                </a:ext>
              </a:extLst>
            </p:cNvPr>
            <p:cNvSpPr/>
            <p:nvPr/>
          </p:nvSpPr>
          <p:spPr>
            <a:xfrm>
              <a:off x="5813576" y="72390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8" name="타원 8527">
              <a:extLst>
                <a:ext uri="{FF2B5EF4-FFF2-40B4-BE49-F238E27FC236}">
                  <a16:creationId xmlns:a16="http://schemas.microsoft.com/office/drawing/2014/main" id="{AEF4C8DF-D95F-4AFC-B0E3-4B578276F7DA}"/>
                </a:ext>
              </a:extLst>
            </p:cNvPr>
            <p:cNvSpPr/>
            <p:nvPr/>
          </p:nvSpPr>
          <p:spPr>
            <a:xfrm>
              <a:off x="3271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29" name="타원 8528">
              <a:extLst>
                <a:ext uri="{FF2B5EF4-FFF2-40B4-BE49-F238E27FC236}">
                  <a16:creationId xmlns:a16="http://schemas.microsoft.com/office/drawing/2014/main" id="{ED65AA33-D482-4D4A-9C76-7839E3773A07}"/>
                </a:ext>
              </a:extLst>
            </p:cNvPr>
            <p:cNvSpPr/>
            <p:nvPr/>
          </p:nvSpPr>
          <p:spPr>
            <a:xfrm>
              <a:off x="4795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0" name="타원 8529">
              <a:extLst>
                <a:ext uri="{FF2B5EF4-FFF2-40B4-BE49-F238E27FC236}">
                  <a16:creationId xmlns:a16="http://schemas.microsoft.com/office/drawing/2014/main" id="{1CF9003F-19CD-41B3-908D-386A1994C686}"/>
                </a:ext>
              </a:extLst>
            </p:cNvPr>
            <p:cNvSpPr/>
            <p:nvPr/>
          </p:nvSpPr>
          <p:spPr>
            <a:xfrm>
              <a:off x="6319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1" name="타원 8530">
              <a:extLst>
                <a:ext uri="{FF2B5EF4-FFF2-40B4-BE49-F238E27FC236}">
                  <a16:creationId xmlns:a16="http://schemas.microsoft.com/office/drawing/2014/main" id="{E46007A1-8E8E-42D9-A2BB-A29E40318FB5}"/>
                </a:ext>
              </a:extLst>
            </p:cNvPr>
            <p:cNvSpPr/>
            <p:nvPr/>
          </p:nvSpPr>
          <p:spPr>
            <a:xfrm>
              <a:off x="7843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2" name="타원 8531">
              <a:extLst>
                <a:ext uri="{FF2B5EF4-FFF2-40B4-BE49-F238E27FC236}">
                  <a16:creationId xmlns:a16="http://schemas.microsoft.com/office/drawing/2014/main" id="{6D3FA336-75F8-4596-B4E6-35B5122B12B5}"/>
                </a:ext>
              </a:extLst>
            </p:cNvPr>
            <p:cNvSpPr/>
            <p:nvPr/>
          </p:nvSpPr>
          <p:spPr>
            <a:xfrm>
              <a:off x="9367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3" name="타원 8532">
              <a:extLst>
                <a:ext uri="{FF2B5EF4-FFF2-40B4-BE49-F238E27FC236}">
                  <a16:creationId xmlns:a16="http://schemas.microsoft.com/office/drawing/2014/main" id="{39575B4A-CA85-4909-8EA9-48A6A5B3A938}"/>
                </a:ext>
              </a:extLst>
            </p:cNvPr>
            <p:cNvSpPr/>
            <p:nvPr/>
          </p:nvSpPr>
          <p:spPr>
            <a:xfrm>
              <a:off x="10891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4" name="타원 8533">
              <a:extLst>
                <a:ext uri="{FF2B5EF4-FFF2-40B4-BE49-F238E27FC236}">
                  <a16:creationId xmlns:a16="http://schemas.microsoft.com/office/drawing/2014/main" id="{E0598C1A-9660-4271-8AD8-8580A3394844}"/>
                </a:ext>
              </a:extLst>
            </p:cNvPr>
            <p:cNvSpPr/>
            <p:nvPr/>
          </p:nvSpPr>
          <p:spPr>
            <a:xfrm>
              <a:off x="12415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5" name="타원 8534">
              <a:extLst>
                <a:ext uri="{FF2B5EF4-FFF2-40B4-BE49-F238E27FC236}">
                  <a16:creationId xmlns:a16="http://schemas.microsoft.com/office/drawing/2014/main" id="{848EFFE9-9880-4E3B-BCE5-5C40828DC5AD}"/>
                </a:ext>
              </a:extLst>
            </p:cNvPr>
            <p:cNvSpPr/>
            <p:nvPr/>
          </p:nvSpPr>
          <p:spPr>
            <a:xfrm>
              <a:off x="13939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6" name="타원 8535">
              <a:extLst>
                <a:ext uri="{FF2B5EF4-FFF2-40B4-BE49-F238E27FC236}">
                  <a16:creationId xmlns:a16="http://schemas.microsoft.com/office/drawing/2014/main" id="{B12611C7-0100-4485-8F72-93B37DA3899D}"/>
                </a:ext>
              </a:extLst>
            </p:cNvPr>
            <p:cNvSpPr/>
            <p:nvPr/>
          </p:nvSpPr>
          <p:spPr>
            <a:xfrm>
              <a:off x="15463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7" name="타원 8536">
              <a:extLst>
                <a:ext uri="{FF2B5EF4-FFF2-40B4-BE49-F238E27FC236}">
                  <a16:creationId xmlns:a16="http://schemas.microsoft.com/office/drawing/2014/main" id="{DCDF334D-34E6-45B8-892E-B752AFDE257D}"/>
                </a:ext>
              </a:extLst>
            </p:cNvPr>
            <p:cNvSpPr/>
            <p:nvPr/>
          </p:nvSpPr>
          <p:spPr>
            <a:xfrm>
              <a:off x="16987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8" name="타원 8537">
              <a:extLst>
                <a:ext uri="{FF2B5EF4-FFF2-40B4-BE49-F238E27FC236}">
                  <a16:creationId xmlns:a16="http://schemas.microsoft.com/office/drawing/2014/main" id="{D5CD938B-0EC0-4230-AFED-2826C4167A6D}"/>
                </a:ext>
              </a:extLst>
            </p:cNvPr>
            <p:cNvSpPr/>
            <p:nvPr/>
          </p:nvSpPr>
          <p:spPr>
            <a:xfrm>
              <a:off x="18511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39" name="타원 8538">
              <a:extLst>
                <a:ext uri="{FF2B5EF4-FFF2-40B4-BE49-F238E27FC236}">
                  <a16:creationId xmlns:a16="http://schemas.microsoft.com/office/drawing/2014/main" id="{47BF87C6-E17C-4AFF-A6CB-DF94C9435671}"/>
                </a:ext>
              </a:extLst>
            </p:cNvPr>
            <p:cNvSpPr/>
            <p:nvPr/>
          </p:nvSpPr>
          <p:spPr>
            <a:xfrm>
              <a:off x="20035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0" name="타원 8539">
              <a:extLst>
                <a:ext uri="{FF2B5EF4-FFF2-40B4-BE49-F238E27FC236}">
                  <a16:creationId xmlns:a16="http://schemas.microsoft.com/office/drawing/2014/main" id="{26FA85B0-400F-46FC-BD3E-E84438C1956A}"/>
                </a:ext>
              </a:extLst>
            </p:cNvPr>
            <p:cNvSpPr/>
            <p:nvPr/>
          </p:nvSpPr>
          <p:spPr>
            <a:xfrm>
              <a:off x="21559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1" name="타원 8540">
              <a:extLst>
                <a:ext uri="{FF2B5EF4-FFF2-40B4-BE49-F238E27FC236}">
                  <a16:creationId xmlns:a16="http://schemas.microsoft.com/office/drawing/2014/main" id="{F0B7906F-C96A-4B59-B845-3A0BF7448438}"/>
                </a:ext>
              </a:extLst>
            </p:cNvPr>
            <p:cNvSpPr/>
            <p:nvPr/>
          </p:nvSpPr>
          <p:spPr>
            <a:xfrm>
              <a:off x="23083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2" name="타원 8541">
              <a:extLst>
                <a:ext uri="{FF2B5EF4-FFF2-40B4-BE49-F238E27FC236}">
                  <a16:creationId xmlns:a16="http://schemas.microsoft.com/office/drawing/2014/main" id="{299C9D89-67BF-454D-8F0E-FD6EAE66B584}"/>
                </a:ext>
              </a:extLst>
            </p:cNvPr>
            <p:cNvSpPr/>
            <p:nvPr/>
          </p:nvSpPr>
          <p:spPr>
            <a:xfrm>
              <a:off x="24607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3" name="타원 8542">
              <a:extLst>
                <a:ext uri="{FF2B5EF4-FFF2-40B4-BE49-F238E27FC236}">
                  <a16:creationId xmlns:a16="http://schemas.microsoft.com/office/drawing/2014/main" id="{CA360AA5-143F-420F-8A38-15A563D1898C}"/>
                </a:ext>
              </a:extLst>
            </p:cNvPr>
            <p:cNvSpPr/>
            <p:nvPr/>
          </p:nvSpPr>
          <p:spPr>
            <a:xfrm>
              <a:off x="26131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4" name="타원 8543">
              <a:extLst>
                <a:ext uri="{FF2B5EF4-FFF2-40B4-BE49-F238E27FC236}">
                  <a16:creationId xmlns:a16="http://schemas.microsoft.com/office/drawing/2014/main" id="{8569E0F6-15D1-4774-824B-30D9C7FC3B0D}"/>
                </a:ext>
              </a:extLst>
            </p:cNvPr>
            <p:cNvSpPr/>
            <p:nvPr/>
          </p:nvSpPr>
          <p:spPr>
            <a:xfrm>
              <a:off x="27655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5" name="타원 8544">
              <a:extLst>
                <a:ext uri="{FF2B5EF4-FFF2-40B4-BE49-F238E27FC236}">
                  <a16:creationId xmlns:a16="http://schemas.microsoft.com/office/drawing/2014/main" id="{717C3ABE-4DF4-48BE-83DC-278E16227899}"/>
                </a:ext>
              </a:extLst>
            </p:cNvPr>
            <p:cNvSpPr/>
            <p:nvPr/>
          </p:nvSpPr>
          <p:spPr>
            <a:xfrm>
              <a:off x="29179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6" name="타원 8545">
              <a:extLst>
                <a:ext uri="{FF2B5EF4-FFF2-40B4-BE49-F238E27FC236}">
                  <a16:creationId xmlns:a16="http://schemas.microsoft.com/office/drawing/2014/main" id="{A9F8E210-1A1B-4B2D-8D32-725C93878798}"/>
                </a:ext>
              </a:extLst>
            </p:cNvPr>
            <p:cNvSpPr/>
            <p:nvPr/>
          </p:nvSpPr>
          <p:spPr>
            <a:xfrm>
              <a:off x="30703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7" name="타원 8546">
              <a:extLst>
                <a:ext uri="{FF2B5EF4-FFF2-40B4-BE49-F238E27FC236}">
                  <a16:creationId xmlns:a16="http://schemas.microsoft.com/office/drawing/2014/main" id="{0677AE20-F78F-4924-A21B-C5230CAB9EA7}"/>
                </a:ext>
              </a:extLst>
            </p:cNvPr>
            <p:cNvSpPr/>
            <p:nvPr/>
          </p:nvSpPr>
          <p:spPr>
            <a:xfrm>
              <a:off x="32227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8" name="타원 8547">
              <a:extLst>
                <a:ext uri="{FF2B5EF4-FFF2-40B4-BE49-F238E27FC236}">
                  <a16:creationId xmlns:a16="http://schemas.microsoft.com/office/drawing/2014/main" id="{C17BE5A4-11ED-434C-A1F9-9A942D7FEC60}"/>
                </a:ext>
              </a:extLst>
            </p:cNvPr>
            <p:cNvSpPr/>
            <p:nvPr/>
          </p:nvSpPr>
          <p:spPr>
            <a:xfrm>
              <a:off x="33751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49" name="타원 8548">
              <a:extLst>
                <a:ext uri="{FF2B5EF4-FFF2-40B4-BE49-F238E27FC236}">
                  <a16:creationId xmlns:a16="http://schemas.microsoft.com/office/drawing/2014/main" id="{AC4A5374-BD9D-41AF-B0E6-F9C7384282FD}"/>
                </a:ext>
              </a:extLst>
            </p:cNvPr>
            <p:cNvSpPr/>
            <p:nvPr/>
          </p:nvSpPr>
          <p:spPr>
            <a:xfrm>
              <a:off x="35275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0" name="타원 8549">
              <a:extLst>
                <a:ext uri="{FF2B5EF4-FFF2-40B4-BE49-F238E27FC236}">
                  <a16:creationId xmlns:a16="http://schemas.microsoft.com/office/drawing/2014/main" id="{D1A5DC76-31EF-43C2-9BCD-9136DD56252C}"/>
                </a:ext>
              </a:extLst>
            </p:cNvPr>
            <p:cNvSpPr/>
            <p:nvPr/>
          </p:nvSpPr>
          <p:spPr>
            <a:xfrm>
              <a:off x="36799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1" name="타원 8550">
              <a:extLst>
                <a:ext uri="{FF2B5EF4-FFF2-40B4-BE49-F238E27FC236}">
                  <a16:creationId xmlns:a16="http://schemas.microsoft.com/office/drawing/2014/main" id="{0F4B45C1-B6D7-4BEB-90CF-CE25036F3F8E}"/>
                </a:ext>
              </a:extLst>
            </p:cNvPr>
            <p:cNvSpPr/>
            <p:nvPr/>
          </p:nvSpPr>
          <p:spPr>
            <a:xfrm>
              <a:off x="38323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2" name="타원 8551">
              <a:extLst>
                <a:ext uri="{FF2B5EF4-FFF2-40B4-BE49-F238E27FC236}">
                  <a16:creationId xmlns:a16="http://schemas.microsoft.com/office/drawing/2014/main" id="{85BDC7E8-8EF0-46CF-BE07-1AB2EC51E94F}"/>
                </a:ext>
              </a:extLst>
            </p:cNvPr>
            <p:cNvSpPr/>
            <p:nvPr/>
          </p:nvSpPr>
          <p:spPr>
            <a:xfrm>
              <a:off x="39847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3" name="타원 8552">
              <a:extLst>
                <a:ext uri="{FF2B5EF4-FFF2-40B4-BE49-F238E27FC236}">
                  <a16:creationId xmlns:a16="http://schemas.microsoft.com/office/drawing/2014/main" id="{05AA6EF9-8046-410C-9D58-5078EA9FE853}"/>
                </a:ext>
              </a:extLst>
            </p:cNvPr>
            <p:cNvSpPr/>
            <p:nvPr/>
          </p:nvSpPr>
          <p:spPr>
            <a:xfrm>
              <a:off x="41371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4" name="타원 8553">
              <a:extLst>
                <a:ext uri="{FF2B5EF4-FFF2-40B4-BE49-F238E27FC236}">
                  <a16:creationId xmlns:a16="http://schemas.microsoft.com/office/drawing/2014/main" id="{DA3AC148-3209-4BCB-9FCC-F6470FFF4166}"/>
                </a:ext>
              </a:extLst>
            </p:cNvPr>
            <p:cNvSpPr/>
            <p:nvPr/>
          </p:nvSpPr>
          <p:spPr>
            <a:xfrm>
              <a:off x="42895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5" name="타원 8554">
              <a:extLst>
                <a:ext uri="{FF2B5EF4-FFF2-40B4-BE49-F238E27FC236}">
                  <a16:creationId xmlns:a16="http://schemas.microsoft.com/office/drawing/2014/main" id="{D29CB305-97F8-47FA-96EE-530D62E03A33}"/>
                </a:ext>
              </a:extLst>
            </p:cNvPr>
            <p:cNvSpPr/>
            <p:nvPr/>
          </p:nvSpPr>
          <p:spPr>
            <a:xfrm>
              <a:off x="44419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6" name="타원 8555">
              <a:extLst>
                <a:ext uri="{FF2B5EF4-FFF2-40B4-BE49-F238E27FC236}">
                  <a16:creationId xmlns:a16="http://schemas.microsoft.com/office/drawing/2014/main" id="{4E3C864C-283D-4221-9519-368452BD50AC}"/>
                </a:ext>
              </a:extLst>
            </p:cNvPr>
            <p:cNvSpPr/>
            <p:nvPr/>
          </p:nvSpPr>
          <p:spPr>
            <a:xfrm>
              <a:off x="45943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7" name="타원 8556">
              <a:extLst>
                <a:ext uri="{FF2B5EF4-FFF2-40B4-BE49-F238E27FC236}">
                  <a16:creationId xmlns:a16="http://schemas.microsoft.com/office/drawing/2014/main" id="{A9FBA76E-E931-4490-B517-426A085CD808}"/>
                </a:ext>
              </a:extLst>
            </p:cNvPr>
            <p:cNvSpPr/>
            <p:nvPr/>
          </p:nvSpPr>
          <p:spPr>
            <a:xfrm>
              <a:off x="47467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8" name="타원 8557">
              <a:extLst>
                <a:ext uri="{FF2B5EF4-FFF2-40B4-BE49-F238E27FC236}">
                  <a16:creationId xmlns:a16="http://schemas.microsoft.com/office/drawing/2014/main" id="{F4127445-5AB8-4CE3-8F77-47EABA33E35A}"/>
                </a:ext>
              </a:extLst>
            </p:cNvPr>
            <p:cNvSpPr/>
            <p:nvPr/>
          </p:nvSpPr>
          <p:spPr>
            <a:xfrm>
              <a:off x="48991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59" name="타원 8558">
              <a:extLst>
                <a:ext uri="{FF2B5EF4-FFF2-40B4-BE49-F238E27FC236}">
                  <a16:creationId xmlns:a16="http://schemas.microsoft.com/office/drawing/2014/main" id="{1C2AD6C5-4194-42E6-98E3-3CCBB75EDD07}"/>
                </a:ext>
              </a:extLst>
            </p:cNvPr>
            <p:cNvSpPr/>
            <p:nvPr/>
          </p:nvSpPr>
          <p:spPr>
            <a:xfrm>
              <a:off x="50515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60" name="타원 8559">
              <a:extLst>
                <a:ext uri="{FF2B5EF4-FFF2-40B4-BE49-F238E27FC236}">
                  <a16:creationId xmlns:a16="http://schemas.microsoft.com/office/drawing/2014/main" id="{8A73A407-75FA-4E5E-AF72-918D0A59CDFF}"/>
                </a:ext>
              </a:extLst>
            </p:cNvPr>
            <p:cNvSpPr/>
            <p:nvPr/>
          </p:nvSpPr>
          <p:spPr>
            <a:xfrm>
              <a:off x="52039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61" name="타원 8560">
              <a:extLst>
                <a:ext uri="{FF2B5EF4-FFF2-40B4-BE49-F238E27FC236}">
                  <a16:creationId xmlns:a16="http://schemas.microsoft.com/office/drawing/2014/main" id="{FF77DEAD-9523-4C16-8B66-FC5D90F0476A}"/>
                </a:ext>
              </a:extLst>
            </p:cNvPr>
            <p:cNvSpPr/>
            <p:nvPr/>
          </p:nvSpPr>
          <p:spPr>
            <a:xfrm>
              <a:off x="53563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62" name="타원 8561">
              <a:extLst>
                <a:ext uri="{FF2B5EF4-FFF2-40B4-BE49-F238E27FC236}">
                  <a16:creationId xmlns:a16="http://schemas.microsoft.com/office/drawing/2014/main" id="{9E7B2FAF-C277-413D-9529-6B0F17523DBC}"/>
                </a:ext>
              </a:extLst>
            </p:cNvPr>
            <p:cNvSpPr/>
            <p:nvPr/>
          </p:nvSpPr>
          <p:spPr>
            <a:xfrm>
              <a:off x="55087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63" name="타원 8562">
              <a:extLst>
                <a:ext uri="{FF2B5EF4-FFF2-40B4-BE49-F238E27FC236}">
                  <a16:creationId xmlns:a16="http://schemas.microsoft.com/office/drawing/2014/main" id="{90ECA42E-EF30-4B7F-A432-41EDC3D76C72}"/>
                </a:ext>
              </a:extLst>
            </p:cNvPr>
            <p:cNvSpPr/>
            <p:nvPr/>
          </p:nvSpPr>
          <p:spPr>
            <a:xfrm>
              <a:off x="56611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64" name="타원 8563">
              <a:extLst>
                <a:ext uri="{FF2B5EF4-FFF2-40B4-BE49-F238E27FC236}">
                  <a16:creationId xmlns:a16="http://schemas.microsoft.com/office/drawing/2014/main" id="{8F831FAA-C798-41E3-BDE4-7B35A2C280EF}"/>
                </a:ext>
              </a:extLst>
            </p:cNvPr>
            <p:cNvSpPr/>
            <p:nvPr/>
          </p:nvSpPr>
          <p:spPr>
            <a:xfrm>
              <a:off x="5813576" y="739140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03" name="타원 8602">
              <a:extLst>
                <a:ext uri="{FF2B5EF4-FFF2-40B4-BE49-F238E27FC236}">
                  <a16:creationId xmlns:a16="http://schemas.microsoft.com/office/drawing/2014/main" id="{81B0C439-BB9A-40B5-BD1C-00BE9671D49C}"/>
                </a:ext>
              </a:extLst>
            </p:cNvPr>
            <p:cNvSpPr/>
            <p:nvPr/>
          </p:nvSpPr>
          <p:spPr>
            <a:xfrm>
              <a:off x="3259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04" name="타원 8603">
              <a:extLst>
                <a:ext uri="{FF2B5EF4-FFF2-40B4-BE49-F238E27FC236}">
                  <a16:creationId xmlns:a16="http://schemas.microsoft.com/office/drawing/2014/main" id="{5634920D-507F-45BF-A94A-9E55B11DE53A}"/>
                </a:ext>
              </a:extLst>
            </p:cNvPr>
            <p:cNvSpPr/>
            <p:nvPr/>
          </p:nvSpPr>
          <p:spPr>
            <a:xfrm>
              <a:off x="4783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05" name="타원 8604">
              <a:extLst>
                <a:ext uri="{FF2B5EF4-FFF2-40B4-BE49-F238E27FC236}">
                  <a16:creationId xmlns:a16="http://schemas.microsoft.com/office/drawing/2014/main" id="{7A89B3FE-7C75-4441-B8C6-2FE250B2D458}"/>
                </a:ext>
              </a:extLst>
            </p:cNvPr>
            <p:cNvSpPr/>
            <p:nvPr/>
          </p:nvSpPr>
          <p:spPr>
            <a:xfrm>
              <a:off x="6307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06" name="타원 8605">
              <a:extLst>
                <a:ext uri="{FF2B5EF4-FFF2-40B4-BE49-F238E27FC236}">
                  <a16:creationId xmlns:a16="http://schemas.microsoft.com/office/drawing/2014/main" id="{466855A4-2ED5-4A63-8F1D-6F5FAC7C08A2}"/>
                </a:ext>
              </a:extLst>
            </p:cNvPr>
            <p:cNvSpPr/>
            <p:nvPr/>
          </p:nvSpPr>
          <p:spPr>
            <a:xfrm>
              <a:off x="7831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07" name="타원 8606">
              <a:extLst>
                <a:ext uri="{FF2B5EF4-FFF2-40B4-BE49-F238E27FC236}">
                  <a16:creationId xmlns:a16="http://schemas.microsoft.com/office/drawing/2014/main" id="{0FFA0738-390E-4E54-821E-2226CFC5C302}"/>
                </a:ext>
              </a:extLst>
            </p:cNvPr>
            <p:cNvSpPr/>
            <p:nvPr/>
          </p:nvSpPr>
          <p:spPr>
            <a:xfrm>
              <a:off x="9355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08" name="타원 8607">
              <a:extLst>
                <a:ext uri="{FF2B5EF4-FFF2-40B4-BE49-F238E27FC236}">
                  <a16:creationId xmlns:a16="http://schemas.microsoft.com/office/drawing/2014/main" id="{CB4BE130-FA0A-4C89-94EC-DAD7C3714922}"/>
                </a:ext>
              </a:extLst>
            </p:cNvPr>
            <p:cNvSpPr/>
            <p:nvPr/>
          </p:nvSpPr>
          <p:spPr>
            <a:xfrm>
              <a:off x="10879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09" name="타원 8608">
              <a:extLst>
                <a:ext uri="{FF2B5EF4-FFF2-40B4-BE49-F238E27FC236}">
                  <a16:creationId xmlns:a16="http://schemas.microsoft.com/office/drawing/2014/main" id="{387457A9-7C87-4C59-AE6D-7C86960EB48D}"/>
                </a:ext>
              </a:extLst>
            </p:cNvPr>
            <p:cNvSpPr/>
            <p:nvPr/>
          </p:nvSpPr>
          <p:spPr>
            <a:xfrm>
              <a:off x="12403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0" name="타원 8609">
              <a:extLst>
                <a:ext uri="{FF2B5EF4-FFF2-40B4-BE49-F238E27FC236}">
                  <a16:creationId xmlns:a16="http://schemas.microsoft.com/office/drawing/2014/main" id="{E10D3E19-F0C6-4DBA-BC7E-1497DFF886A0}"/>
                </a:ext>
              </a:extLst>
            </p:cNvPr>
            <p:cNvSpPr/>
            <p:nvPr/>
          </p:nvSpPr>
          <p:spPr>
            <a:xfrm>
              <a:off x="13927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1" name="타원 8610">
              <a:extLst>
                <a:ext uri="{FF2B5EF4-FFF2-40B4-BE49-F238E27FC236}">
                  <a16:creationId xmlns:a16="http://schemas.microsoft.com/office/drawing/2014/main" id="{9D2683A3-0395-4BE8-90BA-50F0EFF2A368}"/>
                </a:ext>
              </a:extLst>
            </p:cNvPr>
            <p:cNvSpPr/>
            <p:nvPr/>
          </p:nvSpPr>
          <p:spPr>
            <a:xfrm>
              <a:off x="15451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2" name="타원 8611">
              <a:extLst>
                <a:ext uri="{FF2B5EF4-FFF2-40B4-BE49-F238E27FC236}">
                  <a16:creationId xmlns:a16="http://schemas.microsoft.com/office/drawing/2014/main" id="{6F3253A9-DC90-48F2-988A-2B0CFFCC0C1A}"/>
                </a:ext>
              </a:extLst>
            </p:cNvPr>
            <p:cNvSpPr/>
            <p:nvPr/>
          </p:nvSpPr>
          <p:spPr>
            <a:xfrm>
              <a:off x="16975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3" name="타원 8612">
              <a:extLst>
                <a:ext uri="{FF2B5EF4-FFF2-40B4-BE49-F238E27FC236}">
                  <a16:creationId xmlns:a16="http://schemas.microsoft.com/office/drawing/2014/main" id="{CFABE160-E06E-43E1-87FC-10938F61BEBA}"/>
                </a:ext>
              </a:extLst>
            </p:cNvPr>
            <p:cNvSpPr/>
            <p:nvPr/>
          </p:nvSpPr>
          <p:spPr>
            <a:xfrm>
              <a:off x="18499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4" name="타원 8613">
              <a:extLst>
                <a:ext uri="{FF2B5EF4-FFF2-40B4-BE49-F238E27FC236}">
                  <a16:creationId xmlns:a16="http://schemas.microsoft.com/office/drawing/2014/main" id="{A308FBE7-0A66-48AF-9EE0-F7F192216001}"/>
                </a:ext>
              </a:extLst>
            </p:cNvPr>
            <p:cNvSpPr/>
            <p:nvPr/>
          </p:nvSpPr>
          <p:spPr>
            <a:xfrm>
              <a:off x="20023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5" name="타원 8614">
              <a:extLst>
                <a:ext uri="{FF2B5EF4-FFF2-40B4-BE49-F238E27FC236}">
                  <a16:creationId xmlns:a16="http://schemas.microsoft.com/office/drawing/2014/main" id="{7210FC5C-A474-462C-937B-8CD7E5A5405E}"/>
                </a:ext>
              </a:extLst>
            </p:cNvPr>
            <p:cNvSpPr/>
            <p:nvPr/>
          </p:nvSpPr>
          <p:spPr>
            <a:xfrm>
              <a:off x="21547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6" name="타원 8615">
              <a:extLst>
                <a:ext uri="{FF2B5EF4-FFF2-40B4-BE49-F238E27FC236}">
                  <a16:creationId xmlns:a16="http://schemas.microsoft.com/office/drawing/2014/main" id="{8DCD0B17-CE34-456D-9DD8-53E5D45C4856}"/>
                </a:ext>
              </a:extLst>
            </p:cNvPr>
            <p:cNvSpPr/>
            <p:nvPr/>
          </p:nvSpPr>
          <p:spPr>
            <a:xfrm>
              <a:off x="23071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7" name="타원 8616">
              <a:extLst>
                <a:ext uri="{FF2B5EF4-FFF2-40B4-BE49-F238E27FC236}">
                  <a16:creationId xmlns:a16="http://schemas.microsoft.com/office/drawing/2014/main" id="{C8D65983-2262-4FE1-8694-F1D6853F0438}"/>
                </a:ext>
              </a:extLst>
            </p:cNvPr>
            <p:cNvSpPr/>
            <p:nvPr/>
          </p:nvSpPr>
          <p:spPr>
            <a:xfrm>
              <a:off x="24595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8" name="타원 8617">
              <a:extLst>
                <a:ext uri="{FF2B5EF4-FFF2-40B4-BE49-F238E27FC236}">
                  <a16:creationId xmlns:a16="http://schemas.microsoft.com/office/drawing/2014/main" id="{E28F8E26-3847-49FB-AC08-6D208D75A367}"/>
                </a:ext>
              </a:extLst>
            </p:cNvPr>
            <p:cNvSpPr/>
            <p:nvPr/>
          </p:nvSpPr>
          <p:spPr>
            <a:xfrm>
              <a:off x="26119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19" name="타원 8618">
              <a:extLst>
                <a:ext uri="{FF2B5EF4-FFF2-40B4-BE49-F238E27FC236}">
                  <a16:creationId xmlns:a16="http://schemas.microsoft.com/office/drawing/2014/main" id="{5067E986-7FC8-47DC-8337-3A9786DACF33}"/>
                </a:ext>
              </a:extLst>
            </p:cNvPr>
            <p:cNvSpPr/>
            <p:nvPr/>
          </p:nvSpPr>
          <p:spPr>
            <a:xfrm>
              <a:off x="27643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0" name="타원 8619">
              <a:extLst>
                <a:ext uri="{FF2B5EF4-FFF2-40B4-BE49-F238E27FC236}">
                  <a16:creationId xmlns:a16="http://schemas.microsoft.com/office/drawing/2014/main" id="{0BA06E0D-C20D-4679-8636-FE877782591A}"/>
                </a:ext>
              </a:extLst>
            </p:cNvPr>
            <p:cNvSpPr/>
            <p:nvPr/>
          </p:nvSpPr>
          <p:spPr>
            <a:xfrm>
              <a:off x="29167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1" name="타원 8620">
              <a:extLst>
                <a:ext uri="{FF2B5EF4-FFF2-40B4-BE49-F238E27FC236}">
                  <a16:creationId xmlns:a16="http://schemas.microsoft.com/office/drawing/2014/main" id="{F92A214E-240A-4106-903A-E1D7D93D63EE}"/>
                </a:ext>
              </a:extLst>
            </p:cNvPr>
            <p:cNvSpPr/>
            <p:nvPr/>
          </p:nvSpPr>
          <p:spPr>
            <a:xfrm>
              <a:off x="30691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2" name="타원 8621">
              <a:extLst>
                <a:ext uri="{FF2B5EF4-FFF2-40B4-BE49-F238E27FC236}">
                  <a16:creationId xmlns:a16="http://schemas.microsoft.com/office/drawing/2014/main" id="{57E1A579-63C6-4ADF-965F-F8928BC03A11}"/>
                </a:ext>
              </a:extLst>
            </p:cNvPr>
            <p:cNvSpPr/>
            <p:nvPr/>
          </p:nvSpPr>
          <p:spPr>
            <a:xfrm>
              <a:off x="32215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3" name="타원 8622">
              <a:extLst>
                <a:ext uri="{FF2B5EF4-FFF2-40B4-BE49-F238E27FC236}">
                  <a16:creationId xmlns:a16="http://schemas.microsoft.com/office/drawing/2014/main" id="{8A887B0C-268D-4458-A0F6-D14971A386BB}"/>
                </a:ext>
              </a:extLst>
            </p:cNvPr>
            <p:cNvSpPr/>
            <p:nvPr/>
          </p:nvSpPr>
          <p:spPr>
            <a:xfrm>
              <a:off x="33739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4" name="타원 8623">
              <a:extLst>
                <a:ext uri="{FF2B5EF4-FFF2-40B4-BE49-F238E27FC236}">
                  <a16:creationId xmlns:a16="http://schemas.microsoft.com/office/drawing/2014/main" id="{F4C9A04A-1F8D-46C3-A8E6-E855D880F1FF}"/>
                </a:ext>
              </a:extLst>
            </p:cNvPr>
            <p:cNvSpPr/>
            <p:nvPr/>
          </p:nvSpPr>
          <p:spPr>
            <a:xfrm>
              <a:off x="35263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5" name="타원 8624">
              <a:extLst>
                <a:ext uri="{FF2B5EF4-FFF2-40B4-BE49-F238E27FC236}">
                  <a16:creationId xmlns:a16="http://schemas.microsoft.com/office/drawing/2014/main" id="{037BDAA4-03BD-4706-B23D-CA51D533AFD6}"/>
                </a:ext>
              </a:extLst>
            </p:cNvPr>
            <p:cNvSpPr/>
            <p:nvPr/>
          </p:nvSpPr>
          <p:spPr>
            <a:xfrm>
              <a:off x="36787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6" name="타원 8625">
              <a:extLst>
                <a:ext uri="{FF2B5EF4-FFF2-40B4-BE49-F238E27FC236}">
                  <a16:creationId xmlns:a16="http://schemas.microsoft.com/office/drawing/2014/main" id="{FA23FF63-C3A9-448C-BF5A-C943396B605E}"/>
                </a:ext>
              </a:extLst>
            </p:cNvPr>
            <p:cNvSpPr/>
            <p:nvPr/>
          </p:nvSpPr>
          <p:spPr>
            <a:xfrm>
              <a:off x="38311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7" name="타원 8626">
              <a:extLst>
                <a:ext uri="{FF2B5EF4-FFF2-40B4-BE49-F238E27FC236}">
                  <a16:creationId xmlns:a16="http://schemas.microsoft.com/office/drawing/2014/main" id="{D6C69AAB-7E3F-4AC5-8447-F9EA07F1C0F3}"/>
                </a:ext>
              </a:extLst>
            </p:cNvPr>
            <p:cNvSpPr/>
            <p:nvPr/>
          </p:nvSpPr>
          <p:spPr>
            <a:xfrm>
              <a:off x="39835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8" name="타원 8627">
              <a:extLst>
                <a:ext uri="{FF2B5EF4-FFF2-40B4-BE49-F238E27FC236}">
                  <a16:creationId xmlns:a16="http://schemas.microsoft.com/office/drawing/2014/main" id="{FE660205-DF4E-4844-8932-3C18DF038948}"/>
                </a:ext>
              </a:extLst>
            </p:cNvPr>
            <p:cNvSpPr/>
            <p:nvPr/>
          </p:nvSpPr>
          <p:spPr>
            <a:xfrm>
              <a:off x="41359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29" name="타원 8628">
              <a:extLst>
                <a:ext uri="{FF2B5EF4-FFF2-40B4-BE49-F238E27FC236}">
                  <a16:creationId xmlns:a16="http://schemas.microsoft.com/office/drawing/2014/main" id="{DA8098E3-2982-458B-B95A-998558B6458E}"/>
                </a:ext>
              </a:extLst>
            </p:cNvPr>
            <p:cNvSpPr/>
            <p:nvPr/>
          </p:nvSpPr>
          <p:spPr>
            <a:xfrm>
              <a:off x="42883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0" name="타원 8629">
              <a:extLst>
                <a:ext uri="{FF2B5EF4-FFF2-40B4-BE49-F238E27FC236}">
                  <a16:creationId xmlns:a16="http://schemas.microsoft.com/office/drawing/2014/main" id="{D9A586E7-9838-41D6-9E88-D358CE002CDF}"/>
                </a:ext>
              </a:extLst>
            </p:cNvPr>
            <p:cNvSpPr/>
            <p:nvPr/>
          </p:nvSpPr>
          <p:spPr>
            <a:xfrm>
              <a:off x="44407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1" name="타원 8630">
              <a:extLst>
                <a:ext uri="{FF2B5EF4-FFF2-40B4-BE49-F238E27FC236}">
                  <a16:creationId xmlns:a16="http://schemas.microsoft.com/office/drawing/2014/main" id="{31FDC4F8-C08E-46C7-8C98-26B25F7B6516}"/>
                </a:ext>
              </a:extLst>
            </p:cNvPr>
            <p:cNvSpPr/>
            <p:nvPr/>
          </p:nvSpPr>
          <p:spPr>
            <a:xfrm>
              <a:off x="45931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2" name="타원 8631">
              <a:extLst>
                <a:ext uri="{FF2B5EF4-FFF2-40B4-BE49-F238E27FC236}">
                  <a16:creationId xmlns:a16="http://schemas.microsoft.com/office/drawing/2014/main" id="{BF391B1C-FFCE-43D4-80BA-CB0BCBFD9838}"/>
                </a:ext>
              </a:extLst>
            </p:cNvPr>
            <p:cNvSpPr/>
            <p:nvPr/>
          </p:nvSpPr>
          <p:spPr>
            <a:xfrm>
              <a:off x="47455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3" name="타원 8632">
              <a:extLst>
                <a:ext uri="{FF2B5EF4-FFF2-40B4-BE49-F238E27FC236}">
                  <a16:creationId xmlns:a16="http://schemas.microsoft.com/office/drawing/2014/main" id="{62497DD0-743D-4553-AA75-BA6D3F358732}"/>
                </a:ext>
              </a:extLst>
            </p:cNvPr>
            <p:cNvSpPr/>
            <p:nvPr/>
          </p:nvSpPr>
          <p:spPr>
            <a:xfrm>
              <a:off x="48979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4" name="타원 8633">
              <a:extLst>
                <a:ext uri="{FF2B5EF4-FFF2-40B4-BE49-F238E27FC236}">
                  <a16:creationId xmlns:a16="http://schemas.microsoft.com/office/drawing/2014/main" id="{3DFD2D9D-DACA-4A5C-9E7D-4E5EA4BA0C44}"/>
                </a:ext>
              </a:extLst>
            </p:cNvPr>
            <p:cNvSpPr/>
            <p:nvPr/>
          </p:nvSpPr>
          <p:spPr>
            <a:xfrm>
              <a:off x="50503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5" name="타원 8634">
              <a:extLst>
                <a:ext uri="{FF2B5EF4-FFF2-40B4-BE49-F238E27FC236}">
                  <a16:creationId xmlns:a16="http://schemas.microsoft.com/office/drawing/2014/main" id="{E464B004-7F9C-4EC9-B983-22E44A9E6188}"/>
                </a:ext>
              </a:extLst>
            </p:cNvPr>
            <p:cNvSpPr/>
            <p:nvPr/>
          </p:nvSpPr>
          <p:spPr>
            <a:xfrm>
              <a:off x="52027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6" name="타원 8635">
              <a:extLst>
                <a:ext uri="{FF2B5EF4-FFF2-40B4-BE49-F238E27FC236}">
                  <a16:creationId xmlns:a16="http://schemas.microsoft.com/office/drawing/2014/main" id="{906F0EC8-0538-45B0-A2F0-23120CEBE177}"/>
                </a:ext>
              </a:extLst>
            </p:cNvPr>
            <p:cNvSpPr/>
            <p:nvPr/>
          </p:nvSpPr>
          <p:spPr>
            <a:xfrm>
              <a:off x="53551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7" name="타원 8636">
              <a:extLst>
                <a:ext uri="{FF2B5EF4-FFF2-40B4-BE49-F238E27FC236}">
                  <a16:creationId xmlns:a16="http://schemas.microsoft.com/office/drawing/2014/main" id="{DEE20974-AA09-47F2-8228-F2C20F91F857}"/>
                </a:ext>
              </a:extLst>
            </p:cNvPr>
            <p:cNvSpPr/>
            <p:nvPr/>
          </p:nvSpPr>
          <p:spPr>
            <a:xfrm>
              <a:off x="55075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8" name="타원 8637">
              <a:extLst>
                <a:ext uri="{FF2B5EF4-FFF2-40B4-BE49-F238E27FC236}">
                  <a16:creationId xmlns:a16="http://schemas.microsoft.com/office/drawing/2014/main" id="{8A840675-1C83-44F8-8905-537424B81748}"/>
                </a:ext>
              </a:extLst>
            </p:cNvPr>
            <p:cNvSpPr/>
            <p:nvPr/>
          </p:nvSpPr>
          <p:spPr>
            <a:xfrm>
              <a:off x="56599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39" name="타원 8638">
              <a:extLst>
                <a:ext uri="{FF2B5EF4-FFF2-40B4-BE49-F238E27FC236}">
                  <a16:creationId xmlns:a16="http://schemas.microsoft.com/office/drawing/2014/main" id="{4EC898A7-107B-43F4-93C3-1FF318FE9363}"/>
                </a:ext>
              </a:extLst>
            </p:cNvPr>
            <p:cNvSpPr/>
            <p:nvPr/>
          </p:nvSpPr>
          <p:spPr>
            <a:xfrm>
              <a:off x="5812349" y="60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0" name="타원 8639">
              <a:extLst>
                <a:ext uri="{FF2B5EF4-FFF2-40B4-BE49-F238E27FC236}">
                  <a16:creationId xmlns:a16="http://schemas.microsoft.com/office/drawing/2014/main" id="{C92B7F2E-CDDD-4405-BBB0-5BBA3F5DE8CF}"/>
                </a:ext>
              </a:extLst>
            </p:cNvPr>
            <p:cNvSpPr/>
            <p:nvPr/>
          </p:nvSpPr>
          <p:spPr>
            <a:xfrm>
              <a:off x="3259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1" name="타원 8640">
              <a:extLst>
                <a:ext uri="{FF2B5EF4-FFF2-40B4-BE49-F238E27FC236}">
                  <a16:creationId xmlns:a16="http://schemas.microsoft.com/office/drawing/2014/main" id="{1A7365BA-D534-465B-8B40-1C0B469B36DB}"/>
                </a:ext>
              </a:extLst>
            </p:cNvPr>
            <p:cNvSpPr/>
            <p:nvPr/>
          </p:nvSpPr>
          <p:spPr>
            <a:xfrm>
              <a:off x="4783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2" name="타원 8641">
              <a:extLst>
                <a:ext uri="{FF2B5EF4-FFF2-40B4-BE49-F238E27FC236}">
                  <a16:creationId xmlns:a16="http://schemas.microsoft.com/office/drawing/2014/main" id="{BFDA3338-55BB-4C3B-BA77-E7E109A8D930}"/>
                </a:ext>
              </a:extLst>
            </p:cNvPr>
            <p:cNvSpPr/>
            <p:nvPr/>
          </p:nvSpPr>
          <p:spPr>
            <a:xfrm>
              <a:off x="6307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3" name="타원 8642">
              <a:extLst>
                <a:ext uri="{FF2B5EF4-FFF2-40B4-BE49-F238E27FC236}">
                  <a16:creationId xmlns:a16="http://schemas.microsoft.com/office/drawing/2014/main" id="{5B8627C6-AB5F-4E33-BF71-CC23405C3925}"/>
                </a:ext>
              </a:extLst>
            </p:cNvPr>
            <p:cNvSpPr/>
            <p:nvPr/>
          </p:nvSpPr>
          <p:spPr>
            <a:xfrm>
              <a:off x="7831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4" name="타원 8643">
              <a:extLst>
                <a:ext uri="{FF2B5EF4-FFF2-40B4-BE49-F238E27FC236}">
                  <a16:creationId xmlns:a16="http://schemas.microsoft.com/office/drawing/2014/main" id="{F29EEFE4-4495-4F2F-AD97-B4820FBF0AA9}"/>
                </a:ext>
              </a:extLst>
            </p:cNvPr>
            <p:cNvSpPr/>
            <p:nvPr/>
          </p:nvSpPr>
          <p:spPr>
            <a:xfrm>
              <a:off x="9355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5" name="타원 8644">
              <a:extLst>
                <a:ext uri="{FF2B5EF4-FFF2-40B4-BE49-F238E27FC236}">
                  <a16:creationId xmlns:a16="http://schemas.microsoft.com/office/drawing/2014/main" id="{B9374035-2521-4662-AA90-E629FCEFBDD5}"/>
                </a:ext>
              </a:extLst>
            </p:cNvPr>
            <p:cNvSpPr/>
            <p:nvPr/>
          </p:nvSpPr>
          <p:spPr>
            <a:xfrm>
              <a:off x="10879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6" name="타원 8645">
              <a:extLst>
                <a:ext uri="{FF2B5EF4-FFF2-40B4-BE49-F238E27FC236}">
                  <a16:creationId xmlns:a16="http://schemas.microsoft.com/office/drawing/2014/main" id="{1A149C0F-39C1-47C5-AFED-48652D159D5C}"/>
                </a:ext>
              </a:extLst>
            </p:cNvPr>
            <p:cNvSpPr/>
            <p:nvPr/>
          </p:nvSpPr>
          <p:spPr>
            <a:xfrm>
              <a:off x="12403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7" name="타원 8646">
              <a:extLst>
                <a:ext uri="{FF2B5EF4-FFF2-40B4-BE49-F238E27FC236}">
                  <a16:creationId xmlns:a16="http://schemas.microsoft.com/office/drawing/2014/main" id="{EF01DEC5-666D-4BD9-91BA-A7EDD421CD9C}"/>
                </a:ext>
              </a:extLst>
            </p:cNvPr>
            <p:cNvSpPr/>
            <p:nvPr/>
          </p:nvSpPr>
          <p:spPr>
            <a:xfrm>
              <a:off x="13927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8" name="타원 8647">
              <a:extLst>
                <a:ext uri="{FF2B5EF4-FFF2-40B4-BE49-F238E27FC236}">
                  <a16:creationId xmlns:a16="http://schemas.microsoft.com/office/drawing/2014/main" id="{0BE01C1C-54B4-4478-A8D8-6A97E44C11FA}"/>
                </a:ext>
              </a:extLst>
            </p:cNvPr>
            <p:cNvSpPr/>
            <p:nvPr/>
          </p:nvSpPr>
          <p:spPr>
            <a:xfrm>
              <a:off x="15451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49" name="타원 8648">
              <a:extLst>
                <a:ext uri="{FF2B5EF4-FFF2-40B4-BE49-F238E27FC236}">
                  <a16:creationId xmlns:a16="http://schemas.microsoft.com/office/drawing/2014/main" id="{C9B19B50-E6E1-4BCE-829B-39E0ACFD9E17}"/>
                </a:ext>
              </a:extLst>
            </p:cNvPr>
            <p:cNvSpPr/>
            <p:nvPr/>
          </p:nvSpPr>
          <p:spPr>
            <a:xfrm>
              <a:off x="16975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0" name="타원 8649">
              <a:extLst>
                <a:ext uri="{FF2B5EF4-FFF2-40B4-BE49-F238E27FC236}">
                  <a16:creationId xmlns:a16="http://schemas.microsoft.com/office/drawing/2014/main" id="{8F2AD46E-0FAD-49D6-8FED-5D7330E7DC3C}"/>
                </a:ext>
              </a:extLst>
            </p:cNvPr>
            <p:cNvSpPr/>
            <p:nvPr/>
          </p:nvSpPr>
          <p:spPr>
            <a:xfrm>
              <a:off x="18499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1" name="타원 8650">
              <a:extLst>
                <a:ext uri="{FF2B5EF4-FFF2-40B4-BE49-F238E27FC236}">
                  <a16:creationId xmlns:a16="http://schemas.microsoft.com/office/drawing/2014/main" id="{A8D103C2-59B8-47E6-994F-01E045EF2556}"/>
                </a:ext>
              </a:extLst>
            </p:cNvPr>
            <p:cNvSpPr/>
            <p:nvPr/>
          </p:nvSpPr>
          <p:spPr>
            <a:xfrm>
              <a:off x="20023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2" name="타원 8651">
              <a:extLst>
                <a:ext uri="{FF2B5EF4-FFF2-40B4-BE49-F238E27FC236}">
                  <a16:creationId xmlns:a16="http://schemas.microsoft.com/office/drawing/2014/main" id="{43D117CA-BD94-4AED-A783-5B826447F04C}"/>
                </a:ext>
              </a:extLst>
            </p:cNvPr>
            <p:cNvSpPr/>
            <p:nvPr/>
          </p:nvSpPr>
          <p:spPr>
            <a:xfrm>
              <a:off x="21547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3" name="타원 8652">
              <a:extLst>
                <a:ext uri="{FF2B5EF4-FFF2-40B4-BE49-F238E27FC236}">
                  <a16:creationId xmlns:a16="http://schemas.microsoft.com/office/drawing/2014/main" id="{64BBD462-ADF5-4A8F-A510-9887842F9390}"/>
                </a:ext>
              </a:extLst>
            </p:cNvPr>
            <p:cNvSpPr/>
            <p:nvPr/>
          </p:nvSpPr>
          <p:spPr>
            <a:xfrm>
              <a:off x="23071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4" name="타원 8653">
              <a:extLst>
                <a:ext uri="{FF2B5EF4-FFF2-40B4-BE49-F238E27FC236}">
                  <a16:creationId xmlns:a16="http://schemas.microsoft.com/office/drawing/2014/main" id="{03E47084-52A4-435F-B74B-647C1FB86E02}"/>
                </a:ext>
              </a:extLst>
            </p:cNvPr>
            <p:cNvSpPr/>
            <p:nvPr/>
          </p:nvSpPr>
          <p:spPr>
            <a:xfrm>
              <a:off x="24595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5" name="타원 8654">
              <a:extLst>
                <a:ext uri="{FF2B5EF4-FFF2-40B4-BE49-F238E27FC236}">
                  <a16:creationId xmlns:a16="http://schemas.microsoft.com/office/drawing/2014/main" id="{8E085E02-0C89-444B-90C4-3641292A2E82}"/>
                </a:ext>
              </a:extLst>
            </p:cNvPr>
            <p:cNvSpPr/>
            <p:nvPr/>
          </p:nvSpPr>
          <p:spPr>
            <a:xfrm>
              <a:off x="26119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6" name="타원 8655">
              <a:extLst>
                <a:ext uri="{FF2B5EF4-FFF2-40B4-BE49-F238E27FC236}">
                  <a16:creationId xmlns:a16="http://schemas.microsoft.com/office/drawing/2014/main" id="{F12DB1E9-6B43-4FE3-AD42-14383C5940E3}"/>
                </a:ext>
              </a:extLst>
            </p:cNvPr>
            <p:cNvSpPr/>
            <p:nvPr/>
          </p:nvSpPr>
          <p:spPr>
            <a:xfrm>
              <a:off x="27643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7" name="타원 8656">
              <a:extLst>
                <a:ext uri="{FF2B5EF4-FFF2-40B4-BE49-F238E27FC236}">
                  <a16:creationId xmlns:a16="http://schemas.microsoft.com/office/drawing/2014/main" id="{4FFCE4A4-9312-4BFE-9DEF-19594E4D7E68}"/>
                </a:ext>
              </a:extLst>
            </p:cNvPr>
            <p:cNvSpPr/>
            <p:nvPr/>
          </p:nvSpPr>
          <p:spPr>
            <a:xfrm>
              <a:off x="29167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8" name="타원 8657">
              <a:extLst>
                <a:ext uri="{FF2B5EF4-FFF2-40B4-BE49-F238E27FC236}">
                  <a16:creationId xmlns:a16="http://schemas.microsoft.com/office/drawing/2014/main" id="{73DB2101-0EE0-40A9-A7CD-E911C0135811}"/>
                </a:ext>
              </a:extLst>
            </p:cNvPr>
            <p:cNvSpPr/>
            <p:nvPr/>
          </p:nvSpPr>
          <p:spPr>
            <a:xfrm>
              <a:off x="30691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59" name="타원 8658">
              <a:extLst>
                <a:ext uri="{FF2B5EF4-FFF2-40B4-BE49-F238E27FC236}">
                  <a16:creationId xmlns:a16="http://schemas.microsoft.com/office/drawing/2014/main" id="{F2D37E49-7C25-4008-9B20-18B2536E744F}"/>
                </a:ext>
              </a:extLst>
            </p:cNvPr>
            <p:cNvSpPr/>
            <p:nvPr/>
          </p:nvSpPr>
          <p:spPr>
            <a:xfrm>
              <a:off x="32215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0" name="타원 8659">
              <a:extLst>
                <a:ext uri="{FF2B5EF4-FFF2-40B4-BE49-F238E27FC236}">
                  <a16:creationId xmlns:a16="http://schemas.microsoft.com/office/drawing/2014/main" id="{04DDC732-FA07-4D8C-A950-8E55DB8C1823}"/>
                </a:ext>
              </a:extLst>
            </p:cNvPr>
            <p:cNvSpPr/>
            <p:nvPr/>
          </p:nvSpPr>
          <p:spPr>
            <a:xfrm>
              <a:off x="33739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1" name="타원 8660">
              <a:extLst>
                <a:ext uri="{FF2B5EF4-FFF2-40B4-BE49-F238E27FC236}">
                  <a16:creationId xmlns:a16="http://schemas.microsoft.com/office/drawing/2014/main" id="{E1E03AB6-66A6-4776-BF00-AC77C2AD590A}"/>
                </a:ext>
              </a:extLst>
            </p:cNvPr>
            <p:cNvSpPr/>
            <p:nvPr/>
          </p:nvSpPr>
          <p:spPr>
            <a:xfrm>
              <a:off x="35263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2" name="타원 8661">
              <a:extLst>
                <a:ext uri="{FF2B5EF4-FFF2-40B4-BE49-F238E27FC236}">
                  <a16:creationId xmlns:a16="http://schemas.microsoft.com/office/drawing/2014/main" id="{F9C82D69-682C-434B-BB0F-0C1D8EB2DFFF}"/>
                </a:ext>
              </a:extLst>
            </p:cNvPr>
            <p:cNvSpPr/>
            <p:nvPr/>
          </p:nvSpPr>
          <p:spPr>
            <a:xfrm>
              <a:off x="36787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3" name="타원 8662">
              <a:extLst>
                <a:ext uri="{FF2B5EF4-FFF2-40B4-BE49-F238E27FC236}">
                  <a16:creationId xmlns:a16="http://schemas.microsoft.com/office/drawing/2014/main" id="{2E9481B9-1278-4871-BD94-9B930E5189FB}"/>
                </a:ext>
              </a:extLst>
            </p:cNvPr>
            <p:cNvSpPr/>
            <p:nvPr/>
          </p:nvSpPr>
          <p:spPr>
            <a:xfrm>
              <a:off x="38311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4" name="타원 8663">
              <a:extLst>
                <a:ext uri="{FF2B5EF4-FFF2-40B4-BE49-F238E27FC236}">
                  <a16:creationId xmlns:a16="http://schemas.microsoft.com/office/drawing/2014/main" id="{C8CEA942-2C6F-4372-8525-8105E2366D40}"/>
                </a:ext>
              </a:extLst>
            </p:cNvPr>
            <p:cNvSpPr/>
            <p:nvPr/>
          </p:nvSpPr>
          <p:spPr>
            <a:xfrm>
              <a:off x="39835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5" name="타원 8664">
              <a:extLst>
                <a:ext uri="{FF2B5EF4-FFF2-40B4-BE49-F238E27FC236}">
                  <a16:creationId xmlns:a16="http://schemas.microsoft.com/office/drawing/2014/main" id="{39023735-AA07-4A38-A75E-DD865428859B}"/>
                </a:ext>
              </a:extLst>
            </p:cNvPr>
            <p:cNvSpPr/>
            <p:nvPr/>
          </p:nvSpPr>
          <p:spPr>
            <a:xfrm>
              <a:off x="41359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6" name="타원 8665">
              <a:extLst>
                <a:ext uri="{FF2B5EF4-FFF2-40B4-BE49-F238E27FC236}">
                  <a16:creationId xmlns:a16="http://schemas.microsoft.com/office/drawing/2014/main" id="{CE0EFB4E-AE3B-4941-91E3-1AF87629564E}"/>
                </a:ext>
              </a:extLst>
            </p:cNvPr>
            <p:cNvSpPr/>
            <p:nvPr/>
          </p:nvSpPr>
          <p:spPr>
            <a:xfrm>
              <a:off x="42883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7" name="타원 8666">
              <a:extLst>
                <a:ext uri="{FF2B5EF4-FFF2-40B4-BE49-F238E27FC236}">
                  <a16:creationId xmlns:a16="http://schemas.microsoft.com/office/drawing/2014/main" id="{76DAB11F-C263-40E6-802E-4C3AB875B8B8}"/>
                </a:ext>
              </a:extLst>
            </p:cNvPr>
            <p:cNvSpPr/>
            <p:nvPr/>
          </p:nvSpPr>
          <p:spPr>
            <a:xfrm>
              <a:off x="44407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8" name="타원 8667">
              <a:extLst>
                <a:ext uri="{FF2B5EF4-FFF2-40B4-BE49-F238E27FC236}">
                  <a16:creationId xmlns:a16="http://schemas.microsoft.com/office/drawing/2014/main" id="{ABD8381E-6C18-47B4-81B8-7EE660526EC5}"/>
                </a:ext>
              </a:extLst>
            </p:cNvPr>
            <p:cNvSpPr/>
            <p:nvPr/>
          </p:nvSpPr>
          <p:spPr>
            <a:xfrm>
              <a:off x="45931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69" name="타원 8668">
              <a:extLst>
                <a:ext uri="{FF2B5EF4-FFF2-40B4-BE49-F238E27FC236}">
                  <a16:creationId xmlns:a16="http://schemas.microsoft.com/office/drawing/2014/main" id="{6A37EEFC-A288-4071-8D6B-EB029FCC15A7}"/>
                </a:ext>
              </a:extLst>
            </p:cNvPr>
            <p:cNvSpPr/>
            <p:nvPr/>
          </p:nvSpPr>
          <p:spPr>
            <a:xfrm>
              <a:off x="47455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0" name="타원 8669">
              <a:extLst>
                <a:ext uri="{FF2B5EF4-FFF2-40B4-BE49-F238E27FC236}">
                  <a16:creationId xmlns:a16="http://schemas.microsoft.com/office/drawing/2014/main" id="{B6332619-F6E9-43FE-87FD-9DEE3D8B7F7B}"/>
                </a:ext>
              </a:extLst>
            </p:cNvPr>
            <p:cNvSpPr/>
            <p:nvPr/>
          </p:nvSpPr>
          <p:spPr>
            <a:xfrm>
              <a:off x="48979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1" name="타원 8670">
              <a:extLst>
                <a:ext uri="{FF2B5EF4-FFF2-40B4-BE49-F238E27FC236}">
                  <a16:creationId xmlns:a16="http://schemas.microsoft.com/office/drawing/2014/main" id="{17FBB5D8-5C66-420F-BF86-FD02B537030E}"/>
                </a:ext>
              </a:extLst>
            </p:cNvPr>
            <p:cNvSpPr/>
            <p:nvPr/>
          </p:nvSpPr>
          <p:spPr>
            <a:xfrm>
              <a:off x="50503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2" name="타원 8671">
              <a:extLst>
                <a:ext uri="{FF2B5EF4-FFF2-40B4-BE49-F238E27FC236}">
                  <a16:creationId xmlns:a16="http://schemas.microsoft.com/office/drawing/2014/main" id="{C34EB8BF-4CE5-41F7-A2A6-DF45EEE3CC73}"/>
                </a:ext>
              </a:extLst>
            </p:cNvPr>
            <p:cNvSpPr/>
            <p:nvPr/>
          </p:nvSpPr>
          <p:spPr>
            <a:xfrm>
              <a:off x="52027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3" name="타원 8672">
              <a:extLst>
                <a:ext uri="{FF2B5EF4-FFF2-40B4-BE49-F238E27FC236}">
                  <a16:creationId xmlns:a16="http://schemas.microsoft.com/office/drawing/2014/main" id="{302005A8-8818-4743-8F4F-EA1D2AC86CC5}"/>
                </a:ext>
              </a:extLst>
            </p:cNvPr>
            <p:cNvSpPr/>
            <p:nvPr/>
          </p:nvSpPr>
          <p:spPr>
            <a:xfrm>
              <a:off x="53551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4" name="타원 8673">
              <a:extLst>
                <a:ext uri="{FF2B5EF4-FFF2-40B4-BE49-F238E27FC236}">
                  <a16:creationId xmlns:a16="http://schemas.microsoft.com/office/drawing/2014/main" id="{7D4B6E44-CA53-43F6-911A-4D78F8340FBB}"/>
                </a:ext>
              </a:extLst>
            </p:cNvPr>
            <p:cNvSpPr/>
            <p:nvPr/>
          </p:nvSpPr>
          <p:spPr>
            <a:xfrm>
              <a:off x="55075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5" name="타원 8674">
              <a:extLst>
                <a:ext uri="{FF2B5EF4-FFF2-40B4-BE49-F238E27FC236}">
                  <a16:creationId xmlns:a16="http://schemas.microsoft.com/office/drawing/2014/main" id="{B407FEB0-E5B7-44AB-8AB0-FBB4CC03C9F0}"/>
                </a:ext>
              </a:extLst>
            </p:cNvPr>
            <p:cNvSpPr/>
            <p:nvPr/>
          </p:nvSpPr>
          <p:spPr>
            <a:xfrm>
              <a:off x="56599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6" name="타원 8675">
              <a:extLst>
                <a:ext uri="{FF2B5EF4-FFF2-40B4-BE49-F238E27FC236}">
                  <a16:creationId xmlns:a16="http://schemas.microsoft.com/office/drawing/2014/main" id="{FA810ADC-CE02-4262-8ABC-6E1E561C6B72}"/>
                </a:ext>
              </a:extLst>
            </p:cNvPr>
            <p:cNvSpPr/>
            <p:nvPr/>
          </p:nvSpPr>
          <p:spPr>
            <a:xfrm>
              <a:off x="5812349" y="75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7" name="타원 8676">
              <a:extLst>
                <a:ext uri="{FF2B5EF4-FFF2-40B4-BE49-F238E27FC236}">
                  <a16:creationId xmlns:a16="http://schemas.microsoft.com/office/drawing/2014/main" id="{C1483042-5672-47D2-8AF5-968E88E0ABDE}"/>
                </a:ext>
              </a:extLst>
            </p:cNvPr>
            <p:cNvSpPr/>
            <p:nvPr/>
          </p:nvSpPr>
          <p:spPr>
            <a:xfrm>
              <a:off x="3259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8" name="타원 8677">
              <a:extLst>
                <a:ext uri="{FF2B5EF4-FFF2-40B4-BE49-F238E27FC236}">
                  <a16:creationId xmlns:a16="http://schemas.microsoft.com/office/drawing/2014/main" id="{B5933FCF-F49F-4A2A-BC0D-B2E47AA8880F}"/>
                </a:ext>
              </a:extLst>
            </p:cNvPr>
            <p:cNvSpPr/>
            <p:nvPr/>
          </p:nvSpPr>
          <p:spPr>
            <a:xfrm>
              <a:off x="4783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79" name="타원 8678">
              <a:extLst>
                <a:ext uri="{FF2B5EF4-FFF2-40B4-BE49-F238E27FC236}">
                  <a16:creationId xmlns:a16="http://schemas.microsoft.com/office/drawing/2014/main" id="{D2C70DFD-C784-49F8-99CC-A574CC6CD6E4}"/>
                </a:ext>
              </a:extLst>
            </p:cNvPr>
            <p:cNvSpPr/>
            <p:nvPr/>
          </p:nvSpPr>
          <p:spPr>
            <a:xfrm>
              <a:off x="6307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0" name="타원 8679">
              <a:extLst>
                <a:ext uri="{FF2B5EF4-FFF2-40B4-BE49-F238E27FC236}">
                  <a16:creationId xmlns:a16="http://schemas.microsoft.com/office/drawing/2014/main" id="{BEE0ECDB-C4FB-4A26-84FD-A1126CDF8375}"/>
                </a:ext>
              </a:extLst>
            </p:cNvPr>
            <p:cNvSpPr/>
            <p:nvPr/>
          </p:nvSpPr>
          <p:spPr>
            <a:xfrm>
              <a:off x="7831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1" name="타원 8680">
              <a:extLst>
                <a:ext uri="{FF2B5EF4-FFF2-40B4-BE49-F238E27FC236}">
                  <a16:creationId xmlns:a16="http://schemas.microsoft.com/office/drawing/2014/main" id="{F2C5A3E3-3CF1-4BAD-AAD8-60C3AB608C14}"/>
                </a:ext>
              </a:extLst>
            </p:cNvPr>
            <p:cNvSpPr/>
            <p:nvPr/>
          </p:nvSpPr>
          <p:spPr>
            <a:xfrm>
              <a:off x="9355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2" name="타원 8681">
              <a:extLst>
                <a:ext uri="{FF2B5EF4-FFF2-40B4-BE49-F238E27FC236}">
                  <a16:creationId xmlns:a16="http://schemas.microsoft.com/office/drawing/2014/main" id="{AA8CE91C-561C-4775-B1AF-43407BDCAFF9}"/>
                </a:ext>
              </a:extLst>
            </p:cNvPr>
            <p:cNvSpPr/>
            <p:nvPr/>
          </p:nvSpPr>
          <p:spPr>
            <a:xfrm>
              <a:off x="10879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3" name="타원 8682">
              <a:extLst>
                <a:ext uri="{FF2B5EF4-FFF2-40B4-BE49-F238E27FC236}">
                  <a16:creationId xmlns:a16="http://schemas.microsoft.com/office/drawing/2014/main" id="{1742E31E-B0DD-4F4D-8566-457FF5F45BFC}"/>
                </a:ext>
              </a:extLst>
            </p:cNvPr>
            <p:cNvSpPr/>
            <p:nvPr/>
          </p:nvSpPr>
          <p:spPr>
            <a:xfrm>
              <a:off x="12403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4" name="타원 8683">
              <a:extLst>
                <a:ext uri="{FF2B5EF4-FFF2-40B4-BE49-F238E27FC236}">
                  <a16:creationId xmlns:a16="http://schemas.microsoft.com/office/drawing/2014/main" id="{B9F415F3-FB64-486E-8AB0-8966F93F13C0}"/>
                </a:ext>
              </a:extLst>
            </p:cNvPr>
            <p:cNvSpPr/>
            <p:nvPr/>
          </p:nvSpPr>
          <p:spPr>
            <a:xfrm>
              <a:off x="13927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5" name="타원 8684">
              <a:extLst>
                <a:ext uri="{FF2B5EF4-FFF2-40B4-BE49-F238E27FC236}">
                  <a16:creationId xmlns:a16="http://schemas.microsoft.com/office/drawing/2014/main" id="{2774CF23-9036-4197-8FD9-DC5E23BAF279}"/>
                </a:ext>
              </a:extLst>
            </p:cNvPr>
            <p:cNvSpPr/>
            <p:nvPr/>
          </p:nvSpPr>
          <p:spPr>
            <a:xfrm>
              <a:off x="15451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6" name="타원 8685">
              <a:extLst>
                <a:ext uri="{FF2B5EF4-FFF2-40B4-BE49-F238E27FC236}">
                  <a16:creationId xmlns:a16="http://schemas.microsoft.com/office/drawing/2014/main" id="{696F664F-06F4-4410-868F-E4521A258E44}"/>
                </a:ext>
              </a:extLst>
            </p:cNvPr>
            <p:cNvSpPr/>
            <p:nvPr/>
          </p:nvSpPr>
          <p:spPr>
            <a:xfrm>
              <a:off x="16975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7" name="타원 8686">
              <a:extLst>
                <a:ext uri="{FF2B5EF4-FFF2-40B4-BE49-F238E27FC236}">
                  <a16:creationId xmlns:a16="http://schemas.microsoft.com/office/drawing/2014/main" id="{158D5C94-4668-48B3-A93D-B747786AC460}"/>
                </a:ext>
              </a:extLst>
            </p:cNvPr>
            <p:cNvSpPr/>
            <p:nvPr/>
          </p:nvSpPr>
          <p:spPr>
            <a:xfrm>
              <a:off x="18499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8" name="타원 8687">
              <a:extLst>
                <a:ext uri="{FF2B5EF4-FFF2-40B4-BE49-F238E27FC236}">
                  <a16:creationId xmlns:a16="http://schemas.microsoft.com/office/drawing/2014/main" id="{3B868428-B925-4D38-BDC9-48C2ABFC84A6}"/>
                </a:ext>
              </a:extLst>
            </p:cNvPr>
            <p:cNvSpPr/>
            <p:nvPr/>
          </p:nvSpPr>
          <p:spPr>
            <a:xfrm>
              <a:off x="20023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89" name="타원 8688">
              <a:extLst>
                <a:ext uri="{FF2B5EF4-FFF2-40B4-BE49-F238E27FC236}">
                  <a16:creationId xmlns:a16="http://schemas.microsoft.com/office/drawing/2014/main" id="{EE67672C-03CD-489E-813D-370FCC155A88}"/>
                </a:ext>
              </a:extLst>
            </p:cNvPr>
            <p:cNvSpPr/>
            <p:nvPr/>
          </p:nvSpPr>
          <p:spPr>
            <a:xfrm>
              <a:off x="21547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0" name="타원 8689">
              <a:extLst>
                <a:ext uri="{FF2B5EF4-FFF2-40B4-BE49-F238E27FC236}">
                  <a16:creationId xmlns:a16="http://schemas.microsoft.com/office/drawing/2014/main" id="{AB9930BC-15E4-4B98-BBEF-613EC35F9500}"/>
                </a:ext>
              </a:extLst>
            </p:cNvPr>
            <p:cNvSpPr/>
            <p:nvPr/>
          </p:nvSpPr>
          <p:spPr>
            <a:xfrm>
              <a:off x="23071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1" name="타원 8690">
              <a:extLst>
                <a:ext uri="{FF2B5EF4-FFF2-40B4-BE49-F238E27FC236}">
                  <a16:creationId xmlns:a16="http://schemas.microsoft.com/office/drawing/2014/main" id="{0000AC0F-8A95-4448-B266-40634121D178}"/>
                </a:ext>
              </a:extLst>
            </p:cNvPr>
            <p:cNvSpPr/>
            <p:nvPr/>
          </p:nvSpPr>
          <p:spPr>
            <a:xfrm>
              <a:off x="24595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2" name="타원 8691">
              <a:extLst>
                <a:ext uri="{FF2B5EF4-FFF2-40B4-BE49-F238E27FC236}">
                  <a16:creationId xmlns:a16="http://schemas.microsoft.com/office/drawing/2014/main" id="{2DB79071-7416-4F94-AA47-27D6612E1CE4}"/>
                </a:ext>
              </a:extLst>
            </p:cNvPr>
            <p:cNvSpPr/>
            <p:nvPr/>
          </p:nvSpPr>
          <p:spPr>
            <a:xfrm>
              <a:off x="26119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3" name="타원 8692">
              <a:extLst>
                <a:ext uri="{FF2B5EF4-FFF2-40B4-BE49-F238E27FC236}">
                  <a16:creationId xmlns:a16="http://schemas.microsoft.com/office/drawing/2014/main" id="{0CB1BB65-496F-4DDF-9A43-A39CC39DDEFF}"/>
                </a:ext>
              </a:extLst>
            </p:cNvPr>
            <p:cNvSpPr/>
            <p:nvPr/>
          </p:nvSpPr>
          <p:spPr>
            <a:xfrm>
              <a:off x="27643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4" name="타원 8693">
              <a:extLst>
                <a:ext uri="{FF2B5EF4-FFF2-40B4-BE49-F238E27FC236}">
                  <a16:creationId xmlns:a16="http://schemas.microsoft.com/office/drawing/2014/main" id="{3C20B16B-A547-4E92-AB75-CD570B0DCD4E}"/>
                </a:ext>
              </a:extLst>
            </p:cNvPr>
            <p:cNvSpPr/>
            <p:nvPr/>
          </p:nvSpPr>
          <p:spPr>
            <a:xfrm>
              <a:off x="29167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5" name="타원 8694">
              <a:extLst>
                <a:ext uri="{FF2B5EF4-FFF2-40B4-BE49-F238E27FC236}">
                  <a16:creationId xmlns:a16="http://schemas.microsoft.com/office/drawing/2014/main" id="{530B9573-686C-47CE-8411-BBC014809189}"/>
                </a:ext>
              </a:extLst>
            </p:cNvPr>
            <p:cNvSpPr/>
            <p:nvPr/>
          </p:nvSpPr>
          <p:spPr>
            <a:xfrm>
              <a:off x="30691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6" name="타원 8695">
              <a:extLst>
                <a:ext uri="{FF2B5EF4-FFF2-40B4-BE49-F238E27FC236}">
                  <a16:creationId xmlns:a16="http://schemas.microsoft.com/office/drawing/2014/main" id="{5F1B79A8-B7C8-4799-A53D-3FF2390301E8}"/>
                </a:ext>
              </a:extLst>
            </p:cNvPr>
            <p:cNvSpPr/>
            <p:nvPr/>
          </p:nvSpPr>
          <p:spPr>
            <a:xfrm>
              <a:off x="32215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7" name="타원 8696">
              <a:extLst>
                <a:ext uri="{FF2B5EF4-FFF2-40B4-BE49-F238E27FC236}">
                  <a16:creationId xmlns:a16="http://schemas.microsoft.com/office/drawing/2014/main" id="{FB1CF56F-0066-4AEB-A617-B64B36021FD8}"/>
                </a:ext>
              </a:extLst>
            </p:cNvPr>
            <p:cNvSpPr/>
            <p:nvPr/>
          </p:nvSpPr>
          <p:spPr>
            <a:xfrm>
              <a:off x="33739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8" name="타원 8697">
              <a:extLst>
                <a:ext uri="{FF2B5EF4-FFF2-40B4-BE49-F238E27FC236}">
                  <a16:creationId xmlns:a16="http://schemas.microsoft.com/office/drawing/2014/main" id="{42C0AD6F-BA3D-460A-8DC6-46BD87B049C5}"/>
                </a:ext>
              </a:extLst>
            </p:cNvPr>
            <p:cNvSpPr/>
            <p:nvPr/>
          </p:nvSpPr>
          <p:spPr>
            <a:xfrm>
              <a:off x="35263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99" name="타원 8698">
              <a:extLst>
                <a:ext uri="{FF2B5EF4-FFF2-40B4-BE49-F238E27FC236}">
                  <a16:creationId xmlns:a16="http://schemas.microsoft.com/office/drawing/2014/main" id="{0CDBCDAA-FF24-45D9-83AD-D657A46FC950}"/>
                </a:ext>
              </a:extLst>
            </p:cNvPr>
            <p:cNvSpPr/>
            <p:nvPr/>
          </p:nvSpPr>
          <p:spPr>
            <a:xfrm>
              <a:off x="36787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0" name="타원 8699">
              <a:extLst>
                <a:ext uri="{FF2B5EF4-FFF2-40B4-BE49-F238E27FC236}">
                  <a16:creationId xmlns:a16="http://schemas.microsoft.com/office/drawing/2014/main" id="{E62CC5FC-2B7C-4C6C-9B1A-3E746BA541A8}"/>
                </a:ext>
              </a:extLst>
            </p:cNvPr>
            <p:cNvSpPr/>
            <p:nvPr/>
          </p:nvSpPr>
          <p:spPr>
            <a:xfrm>
              <a:off x="38311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1" name="타원 8700">
              <a:extLst>
                <a:ext uri="{FF2B5EF4-FFF2-40B4-BE49-F238E27FC236}">
                  <a16:creationId xmlns:a16="http://schemas.microsoft.com/office/drawing/2014/main" id="{45273D7A-0943-43CD-989F-93685F774CD1}"/>
                </a:ext>
              </a:extLst>
            </p:cNvPr>
            <p:cNvSpPr/>
            <p:nvPr/>
          </p:nvSpPr>
          <p:spPr>
            <a:xfrm>
              <a:off x="39835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2" name="타원 8701">
              <a:extLst>
                <a:ext uri="{FF2B5EF4-FFF2-40B4-BE49-F238E27FC236}">
                  <a16:creationId xmlns:a16="http://schemas.microsoft.com/office/drawing/2014/main" id="{24D4944E-5A89-49F6-8F5A-18F37EA648D6}"/>
                </a:ext>
              </a:extLst>
            </p:cNvPr>
            <p:cNvSpPr/>
            <p:nvPr/>
          </p:nvSpPr>
          <p:spPr>
            <a:xfrm>
              <a:off x="41359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3" name="타원 8702">
              <a:extLst>
                <a:ext uri="{FF2B5EF4-FFF2-40B4-BE49-F238E27FC236}">
                  <a16:creationId xmlns:a16="http://schemas.microsoft.com/office/drawing/2014/main" id="{B2CB8936-E330-4A04-9457-C08ED7B3B362}"/>
                </a:ext>
              </a:extLst>
            </p:cNvPr>
            <p:cNvSpPr/>
            <p:nvPr/>
          </p:nvSpPr>
          <p:spPr>
            <a:xfrm>
              <a:off x="42883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4" name="타원 8703">
              <a:extLst>
                <a:ext uri="{FF2B5EF4-FFF2-40B4-BE49-F238E27FC236}">
                  <a16:creationId xmlns:a16="http://schemas.microsoft.com/office/drawing/2014/main" id="{41E22525-C30D-4272-A5A1-75AF3003B54A}"/>
                </a:ext>
              </a:extLst>
            </p:cNvPr>
            <p:cNvSpPr/>
            <p:nvPr/>
          </p:nvSpPr>
          <p:spPr>
            <a:xfrm>
              <a:off x="44407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5" name="타원 8704">
              <a:extLst>
                <a:ext uri="{FF2B5EF4-FFF2-40B4-BE49-F238E27FC236}">
                  <a16:creationId xmlns:a16="http://schemas.microsoft.com/office/drawing/2014/main" id="{38DF03B1-7A76-45C9-9FA0-771B85DB0686}"/>
                </a:ext>
              </a:extLst>
            </p:cNvPr>
            <p:cNvSpPr/>
            <p:nvPr/>
          </p:nvSpPr>
          <p:spPr>
            <a:xfrm>
              <a:off x="45931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6" name="타원 8705">
              <a:extLst>
                <a:ext uri="{FF2B5EF4-FFF2-40B4-BE49-F238E27FC236}">
                  <a16:creationId xmlns:a16="http://schemas.microsoft.com/office/drawing/2014/main" id="{EF3DA830-2658-448E-AE86-0B0D465B2B16}"/>
                </a:ext>
              </a:extLst>
            </p:cNvPr>
            <p:cNvSpPr/>
            <p:nvPr/>
          </p:nvSpPr>
          <p:spPr>
            <a:xfrm>
              <a:off x="47455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7" name="타원 8706">
              <a:extLst>
                <a:ext uri="{FF2B5EF4-FFF2-40B4-BE49-F238E27FC236}">
                  <a16:creationId xmlns:a16="http://schemas.microsoft.com/office/drawing/2014/main" id="{FE8BE65E-8F02-4A50-83B1-21991C97F016}"/>
                </a:ext>
              </a:extLst>
            </p:cNvPr>
            <p:cNvSpPr/>
            <p:nvPr/>
          </p:nvSpPr>
          <p:spPr>
            <a:xfrm>
              <a:off x="48979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8" name="타원 8707">
              <a:extLst>
                <a:ext uri="{FF2B5EF4-FFF2-40B4-BE49-F238E27FC236}">
                  <a16:creationId xmlns:a16="http://schemas.microsoft.com/office/drawing/2014/main" id="{A44D634D-349A-477A-869E-A102CA83D4FA}"/>
                </a:ext>
              </a:extLst>
            </p:cNvPr>
            <p:cNvSpPr/>
            <p:nvPr/>
          </p:nvSpPr>
          <p:spPr>
            <a:xfrm>
              <a:off x="50503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09" name="타원 8708">
              <a:extLst>
                <a:ext uri="{FF2B5EF4-FFF2-40B4-BE49-F238E27FC236}">
                  <a16:creationId xmlns:a16="http://schemas.microsoft.com/office/drawing/2014/main" id="{AF39EE30-F0A5-41FD-A531-E84F5CEB4B98}"/>
                </a:ext>
              </a:extLst>
            </p:cNvPr>
            <p:cNvSpPr/>
            <p:nvPr/>
          </p:nvSpPr>
          <p:spPr>
            <a:xfrm>
              <a:off x="52027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0" name="타원 8709">
              <a:extLst>
                <a:ext uri="{FF2B5EF4-FFF2-40B4-BE49-F238E27FC236}">
                  <a16:creationId xmlns:a16="http://schemas.microsoft.com/office/drawing/2014/main" id="{EB7F561F-7A60-4C8A-8ED1-D1A0E420D77C}"/>
                </a:ext>
              </a:extLst>
            </p:cNvPr>
            <p:cNvSpPr/>
            <p:nvPr/>
          </p:nvSpPr>
          <p:spPr>
            <a:xfrm>
              <a:off x="53551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1" name="타원 8710">
              <a:extLst>
                <a:ext uri="{FF2B5EF4-FFF2-40B4-BE49-F238E27FC236}">
                  <a16:creationId xmlns:a16="http://schemas.microsoft.com/office/drawing/2014/main" id="{209F66A9-0AE5-4CD8-B59D-7FB841DBF833}"/>
                </a:ext>
              </a:extLst>
            </p:cNvPr>
            <p:cNvSpPr/>
            <p:nvPr/>
          </p:nvSpPr>
          <p:spPr>
            <a:xfrm>
              <a:off x="55075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2" name="타원 8711">
              <a:extLst>
                <a:ext uri="{FF2B5EF4-FFF2-40B4-BE49-F238E27FC236}">
                  <a16:creationId xmlns:a16="http://schemas.microsoft.com/office/drawing/2014/main" id="{3015D2A4-F776-4746-BBC8-188B96835C17}"/>
                </a:ext>
              </a:extLst>
            </p:cNvPr>
            <p:cNvSpPr/>
            <p:nvPr/>
          </p:nvSpPr>
          <p:spPr>
            <a:xfrm>
              <a:off x="56599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3" name="타원 8712">
              <a:extLst>
                <a:ext uri="{FF2B5EF4-FFF2-40B4-BE49-F238E27FC236}">
                  <a16:creationId xmlns:a16="http://schemas.microsoft.com/office/drawing/2014/main" id="{D605CC15-FEFE-4C26-8C50-BBBBC62553DE}"/>
                </a:ext>
              </a:extLst>
            </p:cNvPr>
            <p:cNvSpPr/>
            <p:nvPr/>
          </p:nvSpPr>
          <p:spPr>
            <a:xfrm>
              <a:off x="5812349" y="91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4" name="타원 8713">
              <a:extLst>
                <a:ext uri="{FF2B5EF4-FFF2-40B4-BE49-F238E27FC236}">
                  <a16:creationId xmlns:a16="http://schemas.microsoft.com/office/drawing/2014/main" id="{EFA77D6A-D0AE-42CB-BF39-44A07B175F38}"/>
                </a:ext>
              </a:extLst>
            </p:cNvPr>
            <p:cNvSpPr/>
            <p:nvPr/>
          </p:nvSpPr>
          <p:spPr>
            <a:xfrm>
              <a:off x="3259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5" name="타원 8714">
              <a:extLst>
                <a:ext uri="{FF2B5EF4-FFF2-40B4-BE49-F238E27FC236}">
                  <a16:creationId xmlns:a16="http://schemas.microsoft.com/office/drawing/2014/main" id="{13545AE7-0822-4C26-BE1B-41F0604E6985}"/>
                </a:ext>
              </a:extLst>
            </p:cNvPr>
            <p:cNvSpPr/>
            <p:nvPr/>
          </p:nvSpPr>
          <p:spPr>
            <a:xfrm>
              <a:off x="4783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6" name="타원 8715">
              <a:extLst>
                <a:ext uri="{FF2B5EF4-FFF2-40B4-BE49-F238E27FC236}">
                  <a16:creationId xmlns:a16="http://schemas.microsoft.com/office/drawing/2014/main" id="{B17167D4-87AE-4DAD-97C2-241F3CED71B1}"/>
                </a:ext>
              </a:extLst>
            </p:cNvPr>
            <p:cNvSpPr/>
            <p:nvPr/>
          </p:nvSpPr>
          <p:spPr>
            <a:xfrm>
              <a:off x="6307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7" name="타원 8716">
              <a:extLst>
                <a:ext uri="{FF2B5EF4-FFF2-40B4-BE49-F238E27FC236}">
                  <a16:creationId xmlns:a16="http://schemas.microsoft.com/office/drawing/2014/main" id="{C2EF3E06-E18A-44D5-BF50-514E4AA87F44}"/>
                </a:ext>
              </a:extLst>
            </p:cNvPr>
            <p:cNvSpPr/>
            <p:nvPr/>
          </p:nvSpPr>
          <p:spPr>
            <a:xfrm>
              <a:off x="7831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8" name="타원 8717">
              <a:extLst>
                <a:ext uri="{FF2B5EF4-FFF2-40B4-BE49-F238E27FC236}">
                  <a16:creationId xmlns:a16="http://schemas.microsoft.com/office/drawing/2014/main" id="{38AD3E0B-A54F-4812-A664-D114D363B4B7}"/>
                </a:ext>
              </a:extLst>
            </p:cNvPr>
            <p:cNvSpPr/>
            <p:nvPr/>
          </p:nvSpPr>
          <p:spPr>
            <a:xfrm>
              <a:off x="9355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19" name="타원 8718">
              <a:extLst>
                <a:ext uri="{FF2B5EF4-FFF2-40B4-BE49-F238E27FC236}">
                  <a16:creationId xmlns:a16="http://schemas.microsoft.com/office/drawing/2014/main" id="{113F0511-A6BE-4A87-83B6-DC09E96F6E9E}"/>
                </a:ext>
              </a:extLst>
            </p:cNvPr>
            <p:cNvSpPr/>
            <p:nvPr/>
          </p:nvSpPr>
          <p:spPr>
            <a:xfrm>
              <a:off x="10879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0" name="타원 8719">
              <a:extLst>
                <a:ext uri="{FF2B5EF4-FFF2-40B4-BE49-F238E27FC236}">
                  <a16:creationId xmlns:a16="http://schemas.microsoft.com/office/drawing/2014/main" id="{428DA7F8-EC7D-407F-839E-BF7FE40540D7}"/>
                </a:ext>
              </a:extLst>
            </p:cNvPr>
            <p:cNvSpPr/>
            <p:nvPr/>
          </p:nvSpPr>
          <p:spPr>
            <a:xfrm>
              <a:off x="12403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1" name="타원 8720">
              <a:extLst>
                <a:ext uri="{FF2B5EF4-FFF2-40B4-BE49-F238E27FC236}">
                  <a16:creationId xmlns:a16="http://schemas.microsoft.com/office/drawing/2014/main" id="{52DA5595-D4DA-4863-83CC-2A98D006EADF}"/>
                </a:ext>
              </a:extLst>
            </p:cNvPr>
            <p:cNvSpPr/>
            <p:nvPr/>
          </p:nvSpPr>
          <p:spPr>
            <a:xfrm>
              <a:off x="13927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2" name="타원 8721">
              <a:extLst>
                <a:ext uri="{FF2B5EF4-FFF2-40B4-BE49-F238E27FC236}">
                  <a16:creationId xmlns:a16="http://schemas.microsoft.com/office/drawing/2014/main" id="{9216D237-446C-441D-8882-1373CB3D7902}"/>
                </a:ext>
              </a:extLst>
            </p:cNvPr>
            <p:cNvSpPr/>
            <p:nvPr/>
          </p:nvSpPr>
          <p:spPr>
            <a:xfrm>
              <a:off x="15451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3" name="타원 8722">
              <a:extLst>
                <a:ext uri="{FF2B5EF4-FFF2-40B4-BE49-F238E27FC236}">
                  <a16:creationId xmlns:a16="http://schemas.microsoft.com/office/drawing/2014/main" id="{BF43A348-89B5-48D1-8076-47344E5747A5}"/>
                </a:ext>
              </a:extLst>
            </p:cNvPr>
            <p:cNvSpPr/>
            <p:nvPr/>
          </p:nvSpPr>
          <p:spPr>
            <a:xfrm>
              <a:off x="16975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4" name="타원 8723">
              <a:extLst>
                <a:ext uri="{FF2B5EF4-FFF2-40B4-BE49-F238E27FC236}">
                  <a16:creationId xmlns:a16="http://schemas.microsoft.com/office/drawing/2014/main" id="{832DD3D9-5B15-4A5F-92D3-F1AD9FC819AD}"/>
                </a:ext>
              </a:extLst>
            </p:cNvPr>
            <p:cNvSpPr/>
            <p:nvPr/>
          </p:nvSpPr>
          <p:spPr>
            <a:xfrm>
              <a:off x="18499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5" name="타원 8724">
              <a:extLst>
                <a:ext uri="{FF2B5EF4-FFF2-40B4-BE49-F238E27FC236}">
                  <a16:creationId xmlns:a16="http://schemas.microsoft.com/office/drawing/2014/main" id="{97FB41AD-E327-4EC1-BE78-C8226E59F349}"/>
                </a:ext>
              </a:extLst>
            </p:cNvPr>
            <p:cNvSpPr/>
            <p:nvPr/>
          </p:nvSpPr>
          <p:spPr>
            <a:xfrm>
              <a:off x="20023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6" name="타원 8725">
              <a:extLst>
                <a:ext uri="{FF2B5EF4-FFF2-40B4-BE49-F238E27FC236}">
                  <a16:creationId xmlns:a16="http://schemas.microsoft.com/office/drawing/2014/main" id="{AE43F21D-5B45-4330-B410-8141C0C54B7E}"/>
                </a:ext>
              </a:extLst>
            </p:cNvPr>
            <p:cNvSpPr/>
            <p:nvPr/>
          </p:nvSpPr>
          <p:spPr>
            <a:xfrm>
              <a:off x="21547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7" name="타원 8726">
              <a:extLst>
                <a:ext uri="{FF2B5EF4-FFF2-40B4-BE49-F238E27FC236}">
                  <a16:creationId xmlns:a16="http://schemas.microsoft.com/office/drawing/2014/main" id="{3C3F46DA-8816-40E0-B971-1FADCECEC3BB}"/>
                </a:ext>
              </a:extLst>
            </p:cNvPr>
            <p:cNvSpPr/>
            <p:nvPr/>
          </p:nvSpPr>
          <p:spPr>
            <a:xfrm>
              <a:off x="23071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8" name="타원 8727">
              <a:extLst>
                <a:ext uri="{FF2B5EF4-FFF2-40B4-BE49-F238E27FC236}">
                  <a16:creationId xmlns:a16="http://schemas.microsoft.com/office/drawing/2014/main" id="{D1E5C0B3-BBFF-4C6F-8B25-A6B9DD6C60BA}"/>
                </a:ext>
              </a:extLst>
            </p:cNvPr>
            <p:cNvSpPr/>
            <p:nvPr/>
          </p:nvSpPr>
          <p:spPr>
            <a:xfrm>
              <a:off x="24595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29" name="타원 8728">
              <a:extLst>
                <a:ext uri="{FF2B5EF4-FFF2-40B4-BE49-F238E27FC236}">
                  <a16:creationId xmlns:a16="http://schemas.microsoft.com/office/drawing/2014/main" id="{5A28E81D-2610-4200-A575-E5081FB266D8}"/>
                </a:ext>
              </a:extLst>
            </p:cNvPr>
            <p:cNvSpPr/>
            <p:nvPr/>
          </p:nvSpPr>
          <p:spPr>
            <a:xfrm>
              <a:off x="26119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0" name="타원 8729">
              <a:extLst>
                <a:ext uri="{FF2B5EF4-FFF2-40B4-BE49-F238E27FC236}">
                  <a16:creationId xmlns:a16="http://schemas.microsoft.com/office/drawing/2014/main" id="{B6F311B9-C43D-4E7C-9DA1-1858BA7BDFD0}"/>
                </a:ext>
              </a:extLst>
            </p:cNvPr>
            <p:cNvSpPr/>
            <p:nvPr/>
          </p:nvSpPr>
          <p:spPr>
            <a:xfrm>
              <a:off x="27643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1" name="타원 8730">
              <a:extLst>
                <a:ext uri="{FF2B5EF4-FFF2-40B4-BE49-F238E27FC236}">
                  <a16:creationId xmlns:a16="http://schemas.microsoft.com/office/drawing/2014/main" id="{7D9C7B98-C320-4C85-9E45-7383B05FAF99}"/>
                </a:ext>
              </a:extLst>
            </p:cNvPr>
            <p:cNvSpPr/>
            <p:nvPr/>
          </p:nvSpPr>
          <p:spPr>
            <a:xfrm>
              <a:off x="29167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2" name="타원 8731">
              <a:extLst>
                <a:ext uri="{FF2B5EF4-FFF2-40B4-BE49-F238E27FC236}">
                  <a16:creationId xmlns:a16="http://schemas.microsoft.com/office/drawing/2014/main" id="{B1394D67-DAA6-437D-AC71-F798FC3CC7E9}"/>
                </a:ext>
              </a:extLst>
            </p:cNvPr>
            <p:cNvSpPr/>
            <p:nvPr/>
          </p:nvSpPr>
          <p:spPr>
            <a:xfrm>
              <a:off x="30691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3" name="타원 8732">
              <a:extLst>
                <a:ext uri="{FF2B5EF4-FFF2-40B4-BE49-F238E27FC236}">
                  <a16:creationId xmlns:a16="http://schemas.microsoft.com/office/drawing/2014/main" id="{DE267446-C3DE-49E2-BC6A-84ED2EE798B1}"/>
                </a:ext>
              </a:extLst>
            </p:cNvPr>
            <p:cNvSpPr/>
            <p:nvPr/>
          </p:nvSpPr>
          <p:spPr>
            <a:xfrm>
              <a:off x="32215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4" name="타원 8733">
              <a:extLst>
                <a:ext uri="{FF2B5EF4-FFF2-40B4-BE49-F238E27FC236}">
                  <a16:creationId xmlns:a16="http://schemas.microsoft.com/office/drawing/2014/main" id="{AFDB3E4D-B41D-4406-A307-4E2F0EFEFEE8}"/>
                </a:ext>
              </a:extLst>
            </p:cNvPr>
            <p:cNvSpPr/>
            <p:nvPr/>
          </p:nvSpPr>
          <p:spPr>
            <a:xfrm>
              <a:off x="33739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5" name="타원 8734">
              <a:extLst>
                <a:ext uri="{FF2B5EF4-FFF2-40B4-BE49-F238E27FC236}">
                  <a16:creationId xmlns:a16="http://schemas.microsoft.com/office/drawing/2014/main" id="{A413F7D1-3C70-44E5-89A2-6314ED0F34E3}"/>
                </a:ext>
              </a:extLst>
            </p:cNvPr>
            <p:cNvSpPr/>
            <p:nvPr/>
          </p:nvSpPr>
          <p:spPr>
            <a:xfrm>
              <a:off x="35263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6" name="타원 8735">
              <a:extLst>
                <a:ext uri="{FF2B5EF4-FFF2-40B4-BE49-F238E27FC236}">
                  <a16:creationId xmlns:a16="http://schemas.microsoft.com/office/drawing/2014/main" id="{77AD0DCD-1F1C-4220-9E68-190166E84DCE}"/>
                </a:ext>
              </a:extLst>
            </p:cNvPr>
            <p:cNvSpPr/>
            <p:nvPr/>
          </p:nvSpPr>
          <p:spPr>
            <a:xfrm>
              <a:off x="36787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7" name="타원 8736">
              <a:extLst>
                <a:ext uri="{FF2B5EF4-FFF2-40B4-BE49-F238E27FC236}">
                  <a16:creationId xmlns:a16="http://schemas.microsoft.com/office/drawing/2014/main" id="{9ED9F92D-CA8E-4D26-9DF8-D617D479B525}"/>
                </a:ext>
              </a:extLst>
            </p:cNvPr>
            <p:cNvSpPr/>
            <p:nvPr/>
          </p:nvSpPr>
          <p:spPr>
            <a:xfrm>
              <a:off x="38311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8" name="타원 8737">
              <a:extLst>
                <a:ext uri="{FF2B5EF4-FFF2-40B4-BE49-F238E27FC236}">
                  <a16:creationId xmlns:a16="http://schemas.microsoft.com/office/drawing/2014/main" id="{696D8E3C-9D36-47ED-B233-2A82DF1C0EF5}"/>
                </a:ext>
              </a:extLst>
            </p:cNvPr>
            <p:cNvSpPr/>
            <p:nvPr/>
          </p:nvSpPr>
          <p:spPr>
            <a:xfrm>
              <a:off x="39835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39" name="타원 8738">
              <a:extLst>
                <a:ext uri="{FF2B5EF4-FFF2-40B4-BE49-F238E27FC236}">
                  <a16:creationId xmlns:a16="http://schemas.microsoft.com/office/drawing/2014/main" id="{30E7DFA4-9AF2-4E77-88D2-9BD740142BF3}"/>
                </a:ext>
              </a:extLst>
            </p:cNvPr>
            <p:cNvSpPr/>
            <p:nvPr/>
          </p:nvSpPr>
          <p:spPr>
            <a:xfrm>
              <a:off x="41359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0" name="타원 8739">
              <a:extLst>
                <a:ext uri="{FF2B5EF4-FFF2-40B4-BE49-F238E27FC236}">
                  <a16:creationId xmlns:a16="http://schemas.microsoft.com/office/drawing/2014/main" id="{BAD378E3-108E-4FFB-A95B-640E1EC743FB}"/>
                </a:ext>
              </a:extLst>
            </p:cNvPr>
            <p:cNvSpPr/>
            <p:nvPr/>
          </p:nvSpPr>
          <p:spPr>
            <a:xfrm>
              <a:off x="42883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1" name="타원 8740">
              <a:extLst>
                <a:ext uri="{FF2B5EF4-FFF2-40B4-BE49-F238E27FC236}">
                  <a16:creationId xmlns:a16="http://schemas.microsoft.com/office/drawing/2014/main" id="{D62D9EDA-E284-44D4-8EF2-1540148BDDE0}"/>
                </a:ext>
              </a:extLst>
            </p:cNvPr>
            <p:cNvSpPr/>
            <p:nvPr/>
          </p:nvSpPr>
          <p:spPr>
            <a:xfrm>
              <a:off x="44407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2" name="타원 8741">
              <a:extLst>
                <a:ext uri="{FF2B5EF4-FFF2-40B4-BE49-F238E27FC236}">
                  <a16:creationId xmlns:a16="http://schemas.microsoft.com/office/drawing/2014/main" id="{E7EA8B2E-63B1-4130-BEB9-FF1F024A6F43}"/>
                </a:ext>
              </a:extLst>
            </p:cNvPr>
            <p:cNvSpPr/>
            <p:nvPr/>
          </p:nvSpPr>
          <p:spPr>
            <a:xfrm>
              <a:off x="45931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3" name="타원 8742">
              <a:extLst>
                <a:ext uri="{FF2B5EF4-FFF2-40B4-BE49-F238E27FC236}">
                  <a16:creationId xmlns:a16="http://schemas.microsoft.com/office/drawing/2014/main" id="{5F30D8CD-5BB0-4E12-9598-5CA93D1D7E60}"/>
                </a:ext>
              </a:extLst>
            </p:cNvPr>
            <p:cNvSpPr/>
            <p:nvPr/>
          </p:nvSpPr>
          <p:spPr>
            <a:xfrm>
              <a:off x="47455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4" name="타원 8743">
              <a:extLst>
                <a:ext uri="{FF2B5EF4-FFF2-40B4-BE49-F238E27FC236}">
                  <a16:creationId xmlns:a16="http://schemas.microsoft.com/office/drawing/2014/main" id="{092ECB7C-440C-4DD0-96F1-AC75C584D0C0}"/>
                </a:ext>
              </a:extLst>
            </p:cNvPr>
            <p:cNvSpPr/>
            <p:nvPr/>
          </p:nvSpPr>
          <p:spPr>
            <a:xfrm>
              <a:off x="48979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5" name="타원 8744">
              <a:extLst>
                <a:ext uri="{FF2B5EF4-FFF2-40B4-BE49-F238E27FC236}">
                  <a16:creationId xmlns:a16="http://schemas.microsoft.com/office/drawing/2014/main" id="{C3ADA248-A200-4228-9434-50963DA36459}"/>
                </a:ext>
              </a:extLst>
            </p:cNvPr>
            <p:cNvSpPr/>
            <p:nvPr/>
          </p:nvSpPr>
          <p:spPr>
            <a:xfrm>
              <a:off x="50503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6" name="타원 8745">
              <a:extLst>
                <a:ext uri="{FF2B5EF4-FFF2-40B4-BE49-F238E27FC236}">
                  <a16:creationId xmlns:a16="http://schemas.microsoft.com/office/drawing/2014/main" id="{3458C569-A50B-4A6E-A4A1-D6BF02922379}"/>
                </a:ext>
              </a:extLst>
            </p:cNvPr>
            <p:cNvSpPr/>
            <p:nvPr/>
          </p:nvSpPr>
          <p:spPr>
            <a:xfrm>
              <a:off x="52027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7" name="타원 8746">
              <a:extLst>
                <a:ext uri="{FF2B5EF4-FFF2-40B4-BE49-F238E27FC236}">
                  <a16:creationId xmlns:a16="http://schemas.microsoft.com/office/drawing/2014/main" id="{A66CAB83-608D-4C78-8D32-9AD78935FAF8}"/>
                </a:ext>
              </a:extLst>
            </p:cNvPr>
            <p:cNvSpPr/>
            <p:nvPr/>
          </p:nvSpPr>
          <p:spPr>
            <a:xfrm>
              <a:off x="53551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8" name="타원 8747">
              <a:extLst>
                <a:ext uri="{FF2B5EF4-FFF2-40B4-BE49-F238E27FC236}">
                  <a16:creationId xmlns:a16="http://schemas.microsoft.com/office/drawing/2014/main" id="{4E626B51-1141-475F-99E6-D43C09B8182B}"/>
                </a:ext>
              </a:extLst>
            </p:cNvPr>
            <p:cNvSpPr/>
            <p:nvPr/>
          </p:nvSpPr>
          <p:spPr>
            <a:xfrm>
              <a:off x="55075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49" name="타원 8748">
              <a:extLst>
                <a:ext uri="{FF2B5EF4-FFF2-40B4-BE49-F238E27FC236}">
                  <a16:creationId xmlns:a16="http://schemas.microsoft.com/office/drawing/2014/main" id="{7951200C-3437-4BCD-9AC0-94B76B829AC6}"/>
                </a:ext>
              </a:extLst>
            </p:cNvPr>
            <p:cNvSpPr/>
            <p:nvPr/>
          </p:nvSpPr>
          <p:spPr>
            <a:xfrm>
              <a:off x="56599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0" name="타원 8749">
              <a:extLst>
                <a:ext uri="{FF2B5EF4-FFF2-40B4-BE49-F238E27FC236}">
                  <a16:creationId xmlns:a16="http://schemas.microsoft.com/office/drawing/2014/main" id="{D0192627-BD43-4C9A-A6D9-0A13FD8A2241}"/>
                </a:ext>
              </a:extLst>
            </p:cNvPr>
            <p:cNvSpPr/>
            <p:nvPr/>
          </p:nvSpPr>
          <p:spPr>
            <a:xfrm>
              <a:off x="5812349" y="106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1" name="타원 8750">
              <a:extLst>
                <a:ext uri="{FF2B5EF4-FFF2-40B4-BE49-F238E27FC236}">
                  <a16:creationId xmlns:a16="http://schemas.microsoft.com/office/drawing/2014/main" id="{59553713-C10C-4478-A184-0A77CDDE895B}"/>
                </a:ext>
              </a:extLst>
            </p:cNvPr>
            <p:cNvSpPr/>
            <p:nvPr/>
          </p:nvSpPr>
          <p:spPr>
            <a:xfrm>
              <a:off x="3259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2" name="타원 8751">
              <a:extLst>
                <a:ext uri="{FF2B5EF4-FFF2-40B4-BE49-F238E27FC236}">
                  <a16:creationId xmlns:a16="http://schemas.microsoft.com/office/drawing/2014/main" id="{E7B35B9E-131F-416C-B5DF-B9A08EDFAF51}"/>
                </a:ext>
              </a:extLst>
            </p:cNvPr>
            <p:cNvSpPr/>
            <p:nvPr/>
          </p:nvSpPr>
          <p:spPr>
            <a:xfrm>
              <a:off x="4783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3" name="타원 8752">
              <a:extLst>
                <a:ext uri="{FF2B5EF4-FFF2-40B4-BE49-F238E27FC236}">
                  <a16:creationId xmlns:a16="http://schemas.microsoft.com/office/drawing/2014/main" id="{83C006F0-814D-4DC1-9BBA-4B5FA510B7FA}"/>
                </a:ext>
              </a:extLst>
            </p:cNvPr>
            <p:cNvSpPr/>
            <p:nvPr/>
          </p:nvSpPr>
          <p:spPr>
            <a:xfrm>
              <a:off x="6307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4" name="타원 8753">
              <a:extLst>
                <a:ext uri="{FF2B5EF4-FFF2-40B4-BE49-F238E27FC236}">
                  <a16:creationId xmlns:a16="http://schemas.microsoft.com/office/drawing/2014/main" id="{3FB4CAE9-AFEF-4694-985D-A077696250C5}"/>
                </a:ext>
              </a:extLst>
            </p:cNvPr>
            <p:cNvSpPr/>
            <p:nvPr/>
          </p:nvSpPr>
          <p:spPr>
            <a:xfrm>
              <a:off x="7831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5" name="타원 8754">
              <a:extLst>
                <a:ext uri="{FF2B5EF4-FFF2-40B4-BE49-F238E27FC236}">
                  <a16:creationId xmlns:a16="http://schemas.microsoft.com/office/drawing/2014/main" id="{A9FEE953-06C3-4597-B140-D1A4A2691B14}"/>
                </a:ext>
              </a:extLst>
            </p:cNvPr>
            <p:cNvSpPr/>
            <p:nvPr/>
          </p:nvSpPr>
          <p:spPr>
            <a:xfrm>
              <a:off x="9355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6" name="타원 8755">
              <a:extLst>
                <a:ext uri="{FF2B5EF4-FFF2-40B4-BE49-F238E27FC236}">
                  <a16:creationId xmlns:a16="http://schemas.microsoft.com/office/drawing/2014/main" id="{2DFA7900-0E0B-4459-AA0C-25483C45BDDA}"/>
                </a:ext>
              </a:extLst>
            </p:cNvPr>
            <p:cNvSpPr/>
            <p:nvPr/>
          </p:nvSpPr>
          <p:spPr>
            <a:xfrm>
              <a:off x="10879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7" name="타원 8756">
              <a:extLst>
                <a:ext uri="{FF2B5EF4-FFF2-40B4-BE49-F238E27FC236}">
                  <a16:creationId xmlns:a16="http://schemas.microsoft.com/office/drawing/2014/main" id="{2D18903E-9411-41AC-BFE4-F7A478CED2C3}"/>
                </a:ext>
              </a:extLst>
            </p:cNvPr>
            <p:cNvSpPr/>
            <p:nvPr/>
          </p:nvSpPr>
          <p:spPr>
            <a:xfrm>
              <a:off x="12403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8" name="타원 8757">
              <a:extLst>
                <a:ext uri="{FF2B5EF4-FFF2-40B4-BE49-F238E27FC236}">
                  <a16:creationId xmlns:a16="http://schemas.microsoft.com/office/drawing/2014/main" id="{8F0DEC0A-959B-4705-BB86-F91761957C4D}"/>
                </a:ext>
              </a:extLst>
            </p:cNvPr>
            <p:cNvSpPr/>
            <p:nvPr/>
          </p:nvSpPr>
          <p:spPr>
            <a:xfrm>
              <a:off x="13927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59" name="타원 8758">
              <a:extLst>
                <a:ext uri="{FF2B5EF4-FFF2-40B4-BE49-F238E27FC236}">
                  <a16:creationId xmlns:a16="http://schemas.microsoft.com/office/drawing/2014/main" id="{BD9DC902-F578-40C5-A086-1AEFD05DFDFD}"/>
                </a:ext>
              </a:extLst>
            </p:cNvPr>
            <p:cNvSpPr/>
            <p:nvPr/>
          </p:nvSpPr>
          <p:spPr>
            <a:xfrm>
              <a:off x="15451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0" name="타원 8759">
              <a:extLst>
                <a:ext uri="{FF2B5EF4-FFF2-40B4-BE49-F238E27FC236}">
                  <a16:creationId xmlns:a16="http://schemas.microsoft.com/office/drawing/2014/main" id="{52FF2A2C-6329-464F-A3F4-03597020E900}"/>
                </a:ext>
              </a:extLst>
            </p:cNvPr>
            <p:cNvSpPr/>
            <p:nvPr/>
          </p:nvSpPr>
          <p:spPr>
            <a:xfrm>
              <a:off x="16975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1" name="타원 8760">
              <a:extLst>
                <a:ext uri="{FF2B5EF4-FFF2-40B4-BE49-F238E27FC236}">
                  <a16:creationId xmlns:a16="http://schemas.microsoft.com/office/drawing/2014/main" id="{0DC45E59-418C-4D84-ADC9-47BD4C16A881}"/>
                </a:ext>
              </a:extLst>
            </p:cNvPr>
            <p:cNvSpPr/>
            <p:nvPr/>
          </p:nvSpPr>
          <p:spPr>
            <a:xfrm>
              <a:off x="18499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2" name="타원 8761">
              <a:extLst>
                <a:ext uri="{FF2B5EF4-FFF2-40B4-BE49-F238E27FC236}">
                  <a16:creationId xmlns:a16="http://schemas.microsoft.com/office/drawing/2014/main" id="{95FEEAE6-EEDC-4324-B0A0-805488A1A9D3}"/>
                </a:ext>
              </a:extLst>
            </p:cNvPr>
            <p:cNvSpPr/>
            <p:nvPr/>
          </p:nvSpPr>
          <p:spPr>
            <a:xfrm>
              <a:off x="20023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3" name="타원 8762">
              <a:extLst>
                <a:ext uri="{FF2B5EF4-FFF2-40B4-BE49-F238E27FC236}">
                  <a16:creationId xmlns:a16="http://schemas.microsoft.com/office/drawing/2014/main" id="{C3430EAD-508E-4E0C-93EB-A9148F1A326E}"/>
                </a:ext>
              </a:extLst>
            </p:cNvPr>
            <p:cNvSpPr/>
            <p:nvPr/>
          </p:nvSpPr>
          <p:spPr>
            <a:xfrm>
              <a:off x="21547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4" name="타원 8763">
              <a:extLst>
                <a:ext uri="{FF2B5EF4-FFF2-40B4-BE49-F238E27FC236}">
                  <a16:creationId xmlns:a16="http://schemas.microsoft.com/office/drawing/2014/main" id="{752D2B93-2E0A-4D5C-85FE-AFC592744085}"/>
                </a:ext>
              </a:extLst>
            </p:cNvPr>
            <p:cNvSpPr/>
            <p:nvPr/>
          </p:nvSpPr>
          <p:spPr>
            <a:xfrm>
              <a:off x="23071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5" name="타원 8764">
              <a:extLst>
                <a:ext uri="{FF2B5EF4-FFF2-40B4-BE49-F238E27FC236}">
                  <a16:creationId xmlns:a16="http://schemas.microsoft.com/office/drawing/2014/main" id="{02BEA432-925E-4E11-86CE-DB3C3715E368}"/>
                </a:ext>
              </a:extLst>
            </p:cNvPr>
            <p:cNvSpPr/>
            <p:nvPr/>
          </p:nvSpPr>
          <p:spPr>
            <a:xfrm>
              <a:off x="24595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6" name="타원 8765">
              <a:extLst>
                <a:ext uri="{FF2B5EF4-FFF2-40B4-BE49-F238E27FC236}">
                  <a16:creationId xmlns:a16="http://schemas.microsoft.com/office/drawing/2014/main" id="{C0BAD833-1E5C-475C-9964-2D75CEB6328A}"/>
                </a:ext>
              </a:extLst>
            </p:cNvPr>
            <p:cNvSpPr/>
            <p:nvPr/>
          </p:nvSpPr>
          <p:spPr>
            <a:xfrm>
              <a:off x="26119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7" name="타원 8766">
              <a:extLst>
                <a:ext uri="{FF2B5EF4-FFF2-40B4-BE49-F238E27FC236}">
                  <a16:creationId xmlns:a16="http://schemas.microsoft.com/office/drawing/2014/main" id="{2DC3D2F1-FFCA-4C32-AAB9-DD6E79F8A28B}"/>
                </a:ext>
              </a:extLst>
            </p:cNvPr>
            <p:cNvSpPr/>
            <p:nvPr/>
          </p:nvSpPr>
          <p:spPr>
            <a:xfrm>
              <a:off x="27643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8" name="타원 8767">
              <a:extLst>
                <a:ext uri="{FF2B5EF4-FFF2-40B4-BE49-F238E27FC236}">
                  <a16:creationId xmlns:a16="http://schemas.microsoft.com/office/drawing/2014/main" id="{D87FED71-02CE-4F85-BF7A-58345A6A803A}"/>
                </a:ext>
              </a:extLst>
            </p:cNvPr>
            <p:cNvSpPr/>
            <p:nvPr/>
          </p:nvSpPr>
          <p:spPr>
            <a:xfrm>
              <a:off x="29167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69" name="타원 8768">
              <a:extLst>
                <a:ext uri="{FF2B5EF4-FFF2-40B4-BE49-F238E27FC236}">
                  <a16:creationId xmlns:a16="http://schemas.microsoft.com/office/drawing/2014/main" id="{6087E7B9-5506-49A1-8F23-F1CB2FE64594}"/>
                </a:ext>
              </a:extLst>
            </p:cNvPr>
            <p:cNvSpPr/>
            <p:nvPr/>
          </p:nvSpPr>
          <p:spPr>
            <a:xfrm>
              <a:off x="30691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0" name="타원 8769">
              <a:extLst>
                <a:ext uri="{FF2B5EF4-FFF2-40B4-BE49-F238E27FC236}">
                  <a16:creationId xmlns:a16="http://schemas.microsoft.com/office/drawing/2014/main" id="{5C0B4D4F-62B6-4E96-B938-EB83602188AD}"/>
                </a:ext>
              </a:extLst>
            </p:cNvPr>
            <p:cNvSpPr/>
            <p:nvPr/>
          </p:nvSpPr>
          <p:spPr>
            <a:xfrm>
              <a:off x="32215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1" name="타원 8770">
              <a:extLst>
                <a:ext uri="{FF2B5EF4-FFF2-40B4-BE49-F238E27FC236}">
                  <a16:creationId xmlns:a16="http://schemas.microsoft.com/office/drawing/2014/main" id="{76453449-642C-4765-8780-AACE1EB49DA6}"/>
                </a:ext>
              </a:extLst>
            </p:cNvPr>
            <p:cNvSpPr/>
            <p:nvPr/>
          </p:nvSpPr>
          <p:spPr>
            <a:xfrm>
              <a:off x="33739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2" name="타원 8771">
              <a:extLst>
                <a:ext uri="{FF2B5EF4-FFF2-40B4-BE49-F238E27FC236}">
                  <a16:creationId xmlns:a16="http://schemas.microsoft.com/office/drawing/2014/main" id="{F3C9F76A-58A7-4C01-B96B-87D07D64C258}"/>
                </a:ext>
              </a:extLst>
            </p:cNvPr>
            <p:cNvSpPr/>
            <p:nvPr/>
          </p:nvSpPr>
          <p:spPr>
            <a:xfrm>
              <a:off x="35263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3" name="타원 8772">
              <a:extLst>
                <a:ext uri="{FF2B5EF4-FFF2-40B4-BE49-F238E27FC236}">
                  <a16:creationId xmlns:a16="http://schemas.microsoft.com/office/drawing/2014/main" id="{20052704-3F9D-4BE4-A8B4-108CB1CD3F82}"/>
                </a:ext>
              </a:extLst>
            </p:cNvPr>
            <p:cNvSpPr/>
            <p:nvPr/>
          </p:nvSpPr>
          <p:spPr>
            <a:xfrm>
              <a:off x="36787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4" name="타원 8773">
              <a:extLst>
                <a:ext uri="{FF2B5EF4-FFF2-40B4-BE49-F238E27FC236}">
                  <a16:creationId xmlns:a16="http://schemas.microsoft.com/office/drawing/2014/main" id="{7000EBC6-09CE-4841-977A-A1390F01CE64}"/>
                </a:ext>
              </a:extLst>
            </p:cNvPr>
            <p:cNvSpPr/>
            <p:nvPr/>
          </p:nvSpPr>
          <p:spPr>
            <a:xfrm>
              <a:off x="38311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5" name="타원 8774">
              <a:extLst>
                <a:ext uri="{FF2B5EF4-FFF2-40B4-BE49-F238E27FC236}">
                  <a16:creationId xmlns:a16="http://schemas.microsoft.com/office/drawing/2014/main" id="{E2E5BB09-1F3B-4EDE-A923-FA5D54082383}"/>
                </a:ext>
              </a:extLst>
            </p:cNvPr>
            <p:cNvSpPr/>
            <p:nvPr/>
          </p:nvSpPr>
          <p:spPr>
            <a:xfrm>
              <a:off x="39835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6" name="타원 8775">
              <a:extLst>
                <a:ext uri="{FF2B5EF4-FFF2-40B4-BE49-F238E27FC236}">
                  <a16:creationId xmlns:a16="http://schemas.microsoft.com/office/drawing/2014/main" id="{D03C0912-1EBA-4F27-AAF4-99B7ABD179A4}"/>
                </a:ext>
              </a:extLst>
            </p:cNvPr>
            <p:cNvSpPr/>
            <p:nvPr/>
          </p:nvSpPr>
          <p:spPr>
            <a:xfrm>
              <a:off x="41359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7" name="타원 8776">
              <a:extLst>
                <a:ext uri="{FF2B5EF4-FFF2-40B4-BE49-F238E27FC236}">
                  <a16:creationId xmlns:a16="http://schemas.microsoft.com/office/drawing/2014/main" id="{1F9EF5BE-85D4-4F8A-BC6F-AD06BC11DA21}"/>
                </a:ext>
              </a:extLst>
            </p:cNvPr>
            <p:cNvSpPr/>
            <p:nvPr/>
          </p:nvSpPr>
          <p:spPr>
            <a:xfrm>
              <a:off x="42883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8" name="타원 8777">
              <a:extLst>
                <a:ext uri="{FF2B5EF4-FFF2-40B4-BE49-F238E27FC236}">
                  <a16:creationId xmlns:a16="http://schemas.microsoft.com/office/drawing/2014/main" id="{261746E2-A5DA-477D-BD8C-0EC16E4ABB4F}"/>
                </a:ext>
              </a:extLst>
            </p:cNvPr>
            <p:cNvSpPr/>
            <p:nvPr/>
          </p:nvSpPr>
          <p:spPr>
            <a:xfrm>
              <a:off x="44407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79" name="타원 8778">
              <a:extLst>
                <a:ext uri="{FF2B5EF4-FFF2-40B4-BE49-F238E27FC236}">
                  <a16:creationId xmlns:a16="http://schemas.microsoft.com/office/drawing/2014/main" id="{6B841D1E-D92B-473B-8C11-F8B8FC11492D}"/>
                </a:ext>
              </a:extLst>
            </p:cNvPr>
            <p:cNvSpPr/>
            <p:nvPr/>
          </p:nvSpPr>
          <p:spPr>
            <a:xfrm>
              <a:off x="45931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0" name="타원 8779">
              <a:extLst>
                <a:ext uri="{FF2B5EF4-FFF2-40B4-BE49-F238E27FC236}">
                  <a16:creationId xmlns:a16="http://schemas.microsoft.com/office/drawing/2014/main" id="{228AEA7F-32A4-409C-97A0-D06B71047163}"/>
                </a:ext>
              </a:extLst>
            </p:cNvPr>
            <p:cNvSpPr/>
            <p:nvPr/>
          </p:nvSpPr>
          <p:spPr>
            <a:xfrm>
              <a:off x="47455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1" name="타원 8780">
              <a:extLst>
                <a:ext uri="{FF2B5EF4-FFF2-40B4-BE49-F238E27FC236}">
                  <a16:creationId xmlns:a16="http://schemas.microsoft.com/office/drawing/2014/main" id="{AB7E6D7E-49F3-4999-9B93-D50DB2B56676}"/>
                </a:ext>
              </a:extLst>
            </p:cNvPr>
            <p:cNvSpPr/>
            <p:nvPr/>
          </p:nvSpPr>
          <p:spPr>
            <a:xfrm>
              <a:off x="48979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2" name="타원 8781">
              <a:extLst>
                <a:ext uri="{FF2B5EF4-FFF2-40B4-BE49-F238E27FC236}">
                  <a16:creationId xmlns:a16="http://schemas.microsoft.com/office/drawing/2014/main" id="{68B93B73-2C0B-41A6-B0F0-ABE175400E1B}"/>
                </a:ext>
              </a:extLst>
            </p:cNvPr>
            <p:cNvSpPr/>
            <p:nvPr/>
          </p:nvSpPr>
          <p:spPr>
            <a:xfrm>
              <a:off x="50503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3" name="타원 8782">
              <a:extLst>
                <a:ext uri="{FF2B5EF4-FFF2-40B4-BE49-F238E27FC236}">
                  <a16:creationId xmlns:a16="http://schemas.microsoft.com/office/drawing/2014/main" id="{BC789A22-D1A1-4C45-9864-1EC990AABBE2}"/>
                </a:ext>
              </a:extLst>
            </p:cNvPr>
            <p:cNvSpPr/>
            <p:nvPr/>
          </p:nvSpPr>
          <p:spPr>
            <a:xfrm>
              <a:off x="52027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4" name="타원 8783">
              <a:extLst>
                <a:ext uri="{FF2B5EF4-FFF2-40B4-BE49-F238E27FC236}">
                  <a16:creationId xmlns:a16="http://schemas.microsoft.com/office/drawing/2014/main" id="{7FA9AEB7-DB6F-4B5B-B058-D73852C5E56B}"/>
                </a:ext>
              </a:extLst>
            </p:cNvPr>
            <p:cNvSpPr/>
            <p:nvPr/>
          </p:nvSpPr>
          <p:spPr>
            <a:xfrm>
              <a:off x="53551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5" name="타원 8784">
              <a:extLst>
                <a:ext uri="{FF2B5EF4-FFF2-40B4-BE49-F238E27FC236}">
                  <a16:creationId xmlns:a16="http://schemas.microsoft.com/office/drawing/2014/main" id="{8EDB8200-8CB2-430A-9212-30D49802E79F}"/>
                </a:ext>
              </a:extLst>
            </p:cNvPr>
            <p:cNvSpPr/>
            <p:nvPr/>
          </p:nvSpPr>
          <p:spPr>
            <a:xfrm>
              <a:off x="55075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6" name="타원 8785">
              <a:extLst>
                <a:ext uri="{FF2B5EF4-FFF2-40B4-BE49-F238E27FC236}">
                  <a16:creationId xmlns:a16="http://schemas.microsoft.com/office/drawing/2014/main" id="{77F36B0A-8AFC-4307-AD61-557B893644B7}"/>
                </a:ext>
              </a:extLst>
            </p:cNvPr>
            <p:cNvSpPr/>
            <p:nvPr/>
          </p:nvSpPr>
          <p:spPr>
            <a:xfrm>
              <a:off x="56599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7" name="타원 8786">
              <a:extLst>
                <a:ext uri="{FF2B5EF4-FFF2-40B4-BE49-F238E27FC236}">
                  <a16:creationId xmlns:a16="http://schemas.microsoft.com/office/drawing/2014/main" id="{ABF45DB5-5E55-430E-A94D-05C75E0399DC}"/>
                </a:ext>
              </a:extLst>
            </p:cNvPr>
            <p:cNvSpPr/>
            <p:nvPr/>
          </p:nvSpPr>
          <p:spPr>
            <a:xfrm>
              <a:off x="5812349" y="121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8" name="타원 8787">
              <a:extLst>
                <a:ext uri="{FF2B5EF4-FFF2-40B4-BE49-F238E27FC236}">
                  <a16:creationId xmlns:a16="http://schemas.microsoft.com/office/drawing/2014/main" id="{102479FE-DDEC-4211-965F-CCE26CAA1C65}"/>
                </a:ext>
              </a:extLst>
            </p:cNvPr>
            <p:cNvSpPr/>
            <p:nvPr/>
          </p:nvSpPr>
          <p:spPr>
            <a:xfrm>
              <a:off x="3259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89" name="타원 8788">
              <a:extLst>
                <a:ext uri="{FF2B5EF4-FFF2-40B4-BE49-F238E27FC236}">
                  <a16:creationId xmlns:a16="http://schemas.microsoft.com/office/drawing/2014/main" id="{9AEE993E-BCCC-464E-BFB3-AA8260C32FF2}"/>
                </a:ext>
              </a:extLst>
            </p:cNvPr>
            <p:cNvSpPr/>
            <p:nvPr/>
          </p:nvSpPr>
          <p:spPr>
            <a:xfrm>
              <a:off x="4783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0" name="타원 8789">
              <a:extLst>
                <a:ext uri="{FF2B5EF4-FFF2-40B4-BE49-F238E27FC236}">
                  <a16:creationId xmlns:a16="http://schemas.microsoft.com/office/drawing/2014/main" id="{1C9FD178-64AA-4D76-8DCA-6AC0B47D6851}"/>
                </a:ext>
              </a:extLst>
            </p:cNvPr>
            <p:cNvSpPr/>
            <p:nvPr/>
          </p:nvSpPr>
          <p:spPr>
            <a:xfrm>
              <a:off x="6307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1" name="타원 8790">
              <a:extLst>
                <a:ext uri="{FF2B5EF4-FFF2-40B4-BE49-F238E27FC236}">
                  <a16:creationId xmlns:a16="http://schemas.microsoft.com/office/drawing/2014/main" id="{A10435CA-7A74-4F87-A4C2-B0DD776E4030}"/>
                </a:ext>
              </a:extLst>
            </p:cNvPr>
            <p:cNvSpPr/>
            <p:nvPr/>
          </p:nvSpPr>
          <p:spPr>
            <a:xfrm>
              <a:off x="7831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2" name="타원 8791">
              <a:extLst>
                <a:ext uri="{FF2B5EF4-FFF2-40B4-BE49-F238E27FC236}">
                  <a16:creationId xmlns:a16="http://schemas.microsoft.com/office/drawing/2014/main" id="{6F94A14B-FCF8-4FC3-A2F7-B40D9B67F5CA}"/>
                </a:ext>
              </a:extLst>
            </p:cNvPr>
            <p:cNvSpPr/>
            <p:nvPr/>
          </p:nvSpPr>
          <p:spPr>
            <a:xfrm>
              <a:off x="9355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3" name="타원 8792">
              <a:extLst>
                <a:ext uri="{FF2B5EF4-FFF2-40B4-BE49-F238E27FC236}">
                  <a16:creationId xmlns:a16="http://schemas.microsoft.com/office/drawing/2014/main" id="{71BB68DF-5C45-4D80-A958-BF2924478699}"/>
                </a:ext>
              </a:extLst>
            </p:cNvPr>
            <p:cNvSpPr/>
            <p:nvPr/>
          </p:nvSpPr>
          <p:spPr>
            <a:xfrm>
              <a:off x="10879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4" name="타원 8793">
              <a:extLst>
                <a:ext uri="{FF2B5EF4-FFF2-40B4-BE49-F238E27FC236}">
                  <a16:creationId xmlns:a16="http://schemas.microsoft.com/office/drawing/2014/main" id="{BAA30B21-5DA9-416F-AFB1-AEC39510E52A}"/>
                </a:ext>
              </a:extLst>
            </p:cNvPr>
            <p:cNvSpPr/>
            <p:nvPr/>
          </p:nvSpPr>
          <p:spPr>
            <a:xfrm>
              <a:off x="12403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5" name="타원 8794">
              <a:extLst>
                <a:ext uri="{FF2B5EF4-FFF2-40B4-BE49-F238E27FC236}">
                  <a16:creationId xmlns:a16="http://schemas.microsoft.com/office/drawing/2014/main" id="{8EC3F6C4-5020-462C-A18B-2B8F0A88F382}"/>
                </a:ext>
              </a:extLst>
            </p:cNvPr>
            <p:cNvSpPr/>
            <p:nvPr/>
          </p:nvSpPr>
          <p:spPr>
            <a:xfrm>
              <a:off x="13927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6" name="타원 8795">
              <a:extLst>
                <a:ext uri="{FF2B5EF4-FFF2-40B4-BE49-F238E27FC236}">
                  <a16:creationId xmlns:a16="http://schemas.microsoft.com/office/drawing/2014/main" id="{342B1631-2855-427A-93A1-87079A1EA494}"/>
                </a:ext>
              </a:extLst>
            </p:cNvPr>
            <p:cNvSpPr/>
            <p:nvPr/>
          </p:nvSpPr>
          <p:spPr>
            <a:xfrm>
              <a:off x="15451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7" name="타원 8796">
              <a:extLst>
                <a:ext uri="{FF2B5EF4-FFF2-40B4-BE49-F238E27FC236}">
                  <a16:creationId xmlns:a16="http://schemas.microsoft.com/office/drawing/2014/main" id="{46B04FB7-62AE-4C11-B5A0-F3D9B800D4B4}"/>
                </a:ext>
              </a:extLst>
            </p:cNvPr>
            <p:cNvSpPr/>
            <p:nvPr/>
          </p:nvSpPr>
          <p:spPr>
            <a:xfrm>
              <a:off x="16975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8" name="타원 8797">
              <a:extLst>
                <a:ext uri="{FF2B5EF4-FFF2-40B4-BE49-F238E27FC236}">
                  <a16:creationId xmlns:a16="http://schemas.microsoft.com/office/drawing/2014/main" id="{93D16E26-756E-4A22-ADB0-24D8B75E05D8}"/>
                </a:ext>
              </a:extLst>
            </p:cNvPr>
            <p:cNvSpPr/>
            <p:nvPr/>
          </p:nvSpPr>
          <p:spPr>
            <a:xfrm>
              <a:off x="18499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99" name="타원 8798">
              <a:extLst>
                <a:ext uri="{FF2B5EF4-FFF2-40B4-BE49-F238E27FC236}">
                  <a16:creationId xmlns:a16="http://schemas.microsoft.com/office/drawing/2014/main" id="{B28607F8-3539-45E9-BB83-2A654310179E}"/>
                </a:ext>
              </a:extLst>
            </p:cNvPr>
            <p:cNvSpPr/>
            <p:nvPr/>
          </p:nvSpPr>
          <p:spPr>
            <a:xfrm>
              <a:off x="20023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0" name="타원 8799">
              <a:extLst>
                <a:ext uri="{FF2B5EF4-FFF2-40B4-BE49-F238E27FC236}">
                  <a16:creationId xmlns:a16="http://schemas.microsoft.com/office/drawing/2014/main" id="{83F89964-112B-4465-ACEA-CFD101F8C6E7}"/>
                </a:ext>
              </a:extLst>
            </p:cNvPr>
            <p:cNvSpPr/>
            <p:nvPr/>
          </p:nvSpPr>
          <p:spPr>
            <a:xfrm>
              <a:off x="21547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1" name="타원 8800">
              <a:extLst>
                <a:ext uri="{FF2B5EF4-FFF2-40B4-BE49-F238E27FC236}">
                  <a16:creationId xmlns:a16="http://schemas.microsoft.com/office/drawing/2014/main" id="{FBB0EC09-DE76-4F35-BAA1-0312215FEF40}"/>
                </a:ext>
              </a:extLst>
            </p:cNvPr>
            <p:cNvSpPr/>
            <p:nvPr/>
          </p:nvSpPr>
          <p:spPr>
            <a:xfrm>
              <a:off x="23071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2" name="타원 8801">
              <a:extLst>
                <a:ext uri="{FF2B5EF4-FFF2-40B4-BE49-F238E27FC236}">
                  <a16:creationId xmlns:a16="http://schemas.microsoft.com/office/drawing/2014/main" id="{6158B7F8-C31C-4006-BD79-3DABCB0277EE}"/>
                </a:ext>
              </a:extLst>
            </p:cNvPr>
            <p:cNvSpPr/>
            <p:nvPr/>
          </p:nvSpPr>
          <p:spPr>
            <a:xfrm>
              <a:off x="24595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3" name="타원 8802">
              <a:extLst>
                <a:ext uri="{FF2B5EF4-FFF2-40B4-BE49-F238E27FC236}">
                  <a16:creationId xmlns:a16="http://schemas.microsoft.com/office/drawing/2014/main" id="{1822089D-CE7D-45F9-B6EF-71820657803A}"/>
                </a:ext>
              </a:extLst>
            </p:cNvPr>
            <p:cNvSpPr/>
            <p:nvPr/>
          </p:nvSpPr>
          <p:spPr>
            <a:xfrm>
              <a:off x="26119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4" name="타원 8803">
              <a:extLst>
                <a:ext uri="{FF2B5EF4-FFF2-40B4-BE49-F238E27FC236}">
                  <a16:creationId xmlns:a16="http://schemas.microsoft.com/office/drawing/2014/main" id="{4CB253DD-8568-4EC9-907B-87CB86FC6034}"/>
                </a:ext>
              </a:extLst>
            </p:cNvPr>
            <p:cNvSpPr/>
            <p:nvPr/>
          </p:nvSpPr>
          <p:spPr>
            <a:xfrm>
              <a:off x="27643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5" name="타원 8804">
              <a:extLst>
                <a:ext uri="{FF2B5EF4-FFF2-40B4-BE49-F238E27FC236}">
                  <a16:creationId xmlns:a16="http://schemas.microsoft.com/office/drawing/2014/main" id="{0DFDA0ED-1789-4600-ADBD-BCD035895B3E}"/>
                </a:ext>
              </a:extLst>
            </p:cNvPr>
            <p:cNvSpPr/>
            <p:nvPr/>
          </p:nvSpPr>
          <p:spPr>
            <a:xfrm>
              <a:off x="29167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6" name="타원 8805">
              <a:extLst>
                <a:ext uri="{FF2B5EF4-FFF2-40B4-BE49-F238E27FC236}">
                  <a16:creationId xmlns:a16="http://schemas.microsoft.com/office/drawing/2014/main" id="{AF32B517-696D-4444-AF44-47040DE258E7}"/>
                </a:ext>
              </a:extLst>
            </p:cNvPr>
            <p:cNvSpPr/>
            <p:nvPr/>
          </p:nvSpPr>
          <p:spPr>
            <a:xfrm>
              <a:off x="30691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7" name="타원 8806">
              <a:extLst>
                <a:ext uri="{FF2B5EF4-FFF2-40B4-BE49-F238E27FC236}">
                  <a16:creationId xmlns:a16="http://schemas.microsoft.com/office/drawing/2014/main" id="{C9FF691D-FDA3-4007-BE01-3633E8A93336}"/>
                </a:ext>
              </a:extLst>
            </p:cNvPr>
            <p:cNvSpPr/>
            <p:nvPr/>
          </p:nvSpPr>
          <p:spPr>
            <a:xfrm>
              <a:off x="32215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8" name="타원 8807">
              <a:extLst>
                <a:ext uri="{FF2B5EF4-FFF2-40B4-BE49-F238E27FC236}">
                  <a16:creationId xmlns:a16="http://schemas.microsoft.com/office/drawing/2014/main" id="{4ACCCD2B-E584-4BC0-B765-19B7F4DBFE2A}"/>
                </a:ext>
              </a:extLst>
            </p:cNvPr>
            <p:cNvSpPr/>
            <p:nvPr/>
          </p:nvSpPr>
          <p:spPr>
            <a:xfrm>
              <a:off x="33739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09" name="타원 8808">
              <a:extLst>
                <a:ext uri="{FF2B5EF4-FFF2-40B4-BE49-F238E27FC236}">
                  <a16:creationId xmlns:a16="http://schemas.microsoft.com/office/drawing/2014/main" id="{170471B4-091C-423E-A15F-A6740D5D334C}"/>
                </a:ext>
              </a:extLst>
            </p:cNvPr>
            <p:cNvSpPr/>
            <p:nvPr/>
          </p:nvSpPr>
          <p:spPr>
            <a:xfrm>
              <a:off x="35263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0" name="타원 8809">
              <a:extLst>
                <a:ext uri="{FF2B5EF4-FFF2-40B4-BE49-F238E27FC236}">
                  <a16:creationId xmlns:a16="http://schemas.microsoft.com/office/drawing/2014/main" id="{A1E1C528-E28E-46D3-B4E8-816501205EEB}"/>
                </a:ext>
              </a:extLst>
            </p:cNvPr>
            <p:cNvSpPr/>
            <p:nvPr/>
          </p:nvSpPr>
          <p:spPr>
            <a:xfrm>
              <a:off x="36787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1" name="타원 8810">
              <a:extLst>
                <a:ext uri="{FF2B5EF4-FFF2-40B4-BE49-F238E27FC236}">
                  <a16:creationId xmlns:a16="http://schemas.microsoft.com/office/drawing/2014/main" id="{8768700A-CCFD-4105-A468-93485A5F9A1B}"/>
                </a:ext>
              </a:extLst>
            </p:cNvPr>
            <p:cNvSpPr/>
            <p:nvPr/>
          </p:nvSpPr>
          <p:spPr>
            <a:xfrm>
              <a:off x="38311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2" name="타원 8811">
              <a:extLst>
                <a:ext uri="{FF2B5EF4-FFF2-40B4-BE49-F238E27FC236}">
                  <a16:creationId xmlns:a16="http://schemas.microsoft.com/office/drawing/2014/main" id="{0F555B2E-85E4-48DF-9996-6FFE966A2864}"/>
                </a:ext>
              </a:extLst>
            </p:cNvPr>
            <p:cNvSpPr/>
            <p:nvPr/>
          </p:nvSpPr>
          <p:spPr>
            <a:xfrm>
              <a:off x="39835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3" name="타원 8812">
              <a:extLst>
                <a:ext uri="{FF2B5EF4-FFF2-40B4-BE49-F238E27FC236}">
                  <a16:creationId xmlns:a16="http://schemas.microsoft.com/office/drawing/2014/main" id="{CB33EA15-F419-409F-A58E-B649045E848F}"/>
                </a:ext>
              </a:extLst>
            </p:cNvPr>
            <p:cNvSpPr/>
            <p:nvPr/>
          </p:nvSpPr>
          <p:spPr>
            <a:xfrm>
              <a:off x="41359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4" name="타원 8813">
              <a:extLst>
                <a:ext uri="{FF2B5EF4-FFF2-40B4-BE49-F238E27FC236}">
                  <a16:creationId xmlns:a16="http://schemas.microsoft.com/office/drawing/2014/main" id="{E9ACBD84-97C2-49BE-9D74-A351F7005576}"/>
                </a:ext>
              </a:extLst>
            </p:cNvPr>
            <p:cNvSpPr/>
            <p:nvPr/>
          </p:nvSpPr>
          <p:spPr>
            <a:xfrm>
              <a:off x="42883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5" name="타원 8814">
              <a:extLst>
                <a:ext uri="{FF2B5EF4-FFF2-40B4-BE49-F238E27FC236}">
                  <a16:creationId xmlns:a16="http://schemas.microsoft.com/office/drawing/2014/main" id="{B459A56D-07D6-434F-AFCD-41A221895FD3}"/>
                </a:ext>
              </a:extLst>
            </p:cNvPr>
            <p:cNvSpPr/>
            <p:nvPr/>
          </p:nvSpPr>
          <p:spPr>
            <a:xfrm>
              <a:off x="44407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6" name="타원 8815">
              <a:extLst>
                <a:ext uri="{FF2B5EF4-FFF2-40B4-BE49-F238E27FC236}">
                  <a16:creationId xmlns:a16="http://schemas.microsoft.com/office/drawing/2014/main" id="{1240122B-216F-45A0-B62A-1589A59EB768}"/>
                </a:ext>
              </a:extLst>
            </p:cNvPr>
            <p:cNvSpPr/>
            <p:nvPr/>
          </p:nvSpPr>
          <p:spPr>
            <a:xfrm>
              <a:off x="45931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7" name="타원 8816">
              <a:extLst>
                <a:ext uri="{FF2B5EF4-FFF2-40B4-BE49-F238E27FC236}">
                  <a16:creationId xmlns:a16="http://schemas.microsoft.com/office/drawing/2014/main" id="{A4221289-A3A7-491E-B9C7-A4AFF743A05A}"/>
                </a:ext>
              </a:extLst>
            </p:cNvPr>
            <p:cNvSpPr/>
            <p:nvPr/>
          </p:nvSpPr>
          <p:spPr>
            <a:xfrm>
              <a:off x="47455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8" name="타원 8817">
              <a:extLst>
                <a:ext uri="{FF2B5EF4-FFF2-40B4-BE49-F238E27FC236}">
                  <a16:creationId xmlns:a16="http://schemas.microsoft.com/office/drawing/2014/main" id="{3D645B6C-A142-40BC-9018-5859D4031468}"/>
                </a:ext>
              </a:extLst>
            </p:cNvPr>
            <p:cNvSpPr/>
            <p:nvPr/>
          </p:nvSpPr>
          <p:spPr>
            <a:xfrm>
              <a:off x="48979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19" name="타원 8818">
              <a:extLst>
                <a:ext uri="{FF2B5EF4-FFF2-40B4-BE49-F238E27FC236}">
                  <a16:creationId xmlns:a16="http://schemas.microsoft.com/office/drawing/2014/main" id="{97AB586B-A9E4-42DA-84B6-378270C9775E}"/>
                </a:ext>
              </a:extLst>
            </p:cNvPr>
            <p:cNvSpPr/>
            <p:nvPr/>
          </p:nvSpPr>
          <p:spPr>
            <a:xfrm>
              <a:off x="50503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0" name="타원 8819">
              <a:extLst>
                <a:ext uri="{FF2B5EF4-FFF2-40B4-BE49-F238E27FC236}">
                  <a16:creationId xmlns:a16="http://schemas.microsoft.com/office/drawing/2014/main" id="{4E7AF9C1-70F9-47A8-B8F4-C8F188037710}"/>
                </a:ext>
              </a:extLst>
            </p:cNvPr>
            <p:cNvSpPr/>
            <p:nvPr/>
          </p:nvSpPr>
          <p:spPr>
            <a:xfrm>
              <a:off x="52027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1" name="타원 8820">
              <a:extLst>
                <a:ext uri="{FF2B5EF4-FFF2-40B4-BE49-F238E27FC236}">
                  <a16:creationId xmlns:a16="http://schemas.microsoft.com/office/drawing/2014/main" id="{E90E2B48-F31A-4391-AB9A-CDFB1E8CC413}"/>
                </a:ext>
              </a:extLst>
            </p:cNvPr>
            <p:cNvSpPr/>
            <p:nvPr/>
          </p:nvSpPr>
          <p:spPr>
            <a:xfrm>
              <a:off x="53551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2" name="타원 8821">
              <a:extLst>
                <a:ext uri="{FF2B5EF4-FFF2-40B4-BE49-F238E27FC236}">
                  <a16:creationId xmlns:a16="http://schemas.microsoft.com/office/drawing/2014/main" id="{5AE2EF9E-0529-41BD-BD5B-97B30FAA6C22}"/>
                </a:ext>
              </a:extLst>
            </p:cNvPr>
            <p:cNvSpPr/>
            <p:nvPr/>
          </p:nvSpPr>
          <p:spPr>
            <a:xfrm>
              <a:off x="55075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3" name="타원 8822">
              <a:extLst>
                <a:ext uri="{FF2B5EF4-FFF2-40B4-BE49-F238E27FC236}">
                  <a16:creationId xmlns:a16="http://schemas.microsoft.com/office/drawing/2014/main" id="{0E9E0835-F15A-47F7-8866-2EFEEE7401C9}"/>
                </a:ext>
              </a:extLst>
            </p:cNvPr>
            <p:cNvSpPr/>
            <p:nvPr/>
          </p:nvSpPr>
          <p:spPr>
            <a:xfrm>
              <a:off x="56599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4" name="타원 8823">
              <a:extLst>
                <a:ext uri="{FF2B5EF4-FFF2-40B4-BE49-F238E27FC236}">
                  <a16:creationId xmlns:a16="http://schemas.microsoft.com/office/drawing/2014/main" id="{13B2D65E-D5DD-4EBC-B310-9A49C14B3A64}"/>
                </a:ext>
              </a:extLst>
            </p:cNvPr>
            <p:cNvSpPr/>
            <p:nvPr/>
          </p:nvSpPr>
          <p:spPr>
            <a:xfrm>
              <a:off x="5812349" y="136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5" name="타원 8824">
              <a:extLst>
                <a:ext uri="{FF2B5EF4-FFF2-40B4-BE49-F238E27FC236}">
                  <a16:creationId xmlns:a16="http://schemas.microsoft.com/office/drawing/2014/main" id="{C1FBED19-352C-4B18-9897-632FD79ECEB4}"/>
                </a:ext>
              </a:extLst>
            </p:cNvPr>
            <p:cNvSpPr/>
            <p:nvPr/>
          </p:nvSpPr>
          <p:spPr>
            <a:xfrm>
              <a:off x="3259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6" name="타원 8825">
              <a:extLst>
                <a:ext uri="{FF2B5EF4-FFF2-40B4-BE49-F238E27FC236}">
                  <a16:creationId xmlns:a16="http://schemas.microsoft.com/office/drawing/2014/main" id="{FCFB247A-8FF4-4201-B1F6-07A5804F7F44}"/>
                </a:ext>
              </a:extLst>
            </p:cNvPr>
            <p:cNvSpPr/>
            <p:nvPr/>
          </p:nvSpPr>
          <p:spPr>
            <a:xfrm>
              <a:off x="4783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7" name="타원 8826">
              <a:extLst>
                <a:ext uri="{FF2B5EF4-FFF2-40B4-BE49-F238E27FC236}">
                  <a16:creationId xmlns:a16="http://schemas.microsoft.com/office/drawing/2014/main" id="{51590402-F5B4-4DCE-B0F4-65B1E3A7FD02}"/>
                </a:ext>
              </a:extLst>
            </p:cNvPr>
            <p:cNvSpPr/>
            <p:nvPr/>
          </p:nvSpPr>
          <p:spPr>
            <a:xfrm>
              <a:off x="6307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8" name="타원 8827">
              <a:extLst>
                <a:ext uri="{FF2B5EF4-FFF2-40B4-BE49-F238E27FC236}">
                  <a16:creationId xmlns:a16="http://schemas.microsoft.com/office/drawing/2014/main" id="{6ACC5089-79B3-4071-A3C4-B04D217BC7EA}"/>
                </a:ext>
              </a:extLst>
            </p:cNvPr>
            <p:cNvSpPr/>
            <p:nvPr/>
          </p:nvSpPr>
          <p:spPr>
            <a:xfrm>
              <a:off x="7831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29" name="타원 8828">
              <a:extLst>
                <a:ext uri="{FF2B5EF4-FFF2-40B4-BE49-F238E27FC236}">
                  <a16:creationId xmlns:a16="http://schemas.microsoft.com/office/drawing/2014/main" id="{F40E26B4-84B0-4469-B91A-C721A3894591}"/>
                </a:ext>
              </a:extLst>
            </p:cNvPr>
            <p:cNvSpPr/>
            <p:nvPr/>
          </p:nvSpPr>
          <p:spPr>
            <a:xfrm>
              <a:off x="9355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0" name="타원 8829">
              <a:extLst>
                <a:ext uri="{FF2B5EF4-FFF2-40B4-BE49-F238E27FC236}">
                  <a16:creationId xmlns:a16="http://schemas.microsoft.com/office/drawing/2014/main" id="{350BA1F8-7E39-4AB3-BF9B-31B5C2C8E8D1}"/>
                </a:ext>
              </a:extLst>
            </p:cNvPr>
            <p:cNvSpPr/>
            <p:nvPr/>
          </p:nvSpPr>
          <p:spPr>
            <a:xfrm>
              <a:off x="10879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1" name="타원 8830">
              <a:extLst>
                <a:ext uri="{FF2B5EF4-FFF2-40B4-BE49-F238E27FC236}">
                  <a16:creationId xmlns:a16="http://schemas.microsoft.com/office/drawing/2014/main" id="{DF6A858B-2BDD-48DE-8BF5-3ACD5CB0562C}"/>
                </a:ext>
              </a:extLst>
            </p:cNvPr>
            <p:cNvSpPr/>
            <p:nvPr/>
          </p:nvSpPr>
          <p:spPr>
            <a:xfrm>
              <a:off x="12403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2" name="타원 8831">
              <a:extLst>
                <a:ext uri="{FF2B5EF4-FFF2-40B4-BE49-F238E27FC236}">
                  <a16:creationId xmlns:a16="http://schemas.microsoft.com/office/drawing/2014/main" id="{DB94247B-9708-4C2B-AF96-1224BCD09AEC}"/>
                </a:ext>
              </a:extLst>
            </p:cNvPr>
            <p:cNvSpPr/>
            <p:nvPr/>
          </p:nvSpPr>
          <p:spPr>
            <a:xfrm>
              <a:off x="13927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3" name="타원 8832">
              <a:extLst>
                <a:ext uri="{FF2B5EF4-FFF2-40B4-BE49-F238E27FC236}">
                  <a16:creationId xmlns:a16="http://schemas.microsoft.com/office/drawing/2014/main" id="{C5DD05D3-510E-43BD-8E69-DA866D9DE513}"/>
                </a:ext>
              </a:extLst>
            </p:cNvPr>
            <p:cNvSpPr/>
            <p:nvPr/>
          </p:nvSpPr>
          <p:spPr>
            <a:xfrm>
              <a:off x="15451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4" name="타원 8833">
              <a:extLst>
                <a:ext uri="{FF2B5EF4-FFF2-40B4-BE49-F238E27FC236}">
                  <a16:creationId xmlns:a16="http://schemas.microsoft.com/office/drawing/2014/main" id="{3A503984-E308-4E73-9055-B0E3AC90AB25}"/>
                </a:ext>
              </a:extLst>
            </p:cNvPr>
            <p:cNvSpPr/>
            <p:nvPr/>
          </p:nvSpPr>
          <p:spPr>
            <a:xfrm>
              <a:off x="16975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5" name="타원 8834">
              <a:extLst>
                <a:ext uri="{FF2B5EF4-FFF2-40B4-BE49-F238E27FC236}">
                  <a16:creationId xmlns:a16="http://schemas.microsoft.com/office/drawing/2014/main" id="{F36D93FB-AF02-4ACC-A009-37DA04EA67D4}"/>
                </a:ext>
              </a:extLst>
            </p:cNvPr>
            <p:cNvSpPr/>
            <p:nvPr/>
          </p:nvSpPr>
          <p:spPr>
            <a:xfrm>
              <a:off x="18499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6" name="타원 8835">
              <a:extLst>
                <a:ext uri="{FF2B5EF4-FFF2-40B4-BE49-F238E27FC236}">
                  <a16:creationId xmlns:a16="http://schemas.microsoft.com/office/drawing/2014/main" id="{3C96F8E1-9C0E-4F1E-A7DA-860A6BCCD70A}"/>
                </a:ext>
              </a:extLst>
            </p:cNvPr>
            <p:cNvSpPr/>
            <p:nvPr/>
          </p:nvSpPr>
          <p:spPr>
            <a:xfrm>
              <a:off x="20023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7" name="타원 8836">
              <a:extLst>
                <a:ext uri="{FF2B5EF4-FFF2-40B4-BE49-F238E27FC236}">
                  <a16:creationId xmlns:a16="http://schemas.microsoft.com/office/drawing/2014/main" id="{B7943CE4-C40B-4F9A-9862-EE50A6A489C0}"/>
                </a:ext>
              </a:extLst>
            </p:cNvPr>
            <p:cNvSpPr/>
            <p:nvPr/>
          </p:nvSpPr>
          <p:spPr>
            <a:xfrm>
              <a:off x="21547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8" name="타원 8837">
              <a:extLst>
                <a:ext uri="{FF2B5EF4-FFF2-40B4-BE49-F238E27FC236}">
                  <a16:creationId xmlns:a16="http://schemas.microsoft.com/office/drawing/2014/main" id="{941E84B3-444C-4B0A-A426-4FA941BFEFF7}"/>
                </a:ext>
              </a:extLst>
            </p:cNvPr>
            <p:cNvSpPr/>
            <p:nvPr/>
          </p:nvSpPr>
          <p:spPr>
            <a:xfrm>
              <a:off x="23071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39" name="타원 8838">
              <a:extLst>
                <a:ext uri="{FF2B5EF4-FFF2-40B4-BE49-F238E27FC236}">
                  <a16:creationId xmlns:a16="http://schemas.microsoft.com/office/drawing/2014/main" id="{8BEAEAF7-7A5A-49E6-B18A-E42F36969E75}"/>
                </a:ext>
              </a:extLst>
            </p:cNvPr>
            <p:cNvSpPr/>
            <p:nvPr/>
          </p:nvSpPr>
          <p:spPr>
            <a:xfrm>
              <a:off x="24595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0" name="타원 8839">
              <a:extLst>
                <a:ext uri="{FF2B5EF4-FFF2-40B4-BE49-F238E27FC236}">
                  <a16:creationId xmlns:a16="http://schemas.microsoft.com/office/drawing/2014/main" id="{BAFE70E7-C27E-4939-84ED-EA7063D08916}"/>
                </a:ext>
              </a:extLst>
            </p:cNvPr>
            <p:cNvSpPr/>
            <p:nvPr/>
          </p:nvSpPr>
          <p:spPr>
            <a:xfrm>
              <a:off x="26119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1" name="타원 8840">
              <a:extLst>
                <a:ext uri="{FF2B5EF4-FFF2-40B4-BE49-F238E27FC236}">
                  <a16:creationId xmlns:a16="http://schemas.microsoft.com/office/drawing/2014/main" id="{772BE742-B2CF-4853-AC7D-91EFFC2A91E2}"/>
                </a:ext>
              </a:extLst>
            </p:cNvPr>
            <p:cNvSpPr/>
            <p:nvPr/>
          </p:nvSpPr>
          <p:spPr>
            <a:xfrm>
              <a:off x="27643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2" name="타원 8841">
              <a:extLst>
                <a:ext uri="{FF2B5EF4-FFF2-40B4-BE49-F238E27FC236}">
                  <a16:creationId xmlns:a16="http://schemas.microsoft.com/office/drawing/2014/main" id="{6416AC8D-51D2-4423-AE5A-D93D17ED03AB}"/>
                </a:ext>
              </a:extLst>
            </p:cNvPr>
            <p:cNvSpPr/>
            <p:nvPr/>
          </p:nvSpPr>
          <p:spPr>
            <a:xfrm>
              <a:off x="29167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3" name="타원 8842">
              <a:extLst>
                <a:ext uri="{FF2B5EF4-FFF2-40B4-BE49-F238E27FC236}">
                  <a16:creationId xmlns:a16="http://schemas.microsoft.com/office/drawing/2014/main" id="{B2650F6A-DBFB-413C-A4E7-849BC44691B7}"/>
                </a:ext>
              </a:extLst>
            </p:cNvPr>
            <p:cNvSpPr/>
            <p:nvPr/>
          </p:nvSpPr>
          <p:spPr>
            <a:xfrm>
              <a:off x="30691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4" name="타원 8843">
              <a:extLst>
                <a:ext uri="{FF2B5EF4-FFF2-40B4-BE49-F238E27FC236}">
                  <a16:creationId xmlns:a16="http://schemas.microsoft.com/office/drawing/2014/main" id="{7736EB7C-306F-4CC5-8461-52D305A019C7}"/>
                </a:ext>
              </a:extLst>
            </p:cNvPr>
            <p:cNvSpPr/>
            <p:nvPr/>
          </p:nvSpPr>
          <p:spPr>
            <a:xfrm>
              <a:off x="32215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5" name="타원 8844">
              <a:extLst>
                <a:ext uri="{FF2B5EF4-FFF2-40B4-BE49-F238E27FC236}">
                  <a16:creationId xmlns:a16="http://schemas.microsoft.com/office/drawing/2014/main" id="{847D7D99-4F41-4384-8A3B-F9A583E60054}"/>
                </a:ext>
              </a:extLst>
            </p:cNvPr>
            <p:cNvSpPr/>
            <p:nvPr/>
          </p:nvSpPr>
          <p:spPr>
            <a:xfrm>
              <a:off x="33739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6" name="타원 8845">
              <a:extLst>
                <a:ext uri="{FF2B5EF4-FFF2-40B4-BE49-F238E27FC236}">
                  <a16:creationId xmlns:a16="http://schemas.microsoft.com/office/drawing/2014/main" id="{89AE8A16-EC11-4A2E-9065-1FAA7943FC4D}"/>
                </a:ext>
              </a:extLst>
            </p:cNvPr>
            <p:cNvSpPr/>
            <p:nvPr/>
          </p:nvSpPr>
          <p:spPr>
            <a:xfrm>
              <a:off x="35263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7" name="타원 8846">
              <a:extLst>
                <a:ext uri="{FF2B5EF4-FFF2-40B4-BE49-F238E27FC236}">
                  <a16:creationId xmlns:a16="http://schemas.microsoft.com/office/drawing/2014/main" id="{4EBAE2FD-8992-480B-9D0F-C38A98D3CBBD}"/>
                </a:ext>
              </a:extLst>
            </p:cNvPr>
            <p:cNvSpPr/>
            <p:nvPr/>
          </p:nvSpPr>
          <p:spPr>
            <a:xfrm>
              <a:off x="36787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8" name="타원 8847">
              <a:extLst>
                <a:ext uri="{FF2B5EF4-FFF2-40B4-BE49-F238E27FC236}">
                  <a16:creationId xmlns:a16="http://schemas.microsoft.com/office/drawing/2014/main" id="{7A6CE3AD-B8D2-45DE-98F2-6847FE7D4422}"/>
                </a:ext>
              </a:extLst>
            </p:cNvPr>
            <p:cNvSpPr/>
            <p:nvPr/>
          </p:nvSpPr>
          <p:spPr>
            <a:xfrm>
              <a:off x="38311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49" name="타원 8848">
              <a:extLst>
                <a:ext uri="{FF2B5EF4-FFF2-40B4-BE49-F238E27FC236}">
                  <a16:creationId xmlns:a16="http://schemas.microsoft.com/office/drawing/2014/main" id="{BECFDDB1-C81C-440E-BE84-66B468F6510B}"/>
                </a:ext>
              </a:extLst>
            </p:cNvPr>
            <p:cNvSpPr/>
            <p:nvPr/>
          </p:nvSpPr>
          <p:spPr>
            <a:xfrm>
              <a:off x="39835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0" name="타원 8849">
              <a:extLst>
                <a:ext uri="{FF2B5EF4-FFF2-40B4-BE49-F238E27FC236}">
                  <a16:creationId xmlns:a16="http://schemas.microsoft.com/office/drawing/2014/main" id="{5853E6CA-5455-49DD-BFD1-AB150F0E0B60}"/>
                </a:ext>
              </a:extLst>
            </p:cNvPr>
            <p:cNvSpPr/>
            <p:nvPr/>
          </p:nvSpPr>
          <p:spPr>
            <a:xfrm>
              <a:off x="41359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1" name="타원 8850">
              <a:extLst>
                <a:ext uri="{FF2B5EF4-FFF2-40B4-BE49-F238E27FC236}">
                  <a16:creationId xmlns:a16="http://schemas.microsoft.com/office/drawing/2014/main" id="{5E19D436-9FC9-4AFB-BF79-1164334A925F}"/>
                </a:ext>
              </a:extLst>
            </p:cNvPr>
            <p:cNvSpPr/>
            <p:nvPr/>
          </p:nvSpPr>
          <p:spPr>
            <a:xfrm>
              <a:off x="42883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2" name="타원 8851">
              <a:extLst>
                <a:ext uri="{FF2B5EF4-FFF2-40B4-BE49-F238E27FC236}">
                  <a16:creationId xmlns:a16="http://schemas.microsoft.com/office/drawing/2014/main" id="{4BBFE43D-C0F6-44D2-A148-8C236E5C7611}"/>
                </a:ext>
              </a:extLst>
            </p:cNvPr>
            <p:cNvSpPr/>
            <p:nvPr/>
          </p:nvSpPr>
          <p:spPr>
            <a:xfrm>
              <a:off x="44407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3" name="타원 8852">
              <a:extLst>
                <a:ext uri="{FF2B5EF4-FFF2-40B4-BE49-F238E27FC236}">
                  <a16:creationId xmlns:a16="http://schemas.microsoft.com/office/drawing/2014/main" id="{79CC867D-3810-49A8-9A1D-DC52EFFC7D6D}"/>
                </a:ext>
              </a:extLst>
            </p:cNvPr>
            <p:cNvSpPr/>
            <p:nvPr/>
          </p:nvSpPr>
          <p:spPr>
            <a:xfrm>
              <a:off x="45931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4" name="타원 8853">
              <a:extLst>
                <a:ext uri="{FF2B5EF4-FFF2-40B4-BE49-F238E27FC236}">
                  <a16:creationId xmlns:a16="http://schemas.microsoft.com/office/drawing/2014/main" id="{711A8702-0831-452B-B64D-41A4FD8C6CC0}"/>
                </a:ext>
              </a:extLst>
            </p:cNvPr>
            <p:cNvSpPr/>
            <p:nvPr/>
          </p:nvSpPr>
          <p:spPr>
            <a:xfrm>
              <a:off x="47455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5" name="타원 8854">
              <a:extLst>
                <a:ext uri="{FF2B5EF4-FFF2-40B4-BE49-F238E27FC236}">
                  <a16:creationId xmlns:a16="http://schemas.microsoft.com/office/drawing/2014/main" id="{D3456F92-5C00-47F4-8043-C21445552190}"/>
                </a:ext>
              </a:extLst>
            </p:cNvPr>
            <p:cNvSpPr/>
            <p:nvPr/>
          </p:nvSpPr>
          <p:spPr>
            <a:xfrm>
              <a:off x="48979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6" name="타원 8855">
              <a:extLst>
                <a:ext uri="{FF2B5EF4-FFF2-40B4-BE49-F238E27FC236}">
                  <a16:creationId xmlns:a16="http://schemas.microsoft.com/office/drawing/2014/main" id="{515DB214-96D8-45A5-BF0A-18FB99A34CDD}"/>
                </a:ext>
              </a:extLst>
            </p:cNvPr>
            <p:cNvSpPr/>
            <p:nvPr/>
          </p:nvSpPr>
          <p:spPr>
            <a:xfrm>
              <a:off x="50503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7" name="타원 8856">
              <a:extLst>
                <a:ext uri="{FF2B5EF4-FFF2-40B4-BE49-F238E27FC236}">
                  <a16:creationId xmlns:a16="http://schemas.microsoft.com/office/drawing/2014/main" id="{718BF76D-DD03-47EF-A154-8534AE92A275}"/>
                </a:ext>
              </a:extLst>
            </p:cNvPr>
            <p:cNvSpPr/>
            <p:nvPr/>
          </p:nvSpPr>
          <p:spPr>
            <a:xfrm>
              <a:off x="52027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8" name="타원 8857">
              <a:extLst>
                <a:ext uri="{FF2B5EF4-FFF2-40B4-BE49-F238E27FC236}">
                  <a16:creationId xmlns:a16="http://schemas.microsoft.com/office/drawing/2014/main" id="{D09C4510-B9A6-4363-ABC4-E50B97679D61}"/>
                </a:ext>
              </a:extLst>
            </p:cNvPr>
            <p:cNvSpPr/>
            <p:nvPr/>
          </p:nvSpPr>
          <p:spPr>
            <a:xfrm>
              <a:off x="53551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59" name="타원 8858">
              <a:extLst>
                <a:ext uri="{FF2B5EF4-FFF2-40B4-BE49-F238E27FC236}">
                  <a16:creationId xmlns:a16="http://schemas.microsoft.com/office/drawing/2014/main" id="{CEF5E5AA-1BA4-4385-8589-5CA04403FACF}"/>
                </a:ext>
              </a:extLst>
            </p:cNvPr>
            <p:cNvSpPr/>
            <p:nvPr/>
          </p:nvSpPr>
          <p:spPr>
            <a:xfrm>
              <a:off x="55075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0" name="타원 8859">
              <a:extLst>
                <a:ext uri="{FF2B5EF4-FFF2-40B4-BE49-F238E27FC236}">
                  <a16:creationId xmlns:a16="http://schemas.microsoft.com/office/drawing/2014/main" id="{3926E8F7-45A2-4A4A-9564-E185D16EA3D2}"/>
                </a:ext>
              </a:extLst>
            </p:cNvPr>
            <p:cNvSpPr/>
            <p:nvPr/>
          </p:nvSpPr>
          <p:spPr>
            <a:xfrm>
              <a:off x="56599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1" name="타원 8860">
              <a:extLst>
                <a:ext uri="{FF2B5EF4-FFF2-40B4-BE49-F238E27FC236}">
                  <a16:creationId xmlns:a16="http://schemas.microsoft.com/office/drawing/2014/main" id="{4C6330A0-0AEC-44DD-A584-32BB27017611}"/>
                </a:ext>
              </a:extLst>
            </p:cNvPr>
            <p:cNvSpPr/>
            <p:nvPr/>
          </p:nvSpPr>
          <p:spPr>
            <a:xfrm>
              <a:off x="5812349" y="151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2" name="타원 8861">
              <a:extLst>
                <a:ext uri="{FF2B5EF4-FFF2-40B4-BE49-F238E27FC236}">
                  <a16:creationId xmlns:a16="http://schemas.microsoft.com/office/drawing/2014/main" id="{EF2C5DF0-7887-44B0-8299-F39F2AE5E6D1}"/>
                </a:ext>
              </a:extLst>
            </p:cNvPr>
            <p:cNvSpPr/>
            <p:nvPr/>
          </p:nvSpPr>
          <p:spPr>
            <a:xfrm>
              <a:off x="3259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3" name="타원 8862">
              <a:extLst>
                <a:ext uri="{FF2B5EF4-FFF2-40B4-BE49-F238E27FC236}">
                  <a16:creationId xmlns:a16="http://schemas.microsoft.com/office/drawing/2014/main" id="{6EF765F4-94A2-4D09-804D-C1F7E6E8AD2C}"/>
                </a:ext>
              </a:extLst>
            </p:cNvPr>
            <p:cNvSpPr/>
            <p:nvPr/>
          </p:nvSpPr>
          <p:spPr>
            <a:xfrm>
              <a:off x="4783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4" name="타원 8863">
              <a:extLst>
                <a:ext uri="{FF2B5EF4-FFF2-40B4-BE49-F238E27FC236}">
                  <a16:creationId xmlns:a16="http://schemas.microsoft.com/office/drawing/2014/main" id="{CA64C8DB-1175-4138-9844-D8BB567FD44D}"/>
                </a:ext>
              </a:extLst>
            </p:cNvPr>
            <p:cNvSpPr/>
            <p:nvPr/>
          </p:nvSpPr>
          <p:spPr>
            <a:xfrm>
              <a:off x="6307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5" name="타원 8864">
              <a:extLst>
                <a:ext uri="{FF2B5EF4-FFF2-40B4-BE49-F238E27FC236}">
                  <a16:creationId xmlns:a16="http://schemas.microsoft.com/office/drawing/2014/main" id="{B7B66633-06F0-4D53-8FE7-11FB87C99053}"/>
                </a:ext>
              </a:extLst>
            </p:cNvPr>
            <p:cNvSpPr/>
            <p:nvPr/>
          </p:nvSpPr>
          <p:spPr>
            <a:xfrm>
              <a:off x="7831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6" name="타원 8865">
              <a:extLst>
                <a:ext uri="{FF2B5EF4-FFF2-40B4-BE49-F238E27FC236}">
                  <a16:creationId xmlns:a16="http://schemas.microsoft.com/office/drawing/2014/main" id="{D17E4448-5C6A-4A0D-B7F6-B06B1FF8F316}"/>
                </a:ext>
              </a:extLst>
            </p:cNvPr>
            <p:cNvSpPr/>
            <p:nvPr/>
          </p:nvSpPr>
          <p:spPr>
            <a:xfrm>
              <a:off x="9355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7" name="타원 8866">
              <a:extLst>
                <a:ext uri="{FF2B5EF4-FFF2-40B4-BE49-F238E27FC236}">
                  <a16:creationId xmlns:a16="http://schemas.microsoft.com/office/drawing/2014/main" id="{9B31356E-EAA2-4A81-8EF5-F9D26FCB336E}"/>
                </a:ext>
              </a:extLst>
            </p:cNvPr>
            <p:cNvSpPr/>
            <p:nvPr/>
          </p:nvSpPr>
          <p:spPr>
            <a:xfrm>
              <a:off x="10879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8" name="타원 8867">
              <a:extLst>
                <a:ext uri="{FF2B5EF4-FFF2-40B4-BE49-F238E27FC236}">
                  <a16:creationId xmlns:a16="http://schemas.microsoft.com/office/drawing/2014/main" id="{7F8C5698-C694-4958-A3B5-5BD0801646D6}"/>
                </a:ext>
              </a:extLst>
            </p:cNvPr>
            <p:cNvSpPr/>
            <p:nvPr/>
          </p:nvSpPr>
          <p:spPr>
            <a:xfrm>
              <a:off x="12403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69" name="타원 8868">
              <a:extLst>
                <a:ext uri="{FF2B5EF4-FFF2-40B4-BE49-F238E27FC236}">
                  <a16:creationId xmlns:a16="http://schemas.microsoft.com/office/drawing/2014/main" id="{24C26BBC-3432-4197-B231-4907240132C6}"/>
                </a:ext>
              </a:extLst>
            </p:cNvPr>
            <p:cNvSpPr/>
            <p:nvPr/>
          </p:nvSpPr>
          <p:spPr>
            <a:xfrm>
              <a:off x="13927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0" name="타원 8869">
              <a:extLst>
                <a:ext uri="{FF2B5EF4-FFF2-40B4-BE49-F238E27FC236}">
                  <a16:creationId xmlns:a16="http://schemas.microsoft.com/office/drawing/2014/main" id="{7D0B1D7C-BFB3-40E4-B0B2-A1E34469A3E8}"/>
                </a:ext>
              </a:extLst>
            </p:cNvPr>
            <p:cNvSpPr/>
            <p:nvPr/>
          </p:nvSpPr>
          <p:spPr>
            <a:xfrm>
              <a:off x="15451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1" name="타원 8870">
              <a:extLst>
                <a:ext uri="{FF2B5EF4-FFF2-40B4-BE49-F238E27FC236}">
                  <a16:creationId xmlns:a16="http://schemas.microsoft.com/office/drawing/2014/main" id="{BF19DA0E-DD15-4F0F-B27D-DAB11D12D6CA}"/>
                </a:ext>
              </a:extLst>
            </p:cNvPr>
            <p:cNvSpPr/>
            <p:nvPr/>
          </p:nvSpPr>
          <p:spPr>
            <a:xfrm>
              <a:off x="16975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2" name="타원 8871">
              <a:extLst>
                <a:ext uri="{FF2B5EF4-FFF2-40B4-BE49-F238E27FC236}">
                  <a16:creationId xmlns:a16="http://schemas.microsoft.com/office/drawing/2014/main" id="{B016C949-C977-4F46-84CF-3E026ABC27DF}"/>
                </a:ext>
              </a:extLst>
            </p:cNvPr>
            <p:cNvSpPr/>
            <p:nvPr/>
          </p:nvSpPr>
          <p:spPr>
            <a:xfrm>
              <a:off x="18499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3" name="타원 8872">
              <a:extLst>
                <a:ext uri="{FF2B5EF4-FFF2-40B4-BE49-F238E27FC236}">
                  <a16:creationId xmlns:a16="http://schemas.microsoft.com/office/drawing/2014/main" id="{06678929-0F8A-477F-B996-3E5335F4536A}"/>
                </a:ext>
              </a:extLst>
            </p:cNvPr>
            <p:cNvSpPr/>
            <p:nvPr/>
          </p:nvSpPr>
          <p:spPr>
            <a:xfrm>
              <a:off x="20023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4" name="타원 8873">
              <a:extLst>
                <a:ext uri="{FF2B5EF4-FFF2-40B4-BE49-F238E27FC236}">
                  <a16:creationId xmlns:a16="http://schemas.microsoft.com/office/drawing/2014/main" id="{5AA47A91-B6BD-4AAA-9438-BA61104FD801}"/>
                </a:ext>
              </a:extLst>
            </p:cNvPr>
            <p:cNvSpPr/>
            <p:nvPr/>
          </p:nvSpPr>
          <p:spPr>
            <a:xfrm>
              <a:off x="21547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5" name="타원 8874">
              <a:extLst>
                <a:ext uri="{FF2B5EF4-FFF2-40B4-BE49-F238E27FC236}">
                  <a16:creationId xmlns:a16="http://schemas.microsoft.com/office/drawing/2014/main" id="{E7BCBFBE-39D6-4CE0-A135-98D8D73848AF}"/>
                </a:ext>
              </a:extLst>
            </p:cNvPr>
            <p:cNvSpPr/>
            <p:nvPr/>
          </p:nvSpPr>
          <p:spPr>
            <a:xfrm>
              <a:off x="23071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6" name="타원 8875">
              <a:extLst>
                <a:ext uri="{FF2B5EF4-FFF2-40B4-BE49-F238E27FC236}">
                  <a16:creationId xmlns:a16="http://schemas.microsoft.com/office/drawing/2014/main" id="{078A4E79-BC65-473B-81E3-4F8193789980}"/>
                </a:ext>
              </a:extLst>
            </p:cNvPr>
            <p:cNvSpPr/>
            <p:nvPr/>
          </p:nvSpPr>
          <p:spPr>
            <a:xfrm>
              <a:off x="24595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7" name="타원 8876">
              <a:extLst>
                <a:ext uri="{FF2B5EF4-FFF2-40B4-BE49-F238E27FC236}">
                  <a16:creationId xmlns:a16="http://schemas.microsoft.com/office/drawing/2014/main" id="{21449DE8-3775-471E-B702-CDAFE5E0E6C3}"/>
                </a:ext>
              </a:extLst>
            </p:cNvPr>
            <p:cNvSpPr/>
            <p:nvPr/>
          </p:nvSpPr>
          <p:spPr>
            <a:xfrm>
              <a:off x="26119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8" name="타원 8877">
              <a:extLst>
                <a:ext uri="{FF2B5EF4-FFF2-40B4-BE49-F238E27FC236}">
                  <a16:creationId xmlns:a16="http://schemas.microsoft.com/office/drawing/2014/main" id="{662A803B-F041-488C-B2A1-C2376561F236}"/>
                </a:ext>
              </a:extLst>
            </p:cNvPr>
            <p:cNvSpPr/>
            <p:nvPr/>
          </p:nvSpPr>
          <p:spPr>
            <a:xfrm>
              <a:off x="27643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79" name="타원 8878">
              <a:extLst>
                <a:ext uri="{FF2B5EF4-FFF2-40B4-BE49-F238E27FC236}">
                  <a16:creationId xmlns:a16="http://schemas.microsoft.com/office/drawing/2014/main" id="{C1BCE2CE-D488-46B7-B6BC-913E811B7B12}"/>
                </a:ext>
              </a:extLst>
            </p:cNvPr>
            <p:cNvSpPr/>
            <p:nvPr/>
          </p:nvSpPr>
          <p:spPr>
            <a:xfrm>
              <a:off x="29167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0" name="타원 8879">
              <a:extLst>
                <a:ext uri="{FF2B5EF4-FFF2-40B4-BE49-F238E27FC236}">
                  <a16:creationId xmlns:a16="http://schemas.microsoft.com/office/drawing/2014/main" id="{29785484-9D3A-44CB-9333-BF766EBDCB2C}"/>
                </a:ext>
              </a:extLst>
            </p:cNvPr>
            <p:cNvSpPr/>
            <p:nvPr/>
          </p:nvSpPr>
          <p:spPr>
            <a:xfrm>
              <a:off x="30691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1" name="타원 8880">
              <a:extLst>
                <a:ext uri="{FF2B5EF4-FFF2-40B4-BE49-F238E27FC236}">
                  <a16:creationId xmlns:a16="http://schemas.microsoft.com/office/drawing/2014/main" id="{02D90FE3-A4FA-4F72-BA0D-7D408D47439C}"/>
                </a:ext>
              </a:extLst>
            </p:cNvPr>
            <p:cNvSpPr/>
            <p:nvPr/>
          </p:nvSpPr>
          <p:spPr>
            <a:xfrm>
              <a:off x="32215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2" name="타원 8881">
              <a:extLst>
                <a:ext uri="{FF2B5EF4-FFF2-40B4-BE49-F238E27FC236}">
                  <a16:creationId xmlns:a16="http://schemas.microsoft.com/office/drawing/2014/main" id="{91548BE4-2FAA-4D3D-B495-A740DEE264ED}"/>
                </a:ext>
              </a:extLst>
            </p:cNvPr>
            <p:cNvSpPr/>
            <p:nvPr/>
          </p:nvSpPr>
          <p:spPr>
            <a:xfrm>
              <a:off x="33739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3" name="타원 8882">
              <a:extLst>
                <a:ext uri="{FF2B5EF4-FFF2-40B4-BE49-F238E27FC236}">
                  <a16:creationId xmlns:a16="http://schemas.microsoft.com/office/drawing/2014/main" id="{0F7AC983-87AF-46A2-9AD9-13B8000B7DE7}"/>
                </a:ext>
              </a:extLst>
            </p:cNvPr>
            <p:cNvSpPr/>
            <p:nvPr/>
          </p:nvSpPr>
          <p:spPr>
            <a:xfrm>
              <a:off x="35263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4" name="타원 8883">
              <a:extLst>
                <a:ext uri="{FF2B5EF4-FFF2-40B4-BE49-F238E27FC236}">
                  <a16:creationId xmlns:a16="http://schemas.microsoft.com/office/drawing/2014/main" id="{5319286F-B0DA-41EA-B024-881649D80F52}"/>
                </a:ext>
              </a:extLst>
            </p:cNvPr>
            <p:cNvSpPr/>
            <p:nvPr/>
          </p:nvSpPr>
          <p:spPr>
            <a:xfrm>
              <a:off x="36787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5" name="타원 8884">
              <a:extLst>
                <a:ext uri="{FF2B5EF4-FFF2-40B4-BE49-F238E27FC236}">
                  <a16:creationId xmlns:a16="http://schemas.microsoft.com/office/drawing/2014/main" id="{07DDBD64-FD1A-434C-8B87-F0A0AE68E740}"/>
                </a:ext>
              </a:extLst>
            </p:cNvPr>
            <p:cNvSpPr/>
            <p:nvPr/>
          </p:nvSpPr>
          <p:spPr>
            <a:xfrm>
              <a:off x="38311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6" name="타원 8885">
              <a:extLst>
                <a:ext uri="{FF2B5EF4-FFF2-40B4-BE49-F238E27FC236}">
                  <a16:creationId xmlns:a16="http://schemas.microsoft.com/office/drawing/2014/main" id="{AC3D04B2-6D10-413A-A0D9-ED7AA7F36E2E}"/>
                </a:ext>
              </a:extLst>
            </p:cNvPr>
            <p:cNvSpPr/>
            <p:nvPr/>
          </p:nvSpPr>
          <p:spPr>
            <a:xfrm>
              <a:off x="39835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7" name="타원 8886">
              <a:extLst>
                <a:ext uri="{FF2B5EF4-FFF2-40B4-BE49-F238E27FC236}">
                  <a16:creationId xmlns:a16="http://schemas.microsoft.com/office/drawing/2014/main" id="{F20CD946-8DEE-425C-A74E-48DFC8318CE2}"/>
                </a:ext>
              </a:extLst>
            </p:cNvPr>
            <p:cNvSpPr/>
            <p:nvPr/>
          </p:nvSpPr>
          <p:spPr>
            <a:xfrm>
              <a:off x="41359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8" name="타원 8887">
              <a:extLst>
                <a:ext uri="{FF2B5EF4-FFF2-40B4-BE49-F238E27FC236}">
                  <a16:creationId xmlns:a16="http://schemas.microsoft.com/office/drawing/2014/main" id="{4497710F-B5A4-45B4-8A30-6AABBA528C55}"/>
                </a:ext>
              </a:extLst>
            </p:cNvPr>
            <p:cNvSpPr/>
            <p:nvPr/>
          </p:nvSpPr>
          <p:spPr>
            <a:xfrm>
              <a:off x="42883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89" name="타원 8888">
              <a:extLst>
                <a:ext uri="{FF2B5EF4-FFF2-40B4-BE49-F238E27FC236}">
                  <a16:creationId xmlns:a16="http://schemas.microsoft.com/office/drawing/2014/main" id="{802A3F2D-BD92-4846-9820-50E2FF604831}"/>
                </a:ext>
              </a:extLst>
            </p:cNvPr>
            <p:cNvSpPr/>
            <p:nvPr/>
          </p:nvSpPr>
          <p:spPr>
            <a:xfrm>
              <a:off x="44407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0" name="타원 8889">
              <a:extLst>
                <a:ext uri="{FF2B5EF4-FFF2-40B4-BE49-F238E27FC236}">
                  <a16:creationId xmlns:a16="http://schemas.microsoft.com/office/drawing/2014/main" id="{D4F9B782-296C-4FEB-9088-375864584980}"/>
                </a:ext>
              </a:extLst>
            </p:cNvPr>
            <p:cNvSpPr/>
            <p:nvPr/>
          </p:nvSpPr>
          <p:spPr>
            <a:xfrm>
              <a:off x="45931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1" name="타원 8890">
              <a:extLst>
                <a:ext uri="{FF2B5EF4-FFF2-40B4-BE49-F238E27FC236}">
                  <a16:creationId xmlns:a16="http://schemas.microsoft.com/office/drawing/2014/main" id="{B7ED8E28-5CF6-48BC-87A5-3E4F5BF85100}"/>
                </a:ext>
              </a:extLst>
            </p:cNvPr>
            <p:cNvSpPr/>
            <p:nvPr/>
          </p:nvSpPr>
          <p:spPr>
            <a:xfrm>
              <a:off x="47455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2" name="타원 8891">
              <a:extLst>
                <a:ext uri="{FF2B5EF4-FFF2-40B4-BE49-F238E27FC236}">
                  <a16:creationId xmlns:a16="http://schemas.microsoft.com/office/drawing/2014/main" id="{E8D2FDC5-A14E-4614-B117-8E1B26B4E2AF}"/>
                </a:ext>
              </a:extLst>
            </p:cNvPr>
            <p:cNvSpPr/>
            <p:nvPr/>
          </p:nvSpPr>
          <p:spPr>
            <a:xfrm>
              <a:off x="48979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3" name="타원 8892">
              <a:extLst>
                <a:ext uri="{FF2B5EF4-FFF2-40B4-BE49-F238E27FC236}">
                  <a16:creationId xmlns:a16="http://schemas.microsoft.com/office/drawing/2014/main" id="{6D7E9436-E5BB-41BB-B209-780F8AB66060}"/>
                </a:ext>
              </a:extLst>
            </p:cNvPr>
            <p:cNvSpPr/>
            <p:nvPr/>
          </p:nvSpPr>
          <p:spPr>
            <a:xfrm>
              <a:off x="50503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4" name="타원 8893">
              <a:extLst>
                <a:ext uri="{FF2B5EF4-FFF2-40B4-BE49-F238E27FC236}">
                  <a16:creationId xmlns:a16="http://schemas.microsoft.com/office/drawing/2014/main" id="{E333D954-9D19-4058-A017-53F5BB3757E0}"/>
                </a:ext>
              </a:extLst>
            </p:cNvPr>
            <p:cNvSpPr/>
            <p:nvPr/>
          </p:nvSpPr>
          <p:spPr>
            <a:xfrm>
              <a:off x="52027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5" name="타원 8894">
              <a:extLst>
                <a:ext uri="{FF2B5EF4-FFF2-40B4-BE49-F238E27FC236}">
                  <a16:creationId xmlns:a16="http://schemas.microsoft.com/office/drawing/2014/main" id="{E0BB62A2-4701-4C4E-84A7-5277EF98C011}"/>
                </a:ext>
              </a:extLst>
            </p:cNvPr>
            <p:cNvSpPr/>
            <p:nvPr/>
          </p:nvSpPr>
          <p:spPr>
            <a:xfrm>
              <a:off x="53551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6" name="타원 8895">
              <a:extLst>
                <a:ext uri="{FF2B5EF4-FFF2-40B4-BE49-F238E27FC236}">
                  <a16:creationId xmlns:a16="http://schemas.microsoft.com/office/drawing/2014/main" id="{52AF987E-E2BF-48DE-B47A-9DB69306DF24}"/>
                </a:ext>
              </a:extLst>
            </p:cNvPr>
            <p:cNvSpPr/>
            <p:nvPr/>
          </p:nvSpPr>
          <p:spPr>
            <a:xfrm>
              <a:off x="55075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7" name="타원 8896">
              <a:extLst>
                <a:ext uri="{FF2B5EF4-FFF2-40B4-BE49-F238E27FC236}">
                  <a16:creationId xmlns:a16="http://schemas.microsoft.com/office/drawing/2014/main" id="{52F76654-5D55-4E38-B517-7BD9718A1155}"/>
                </a:ext>
              </a:extLst>
            </p:cNvPr>
            <p:cNvSpPr/>
            <p:nvPr/>
          </p:nvSpPr>
          <p:spPr>
            <a:xfrm>
              <a:off x="56599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8" name="타원 8897">
              <a:extLst>
                <a:ext uri="{FF2B5EF4-FFF2-40B4-BE49-F238E27FC236}">
                  <a16:creationId xmlns:a16="http://schemas.microsoft.com/office/drawing/2014/main" id="{E18178BD-41B3-4FDF-B17C-50127DBC523D}"/>
                </a:ext>
              </a:extLst>
            </p:cNvPr>
            <p:cNvSpPr/>
            <p:nvPr/>
          </p:nvSpPr>
          <p:spPr>
            <a:xfrm>
              <a:off x="5812349" y="167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99" name="타원 8898">
              <a:extLst>
                <a:ext uri="{FF2B5EF4-FFF2-40B4-BE49-F238E27FC236}">
                  <a16:creationId xmlns:a16="http://schemas.microsoft.com/office/drawing/2014/main" id="{22D8021C-2995-41E0-962E-57D8D663C54B}"/>
                </a:ext>
              </a:extLst>
            </p:cNvPr>
            <p:cNvSpPr/>
            <p:nvPr/>
          </p:nvSpPr>
          <p:spPr>
            <a:xfrm>
              <a:off x="3259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0" name="타원 8899">
              <a:extLst>
                <a:ext uri="{FF2B5EF4-FFF2-40B4-BE49-F238E27FC236}">
                  <a16:creationId xmlns:a16="http://schemas.microsoft.com/office/drawing/2014/main" id="{A588825E-69DD-46AF-8669-1116468F12FA}"/>
                </a:ext>
              </a:extLst>
            </p:cNvPr>
            <p:cNvSpPr/>
            <p:nvPr/>
          </p:nvSpPr>
          <p:spPr>
            <a:xfrm>
              <a:off x="4783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1" name="타원 8900">
              <a:extLst>
                <a:ext uri="{FF2B5EF4-FFF2-40B4-BE49-F238E27FC236}">
                  <a16:creationId xmlns:a16="http://schemas.microsoft.com/office/drawing/2014/main" id="{3C9485D4-14F4-4391-8ED6-D0B10F947D2E}"/>
                </a:ext>
              </a:extLst>
            </p:cNvPr>
            <p:cNvSpPr/>
            <p:nvPr/>
          </p:nvSpPr>
          <p:spPr>
            <a:xfrm>
              <a:off x="6307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2" name="타원 8901">
              <a:extLst>
                <a:ext uri="{FF2B5EF4-FFF2-40B4-BE49-F238E27FC236}">
                  <a16:creationId xmlns:a16="http://schemas.microsoft.com/office/drawing/2014/main" id="{A3296BE7-E1EB-45D9-9174-869E9676C302}"/>
                </a:ext>
              </a:extLst>
            </p:cNvPr>
            <p:cNvSpPr/>
            <p:nvPr/>
          </p:nvSpPr>
          <p:spPr>
            <a:xfrm>
              <a:off x="7831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3" name="타원 8902">
              <a:extLst>
                <a:ext uri="{FF2B5EF4-FFF2-40B4-BE49-F238E27FC236}">
                  <a16:creationId xmlns:a16="http://schemas.microsoft.com/office/drawing/2014/main" id="{192AC718-B5AA-4C22-9F5D-C351ABBCD466}"/>
                </a:ext>
              </a:extLst>
            </p:cNvPr>
            <p:cNvSpPr/>
            <p:nvPr/>
          </p:nvSpPr>
          <p:spPr>
            <a:xfrm>
              <a:off x="9355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4" name="타원 8903">
              <a:extLst>
                <a:ext uri="{FF2B5EF4-FFF2-40B4-BE49-F238E27FC236}">
                  <a16:creationId xmlns:a16="http://schemas.microsoft.com/office/drawing/2014/main" id="{D86BA83D-5A1A-4D93-B73E-41AF2F47FD84}"/>
                </a:ext>
              </a:extLst>
            </p:cNvPr>
            <p:cNvSpPr/>
            <p:nvPr/>
          </p:nvSpPr>
          <p:spPr>
            <a:xfrm>
              <a:off x="10879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5" name="타원 8904">
              <a:extLst>
                <a:ext uri="{FF2B5EF4-FFF2-40B4-BE49-F238E27FC236}">
                  <a16:creationId xmlns:a16="http://schemas.microsoft.com/office/drawing/2014/main" id="{901CBCF0-28AA-4906-82F0-BB1A28993839}"/>
                </a:ext>
              </a:extLst>
            </p:cNvPr>
            <p:cNvSpPr/>
            <p:nvPr/>
          </p:nvSpPr>
          <p:spPr>
            <a:xfrm>
              <a:off x="12403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6" name="타원 8905">
              <a:extLst>
                <a:ext uri="{FF2B5EF4-FFF2-40B4-BE49-F238E27FC236}">
                  <a16:creationId xmlns:a16="http://schemas.microsoft.com/office/drawing/2014/main" id="{5D697B05-6431-473A-BFBB-4D1D1959857C}"/>
                </a:ext>
              </a:extLst>
            </p:cNvPr>
            <p:cNvSpPr/>
            <p:nvPr/>
          </p:nvSpPr>
          <p:spPr>
            <a:xfrm>
              <a:off x="13927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7" name="타원 8906">
              <a:extLst>
                <a:ext uri="{FF2B5EF4-FFF2-40B4-BE49-F238E27FC236}">
                  <a16:creationId xmlns:a16="http://schemas.microsoft.com/office/drawing/2014/main" id="{FA375DCF-5F09-409B-A4AC-8FDA8C9A266E}"/>
                </a:ext>
              </a:extLst>
            </p:cNvPr>
            <p:cNvSpPr/>
            <p:nvPr/>
          </p:nvSpPr>
          <p:spPr>
            <a:xfrm>
              <a:off x="15451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8" name="타원 8907">
              <a:extLst>
                <a:ext uri="{FF2B5EF4-FFF2-40B4-BE49-F238E27FC236}">
                  <a16:creationId xmlns:a16="http://schemas.microsoft.com/office/drawing/2014/main" id="{5CBC5461-8814-4DDB-AC53-56E6E9425F2F}"/>
                </a:ext>
              </a:extLst>
            </p:cNvPr>
            <p:cNvSpPr/>
            <p:nvPr/>
          </p:nvSpPr>
          <p:spPr>
            <a:xfrm>
              <a:off x="16975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09" name="타원 8908">
              <a:extLst>
                <a:ext uri="{FF2B5EF4-FFF2-40B4-BE49-F238E27FC236}">
                  <a16:creationId xmlns:a16="http://schemas.microsoft.com/office/drawing/2014/main" id="{19D72902-60E5-4227-AF03-2AC64165F4CE}"/>
                </a:ext>
              </a:extLst>
            </p:cNvPr>
            <p:cNvSpPr/>
            <p:nvPr/>
          </p:nvSpPr>
          <p:spPr>
            <a:xfrm>
              <a:off x="18499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0" name="타원 8909">
              <a:extLst>
                <a:ext uri="{FF2B5EF4-FFF2-40B4-BE49-F238E27FC236}">
                  <a16:creationId xmlns:a16="http://schemas.microsoft.com/office/drawing/2014/main" id="{979ABA0C-BECC-416F-BA7B-8DC97703BDCC}"/>
                </a:ext>
              </a:extLst>
            </p:cNvPr>
            <p:cNvSpPr/>
            <p:nvPr/>
          </p:nvSpPr>
          <p:spPr>
            <a:xfrm>
              <a:off x="20023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1" name="타원 8910">
              <a:extLst>
                <a:ext uri="{FF2B5EF4-FFF2-40B4-BE49-F238E27FC236}">
                  <a16:creationId xmlns:a16="http://schemas.microsoft.com/office/drawing/2014/main" id="{3358A09A-078F-4518-A47C-57E54E9CB904}"/>
                </a:ext>
              </a:extLst>
            </p:cNvPr>
            <p:cNvSpPr/>
            <p:nvPr/>
          </p:nvSpPr>
          <p:spPr>
            <a:xfrm>
              <a:off x="21547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2" name="타원 8911">
              <a:extLst>
                <a:ext uri="{FF2B5EF4-FFF2-40B4-BE49-F238E27FC236}">
                  <a16:creationId xmlns:a16="http://schemas.microsoft.com/office/drawing/2014/main" id="{3246B33E-D17A-4078-BA82-08799DF7534A}"/>
                </a:ext>
              </a:extLst>
            </p:cNvPr>
            <p:cNvSpPr/>
            <p:nvPr/>
          </p:nvSpPr>
          <p:spPr>
            <a:xfrm>
              <a:off x="23071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3" name="타원 8912">
              <a:extLst>
                <a:ext uri="{FF2B5EF4-FFF2-40B4-BE49-F238E27FC236}">
                  <a16:creationId xmlns:a16="http://schemas.microsoft.com/office/drawing/2014/main" id="{8D7F41C4-8A97-4BC0-B655-EEA9B115278F}"/>
                </a:ext>
              </a:extLst>
            </p:cNvPr>
            <p:cNvSpPr/>
            <p:nvPr/>
          </p:nvSpPr>
          <p:spPr>
            <a:xfrm>
              <a:off x="24595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4" name="타원 8913">
              <a:extLst>
                <a:ext uri="{FF2B5EF4-FFF2-40B4-BE49-F238E27FC236}">
                  <a16:creationId xmlns:a16="http://schemas.microsoft.com/office/drawing/2014/main" id="{F973842F-45F5-461A-9DA5-4626401224F3}"/>
                </a:ext>
              </a:extLst>
            </p:cNvPr>
            <p:cNvSpPr/>
            <p:nvPr/>
          </p:nvSpPr>
          <p:spPr>
            <a:xfrm>
              <a:off x="26119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5" name="타원 8914">
              <a:extLst>
                <a:ext uri="{FF2B5EF4-FFF2-40B4-BE49-F238E27FC236}">
                  <a16:creationId xmlns:a16="http://schemas.microsoft.com/office/drawing/2014/main" id="{C2BD98AA-2A96-421A-928F-61C96067FE3E}"/>
                </a:ext>
              </a:extLst>
            </p:cNvPr>
            <p:cNvSpPr/>
            <p:nvPr/>
          </p:nvSpPr>
          <p:spPr>
            <a:xfrm>
              <a:off x="27643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6" name="타원 8915">
              <a:extLst>
                <a:ext uri="{FF2B5EF4-FFF2-40B4-BE49-F238E27FC236}">
                  <a16:creationId xmlns:a16="http://schemas.microsoft.com/office/drawing/2014/main" id="{82BCB72F-1BD9-450C-944D-E150A0BFED6B}"/>
                </a:ext>
              </a:extLst>
            </p:cNvPr>
            <p:cNvSpPr/>
            <p:nvPr/>
          </p:nvSpPr>
          <p:spPr>
            <a:xfrm>
              <a:off x="29167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7" name="타원 8916">
              <a:extLst>
                <a:ext uri="{FF2B5EF4-FFF2-40B4-BE49-F238E27FC236}">
                  <a16:creationId xmlns:a16="http://schemas.microsoft.com/office/drawing/2014/main" id="{13764AB8-9035-48A5-8483-1488E9232AA1}"/>
                </a:ext>
              </a:extLst>
            </p:cNvPr>
            <p:cNvSpPr/>
            <p:nvPr/>
          </p:nvSpPr>
          <p:spPr>
            <a:xfrm>
              <a:off x="30691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8" name="타원 8917">
              <a:extLst>
                <a:ext uri="{FF2B5EF4-FFF2-40B4-BE49-F238E27FC236}">
                  <a16:creationId xmlns:a16="http://schemas.microsoft.com/office/drawing/2014/main" id="{4516D5BB-90CC-4092-A7A2-6BF3B82B907F}"/>
                </a:ext>
              </a:extLst>
            </p:cNvPr>
            <p:cNvSpPr/>
            <p:nvPr/>
          </p:nvSpPr>
          <p:spPr>
            <a:xfrm>
              <a:off x="32215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19" name="타원 8918">
              <a:extLst>
                <a:ext uri="{FF2B5EF4-FFF2-40B4-BE49-F238E27FC236}">
                  <a16:creationId xmlns:a16="http://schemas.microsoft.com/office/drawing/2014/main" id="{9953B77F-CD8A-47F8-B554-FA2EF1F49D28}"/>
                </a:ext>
              </a:extLst>
            </p:cNvPr>
            <p:cNvSpPr/>
            <p:nvPr/>
          </p:nvSpPr>
          <p:spPr>
            <a:xfrm>
              <a:off x="33739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0" name="타원 8919">
              <a:extLst>
                <a:ext uri="{FF2B5EF4-FFF2-40B4-BE49-F238E27FC236}">
                  <a16:creationId xmlns:a16="http://schemas.microsoft.com/office/drawing/2014/main" id="{087CB36E-CF60-454D-9A27-38F56D58E88B}"/>
                </a:ext>
              </a:extLst>
            </p:cNvPr>
            <p:cNvSpPr/>
            <p:nvPr/>
          </p:nvSpPr>
          <p:spPr>
            <a:xfrm>
              <a:off x="35263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1" name="타원 8920">
              <a:extLst>
                <a:ext uri="{FF2B5EF4-FFF2-40B4-BE49-F238E27FC236}">
                  <a16:creationId xmlns:a16="http://schemas.microsoft.com/office/drawing/2014/main" id="{E84E3098-4CAE-43A4-83AD-07F9355CAE31}"/>
                </a:ext>
              </a:extLst>
            </p:cNvPr>
            <p:cNvSpPr/>
            <p:nvPr/>
          </p:nvSpPr>
          <p:spPr>
            <a:xfrm>
              <a:off x="36787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2" name="타원 8921">
              <a:extLst>
                <a:ext uri="{FF2B5EF4-FFF2-40B4-BE49-F238E27FC236}">
                  <a16:creationId xmlns:a16="http://schemas.microsoft.com/office/drawing/2014/main" id="{88EFE040-9B54-49D7-96EF-9CFFCE72F8FD}"/>
                </a:ext>
              </a:extLst>
            </p:cNvPr>
            <p:cNvSpPr/>
            <p:nvPr/>
          </p:nvSpPr>
          <p:spPr>
            <a:xfrm>
              <a:off x="38311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3" name="타원 8922">
              <a:extLst>
                <a:ext uri="{FF2B5EF4-FFF2-40B4-BE49-F238E27FC236}">
                  <a16:creationId xmlns:a16="http://schemas.microsoft.com/office/drawing/2014/main" id="{36F46BC9-B1C3-4A29-99AC-F713A6D29474}"/>
                </a:ext>
              </a:extLst>
            </p:cNvPr>
            <p:cNvSpPr/>
            <p:nvPr/>
          </p:nvSpPr>
          <p:spPr>
            <a:xfrm>
              <a:off x="39835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4" name="타원 8923">
              <a:extLst>
                <a:ext uri="{FF2B5EF4-FFF2-40B4-BE49-F238E27FC236}">
                  <a16:creationId xmlns:a16="http://schemas.microsoft.com/office/drawing/2014/main" id="{B48FBCE9-905C-4BAE-B2F0-8A4659909919}"/>
                </a:ext>
              </a:extLst>
            </p:cNvPr>
            <p:cNvSpPr/>
            <p:nvPr/>
          </p:nvSpPr>
          <p:spPr>
            <a:xfrm>
              <a:off x="41359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5" name="타원 8924">
              <a:extLst>
                <a:ext uri="{FF2B5EF4-FFF2-40B4-BE49-F238E27FC236}">
                  <a16:creationId xmlns:a16="http://schemas.microsoft.com/office/drawing/2014/main" id="{52A1817F-C828-4A93-BB55-D1CCAF962633}"/>
                </a:ext>
              </a:extLst>
            </p:cNvPr>
            <p:cNvSpPr/>
            <p:nvPr/>
          </p:nvSpPr>
          <p:spPr>
            <a:xfrm>
              <a:off x="42883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6" name="타원 8925">
              <a:extLst>
                <a:ext uri="{FF2B5EF4-FFF2-40B4-BE49-F238E27FC236}">
                  <a16:creationId xmlns:a16="http://schemas.microsoft.com/office/drawing/2014/main" id="{BD8FAEF5-9BDA-4FA3-8F0A-14722B7A5263}"/>
                </a:ext>
              </a:extLst>
            </p:cNvPr>
            <p:cNvSpPr/>
            <p:nvPr/>
          </p:nvSpPr>
          <p:spPr>
            <a:xfrm>
              <a:off x="44407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7" name="타원 8926">
              <a:extLst>
                <a:ext uri="{FF2B5EF4-FFF2-40B4-BE49-F238E27FC236}">
                  <a16:creationId xmlns:a16="http://schemas.microsoft.com/office/drawing/2014/main" id="{9608F176-7004-4734-93B2-6BE6DD4536A5}"/>
                </a:ext>
              </a:extLst>
            </p:cNvPr>
            <p:cNvSpPr/>
            <p:nvPr/>
          </p:nvSpPr>
          <p:spPr>
            <a:xfrm>
              <a:off x="45931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8" name="타원 8927">
              <a:extLst>
                <a:ext uri="{FF2B5EF4-FFF2-40B4-BE49-F238E27FC236}">
                  <a16:creationId xmlns:a16="http://schemas.microsoft.com/office/drawing/2014/main" id="{344401B3-51F6-4073-BBFF-7BC21B503D63}"/>
                </a:ext>
              </a:extLst>
            </p:cNvPr>
            <p:cNvSpPr/>
            <p:nvPr/>
          </p:nvSpPr>
          <p:spPr>
            <a:xfrm>
              <a:off x="47455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29" name="타원 8928">
              <a:extLst>
                <a:ext uri="{FF2B5EF4-FFF2-40B4-BE49-F238E27FC236}">
                  <a16:creationId xmlns:a16="http://schemas.microsoft.com/office/drawing/2014/main" id="{B106A989-51B2-4CD1-AF2C-D36315FDDA4B}"/>
                </a:ext>
              </a:extLst>
            </p:cNvPr>
            <p:cNvSpPr/>
            <p:nvPr/>
          </p:nvSpPr>
          <p:spPr>
            <a:xfrm>
              <a:off x="48979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0" name="타원 8929">
              <a:extLst>
                <a:ext uri="{FF2B5EF4-FFF2-40B4-BE49-F238E27FC236}">
                  <a16:creationId xmlns:a16="http://schemas.microsoft.com/office/drawing/2014/main" id="{D0B47D6F-9AF0-45E7-99B4-2591C3A8D9D3}"/>
                </a:ext>
              </a:extLst>
            </p:cNvPr>
            <p:cNvSpPr/>
            <p:nvPr/>
          </p:nvSpPr>
          <p:spPr>
            <a:xfrm>
              <a:off x="50503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1" name="타원 8930">
              <a:extLst>
                <a:ext uri="{FF2B5EF4-FFF2-40B4-BE49-F238E27FC236}">
                  <a16:creationId xmlns:a16="http://schemas.microsoft.com/office/drawing/2014/main" id="{CB431C5D-61C7-4980-9C7B-1404B52F1099}"/>
                </a:ext>
              </a:extLst>
            </p:cNvPr>
            <p:cNvSpPr/>
            <p:nvPr/>
          </p:nvSpPr>
          <p:spPr>
            <a:xfrm>
              <a:off x="52027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2" name="타원 8931">
              <a:extLst>
                <a:ext uri="{FF2B5EF4-FFF2-40B4-BE49-F238E27FC236}">
                  <a16:creationId xmlns:a16="http://schemas.microsoft.com/office/drawing/2014/main" id="{AAD35E89-6BB8-4CC2-84E7-DDE0BD45D8AD}"/>
                </a:ext>
              </a:extLst>
            </p:cNvPr>
            <p:cNvSpPr/>
            <p:nvPr/>
          </p:nvSpPr>
          <p:spPr>
            <a:xfrm>
              <a:off x="53551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3" name="타원 8932">
              <a:extLst>
                <a:ext uri="{FF2B5EF4-FFF2-40B4-BE49-F238E27FC236}">
                  <a16:creationId xmlns:a16="http://schemas.microsoft.com/office/drawing/2014/main" id="{B3CA4D9D-1DBA-459B-B145-2F422234FD24}"/>
                </a:ext>
              </a:extLst>
            </p:cNvPr>
            <p:cNvSpPr/>
            <p:nvPr/>
          </p:nvSpPr>
          <p:spPr>
            <a:xfrm>
              <a:off x="55075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4" name="타원 8933">
              <a:extLst>
                <a:ext uri="{FF2B5EF4-FFF2-40B4-BE49-F238E27FC236}">
                  <a16:creationId xmlns:a16="http://schemas.microsoft.com/office/drawing/2014/main" id="{53920C50-BD0F-46AC-9791-3B47E25242A5}"/>
                </a:ext>
              </a:extLst>
            </p:cNvPr>
            <p:cNvSpPr/>
            <p:nvPr/>
          </p:nvSpPr>
          <p:spPr>
            <a:xfrm>
              <a:off x="56599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5" name="타원 8934">
              <a:extLst>
                <a:ext uri="{FF2B5EF4-FFF2-40B4-BE49-F238E27FC236}">
                  <a16:creationId xmlns:a16="http://schemas.microsoft.com/office/drawing/2014/main" id="{818F5D9E-981C-4DF7-B8C8-0EB5D94850BF}"/>
                </a:ext>
              </a:extLst>
            </p:cNvPr>
            <p:cNvSpPr/>
            <p:nvPr/>
          </p:nvSpPr>
          <p:spPr>
            <a:xfrm>
              <a:off x="5812349" y="182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6" name="타원 8935">
              <a:extLst>
                <a:ext uri="{FF2B5EF4-FFF2-40B4-BE49-F238E27FC236}">
                  <a16:creationId xmlns:a16="http://schemas.microsoft.com/office/drawing/2014/main" id="{3720495E-7404-4B1D-BE48-8AB7EC84A371}"/>
                </a:ext>
              </a:extLst>
            </p:cNvPr>
            <p:cNvSpPr/>
            <p:nvPr/>
          </p:nvSpPr>
          <p:spPr>
            <a:xfrm>
              <a:off x="3259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7" name="타원 8936">
              <a:extLst>
                <a:ext uri="{FF2B5EF4-FFF2-40B4-BE49-F238E27FC236}">
                  <a16:creationId xmlns:a16="http://schemas.microsoft.com/office/drawing/2014/main" id="{8C7F2C55-3044-48CB-B498-3CB45F1AC568}"/>
                </a:ext>
              </a:extLst>
            </p:cNvPr>
            <p:cNvSpPr/>
            <p:nvPr/>
          </p:nvSpPr>
          <p:spPr>
            <a:xfrm>
              <a:off x="4783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8" name="타원 8937">
              <a:extLst>
                <a:ext uri="{FF2B5EF4-FFF2-40B4-BE49-F238E27FC236}">
                  <a16:creationId xmlns:a16="http://schemas.microsoft.com/office/drawing/2014/main" id="{A8C2AB5A-76ED-43C1-A114-90D40640102D}"/>
                </a:ext>
              </a:extLst>
            </p:cNvPr>
            <p:cNvSpPr/>
            <p:nvPr/>
          </p:nvSpPr>
          <p:spPr>
            <a:xfrm>
              <a:off x="6307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39" name="타원 8938">
              <a:extLst>
                <a:ext uri="{FF2B5EF4-FFF2-40B4-BE49-F238E27FC236}">
                  <a16:creationId xmlns:a16="http://schemas.microsoft.com/office/drawing/2014/main" id="{4E0EB405-3827-4076-AD6C-67E939F70522}"/>
                </a:ext>
              </a:extLst>
            </p:cNvPr>
            <p:cNvSpPr/>
            <p:nvPr/>
          </p:nvSpPr>
          <p:spPr>
            <a:xfrm>
              <a:off x="7831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0" name="타원 8939">
              <a:extLst>
                <a:ext uri="{FF2B5EF4-FFF2-40B4-BE49-F238E27FC236}">
                  <a16:creationId xmlns:a16="http://schemas.microsoft.com/office/drawing/2014/main" id="{F69811BB-EB3F-49EE-95D4-A90F5F2072E1}"/>
                </a:ext>
              </a:extLst>
            </p:cNvPr>
            <p:cNvSpPr/>
            <p:nvPr/>
          </p:nvSpPr>
          <p:spPr>
            <a:xfrm>
              <a:off x="9355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1" name="타원 8940">
              <a:extLst>
                <a:ext uri="{FF2B5EF4-FFF2-40B4-BE49-F238E27FC236}">
                  <a16:creationId xmlns:a16="http://schemas.microsoft.com/office/drawing/2014/main" id="{40383396-515D-418B-9CED-2321A1BF36F9}"/>
                </a:ext>
              </a:extLst>
            </p:cNvPr>
            <p:cNvSpPr/>
            <p:nvPr/>
          </p:nvSpPr>
          <p:spPr>
            <a:xfrm>
              <a:off x="10879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2" name="타원 8941">
              <a:extLst>
                <a:ext uri="{FF2B5EF4-FFF2-40B4-BE49-F238E27FC236}">
                  <a16:creationId xmlns:a16="http://schemas.microsoft.com/office/drawing/2014/main" id="{3D0DD501-C62E-4063-9D81-DCB255D32A26}"/>
                </a:ext>
              </a:extLst>
            </p:cNvPr>
            <p:cNvSpPr/>
            <p:nvPr/>
          </p:nvSpPr>
          <p:spPr>
            <a:xfrm>
              <a:off x="12403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3" name="타원 8942">
              <a:extLst>
                <a:ext uri="{FF2B5EF4-FFF2-40B4-BE49-F238E27FC236}">
                  <a16:creationId xmlns:a16="http://schemas.microsoft.com/office/drawing/2014/main" id="{FC9D1CEA-CA7E-475F-B059-DFCDDF274296}"/>
                </a:ext>
              </a:extLst>
            </p:cNvPr>
            <p:cNvSpPr/>
            <p:nvPr/>
          </p:nvSpPr>
          <p:spPr>
            <a:xfrm>
              <a:off x="13927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4" name="타원 8943">
              <a:extLst>
                <a:ext uri="{FF2B5EF4-FFF2-40B4-BE49-F238E27FC236}">
                  <a16:creationId xmlns:a16="http://schemas.microsoft.com/office/drawing/2014/main" id="{9CFC663C-BE36-4890-AA34-E4DB207284F7}"/>
                </a:ext>
              </a:extLst>
            </p:cNvPr>
            <p:cNvSpPr/>
            <p:nvPr/>
          </p:nvSpPr>
          <p:spPr>
            <a:xfrm>
              <a:off x="15451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5" name="타원 8944">
              <a:extLst>
                <a:ext uri="{FF2B5EF4-FFF2-40B4-BE49-F238E27FC236}">
                  <a16:creationId xmlns:a16="http://schemas.microsoft.com/office/drawing/2014/main" id="{44125833-8F7C-4CFB-BE2B-AB4F46B5CEAD}"/>
                </a:ext>
              </a:extLst>
            </p:cNvPr>
            <p:cNvSpPr/>
            <p:nvPr/>
          </p:nvSpPr>
          <p:spPr>
            <a:xfrm>
              <a:off x="16975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6" name="타원 8945">
              <a:extLst>
                <a:ext uri="{FF2B5EF4-FFF2-40B4-BE49-F238E27FC236}">
                  <a16:creationId xmlns:a16="http://schemas.microsoft.com/office/drawing/2014/main" id="{48C9C871-A61C-4F18-BB10-14640CDF8A04}"/>
                </a:ext>
              </a:extLst>
            </p:cNvPr>
            <p:cNvSpPr/>
            <p:nvPr/>
          </p:nvSpPr>
          <p:spPr>
            <a:xfrm>
              <a:off x="18499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7" name="타원 8946">
              <a:extLst>
                <a:ext uri="{FF2B5EF4-FFF2-40B4-BE49-F238E27FC236}">
                  <a16:creationId xmlns:a16="http://schemas.microsoft.com/office/drawing/2014/main" id="{064A9A06-E164-40DC-8568-92A6B294CC18}"/>
                </a:ext>
              </a:extLst>
            </p:cNvPr>
            <p:cNvSpPr/>
            <p:nvPr/>
          </p:nvSpPr>
          <p:spPr>
            <a:xfrm>
              <a:off x="20023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8" name="타원 8947">
              <a:extLst>
                <a:ext uri="{FF2B5EF4-FFF2-40B4-BE49-F238E27FC236}">
                  <a16:creationId xmlns:a16="http://schemas.microsoft.com/office/drawing/2014/main" id="{DD882BA9-BFEC-4991-92A5-15BE6DA955B2}"/>
                </a:ext>
              </a:extLst>
            </p:cNvPr>
            <p:cNvSpPr/>
            <p:nvPr/>
          </p:nvSpPr>
          <p:spPr>
            <a:xfrm>
              <a:off x="21547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49" name="타원 8948">
              <a:extLst>
                <a:ext uri="{FF2B5EF4-FFF2-40B4-BE49-F238E27FC236}">
                  <a16:creationId xmlns:a16="http://schemas.microsoft.com/office/drawing/2014/main" id="{21749B23-05D2-4B6F-A384-04BAD71A5393}"/>
                </a:ext>
              </a:extLst>
            </p:cNvPr>
            <p:cNvSpPr/>
            <p:nvPr/>
          </p:nvSpPr>
          <p:spPr>
            <a:xfrm>
              <a:off x="23071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0" name="타원 8949">
              <a:extLst>
                <a:ext uri="{FF2B5EF4-FFF2-40B4-BE49-F238E27FC236}">
                  <a16:creationId xmlns:a16="http://schemas.microsoft.com/office/drawing/2014/main" id="{7C776C29-7A41-4263-8D68-7D2D3C78A0C5}"/>
                </a:ext>
              </a:extLst>
            </p:cNvPr>
            <p:cNvSpPr/>
            <p:nvPr/>
          </p:nvSpPr>
          <p:spPr>
            <a:xfrm>
              <a:off x="24595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1" name="타원 8950">
              <a:extLst>
                <a:ext uri="{FF2B5EF4-FFF2-40B4-BE49-F238E27FC236}">
                  <a16:creationId xmlns:a16="http://schemas.microsoft.com/office/drawing/2014/main" id="{E8E803DF-CA52-453D-9286-B1C6A63A22EA}"/>
                </a:ext>
              </a:extLst>
            </p:cNvPr>
            <p:cNvSpPr/>
            <p:nvPr/>
          </p:nvSpPr>
          <p:spPr>
            <a:xfrm>
              <a:off x="26119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2" name="타원 8951">
              <a:extLst>
                <a:ext uri="{FF2B5EF4-FFF2-40B4-BE49-F238E27FC236}">
                  <a16:creationId xmlns:a16="http://schemas.microsoft.com/office/drawing/2014/main" id="{70194E98-065E-4FDB-B831-720B58D9BCEF}"/>
                </a:ext>
              </a:extLst>
            </p:cNvPr>
            <p:cNvSpPr/>
            <p:nvPr/>
          </p:nvSpPr>
          <p:spPr>
            <a:xfrm>
              <a:off x="27643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3" name="타원 8952">
              <a:extLst>
                <a:ext uri="{FF2B5EF4-FFF2-40B4-BE49-F238E27FC236}">
                  <a16:creationId xmlns:a16="http://schemas.microsoft.com/office/drawing/2014/main" id="{936ECDA6-7C00-4D34-9204-0E4D8D6F95D6}"/>
                </a:ext>
              </a:extLst>
            </p:cNvPr>
            <p:cNvSpPr/>
            <p:nvPr/>
          </p:nvSpPr>
          <p:spPr>
            <a:xfrm>
              <a:off x="29167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4" name="타원 8953">
              <a:extLst>
                <a:ext uri="{FF2B5EF4-FFF2-40B4-BE49-F238E27FC236}">
                  <a16:creationId xmlns:a16="http://schemas.microsoft.com/office/drawing/2014/main" id="{9B3956C3-506A-41AE-81AB-248E4D573DAC}"/>
                </a:ext>
              </a:extLst>
            </p:cNvPr>
            <p:cNvSpPr/>
            <p:nvPr/>
          </p:nvSpPr>
          <p:spPr>
            <a:xfrm>
              <a:off x="30691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5" name="타원 8954">
              <a:extLst>
                <a:ext uri="{FF2B5EF4-FFF2-40B4-BE49-F238E27FC236}">
                  <a16:creationId xmlns:a16="http://schemas.microsoft.com/office/drawing/2014/main" id="{BAA5E802-5E40-485F-9230-7A7BA837490E}"/>
                </a:ext>
              </a:extLst>
            </p:cNvPr>
            <p:cNvSpPr/>
            <p:nvPr/>
          </p:nvSpPr>
          <p:spPr>
            <a:xfrm>
              <a:off x="32215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6" name="타원 8955">
              <a:extLst>
                <a:ext uri="{FF2B5EF4-FFF2-40B4-BE49-F238E27FC236}">
                  <a16:creationId xmlns:a16="http://schemas.microsoft.com/office/drawing/2014/main" id="{ECA90BC1-104A-4F3A-9AAF-E2F639B2845A}"/>
                </a:ext>
              </a:extLst>
            </p:cNvPr>
            <p:cNvSpPr/>
            <p:nvPr/>
          </p:nvSpPr>
          <p:spPr>
            <a:xfrm>
              <a:off x="33739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7" name="타원 8956">
              <a:extLst>
                <a:ext uri="{FF2B5EF4-FFF2-40B4-BE49-F238E27FC236}">
                  <a16:creationId xmlns:a16="http://schemas.microsoft.com/office/drawing/2014/main" id="{2D4C0B21-89CF-40C3-9C7F-11EF99E943A7}"/>
                </a:ext>
              </a:extLst>
            </p:cNvPr>
            <p:cNvSpPr/>
            <p:nvPr/>
          </p:nvSpPr>
          <p:spPr>
            <a:xfrm>
              <a:off x="35263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8" name="타원 8957">
              <a:extLst>
                <a:ext uri="{FF2B5EF4-FFF2-40B4-BE49-F238E27FC236}">
                  <a16:creationId xmlns:a16="http://schemas.microsoft.com/office/drawing/2014/main" id="{6A682439-ACE1-4BF8-A63D-7FA8A89ACE55}"/>
                </a:ext>
              </a:extLst>
            </p:cNvPr>
            <p:cNvSpPr/>
            <p:nvPr/>
          </p:nvSpPr>
          <p:spPr>
            <a:xfrm>
              <a:off x="36787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59" name="타원 8958">
              <a:extLst>
                <a:ext uri="{FF2B5EF4-FFF2-40B4-BE49-F238E27FC236}">
                  <a16:creationId xmlns:a16="http://schemas.microsoft.com/office/drawing/2014/main" id="{EBD89E47-D913-435A-BB1C-FC0BADFCAEFC}"/>
                </a:ext>
              </a:extLst>
            </p:cNvPr>
            <p:cNvSpPr/>
            <p:nvPr/>
          </p:nvSpPr>
          <p:spPr>
            <a:xfrm>
              <a:off x="38311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0" name="타원 8959">
              <a:extLst>
                <a:ext uri="{FF2B5EF4-FFF2-40B4-BE49-F238E27FC236}">
                  <a16:creationId xmlns:a16="http://schemas.microsoft.com/office/drawing/2014/main" id="{16AC5F7A-603A-48F4-9D72-C892586942F3}"/>
                </a:ext>
              </a:extLst>
            </p:cNvPr>
            <p:cNvSpPr/>
            <p:nvPr/>
          </p:nvSpPr>
          <p:spPr>
            <a:xfrm>
              <a:off x="39835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1" name="타원 8960">
              <a:extLst>
                <a:ext uri="{FF2B5EF4-FFF2-40B4-BE49-F238E27FC236}">
                  <a16:creationId xmlns:a16="http://schemas.microsoft.com/office/drawing/2014/main" id="{086DFDD8-1243-4E82-9E6A-5630E7EF3557}"/>
                </a:ext>
              </a:extLst>
            </p:cNvPr>
            <p:cNvSpPr/>
            <p:nvPr/>
          </p:nvSpPr>
          <p:spPr>
            <a:xfrm>
              <a:off x="41359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2" name="타원 8961">
              <a:extLst>
                <a:ext uri="{FF2B5EF4-FFF2-40B4-BE49-F238E27FC236}">
                  <a16:creationId xmlns:a16="http://schemas.microsoft.com/office/drawing/2014/main" id="{F36D5A2E-03D7-4238-BC64-2DCB0B29682B}"/>
                </a:ext>
              </a:extLst>
            </p:cNvPr>
            <p:cNvSpPr/>
            <p:nvPr/>
          </p:nvSpPr>
          <p:spPr>
            <a:xfrm>
              <a:off x="42883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3" name="타원 8962">
              <a:extLst>
                <a:ext uri="{FF2B5EF4-FFF2-40B4-BE49-F238E27FC236}">
                  <a16:creationId xmlns:a16="http://schemas.microsoft.com/office/drawing/2014/main" id="{4D384D5E-2E15-47F7-990D-D9034AAE2F64}"/>
                </a:ext>
              </a:extLst>
            </p:cNvPr>
            <p:cNvSpPr/>
            <p:nvPr/>
          </p:nvSpPr>
          <p:spPr>
            <a:xfrm>
              <a:off x="44407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4" name="타원 8963">
              <a:extLst>
                <a:ext uri="{FF2B5EF4-FFF2-40B4-BE49-F238E27FC236}">
                  <a16:creationId xmlns:a16="http://schemas.microsoft.com/office/drawing/2014/main" id="{E915D7D6-1D71-4C52-9A19-FCE07304BF5C}"/>
                </a:ext>
              </a:extLst>
            </p:cNvPr>
            <p:cNvSpPr/>
            <p:nvPr/>
          </p:nvSpPr>
          <p:spPr>
            <a:xfrm>
              <a:off x="45931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5" name="타원 8964">
              <a:extLst>
                <a:ext uri="{FF2B5EF4-FFF2-40B4-BE49-F238E27FC236}">
                  <a16:creationId xmlns:a16="http://schemas.microsoft.com/office/drawing/2014/main" id="{20EBBE2B-64E1-4474-A9CD-0C687416A7A7}"/>
                </a:ext>
              </a:extLst>
            </p:cNvPr>
            <p:cNvSpPr/>
            <p:nvPr/>
          </p:nvSpPr>
          <p:spPr>
            <a:xfrm>
              <a:off x="47455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6" name="타원 8965">
              <a:extLst>
                <a:ext uri="{FF2B5EF4-FFF2-40B4-BE49-F238E27FC236}">
                  <a16:creationId xmlns:a16="http://schemas.microsoft.com/office/drawing/2014/main" id="{447E6A81-F911-4B01-98D3-7C9217D5F74D}"/>
                </a:ext>
              </a:extLst>
            </p:cNvPr>
            <p:cNvSpPr/>
            <p:nvPr/>
          </p:nvSpPr>
          <p:spPr>
            <a:xfrm>
              <a:off x="48979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7" name="타원 8966">
              <a:extLst>
                <a:ext uri="{FF2B5EF4-FFF2-40B4-BE49-F238E27FC236}">
                  <a16:creationId xmlns:a16="http://schemas.microsoft.com/office/drawing/2014/main" id="{A1500749-84DB-42AF-82C2-0EC2A89205A0}"/>
                </a:ext>
              </a:extLst>
            </p:cNvPr>
            <p:cNvSpPr/>
            <p:nvPr/>
          </p:nvSpPr>
          <p:spPr>
            <a:xfrm>
              <a:off x="50503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8" name="타원 8967">
              <a:extLst>
                <a:ext uri="{FF2B5EF4-FFF2-40B4-BE49-F238E27FC236}">
                  <a16:creationId xmlns:a16="http://schemas.microsoft.com/office/drawing/2014/main" id="{35E71B81-7610-4076-A82D-C699746E1650}"/>
                </a:ext>
              </a:extLst>
            </p:cNvPr>
            <p:cNvSpPr/>
            <p:nvPr/>
          </p:nvSpPr>
          <p:spPr>
            <a:xfrm>
              <a:off x="52027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69" name="타원 8968">
              <a:extLst>
                <a:ext uri="{FF2B5EF4-FFF2-40B4-BE49-F238E27FC236}">
                  <a16:creationId xmlns:a16="http://schemas.microsoft.com/office/drawing/2014/main" id="{7D2463A8-F303-4AEB-BAE6-72C7D44CFEEF}"/>
                </a:ext>
              </a:extLst>
            </p:cNvPr>
            <p:cNvSpPr/>
            <p:nvPr/>
          </p:nvSpPr>
          <p:spPr>
            <a:xfrm>
              <a:off x="53551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0" name="타원 8969">
              <a:extLst>
                <a:ext uri="{FF2B5EF4-FFF2-40B4-BE49-F238E27FC236}">
                  <a16:creationId xmlns:a16="http://schemas.microsoft.com/office/drawing/2014/main" id="{B56B78BF-3F32-4574-84EA-6C398A347B36}"/>
                </a:ext>
              </a:extLst>
            </p:cNvPr>
            <p:cNvSpPr/>
            <p:nvPr/>
          </p:nvSpPr>
          <p:spPr>
            <a:xfrm>
              <a:off x="55075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1" name="타원 8970">
              <a:extLst>
                <a:ext uri="{FF2B5EF4-FFF2-40B4-BE49-F238E27FC236}">
                  <a16:creationId xmlns:a16="http://schemas.microsoft.com/office/drawing/2014/main" id="{522D5A7A-63B7-4899-83FD-53E48E38B853}"/>
                </a:ext>
              </a:extLst>
            </p:cNvPr>
            <p:cNvSpPr/>
            <p:nvPr/>
          </p:nvSpPr>
          <p:spPr>
            <a:xfrm>
              <a:off x="56599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2" name="타원 8971">
              <a:extLst>
                <a:ext uri="{FF2B5EF4-FFF2-40B4-BE49-F238E27FC236}">
                  <a16:creationId xmlns:a16="http://schemas.microsoft.com/office/drawing/2014/main" id="{306E01F1-2037-432B-A966-D5D73C9497CB}"/>
                </a:ext>
              </a:extLst>
            </p:cNvPr>
            <p:cNvSpPr/>
            <p:nvPr/>
          </p:nvSpPr>
          <p:spPr>
            <a:xfrm>
              <a:off x="5812349" y="197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3" name="타원 8972">
              <a:extLst>
                <a:ext uri="{FF2B5EF4-FFF2-40B4-BE49-F238E27FC236}">
                  <a16:creationId xmlns:a16="http://schemas.microsoft.com/office/drawing/2014/main" id="{8EF31BF1-30F1-4A90-879C-61F09BAA5EA7}"/>
                </a:ext>
              </a:extLst>
            </p:cNvPr>
            <p:cNvSpPr/>
            <p:nvPr/>
          </p:nvSpPr>
          <p:spPr>
            <a:xfrm>
              <a:off x="3259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4" name="타원 8973">
              <a:extLst>
                <a:ext uri="{FF2B5EF4-FFF2-40B4-BE49-F238E27FC236}">
                  <a16:creationId xmlns:a16="http://schemas.microsoft.com/office/drawing/2014/main" id="{E426ED63-E91F-444C-BFF8-A664B2B49A80}"/>
                </a:ext>
              </a:extLst>
            </p:cNvPr>
            <p:cNvSpPr/>
            <p:nvPr/>
          </p:nvSpPr>
          <p:spPr>
            <a:xfrm>
              <a:off x="4783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5" name="타원 8974">
              <a:extLst>
                <a:ext uri="{FF2B5EF4-FFF2-40B4-BE49-F238E27FC236}">
                  <a16:creationId xmlns:a16="http://schemas.microsoft.com/office/drawing/2014/main" id="{1655E63E-F67E-4B1E-894E-A4C6495EABFD}"/>
                </a:ext>
              </a:extLst>
            </p:cNvPr>
            <p:cNvSpPr/>
            <p:nvPr/>
          </p:nvSpPr>
          <p:spPr>
            <a:xfrm>
              <a:off x="6307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6" name="타원 8975">
              <a:extLst>
                <a:ext uri="{FF2B5EF4-FFF2-40B4-BE49-F238E27FC236}">
                  <a16:creationId xmlns:a16="http://schemas.microsoft.com/office/drawing/2014/main" id="{3B54E614-4D03-4D7E-830E-2E6E9076F255}"/>
                </a:ext>
              </a:extLst>
            </p:cNvPr>
            <p:cNvSpPr/>
            <p:nvPr/>
          </p:nvSpPr>
          <p:spPr>
            <a:xfrm>
              <a:off x="7831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7" name="타원 8976">
              <a:extLst>
                <a:ext uri="{FF2B5EF4-FFF2-40B4-BE49-F238E27FC236}">
                  <a16:creationId xmlns:a16="http://schemas.microsoft.com/office/drawing/2014/main" id="{844D7938-3102-4618-867C-B2DCDA4549C8}"/>
                </a:ext>
              </a:extLst>
            </p:cNvPr>
            <p:cNvSpPr/>
            <p:nvPr/>
          </p:nvSpPr>
          <p:spPr>
            <a:xfrm>
              <a:off x="9355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8" name="타원 8977">
              <a:extLst>
                <a:ext uri="{FF2B5EF4-FFF2-40B4-BE49-F238E27FC236}">
                  <a16:creationId xmlns:a16="http://schemas.microsoft.com/office/drawing/2014/main" id="{9E79EF26-7B1A-4C60-BCF4-542C7B3214F3}"/>
                </a:ext>
              </a:extLst>
            </p:cNvPr>
            <p:cNvSpPr/>
            <p:nvPr/>
          </p:nvSpPr>
          <p:spPr>
            <a:xfrm>
              <a:off x="10879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79" name="타원 8978">
              <a:extLst>
                <a:ext uri="{FF2B5EF4-FFF2-40B4-BE49-F238E27FC236}">
                  <a16:creationId xmlns:a16="http://schemas.microsoft.com/office/drawing/2014/main" id="{78159A6E-66ED-4910-B582-AAF389416A3D}"/>
                </a:ext>
              </a:extLst>
            </p:cNvPr>
            <p:cNvSpPr/>
            <p:nvPr/>
          </p:nvSpPr>
          <p:spPr>
            <a:xfrm>
              <a:off x="12403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0" name="타원 8979">
              <a:extLst>
                <a:ext uri="{FF2B5EF4-FFF2-40B4-BE49-F238E27FC236}">
                  <a16:creationId xmlns:a16="http://schemas.microsoft.com/office/drawing/2014/main" id="{59AC7717-EF0C-4B61-AE4C-7336CE7E9175}"/>
                </a:ext>
              </a:extLst>
            </p:cNvPr>
            <p:cNvSpPr/>
            <p:nvPr/>
          </p:nvSpPr>
          <p:spPr>
            <a:xfrm>
              <a:off x="13927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1" name="타원 8980">
              <a:extLst>
                <a:ext uri="{FF2B5EF4-FFF2-40B4-BE49-F238E27FC236}">
                  <a16:creationId xmlns:a16="http://schemas.microsoft.com/office/drawing/2014/main" id="{D03466EC-A8AE-4AC1-9123-CB3ED1557CE2}"/>
                </a:ext>
              </a:extLst>
            </p:cNvPr>
            <p:cNvSpPr/>
            <p:nvPr/>
          </p:nvSpPr>
          <p:spPr>
            <a:xfrm>
              <a:off x="15451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2" name="타원 8981">
              <a:extLst>
                <a:ext uri="{FF2B5EF4-FFF2-40B4-BE49-F238E27FC236}">
                  <a16:creationId xmlns:a16="http://schemas.microsoft.com/office/drawing/2014/main" id="{528F9FC3-1C1A-404F-8EE4-995A7098C693}"/>
                </a:ext>
              </a:extLst>
            </p:cNvPr>
            <p:cNvSpPr/>
            <p:nvPr/>
          </p:nvSpPr>
          <p:spPr>
            <a:xfrm>
              <a:off x="16975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3" name="타원 8982">
              <a:extLst>
                <a:ext uri="{FF2B5EF4-FFF2-40B4-BE49-F238E27FC236}">
                  <a16:creationId xmlns:a16="http://schemas.microsoft.com/office/drawing/2014/main" id="{48E38B78-018B-4F9C-BDCE-CBB4A6ED3C90}"/>
                </a:ext>
              </a:extLst>
            </p:cNvPr>
            <p:cNvSpPr/>
            <p:nvPr/>
          </p:nvSpPr>
          <p:spPr>
            <a:xfrm>
              <a:off x="18499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4" name="타원 8983">
              <a:extLst>
                <a:ext uri="{FF2B5EF4-FFF2-40B4-BE49-F238E27FC236}">
                  <a16:creationId xmlns:a16="http://schemas.microsoft.com/office/drawing/2014/main" id="{CA6FB324-15DD-4956-909A-DC3FAFC2D26D}"/>
                </a:ext>
              </a:extLst>
            </p:cNvPr>
            <p:cNvSpPr/>
            <p:nvPr/>
          </p:nvSpPr>
          <p:spPr>
            <a:xfrm>
              <a:off x="20023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5" name="타원 8984">
              <a:extLst>
                <a:ext uri="{FF2B5EF4-FFF2-40B4-BE49-F238E27FC236}">
                  <a16:creationId xmlns:a16="http://schemas.microsoft.com/office/drawing/2014/main" id="{520993C9-8AA3-40FC-83D6-4B3A52C1AF3A}"/>
                </a:ext>
              </a:extLst>
            </p:cNvPr>
            <p:cNvSpPr/>
            <p:nvPr/>
          </p:nvSpPr>
          <p:spPr>
            <a:xfrm>
              <a:off x="21547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6" name="타원 8985">
              <a:extLst>
                <a:ext uri="{FF2B5EF4-FFF2-40B4-BE49-F238E27FC236}">
                  <a16:creationId xmlns:a16="http://schemas.microsoft.com/office/drawing/2014/main" id="{FCF8A563-7377-421F-AF5B-BC0014745948}"/>
                </a:ext>
              </a:extLst>
            </p:cNvPr>
            <p:cNvSpPr/>
            <p:nvPr/>
          </p:nvSpPr>
          <p:spPr>
            <a:xfrm>
              <a:off x="23071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7" name="타원 8986">
              <a:extLst>
                <a:ext uri="{FF2B5EF4-FFF2-40B4-BE49-F238E27FC236}">
                  <a16:creationId xmlns:a16="http://schemas.microsoft.com/office/drawing/2014/main" id="{2F0771DC-4489-4509-A7DE-4E0B3A07C030}"/>
                </a:ext>
              </a:extLst>
            </p:cNvPr>
            <p:cNvSpPr/>
            <p:nvPr/>
          </p:nvSpPr>
          <p:spPr>
            <a:xfrm>
              <a:off x="24595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8" name="타원 8987">
              <a:extLst>
                <a:ext uri="{FF2B5EF4-FFF2-40B4-BE49-F238E27FC236}">
                  <a16:creationId xmlns:a16="http://schemas.microsoft.com/office/drawing/2014/main" id="{5D3B1B22-D724-4701-B3DA-C8DC6B6E7BB7}"/>
                </a:ext>
              </a:extLst>
            </p:cNvPr>
            <p:cNvSpPr/>
            <p:nvPr/>
          </p:nvSpPr>
          <p:spPr>
            <a:xfrm>
              <a:off x="26119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89" name="타원 8988">
              <a:extLst>
                <a:ext uri="{FF2B5EF4-FFF2-40B4-BE49-F238E27FC236}">
                  <a16:creationId xmlns:a16="http://schemas.microsoft.com/office/drawing/2014/main" id="{1622FCFE-AEEC-4AAE-A07D-51DC6EC23693}"/>
                </a:ext>
              </a:extLst>
            </p:cNvPr>
            <p:cNvSpPr/>
            <p:nvPr/>
          </p:nvSpPr>
          <p:spPr>
            <a:xfrm>
              <a:off x="27643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0" name="타원 8989">
              <a:extLst>
                <a:ext uri="{FF2B5EF4-FFF2-40B4-BE49-F238E27FC236}">
                  <a16:creationId xmlns:a16="http://schemas.microsoft.com/office/drawing/2014/main" id="{72FDEC0D-48C5-475A-AE2D-8DAF0DAEAC29}"/>
                </a:ext>
              </a:extLst>
            </p:cNvPr>
            <p:cNvSpPr/>
            <p:nvPr/>
          </p:nvSpPr>
          <p:spPr>
            <a:xfrm>
              <a:off x="29167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1" name="타원 8990">
              <a:extLst>
                <a:ext uri="{FF2B5EF4-FFF2-40B4-BE49-F238E27FC236}">
                  <a16:creationId xmlns:a16="http://schemas.microsoft.com/office/drawing/2014/main" id="{D05CBCBB-1402-47A0-8D02-7A2A9E3386F5}"/>
                </a:ext>
              </a:extLst>
            </p:cNvPr>
            <p:cNvSpPr/>
            <p:nvPr/>
          </p:nvSpPr>
          <p:spPr>
            <a:xfrm>
              <a:off x="30691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2" name="타원 8991">
              <a:extLst>
                <a:ext uri="{FF2B5EF4-FFF2-40B4-BE49-F238E27FC236}">
                  <a16:creationId xmlns:a16="http://schemas.microsoft.com/office/drawing/2014/main" id="{B95375C7-F682-4AA8-90D3-08B9362B7703}"/>
                </a:ext>
              </a:extLst>
            </p:cNvPr>
            <p:cNvSpPr/>
            <p:nvPr/>
          </p:nvSpPr>
          <p:spPr>
            <a:xfrm>
              <a:off x="32215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3" name="타원 8992">
              <a:extLst>
                <a:ext uri="{FF2B5EF4-FFF2-40B4-BE49-F238E27FC236}">
                  <a16:creationId xmlns:a16="http://schemas.microsoft.com/office/drawing/2014/main" id="{5BFC115C-A24A-49BC-8F4F-E17B61F3AF04}"/>
                </a:ext>
              </a:extLst>
            </p:cNvPr>
            <p:cNvSpPr/>
            <p:nvPr/>
          </p:nvSpPr>
          <p:spPr>
            <a:xfrm>
              <a:off x="33739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4" name="타원 8993">
              <a:extLst>
                <a:ext uri="{FF2B5EF4-FFF2-40B4-BE49-F238E27FC236}">
                  <a16:creationId xmlns:a16="http://schemas.microsoft.com/office/drawing/2014/main" id="{06173B20-283F-4646-93EB-3C7D5FFDEBEF}"/>
                </a:ext>
              </a:extLst>
            </p:cNvPr>
            <p:cNvSpPr/>
            <p:nvPr/>
          </p:nvSpPr>
          <p:spPr>
            <a:xfrm>
              <a:off x="35263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5" name="타원 8994">
              <a:extLst>
                <a:ext uri="{FF2B5EF4-FFF2-40B4-BE49-F238E27FC236}">
                  <a16:creationId xmlns:a16="http://schemas.microsoft.com/office/drawing/2014/main" id="{F44DE177-EEF8-4440-9392-27B83B299B5F}"/>
                </a:ext>
              </a:extLst>
            </p:cNvPr>
            <p:cNvSpPr/>
            <p:nvPr/>
          </p:nvSpPr>
          <p:spPr>
            <a:xfrm>
              <a:off x="36787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6" name="타원 8995">
              <a:extLst>
                <a:ext uri="{FF2B5EF4-FFF2-40B4-BE49-F238E27FC236}">
                  <a16:creationId xmlns:a16="http://schemas.microsoft.com/office/drawing/2014/main" id="{FEB55F07-BFF3-49BC-B98C-AE38D37D4B0D}"/>
                </a:ext>
              </a:extLst>
            </p:cNvPr>
            <p:cNvSpPr/>
            <p:nvPr/>
          </p:nvSpPr>
          <p:spPr>
            <a:xfrm>
              <a:off x="38311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7" name="타원 8996">
              <a:extLst>
                <a:ext uri="{FF2B5EF4-FFF2-40B4-BE49-F238E27FC236}">
                  <a16:creationId xmlns:a16="http://schemas.microsoft.com/office/drawing/2014/main" id="{16740D1F-59D8-43C2-B1BD-BF3ADD87D472}"/>
                </a:ext>
              </a:extLst>
            </p:cNvPr>
            <p:cNvSpPr/>
            <p:nvPr/>
          </p:nvSpPr>
          <p:spPr>
            <a:xfrm>
              <a:off x="39835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8" name="타원 8997">
              <a:extLst>
                <a:ext uri="{FF2B5EF4-FFF2-40B4-BE49-F238E27FC236}">
                  <a16:creationId xmlns:a16="http://schemas.microsoft.com/office/drawing/2014/main" id="{6A7882BA-8C4A-466A-A213-2DD215F29EF3}"/>
                </a:ext>
              </a:extLst>
            </p:cNvPr>
            <p:cNvSpPr/>
            <p:nvPr/>
          </p:nvSpPr>
          <p:spPr>
            <a:xfrm>
              <a:off x="41359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99" name="타원 8998">
              <a:extLst>
                <a:ext uri="{FF2B5EF4-FFF2-40B4-BE49-F238E27FC236}">
                  <a16:creationId xmlns:a16="http://schemas.microsoft.com/office/drawing/2014/main" id="{5029E172-038F-4292-8010-261F36C4BE0F}"/>
                </a:ext>
              </a:extLst>
            </p:cNvPr>
            <p:cNvSpPr/>
            <p:nvPr/>
          </p:nvSpPr>
          <p:spPr>
            <a:xfrm>
              <a:off x="42883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0" name="타원 8999">
              <a:extLst>
                <a:ext uri="{FF2B5EF4-FFF2-40B4-BE49-F238E27FC236}">
                  <a16:creationId xmlns:a16="http://schemas.microsoft.com/office/drawing/2014/main" id="{B3577352-2E29-4693-A3F9-E7DC43E6FEAF}"/>
                </a:ext>
              </a:extLst>
            </p:cNvPr>
            <p:cNvSpPr/>
            <p:nvPr/>
          </p:nvSpPr>
          <p:spPr>
            <a:xfrm>
              <a:off x="44407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1" name="타원 9000">
              <a:extLst>
                <a:ext uri="{FF2B5EF4-FFF2-40B4-BE49-F238E27FC236}">
                  <a16:creationId xmlns:a16="http://schemas.microsoft.com/office/drawing/2014/main" id="{EE3D2C23-19E3-4E68-BE00-59D03FAC83A6}"/>
                </a:ext>
              </a:extLst>
            </p:cNvPr>
            <p:cNvSpPr/>
            <p:nvPr/>
          </p:nvSpPr>
          <p:spPr>
            <a:xfrm>
              <a:off x="45931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2" name="타원 9001">
              <a:extLst>
                <a:ext uri="{FF2B5EF4-FFF2-40B4-BE49-F238E27FC236}">
                  <a16:creationId xmlns:a16="http://schemas.microsoft.com/office/drawing/2014/main" id="{8DC38611-93CE-41E9-B2BE-D37784CA1535}"/>
                </a:ext>
              </a:extLst>
            </p:cNvPr>
            <p:cNvSpPr/>
            <p:nvPr/>
          </p:nvSpPr>
          <p:spPr>
            <a:xfrm>
              <a:off x="47455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3" name="타원 9002">
              <a:extLst>
                <a:ext uri="{FF2B5EF4-FFF2-40B4-BE49-F238E27FC236}">
                  <a16:creationId xmlns:a16="http://schemas.microsoft.com/office/drawing/2014/main" id="{9686FBA8-49F4-4B24-A9DB-671752C8673E}"/>
                </a:ext>
              </a:extLst>
            </p:cNvPr>
            <p:cNvSpPr/>
            <p:nvPr/>
          </p:nvSpPr>
          <p:spPr>
            <a:xfrm>
              <a:off x="48979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4" name="타원 9003">
              <a:extLst>
                <a:ext uri="{FF2B5EF4-FFF2-40B4-BE49-F238E27FC236}">
                  <a16:creationId xmlns:a16="http://schemas.microsoft.com/office/drawing/2014/main" id="{CCA2E428-74CB-46B2-8222-C2F7A9211662}"/>
                </a:ext>
              </a:extLst>
            </p:cNvPr>
            <p:cNvSpPr/>
            <p:nvPr/>
          </p:nvSpPr>
          <p:spPr>
            <a:xfrm>
              <a:off x="50503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5" name="타원 9004">
              <a:extLst>
                <a:ext uri="{FF2B5EF4-FFF2-40B4-BE49-F238E27FC236}">
                  <a16:creationId xmlns:a16="http://schemas.microsoft.com/office/drawing/2014/main" id="{03DA99C1-2367-4AA6-B3F5-E9C0624D0A0D}"/>
                </a:ext>
              </a:extLst>
            </p:cNvPr>
            <p:cNvSpPr/>
            <p:nvPr/>
          </p:nvSpPr>
          <p:spPr>
            <a:xfrm>
              <a:off x="52027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6" name="타원 9005">
              <a:extLst>
                <a:ext uri="{FF2B5EF4-FFF2-40B4-BE49-F238E27FC236}">
                  <a16:creationId xmlns:a16="http://schemas.microsoft.com/office/drawing/2014/main" id="{C4034C41-6348-4407-9EC4-25A245495BEF}"/>
                </a:ext>
              </a:extLst>
            </p:cNvPr>
            <p:cNvSpPr/>
            <p:nvPr/>
          </p:nvSpPr>
          <p:spPr>
            <a:xfrm>
              <a:off x="53551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7" name="타원 9006">
              <a:extLst>
                <a:ext uri="{FF2B5EF4-FFF2-40B4-BE49-F238E27FC236}">
                  <a16:creationId xmlns:a16="http://schemas.microsoft.com/office/drawing/2014/main" id="{5DBF3677-49C4-435A-A917-9EB7D0EB1E85}"/>
                </a:ext>
              </a:extLst>
            </p:cNvPr>
            <p:cNvSpPr/>
            <p:nvPr/>
          </p:nvSpPr>
          <p:spPr>
            <a:xfrm>
              <a:off x="55075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8" name="타원 9007">
              <a:extLst>
                <a:ext uri="{FF2B5EF4-FFF2-40B4-BE49-F238E27FC236}">
                  <a16:creationId xmlns:a16="http://schemas.microsoft.com/office/drawing/2014/main" id="{C5F5A0B9-0D32-4D48-9E53-699504FC6EA2}"/>
                </a:ext>
              </a:extLst>
            </p:cNvPr>
            <p:cNvSpPr/>
            <p:nvPr/>
          </p:nvSpPr>
          <p:spPr>
            <a:xfrm>
              <a:off x="56599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09" name="타원 9008">
              <a:extLst>
                <a:ext uri="{FF2B5EF4-FFF2-40B4-BE49-F238E27FC236}">
                  <a16:creationId xmlns:a16="http://schemas.microsoft.com/office/drawing/2014/main" id="{737D9863-0167-477F-B1F1-D056F3F83AB6}"/>
                </a:ext>
              </a:extLst>
            </p:cNvPr>
            <p:cNvSpPr/>
            <p:nvPr/>
          </p:nvSpPr>
          <p:spPr>
            <a:xfrm>
              <a:off x="5812349" y="212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0" name="타원 9009">
              <a:extLst>
                <a:ext uri="{FF2B5EF4-FFF2-40B4-BE49-F238E27FC236}">
                  <a16:creationId xmlns:a16="http://schemas.microsoft.com/office/drawing/2014/main" id="{4944C80C-CBC5-48FE-8193-23C61B11A72D}"/>
                </a:ext>
              </a:extLst>
            </p:cNvPr>
            <p:cNvSpPr/>
            <p:nvPr/>
          </p:nvSpPr>
          <p:spPr>
            <a:xfrm>
              <a:off x="3259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1" name="타원 9010">
              <a:extLst>
                <a:ext uri="{FF2B5EF4-FFF2-40B4-BE49-F238E27FC236}">
                  <a16:creationId xmlns:a16="http://schemas.microsoft.com/office/drawing/2014/main" id="{13D40CB8-8528-4BD9-AF34-A22BB948B1AC}"/>
                </a:ext>
              </a:extLst>
            </p:cNvPr>
            <p:cNvSpPr/>
            <p:nvPr/>
          </p:nvSpPr>
          <p:spPr>
            <a:xfrm>
              <a:off x="4783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2" name="타원 9011">
              <a:extLst>
                <a:ext uri="{FF2B5EF4-FFF2-40B4-BE49-F238E27FC236}">
                  <a16:creationId xmlns:a16="http://schemas.microsoft.com/office/drawing/2014/main" id="{EFD264E9-623B-4F09-BFBF-6638173AD97D}"/>
                </a:ext>
              </a:extLst>
            </p:cNvPr>
            <p:cNvSpPr/>
            <p:nvPr/>
          </p:nvSpPr>
          <p:spPr>
            <a:xfrm>
              <a:off x="6307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3" name="타원 9012">
              <a:extLst>
                <a:ext uri="{FF2B5EF4-FFF2-40B4-BE49-F238E27FC236}">
                  <a16:creationId xmlns:a16="http://schemas.microsoft.com/office/drawing/2014/main" id="{376F4B47-CDD0-429E-A6DE-4DBA2A4CD3E4}"/>
                </a:ext>
              </a:extLst>
            </p:cNvPr>
            <p:cNvSpPr/>
            <p:nvPr/>
          </p:nvSpPr>
          <p:spPr>
            <a:xfrm>
              <a:off x="7831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4" name="타원 9013">
              <a:extLst>
                <a:ext uri="{FF2B5EF4-FFF2-40B4-BE49-F238E27FC236}">
                  <a16:creationId xmlns:a16="http://schemas.microsoft.com/office/drawing/2014/main" id="{98D2A8C6-A7CE-4608-BD39-70371B972EBE}"/>
                </a:ext>
              </a:extLst>
            </p:cNvPr>
            <p:cNvSpPr/>
            <p:nvPr/>
          </p:nvSpPr>
          <p:spPr>
            <a:xfrm>
              <a:off x="9355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5" name="타원 9014">
              <a:extLst>
                <a:ext uri="{FF2B5EF4-FFF2-40B4-BE49-F238E27FC236}">
                  <a16:creationId xmlns:a16="http://schemas.microsoft.com/office/drawing/2014/main" id="{618200E5-2FC4-4E46-807B-9564E066B3B3}"/>
                </a:ext>
              </a:extLst>
            </p:cNvPr>
            <p:cNvSpPr/>
            <p:nvPr/>
          </p:nvSpPr>
          <p:spPr>
            <a:xfrm>
              <a:off x="10879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6" name="타원 9015">
              <a:extLst>
                <a:ext uri="{FF2B5EF4-FFF2-40B4-BE49-F238E27FC236}">
                  <a16:creationId xmlns:a16="http://schemas.microsoft.com/office/drawing/2014/main" id="{099669FD-1F50-403B-8578-7A022BAC88D6}"/>
                </a:ext>
              </a:extLst>
            </p:cNvPr>
            <p:cNvSpPr/>
            <p:nvPr/>
          </p:nvSpPr>
          <p:spPr>
            <a:xfrm>
              <a:off x="12403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7" name="타원 9016">
              <a:extLst>
                <a:ext uri="{FF2B5EF4-FFF2-40B4-BE49-F238E27FC236}">
                  <a16:creationId xmlns:a16="http://schemas.microsoft.com/office/drawing/2014/main" id="{2662052E-4C15-4705-B50F-07E35CACA1ED}"/>
                </a:ext>
              </a:extLst>
            </p:cNvPr>
            <p:cNvSpPr/>
            <p:nvPr/>
          </p:nvSpPr>
          <p:spPr>
            <a:xfrm>
              <a:off x="13927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8" name="타원 9017">
              <a:extLst>
                <a:ext uri="{FF2B5EF4-FFF2-40B4-BE49-F238E27FC236}">
                  <a16:creationId xmlns:a16="http://schemas.microsoft.com/office/drawing/2014/main" id="{D7984661-216A-4E43-A3DE-AE72E8478CF2}"/>
                </a:ext>
              </a:extLst>
            </p:cNvPr>
            <p:cNvSpPr/>
            <p:nvPr/>
          </p:nvSpPr>
          <p:spPr>
            <a:xfrm>
              <a:off x="15451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19" name="타원 9018">
              <a:extLst>
                <a:ext uri="{FF2B5EF4-FFF2-40B4-BE49-F238E27FC236}">
                  <a16:creationId xmlns:a16="http://schemas.microsoft.com/office/drawing/2014/main" id="{A091D598-29E1-499F-BFB7-174EB5876AE2}"/>
                </a:ext>
              </a:extLst>
            </p:cNvPr>
            <p:cNvSpPr/>
            <p:nvPr/>
          </p:nvSpPr>
          <p:spPr>
            <a:xfrm>
              <a:off x="16975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0" name="타원 9019">
              <a:extLst>
                <a:ext uri="{FF2B5EF4-FFF2-40B4-BE49-F238E27FC236}">
                  <a16:creationId xmlns:a16="http://schemas.microsoft.com/office/drawing/2014/main" id="{70B1C629-7F6B-4093-96FD-9EE62BC587A3}"/>
                </a:ext>
              </a:extLst>
            </p:cNvPr>
            <p:cNvSpPr/>
            <p:nvPr/>
          </p:nvSpPr>
          <p:spPr>
            <a:xfrm>
              <a:off x="18499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1" name="타원 9020">
              <a:extLst>
                <a:ext uri="{FF2B5EF4-FFF2-40B4-BE49-F238E27FC236}">
                  <a16:creationId xmlns:a16="http://schemas.microsoft.com/office/drawing/2014/main" id="{1DED5747-2530-4BE1-B56A-24EDB4DB91DE}"/>
                </a:ext>
              </a:extLst>
            </p:cNvPr>
            <p:cNvSpPr/>
            <p:nvPr/>
          </p:nvSpPr>
          <p:spPr>
            <a:xfrm>
              <a:off x="20023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2" name="타원 9021">
              <a:extLst>
                <a:ext uri="{FF2B5EF4-FFF2-40B4-BE49-F238E27FC236}">
                  <a16:creationId xmlns:a16="http://schemas.microsoft.com/office/drawing/2014/main" id="{91B4C029-FC41-44C9-BCA6-F3601DA28D2C}"/>
                </a:ext>
              </a:extLst>
            </p:cNvPr>
            <p:cNvSpPr/>
            <p:nvPr/>
          </p:nvSpPr>
          <p:spPr>
            <a:xfrm>
              <a:off x="21547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3" name="타원 9022">
              <a:extLst>
                <a:ext uri="{FF2B5EF4-FFF2-40B4-BE49-F238E27FC236}">
                  <a16:creationId xmlns:a16="http://schemas.microsoft.com/office/drawing/2014/main" id="{13A30480-5156-4D94-939F-F30976E5CEC3}"/>
                </a:ext>
              </a:extLst>
            </p:cNvPr>
            <p:cNvSpPr/>
            <p:nvPr/>
          </p:nvSpPr>
          <p:spPr>
            <a:xfrm>
              <a:off x="23071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4" name="타원 9023">
              <a:extLst>
                <a:ext uri="{FF2B5EF4-FFF2-40B4-BE49-F238E27FC236}">
                  <a16:creationId xmlns:a16="http://schemas.microsoft.com/office/drawing/2014/main" id="{8919FF0B-0BA5-42EC-9AD5-5900F58F16C3}"/>
                </a:ext>
              </a:extLst>
            </p:cNvPr>
            <p:cNvSpPr/>
            <p:nvPr/>
          </p:nvSpPr>
          <p:spPr>
            <a:xfrm>
              <a:off x="24595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5" name="타원 9024">
              <a:extLst>
                <a:ext uri="{FF2B5EF4-FFF2-40B4-BE49-F238E27FC236}">
                  <a16:creationId xmlns:a16="http://schemas.microsoft.com/office/drawing/2014/main" id="{2914D4B0-5100-44FB-8B87-CFC0FFB3A8C0}"/>
                </a:ext>
              </a:extLst>
            </p:cNvPr>
            <p:cNvSpPr/>
            <p:nvPr/>
          </p:nvSpPr>
          <p:spPr>
            <a:xfrm>
              <a:off x="26119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6" name="타원 9025">
              <a:extLst>
                <a:ext uri="{FF2B5EF4-FFF2-40B4-BE49-F238E27FC236}">
                  <a16:creationId xmlns:a16="http://schemas.microsoft.com/office/drawing/2014/main" id="{6BC53EAE-F1CB-4E86-8080-FD1DDD736DCA}"/>
                </a:ext>
              </a:extLst>
            </p:cNvPr>
            <p:cNvSpPr/>
            <p:nvPr/>
          </p:nvSpPr>
          <p:spPr>
            <a:xfrm>
              <a:off x="27643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7" name="타원 9026">
              <a:extLst>
                <a:ext uri="{FF2B5EF4-FFF2-40B4-BE49-F238E27FC236}">
                  <a16:creationId xmlns:a16="http://schemas.microsoft.com/office/drawing/2014/main" id="{83E4B65F-8F67-4958-9D04-DC309BF97882}"/>
                </a:ext>
              </a:extLst>
            </p:cNvPr>
            <p:cNvSpPr/>
            <p:nvPr/>
          </p:nvSpPr>
          <p:spPr>
            <a:xfrm>
              <a:off x="29167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8" name="타원 9027">
              <a:extLst>
                <a:ext uri="{FF2B5EF4-FFF2-40B4-BE49-F238E27FC236}">
                  <a16:creationId xmlns:a16="http://schemas.microsoft.com/office/drawing/2014/main" id="{05D69190-F46D-46DC-B1FB-689F022CAC14}"/>
                </a:ext>
              </a:extLst>
            </p:cNvPr>
            <p:cNvSpPr/>
            <p:nvPr/>
          </p:nvSpPr>
          <p:spPr>
            <a:xfrm>
              <a:off x="30691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29" name="타원 9028">
              <a:extLst>
                <a:ext uri="{FF2B5EF4-FFF2-40B4-BE49-F238E27FC236}">
                  <a16:creationId xmlns:a16="http://schemas.microsoft.com/office/drawing/2014/main" id="{E9BBF896-8433-4014-8EA7-7F3E280C7B47}"/>
                </a:ext>
              </a:extLst>
            </p:cNvPr>
            <p:cNvSpPr/>
            <p:nvPr/>
          </p:nvSpPr>
          <p:spPr>
            <a:xfrm>
              <a:off x="32215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0" name="타원 9029">
              <a:extLst>
                <a:ext uri="{FF2B5EF4-FFF2-40B4-BE49-F238E27FC236}">
                  <a16:creationId xmlns:a16="http://schemas.microsoft.com/office/drawing/2014/main" id="{E58DE656-C7D4-4932-BCC6-E92FC4AC4533}"/>
                </a:ext>
              </a:extLst>
            </p:cNvPr>
            <p:cNvSpPr/>
            <p:nvPr/>
          </p:nvSpPr>
          <p:spPr>
            <a:xfrm>
              <a:off x="33739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1" name="타원 9030">
              <a:extLst>
                <a:ext uri="{FF2B5EF4-FFF2-40B4-BE49-F238E27FC236}">
                  <a16:creationId xmlns:a16="http://schemas.microsoft.com/office/drawing/2014/main" id="{2FA0C8D8-F548-4589-B6FF-02B8CFE99452}"/>
                </a:ext>
              </a:extLst>
            </p:cNvPr>
            <p:cNvSpPr/>
            <p:nvPr/>
          </p:nvSpPr>
          <p:spPr>
            <a:xfrm>
              <a:off x="35263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2" name="타원 9031">
              <a:extLst>
                <a:ext uri="{FF2B5EF4-FFF2-40B4-BE49-F238E27FC236}">
                  <a16:creationId xmlns:a16="http://schemas.microsoft.com/office/drawing/2014/main" id="{21BC346A-E977-47D9-9DF2-EB4E209E4527}"/>
                </a:ext>
              </a:extLst>
            </p:cNvPr>
            <p:cNvSpPr/>
            <p:nvPr/>
          </p:nvSpPr>
          <p:spPr>
            <a:xfrm>
              <a:off x="36787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3" name="타원 9032">
              <a:extLst>
                <a:ext uri="{FF2B5EF4-FFF2-40B4-BE49-F238E27FC236}">
                  <a16:creationId xmlns:a16="http://schemas.microsoft.com/office/drawing/2014/main" id="{9CC5C8F4-56FF-449D-AA78-D6C2FAD6A54F}"/>
                </a:ext>
              </a:extLst>
            </p:cNvPr>
            <p:cNvSpPr/>
            <p:nvPr/>
          </p:nvSpPr>
          <p:spPr>
            <a:xfrm>
              <a:off x="38311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4" name="타원 9033">
              <a:extLst>
                <a:ext uri="{FF2B5EF4-FFF2-40B4-BE49-F238E27FC236}">
                  <a16:creationId xmlns:a16="http://schemas.microsoft.com/office/drawing/2014/main" id="{225E83B6-78D3-40F8-8042-8AA00418448D}"/>
                </a:ext>
              </a:extLst>
            </p:cNvPr>
            <p:cNvSpPr/>
            <p:nvPr/>
          </p:nvSpPr>
          <p:spPr>
            <a:xfrm>
              <a:off x="39835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5" name="타원 9034">
              <a:extLst>
                <a:ext uri="{FF2B5EF4-FFF2-40B4-BE49-F238E27FC236}">
                  <a16:creationId xmlns:a16="http://schemas.microsoft.com/office/drawing/2014/main" id="{9F935516-9648-4CC6-8DAA-7F332FED154F}"/>
                </a:ext>
              </a:extLst>
            </p:cNvPr>
            <p:cNvSpPr/>
            <p:nvPr/>
          </p:nvSpPr>
          <p:spPr>
            <a:xfrm>
              <a:off x="41359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6" name="타원 9035">
              <a:extLst>
                <a:ext uri="{FF2B5EF4-FFF2-40B4-BE49-F238E27FC236}">
                  <a16:creationId xmlns:a16="http://schemas.microsoft.com/office/drawing/2014/main" id="{37AD7FB6-26A7-46C6-B933-FC43E896D74E}"/>
                </a:ext>
              </a:extLst>
            </p:cNvPr>
            <p:cNvSpPr/>
            <p:nvPr/>
          </p:nvSpPr>
          <p:spPr>
            <a:xfrm>
              <a:off x="42883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7" name="타원 9036">
              <a:extLst>
                <a:ext uri="{FF2B5EF4-FFF2-40B4-BE49-F238E27FC236}">
                  <a16:creationId xmlns:a16="http://schemas.microsoft.com/office/drawing/2014/main" id="{D4015083-4106-4343-B87A-07FD4E16E6D8}"/>
                </a:ext>
              </a:extLst>
            </p:cNvPr>
            <p:cNvSpPr/>
            <p:nvPr/>
          </p:nvSpPr>
          <p:spPr>
            <a:xfrm>
              <a:off x="44407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8" name="타원 9037">
              <a:extLst>
                <a:ext uri="{FF2B5EF4-FFF2-40B4-BE49-F238E27FC236}">
                  <a16:creationId xmlns:a16="http://schemas.microsoft.com/office/drawing/2014/main" id="{2AA39C77-4F96-415F-97DC-01CAC7443E4B}"/>
                </a:ext>
              </a:extLst>
            </p:cNvPr>
            <p:cNvSpPr/>
            <p:nvPr/>
          </p:nvSpPr>
          <p:spPr>
            <a:xfrm>
              <a:off x="45931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39" name="타원 9038">
              <a:extLst>
                <a:ext uri="{FF2B5EF4-FFF2-40B4-BE49-F238E27FC236}">
                  <a16:creationId xmlns:a16="http://schemas.microsoft.com/office/drawing/2014/main" id="{5D0FD006-5D0A-4E3B-8E3B-1768E7C08CB9}"/>
                </a:ext>
              </a:extLst>
            </p:cNvPr>
            <p:cNvSpPr/>
            <p:nvPr/>
          </p:nvSpPr>
          <p:spPr>
            <a:xfrm>
              <a:off x="47455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0" name="타원 9039">
              <a:extLst>
                <a:ext uri="{FF2B5EF4-FFF2-40B4-BE49-F238E27FC236}">
                  <a16:creationId xmlns:a16="http://schemas.microsoft.com/office/drawing/2014/main" id="{8FEB1D52-2753-40C7-B877-837EDB49E6F7}"/>
                </a:ext>
              </a:extLst>
            </p:cNvPr>
            <p:cNvSpPr/>
            <p:nvPr/>
          </p:nvSpPr>
          <p:spPr>
            <a:xfrm>
              <a:off x="48979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1" name="타원 9040">
              <a:extLst>
                <a:ext uri="{FF2B5EF4-FFF2-40B4-BE49-F238E27FC236}">
                  <a16:creationId xmlns:a16="http://schemas.microsoft.com/office/drawing/2014/main" id="{4794342D-C5D1-4B24-B612-F149E956C7AF}"/>
                </a:ext>
              </a:extLst>
            </p:cNvPr>
            <p:cNvSpPr/>
            <p:nvPr/>
          </p:nvSpPr>
          <p:spPr>
            <a:xfrm>
              <a:off x="50503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2" name="타원 9041">
              <a:extLst>
                <a:ext uri="{FF2B5EF4-FFF2-40B4-BE49-F238E27FC236}">
                  <a16:creationId xmlns:a16="http://schemas.microsoft.com/office/drawing/2014/main" id="{EA3B2FEB-9816-43D6-B3A1-269E7E0661B0}"/>
                </a:ext>
              </a:extLst>
            </p:cNvPr>
            <p:cNvSpPr/>
            <p:nvPr/>
          </p:nvSpPr>
          <p:spPr>
            <a:xfrm>
              <a:off x="52027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3" name="타원 9042">
              <a:extLst>
                <a:ext uri="{FF2B5EF4-FFF2-40B4-BE49-F238E27FC236}">
                  <a16:creationId xmlns:a16="http://schemas.microsoft.com/office/drawing/2014/main" id="{FB22C256-BA93-4007-95C7-FBF3DB54E67D}"/>
                </a:ext>
              </a:extLst>
            </p:cNvPr>
            <p:cNvSpPr/>
            <p:nvPr/>
          </p:nvSpPr>
          <p:spPr>
            <a:xfrm>
              <a:off x="53551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4" name="타원 9043">
              <a:extLst>
                <a:ext uri="{FF2B5EF4-FFF2-40B4-BE49-F238E27FC236}">
                  <a16:creationId xmlns:a16="http://schemas.microsoft.com/office/drawing/2014/main" id="{EF054367-1715-4ED3-BA23-D7C9620BCDEC}"/>
                </a:ext>
              </a:extLst>
            </p:cNvPr>
            <p:cNvSpPr/>
            <p:nvPr/>
          </p:nvSpPr>
          <p:spPr>
            <a:xfrm>
              <a:off x="55075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5" name="타원 9044">
              <a:extLst>
                <a:ext uri="{FF2B5EF4-FFF2-40B4-BE49-F238E27FC236}">
                  <a16:creationId xmlns:a16="http://schemas.microsoft.com/office/drawing/2014/main" id="{C6DE9E72-066A-4B6D-9EAB-0EAFFFAFEABA}"/>
                </a:ext>
              </a:extLst>
            </p:cNvPr>
            <p:cNvSpPr/>
            <p:nvPr/>
          </p:nvSpPr>
          <p:spPr>
            <a:xfrm>
              <a:off x="56599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6" name="타원 9045">
              <a:extLst>
                <a:ext uri="{FF2B5EF4-FFF2-40B4-BE49-F238E27FC236}">
                  <a16:creationId xmlns:a16="http://schemas.microsoft.com/office/drawing/2014/main" id="{4280E327-728E-4647-9F78-200C54C2AC09}"/>
                </a:ext>
              </a:extLst>
            </p:cNvPr>
            <p:cNvSpPr/>
            <p:nvPr/>
          </p:nvSpPr>
          <p:spPr>
            <a:xfrm>
              <a:off x="5812349" y="228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7" name="타원 9046">
              <a:extLst>
                <a:ext uri="{FF2B5EF4-FFF2-40B4-BE49-F238E27FC236}">
                  <a16:creationId xmlns:a16="http://schemas.microsoft.com/office/drawing/2014/main" id="{38B05EEB-8FC4-4FA4-A36E-F6FFA0ACEB7C}"/>
                </a:ext>
              </a:extLst>
            </p:cNvPr>
            <p:cNvSpPr/>
            <p:nvPr/>
          </p:nvSpPr>
          <p:spPr>
            <a:xfrm>
              <a:off x="3259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8" name="타원 9047">
              <a:extLst>
                <a:ext uri="{FF2B5EF4-FFF2-40B4-BE49-F238E27FC236}">
                  <a16:creationId xmlns:a16="http://schemas.microsoft.com/office/drawing/2014/main" id="{1CA27E19-0AF3-4B31-86EC-2FFEF6AB1D00}"/>
                </a:ext>
              </a:extLst>
            </p:cNvPr>
            <p:cNvSpPr/>
            <p:nvPr/>
          </p:nvSpPr>
          <p:spPr>
            <a:xfrm>
              <a:off x="4783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49" name="타원 9048">
              <a:extLst>
                <a:ext uri="{FF2B5EF4-FFF2-40B4-BE49-F238E27FC236}">
                  <a16:creationId xmlns:a16="http://schemas.microsoft.com/office/drawing/2014/main" id="{2C76A870-A38F-451F-A948-19F116946809}"/>
                </a:ext>
              </a:extLst>
            </p:cNvPr>
            <p:cNvSpPr/>
            <p:nvPr/>
          </p:nvSpPr>
          <p:spPr>
            <a:xfrm>
              <a:off x="6307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0" name="타원 9049">
              <a:extLst>
                <a:ext uri="{FF2B5EF4-FFF2-40B4-BE49-F238E27FC236}">
                  <a16:creationId xmlns:a16="http://schemas.microsoft.com/office/drawing/2014/main" id="{D6D58EAB-6C36-44DD-AF1E-03D164E45AFF}"/>
                </a:ext>
              </a:extLst>
            </p:cNvPr>
            <p:cNvSpPr/>
            <p:nvPr/>
          </p:nvSpPr>
          <p:spPr>
            <a:xfrm>
              <a:off x="7831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1" name="타원 9050">
              <a:extLst>
                <a:ext uri="{FF2B5EF4-FFF2-40B4-BE49-F238E27FC236}">
                  <a16:creationId xmlns:a16="http://schemas.microsoft.com/office/drawing/2014/main" id="{B223CF51-08DE-46AC-881F-11E97E0B5ADD}"/>
                </a:ext>
              </a:extLst>
            </p:cNvPr>
            <p:cNvSpPr/>
            <p:nvPr/>
          </p:nvSpPr>
          <p:spPr>
            <a:xfrm>
              <a:off x="9355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2" name="타원 9051">
              <a:extLst>
                <a:ext uri="{FF2B5EF4-FFF2-40B4-BE49-F238E27FC236}">
                  <a16:creationId xmlns:a16="http://schemas.microsoft.com/office/drawing/2014/main" id="{41B8ED50-D824-4ABC-B9AF-E03CB132F7D3}"/>
                </a:ext>
              </a:extLst>
            </p:cNvPr>
            <p:cNvSpPr/>
            <p:nvPr/>
          </p:nvSpPr>
          <p:spPr>
            <a:xfrm>
              <a:off x="10879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3" name="타원 9052">
              <a:extLst>
                <a:ext uri="{FF2B5EF4-FFF2-40B4-BE49-F238E27FC236}">
                  <a16:creationId xmlns:a16="http://schemas.microsoft.com/office/drawing/2014/main" id="{082325D5-540D-4259-A565-F4B05856422D}"/>
                </a:ext>
              </a:extLst>
            </p:cNvPr>
            <p:cNvSpPr/>
            <p:nvPr/>
          </p:nvSpPr>
          <p:spPr>
            <a:xfrm>
              <a:off x="12403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4" name="타원 9053">
              <a:extLst>
                <a:ext uri="{FF2B5EF4-FFF2-40B4-BE49-F238E27FC236}">
                  <a16:creationId xmlns:a16="http://schemas.microsoft.com/office/drawing/2014/main" id="{CB01A667-B39A-41B6-9DC2-779C626221C1}"/>
                </a:ext>
              </a:extLst>
            </p:cNvPr>
            <p:cNvSpPr/>
            <p:nvPr/>
          </p:nvSpPr>
          <p:spPr>
            <a:xfrm>
              <a:off x="13927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5" name="타원 9054">
              <a:extLst>
                <a:ext uri="{FF2B5EF4-FFF2-40B4-BE49-F238E27FC236}">
                  <a16:creationId xmlns:a16="http://schemas.microsoft.com/office/drawing/2014/main" id="{B4ECFFA1-817A-40AD-B393-30ABF5EAC58E}"/>
                </a:ext>
              </a:extLst>
            </p:cNvPr>
            <p:cNvSpPr/>
            <p:nvPr/>
          </p:nvSpPr>
          <p:spPr>
            <a:xfrm>
              <a:off x="15451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6" name="타원 9055">
              <a:extLst>
                <a:ext uri="{FF2B5EF4-FFF2-40B4-BE49-F238E27FC236}">
                  <a16:creationId xmlns:a16="http://schemas.microsoft.com/office/drawing/2014/main" id="{0D0EA26A-80A3-41B9-A869-54FD301FE2E2}"/>
                </a:ext>
              </a:extLst>
            </p:cNvPr>
            <p:cNvSpPr/>
            <p:nvPr/>
          </p:nvSpPr>
          <p:spPr>
            <a:xfrm>
              <a:off x="16975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7" name="타원 9056">
              <a:extLst>
                <a:ext uri="{FF2B5EF4-FFF2-40B4-BE49-F238E27FC236}">
                  <a16:creationId xmlns:a16="http://schemas.microsoft.com/office/drawing/2014/main" id="{58643D50-8990-461E-8E19-446D4CBE8089}"/>
                </a:ext>
              </a:extLst>
            </p:cNvPr>
            <p:cNvSpPr/>
            <p:nvPr/>
          </p:nvSpPr>
          <p:spPr>
            <a:xfrm>
              <a:off x="18499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8" name="타원 9057">
              <a:extLst>
                <a:ext uri="{FF2B5EF4-FFF2-40B4-BE49-F238E27FC236}">
                  <a16:creationId xmlns:a16="http://schemas.microsoft.com/office/drawing/2014/main" id="{34689692-318A-419B-9FD2-ADF96B835FEB}"/>
                </a:ext>
              </a:extLst>
            </p:cNvPr>
            <p:cNvSpPr/>
            <p:nvPr/>
          </p:nvSpPr>
          <p:spPr>
            <a:xfrm>
              <a:off x="20023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59" name="타원 9058">
              <a:extLst>
                <a:ext uri="{FF2B5EF4-FFF2-40B4-BE49-F238E27FC236}">
                  <a16:creationId xmlns:a16="http://schemas.microsoft.com/office/drawing/2014/main" id="{E5AAF772-8A0B-4D18-B9C5-E08EAC334930}"/>
                </a:ext>
              </a:extLst>
            </p:cNvPr>
            <p:cNvSpPr/>
            <p:nvPr/>
          </p:nvSpPr>
          <p:spPr>
            <a:xfrm>
              <a:off x="21547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0" name="타원 9059">
              <a:extLst>
                <a:ext uri="{FF2B5EF4-FFF2-40B4-BE49-F238E27FC236}">
                  <a16:creationId xmlns:a16="http://schemas.microsoft.com/office/drawing/2014/main" id="{F7105268-C06C-44B0-9994-5146182A47E8}"/>
                </a:ext>
              </a:extLst>
            </p:cNvPr>
            <p:cNvSpPr/>
            <p:nvPr/>
          </p:nvSpPr>
          <p:spPr>
            <a:xfrm>
              <a:off x="23071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1" name="타원 9060">
              <a:extLst>
                <a:ext uri="{FF2B5EF4-FFF2-40B4-BE49-F238E27FC236}">
                  <a16:creationId xmlns:a16="http://schemas.microsoft.com/office/drawing/2014/main" id="{4B8E398C-BF69-44AA-9B7E-0BDED30F00EB}"/>
                </a:ext>
              </a:extLst>
            </p:cNvPr>
            <p:cNvSpPr/>
            <p:nvPr/>
          </p:nvSpPr>
          <p:spPr>
            <a:xfrm>
              <a:off x="24595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2" name="타원 9061">
              <a:extLst>
                <a:ext uri="{FF2B5EF4-FFF2-40B4-BE49-F238E27FC236}">
                  <a16:creationId xmlns:a16="http://schemas.microsoft.com/office/drawing/2014/main" id="{7B2A85D4-CAB4-43FC-8FC1-4BB3FA089545}"/>
                </a:ext>
              </a:extLst>
            </p:cNvPr>
            <p:cNvSpPr/>
            <p:nvPr/>
          </p:nvSpPr>
          <p:spPr>
            <a:xfrm>
              <a:off x="26119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3" name="타원 9062">
              <a:extLst>
                <a:ext uri="{FF2B5EF4-FFF2-40B4-BE49-F238E27FC236}">
                  <a16:creationId xmlns:a16="http://schemas.microsoft.com/office/drawing/2014/main" id="{0A271329-D57A-4CA9-BD03-4D23A729DFA5}"/>
                </a:ext>
              </a:extLst>
            </p:cNvPr>
            <p:cNvSpPr/>
            <p:nvPr/>
          </p:nvSpPr>
          <p:spPr>
            <a:xfrm>
              <a:off x="27643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4" name="타원 9063">
              <a:extLst>
                <a:ext uri="{FF2B5EF4-FFF2-40B4-BE49-F238E27FC236}">
                  <a16:creationId xmlns:a16="http://schemas.microsoft.com/office/drawing/2014/main" id="{28E5DF11-9430-4C30-829B-A71156EE545E}"/>
                </a:ext>
              </a:extLst>
            </p:cNvPr>
            <p:cNvSpPr/>
            <p:nvPr/>
          </p:nvSpPr>
          <p:spPr>
            <a:xfrm>
              <a:off x="29167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5" name="타원 9064">
              <a:extLst>
                <a:ext uri="{FF2B5EF4-FFF2-40B4-BE49-F238E27FC236}">
                  <a16:creationId xmlns:a16="http://schemas.microsoft.com/office/drawing/2014/main" id="{3D555EEA-A136-4D92-A87B-E4A31C917920}"/>
                </a:ext>
              </a:extLst>
            </p:cNvPr>
            <p:cNvSpPr/>
            <p:nvPr/>
          </p:nvSpPr>
          <p:spPr>
            <a:xfrm>
              <a:off x="30691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6" name="타원 9065">
              <a:extLst>
                <a:ext uri="{FF2B5EF4-FFF2-40B4-BE49-F238E27FC236}">
                  <a16:creationId xmlns:a16="http://schemas.microsoft.com/office/drawing/2014/main" id="{E56C6F90-7AD1-4758-9D8D-15AD0BC55E8B}"/>
                </a:ext>
              </a:extLst>
            </p:cNvPr>
            <p:cNvSpPr/>
            <p:nvPr/>
          </p:nvSpPr>
          <p:spPr>
            <a:xfrm>
              <a:off x="32215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7" name="타원 9066">
              <a:extLst>
                <a:ext uri="{FF2B5EF4-FFF2-40B4-BE49-F238E27FC236}">
                  <a16:creationId xmlns:a16="http://schemas.microsoft.com/office/drawing/2014/main" id="{D7AD21D3-46C8-4ACA-A081-008DC1DB7140}"/>
                </a:ext>
              </a:extLst>
            </p:cNvPr>
            <p:cNvSpPr/>
            <p:nvPr/>
          </p:nvSpPr>
          <p:spPr>
            <a:xfrm>
              <a:off x="33739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8" name="타원 9067">
              <a:extLst>
                <a:ext uri="{FF2B5EF4-FFF2-40B4-BE49-F238E27FC236}">
                  <a16:creationId xmlns:a16="http://schemas.microsoft.com/office/drawing/2014/main" id="{BA23183D-1961-450E-8B2C-597D5ED5AE1A}"/>
                </a:ext>
              </a:extLst>
            </p:cNvPr>
            <p:cNvSpPr/>
            <p:nvPr/>
          </p:nvSpPr>
          <p:spPr>
            <a:xfrm>
              <a:off x="35263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69" name="타원 9068">
              <a:extLst>
                <a:ext uri="{FF2B5EF4-FFF2-40B4-BE49-F238E27FC236}">
                  <a16:creationId xmlns:a16="http://schemas.microsoft.com/office/drawing/2014/main" id="{F1D74C1D-D41A-4459-B6B9-246B6D2732DD}"/>
                </a:ext>
              </a:extLst>
            </p:cNvPr>
            <p:cNvSpPr/>
            <p:nvPr/>
          </p:nvSpPr>
          <p:spPr>
            <a:xfrm>
              <a:off x="36787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0" name="타원 9069">
              <a:extLst>
                <a:ext uri="{FF2B5EF4-FFF2-40B4-BE49-F238E27FC236}">
                  <a16:creationId xmlns:a16="http://schemas.microsoft.com/office/drawing/2014/main" id="{7E222ABF-B676-42A3-97DD-6F15C3D051FE}"/>
                </a:ext>
              </a:extLst>
            </p:cNvPr>
            <p:cNvSpPr/>
            <p:nvPr/>
          </p:nvSpPr>
          <p:spPr>
            <a:xfrm>
              <a:off x="38311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1" name="타원 9070">
              <a:extLst>
                <a:ext uri="{FF2B5EF4-FFF2-40B4-BE49-F238E27FC236}">
                  <a16:creationId xmlns:a16="http://schemas.microsoft.com/office/drawing/2014/main" id="{D58FB6B2-8DBB-4753-B9B0-8019A64C46D0}"/>
                </a:ext>
              </a:extLst>
            </p:cNvPr>
            <p:cNvSpPr/>
            <p:nvPr/>
          </p:nvSpPr>
          <p:spPr>
            <a:xfrm>
              <a:off x="39835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2" name="타원 9071">
              <a:extLst>
                <a:ext uri="{FF2B5EF4-FFF2-40B4-BE49-F238E27FC236}">
                  <a16:creationId xmlns:a16="http://schemas.microsoft.com/office/drawing/2014/main" id="{AC37725B-5344-4CD7-B902-110AE1929568}"/>
                </a:ext>
              </a:extLst>
            </p:cNvPr>
            <p:cNvSpPr/>
            <p:nvPr/>
          </p:nvSpPr>
          <p:spPr>
            <a:xfrm>
              <a:off x="41359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3" name="타원 9072">
              <a:extLst>
                <a:ext uri="{FF2B5EF4-FFF2-40B4-BE49-F238E27FC236}">
                  <a16:creationId xmlns:a16="http://schemas.microsoft.com/office/drawing/2014/main" id="{3D775C79-F935-4B80-9D04-1EDD60A53DBF}"/>
                </a:ext>
              </a:extLst>
            </p:cNvPr>
            <p:cNvSpPr/>
            <p:nvPr/>
          </p:nvSpPr>
          <p:spPr>
            <a:xfrm>
              <a:off x="42883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4" name="타원 9073">
              <a:extLst>
                <a:ext uri="{FF2B5EF4-FFF2-40B4-BE49-F238E27FC236}">
                  <a16:creationId xmlns:a16="http://schemas.microsoft.com/office/drawing/2014/main" id="{A21CA79B-3E4F-43D9-B5A4-98C72680FEA2}"/>
                </a:ext>
              </a:extLst>
            </p:cNvPr>
            <p:cNvSpPr/>
            <p:nvPr/>
          </p:nvSpPr>
          <p:spPr>
            <a:xfrm>
              <a:off x="44407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5" name="타원 9074">
              <a:extLst>
                <a:ext uri="{FF2B5EF4-FFF2-40B4-BE49-F238E27FC236}">
                  <a16:creationId xmlns:a16="http://schemas.microsoft.com/office/drawing/2014/main" id="{BD4544F7-C20B-4A1F-A702-DA1E72CCB08A}"/>
                </a:ext>
              </a:extLst>
            </p:cNvPr>
            <p:cNvSpPr/>
            <p:nvPr/>
          </p:nvSpPr>
          <p:spPr>
            <a:xfrm>
              <a:off x="45931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6" name="타원 9075">
              <a:extLst>
                <a:ext uri="{FF2B5EF4-FFF2-40B4-BE49-F238E27FC236}">
                  <a16:creationId xmlns:a16="http://schemas.microsoft.com/office/drawing/2014/main" id="{6140AC7B-E2F7-406E-AB51-66632BF969E1}"/>
                </a:ext>
              </a:extLst>
            </p:cNvPr>
            <p:cNvSpPr/>
            <p:nvPr/>
          </p:nvSpPr>
          <p:spPr>
            <a:xfrm>
              <a:off x="47455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7" name="타원 9076">
              <a:extLst>
                <a:ext uri="{FF2B5EF4-FFF2-40B4-BE49-F238E27FC236}">
                  <a16:creationId xmlns:a16="http://schemas.microsoft.com/office/drawing/2014/main" id="{7B768E97-96BB-4AEB-8143-F00AF292289C}"/>
                </a:ext>
              </a:extLst>
            </p:cNvPr>
            <p:cNvSpPr/>
            <p:nvPr/>
          </p:nvSpPr>
          <p:spPr>
            <a:xfrm>
              <a:off x="48979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8" name="타원 9077">
              <a:extLst>
                <a:ext uri="{FF2B5EF4-FFF2-40B4-BE49-F238E27FC236}">
                  <a16:creationId xmlns:a16="http://schemas.microsoft.com/office/drawing/2014/main" id="{1D8F1889-82C1-477A-AF2F-7CB0BEE224B6}"/>
                </a:ext>
              </a:extLst>
            </p:cNvPr>
            <p:cNvSpPr/>
            <p:nvPr/>
          </p:nvSpPr>
          <p:spPr>
            <a:xfrm>
              <a:off x="50503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79" name="타원 9078">
              <a:extLst>
                <a:ext uri="{FF2B5EF4-FFF2-40B4-BE49-F238E27FC236}">
                  <a16:creationId xmlns:a16="http://schemas.microsoft.com/office/drawing/2014/main" id="{2716A7FC-C3DC-4AD9-8C2B-BC85383D992A}"/>
                </a:ext>
              </a:extLst>
            </p:cNvPr>
            <p:cNvSpPr/>
            <p:nvPr/>
          </p:nvSpPr>
          <p:spPr>
            <a:xfrm>
              <a:off x="52027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0" name="타원 9079">
              <a:extLst>
                <a:ext uri="{FF2B5EF4-FFF2-40B4-BE49-F238E27FC236}">
                  <a16:creationId xmlns:a16="http://schemas.microsoft.com/office/drawing/2014/main" id="{4D2FC0C2-AE88-43D6-9642-573702E795EE}"/>
                </a:ext>
              </a:extLst>
            </p:cNvPr>
            <p:cNvSpPr/>
            <p:nvPr/>
          </p:nvSpPr>
          <p:spPr>
            <a:xfrm>
              <a:off x="53551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1" name="타원 9080">
              <a:extLst>
                <a:ext uri="{FF2B5EF4-FFF2-40B4-BE49-F238E27FC236}">
                  <a16:creationId xmlns:a16="http://schemas.microsoft.com/office/drawing/2014/main" id="{B3310C67-272E-4C20-9F3B-90B2ED23BF84}"/>
                </a:ext>
              </a:extLst>
            </p:cNvPr>
            <p:cNvSpPr/>
            <p:nvPr/>
          </p:nvSpPr>
          <p:spPr>
            <a:xfrm>
              <a:off x="55075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2" name="타원 9081">
              <a:extLst>
                <a:ext uri="{FF2B5EF4-FFF2-40B4-BE49-F238E27FC236}">
                  <a16:creationId xmlns:a16="http://schemas.microsoft.com/office/drawing/2014/main" id="{314366A1-156F-4972-B0DF-E5D94E584929}"/>
                </a:ext>
              </a:extLst>
            </p:cNvPr>
            <p:cNvSpPr/>
            <p:nvPr/>
          </p:nvSpPr>
          <p:spPr>
            <a:xfrm>
              <a:off x="56599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3" name="타원 9082">
              <a:extLst>
                <a:ext uri="{FF2B5EF4-FFF2-40B4-BE49-F238E27FC236}">
                  <a16:creationId xmlns:a16="http://schemas.microsoft.com/office/drawing/2014/main" id="{720C407D-EBDE-4CF7-B88F-ACB063AC8765}"/>
                </a:ext>
              </a:extLst>
            </p:cNvPr>
            <p:cNvSpPr/>
            <p:nvPr/>
          </p:nvSpPr>
          <p:spPr>
            <a:xfrm>
              <a:off x="5812349" y="243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4" name="타원 9083">
              <a:extLst>
                <a:ext uri="{FF2B5EF4-FFF2-40B4-BE49-F238E27FC236}">
                  <a16:creationId xmlns:a16="http://schemas.microsoft.com/office/drawing/2014/main" id="{6CDBE369-5FB5-47B5-B242-E0C0CD117F69}"/>
                </a:ext>
              </a:extLst>
            </p:cNvPr>
            <p:cNvSpPr/>
            <p:nvPr/>
          </p:nvSpPr>
          <p:spPr>
            <a:xfrm>
              <a:off x="3259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5" name="타원 9084">
              <a:extLst>
                <a:ext uri="{FF2B5EF4-FFF2-40B4-BE49-F238E27FC236}">
                  <a16:creationId xmlns:a16="http://schemas.microsoft.com/office/drawing/2014/main" id="{6DCAA21B-86BE-4716-8DC8-C0CB8317E1F2}"/>
                </a:ext>
              </a:extLst>
            </p:cNvPr>
            <p:cNvSpPr/>
            <p:nvPr/>
          </p:nvSpPr>
          <p:spPr>
            <a:xfrm>
              <a:off x="4783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6" name="타원 9085">
              <a:extLst>
                <a:ext uri="{FF2B5EF4-FFF2-40B4-BE49-F238E27FC236}">
                  <a16:creationId xmlns:a16="http://schemas.microsoft.com/office/drawing/2014/main" id="{70371022-AEDE-4707-8AB9-E7288054F3F7}"/>
                </a:ext>
              </a:extLst>
            </p:cNvPr>
            <p:cNvSpPr/>
            <p:nvPr/>
          </p:nvSpPr>
          <p:spPr>
            <a:xfrm>
              <a:off x="6307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7" name="타원 9086">
              <a:extLst>
                <a:ext uri="{FF2B5EF4-FFF2-40B4-BE49-F238E27FC236}">
                  <a16:creationId xmlns:a16="http://schemas.microsoft.com/office/drawing/2014/main" id="{A0E5EF95-C80F-4DE7-8D76-C67AA4494257}"/>
                </a:ext>
              </a:extLst>
            </p:cNvPr>
            <p:cNvSpPr/>
            <p:nvPr/>
          </p:nvSpPr>
          <p:spPr>
            <a:xfrm>
              <a:off x="7831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8" name="타원 9087">
              <a:extLst>
                <a:ext uri="{FF2B5EF4-FFF2-40B4-BE49-F238E27FC236}">
                  <a16:creationId xmlns:a16="http://schemas.microsoft.com/office/drawing/2014/main" id="{865F75E8-119D-46C8-8536-669285429548}"/>
                </a:ext>
              </a:extLst>
            </p:cNvPr>
            <p:cNvSpPr/>
            <p:nvPr/>
          </p:nvSpPr>
          <p:spPr>
            <a:xfrm>
              <a:off x="9355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89" name="타원 9088">
              <a:extLst>
                <a:ext uri="{FF2B5EF4-FFF2-40B4-BE49-F238E27FC236}">
                  <a16:creationId xmlns:a16="http://schemas.microsoft.com/office/drawing/2014/main" id="{71F119EE-150C-47C7-884F-74D051900569}"/>
                </a:ext>
              </a:extLst>
            </p:cNvPr>
            <p:cNvSpPr/>
            <p:nvPr/>
          </p:nvSpPr>
          <p:spPr>
            <a:xfrm>
              <a:off x="10879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0" name="타원 9089">
              <a:extLst>
                <a:ext uri="{FF2B5EF4-FFF2-40B4-BE49-F238E27FC236}">
                  <a16:creationId xmlns:a16="http://schemas.microsoft.com/office/drawing/2014/main" id="{8F3E6019-48A3-4FE0-B1BC-438712D8B672}"/>
                </a:ext>
              </a:extLst>
            </p:cNvPr>
            <p:cNvSpPr/>
            <p:nvPr/>
          </p:nvSpPr>
          <p:spPr>
            <a:xfrm>
              <a:off x="12403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1" name="타원 9090">
              <a:extLst>
                <a:ext uri="{FF2B5EF4-FFF2-40B4-BE49-F238E27FC236}">
                  <a16:creationId xmlns:a16="http://schemas.microsoft.com/office/drawing/2014/main" id="{A1E1B320-9F82-43C8-9FE3-F9AA23975937}"/>
                </a:ext>
              </a:extLst>
            </p:cNvPr>
            <p:cNvSpPr/>
            <p:nvPr/>
          </p:nvSpPr>
          <p:spPr>
            <a:xfrm>
              <a:off x="13927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2" name="타원 9091">
              <a:extLst>
                <a:ext uri="{FF2B5EF4-FFF2-40B4-BE49-F238E27FC236}">
                  <a16:creationId xmlns:a16="http://schemas.microsoft.com/office/drawing/2014/main" id="{548873A2-1F60-45E4-9031-00977AACEDF1}"/>
                </a:ext>
              </a:extLst>
            </p:cNvPr>
            <p:cNvSpPr/>
            <p:nvPr/>
          </p:nvSpPr>
          <p:spPr>
            <a:xfrm>
              <a:off x="15451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3" name="타원 9092">
              <a:extLst>
                <a:ext uri="{FF2B5EF4-FFF2-40B4-BE49-F238E27FC236}">
                  <a16:creationId xmlns:a16="http://schemas.microsoft.com/office/drawing/2014/main" id="{55A392CC-D5C4-4F4D-B8DE-F497428DADD5}"/>
                </a:ext>
              </a:extLst>
            </p:cNvPr>
            <p:cNvSpPr/>
            <p:nvPr/>
          </p:nvSpPr>
          <p:spPr>
            <a:xfrm>
              <a:off x="16975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4" name="타원 9093">
              <a:extLst>
                <a:ext uri="{FF2B5EF4-FFF2-40B4-BE49-F238E27FC236}">
                  <a16:creationId xmlns:a16="http://schemas.microsoft.com/office/drawing/2014/main" id="{36DBBC48-62BC-478E-B89C-1A99CCCFC884}"/>
                </a:ext>
              </a:extLst>
            </p:cNvPr>
            <p:cNvSpPr/>
            <p:nvPr/>
          </p:nvSpPr>
          <p:spPr>
            <a:xfrm>
              <a:off x="18499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5" name="타원 9094">
              <a:extLst>
                <a:ext uri="{FF2B5EF4-FFF2-40B4-BE49-F238E27FC236}">
                  <a16:creationId xmlns:a16="http://schemas.microsoft.com/office/drawing/2014/main" id="{BED76585-CD6F-425C-BABB-8CF429E6BF4F}"/>
                </a:ext>
              </a:extLst>
            </p:cNvPr>
            <p:cNvSpPr/>
            <p:nvPr/>
          </p:nvSpPr>
          <p:spPr>
            <a:xfrm>
              <a:off x="20023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6" name="타원 9095">
              <a:extLst>
                <a:ext uri="{FF2B5EF4-FFF2-40B4-BE49-F238E27FC236}">
                  <a16:creationId xmlns:a16="http://schemas.microsoft.com/office/drawing/2014/main" id="{C2B2F761-531F-4A5B-8914-A6C940D65E70}"/>
                </a:ext>
              </a:extLst>
            </p:cNvPr>
            <p:cNvSpPr/>
            <p:nvPr/>
          </p:nvSpPr>
          <p:spPr>
            <a:xfrm>
              <a:off x="21547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7" name="타원 9096">
              <a:extLst>
                <a:ext uri="{FF2B5EF4-FFF2-40B4-BE49-F238E27FC236}">
                  <a16:creationId xmlns:a16="http://schemas.microsoft.com/office/drawing/2014/main" id="{B7B10354-0AB0-4FE5-B99E-69835FDA1C77}"/>
                </a:ext>
              </a:extLst>
            </p:cNvPr>
            <p:cNvSpPr/>
            <p:nvPr/>
          </p:nvSpPr>
          <p:spPr>
            <a:xfrm>
              <a:off x="23071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8" name="타원 9097">
              <a:extLst>
                <a:ext uri="{FF2B5EF4-FFF2-40B4-BE49-F238E27FC236}">
                  <a16:creationId xmlns:a16="http://schemas.microsoft.com/office/drawing/2014/main" id="{6ED51710-9F84-415A-841B-F0B0A8FE60EA}"/>
                </a:ext>
              </a:extLst>
            </p:cNvPr>
            <p:cNvSpPr/>
            <p:nvPr/>
          </p:nvSpPr>
          <p:spPr>
            <a:xfrm>
              <a:off x="24595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99" name="타원 9098">
              <a:extLst>
                <a:ext uri="{FF2B5EF4-FFF2-40B4-BE49-F238E27FC236}">
                  <a16:creationId xmlns:a16="http://schemas.microsoft.com/office/drawing/2014/main" id="{36E39836-DF73-436B-89BB-38DD148D80EC}"/>
                </a:ext>
              </a:extLst>
            </p:cNvPr>
            <p:cNvSpPr/>
            <p:nvPr/>
          </p:nvSpPr>
          <p:spPr>
            <a:xfrm>
              <a:off x="26119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0" name="타원 9099">
              <a:extLst>
                <a:ext uri="{FF2B5EF4-FFF2-40B4-BE49-F238E27FC236}">
                  <a16:creationId xmlns:a16="http://schemas.microsoft.com/office/drawing/2014/main" id="{0A2AFD2F-4BFD-4B83-B5DA-E1891459BCF8}"/>
                </a:ext>
              </a:extLst>
            </p:cNvPr>
            <p:cNvSpPr/>
            <p:nvPr/>
          </p:nvSpPr>
          <p:spPr>
            <a:xfrm>
              <a:off x="27643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1" name="타원 9100">
              <a:extLst>
                <a:ext uri="{FF2B5EF4-FFF2-40B4-BE49-F238E27FC236}">
                  <a16:creationId xmlns:a16="http://schemas.microsoft.com/office/drawing/2014/main" id="{CB0373AC-1F60-4612-91F0-D14AF47D16F9}"/>
                </a:ext>
              </a:extLst>
            </p:cNvPr>
            <p:cNvSpPr/>
            <p:nvPr/>
          </p:nvSpPr>
          <p:spPr>
            <a:xfrm>
              <a:off x="29167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2" name="타원 9101">
              <a:extLst>
                <a:ext uri="{FF2B5EF4-FFF2-40B4-BE49-F238E27FC236}">
                  <a16:creationId xmlns:a16="http://schemas.microsoft.com/office/drawing/2014/main" id="{C20DE214-DA99-46A0-8060-C3DADAFE75A8}"/>
                </a:ext>
              </a:extLst>
            </p:cNvPr>
            <p:cNvSpPr/>
            <p:nvPr/>
          </p:nvSpPr>
          <p:spPr>
            <a:xfrm>
              <a:off x="30691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3" name="타원 9102">
              <a:extLst>
                <a:ext uri="{FF2B5EF4-FFF2-40B4-BE49-F238E27FC236}">
                  <a16:creationId xmlns:a16="http://schemas.microsoft.com/office/drawing/2014/main" id="{94E4EB79-C2F4-47D4-BE30-D6589058F0B5}"/>
                </a:ext>
              </a:extLst>
            </p:cNvPr>
            <p:cNvSpPr/>
            <p:nvPr/>
          </p:nvSpPr>
          <p:spPr>
            <a:xfrm>
              <a:off x="32215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4" name="타원 9103">
              <a:extLst>
                <a:ext uri="{FF2B5EF4-FFF2-40B4-BE49-F238E27FC236}">
                  <a16:creationId xmlns:a16="http://schemas.microsoft.com/office/drawing/2014/main" id="{22A3D3EB-F78A-4B83-8E6F-A89139DC9649}"/>
                </a:ext>
              </a:extLst>
            </p:cNvPr>
            <p:cNvSpPr/>
            <p:nvPr/>
          </p:nvSpPr>
          <p:spPr>
            <a:xfrm>
              <a:off x="33739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5" name="타원 9104">
              <a:extLst>
                <a:ext uri="{FF2B5EF4-FFF2-40B4-BE49-F238E27FC236}">
                  <a16:creationId xmlns:a16="http://schemas.microsoft.com/office/drawing/2014/main" id="{25EDC85E-5732-42F2-9E4F-F1E8CB835ADE}"/>
                </a:ext>
              </a:extLst>
            </p:cNvPr>
            <p:cNvSpPr/>
            <p:nvPr/>
          </p:nvSpPr>
          <p:spPr>
            <a:xfrm>
              <a:off x="35263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6" name="타원 9105">
              <a:extLst>
                <a:ext uri="{FF2B5EF4-FFF2-40B4-BE49-F238E27FC236}">
                  <a16:creationId xmlns:a16="http://schemas.microsoft.com/office/drawing/2014/main" id="{55D28016-349C-4C39-BFDE-72C4BDF384F7}"/>
                </a:ext>
              </a:extLst>
            </p:cNvPr>
            <p:cNvSpPr/>
            <p:nvPr/>
          </p:nvSpPr>
          <p:spPr>
            <a:xfrm>
              <a:off x="36787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7" name="타원 9106">
              <a:extLst>
                <a:ext uri="{FF2B5EF4-FFF2-40B4-BE49-F238E27FC236}">
                  <a16:creationId xmlns:a16="http://schemas.microsoft.com/office/drawing/2014/main" id="{128972B0-2588-40C0-8503-2D54B4CF3402}"/>
                </a:ext>
              </a:extLst>
            </p:cNvPr>
            <p:cNvSpPr/>
            <p:nvPr/>
          </p:nvSpPr>
          <p:spPr>
            <a:xfrm>
              <a:off x="38311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8" name="타원 9107">
              <a:extLst>
                <a:ext uri="{FF2B5EF4-FFF2-40B4-BE49-F238E27FC236}">
                  <a16:creationId xmlns:a16="http://schemas.microsoft.com/office/drawing/2014/main" id="{03DA1B1E-C44A-4520-BA08-F7A4938E16DE}"/>
                </a:ext>
              </a:extLst>
            </p:cNvPr>
            <p:cNvSpPr/>
            <p:nvPr/>
          </p:nvSpPr>
          <p:spPr>
            <a:xfrm>
              <a:off x="39835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09" name="타원 9108">
              <a:extLst>
                <a:ext uri="{FF2B5EF4-FFF2-40B4-BE49-F238E27FC236}">
                  <a16:creationId xmlns:a16="http://schemas.microsoft.com/office/drawing/2014/main" id="{2218288D-8750-4921-A263-DFF6A0D3F5E5}"/>
                </a:ext>
              </a:extLst>
            </p:cNvPr>
            <p:cNvSpPr/>
            <p:nvPr/>
          </p:nvSpPr>
          <p:spPr>
            <a:xfrm>
              <a:off x="41359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0" name="타원 9109">
              <a:extLst>
                <a:ext uri="{FF2B5EF4-FFF2-40B4-BE49-F238E27FC236}">
                  <a16:creationId xmlns:a16="http://schemas.microsoft.com/office/drawing/2014/main" id="{9C274C20-8C3E-4DCD-936C-83B0A1EEF75B}"/>
                </a:ext>
              </a:extLst>
            </p:cNvPr>
            <p:cNvSpPr/>
            <p:nvPr/>
          </p:nvSpPr>
          <p:spPr>
            <a:xfrm>
              <a:off x="42883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1" name="타원 9110">
              <a:extLst>
                <a:ext uri="{FF2B5EF4-FFF2-40B4-BE49-F238E27FC236}">
                  <a16:creationId xmlns:a16="http://schemas.microsoft.com/office/drawing/2014/main" id="{9C7BD209-C07D-4D77-9961-F7CE9A8BB78E}"/>
                </a:ext>
              </a:extLst>
            </p:cNvPr>
            <p:cNvSpPr/>
            <p:nvPr/>
          </p:nvSpPr>
          <p:spPr>
            <a:xfrm>
              <a:off x="44407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2" name="타원 9111">
              <a:extLst>
                <a:ext uri="{FF2B5EF4-FFF2-40B4-BE49-F238E27FC236}">
                  <a16:creationId xmlns:a16="http://schemas.microsoft.com/office/drawing/2014/main" id="{CDBDF132-0664-4BEE-B07B-E17E0E2FECC3}"/>
                </a:ext>
              </a:extLst>
            </p:cNvPr>
            <p:cNvSpPr/>
            <p:nvPr/>
          </p:nvSpPr>
          <p:spPr>
            <a:xfrm>
              <a:off x="45931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3" name="타원 9112">
              <a:extLst>
                <a:ext uri="{FF2B5EF4-FFF2-40B4-BE49-F238E27FC236}">
                  <a16:creationId xmlns:a16="http://schemas.microsoft.com/office/drawing/2014/main" id="{21C08BBF-B3EF-41A5-ACAE-67BF9D79EBF9}"/>
                </a:ext>
              </a:extLst>
            </p:cNvPr>
            <p:cNvSpPr/>
            <p:nvPr/>
          </p:nvSpPr>
          <p:spPr>
            <a:xfrm>
              <a:off x="47455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4" name="타원 9113">
              <a:extLst>
                <a:ext uri="{FF2B5EF4-FFF2-40B4-BE49-F238E27FC236}">
                  <a16:creationId xmlns:a16="http://schemas.microsoft.com/office/drawing/2014/main" id="{C714DD5B-EFAE-4E88-BF55-33EC536020A8}"/>
                </a:ext>
              </a:extLst>
            </p:cNvPr>
            <p:cNvSpPr/>
            <p:nvPr/>
          </p:nvSpPr>
          <p:spPr>
            <a:xfrm>
              <a:off x="48979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5" name="타원 9114">
              <a:extLst>
                <a:ext uri="{FF2B5EF4-FFF2-40B4-BE49-F238E27FC236}">
                  <a16:creationId xmlns:a16="http://schemas.microsoft.com/office/drawing/2014/main" id="{1E2779F0-8DE0-4D58-AD37-2ECC0ACD4B5E}"/>
                </a:ext>
              </a:extLst>
            </p:cNvPr>
            <p:cNvSpPr/>
            <p:nvPr/>
          </p:nvSpPr>
          <p:spPr>
            <a:xfrm>
              <a:off x="50503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6" name="타원 9115">
              <a:extLst>
                <a:ext uri="{FF2B5EF4-FFF2-40B4-BE49-F238E27FC236}">
                  <a16:creationId xmlns:a16="http://schemas.microsoft.com/office/drawing/2014/main" id="{B2CC1337-8CAB-4264-9377-A319FBBF7C42}"/>
                </a:ext>
              </a:extLst>
            </p:cNvPr>
            <p:cNvSpPr/>
            <p:nvPr/>
          </p:nvSpPr>
          <p:spPr>
            <a:xfrm>
              <a:off x="52027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7" name="타원 9116">
              <a:extLst>
                <a:ext uri="{FF2B5EF4-FFF2-40B4-BE49-F238E27FC236}">
                  <a16:creationId xmlns:a16="http://schemas.microsoft.com/office/drawing/2014/main" id="{D94EF9A7-DDC6-4BC8-BFE3-1ADA9CE66E54}"/>
                </a:ext>
              </a:extLst>
            </p:cNvPr>
            <p:cNvSpPr/>
            <p:nvPr/>
          </p:nvSpPr>
          <p:spPr>
            <a:xfrm>
              <a:off x="53551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8" name="타원 9117">
              <a:extLst>
                <a:ext uri="{FF2B5EF4-FFF2-40B4-BE49-F238E27FC236}">
                  <a16:creationId xmlns:a16="http://schemas.microsoft.com/office/drawing/2014/main" id="{5635D348-5505-4500-904F-7C284A8C8FEB}"/>
                </a:ext>
              </a:extLst>
            </p:cNvPr>
            <p:cNvSpPr/>
            <p:nvPr/>
          </p:nvSpPr>
          <p:spPr>
            <a:xfrm>
              <a:off x="55075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19" name="타원 9118">
              <a:extLst>
                <a:ext uri="{FF2B5EF4-FFF2-40B4-BE49-F238E27FC236}">
                  <a16:creationId xmlns:a16="http://schemas.microsoft.com/office/drawing/2014/main" id="{345D984D-EECB-4CBB-9CB9-314271BF830A}"/>
                </a:ext>
              </a:extLst>
            </p:cNvPr>
            <p:cNvSpPr/>
            <p:nvPr/>
          </p:nvSpPr>
          <p:spPr>
            <a:xfrm>
              <a:off x="56599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0" name="타원 9119">
              <a:extLst>
                <a:ext uri="{FF2B5EF4-FFF2-40B4-BE49-F238E27FC236}">
                  <a16:creationId xmlns:a16="http://schemas.microsoft.com/office/drawing/2014/main" id="{15154296-6CCE-4018-86E7-EA18245B4AF2}"/>
                </a:ext>
              </a:extLst>
            </p:cNvPr>
            <p:cNvSpPr/>
            <p:nvPr/>
          </p:nvSpPr>
          <p:spPr>
            <a:xfrm>
              <a:off x="5812349" y="258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1" name="타원 9120">
              <a:extLst>
                <a:ext uri="{FF2B5EF4-FFF2-40B4-BE49-F238E27FC236}">
                  <a16:creationId xmlns:a16="http://schemas.microsoft.com/office/drawing/2014/main" id="{B126B4FA-093C-48B0-8EF9-D815DF4B7790}"/>
                </a:ext>
              </a:extLst>
            </p:cNvPr>
            <p:cNvSpPr/>
            <p:nvPr/>
          </p:nvSpPr>
          <p:spPr>
            <a:xfrm>
              <a:off x="3259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2" name="타원 9121">
              <a:extLst>
                <a:ext uri="{FF2B5EF4-FFF2-40B4-BE49-F238E27FC236}">
                  <a16:creationId xmlns:a16="http://schemas.microsoft.com/office/drawing/2014/main" id="{69C62C50-FE32-49B1-83E4-214262AAE62D}"/>
                </a:ext>
              </a:extLst>
            </p:cNvPr>
            <p:cNvSpPr/>
            <p:nvPr/>
          </p:nvSpPr>
          <p:spPr>
            <a:xfrm>
              <a:off x="4783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3" name="타원 9122">
              <a:extLst>
                <a:ext uri="{FF2B5EF4-FFF2-40B4-BE49-F238E27FC236}">
                  <a16:creationId xmlns:a16="http://schemas.microsoft.com/office/drawing/2014/main" id="{082E3012-FB2F-46AB-87BA-0D0E1A9CD97E}"/>
                </a:ext>
              </a:extLst>
            </p:cNvPr>
            <p:cNvSpPr/>
            <p:nvPr/>
          </p:nvSpPr>
          <p:spPr>
            <a:xfrm>
              <a:off x="6307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4" name="타원 9123">
              <a:extLst>
                <a:ext uri="{FF2B5EF4-FFF2-40B4-BE49-F238E27FC236}">
                  <a16:creationId xmlns:a16="http://schemas.microsoft.com/office/drawing/2014/main" id="{75E987A4-54FD-40A3-9319-6D194C767DA6}"/>
                </a:ext>
              </a:extLst>
            </p:cNvPr>
            <p:cNvSpPr/>
            <p:nvPr/>
          </p:nvSpPr>
          <p:spPr>
            <a:xfrm>
              <a:off x="7831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5" name="타원 9124">
              <a:extLst>
                <a:ext uri="{FF2B5EF4-FFF2-40B4-BE49-F238E27FC236}">
                  <a16:creationId xmlns:a16="http://schemas.microsoft.com/office/drawing/2014/main" id="{B6D7BF28-4D8E-4BF6-A444-5166ED7B2361}"/>
                </a:ext>
              </a:extLst>
            </p:cNvPr>
            <p:cNvSpPr/>
            <p:nvPr/>
          </p:nvSpPr>
          <p:spPr>
            <a:xfrm>
              <a:off x="9355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6" name="타원 9125">
              <a:extLst>
                <a:ext uri="{FF2B5EF4-FFF2-40B4-BE49-F238E27FC236}">
                  <a16:creationId xmlns:a16="http://schemas.microsoft.com/office/drawing/2014/main" id="{5807C57A-3139-4B57-8F95-5211DF1D01B8}"/>
                </a:ext>
              </a:extLst>
            </p:cNvPr>
            <p:cNvSpPr/>
            <p:nvPr/>
          </p:nvSpPr>
          <p:spPr>
            <a:xfrm>
              <a:off x="10879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7" name="타원 9126">
              <a:extLst>
                <a:ext uri="{FF2B5EF4-FFF2-40B4-BE49-F238E27FC236}">
                  <a16:creationId xmlns:a16="http://schemas.microsoft.com/office/drawing/2014/main" id="{E3AAD0C4-EB9A-4044-8D49-0B82F8A31B8E}"/>
                </a:ext>
              </a:extLst>
            </p:cNvPr>
            <p:cNvSpPr/>
            <p:nvPr/>
          </p:nvSpPr>
          <p:spPr>
            <a:xfrm>
              <a:off x="12403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8" name="타원 9127">
              <a:extLst>
                <a:ext uri="{FF2B5EF4-FFF2-40B4-BE49-F238E27FC236}">
                  <a16:creationId xmlns:a16="http://schemas.microsoft.com/office/drawing/2014/main" id="{9B73CC37-8457-47BF-AA08-C50CAF9FEB15}"/>
                </a:ext>
              </a:extLst>
            </p:cNvPr>
            <p:cNvSpPr/>
            <p:nvPr/>
          </p:nvSpPr>
          <p:spPr>
            <a:xfrm>
              <a:off x="13927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29" name="타원 9128">
              <a:extLst>
                <a:ext uri="{FF2B5EF4-FFF2-40B4-BE49-F238E27FC236}">
                  <a16:creationId xmlns:a16="http://schemas.microsoft.com/office/drawing/2014/main" id="{8429D65B-5E8E-4866-B098-55C202B04931}"/>
                </a:ext>
              </a:extLst>
            </p:cNvPr>
            <p:cNvSpPr/>
            <p:nvPr/>
          </p:nvSpPr>
          <p:spPr>
            <a:xfrm>
              <a:off x="15451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0" name="타원 9129">
              <a:extLst>
                <a:ext uri="{FF2B5EF4-FFF2-40B4-BE49-F238E27FC236}">
                  <a16:creationId xmlns:a16="http://schemas.microsoft.com/office/drawing/2014/main" id="{B51F6146-E016-41FC-95D7-D5E3217EC8B9}"/>
                </a:ext>
              </a:extLst>
            </p:cNvPr>
            <p:cNvSpPr/>
            <p:nvPr/>
          </p:nvSpPr>
          <p:spPr>
            <a:xfrm>
              <a:off x="16975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1" name="타원 9130">
              <a:extLst>
                <a:ext uri="{FF2B5EF4-FFF2-40B4-BE49-F238E27FC236}">
                  <a16:creationId xmlns:a16="http://schemas.microsoft.com/office/drawing/2014/main" id="{768AE412-412B-4BFB-9C91-D3012FF4CBED}"/>
                </a:ext>
              </a:extLst>
            </p:cNvPr>
            <p:cNvSpPr/>
            <p:nvPr/>
          </p:nvSpPr>
          <p:spPr>
            <a:xfrm>
              <a:off x="18499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2" name="타원 9131">
              <a:extLst>
                <a:ext uri="{FF2B5EF4-FFF2-40B4-BE49-F238E27FC236}">
                  <a16:creationId xmlns:a16="http://schemas.microsoft.com/office/drawing/2014/main" id="{28A79C51-2419-49F3-8248-21CB006A7415}"/>
                </a:ext>
              </a:extLst>
            </p:cNvPr>
            <p:cNvSpPr/>
            <p:nvPr/>
          </p:nvSpPr>
          <p:spPr>
            <a:xfrm>
              <a:off x="20023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3" name="타원 9132">
              <a:extLst>
                <a:ext uri="{FF2B5EF4-FFF2-40B4-BE49-F238E27FC236}">
                  <a16:creationId xmlns:a16="http://schemas.microsoft.com/office/drawing/2014/main" id="{015EDC81-5E07-4E35-BB15-F89ED79132C1}"/>
                </a:ext>
              </a:extLst>
            </p:cNvPr>
            <p:cNvSpPr/>
            <p:nvPr/>
          </p:nvSpPr>
          <p:spPr>
            <a:xfrm>
              <a:off x="21547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4" name="타원 9133">
              <a:extLst>
                <a:ext uri="{FF2B5EF4-FFF2-40B4-BE49-F238E27FC236}">
                  <a16:creationId xmlns:a16="http://schemas.microsoft.com/office/drawing/2014/main" id="{84A68F96-76D5-485D-9AEF-76C7C3305753}"/>
                </a:ext>
              </a:extLst>
            </p:cNvPr>
            <p:cNvSpPr/>
            <p:nvPr/>
          </p:nvSpPr>
          <p:spPr>
            <a:xfrm>
              <a:off x="23071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5" name="타원 9134">
              <a:extLst>
                <a:ext uri="{FF2B5EF4-FFF2-40B4-BE49-F238E27FC236}">
                  <a16:creationId xmlns:a16="http://schemas.microsoft.com/office/drawing/2014/main" id="{7BB66EE0-779D-4C8B-BCBA-7AC13386AB3C}"/>
                </a:ext>
              </a:extLst>
            </p:cNvPr>
            <p:cNvSpPr/>
            <p:nvPr/>
          </p:nvSpPr>
          <p:spPr>
            <a:xfrm>
              <a:off x="24595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6" name="타원 9135">
              <a:extLst>
                <a:ext uri="{FF2B5EF4-FFF2-40B4-BE49-F238E27FC236}">
                  <a16:creationId xmlns:a16="http://schemas.microsoft.com/office/drawing/2014/main" id="{6A67A7E1-6DA4-4356-98A6-4F24A96DF37E}"/>
                </a:ext>
              </a:extLst>
            </p:cNvPr>
            <p:cNvSpPr/>
            <p:nvPr/>
          </p:nvSpPr>
          <p:spPr>
            <a:xfrm>
              <a:off x="26119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7" name="타원 9136">
              <a:extLst>
                <a:ext uri="{FF2B5EF4-FFF2-40B4-BE49-F238E27FC236}">
                  <a16:creationId xmlns:a16="http://schemas.microsoft.com/office/drawing/2014/main" id="{AEA02E6C-04AB-4F96-9020-DC7C8EA69D6D}"/>
                </a:ext>
              </a:extLst>
            </p:cNvPr>
            <p:cNvSpPr/>
            <p:nvPr/>
          </p:nvSpPr>
          <p:spPr>
            <a:xfrm>
              <a:off x="27643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8" name="타원 9137">
              <a:extLst>
                <a:ext uri="{FF2B5EF4-FFF2-40B4-BE49-F238E27FC236}">
                  <a16:creationId xmlns:a16="http://schemas.microsoft.com/office/drawing/2014/main" id="{D6C06FDD-22AE-484C-95B0-AEF3BF92B10D}"/>
                </a:ext>
              </a:extLst>
            </p:cNvPr>
            <p:cNvSpPr/>
            <p:nvPr/>
          </p:nvSpPr>
          <p:spPr>
            <a:xfrm>
              <a:off x="29167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39" name="타원 9138">
              <a:extLst>
                <a:ext uri="{FF2B5EF4-FFF2-40B4-BE49-F238E27FC236}">
                  <a16:creationId xmlns:a16="http://schemas.microsoft.com/office/drawing/2014/main" id="{8959289D-360B-4308-9195-12FB8721504D}"/>
                </a:ext>
              </a:extLst>
            </p:cNvPr>
            <p:cNvSpPr/>
            <p:nvPr/>
          </p:nvSpPr>
          <p:spPr>
            <a:xfrm>
              <a:off x="30691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0" name="타원 9139">
              <a:extLst>
                <a:ext uri="{FF2B5EF4-FFF2-40B4-BE49-F238E27FC236}">
                  <a16:creationId xmlns:a16="http://schemas.microsoft.com/office/drawing/2014/main" id="{5C4D64BD-5BB6-4D7A-812C-6D7DD9CB5AC2}"/>
                </a:ext>
              </a:extLst>
            </p:cNvPr>
            <p:cNvSpPr/>
            <p:nvPr/>
          </p:nvSpPr>
          <p:spPr>
            <a:xfrm>
              <a:off x="32215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1" name="타원 9140">
              <a:extLst>
                <a:ext uri="{FF2B5EF4-FFF2-40B4-BE49-F238E27FC236}">
                  <a16:creationId xmlns:a16="http://schemas.microsoft.com/office/drawing/2014/main" id="{76A2F47D-07BC-4301-AFA9-5B0DB27EA77B}"/>
                </a:ext>
              </a:extLst>
            </p:cNvPr>
            <p:cNvSpPr/>
            <p:nvPr/>
          </p:nvSpPr>
          <p:spPr>
            <a:xfrm>
              <a:off x="33739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2" name="타원 9141">
              <a:extLst>
                <a:ext uri="{FF2B5EF4-FFF2-40B4-BE49-F238E27FC236}">
                  <a16:creationId xmlns:a16="http://schemas.microsoft.com/office/drawing/2014/main" id="{8C733838-BC7A-49C4-ADE6-B4C1778D87C5}"/>
                </a:ext>
              </a:extLst>
            </p:cNvPr>
            <p:cNvSpPr/>
            <p:nvPr/>
          </p:nvSpPr>
          <p:spPr>
            <a:xfrm>
              <a:off x="35263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3" name="타원 9142">
              <a:extLst>
                <a:ext uri="{FF2B5EF4-FFF2-40B4-BE49-F238E27FC236}">
                  <a16:creationId xmlns:a16="http://schemas.microsoft.com/office/drawing/2014/main" id="{61CFEB20-9CA1-48EE-8DD9-E290CE345B19}"/>
                </a:ext>
              </a:extLst>
            </p:cNvPr>
            <p:cNvSpPr/>
            <p:nvPr/>
          </p:nvSpPr>
          <p:spPr>
            <a:xfrm>
              <a:off x="36787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4" name="타원 9143">
              <a:extLst>
                <a:ext uri="{FF2B5EF4-FFF2-40B4-BE49-F238E27FC236}">
                  <a16:creationId xmlns:a16="http://schemas.microsoft.com/office/drawing/2014/main" id="{12F0DF12-1742-477D-8272-6ADD2D4A5C20}"/>
                </a:ext>
              </a:extLst>
            </p:cNvPr>
            <p:cNvSpPr/>
            <p:nvPr/>
          </p:nvSpPr>
          <p:spPr>
            <a:xfrm>
              <a:off x="38311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5" name="타원 9144">
              <a:extLst>
                <a:ext uri="{FF2B5EF4-FFF2-40B4-BE49-F238E27FC236}">
                  <a16:creationId xmlns:a16="http://schemas.microsoft.com/office/drawing/2014/main" id="{515975A1-50B5-4C6C-8FF5-846D2468509B}"/>
                </a:ext>
              </a:extLst>
            </p:cNvPr>
            <p:cNvSpPr/>
            <p:nvPr/>
          </p:nvSpPr>
          <p:spPr>
            <a:xfrm>
              <a:off x="39835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6" name="타원 9145">
              <a:extLst>
                <a:ext uri="{FF2B5EF4-FFF2-40B4-BE49-F238E27FC236}">
                  <a16:creationId xmlns:a16="http://schemas.microsoft.com/office/drawing/2014/main" id="{B3B5EA66-ECC5-48BA-8F2F-296111133D38}"/>
                </a:ext>
              </a:extLst>
            </p:cNvPr>
            <p:cNvSpPr/>
            <p:nvPr/>
          </p:nvSpPr>
          <p:spPr>
            <a:xfrm>
              <a:off x="41359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7" name="타원 9146">
              <a:extLst>
                <a:ext uri="{FF2B5EF4-FFF2-40B4-BE49-F238E27FC236}">
                  <a16:creationId xmlns:a16="http://schemas.microsoft.com/office/drawing/2014/main" id="{366548A9-C16C-469C-A8A5-A9992362B8A8}"/>
                </a:ext>
              </a:extLst>
            </p:cNvPr>
            <p:cNvSpPr/>
            <p:nvPr/>
          </p:nvSpPr>
          <p:spPr>
            <a:xfrm>
              <a:off x="42883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8" name="타원 9147">
              <a:extLst>
                <a:ext uri="{FF2B5EF4-FFF2-40B4-BE49-F238E27FC236}">
                  <a16:creationId xmlns:a16="http://schemas.microsoft.com/office/drawing/2014/main" id="{08AFA0DF-2720-4353-AABC-EE0CB7FBD21A}"/>
                </a:ext>
              </a:extLst>
            </p:cNvPr>
            <p:cNvSpPr/>
            <p:nvPr/>
          </p:nvSpPr>
          <p:spPr>
            <a:xfrm>
              <a:off x="44407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49" name="타원 9148">
              <a:extLst>
                <a:ext uri="{FF2B5EF4-FFF2-40B4-BE49-F238E27FC236}">
                  <a16:creationId xmlns:a16="http://schemas.microsoft.com/office/drawing/2014/main" id="{10EBB8DB-6E73-464F-ABA6-5058754F98DD}"/>
                </a:ext>
              </a:extLst>
            </p:cNvPr>
            <p:cNvSpPr/>
            <p:nvPr/>
          </p:nvSpPr>
          <p:spPr>
            <a:xfrm>
              <a:off x="45931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0" name="타원 9149">
              <a:extLst>
                <a:ext uri="{FF2B5EF4-FFF2-40B4-BE49-F238E27FC236}">
                  <a16:creationId xmlns:a16="http://schemas.microsoft.com/office/drawing/2014/main" id="{BA8B2C68-BB65-4327-9EC9-12F7423D2855}"/>
                </a:ext>
              </a:extLst>
            </p:cNvPr>
            <p:cNvSpPr/>
            <p:nvPr/>
          </p:nvSpPr>
          <p:spPr>
            <a:xfrm>
              <a:off x="47455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1" name="타원 9150">
              <a:extLst>
                <a:ext uri="{FF2B5EF4-FFF2-40B4-BE49-F238E27FC236}">
                  <a16:creationId xmlns:a16="http://schemas.microsoft.com/office/drawing/2014/main" id="{0AA03DCD-E528-4EE7-9718-F65511E96066}"/>
                </a:ext>
              </a:extLst>
            </p:cNvPr>
            <p:cNvSpPr/>
            <p:nvPr/>
          </p:nvSpPr>
          <p:spPr>
            <a:xfrm>
              <a:off x="48979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2" name="타원 9151">
              <a:extLst>
                <a:ext uri="{FF2B5EF4-FFF2-40B4-BE49-F238E27FC236}">
                  <a16:creationId xmlns:a16="http://schemas.microsoft.com/office/drawing/2014/main" id="{C4A00F98-7A4A-4016-B3FC-F31079102F54}"/>
                </a:ext>
              </a:extLst>
            </p:cNvPr>
            <p:cNvSpPr/>
            <p:nvPr/>
          </p:nvSpPr>
          <p:spPr>
            <a:xfrm>
              <a:off x="50503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3" name="타원 9152">
              <a:extLst>
                <a:ext uri="{FF2B5EF4-FFF2-40B4-BE49-F238E27FC236}">
                  <a16:creationId xmlns:a16="http://schemas.microsoft.com/office/drawing/2014/main" id="{773F74CA-667E-41D3-BF4D-8B4B549AB7D1}"/>
                </a:ext>
              </a:extLst>
            </p:cNvPr>
            <p:cNvSpPr/>
            <p:nvPr/>
          </p:nvSpPr>
          <p:spPr>
            <a:xfrm>
              <a:off x="52027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4" name="타원 9153">
              <a:extLst>
                <a:ext uri="{FF2B5EF4-FFF2-40B4-BE49-F238E27FC236}">
                  <a16:creationId xmlns:a16="http://schemas.microsoft.com/office/drawing/2014/main" id="{D6507A3C-BBED-4FD0-95E4-A3E950B77B42}"/>
                </a:ext>
              </a:extLst>
            </p:cNvPr>
            <p:cNvSpPr/>
            <p:nvPr/>
          </p:nvSpPr>
          <p:spPr>
            <a:xfrm>
              <a:off x="53551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5" name="타원 9154">
              <a:extLst>
                <a:ext uri="{FF2B5EF4-FFF2-40B4-BE49-F238E27FC236}">
                  <a16:creationId xmlns:a16="http://schemas.microsoft.com/office/drawing/2014/main" id="{3F4549FE-A3A0-421A-B1F2-9B7BDEE66A08}"/>
                </a:ext>
              </a:extLst>
            </p:cNvPr>
            <p:cNvSpPr/>
            <p:nvPr/>
          </p:nvSpPr>
          <p:spPr>
            <a:xfrm>
              <a:off x="55075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6" name="타원 9155">
              <a:extLst>
                <a:ext uri="{FF2B5EF4-FFF2-40B4-BE49-F238E27FC236}">
                  <a16:creationId xmlns:a16="http://schemas.microsoft.com/office/drawing/2014/main" id="{69DF91D3-8FAC-490B-A8EB-D43F0ACA058F}"/>
                </a:ext>
              </a:extLst>
            </p:cNvPr>
            <p:cNvSpPr/>
            <p:nvPr/>
          </p:nvSpPr>
          <p:spPr>
            <a:xfrm>
              <a:off x="56599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7" name="타원 9156">
              <a:extLst>
                <a:ext uri="{FF2B5EF4-FFF2-40B4-BE49-F238E27FC236}">
                  <a16:creationId xmlns:a16="http://schemas.microsoft.com/office/drawing/2014/main" id="{3C97AE80-7376-440F-BA02-491AEA672B61}"/>
                </a:ext>
              </a:extLst>
            </p:cNvPr>
            <p:cNvSpPr/>
            <p:nvPr/>
          </p:nvSpPr>
          <p:spPr>
            <a:xfrm>
              <a:off x="5812349" y="273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8" name="타원 9157">
              <a:extLst>
                <a:ext uri="{FF2B5EF4-FFF2-40B4-BE49-F238E27FC236}">
                  <a16:creationId xmlns:a16="http://schemas.microsoft.com/office/drawing/2014/main" id="{A5A1D482-D35B-4F30-8A21-49B652D6DEEC}"/>
                </a:ext>
              </a:extLst>
            </p:cNvPr>
            <p:cNvSpPr/>
            <p:nvPr/>
          </p:nvSpPr>
          <p:spPr>
            <a:xfrm>
              <a:off x="3259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59" name="타원 9158">
              <a:extLst>
                <a:ext uri="{FF2B5EF4-FFF2-40B4-BE49-F238E27FC236}">
                  <a16:creationId xmlns:a16="http://schemas.microsoft.com/office/drawing/2014/main" id="{F9E9CF03-3171-41BF-8F15-887BCF8639A1}"/>
                </a:ext>
              </a:extLst>
            </p:cNvPr>
            <p:cNvSpPr/>
            <p:nvPr/>
          </p:nvSpPr>
          <p:spPr>
            <a:xfrm>
              <a:off x="4783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0" name="타원 9159">
              <a:extLst>
                <a:ext uri="{FF2B5EF4-FFF2-40B4-BE49-F238E27FC236}">
                  <a16:creationId xmlns:a16="http://schemas.microsoft.com/office/drawing/2014/main" id="{72C8A468-CDC8-4ABA-A94B-2B57F07F1EB6}"/>
                </a:ext>
              </a:extLst>
            </p:cNvPr>
            <p:cNvSpPr/>
            <p:nvPr/>
          </p:nvSpPr>
          <p:spPr>
            <a:xfrm>
              <a:off x="6307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1" name="타원 9160">
              <a:extLst>
                <a:ext uri="{FF2B5EF4-FFF2-40B4-BE49-F238E27FC236}">
                  <a16:creationId xmlns:a16="http://schemas.microsoft.com/office/drawing/2014/main" id="{E0A22BD5-1480-4D2C-8155-54C7ED03A515}"/>
                </a:ext>
              </a:extLst>
            </p:cNvPr>
            <p:cNvSpPr/>
            <p:nvPr/>
          </p:nvSpPr>
          <p:spPr>
            <a:xfrm>
              <a:off x="7831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2" name="타원 9161">
              <a:extLst>
                <a:ext uri="{FF2B5EF4-FFF2-40B4-BE49-F238E27FC236}">
                  <a16:creationId xmlns:a16="http://schemas.microsoft.com/office/drawing/2014/main" id="{2170AE56-6977-4C5D-A5C0-909BBA77B9A8}"/>
                </a:ext>
              </a:extLst>
            </p:cNvPr>
            <p:cNvSpPr/>
            <p:nvPr/>
          </p:nvSpPr>
          <p:spPr>
            <a:xfrm>
              <a:off x="9355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3" name="타원 9162">
              <a:extLst>
                <a:ext uri="{FF2B5EF4-FFF2-40B4-BE49-F238E27FC236}">
                  <a16:creationId xmlns:a16="http://schemas.microsoft.com/office/drawing/2014/main" id="{9F9A7F41-7E7B-41DB-8ED2-FF06BD6A08E9}"/>
                </a:ext>
              </a:extLst>
            </p:cNvPr>
            <p:cNvSpPr/>
            <p:nvPr/>
          </p:nvSpPr>
          <p:spPr>
            <a:xfrm>
              <a:off x="10879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4" name="타원 9163">
              <a:extLst>
                <a:ext uri="{FF2B5EF4-FFF2-40B4-BE49-F238E27FC236}">
                  <a16:creationId xmlns:a16="http://schemas.microsoft.com/office/drawing/2014/main" id="{206061BC-C88A-439A-8DDE-387325FA8B0C}"/>
                </a:ext>
              </a:extLst>
            </p:cNvPr>
            <p:cNvSpPr/>
            <p:nvPr/>
          </p:nvSpPr>
          <p:spPr>
            <a:xfrm>
              <a:off x="12403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5" name="타원 9164">
              <a:extLst>
                <a:ext uri="{FF2B5EF4-FFF2-40B4-BE49-F238E27FC236}">
                  <a16:creationId xmlns:a16="http://schemas.microsoft.com/office/drawing/2014/main" id="{BDD9CF18-54FE-4E8D-B0D4-ECB7535AB643}"/>
                </a:ext>
              </a:extLst>
            </p:cNvPr>
            <p:cNvSpPr/>
            <p:nvPr/>
          </p:nvSpPr>
          <p:spPr>
            <a:xfrm>
              <a:off x="13927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6" name="타원 9165">
              <a:extLst>
                <a:ext uri="{FF2B5EF4-FFF2-40B4-BE49-F238E27FC236}">
                  <a16:creationId xmlns:a16="http://schemas.microsoft.com/office/drawing/2014/main" id="{ED2386E5-ED95-4B06-BDBF-A48EF6AD5059}"/>
                </a:ext>
              </a:extLst>
            </p:cNvPr>
            <p:cNvSpPr/>
            <p:nvPr/>
          </p:nvSpPr>
          <p:spPr>
            <a:xfrm>
              <a:off x="15451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7" name="타원 9166">
              <a:extLst>
                <a:ext uri="{FF2B5EF4-FFF2-40B4-BE49-F238E27FC236}">
                  <a16:creationId xmlns:a16="http://schemas.microsoft.com/office/drawing/2014/main" id="{B0A9B407-A76D-4F3F-A7CD-9E08173F9732}"/>
                </a:ext>
              </a:extLst>
            </p:cNvPr>
            <p:cNvSpPr/>
            <p:nvPr/>
          </p:nvSpPr>
          <p:spPr>
            <a:xfrm>
              <a:off x="16975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8" name="타원 9167">
              <a:extLst>
                <a:ext uri="{FF2B5EF4-FFF2-40B4-BE49-F238E27FC236}">
                  <a16:creationId xmlns:a16="http://schemas.microsoft.com/office/drawing/2014/main" id="{E28D25DB-0B33-4A90-AF04-05522D7A6976}"/>
                </a:ext>
              </a:extLst>
            </p:cNvPr>
            <p:cNvSpPr/>
            <p:nvPr/>
          </p:nvSpPr>
          <p:spPr>
            <a:xfrm>
              <a:off x="18499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69" name="타원 9168">
              <a:extLst>
                <a:ext uri="{FF2B5EF4-FFF2-40B4-BE49-F238E27FC236}">
                  <a16:creationId xmlns:a16="http://schemas.microsoft.com/office/drawing/2014/main" id="{F35DE22E-2BC2-4742-ABEE-AE8657978A4C}"/>
                </a:ext>
              </a:extLst>
            </p:cNvPr>
            <p:cNvSpPr/>
            <p:nvPr/>
          </p:nvSpPr>
          <p:spPr>
            <a:xfrm>
              <a:off x="20023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0" name="타원 9169">
              <a:extLst>
                <a:ext uri="{FF2B5EF4-FFF2-40B4-BE49-F238E27FC236}">
                  <a16:creationId xmlns:a16="http://schemas.microsoft.com/office/drawing/2014/main" id="{73D4804C-81A2-4539-B825-8AB738130AD7}"/>
                </a:ext>
              </a:extLst>
            </p:cNvPr>
            <p:cNvSpPr/>
            <p:nvPr/>
          </p:nvSpPr>
          <p:spPr>
            <a:xfrm>
              <a:off x="21547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1" name="타원 9170">
              <a:extLst>
                <a:ext uri="{FF2B5EF4-FFF2-40B4-BE49-F238E27FC236}">
                  <a16:creationId xmlns:a16="http://schemas.microsoft.com/office/drawing/2014/main" id="{DE7B1EE6-2E1C-4376-A54D-B3AE69F35C6C}"/>
                </a:ext>
              </a:extLst>
            </p:cNvPr>
            <p:cNvSpPr/>
            <p:nvPr/>
          </p:nvSpPr>
          <p:spPr>
            <a:xfrm>
              <a:off x="23071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2" name="타원 9171">
              <a:extLst>
                <a:ext uri="{FF2B5EF4-FFF2-40B4-BE49-F238E27FC236}">
                  <a16:creationId xmlns:a16="http://schemas.microsoft.com/office/drawing/2014/main" id="{D7C6B48C-0191-470E-BDC6-EDF8D0AFF360}"/>
                </a:ext>
              </a:extLst>
            </p:cNvPr>
            <p:cNvSpPr/>
            <p:nvPr/>
          </p:nvSpPr>
          <p:spPr>
            <a:xfrm>
              <a:off x="24595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3" name="타원 9172">
              <a:extLst>
                <a:ext uri="{FF2B5EF4-FFF2-40B4-BE49-F238E27FC236}">
                  <a16:creationId xmlns:a16="http://schemas.microsoft.com/office/drawing/2014/main" id="{D00DAC16-AFAA-4A2D-B2F8-3E39C57ABBAF}"/>
                </a:ext>
              </a:extLst>
            </p:cNvPr>
            <p:cNvSpPr/>
            <p:nvPr/>
          </p:nvSpPr>
          <p:spPr>
            <a:xfrm>
              <a:off x="26119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4" name="타원 9173">
              <a:extLst>
                <a:ext uri="{FF2B5EF4-FFF2-40B4-BE49-F238E27FC236}">
                  <a16:creationId xmlns:a16="http://schemas.microsoft.com/office/drawing/2014/main" id="{3CDBA663-7DB7-4809-8D79-C2744AA9A591}"/>
                </a:ext>
              </a:extLst>
            </p:cNvPr>
            <p:cNvSpPr/>
            <p:nvPr/>
          </p:nvSpPr>
          <p:spPr>
            <a:xfrm>
              <a:off x="27643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5" name="타원 9174">
              <a:extLst>
                <a:ext uri="{FF2B5EF4-FFF2-40B4-BE49-F238E27FC236}">
                  <a16:creationId xmlns:a16="http://schemas.microsoft.com/office/drawing/2014/main" id="{EB45BF30-D78D-4DE0-88CF-1C57B1B85EE7}"/>
                </a:ext>
              </a:extLst>
            </p:cNvPr>
            <p:cNvSpPr/>
            <p:nvPr/>
          </p:nvSpPr>
          <p:spPr>
            <a:xfrm>
              <a:off x="29167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6" name="타원 9175">
              <a:extLst>
                <a:ext uri="{FF2B5EF4-FFF2-40B4-BE49-F238E27FC236}">
                  <a16:creationId xmlns:a16="http://schemas.microsoft.com/office/drawing/2014/main" id="{76044D3C-B4A9-490A-8DB1-715052765629}"/>
                </a:ext>
              </a:extLst>
            </p:cNvPr>
            <p:cNvSpPr/>
            <p:nvPr/>
          </p:nvSpPr>
          <p:spPr>
            <a:xfrm>
              <a:off x="30691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7" name="타원 9176">
              <a:extLst>
                <a:ext uri="{FF2B5EF4-FFF2-40B4-BE49-F238E27FC236}">
                  <a16:creationId xmlns:a16="http://schemas.microsoft.com/office/drawing/2014/main" id="{23F36F2A-1159-4F44-8D2A-316EA6AAFD88}"/>
                </a:ext>
              </a:extLst>
            </p:cNvPr>
            <p:cNvSpPr/>
            <p:nvPr/>
          </p:nvSpPr>
          <p:spPr>
            <a:xfrm>
              <a:off x="32215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8" name="타원 9177">
              <a:extLst>
                <a:ext uri="{FF2B5EF4-FFF2-40B4-BE49-F238E27FC236}">
                  <a16:creationId xmlns:a16="http://schemas.microsoft.com/office/drawing/2014/main" id="{D57EC460-2E70-4D39-BE15-6AFBD17941B3}"/>
                </a:ext>
              </a:extLst>
            </p:cNvPr>
            <p:cNvSpPr/>
            <p:nvPr/>
          </p:nvSpPr>
          <p:spPr>
            <a:xfrm>
              <a:off x="33739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79" name="타원 9178">
              <a:extLst>
                <a:ext uri="{FF2B5EF4-FFF2-40B4-BE49-F238E27FC236}">
                  <a16:creationId xmlns:a16="http://schemas.microsoft.com/office/drawing/2014/main" id="{97AAB50F-C2F2-41BC-99C2-FCF8A3E888A2}"/>
                </a:ext>
              </a:extLst>
            </p:cNvPr>
            <p:cNvSpPr/>
            <p:nvPr/>
          </p:nvSpPr>
          <p:spPr>
            <a:xfrm>
              <a:off x="35263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0" name="타원 9179">
              <a:extLst>
                <a:ext uri="{FF2B5EF4-FFF2-40B4-BE49-F238E27FC236}">
                  <a16:creationId xmlns:a16="http://schemas.microsoft.com/office/drawing/2014/main" id="{D74F00C6-24AE-4086-B209-14FF77166DF4}"/>
                </a:ext>
              </a:extLst>
            </p:cNvPr>
            <p:cNvSpPr/>
            <p:nvPr/>
          </p:nvSpPr>
          <p:spPr>
            <a:xfrm>
              <a:off x="36787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1" name="타원 9180">
              <a:extLst>
                <a:ext uri="{FF2B5EF4-FFF2-40B4-BE49-F238E27FC236}">
                  <a16:creationId xmlns:a16="http://schemas.microsoft.com/office/drawing/2014/main" id="{A9A36222-1BCA-4E8A-AEA6-3317185DC745}"/>
                </a:ext>
              </a:extLst>
            </p:cNvPr>
            <p:cNvSpPr/>
            <p:nvPr/>
          </p:nvSpPr>
          <p:spPr>
            <a:xfrm>
              <a:off x="38311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2" name="타원 9181">
              <a:extLst>
                <a:ext uri="{FF2B5EF4-FFF2-40B4-BE49-F238E27FC236}">
                  <a16:creationId xmlns:a16="http://schemas.microsoft.com/office/drawing/2014/main" id="{9C923282-ADD9-411E-AC5C-C2AA4C27580B}"/>
                </a:ext>
              </a:extLst>
            </p:cNvPr>
            <p:cNvSpPr/>
            <p:nvPr/>
          </p:nvSpPr>
          <p:spPr>
            <a:xfrm>
              <a:off x="39835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3" name="타원 9182">
              <a:extLst>
                <a:ext uri="{FF2B5EF4-FFF2-40B4-BE49-F238E27FC236}">
                  <a16:creationId xmlns:a16="http://schemas.microsoft.com/office/drawing/2014/main" id="{AC97BF7A-0181-4FCB-8AF9-8C32612E78C3}"/>
                </a:ext>
              </a:extLst>
            </p:cNvPr>
            <p:cNvSpPr/>
            <p:nvPr/>
          </p:nvSpPr>
          <p:spPr>
            <a:xfrm>
              <a:off x="41359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4" name="타원 9183">
              <a:extLst>
                <a:ext uri="{FF2B5EF4-FFF2-40B4-BE49-F238E27FC236}">
                  <a16:creationId xmlns:a16="http://schemas.microsoft.com/office/drawing/2014/main" id="{75A823F3-A651-4688-860D-2A007FA33DF5}"/>
                </a:ext>
              </a:extLst>
            </p:cNvPr>
            <p:cNvSpPr/>
            <p:nvPr/>
          </p:nvSpPr>
          <p:spPr>
            <a:xfrm>
              <a:off x="42883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5" name="타원 9184">
              <a:extLst>
                <a:ext uri="{FF2B5EF4-FFF2-40B4-BE49-F238E27FC236}">
                  <a16:creationId xmlns:a16="http://schemas.microsoft.com/office/drawing/2014/main" id="{F8148C0E-445C-4FA7-93CE-9EB5C49EFAFF}"/>
                </a:ext>
              </a:extLst>
            </p:cNvPr>
            <p:cNvSpPr/>
            <p:nvPr/>
          </p:nvSpPr>
          <p:spPr>
            <a:xfrm>
              <a:off x="44407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6" name="타원 9185">
              <a:extLst>
                <a:ext uri="{FF2B5EF4-FFF2-40B4-BE49-F238E27FC236}">
                  <a16:creationId xmlns:a16="http://schemas.microsoft.com/office/drawing/2014/main" id="{7884B171-9A81-4E11-AC6C-543004801E0A}"/>
                </a:ext>
              </a:extLst>
            </p:cNvPr>
            <p:cNvSpPr/>
            <p:nvPr/>
          </p:nvSpPr>
          <p:spPr>
            <a:xfrm>
              <a:off x="45931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7" name="타원 9186">
              <a:extLst>
                <a:ext uri="{FF2B5EF4-FFF2-40B4-BE49-F238E27FC236}">
                  <a16:creationId xmlns:a16="http://schemas.microsoft.com/office/drawing/2014/main" id="{97867A6A-2F9F-4B2B-BD9C-2C95DB37A786}"/>
                </a:ext>
              </a:extLst>
            </p:cNvPr>
            <p:cNvSpPr/>
            <p:nvPr/>
          </p:nvSpPr>
          <p:spPr>
            <a:xfrm>
              <a:off x="47455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8" name="타원 9187">
              <a:extLst>
                <a:ext uri="{FF2B5EF4-FFF2-40B4-BE49-F238E27FC236}">
                  <a16:creationId xmlns:a16="http://schemas.microsoft.com/office/drawing/2014/main" id="{CC778B93-D4D8-4068-A244-F9ABEBFB9575}"/>
                </a:ext>
              </a:extLst>
            </p:cNvPr>
            <p:cNvSpPr/>
            <p:nvPr/>
          </p:nvSpPr>
          <p:spPr>
            <a:xfrm>
              <a:off x="48979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89" name="타원 9188">
              <a:extLst>
                <a:ext uri="{FF2B5EF4-FFF2-40B4-BE49-F238E27FC236}">
                  <a16:creationId xmlns:a16="http://schemas.microsoft.com/office/drawing/2014/main" id="{DB93763B-6858-4E1F-B4F7-2FD07D90520F}"/>
                </a:ext>
              </a:extLst>
            </p:cNvPr>
            <p:cNvSpPr/>
            <p:nvPr/>
          </p:nvSpPr>
          <p:spPr>
            <a:xfrm>
              <a:off x="50503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0" name="타원 9189">
              <a:extLst>
                <a:ext uri="{FF2B5EF4-FFF2-40B4-BE49-F238E27FC236}">
                  <a16:creationId xmlns:a16="http://schemas.microsoft.com/office/drawing/2014/main" id="{08805748-5C5A-48F6-9FBA-2F886765D426}"/>
                </a:ext>
              </a:extLst>
            </p:cNvPr>
            <p:cNvSpPr/>
            <p:nvPr/>
          </p:nvSpPr>
          <p:spPr>
            <a:xfrm>
              <a:off x="52027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1" name="타원 9190">
              <a:extLst>
                <a:ext uri="{FF2B5EF4-FFF2-40B4-BE49-F238E27FC236}">
                  <a16:creationId xmlns:a16="http://schemas.microsoft.com/office/drawing/2014/main" id="{98662E90-F39D-4229-A756-355F57E9664A}"/>
                </a:ext>
              </a:extLst>
            </p:cNvPr>
            <p:cNvSpPr/>
            <p:nvPr/>
          </p:nvSpPr>
          <p:spPr>
            <a:xfrm>
              <a:off x="53551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2" name="타원 9191">
              <a:extLst>
                <a:ext uri="{FF2B5EF4-FFF2-40B4-BE49-F238E27FC236}">
                  <a16:creationId xmlns:a16="http://schemas.microsoft.com/office/drawing/2014/main" id="{D53FBDD0-CEF3-409B-91B8-3BF98821D9AC}"/>
                </a:ext>
              </a:extLst>
            </p:cNvPr>
            <p:cNvSpPr/>
            <p:nvPr/>
          </p:nvSpPr>
          <p:spPr>
            <a:xfrm>
              <a:off x="55075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3" name="타원 9192">
              <a:extLst>
                <a:ext uri="{FF2B5EF4-FFF2-40B4-BE49-F238E27FC236}">
                  <a16:creationId xmlns:a16="http://schemas.microsoft.com/office/drawing/2014/main" id="{C6E50D8D-5F80-44FE-A4F6-E27EF31E614A}"/>
                </a:ext>
              </a:extLst>
            </p:cNvPr>
            <p:cNvSpPr/>
            <p:nvPr/>
          </p:nvSpPr>
          <p:spPr>
            <a:xfrm>
              <a:off x="56599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4" name="타원 9193">
              <a:extLst>
                <a:ext uri="{FF2B5EF4-FFF2-40B4-BE49-F238E27FC236}">
                  <a16:creationId xmlns:a16="http://schemas.microsoft.com/office/drawing/2014/main" id="{8170C7AD-83CB-47DA-864F-2EA80420A5E9}"/>
                </a:ext>
              </a:extLst>
            </p:cNvPr>
            <p:cNvSpPr/>
            <p:nvPr/>
          </p:nvSpPr>
          <p:spPr>
            <a:xfrm>
              <a:off x="5812349" y="289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5" name="타원 9194">
              <a:extLst>
                <a:ext uri="{FF2B5EF4-FFF2-40B4-BE49-F238E27FC236}">
                  <a16:creationId xmlns:a16="http://schemas.microsoft.com/office/drawing/2014/main" id="{C599F401-56F8-4BC1-9CC0-98809C9E1B14}"/>
                </a:ext>
              </a:extLst>
            </p:cNvPr>
            <p:cNvSpPr/>
            <p:nvPr/>
          </p:nvSpPr>
          <p:spPr>
            <a:xfrm>
              <a:off x="3259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6" name="타원 9195">
              <a:extLst>
                <a:ext uri="{FF2B5EF4-FFF2-40B4-BE49-F238E27FC236}">
                  <a16:creationId xmlns:a16="http://schemas.microsoft.com/office/drawing/2014/main" id="{D75FB96E-3C74-4AE3-9974-5F68EE8076BC}"/>
                </a:ext>
              </a:extLst>
            </p:cNvPr>
            <p:cNvSpPr/>
            <p:nvPr/>
          </p:nvSpPr>
          <p:spPr>
            <a:xfrm>
              <a:off x="4783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7" name="타원 9196">
              <a:extLst>
                <a:ext uri="{FF2B5EF4-FFF2-40B4-BE49-F238E27FC236}">
                  <a16:creationId xmlns:a16="http://schemas.microsoft.com/office/drawing/2014/main" id="{2148C87F-E2B6-48BD-A3AE-F4D6EDADC66B}"/>
                </a:ext>
              </a:extLst>
            </p:cNvPr>
            <p:cNvSpPr/>
            <p:nvPr/>
          </p:nvSpPr>
          <p:spPr>
            <a:xfrm>
              <a:off x="6307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8" name="타원 9197">
              <a:extLst>
                <a:ext uri="{FF2B5EF4-FFF2-40B4-BE49-F238E27FC236}">
                  <a16:creationId xmlns:a16="http://schemas.microsoft.com/office/drawing/2014/main" id="{F19ED0C6-B42F-4319-A4B9-6A533E3C12B7}"/>
                </a:ext>
              </a:extLst>
            </p:cNvPr>
            <p:cNvSpPr/>
            <p:nvPr/>
          </p:nvSpPr>
          <p:spPr>
            <a:xfrm>
              <a:off x="7831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99" name="타원 9198">
              <a:extLst>
                <a:ext uri="{FF2B5EF4-FFF2-40B4-BE49-F238E27FC236}">
                  <a16:creationId xmlns:a16="http://schemas.microsoft.com/office/drawing/2014/main" id="{967BA635-F670-42B5-944F-C4E6996859A1}"/>
                </a:ext>
              </a:extLst>
            </p:cNvPr>
            <p:cNvSpPr/>
            <p:nvPr/>
          </p:nvSpPr>
          <p:spPr>
            <a:xfrm>
              <a:off x="9355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0" name="타원 9199">
              <a:extLst>
                <a:ext uri="{FF2B5EF4-FFF2-40B4-BE49-F238E27FC236}">
                  <a16:creationId xmlns:a16="http://schemas.microsoft.com/office/drawing/2014/main" id="{5C1FF1C6-292F-41FB-B6D0-4837A4CB735F}"/>
                </a:ext>
              </a:extLst>
            </p:cNvPr>
            <p:cNvSpPr/>
            <p:nvPr/>
          </p:nvSpPr>
          <p:spPr>
            <a:xfrm>
              <a:off x="10879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1" name="타원 9200">
              <a:extLst>
                <a:ext uri="{FF2B5EF4-FFF2-40B4-BE49-F238E27FC236}">
                  <a16:creationId xmlns:a16="http://schemas.microsoft.com/office/drawing/2014/main" id="{5837C855-A8E5-437D-9A85-FDE00468788D}"/>
                </a:ext>
              </a:extLst>
            </p:cNvPr>
            <p:cNvSpPr/>
            <p:nvPr/>
          </p:nvSpPr>
          <p:spPr>
            <a:xfrm>
              <a:off x="12403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2" name="타원 9201">
              <a:extLst>
                <a:ext uri="{FF2B5EF4-FFF2-40B4-BE49-F238E27FC236}">
                  <a16:creationId xmlns:a16="http://schemas.microsoft.com/office/drawing/2014/main" id="{98EAF4F0-1971-4436-B5AC-C58453E4CB50}"/>
                </a:ext>
              </a:extLst>
            </p:cNvPr>
            <p:cNvSpPr/>
            <p:nvPr/>
          </p:nvSpPr>
          <p:spPr>
            <a:xfrm>
              <a:off x="13927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3" name="타원 9202">
              <a:extLst>
                <a:ext uri="{FF2B5EF4-FFF2-40B4-BE49-F238E27FC236}">
                  <a16:creationId xmlns:a16="http://schemas.microsoft.com/office/drawing/2014/main" id="{05BE1564-B336-4C98-B2E9-9184CB6F5246}"/>
                </a:ext>
              </a:extLst>
            </p:cNvPr>
            <p:cNvSpPr/>
            <p:nvPr/>
          </p:nvSpPr>
          <p:spPr>
            <a:xfrm>
              <a:off x="15451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4" name="타원 9203">
              <a:extLst>
                <a:ext uri="{FF2B5EF4-FFF2-40B4-BE49-F238E27FC236}">
                  <a16:creationId xmlns:a16="http://schemas.microsoft.com/office/drawing/2014/main" id="{23F478C2-74C0-4F12-8C52-44E648E8FAE8}"/>
                </a:ext>
              </a:extLst>
            </p:cNvPr>
            <p:cNvSpPr/>
            <p:nvPr/>
          </p:nvSpPr>
          <p:spPr>
            <a:xfrm>
              <a:off x="16975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5" name="타원 9204">
              <a:extLst>
                <a:ext uri="{FF2B5EF4-FFF2-40B4-BE49-F238E27FC236}">
                  <a16:creationId xmlns:a16="http://schemas.microsoft.com/office/drawing/2014/main" id="{3AEA9AEF-1747-4D42-9B0D-AF05C0D25A23}"/>
                </a:ext>
              </a:extLst>
            </p:cNvPr>
            <p:cNvSpPr/>
            <p:nvPr/>
          </p:nvSpPr>
          <p:spPr>
            <a:xfrm>
              <a:off x="18499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6" name="타원 9205">
              <a:extLst>
                <a:ext uri="{FF2B5EF4-FFF2-40B4-BE49-F238E27FC236}">
                  <a16:creationId xmlns:a16="http://schemas.microsoft.com/office/drawing/2014/main" id="{5005FC9B-2678-4A93-800D-C2D5CCAC120E}"/>
                </a:ext>
              </a:extLst>
            </p:cNvPr>
            <p:cNvSpPr/>
            <p:nvPr/>
          </p:nvSpPr>
          <p:spPr>
            <a:xfrm>
              <a:off x="20023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7" name="타원 9206">
              <a:extLst>
                <a:ext uri="{FF2B5EF4-FFF2-40B4-BE49-F238E27FC236}">
                  <a16:creationId xmlns:a16="http://schemas.microsoft.com/office/drawing/2014/main" id="{A4151CA9-27A9-412E-BD05-8E341921D3E1}"/>
                </a:ext>
              </a:extLst>
            </p:cNvPr>
            <p:cNvSpPr/>
            <p:nvPr/>
          </p:nvSpPr>
          <p:spPr>
            <a:xfrm>
              <a:off x="21547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8" name="타원 9207">
              <a:extLst>
                <a:ext uri="{FF2B5EF4-FFF2-40B4-BE49-F238E27FC236}">
                  <a16:creationId xmlns:a16="http://schemas.microsoft.com/office/drawing/2014/main" id="{0F977D8F-5A8F-47F1-B288-DE9BEB5043AF}"/>
                </a:ext>
              </a:extLst>
            </p:cNvPr>
            <p:cNvSpPr/>
            <p:nvPr/>
          </p:nvSpPr>
          <p:spPr>
            <a:xfrm>
              <a:off x="23071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09" name="타원 9208">
              <a:extLst>
                <a:ext uri="{FF2B5EF4-FFF2-40B4-BE49-F238E27FC236}">
                  <a16:creationId xmlns:a16="http://schemas.microsoft.com/office/drawing/2014/main" id="{A180271C-1673-4DB2-B990-0D3FCC8A06E8}"/>
                </a:ext>
              </a:extLst>
            </p:cNvPr>
            <p:cNvSpPr/>
            <p:nvPr/>
          </p:nvSpPr>
          <p:spPr>
            <a:xfrm>
              <a:off x="24595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0" name="타원 9209">
              <a:extLst>
                <a:ext uri="{FF2B5EF4-FFF2-40B4-BE49-F238E27FC236}">
                  <a16:creationId xmlns:a16="http://schemas.microsoft.com/office/drawing/2014/main" id="{DCAB464A-8FAB-435F-A6A3-DA11DB072916}"/>
                </a:ext>
              </a:extLst>
            </p:cNvPr>
            <p:cNvSpPr/>
            <p:nvPr/>
          </p:nvSpPr>
          <p:spPr>
            <a:xfrm>
              <a:off x="26119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1" name="타원 9210">
              <a:extLst>
                <a:ext uri="{FF2B5EF4-FFF2-40B4-BE49-F238E27FC236}">
                  <a16:creationId xmlns:a16="http://schemas.microsoft.com/office/drawing/2014/main" id="{B941B879-1610-4E11-A400-0AC32D05A951}"/>
                </a:ext>
              </a:extLst>
            </p:cNvPr>
            <p:cNvSpPr/>
            <p:nvPr/>
          </p:nvSpPr>
          <p:spPr>
            <a:xfrm>
              <a:off x="27643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2" name="타원 9211">
              <a:extLst>
                <a:ext uri="{FF2B5EF4-FFF2-40B4-BE49-F238E27FC236}">
                  <a16:creationId xmlns:a16="http://schemas.microsoft.com/office/drawing/2014/main" id="{0CE7FB7C-65AD-4A00-892A-38F8C594EE82}"/>
                </a:ext>
              </a:extLst>
            </p:cNvPr>
            <p:cNvSpPr/>
            <p:nvPr/>
          </p:nvSpPr>
          <p:spPr>
            <a:xfrm>
              <a:off x="29167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3" name="타원 9212">
              <a:extLst>
                <a:ext uri="{FF2B5EF4-FFF2-40B4-BE49-F238E27FC236}">
                  <a16:creationId xmlns:a16="http://schemas.microsoft.com/office/drawing/2014/main" id="{FC708E69-660F-47E1-9835-340E09124F3D}"/>
                </a:ext>
              </a:extLst>
            </p:cNvPr>
            <p:cNvSpPr/>
            <p:nvPr/>
          </p:nvSpPr>
          <p:spPr>
            <a:xfrm>
              <a:off x="30691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4" name="타원 9213">
              <a:extLst>
                <a:ext uri="{FF2B5EF4-FFF2-40B4-BE49-F238E27FC236}">
                  <a16:creationId xmlns:a16="http://schemas.microsoft.com/office/drawing/2014/main" id="{F22A202C-C652-40BE-B736-0D20FD03B639}"/>
                </a:ext>
              </a:extLst>
            </p:cNvPr>
            <p:cNvSpPr/>
            <p:nvPr/>
          </p:nvSpPr>
          <p:spPr>
            <a:xfrm>
              <a:off x="32215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5" name="타원 9214">
              <a:extLst>
                <a:ext uri="{FF2B5EF4-FFF2-40B4-BE49-F238E27FC236}">
                  <a16:creationId xmlns:a16="http://schemas.microsoft.com/office/drawing/2014/main" id="{AAD0C02B-66B5-41AD-9B1C-D3CDE43403BD}"/>
                </a:ext>
              </a:extLst>
            </p:cNvPr>
            <p:cNvSpPr/>
            <p:nvPr/>
          </p:nvSpPr>
          <p:spPr>
            <a:xfrm>
              <a:off x="33739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6" name="타원 9215">
              <a:extLst>
                <a:ext uri="{FF2B5EF4-FFF2-40B4-BE49-F238E27FC236}">
                  <a16:creationId xmlns:a16="http://schemas.microsoft.com/office/drawing/2014/main" id="{32D554B1-D59D-4085-8DFA-7D98DFB73401}"/>
                </a:ext>
              </a:extLst>
            </p:cNvPr>
            <p:cNvSpPr/>
            <p:nvPr/>
          </p:nvSpPr>
          <p:spPr>
            <a:xfrm>
              <a:off x="35263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7" name="타원 9216">
              <a:extLst>
                <a:ext uri="{FF2B5EF4-FFF2-40B4-BE49-F238E27FC236}">
                  <a16:creationId xmlns:a16="http://schemas.microsoft.com/office/drawing/2014/main" id="{37FA1E30-D376-4965-9E49-1D93F61426B4}"/>
                </a:ext>
              </a:extLst>
            </p:cNvPr>
            <p:cNvSpPr/>
            <p:nvPr/>
          </p:nvSpPr>
          <p:spPr>
            <a:xfrm>
              <a:off x="36787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8" name="타원 9217">
              <a:extLst>
                <a:ext uri="{FF2B5EF4-FFF2-40B4-BE49-F238E27FC236}">
                  <a16:creationId xmlns:a16="http://schemas.microsoft.com/office/drawing/2014/main" id="{E9817E46-8E16-4CB5-9619-D029A5229A91}"/>
                </a:ext>
              </a:extLst>
            </p:cNvPr>
            <p:cNvSpPr/>
            <p:nvPr/>
          </p:nvSpPr>
          <p:spPr>
            <a:xfrm>
              <a:off x="38311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19" name="타원 9218">
              <a:extLst>
                <a:ext uri="{FF2B5EF4-FFF2-40B4-BE49-F238E27FC236}">
                  <a16:creationId xmlns:a16="http://schemas.microsoft.com/office/drawing/2014/main" id="{F9313F12-B3EE-46A3-A403-B1208A022216}"/>
                </a:ext>
              </a:extLst>
            </p:cNvPr>
            <p:cNvSpPr/>
            <p:nvPr/>
          </p:nvSpPr>
          <p:spPr>
            <a:xfrm>
              <a:off x="39835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0" name="타원 9219">
              <a:extLst>
                <a:ext uri="{FF2B5EF4-FFF2-40B4-BE49-F238E27FC236}">
                  <a16:creationId xmlns:a16="http://schemas.microsoft.com/office/drawing/2014/main" id="{40C62BF5-83E9-4CDD-8260-2A53129FB213}"/>
                </a:ext>
              </a:extLst>
            </p:cNvPr>
            <p:cNvSpPr/>
            <p:nvPr/>
          </p:nvSpPr>
          <p:spPr>
            <a:xfrm>
              <a:off x="41359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1" name="타원 9220">
              <a:extLst>
                <a:ext uri="{FF2B5EF4-FFF2-40B4-BE49-F238E27FC236}">
                  <a16:creationId xmlns:a16="http://schemas.microsoft.com/office/drawing/2014/main" id="{2BEA04CA-6691-49FF-BBC4-FC94DCA34F21}"/>
                </a:ext>
              </a:extLst>
            </p:cNvPr>
            <p:cNvSpPr/>
            <p:nvPr/>
          </p:nvSpPr>
          <p:spPr>
            <a:xfrm>
              <a:off x="42883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2" name="타원 9221">
              <a:extLst>
                <a:ext uri="{FF2B5EF4-FFF2-40B4-BE49-F238E27FC236}">
                  <a16:creationId xmlns:a16="http://schemas.microsoft.com/office/drawing/2014/main" id="{AF42ED07-0704-423D-A58A-3C5455682D4B}"/>
                </a:ext>
              </a:extLst>
            </p:cNvPr>
            <p:cNvSpPr/>
            <p:nvPr/>
          </p:nvSpPr>
          <p:spPr>
            <a:xfrm>
              <a:off x="44407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3" name="타원 9222">
              <a:extLst>
                <a:ext uri="{FF2B5EF4-FFF2-40B4-BE49-F238E27FC236}">
                  <a16:creationId xmlns:a16="http://schemas.microsoft.com/office/drawing/2014/main" id="{50FA64FC-5BC9-47AA-AC4C-33A48474B026}"/>
                </a:ext>
              </a:extLst>
            </p:cNvPr>
            <p:cNvSpPr/>
            <p:nvPr/>
          </p:nvSpPr>
          <p:spPr>
            <a:xfrm>
              <a:off x="45931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4" name="타원 9223">
              <a:extLst>
                <a:ext uri="{FF2B5EF4-FFF2-40B4-BE49-F238E27FC236}">
                  <a16:creationId xmlns:a16="http://schemas.microsoft.com/office/drawing/2014/main" id="{41004C24-C30E-4386-94A3-B86356167BCC}"/>
                </a:ext>
              </a:extLst>
            </p:cNvPr>
            <p:cNvSpPr/>
            <p:nvPr/>
          </p:nvSpPr>
          <p:spPr>
            <a:xfrm>
              <a:off x="47455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5" name="타원 9224">
              <a:extLst>
                <a:ext uri="{FF2B5EF4-FFF2-40B4-BE49-F238E27FC236}">
                  <a16:creationId xmlns:a16="http://schemas.microsoft.com/office/drawing/2014/main" id="{E41F1E6E-B89F-469E-9BE9-073C8027D872}"/>
                </a:ext>
              </a:extLst>
            </p:cNvPr>
            <p:cNvSpPr/>
            <p:nvPr/>
          </p:nvSpPr>
          <p:spPr>
            <a:xfrm>
              <a:off x="48979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6" name="타원 9225">
              <a:extLst>
                <a:ext uri="{FF2B5EF4-FFF2-40B4-BE49-F238E27FC236}">
                  <a16:creationId xmlns:a16="http://schemas.microsoft.com/office/drawing/2014/main" id="{896CE79E-9EE9-4D40-897D-921CE998D53E}"/>
                </a:ext>
              </a:extLst>
            </p:cNvPr>
            <p:cNvSpPr/>
            <p:nvPr/>
          </p:nvSpPr>
          <p:spPr>
            <a:xfrm>
              <a:off x="50503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7" name="타원 9226">
              <a:extLst>
                <a:ext uri="{FF2B5EF4-FFF2-40B4-BE49-F238E27FC236}">
                  <a16:creationId xmlns:a16="http://schemas.microsoft.com/office/drawing/2014/main" id="{B32F89D4-3DD2-416F-AD67-F24EAED7843C}"/>
                </a:ext>
              </a:extLst>
            </p:cNvPr>
            <p:cNvSpPr/>
            <p:nvPr/>
          </p:nvSpPr>
          <p:spPr>
            <a:xfrm>
              <a:off x="52027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8" name="타원 9227">
              <a:extLst>
                <a:ext uri="{FF2B5EF4-FFF2-40B4-BE49-F238E27FC236}">
                  <a16:creationId xmlns:a16="http://schemas.microsoft.com/office/drawing/2014/main" id="{2DB204AB-1EC7-4A22-920C-31FBA7CBCCB4}"/>
                </a:ext>
              </a:extLst>
            </p:cNvPr>
            <p:cNvSpPr/>
            <p:nvPr/>
          </p:nvSpPr>
          <p:spPr>
            <a:xfrm>
              <a:off x="53551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29" name="타원 9228">
              <a:extLst>
                <a:ext uri="{FF2B5EF4-FFF2-40B4-BE49-F238E27FC236}">
                  <a16:creationId xmlns:a16="http://schemas.microsoft.com/office/drawing/2014/main" id="{E7139CC8-399A-446B-8291-F829A53C2F37}"/>
                </a:ext>
              </a:extLst>
            </p:cNvPr>
            <p:cNvSpPr/>
            <p:nvPr/>
          </p:nvSpPr>
          <p:spPr>
            <a:xfrm>
              <a:off x="55075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0" name="타원 9229">
              <a:extLst>
                <a:ext uri="{FF2B5EF4-FFF2-40B4-BE49-F238E27FC236}">
                  <a16:creationId xmlns:a16="http://schemas.microsoft.com/office/drawing/2014/main" id="{81AB68AE-0364-4F1A-8495-1ED712BB5067}"/>
                </a:ext>
              </a:extLst>
            </p:cNvPr>
            <p:cNvSpPr/>
            <p:nvPr/>
          </p:nvSpPr>
          <p:spPr>
            <a:xfrm>
              <a:off x="56599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1" name="타원 9230">
              <a:extLst>
                <a:ext uri="{FF2B5EF4-FFF2-40B4-BE49-F238E27FC236}">
                  <a16:creationId xmlns:a16="http://schemas.microsoft.com/office/drawing/2014/main" id="{180A9CD9-991F-4912-A558-D80089BF4981}"/>
                </a:ext>
              </a:extLst>
            </p:cNvPr>
            <p:cNvSpPr/>
            <p:nvPr/>
          </p:nvSpPr>
          <p:spPr>
            <a:xfrm>
              <a:off x="5812349" y="304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2" name="타원 9231">
              <a:extLst>
                <a:ext uri="{FF2B5EF4-FFF2-40B4-BE49-F238E27FC236}">
                  <a16:creationId xmlns:a16="http://schemas.microsoft.com/office/drawing/2014/main" id="{32B46AE7-697A-46BD-8CF7-4254B577F02C}"/>
                </a:ext>
              </a:extLst>
            </p:cNvPr>
            <p:cNvSpPr/>
            <p:nvPr/>
          </p:nvSpPr>
          <p:spPr>
            <a:xfrm>
              <a:off x="3259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3" name="타원 9232">
              <a:extLst>
                <a:ext uri="{FF2B5EF4-FFF2-40B4-BE49-F238E27FC236}">
                  <a16:creationId xmlns:a16="http://schemas.microsoft.com/office/drawing/2014/main" id="{53D24E45-A4A8-4817-AB13-6F2061AED46C}"/>
                </a:ext>
              </a:extLst>
            </p:cNvPr>
            <p:cNvSpPr/>
            <p:nvPr/>
          </p:nvSpPr>
          <p:spPr>
            <a:xfrm>
              <a:off x="4783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4" name="타원 9233">
              <a:extLst>
                <a:ext uri="{FF2B5EF4-FFF2-40B4-BE49-F238E27FC236}">
                  <a16:creationId xmlns:a16="http://schemas.microsoft.com/office/drawing/2014/main" id="{5966DF32-C37E-470F-B463-E84E51868B9E}"/>
                </a:ext>
              </a:extLst>
            </p:cNvPr>
            <p:cNvSpPr/>
            <p:nvPr/>
          </p:nvSpPr>
          <p:spPr>
            <a:xfrm>
              <a:off x="6307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5" name="타원 9234">
              <a:extLst>
                <a:ext uri="{FF2B5EF4-FFF2-40B4-BE49-F238E27FC236}">
                  <a16:creationId xmlns:a16="http://schemas.microsoft.com/office/drawing/2014/main" id="{0479BEDE-0F1F-4145-A315-DE5FFA911D21}"/>
                </a:ext>
              </a:extLst>
            </p:cNvPr>
            <p:cNvSpPr/>
            <p:nvPr/>
          </p:nvSpPr>
          <p:spPr>
            <a:xfrm>
              <a:off x="7831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6" name="타원 9235">
              <a:extLst>
                <a:ext uri="{FF2B5EF4-FFF2-40B4-BE49-F238E27FC236}">
                  <a16:creationId xmlns:a16="http://schemas.microsoft.com/office/drawing/2014/main" id="{0B414FF7-74AF-4454-8555-05DF2EA5CA57}"/>
                </a:ext>
              </a:extLst>
            </p:cNvPr>
            <p:cNvSpPr/>
            <p:nvPr/>
          </p:nvSpPr>
          <p:spPr>
            <a:xfrm>
              <a:off x="9355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7" name="타원 9236">
              <a:extLst>
                <a:ext uri="{FF2B5EF4-FFF2-40B4-BE49-F238E27FC236}">
                  <a16:creationId xmlns:a16="http://schemas.microsoft.com/office/drawing/2014/main" id="{6273D994-6356-407F-9D4F-656C27884C23}"/>
                </a:ext>
              </a:extLst>
            </p:cNvPr>
            <p:cNvSpPr/>
            <p:nvPr/>
          </p:nvSpPr>
          <p:spPr>
            <a:xfrm>
              <a:off x="10879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8" name="타원 9237">
              <a:extLst>
                <a:ext uri="{FF2B5EF4-FFF2-40B4-BE49-F238E27FC236}">
                  <a16:creationId xmlns:a16="http://schemas.microsoft.com/office/drawing/2014/main" id="{DA760AD2-E9A8-414A-8B18-4CADEADBAC2A}"/>
                </a:ext>
              </a:extLst>
            </p:cNvPr>
            <p:cNvSpPr/>
            <p:nvPr/>
          </p:nvSpPr>
          <p:spPr>
            <a:xfrm>
              <a:off x="12403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39" name="타원 9238">
              <a:extLst>
                <a:ext uri="{FF2B5EF4-FFF2-40B4-BE49-F238E27FC236}">
                  <a16:creationId xmlns:a16="http://schemas.microsoft.com/office/drawing/2014/main" id="{EE491F78-AC61-42C1-B2EF-B549272F52E1}"/>
                </a:ext>
              </a:extLst>
            </p:cNvPr>
            <p:cNvSpPr/>
            <p:nvPr/>
          </p:nvSpPr>
          <p:spPr>
            <a:xfrm>
              <a:off x="13927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0" name="타원 9239">
              <a:extLst>
                <a:ext uri="{FF2B5EF4-FFF2-40B4-BE49-F238E27FC236}">
                  <a16:creationId xmlns:a16="http://schemas.microsoft.com/office/drawing/2014/main" id="{DFCC7F5A-C624-4279-8120-2260E1ADA8B1}"/>
                </a:ext>
              </a:extLst>
            </p:cNvPr>
            <p:cNvSpPr/>
            <p:nvPr/>
          </p:nvSpPr>
          <p:spPr>
            <a:xfrm>
              <a:off x="15451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1" name="타원 9240">
              <a:extLst>
                <a:ext uri="{FF2B5EF4-FFF2-40B4-BE49-F238E27FC236}">
                  <a16:creationId xmlns:a16="http://schemas.microsoft.com/office/drawing/2014/main" id="{E6CEF302-9EBA-41B1-96B7-E3F7CD8702B5}"/>
                </a:ext>
              </a:extLst>
            </p:cNvPr>
            <p:cNvSpPr/>
            <p:nvPr/>
          </p:nvSpPr>
          <p:spPr>
            <a:xfrm>
              <a:off x="16975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2" name="타원 9241">
              <a:extLst>
                <a:ext uri="{FF2B5EF4-FFF2-40B4-BE49-F238E27FC236}">
                  <a16:creationId xmlns:a16="http://schemas.microsoft.com/office/drawing/2014/main" id="{6F3BF577-31D3-405C-BFF5-9F68EEA748CE}"/>
                </a:ext>
              </a:extLst>
            </p:cNvPr>
            <p:cNvSpPr/>
            <p:nvPr/>
          </p:nvSpPr>
          <p:spPr>
            <a:xfrm>
              <a:off x="18499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3" name="타원 9242">
              <a:extLst>
                <a:ext uri="{FF2B5EF4-FFF2-40B4-BE49-F238E27FC236}">
                  <a16:creationId xmlns:a16="http://schemas.microsoft.com/office/drawing/2014/main" id="{5803B917-5914-46C7-9173-3D483A6C3C39}"/>
                </a:ext>
              </a:extLst>
            </p:cNvPr>
            <p:cNvSpPr/>
            <p:nvPr/>
          </p:nvSpPr>
          <p:spPr>
            <a:xfrm>
              <a:off x="20023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4" name="타원 9243">
              <a:extLst>
                <a:ext uri="{FF2B5EF4-FFF2-40B4-BE49-F238E27FC236}">
                  <a16:creationId xmlns:a16="http://schemas.microsoft.com/office/drawing/2014/main" id="{42F8D139-0C59-4221-B876-BD70995C3D53}"/>
                </a:ext>
              </a:extLst>
            </p:cNvPr>
            <p:cNvSpPr/>
            <p:nvPr/>
          </p:nvSpPr>
          <p:spPr>
            <a:xfrm>
              <a:off x="21547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5" name="타원 9244">
              <a:extLst>
                <a:ext uri="{FF2B5EF4-FFF2-40B4-BE49-F238E27FC236}">
                  <a16:creationId xmlns:a16="http://schemas.microsoft.com/office/drawing/2014/main" id="{784BF14B-F3D5-4735-8088-F2075C5EACA1}"/>
                </a:ext>
              </a:extLst>
            </p:cNvPr>
            <p:cNvSpPr/>
            <p:nvPr/>
          </p:nvSpPr>
          <p:spPr>
            <a:xfrm>
              <a:off x="23071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6" name="타원 9245">
              <a:extLst>
                <a:ext uri="{FF2B5EF4-FFF2-40B4-BE49-F238E27FC236}">
                  <a16:creationId xmlns:a16="http://schemas.microsoft.com/office/drawing/2014/main" id="{0234431C-53DE-4DCE-BCF9-90939A858106}"/>
                </a:ext>
              </a:extLst>
            </p:cNvPr>
            <p:cNvSpPr/>
            <p:nvPr/>
          </p:nvSpPr>
          <p:spPr>
            <a:xfrm>
              <a:off x="24595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7" name="타원 9246">
              <a:extLst>
                <a:ext uri="{FF2B5EF4-FFF2-40B4-BE49-F238E27FC236}">
                  <a16:creationId xmlns:a16="http://schemas.microsoft.com/office/drawing/2014/main" id="{5D31935A-4559-4790-8C4B-92317EA2158A}"/>
                </a:ext>
              </a:extLst>
            </p:cNvPr>
            <p:cNvSpPr/>
            <p:nvPr/>
          </p:nvSpPr>
          <p:spPr>
            <a:xfrm>
              <a:off x="26119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8" name="타원 9247">
              <a:extLst>
                <a:ext uri="{FF2B5EF4-FFF2-40B4-BE49-F238E27FC236}">
                  <a16:creationId xmlns:a16="http://schemas.microsoft.com/office/drawing/2014/main" id="{6BFBB67D-BEFB-49D3-A67D-722150EE7ABA}"/>
                </a:ext>
              </a:extLst>
            </p:cNvPr>
            <p:cNvSpPr/>
            <p:nvPr/>
          </p:nvSpPr>
          <p:spPr>
            <a:xfrm>
              <a:off x="27643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49" name="타원 9248">
              <a:extLst>
                <a:ext uri="{FF2B5EF4-FFF2-40B4-BE49-F238E27FC236}">
                  <a16:creationId xmlns:a16="http://schemas.microsoft.com/office/drawing/2014/main" id="{59881BF2-1F39-41D7-8BE1-8E1BED63EA50}"/>
                </a:ext>
              </a:extLst>
            </p:cNvPr>
            <p:cNvSpPr/>
            <p:nvPr/>
          </p:nvSpPr>
          <p:spPr>
            <a:xfrm>
              <a:off x="29167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0" name="타원 9249">
              <a:extLst>
                <a:ext uri="{FF2B5EF4-FFF2-40B4-BE49-F238E27FC236}">
                  <a16:creationId xmlns:a16="http://schemas.microsoft.com/office/drawing/2014/main" id="{DEC7CAD5-E00F-4BF8-874E-A8DFB71746E2}"/>
                </a:ext>
              </a:extLst>
            </p:cNvPr>
            <p:cNvSpPr/>
            <p:nvPr/>
          </p:nvSpPr>
          <p:spPr>
            <a:xfrm>
              <a:off x="30691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1" name="타원 9250">
              <a:extLst>
                <a:ext uri="{FF2B5EF4-FFF2-40B4-BE49-F238E27FC236}">
                  <a16:creationId xmlns:a16="http://schemas.microsoft.com/office/drawing/2014/main" id="{23D38D95-7F27-403F-99DF-867886011E89}"/>
                </a:ext>
              </a:extLst>
            </p:cNvPr>
            <p:cNvSpPr/>
            <p:nvPr/>
          </p:nvSpPr>
          <p:spPr>
            <a:xfrm>
              <a:off x="32215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2" name="타원 9251">
              <a:extLst>
                <a:ext uri="{FF2B5EF4-FFF2-40B4-BE49-F238E27FC236}">
                  <a16:creationId xmlns:a16="http://schemas.microsoft.com/office/drawing/2014/main" id="{175C79F6-8616-43EE-BA66-18118B9FA8B8}"/>
                </a:ext>
              </a:extLst>
            </p:cNvPr>
            <p:cNvSpPr/>
            <p:nvPr/>
          </p:nvSpPr>
          <p:spPr>
            <a:xfrm>
              <a:off x="33739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3" name="타원 9252">
              <a:extLst>
                <a:ext uri="{FF2B5EF4-FFF2-40B4-BE49-F238E27FC236}">
                  <a16:creationId xmlns:a16="http://schemas.microsoft.com/office/drawing/2014/main" id="{7D7DB107-84D9-465A-9B20-FD929A6C1383}"/>
                </a:ext>
              </a:extLst>
            </p:cNvPr>
            <p:cNvSpPr/>
            <p:nvPr/>
          </p:nvSpPr>
          <p:spPr>
            <a:xfrm>
              <a:off x="35263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4" name="타원 9253">
              <a:extLst>
                <a:ext uri="{FF2B5EF4-FFF2-40B4-BE49-F238E27FC236}">
                  <a16:creationId xmlns:a16="http://schemas.microsoft.com/office/drawing/2014/main" id="{89FBFAC2-9653-4C65-A33F-27EB69732843}"/>
                </a:ext>
              </a:extLst>
            </p:cNvPr>
            <p:cNvSpPr/>
            <p:nvPr/>
          </p:nvSpPr>
          <p:spPr>
            <a:xfrm>
              <a:off x="36787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5" name="타원 9254">
              <a:extLst>
                <a:ext uri="{FF2B5EF4-FFF2-40B4-BE49-F238E27FC236}">
                  <a16:creationId xmlns:a16="http://schemas.microsoft.com/office/drawing/2014/main" id="{CEBD66AD-C235-43CE-858B-484B8127A425}"/>
                </a:ext>
              </a:extLst>
            </p:cNvPr>
            <p:cNvSpPr/>
            <p:nvPr/>
          </p:nvSpPr>
          <p:spPr>
            <a:xfrm>
              <a:off x="38311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6" name="타원 9255">
              <a:extLst>
                <a:ext uri="{FF2B5EF4-FFF2-40B4-BE49-F238E27FC236}">
                  <a16:creationId xmlns:a16="http://schemas.microsoft.com/office/drawing/2014/main" id="{3C75EEA4-3B91-4552-8A87-B2B8B614A0E0}"/>
                </a:ext>
              </a:extLst>
            </p:cNvPr>
            <p:cNvSpPr/>
            <p:nvPr/>
          </p:nvSpPr>
          <p:spPr>
            <a:xfrm>
              <a:off x="39835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7" name="타원 9256">
              <a:extLst>
                <a:ext uri="{FF2B5EF4-FFF2-40B4-BE49-F238E27FC236}">
                  <a16:creationId xmlns:a16="http://schemas.microsoft.com/office/drawing/2014/main" id="{E1768C0B-AEF6-4370-9A7C-148A57073A5D}"/>
                </a:ext>
              </a:extLst>
            </p:cNvPr>
            <p:cNvSpPr/>
            <p:nvPr/>
          </p:nvSpPr>
          <p:spPr>
            <a:xfrm>
              <a:off x="41359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8" name="타원 9257">
              <a:extLst>
                <a:ext uri="{FF2B5EF4-FFF2-40B4-BE49-F238E27FC236}">
                  <a16:creationId xmlns:a16="http://schemas.microsoft.com/office/drawing/2014/main" id="{B8811C2A-C945-4AB1-BDBA-E5A4EC576CA6}"/>
                </a:ext>
              </a:extLst>
            </p:cNvPr>
            <p:cNvSpPr/>
            <p:nvPr/>
          </p:nvSpPr>
          <p:spPr>
            <a:xfrm>
              <a:off x="42883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59" name="타원 9258">
              <a:extLst>
                <a:ext uri="{FF2B5EF4-FFF2-40B4-BE49-F238E27FC236}">
                  <a16:creationId xmlns:a16="http://schemas.microsoft.com/office/drawing/2014/main" id="{1CAA8CFC-8F7B-41E6-8092-7AF75E494F3C}"/>
                </a:ext>
              </a:extLst>
            </p:cNvPr>
            <p:cNvSpPr/>
            <p:nvPr/>
          </p:nvSpPr>
          <p:spPr>
            <a:xfrm>
              <a:off x="44407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0" name="타원 9259">
              <a:extLst>
                <a:ext uri="{FF2B5EF4-FFF2-40B4-BE49-F238E27FC236}">
                  <a16:creationId xmlns:a16="http://schemas.microsoft.com/office/drawing/2014/main" id="{08FBDB7B-DDEB-4DB2-AB3A-526767CA6840}"/>
                </a:ext>
              </a:extLst>
            </p:cNvPr>
            <p:cNvSpPr/>
            <p:nvPr/>
          </p:nvSpPr>
          <p:spPr>
            <a:xfrm>
              <a:off x="45931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1" name="타원 9260">
              <a:extLst>
                <a:ext uri="{FF2B5EF4-FFF2-40B4-BE49-F238E27FC236}">
                  <a16:creationId xmlns:a16="http://schemas.microsoft.com/office/drawing/2014/main" id="{0F97118B-E6A8-4BB0-91E1-27BFD475B827}"/>
                </a:ext>
              </a:extLst>
            </p:cNvPr>
            <p:cNvSpPr/>
            <p:nvPr/>
          </p:nvSpPr>
          <p:spPr>
            <a:xfrm>
              <a:off x="47455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2" name="타원 9261">
              <a:extLst>
                <a:ext uri="{FF2B5EF4-FFF2-40B4-BE49-F238E27FC236}">
                  <a16:creationId xmlns:a16="http://schemas.microsoft.com/office/drawing/2014/main" id="{2715000E-418D-427E-9672-ED287C836742}"/>
                </a:ext>
              </a:extLst>
            </p:cNvPr>
            <p:cNvSpPr/>
            <p:nvPr/>
          </p:nvSpPr>
          <p:spPr>
            <a:xfrm>
              <a:off x="48979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3" name="타원 9262">
              <a:extLst>
                <a:ext uri="{FF2B5EF4-FFF2-40B4-BE49-F238E27FC236}">
                  <a16:creationId xmlns:a16="http://schemas.microsoft.com/office/drawing/2014/main" id="{97E11FB8-68F3-4820-8919-C7518AC58D95}"/>
                </a:ext>
              </a:extLst>
            </p:cNvPr>
            <p:cNvSpPr/>
            <p:nvPr/>
          </p:nvSpPr>
          <p:spPr>
            <a:xfrm>
              <a:off x="50503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4" name="타원 9263">
              <a:extLst>
                <a:ext uri="{FF2B5EF4-FFF2-40B4-BE49-F238E27FC236}">
                  <a16:creationId xmlns:a16="http://schemas.microsoft.com/office/drawing/2014/main" id="{7A04E5BF-B67F-4C15-98D4-ED121361F68C}"/>
                </a:ext>
              </a:extLst>
            </p:cNvPr>
            <p:cNvSpPr/>
            <p:nvPr/>
          </p:nvSpPr>
          <p:spPr>
            <a:xfrm>
              <a:off x="52027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5" name="타원 9264">
              <a:extLst>
                <a:ext uri="{FF2B5EF4-FFF2-40B4-BE49-F238E27FC236}">
                  <a16:creationId xmlns:a16="http://schemas.microsoft.com/office/drawing/2014/main" id="{EB4AAC92-9458-4701-8E8F-2D4682934A3D}"/>
                </a:ext>
              </a:extLst>
            </p:cNvPr>
            <p:cNvSpPr/>
            <p:nvPr/>
          </p:nvSpPr>
          <p:spPr>
            <a:xfrm>
              <a:off x="53551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6" name="타원 9265">
              <a:extLst>
                <a:ext uri="{FF2B5EF4-FFF2-40B4-BE49-F238E27FC236}">
                  <a16:creationId xmlns:a16="http://schemas.microsoft.com/office/drawing/2014/main" id="{9DD977FF-5AD9-4C8A-B49B-32DC6074FE8D}"/>
                </a:ext>
              </a:extLst>
            </p:cNvPr>
            <p:cNvSpPr/>
            <p:nvPr/>
          </p:nvSpPr>
          <p:spPr>
            <a:xfrm>
              <a:off x="55075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7" name="타원 9266">
              <a:extLst>
                <a:ext uri="{FF2B5EF4-FFF2-40B4-BE49-F238E27FC236}">
                  <a16:creationId xmlns:a16="http://schemas.microsoft.com/office/drawing/2014/main" id="{A4035A68-3C2E-472D-BB4E-7F7D03A32496}"/>
                </a:ext>
              </a:extLst>
            </p:cNvPr>
            <p:cNvSpPr/>
            <p:nvPr/>
          </p:nvSpPr>
          <p:spPr>
            <a:xfrm>
              <a:off x="56599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8" name="타원 9267">
              <a:extLst>
                <a:ext uri="{FF2B5EF4-FFF2-40B4-BE49-F238E27FC236}">
                  <a16:creationId xmlns:a16="http://schemas.microsoft.com/office/drawing/2014/main" id="{59B3570A-6255-4572-973D-4DFD0F5F9FA3}"/>
                </a:ext>
              </a:extLst>
            </p:cNvPr>
            <p:cNvSpPr/>
            <p:nvPr/>
          </p:nvSpPr>
          <p:spPr>
            <a:xfrm>
              <a:off x="5812349" y="319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69" name="타원 9268">
              <a:extLst>
                <a:ext uri="{FF2B5EF4-FFF2-40B4-BE49-F238E27FC236}">
                  <a16:creationId xmlns:a16="http://schemas.microsoft.com/office/drawing/2014/main" id="{F08F0133-7732-45BA-829C-9C81D571F155}"/>
                </a:ext>
              </a:extLst>
            </p:cNvPr>
            <p:cNvSpPr/>
            <p:nvPr/>
          </p:nvSpPr>
          <p:spPr>
            <a:xfrm>
              <a:off x="3259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0" name="타원 9269">
              <a:extLst>
                <a:ext uri="{FF2B5EF4-FFF2-40B4-BE49-F238E27FC236}">
                  <a16:creationId xmlns:a16="http://schemas.microsoft.com/office/drawing/2014/main" id="{1F98CC95-6529-4179-BBDD-611CD7BBFC8A}"/>
                </a:ext>
              </a:extLst>
            </p:cNvPr>
            <p:cNvSpPr/>
            <p:nvPr/>
          </p:nvSpPr>
          <p:spPr>
            <a:xfrm>
              <a:off x="4783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1" name="타원 9270">
              <a:extLst>
                <a:ext uri="{FF2B5EF4-FFF2-40B4-BE49-F238E27FC236}">
                  <a16:creationId xmlns:a16="http://schemas.microsoft.com/office/drawing/2014/main" id="{8A36620F-5C38-42BE-B7F6-C27B890DCAAA}"/>
                </a:ext>
              </a:extLst>
            </p:cNvPr>
            <p:cNvSpPr/>
            <p:nvPr/>
          </p:nvSpPr>
          <p:spPr>
            <a:xfrm>
              <a:off x="6307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2" name="타원 9271">
              <a:extLst>
                <a:ext uri="{FF2B5EF4-FFF2-40B4-BE49-F238E27FC236}">
                  <a16:creationId xmlns:a16="http://schemas.microsoft.com/office/drawing/2014/main" id="{9035943B-75D6-4A18-A769-16A4C4152EBA}"/>
                </a:ext>
              </a:extLst>
            </p:cNvPr>
            <p:cNvSpPr/>
            <p:nvPr/>
          </p:nvSpPr>
          <p:spPr>
            <a:xfrm>
              <a:off x="7831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3" name="타원 9272">
              <a:extLst>
                <a:ext uri="{FF2B5EF4-FFF2-40B4-BE49-F238E27FC236}">
                  <a16:creationId xmlns:a16="http://schemas.microsoft.com/office/drawing/2014/main" id="{A16976FB-C91D-451A-8447-9CFFA9E77A72}"/>
                </a:ext>
              </a:extLst>
            </p:cNvPr>
            <p:cNvSpPr/>
            <p:nvPr/>
          </p:nvSpPr>
          <p:spPr>
            <a:xfrm>
              <a:off x="9355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4" name="타원 9273">
              <a:extLst>
                <a:ext uri="{FF2B5EF4-FFF2-40B4-BE49-F238E27FC236}">
                  <a16:creationId xmlns:a16="http://schemas.microsoft.com/office/drawing/2014/main" id="{BFEBF550-0441-429A-94D1-7C483B758419}"/>
                </a:ext>
              </a:extLst>
            </p:cNvPr>
            <p:cNvSpPr/>
            <p:nvPr/>
          </p:nvSpPr>
          <p:spPr>
            <a:xfrm>
              <a:off x="10879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5" name="타원 9274">
              <a:extLst>
                <a:ext uri="{FF2B5EF4-FFF2-40B4-BE49-F238E27FC236}">
                  <a16:creationId xmlns:a16="http://schemas.microsoft.com/office/drawing/2014/main" id="{5B7D1E88-4344-48A2-9185-40B7F513EFFA}"/>
                </a:ext>
              </a:extLst>
            </p:cNvPr>
            <p:cNvSpPr/>
            <p:nvPr/>
          </p:nvSpPr>
          <p:spPr>
            <a:xfrm>
              <a:off x="12403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6" name="타원 9275">
              <a:extLst>
                <a:ext uri="{FF2B5EF4-FFF2-40B4-BE49-F238E27FC236}">
                  <a16:creationId xmlns:a16="http://schemas.microsoft.com/office/drawing/2014/main" id="{C02686E4-4426-44E9-95F1-FEEE9C850910}"/>
                </a:ext>
              </a:extLst>
            </p:cNvPr>
            <p:cNvSpPr/>
            <p:nvPr/>
          </p:nvSpPr>
          <p:spPr>
            <a:xfrm>
              <a:off x="13927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7" name="타원 9276">
              <a:extLst>
                <a:ext uri="{FF2B5EF4-FFF2-40B4-BE49-F238E27FC236}">
                  <a16:creationId xmlns:a16="http://schemas.microsoft.com/office/drawing/2014/main" id="{5B3BA1E7-8585-46CF-B037-C49F6350134B}"/>
                </a:ext>
              </a:extLst>
            </p:cNvPr>
            <p:cNvSpPr/>
            <p:nvPr/>
          </p:nvSpPr>
          <p:spPr>
            <a:xfrm>
              <a:off x="15451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8" name="타원 9277">
              <a:extLst>
                <a:ext uri="{FF2B5EF4-FFF2-40B4-BE49-F238E27FC236}">
                  <a16:creationId xmlns:a16="http://schemas.microsoft.com/office/drawing/2014/main" id="{DBF457F9-43C6-4281-824F-2982F8CBAB6F}"/>
                </a:ext>
              </a:extLst>
            </p:cNvPr>
            <p:cNvSpPr/>
            <p:nvPr/>
          </p:nvSpPr>
          <p:spPr>
            <a:xfrm>
              <a:off x="16975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79" name="타원 9278">
              <a:extLst>
                <a:ext uri="{FF2B5EF4-FFF2-40B4-BE49-F238E27FC236}">
                  <a16:creationId xmlns:a16="http://schemas.microsoft.com/office/drawing/2014/main" id="{21471B9C-5893-42E0-8CFE-A54AC6205B62}"/>
                </a:ext>
              </a:extLst>
            </p:cNvPr>
            <p:cNvSpPr/>
            <p:nvPr/>
          </p:nvSpPr>
          <p:spPr>
            <a:xfrm>
              <a:off x="18499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0" name="타원 9279">
              <a:extLst>
                <a:ext uri="{FF2B5EF4-FFF2-40B4-BE49-F238E27FC236}">
                  <a16:creationId xmlns:a16="http://schemas.microsoft.com/office/drawing/2014/main" id="{FCBA9A5B-6A96-4D9F-88F9-00E3575C4169}"/>
                </a:ext>
              </a:extLst>
            </p:cNvPr>
            <p:cNvSpPr/>
            <p:nvPr/>
          </p:nvSpPr>
          <p:spPr>
            <a:xfrm>
              <a:off x="20023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1" name="타원 9280">
              <a:extLst>
                <a:ext uri="{FF2B5EF4-FFF2-40B4-BE49-F238E27FC236}">
                  <a16:creationId xmlns:a16="http://schemas.microsoft.com/office/drawing/2014/main" id="{EF788EF3-380E-4634-B253-0EC6675FFB6A}"/>
                </a:ext>
              </a:extLst>
            </p:cNvPr>
            <p:cNvSpPr/>
            <p:nvPr/>
          </p:nvSpPr>
          <p:spPr>
            <a:xfrm>
              <a:off x="21547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2" name="타원 9281">
              <a:extLst>
                <a:ext uri="{FF2B5EF4-FFF2-40B4-BE49-F238E27FC236}">
                  <a16:creationId xmlns:a16="http://schemas.microsoft.com/office/drawing/2014/main" id="{E2EEE9A3-937E-4F14-835A-27D7689191A1}"/>
                </a:ext>
              </a:extLst>
            </p:cNvPr>
            <p:cNvSpPr/>
            <p:nvPr/>
          </p:nvSpPr>
          <p:spPr>
            <a:xfrm>
              <a:off x="23071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3" name="타원 9282">
              <a:extLst>
                <a:ext uri="{FF2B5EF4-FFF2-40B4-BE49-F238E27FC236}">
                  <a16:creationId xmlns:a16="http://schemas.microsoft.com/office/drawing/2014/main" id="{3C8E929D-5936-4E6E-8F46-0A41EB394617}"/>
                </a:ext>
              </a:extLst>
            </p:cNvPr>
            <p:cNvSpPr/>
            <p:nvPr/>
          </p:nvSpPr>
          <p:spPr>
            <a:xfrm>
              <a:off x="24595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4" name="타원 9283">
              <a:extLst>
                <a:ext uri="{FF2B5EF4-FFF2-40B4-BE49-F238E27FC236}">
                  <a16:creationId xmlns:a16="http://schemas.microsoft.com/office/drawing/2014/main" id="{A7102ABA-B44B-441C-990F-F0F881741D48}"/>
                </a:ext>
              </a:extLst>
            </p:cNvPr>
            <p:cNvSpPr/>
            <p:nvPr/>
          </p:nvSpPr>
          <p:spPr>
            <a:xfrm>
              <a:off x="26119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5" name="타원 9284">
              <a:extLst>
                <a:ext uri="{FF2B5EF4-FFF2-40B4-BE49-F238E27FC236}">
                  <a16:creationId xmlns:a16="http://schemas.microsoft.com/office/drawing/2014/main" id="{BEDC735C-85C6-4F5D-BBE6-60C6A1B7FAF4}"/>
                </a:ext>
              </a:extLst>
            </p:cNvPr>
            <p:cNvSpPr/>
            <p:nvPr/>
          </p:nvSpPr>
          <p:spPr>
            <a:xfrm>
              <a:off x="27643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6" name="타원 9285">
              <a:extLst>
                <a:ext uri="{FF2B5EF4-FFF2-40B4-BE49-F238E27FC236}">
                  <a16:creationId xmlns:a16="http://schemas.microsoft.com/office/drawing/2014/main" id="{1395A2E2-61F8-4027-B761-D864777DBEBA}"/>
                </a:ext>
              </a:extLst>
            </p:cNvPr>
            <p:cNvSpPr/>
            <p:nvPr/>
          </p:nvSpPr>
          <p:spPr>
            <a:xfrm>
              <a:off x="29167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7" name="타원 9286">
              <a:extLst>
                <a:ext uri="{FF2B5EF4-FFF2-40B4-BE49-F238E27FC236}">
                  <a16:creationId xmlns:a16="http://schemas.microsoft.com/office/drawing/2014/main" id="{C3C107A4-0B23-43A0-AFD0-A069DD3376F8}"/>
                </a:ext>
              </a:extLst>
            </p:cNvPr>
            <p:cNvSpPr/>
            <p:nvPr/>
          </p:nvSpPr>
          <p:spPr>
            <a:xfrm>
              <a:off x="30691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8" name="타원 9287">
              <a:extLst>
                <a:ext uri="{FF2B5EF4-FFF2-40B4-BE49-F238E27FC236}">
                  <a16:creationId xmlns:a16="http://schemas.microsoft.com/office/drawing/2014/main" id="{A3F2AE37-6B62-431B-BDD1-923A374B91B5}"/>
                </a:ext>
              </a:extLst>
            </p:cNvPr>
            <p:cNvSpPr/>
            <p:nvPr/>
          </p:nvSpPr>
          <p:spPr>
            <a:xfrm>
              <a:off x="32215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89" name="타원 9288">
              <a:extLst>
                <a:ext uri="{FF2B5EF4-FFF2-40B4-BE49-F238E27FC236}">
                  <a16:creationId xmlns:a16="http://schemas.microsoft.com/office/drawing/2014/main" id="{2D718500-5AF4-4265-9109-C54C102C3711}"/>
                </a:ext>
              </a:extLst>
            </p:cNvPr>
            <p:cNvSpPr/>
            <p:nvPr/>
          </p:nvSpPr>
          <p:spPr>
            <a:xfrm>
              <a:off x="33739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0" name="타원 9289">
              <a:extLst>
                <a:ext uri="{FF2B5EF4-FFF2-40B4-BE49-F238E27FC236}">
                  <a16:creationId xmlns:a16="http://schemas.microsoft.com/office/drawing/2014/main" id="{842F4B01-5CCE-4470-8F9A-C0F7CCFAA06C}"/>
                </a:ext>
              </a:extLst>
            </p:cNvPr>
            <p:cNvSpPr/>
            <p:nvPr/>
          </p:nvSpPr>
          <p:spPr>
            <a:xfrm>
              <a:off x="35263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1" name="타원 9290">
              <a:extLst>
                <a:ext uri="{FF2B5EF4-FFF2-40B4-BE49-F238E27FC236}">
                  <a16:creationId xmlns:a16="http://schemas.microsoft.com/office/drawing/2014/main" id="{8A2D381D-B2A9-493C-944C-8A1A84F77D5F}"/>
                </a:ext>
              </a:extLst>
            </p:cNvPr>
            <p:cNvSpPr/>
            <p:nvPr/>
          </p:nvSpPr>
          <p:spPr>
            <a:xfrm>
              <a:off x="36787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2" name="타원 9291">
              <a:extLst>
                <a:ext uri="{FF2B5EF4-FFF2-40B4-BE49-F238E27FC236}">
                  <a16:creationId xmlns:a16="http://schemas.microsoft.com/office/drawing/2014/main" id="{5990CD52-CB4F-487A-B093-2C07A691DDF9}"/>
                </a:ext>
              </a:extLst>
            </p:cNvPr>
            <p:cNvSpPr/>
            <p:nvPr/>
          </p:nvSpPr>
          <p:spPr>
            <a:xfrm>
              <a:off x="38311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3" name="타원 9292">
              <a:extLst>
                <a:ext uri="{FF2B5EF4-FFF2-40B4-BE49-F238E27FC236}">
                  <a16:creationId xmlns:a16="http://schemas.microsoft.com/office/drawing/2014/main" id="{7E5086AD-4340-4793-8CE1-24CFA0BBF05D}"/>
                </a:ext>
              </a:extLst>
            </p:cNvPr>
            <p:cNvSpPr/>
            <p:nvPr/>
          </p:nvSpPr>
          <p:spPr>
            <a:xfrm>
              <a:off x="39835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4" name="타원 9293">
              <a:extLst>
                <a:ext uri="{FF2B5EF4-FFF2-40B4-BE49-F238E27FC236}">
                  <a16:creationId xmlns:a16="http://schemas.microsoft.com/office/drawing/2014/main" id="{45ED4BBA-20AF-48FF-B863-92119AC23501}"/>
                </a:ext>
              </a:extLst>
            </p:cNvPr>
            <p:cNvSpPr/>
            <p:nvPr/>
          </p:nvSpPr>
          <p:spPr>
            <a:xfrm>
              <a:off x="41359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5" name="타원 9294">
              <a:extLst>
                <a:ext uri="{FF2B5EF4-FFF2-40B4-BE49-F238E27FC236}">
                  <a16:creationId xmlns:a16="http://schemas.microsoft.com/office/drawing/2014/main" id="{090065D9-ECB2-42E9-A740-FC54AF882AA1}"/>
                </a:ext>
              </a:extLst>
            </p:cNvPr>
            <p:cNvSpPr/>
            <p:nvPr/>
          </p:nvSpPr>
          <p:spPr>
            <a:xfrm>
              <a:off x="42883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6" name="타원 9295">
              <a:extLst>
                <a:ext uri="{FF2B5EF4-FFF2-40B4-BE49-F238E27FC236}">
                  <a16:creationId xmlns:a16="http://schemas.microsoft.com/office/drawing/2014/main" id="{408E9719-52D8-448D-8A26-238E5C02AA48}"/>
                </a:ext>
              </a:extLst>
            </p:cNvPr>
            <p:cNvSpPr/>
            <p:nvPr/>
          </p:nvSpPr>
          <p:spPr>
            <a:xfrm>
              <a:off x="44407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7" name="타원 9296">
              <a:extLst>
                <a:ext uri="{FF2B5EF4-FFF2-40B4-BE49-F238E27FC236}">
                  <a16:creationId xmlns:a16="http://schemas.microsoft.com/office/drawing/2014/main" id="{85063F1C-7905-45FC-BCCC-69373FC542A4}"/>
                </a:ext>
              </a:extLst>
            </p:cNvPr>
            <p:cNvSpPr/>
            <p:nvPr/>
          </p:nvSpPr>
          <p:spPr>
            <a:xfrm>
              <a:off x="45931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8" name="타원 9297">
              <a:extLst>
                <a:ext uri="{FF2B5EF4-FFF2-40B4-BE49-F238E27FC236}">
                  <a16:creationId xmlns:a16="http://schemas.microsoft.com/office/drawing/2014/main" id="{37953583-1E78-402B-89BF-78C0DD957C19}"/>
                </a:ext>
              </a:extLst>
            </p:cNvPr>
            <p:cNvSpPr/>
            <p:nvPr/>
          </p:nvSpPr>
          <p:spPr>
            <a:xfrm>
              <a:off x="47455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99" name="타원 9298">
              <a:extLst>
                <a:ext uri="{FF2B5EF4-FFF2-40B4-BE49-F238E27FC236}">
                  <a16:creationId xmlns:a16="http://schemas.microsoft.com/office/drawing/2014/main" id="{690DEF45-725F-429C-AB08-1C98F8EC9E71}"/>
                </a:ext>
              </a:extLst>
            </p:cNvPr>
            <p:cNvSpPr/>
            <p:nvPr/>
          </p:nvSpPr>
          <p:spPr>
            <a:xfrm>
              <a:off x="48979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0" name="타원 9299">
              <a:extLst>
                <a:ext uri="{FF2B5EF4-FFF2-40B4-BE49-F238E27FC236}">
                  <a16:creationId xmlns:a16="http://schemas.microsoft.com/office/drawing/2014/main" id="{A5CC0776-4D93-44E4-8698-B70F14C735D8}"/>
                </a:ext>
              </a:extLst>
            </p:cNvPr>
            <p:cNvSpPr/>
            <p:nvPr/>
          </p:nvSpPr>
          <p:spPr>
            <a:xfrm>
              <a:off x="50503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1" name="타원 9300">
              <a:extLst>
                <a:ext uri="{FF2B5EF4-FFF2-40B4-BE49-F238E27FC236}">
                  <a16:creationId xmlns:a16="http://schemas.microsoft.com/office/drawing/2014/main" id="{4E73E4A4-375F-4C56-999B-DD8DFE7DF0EA}"/>
                </a:ext>
              </a:extLst>
            </p:cNvPr>
            <p:cNvSpPr/>
            <p:nvPr/>
          </p:nvSpPr>
          <p:spPr>
            <a:xfrm>
              <a:off x="52027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2" name="타원 9301">
              <a:extLst>
                <a:ext uri="{FF2B5EF4-FFF2-40B4-BE49-F238E27FC236}">
                  <a16:creationId xmlns:a16="http://schemas.microsoft.com/office/drawing/2014/main" id="{E607805B-A135-4B69-B919-A9241447C17F}"/>
                </a:ext>
              </a:extLst>
            </p:cNvPr>
            <p:cNvSpPr/>
            <p:nvPr/>
          </p:nvSpPr>
          <p:spPr>
            <a:xfrm>
              <a:off x="53551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3" name="타원 9302">
              <a:extLst>
                <a:ext uri="{FF2B5EF4-FFF2-40B4-BE49-F238E27FC236}">
                  <a16:creationId xmlns:a16="http://schemas.microsoft.com/office/drawing/2014/main" id="{9FE9B06D-079F-4D12-8978-638CD3C95D59}"/>
                </a:ext>
              </a:extLst>
            </p:cNvPr>
            <p:cNvSpPr/>
            <p:nvPr/>
          </p:nvSpPr>
          <p:spPr>
            <a:xfrm>
              <a:off x="55075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4" name="타원 9303">
              <a:extLst>
                <a:ext uri="{FF2B5EF4-FFF2-40B4-BE49-F238E27FC236}">
                  <a16:creationId xmlns:a16="http://schemas.microsoft.com/office/drawing/2014/main" id="{1ECA1220-B138-4BC0-B4E6-B196D303DCC0}"/>
                </a:ext>
              </a:extLst>
            </p:cNvPr>
            <p:cNvSpPr/>
            <p:nvPr/>
          </p:nvSpPr>
          <p:spPr>
            <a:xfrm>
              <a:off x="56599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5" name="타원 9304">
              <a:extLst>
                <a:ext uri="{FF2B5EF4-FFF2-40B4-BE49-F238E27FC236}">
                  <a16:creationId xmlns:a16="http://schemas.microsoft.com/office/drawing/2014/main" id="{9BDCD645-A4F1-4BF0-9805-83E2644CD453}"/>
                </a:ext>
              </a:extLst>
            </p:cNvPr>
            <p:cNvSpPr/>
            <p:nvPr/>
          </p:nvSpPr>
          <p:spPr>
            <a:xfrm>
              <a:off x="5812349" y="334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6" name="타원 9305">
              <a:extLst>
                <a:ext uri="{FF2B5EF4-FFF2-40B4-BE49-F238E27FC236}">
                  <a16:creationId xmlns:a16="http://schemas.microsoft.com/office/drawing/2014/main" id="{1924C163-D578-403B-B4A0-48600B69207C}"/>
                </a:ext>
              </a:extLst>
            </p:cNvPr>
            <p:cNvSpPr/>
            <p:nvPr/>
          </p:nvSpPr>
          <p:spPr>
            <a:xfrm>
              <a:off x="3259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7" name="타원 9306">
              <a:extLst>
                <a:ext uri="{FF2B5EF4-FFF2-40B4-BE49-F238E27FC236}">
                  <a16:creationId xmlns:a16="http://schemas.microsoft.com/office/drawing/2014/main" id="{4A4CBE16-1715-4CFE-9A23-4D4D0C996310}"/>
                </a:ext>
              </a:extLst>
            </p:cNvPr>
            <p:cNvSpPr/>
            <p:nvPr/>
          </p:nvSpPr>
          <p:spPr>
            <a:xfrm>
              <a:off x="4783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8" name="타원 9307">
              <a:extLst>
                <a:ext uri="{FF2B5EF4-FFF2-40B4-BE49-F238E27FC236}">
                  <a16:creationId xmlns:a16="http://schemas.microsoft.com/office/drawing/2014/main" id="{FBC4605C-F488-48F1-AA4A-7CFE8F69B750}"/>
                </a:ext>
              </a:extLst>
            </p:cNvPr>
            <p:cNvSpPr/>
            <p:nvPr/>
          </p:nvSpPr>
          <p:spPr>
            <a:xfrm>
              <a:off x="6307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09" name="타원 9308">
              <a:extLst>
                <a:ext uri="{FF2B5EF4-FFF2-40B4-BE49-F238E27FC236}">
                  <a16:creationId xmlns:a16="http://schemas.microsoft.com/office/drawing/2014/main" id="{EB6C9EF5-53BA-44CB-9444-4BF34C33BD8A}"/>
                </a:ext>
              </a:extLst>
            </p:cNvPr>
            <p:cNvSpPr/>
            <p:nvPr/>
          </p:nvSpPr>
          <p:spPr>
            <a:xfrm>
              <a:off x="7831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0" name="타원 9309">
              <a:extLst>
                <a:ext uri="{FF2B5EF4-FFF2-40B4-BE49-F238E27FC236}">
                  <a16:creationId xmlns:a16="http://schemas.microsoft.com/office/drawing/2014/main" id="{D975111C-16FB-4105-9AE8-FCE31FADC9D1}"/>
                </a:ext>
              </a:extLst>
            </p:cNvPr>
            <p:cNvSpPr/>
            <p:nvPr/>
          </p:nvSpPr>
          <p:spPr>
            <a:xfrm>
              <a:off x="9355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1" name="타원 9310">
              <a:extLst>
                <a:ext uri="{FF2B5EF4-FFF2-40B4-BE49-F238E27FC236}">
                  <a16:creationId xmlns:a16="http://schemas.microsoft.com/office/drawing/2014/main" id="{E8DB73EA-AD52-4E30-B09D-4EDF9E2EDAEC}"/>
                </a:ext>
              </a:extLst>
            </p:cNvPr>
            <p:cNvSpPr/>
            <p:nvPr/>
          </p:nvSpPr>
          <p:spPr>
            <a:xfrm>
              <a:off x="10879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2" name="타원 9311">
              <a:extLst>
                <a:ext uri="{FF2B5EF4-FFF2-40B4-BE49-F238E27FC236}">
                  <a16:creationId xmlns:a16="http://schemas.microsoft.com/office/drawing/2014/main" id="{BE116CEE-7389-4A80-B966-8831E2B7991F}"/>
                </a:ext>
              </a:extLst>
            </p:cNvPr>
            <p:cNvSpPr/>
            <p:nvPr/>
          </p:nvSpPr>
          <p:spPr>
            <a:xfrm>
              <a:off x="12403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3" name="타원 9312">
              <a:extLst>
                <a:ext uri="{FF2B5EF4-FFF2-40B4-BE49-F238E27FC236}">
                  <a16:creationId xmlns:a16="http://schemas.microsoft.com/office/drawing/2014/main" id="{86BDFCC1-6A79-4699-BE45-DDF4D3EC4C5B}"/>
                </a:ext>
              </a:extLst>
            </p:cNvPr>
            <p:cNvSpPr/>
            <p:nvPr/>
          </p:nvSpPr>
          <p:spPr>
            <a:xfrm>
              <a:off x="13927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4" name="타원 9313">
              <a:extLst>
                <a:ext uri="{FF2B5EF4-FFF2-40B4-BE49-F238E27FC236}">
                  <a16:creationId xmlns:a16="http://schemas.microsoft.com/office/drawing/2014/main" id="{4B1FA6E2-68C5-49E5-B07B-3179FBA8CA92}"/>
                </a:ext>
              </a:extLst>
            </p:cNvPr>
            <p:cNvSpPr/>
            <p:nvPr/>
          </p:nvSpPr>
          <p:spPr>
            <a:xfrm>
              <a:off x="15451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5" name="타원 9314">
              <a:extLst>
                <a:ext uri="{FF2B5EF4-FFF2-40B4-BE49-F238E27FC236}">
                  <a16:creationId xmlns:a16="http://schemas.microsoft.com/office/drawing/2014/main" id="{0F19B733-5CC4-4BF9-9D6A-20C268F9EB7F}"/>
                </a:ext>
              </a:extLst>
            </p:cNvPr>
            <p:cNvSpPr/>
            <p:nvPr/>
          </p:nvSpPr>
          <p:spPr>
            <a:xfrm>
              <a:off x="16975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6" name="타원 9315">
              <a:extLst>
                <a:ext uri="{FF2B5EF4-FFF2-40B4-BE49-F238E27FC236}">
                  <a16:creationId xmlns:a16="http://schemas.microsoft.com/office/drawing/2014/main" id="{602E38EE-D578-401E-AA53-D08D999AFC70}"/>
                </a:ext>
              </a:extLst>
            </p:cNvPr>
            <p:cNvSpPr/>
            <p:nvPr/>
          </p:nvSpPr>
          <p:spPr>
            <a:xfrm>
              <a:off x="18499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7" name="타원 9316">
              <a:extLst>
                <a:ext uri="{FF2B5EF4-FFF2-40B4-BE49-F238E27FC236}">
                  <a16:creationId xmlns:a16="http://schemas.microsoft.com/office/drawing/2014/main" id="{AD1E1973-5910-4D8E-8669-C48F35A91A8F}"/>
                </a:ext>
              </a:extLst>
            </p:cNvPr>
            <p:cNvSpPr/>
            <p:nvPr/>
          </p:nvSpPr>
          <p:spPr>
            <a:xfrm>
              <a:off x="20023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8" name="타원 9317">
              <a:extLst>
                <a:ext uri="{FF2B5EF4-FFF2-40B4-BE49-F238E27FC236}">
                  <a16:creationId xmlns:a16="http://schemas.microsoft.com/office/drawing/2014/main" id="{8DD5C637-3092-4BD2-9B5E-9C46ADB500A3}"/>
                </a:ext>
              </a:extLst>
            </p:cNvPr>
            <p:cNvSpPr/>
            <p:nvPr/>
          </p:nvSpPr>
          <p:spPr>
            <a:xfrm>
              <a:off x="21547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19" name="타원 9318">
              <a:extLst>
                <a:ext uri="{FF2B5EF4-FFF2-40B4-BE49-F238E27FC236}">
                  <a16:creationId xmlns:a16="http://schemas.microsoft.com/office/drawing/2014/main" id="{66B9F878-CCA7-48D4-8881-9A786B9DB231}"/>
                </a:ext>
              </a:extLst>
            </p:cNvPr>
            <p:cNvSpPr/>
            <p:nvPr/>
          </p:nvSpPr>
          <p:spPr>
            <a:xfrm>
              <a:off x="23071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0" name="타원 9319">
              <a:extLst>
                <a:ext uri="{FF2B5EF4-FFF2-40B4-BE49-F238E27FC236}">
                  <a16:creationId xmlns:a16="http://schemas.microsoft.com/office/drawing/2014/main" id="{A9795140-C20F-4E1F-BD59-B90ABB3B01DF}"/>
                </a:ext>
              </a:extLst>
            </p:cNvPr>
            <p:cNvSpPr/>
            <p:nvPr/>
          </p:nvSpPr>
          <p:spPr>
            <a:xfrm>
              <a:off x="24595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1" name="타원 9320">
              <a:extLst>
                <a:ext uri="{FF2B5EF4-FFF2-40B4-BE49-F238E27FC236}">
                  <a16:creationId xmlns:a16="http://schemas.microsoft.com/office/drawing/2014/main" id="{E7AAF766-41EB-4B93-9270-2C3E24C00DCA}"/>
                </a:ext>
              </a:extLst>
            </p:cNvPr>
            <p:cNvSpPr/>
            <p:nvPr/>
          </p:nvSpPr>
          <p:spPr>
            <a:xfrm>
              <a:off x="26119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2" name="타원 9321">
              <a:extLst>
                <a:ext uri="{FF2B5EF4-FFF2-40B4-BE49-F238E27FC236}">
                  <a16:creationId xmlns:a16="http://schemas.microsoft.com/office/drawing/2014/main" id="{E4A3B97B-7571-4797-8DCF-770F64278D63}"/>
                </a:ext>
              </a:extLst>
            </p:cNvPr>
            <p:cNvSpPr/>
            <p:nvPr/>
          </p:nvSpPr>
          <p:spPr>
            <a:xfrm>
              <a:off x="27643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3" name="타원 9322">
              <a:extLst>
                <a:ext uri="{FF2B5EF4-FFF2-40B4-BE49-F238E27FC236}">
                  <a16:creationId xmlns:a16="http://schemas.microsoft.com/office/drawing/2014/main" id="{148B177E-0BC8-48D6-BF5E-58C78758BDC5}"/>
                </a:ext>
              </a:extLst>
            </p:cNvPr>
            <p:cNvSpPr/>
            <p:nvPr/>
          </p:nvSpPr>
          <p:spPr>
            <a:xfrm>
              <a:off x="29167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4" name="타원 9323">
              <a:extLst>
                <a:ext uri="{FF2B5EF4-FFF2-40B4-BE49-F238E27FC236}">
                  <a16:creationId xmlns:a16="http://schemas.microsoft.com/office/drawing/2014/main" id="{6FFC7C6B-A789-4CFA-BE36-D3806140D9EF}"/>
                </a:ext>
              </a:extLst>
            </p:cNvPr>
            <p:cNvSpPr/>
            <p:nvPr/>
          </p:nvSpPr>
          <p:spPr>
            <a:xfrm>
              <a:off x="30691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5" name="타원 9324">
              <a:extLst>
                <a:ext uri="{FF2B5EF4-FFF2-40B4-BE49-F238E27FC236}">
                  <a16:creationId xmlns:a16="http://schemas.microsoft.com/office/drawing/2014/main" id="{6DCA3DD5-F2E6-40FE-B00F-86F467A129F4}"/>
                </a:ext>
              </a:extLst>
            </p:cNvPr>
            <p:cNvSpPr/>
            <p:nvPr/>
          </p:nvSpPr>
          <p:spPr>
            <a:xfrm>
              <a:off x="32215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6" name="타원 9325">
              <a:extLst>
                <a:ext uri="{FF2B5EF4-FFF2-40B4-BE49-F238E27FC236}">
                  <a16:creationId xmlns:a16="http://schemas.microsoft.com/office/drawing/2014/main" id="{14D1AE5E-443B-45D4-8F41-FA5EE9705658}"/>
                </a:ext>
              </a:extLst>
            </p:cNvPr>
            <p:cNvSpPr/>
            <p:nvPr/>
          </p:nvSpPr>
          <p:spPr>
            <a:xfrm>
              <a:off x="33739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7" name="타원 9326">
              <a:extLst>
                <a:ext uri="{FF2B5EF4-FFF2-40B4-BE49-F238E27FC236}">
                  <a16:creationId xmlns:a16="http://schemas.microsoft.com/office/drawing/2014/main" id="{72E59E69-7D7C-4720-B06F-D201394DEF53}"/>
                </a:ext>
              </a:extLst>
            </p:cNvPr>
            <p:cNvSpPr/>
            <p:nvPr/>
          </p:nvSpPr>
          <p:spPr>
            <a:xfrm>
              <a:off x="35263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8" name="타원 9327">
              <a:extLst>
                <a:ext uri="{FF2B5EF4-FFF2-40B4-BE49-F238E27FC236}">
                  <a16:creationId xmlns:a16="http://schemas.microsoft.com/office/drawing/2014/main" id="{A9590572-8213-4F16-8461-628C287F8750}"/>
                </a:ext>
              </a:extLst>
            </p:cNvPr>
            <p:cNvSpPr/>
            <p:nvPr/>
          </p:nvSpPr>
          <p:spPr>
            <a:xfrm>
              <a:off x="36787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29" name="타원 9328">
              <a:extLst>
                <a:ext uri="{FF2B5EF4-FFF2-40B4-BE49-F238E27FC236}">
                  <a16:creationId xmlns:a16="http://schemas.microsoft.com/office/drawing/2014/main" id="{25C70BF6-EFEF-4807-B072-728346110CE9}"/>
                </a:ext>
              </a:extLst>
            </p:cNvPr>
            <p:cNvSpPr/>
            <p:nvPr/>
          </p:nvSpPr>
          <p:spPr>
            <a:xfrm>
              <a:off x="38311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0" name="타원 9329">
              <a:extLst>
                <a:ext uri="{FF2B5EF4-FFF2-40B4-BE49-F238E27FC236}">
                  <a16:creationId xmlns:a16="http://schemas.microsoft.com/office/drawing/2014/main" id="{AA634468-4EE2-4D3B-9C9F-DFF0C7413637}"/>
                </a:ext>
              </a:extLst>
            </p:cNvPr>
            <p:cNvSpPr/>
            <p:nvPr/>
          </p:nvSpPr>
          <p:spPr>
            <a:xfrm>
              <a:off x="39835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1" name="타원 9330">
              <a:extLst>
                <a:ext uri="{FF2B5EF4-FFF2-40B4-BE49-F238E27FC236}">
                  <a16:creationId xmlns:a16="http://schemas.microsoft.com/office/drawing/2014/main" id="{8BE25742-C586-4635-8311-1EE214FC7175}"/>
                </a:ext>
              </a:extLst>
            </p:cNvPr>
            <p:cNvSpPr/>
            <p:nvPr/>
          </p:nvSpPr>
          <p:spPr>
            <a:xfrm>
              <a:off x="41359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2" name="타원 9331">
              <a:extLst>
                <a:ext uri="{FF2B5EF4-FFF2-40B4-BE49-F238E27FC236}">
                  <a16:creationId xmlns:a16="http://schemas.microsoft.com/office/drawing/2014/main" id="{2A15181D-D896-4ED3-9872-51350537EA55}"/>
                </a:ext>
              </a:extLst>
            </p:cNvPr>
            <p:cNvSpPr/>
            <p:nvPr/>
          </p:nvSpPr>
          <p:spPr>
            <a:xfrm>
              <a:off x="42883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3" name="타원 9332">
              <a:extLst>
                <a:ext uri="{FF2B5EF4-FFF2-40B4-BE49-F238E27FC236}">
                  <a16:creationId xmlns:a16="http://schemas.microsoft.com/office/drawing/2014/main" id="{F8BD0CB1-50A8-4563-8C3B-297500B8EE00}"/>
                </a:ext>
              </a:extLst>
            </p:cNvPr>
            <p:cNvSpPr/>
            <p:nvPr/>
          </p:nvSpPr>
          <p:spPr>
            <a:xfrm>
              <a:off x="44407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4" name="타원 9333">
              <a:extLst>
                <a:ext uri="{FF2B5EF4-FFF2-40B4-BE49-F238E27FC236}">
                  <a16:creationId xmlns:a16="http://schemas.microsoft.com/office/drawing/2014/main" id="{877AE432-3860-4ED3-ACEC-139EBC6D8A2C}"/>
                </a:ext>
              </a:extLst>
            </p:cNvPr>
            <p:cNvSpPr/>
            <p:nvPr/>
          </p:nvSpPr>
          <p:spPr>
            <a:xfrm>
              <a:off x="45931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5" name="타원 9334">
              <a:extLst>
                <a:ext uri="{FF2B5EF4-FFF2-40B4-BE49-F238E27FC236}">
                  <a16:creationId xmlns:a16="http://schemas.microsoft.com/office/drawing/2014/main" id="{7931586A-C931-4022-89CC-044C26EAFA83}"/>
                </a:ext>
              </a:extLst>
            </p:cNvPr>
            <p:cNvSpPr/>
            <p:nvPr/>
          </p:nvSpPr>
          <p:spPr>
            <a:xfrm>
              <a:off x="47455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6" name="타원 9335">
              <a:extLst>
                <a:ext uri="{FF2B5EF4-FFF2-40B4-BE49-F238E27FC236}">
                  <a16:creationId xmlns:a16="http://schemas.microsoft.com/office/drawing/2014/main" id="{05D43D59-C7CE-4FF0-BD8A-CAC789F46026}"/>
                </a:ext>
              </a:extLst>
            </p:cNvPr>
            <p:cNvSpPr/>
            <p:nvPr/>
          </p:nvSpPr>
          <p:spPr>
            <a:xfrm>
              <a:off x="48979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7" name="타원 9336">
              <a:extLst>
                <a:ext uri="{FF2B5EF4-FFF2-40B4-BE49-F238E27FC236}">
                  <a16:creationId xmlns:a16="http://schemas.microsoft.com/office/drawing/2014/main" id="{A8D3321C-DDC2-4248-8C8A-80A28B8E4289}"/>
                </a:ext>
              </a:extLst>
            </p:cNvPr>
            <p:cNvSpPr/>
            <p:nvPr/>
          </p:nvSpPr>
          <p:spPr>
            <a:xfrm>
              <a:off x="50503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8" name="타원 9337">
              <a:extLst>
                <a:ext uri="{FF2B5EF4-FFF2-40B4-BE49-F238E27FC236}">
                  <a16:creationId xmlns:a16="http://schemas.microsoft.com/office/drawing/2014/main" id="{4E53608B-5DC9-4A5E-980C-9383578AAAE6}"/>
                </a:ext>
              </a:extLst>
            </p:cNvPr>
            <p:cNvSpPr/>
            <p:nvPr/>
          </p:nvSpPr>
          <p:spPr>
            <a:xfrm>
              <a:off x="52027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39" name="타원 9338">
              <a:extLst>
                <a:ext uri="{FF2B5EF4-FFF2-40B4-BE49-F238E27FC236}">
                  <a16:creationId xmlns:a16="http://schemas.microsoft.com/office/drawing/2014/main" id="{445D4243-04D6-4D78-833E-EB2ADD62CC77}"/>
                </a:ext>
              </a:extLst>
            </p:cNvPr>
            <p:cNvSpPr/>
            <p:nvPr/>
          </p:nvSpPr>
          <p:spPr>
            <a:xfrm>
              <a:off x="53551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0" name="타원 9339">
              <a:extLst>
                <a:ext uri="{FF2B5EF4-FFF2-40B4-BE49-F238E27FC236}">
                  <a16:creationId xmlns:a16="http://schemas.microsoft.com/office/drawing/2014/main" id="{4CFF6E84-9D19-48C2-950E-4C59FB745AEE}"/>
                </a:ext>
              </a:extLst>
            </p:cNvPr>
            <p:cNvSpPr/>
            <p:nvPr/>
          </p:nvSpPr>
          <p:spPr>
            <a:xfrm>
              <a:off x="55075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1" name="타원 9340">
              <a:extLst>
                <a:ext uri="{FF2B5EF4-FFF2-40B4-BE49-F238E27FC236}">
                  <a16:creationId xmlns:a16="http://schemas.microsoft.com/office/drawing/2014/main" id="{81443EED-4571-48F4-87A7-D63A6CA9667D}"/>
                </a:ext>
              </a:extLst>
            </p:cNvPr>
            <p:cNvSpPr/>
            <p:nvPr/>
          </p:nvSpPr>
          <p:spPr>
            <a:xfrm>
              <a:off x="56599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2" name="타원 9341">
              <a:extLst>
                <a:ext uri="{FF2B5EF4-FFF2-40B4-BE49-F238E27FC236}">
                  <a16:creationId xmlns:a16="http://schemas.microsoft.com/office/drawing/2014/main" id="{1511DCE4-C07A-4ADD-8AD5-8E6EECC8A83B}"/>
                </a:ext>
              </a:extLst>
            </p:cNvPr>
            <p:cNvSpPr/>
            <p:nvPr/>
          </p:nvSpPr>
          <p:spPr>
            <a:xfrm>
              <a:off x="5812349" y="350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3" name="타원 9342">
              <a:extLst>
                <a:ext uri="{FF2B5EF4-FFF2-40B4-BE49-F238E27FC236}">
                  <a16:creationId xmlns:a16="http://schemas.microsoft.com/office/drawing/2014/main" id="{3D4C7FBD-860A-4BFB-B9E0-C3E9F8F77554}"/>
                </a:ext>
              </a:extLst>
            </p:cNvPr>
            <p:cNvSpPr/>
            <p:nvPr/>
          </p:nvSpPr>
          <p:spPr>
            <a:xfrm>
              <a:off x="3259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4" name="타원 9343">
              <a:extLst>
                <a:ext uri="{FF2B5EF4-FFF2-40B4-BE49-F238E27FC236}">
                  <a16:creationId xmlns:a16="http://schemas.microsoft.com/office/drawing/2014/main" id="{10AB8214-38AB-4094-A028-372E890D33CA}"/>
                </a:ext>
              </a:extLst>
            </p:cNvPr>
            <p:cNvSpPr/>
            <p:nvPr/>
          </p:nvSpPr>
          <p:spPr>
            <a:xfrm>
              <a:off x="4783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5" name="타원 9344">
              <a:extLst>
                <a:ext uri="{FF2B5EF4-FFF2-40B4-BE49-F238E27FC236}">
                  <a16:creationId xmlns:a16="http://schemas.microsoft.com/office/drawing/2014/main" id="{9C7EB27B-8BA8-4775-8AA7-2DCCCD3494F3}"/>
                </a:ext>
              </a:extLst>
            </p:cNvPr>
            <p:cNvSpPr/>
            <p:nvPr/>
          </p:nvSpPr>
          <p:spPr>
            <a:xfrm>
              <a:off x="6307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6" name="타원 9345">
              <a:extLst>
                <a:ext uri="{FF2B5EF4-FFF2-40B4-BE49-F238E27FC236}">
                  <a16:creationId xmlns:a16="http://schemas.microsoft.com/office/drawing/2014/main" id="{96911DAE-950B-4E6F-A798-50C9B05E0FB3}"/>
                </a:ext>
              </a:extLst>
            </p:cNvPr>
            <p:cNvSpPr/>
            <p:nvPr/>
          </p:nvSpPr>
          <p:spPr>
            <a:xfrm>
              <a:off x="7831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7" name="타원 9346">
              <a:extLst>
                <a:ext uri="{FF2B5EF4-FFF2-40B4-BE49-F238E27FC236}">
                  <a16:creationId xmlns:a16="http://schemas.microsoft.com/office/drawing/2014/main" id="{DE595512-DFEB-44D0-A9B4-28B9B71135F1}"/>
                </a:ext>
              </a:extLst>
            </p:cNvPr>
            <p:cNvSpPr/>
            <p:nvPr/>
          </p:nvSpPr>
          <p:spPr>
            <a:xfrm>
              <a:off x="9355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8" name="타원 9347">
              <a:extLst>
                <a:ext uri="{FF2B5EF4-FFF2-40B4-BE49-F238E27FC236}">
                  <a16:creationId xmlns:a16="http://schemas.microsoft.com/office/drawing/2014/main" id="{DE14C114-0362-4E41-863B-4A0C01B8E91A}"/>
                </a:ext>
              </a:extLst>
            </p:cNvPr>
            <p:cNvSpPr/>
            <p:nvPr/>
          </p:nvSpPr>
          <p:spPr>
            <a:xfrm>
              <a:off x="10879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49" name="타원 9348">
              <a:extLst>
                <a:ext uri="{FF2B5EF4-FFF2-40B4-BE49-F238E27FC236}">
                  <a16:creationId xmlns:a16="http://schemas.microsoft.com/office/drawing/2014/main" id="{A748DBE7-367F-4C67-8FF2-43D83A9E21A0}"/>
                </a:ext>
              </a:extLst>
            </p:cNvPr>
            <p:cNvSpPr/>
            <p:nvPr/>
          </p:nvSpPr>
          <p:spPr>
            <a:xfrm>
              <a:off x="12403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0" name="타원 9349">
              <a:extLst>
                <a:ext uri="{FF2B5EF4-FFF2-40B4-BE49-F238E27FC236}">
                  <a16:creationId xmlns:a16="http://schemas.microsoft.com/office/drawing/2014/main" id="{F650ADB3-4CE3-4734-B7F1-C9456EA03F6A}"/>
                </a:ext>
              </a:extLst>
            </p:cNvPr>
            <p:cNvSpPr/>
            <p:nvPr/>
          </p:nvSpPr>
          <p:spPr>
            <a:xfrm>
              <a:off x="13927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1" name="타원 9350">
              <a:extLst>
                <a:ext uri="{FF2B5EF4-FFF2-40B4-BE49-F238E27FC236}">
                  <a16:creationId xmlns:a16="http://schemas.microsoft.com/office/drawing/2014/main" id="{9E55FC70-43D7-4815-9E87-66DA9B090849}"/>
                </a:ext>
              </a:extLst>
            </p:cNvPr>
            <p:cNvSpPr/>
            <p:nvPr/>
          </p:nvSpPr>
          <p:spPr>
            <a:xfrm>
              <a:off x="15451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2" name="타원 9351">
              <a:extLst>
                <a:ext uri="{FF2B5EF4-FFF2-40B4-BE49-F238E27FC236}">
                  <a16:creationId xmlns:a16="http://schemas.microsoft.com/office/drawing/2014/main" id="{24793D2F-ED10-4987-9377-A03F5C64A07A}"/>
                </a:ext>
              </a:extLst>
            </p:cNvPr>
            <p:cNvSpPr/>
            <p:nvPr/>
          </p:nvSpPr>
          <p:spPr>
            <a:xfrm>
              <a:off x="16975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3" name="타원 9352">
              <a:extLst>
                <a:ext uri="{FF2B5EF4-FFF2-40B4-BE49-F238E27FC236}">
                  <a16:creationId xmlns:a16="http://schemas.microsoft.com/office/drawing/2014/main" id="{5C0B45EB-36C3-4395-A37B-0E91AE7A1554}"/>
                </a:ext>
              </a:extLst>
            </p:cNvPr>
            <p:cNvSpPr/>
            <p:nvPr/>
          </p:nvSpPr>
          <p:spPr>
            <a:xfrm>
              <a:off x="18499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4" name="타원 9353">
              <a:extLst>
                <a:ext uri="{FF2B5EF4-FFF2-40B4-BE49-F238E27FC236}">
                  <a16:creationId xmlns:a16="http://schemas.microsoft.com/office/drawing/2014/main" id="{2FB8C674-559B-48B9-AF94-5107DA7521D9}"/>
                </a:ext>
              </a:extLst>
            </p:cNvPr>
            <p:cNvSpPr/>
            <p:nvPr/>
          </p:nvSpPr>
          <p:spPr>
            <a:xfrm>
              <a:off x="20023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5" name="타원 9354">
              <a:extLst>
                <a:ext uri="{FF2B5EF4-FFF2-40B4-BE49-F238E27FC236}">
                  <a16:creationId xmlns:a16="http://schemas.microsoft.com/office/drawing/2014/main" id="{CC7EE94D-CD6A-4F2D-96E7-12A396FB39F9}"/>
                </a:ext>
              </a:extLst>
            </p:cNvPr>
            <p:cNvSpPr/>
            <p:nvPr/>
          </p:nvSpPr>
          <p:spPr>
            <a:xfrm>
              <a:off x="21547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6" name="타원 9355">
              <a:extLst>
                <a:ext uri="{FF2B5EF4-FFF2-40B4-BE49-F238E27FC236}">
                  <a16:creationId xmlns:a16="http://schemas.microsoft.com/office/drawing/2014/main" id="{AA8362C6-A024-4FA1-BB2B-D58EC9B97562}"/>
                </a:ext>
              </a:extLst>
            </p:cNvPr>
            <p:cNvSpPr/>
            <p:nvPr/>
          </p:nvSpPr>
          <p:spPr>
            <a:xfrm>
              <a:off x="23071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7" name="타원 9356">
              <a:extLst>
                <a:ext uri="{FF2B5EF4-FFF2-40B4-BE49-F238E27FC236}">
                  <a16:creationId xmlns:a16="http://schemas.microsoft.com/office/drawing/2014/main" id="{F5F1157C-750C-436E-AA27-783D95E39A54}"/>
                </a:ext>
              </a:extLst>
            </p:cNvPr>
            <p:cNvSpPr/>
            <p:nvPr/>
          </p:nvSpPr>
          <p:spPr>
            <a:xfrm>
              <a:off x="24595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8" name="타원 9357">
              <a:extLst>
                <a:ext uri="{FF2B5EF4-FFF2-40B4-BE49-F238E27FC236}">
                  <a16:creationId xmlns:a16="http://schemas.microsoft.com/office/drawing/2014/main" id="{ACD4DB16-3017-4A0F-A8DD-228EDE853555}"/>
                </a:ext>
              </a:extLst>
            </p:cNvPr>
            <p:cNvSpPr/>
            <p:nvPr/>
          </p:nvSpPr>
          <p:spPr>
            <a:xfrm>
              <a:off x="26119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59" name="타원 9358">
              <a:extLst>
                <a:ext uri="{FF2B5EF4-FFF2-40B4-BE49-F238E27FC236}">
                  <a16:creationId xmlns:a16="http://schemas.microsoft.com/office/drawing/2014/main" id="{3B05C273-F348-4E12-830E-3D79DA1ACE35}"/>
                </a:ext>
              </a:extLst>
            </p:cNvPr>
            <p:cNvSpPr/>
            <p:nvPr/>
          </p:nvSpPr>
          <p:spPr>
            <a:xfrm>
              <a:off x="27643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0" name="타원 9359">
              <a:extLst>
                <a:ext uri="{FF2B5EF4-FFF2-40B4-BE49-F238E27FC236}">
                  <a16:creationId xmlns:a16="http://schemas.microsoft.com/office/drawing/2014/main" id="{2B7066CF-877C-4B2E-B1C4-6A4CFEF1253D}"/>
                </a:ext>
              </a:extLst>
            </p:cNvPr>
            <p:cNvSpPr/>
            <p:nvPr/>
          </p:nvSpPr>
          <p:spPr>
            <a:xfrm>
              <a:off x="29167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1" name="타원 9360">
              <a:extLst>
                <a:ext uri="{FF2B5EF4-FFF2-40B4-BE49-F238E27FC236}">
                  <a16:creationId xmlns:a16="http://schemas.microsoft.com/office/drawing/2014/main" id="{5D6CA27C-E29D-47C5-9282-299BF86204C2}"/>
                </a:ext>
              </a:extLst>
            </p:cNvPr>
            <p:cNvSpPr/>
            <p:nvPr/>
          </p:nvSpPr>
          <p:spPr>
            <a:xfrm>
              <a:off x="30691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2" name="타원 9361">
              <a:extLst>
                <a:ext uri="{FF2B5EF4-FFF2-40B4-BE49-F238E27FC236}">
                  <a16:creationId xmlns:a16="http://schemas.microsoft.com/office/drawing/2014/main" id="{9FA2E3AA-DDBB-4063-A58C-E8F7D12E35D6}"/>
                </a:ext>
              </a:extLst>
            </p:cNvPr>
            <p:cNvSpPr/>
            <p:nvPr/>
          </p:nvSpPr>
          <p:spPr>
            <a:xfrm>
              <a:off x="32215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3" name="타원 9362">
              <a:extLst>
                <a:ext uri="{FF2B5EF4-FFF2-40B4-BE49-F238E27FC236}">
                  <a16:creationId xmlns:a16="http://schemas.microsoft.com/office/drawing/2014/main" id="{702114BA-9D4D-461F-9514-1ACD7159C90B}"/>
                </a:ext>
              </a:extLst>
            </p:cNvPr>
            <p:cNvSpPr/>
            <p:nvPr/>
          </p:nvSpPr>
          <p:spPr>
            <a:xfrm>
              <a:off x="33739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4" name="타원 9363">
              <a:extLst>
                <a:ext uri="{FF2B5EF4-FFF2-40B4-BE49-F238E27FC236}">
                  <a16:creationId xmlns:a16="http://schemas.microsoft.com/office/drawing/2014/main" id="{C3FA32EA-4C0E-452F-AA19-443D60AF47C6}"/>
                </a:ext>
              </a:extLst>
            </p:cNvPr>
            <p:cNvSpPr/>
            <p:nvPr/>
          </p:nvSpPr>
          <p:spPr>
            <a:xfrm>
              <a:off x="35263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5" name="타원 9364">
              <a:extLst>
                <a:ext uri="{FF2B5EF4-FFF2-40B4-BE49-F238E27FC236}">
                  <a16:creationId xmlns:a16="http://schemas.microsoft.com/office/drawing/2014/main" id="{CE6B217B-0DB5-4738-BB7B-B34E4D6F5199}"/>
                </a:ext>
              </a:extLst>
            </p:cNvPr>
            <p:cNvSpPr/>
            <p:nvPr/>
          </p:nvSpPr>
          <p:spPr>
            <a:xfrm>
              <a:off x="36787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6" name="타원 9365">
              <a:extLst>
                <a:ext uri="{FF2B5EF4-FFF2-40B4-BE49-F238E27FC236}">
                  <a16:creationId xmlns:a16="http://schemas.microsoft.com/office/drawing/2014/main" id="{2E3BC14F-C805-459A-8F2B-100D9185D293}"/>
                </a:ext>
              </a:extLst>
            </p:cNvPr>
            <p:cNvSpPr/>
            <p:nvPr/>
          </p:nvSpPr>
          <p:spPr>
            <a:xfrm>
              <a:off x="38311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7" name="타원 9366">
              <a:extLst>
                <a:ext uri="{FF2B5EF4-FFF2-40B4-BE49-F238E27FC236}">
                  <a16:creationId xmlns:a16="http://schemas.microsoft.com/office/drawing/2014/main" id="{D5D22ED8-13F4-47C2-8A59-9E5A51D59D7B}"/>
                </a:ext>
              </a:extLst>
            </p:cNvPr>
            <p:cNvSpPr/>
            <p:nvPr/>
          </p:nvSpPr>
          <p:spPr>
            <a:xfrm>
              <a:off x="39835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8" name="타원 9367">
              <a:extLst>
                <a:ext uri="{FF2B5EF4-FFF2-40B4-BE49-F238E27FC236}">
                  <a16:creationId xmlns:a16="http://schemas.microsoft.com/office/drawing/2014/main" id="{4FEF13E0-D862-4ED6-9E47-813F1EBA4F86}"/>
                </a:ext>
              </a:extLst>
            </p:cNvPr>
            <p:cNvSpPr/>
            <p:nvPr/>
          </p:nvSpPr>
          <p:spPr>
            <a:xfrm>
              <a:off x="41359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69" name="타원 9368">
              <a:extLst>
                <a:ext uri="{FF2B5EF4-FFF2-40B4-BE49-F238E27FC236}">
                  <a16:creationId xmlns:a16="http://schemas.microsoft.com/office/drawing/2014/main" id="{64D71573-0A18-4584-A544-91AAD678FFE8}"/>
                </a:ext>
              </a:extLst>
            </p:cNvPr>
            <p:cNvSpPr/>
            <p:nvPr/>
          </p:nvSpPr>
          <p:spPr>
            <a:xfrm>
              <a:off x="42883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0" name="타원 9369">
              <a:extLst>
                <a:ext uri="{FF2B5EF4-FFF2-40B4-BE49-F238E27FC236}">
                  <a16:creationId xmlns:a16="http://schemas.microsoft.com/office/drawing/2014/main" id="{79C33B15-6FCE-41D9-B043-4C4950A2EAD7}"/>
                </a:ext>
              </a:extLst>
            </p:cNvPr>
            <p:cNvSpPr/>
            <p:nvPr/>
          </p:nvSpPr>
          <p:spPr>
            <a:xfrm>
              <a:off x="44407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1" name="타원 9370">
              <a:extLst>
                <a:ext uri="{FF2B5EF4-FFF2-40B4-BE49-F238E27FC236}">
                  <a16:creationId xmlns:a16="http://schemas.microsoft.com/office/drawing/2014/main" id="{76ACE331-37E9-42D7-971D-492D62B0E202}"/>
                </a:ext>
              </a:extLst>
            </p:cNvPr>
            <p:cNvSpPr/>
            <p:nvPr/>
          </p:nvSpPr>
          <p:spPr>
            <a:xfrm>
              <a:off x="45931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2" name="타원 9371">
              <a:extLst>
                <a:ext uri="{FF2B5EF4-FFF2-40B4-BE49-F238E27FC236}">
                  <a16:creationId xmlns:a16="http://schemas.microsoft.com/office/drawing/2014/main" id="{22F498BC-EE63-4729-82C1-CC47D50BD65A}"/>
                </a:ext>
              </a:extLst>
            </p:cNvPr>
            <p:cNvSpPr/>
            <p:nvPr/>
          </p:nvSpPr>
          <p:spPr>
            <a:xfrm>
              <a:off x="47455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3" name="타원 9372">
              <a:extLst>
                <a:ext uri="{FF2B5EF4-FFF2-40B4-BE49-F238E27FC236}">
                  <a16:creationId xmlns:a16="http://schemas.microsoft.com/office/drawing/2014/main" id="{B35012F4-5D23-448A-8D7F-525F250735B1}"/>
                </a:ext>
              </a:extLst>
            </p:cNvPr>
            <p:cNvSpPr/>
            <p:nvPr/>
          </p:nvSpPr>
          <p:spPr>
            <a:xfrm>
              <a:off x="48979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4" name="타원 9373">
              <a:extLst>
                <a:ext uri="{FF2B5EF4-FFF2-40B4-BE49-F238E27FC236}">
                  <a16:creationId xmlns:a16="http://schemas.microsoft.com/office/drawing/2014/main" id="{5AA8FB12-56A4-4153-BD6A-C9396C97767C}"/>
                </a:ext>
              </a:extLst>
            </p:cNvPr>
            <p:cNvSpPr/>
            <p:nvPr/>
          </p:nvSpPr>
          <p:spPr>
            <a:xfrm>
              <a:off x="50503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5" name="타원 9374">
              <a:extLst>
                <a:ext uri="{FF2B5EF4-FFF2-40B4-BE49-F238E27FC236}">
                  <a16:creationId xmlns:a16="http://schemas.microsoft.com/office/drawing/2014/main" id="{E1C374FA-92BA-4103-A042-BDB2DC1AF0D0}"/>
                </a:ext>
              </a:extLst>
            </p:cNvPr>
            <p:cNvSpPr/>
            <p:nvPr/>
          </p:nvSpPr>
          <p:spPr>
            <a:xfrm>
              <a:off x="52027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6" name="타원 9375">
              <a:extLst>
                <a:ext uri="{FF2B5EF4-FFF2-40B4-BE49-F238E27FC236}">
                  <a16:creationId xmlns:a16="http://schemas.microsoft.com/office/drawing/2014/main" id="{1A9AC9A9-B3A3-4200-835C-52F7B0F4E6E7}"/>
                </a:ext>
              </a:extLst>
            </p:cNvPr>
            <p:cNvSpPr/>
            <p:nvPr/>
          </p:nvSpPr>
          <p:spPr>
            <a:xfrm>
              <a:off x="53551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7" name="타원 9376">
              <a:extLst>
                <a:ext uri="{FF2B5EF4-FFF2-40B4-BE49-F238E27FC236}">
                  <a16:creationId xmlns:a16="http://schemas.microsoft.com/office/drawing/2014/main" id="{733DC34E-FA18-4D5A-BC85-0EDC8CB91C20}"/>
                </a:ext>
              </a:extLst>
            </p:cNvPr>
            <p:cNvSpPr/>
            <p:nvPr/>
          </p:nvSpPr>
          <p:spPr>
            <a:xfrm>
              <a:off x="55075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8" name="타원 9377">
              <a:extLst>
                <a:ext uri="{FF2B5EF4-FFF2-40B4-BE49-F238E27FC236}">
                  <a16:creationId xmlns:a16="http://schemas.microsoft.com/office/drawing/2014/main" id="{DA15A0C4-520F-4402-B3C2-AEC5433F2AF3}"/>
                </a:ext>
              </a:extLst>
            </p:cNvPr>
            <p:cNvSpPr/>
            <p:nvPr/>
          </p:nvSpPr>
          <p:spPr>
            <a:xfrm>
              <a:off x="56599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79" name="타원 9378">
              <a:extLst>
                <a:ext uri="{FF2B5EF4-FFF2-40B4-BE49-F238E27FC236}">
                  <a16:creationId xmlns:a16="http://schemas.microsoft.com/office/drawing/2014/main" id="{7843E0A4-70EA-455F-BF38-C44F00E025F6}"/>
                </a:ext>
              </a:extLst>
            </p:cNvPr>
            <p:cNvSpPr/>
            <p:nvPr/>
          </p:nvSpPr>
          <p:spPr>
            <a:xfrm>
              <a:off x="5812349" y="365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0" name="타원 9379">
              <a:extLst>
                <a:ext uri="{FF2B5EF4-FFF2-40B4-BE49-F238E27FC236}">
                  <a16:creationId xmlns:a16="http://schemas.microsoft.com/office/drawing/2014/main" id="{7D16E16E-84F4-4576-88ED-4D1C45313A49}"/>
                </a:ext>
              </a:extLst>
            </p:cNvPr>
            <p:cNvSpPr/>
            <p:nvPr/>
          </p:nvSpPr>
          <p:spPr>
            <a:xfrm>
              <a:off x="3259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1" name="타원 9380">
              <a:extLst>
                <a:ext uri="{FF2B5EF4-FFF2-40B4-BE49-F238E27FC236}">
                  <a16:creationId xmlns:a16="http://schemas.microsoft.com/office/drawing/2014/main" id="{88763CF2-FD9B-4479-A036-E39C67BD1F25}"/>
                </a:ext>
              </a:extLst>
            </p:cNvPr>
            <p:cNvSpPr/>
            <p:nvPr/>
          </p:nvSpPr>
          <p:spPr>
            <a:xfrm>
              <a:off x="4783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2" name="타원 9381">
              <a:extLst>
                <a:ext uri="{FF2B5EF4-FFF2-40B4-BE49-F238E27FC236}">
                  <a16:creationId xmlns:a16="http://schemas.microsoft.com/office/drawing/2014/main" id="{1EC143F4-2E0A-4E64-96FD-1E26F0251C45}"/>
                </a:ext>
              </a:extLst>
            </p:cNvPr>
            <p:cNvSpPr/>
            <p:nvPr/>
          </p:nvSpPr>
          <p:spPr>
            <a:xfrm>
              <a:off x="6307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3" name="타원 9382">
              <a:extLst>
                <a:ext uri="{FF2B5EF4-FFF2-40B4-BE49-F238E27FC236}">
                  <a16:creationId xmlns:a16="http://schemas.microsoft.com/office/drawing/2014/main" id="{1F9D4DE1-55AC-4EDA-A34A-3AB7C84C03BB}"/>
                </a:ext>
              </a:extLst>
            </p:cNvPr>
            <p:cNvSpPr/>
            <p:nvPr/>
          </p:nvSpPr>
          <p:spPr>
            <a:xfrm>
              <a:off x="7831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4" name="타원 9383">
              <a:extLst>
                <a:ext uri="{FF2B5EF4-FFF2-40B4-BE49-F238E27FC236}">
                  <a16:creationId xmlns:a16="http://schemas.microsoft.com/office/drawing/2014/main" id="{65C451AB-77B8-4672-86A5-85BD407A78F0}"/>
                </a:ext>
              </a:extLst>
            </p:cNvPr>
            <p:cNvSpPr/>
            <p:nvPr/>
          </p:nvSpPr>
          <p:spPr>
            <a:xfrm>
              <a:off x="9355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5" name="타원 9384">
              <a:extLst>
                <a:ext uri="{FF2B5EF4-FFF2-40B4-BE49-F238E27FC236}">
                  <a16:creationId xmlns:a16="http://schemas.microsoft.com/office/drawing/2014/main" id="{DF2681F4-0009-4E3C-8EBB-20962925FA15}"/>
                </a:ext>
              </a:extLst>
            </p:cNvPr>
            <p:cNvSpPr/>
            <p:nvPr/>
          </p:nvSpPr>
          <p:spPr>
            <a:xfrm>
              <a:off x="10879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6" name="타원 9385">
              <a:extLst>
                <a:ext uri="{FF2B5EF4-FFF2-40B4-BE49-F238E27FC236}">
                  <a16:creationId xmlns:a16="http://schemas.microsoft.com/office/drawing/2014/main" id="{9EB85C95-E1F3-40D0-9C10-DF55D46FD9B5}"/>
                </a:ext>
              </a:extLst>
            </p:cNvPr>
            <p:cNvSpPr/>
            <p:nvPr/>
          </p:nvSpPr>
          <p:spPr>
            <a:xfrm>
              <a:off x="12403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7" name="타원 9386">
              <a:extLst>
                <a:ext uri="{FF2B5EF4-FFF2-40B4-BE49-F238E27FC236}">
                  <a16:creationId xmlns:a16="http://schemas.microsoft.com/office/drawing/2014/main" id="{4ECDC070-3DDF-4837-BD11-1DD15125C8DE}"/>
                </a:ext>
              </a:extLst>
            </p:cNvPr>
            <p:cNvSpPr/>
            <p:nvPr/>
          </p:nvSpPr>
          <p:spPr>
            <a:xfrm>
              <a:off x="13927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8" name="타원 9387">
              <a:extLst>
                <a:ext uri="{FF2B5EF4-FFF2-40B4-BE49-F238E27FC236}">
                  <a16:creationId xmlns:a16="http://schemas.microsoft.com/office/drawing/2014/main" id="{1496D2E2-AF98-498B-A021-D40C638AD22D}"/>
                </a:ext>
              </a:extLst>
            </p:cNvPr>
            <p:cNvSpPr/>
            <p:nvPr/>
          </p:nvSpPr>
          <p:spPr>
            <a:xfrm>
              <a:off x="15451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89" name="타원 9388">
              <a:extLst>
                <a:ext uri="{FF2B5EF4-FFF2-40B4-BE49-F238E27FC236}">
                  <a16:creationId xmlns:a16="http://schemas.microsoft.com/office/drawing/2014/main" id="{53CA67FD-9172-44FD-9235-E0ED97C77104}"/>
                </a:ext>
              </a:extLst>
            </p:cNvPr>
            <p:cNvSpPr/>
            <p:nvPr/>
          </p:nvSpPr>
          <p:spPr>
            <a:xfrm>
              <a:off x="16975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0" name="타원 9389">
              <a:extLst>
                <a:ext uri="{FF2B5EF4-FFF2-40B4-BE49-F238E27FC236}">
                  <a16:creationId xmlns:a16="http://schemas.microsoft.com/office/drawing/2014/main" id="{63A0674F-C7E4-466A-843E-C9165D7CB660}"/>
                </a:ext>
              </a:extLst>
            </p:cNvPr>
            <p:cNvSpPr/>
            <p:nvPr/>
          </p:nvSpPr>
          <p:spPr>
            <a:xfrm>
              <a:off x="18499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1" name="타원 9390">
              <a:extLst>
                <a:ext uri="{FF2B5EF4-FFF2-40B4-BE49-F238E27FC236}">
                  <a16:creationId xmlns:a16="http://schemas.microsoft.com/office/drawing/2014/main" id="{1E624E98-A0A8-4A4B-A63A-5ADF5C9433CA}"/>
                </a:ext>
              </a:extLst>
            </p:cNvPr>
            <p:cNvSpPr/>
            <p:nvPr/>
          </p:nvSpPr>
          <p:spPr>
            <a:xfrm>
              <a:off x="20023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2" name="타원 9391">
              <a:extLst>
                <a:ext uri="{FF2B5EF4-FFF2-40B4-BE49-F238E27FC236}">
                  <a16:creationId xmlns:a16="http://schemas.microsoft.com/office/drawing/2014/main" id="{90FEE258-F206-4599-A746-5503A9FE41BE}"/>
                </a:ext>
              </a:extLst>
            </p:cNvPr>
            <p:cNvSpPr/>
            <p:nvPr/>
          </p:nvSpPr>
          <p:spPr>
            <a:xfrm>
              <a:off x="21547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3" name="타원 9392">
              <a:extLst>
                <a:ext uri="{FF2B5EF4-FFF2-40B4-BE49-F238E27FC236}">
                  <a16:creationId xmlns:a16="http://schemas.microsoft.com/office/drawing/2014/main" id="{EF3B0698-D27E-4384-93F9-144F78020C1C}"/>
                </a:ext>
              </a:extLst>
            </p:cNvPr>
            <p:cNvSpPr/>
            <p:nvPr/>
          </p:nvSpPr>
          <p:spPr>
            <a:xfrm>
              <a:off x="23071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4" name="타원 9393">
              <a:extLst>
                <a:ext uri="{FF2B5EF4-FFF2-40B4-BE49-F238E27FC236}">
                  <a16:creationId xmlns:a16="http://schemas.microsoft.com/office/drawing/2014/main" id="{FA1C7349-123C-4BF3-8871-FB58E3683A6E}"/>
                </a:ext>
              </a:extLst>
            </p:cNvPr>
            <p:cNvSpPr/>
            <p:nvPr/>
          </p:nvSpPr>
          <p:spPr>
            <a:xfrm>
              <a:off x="24595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5" name="타원 9394">
              <a:extLst>
                <a:ext uri="{FF2B5EF4-FFF2-40B4-BE49-F238E27FC236}">
                  <a16:creationId xmlns:a16="http://schemas.microsoft.com/office/drawing/2014/main" id="{4B2C52FB-48DC-4E19-A0B7-7E3F6946EDC8}"/>
                </a:ext>
              </a:extLst>
            </p:cNvPr>
            <p:cNvSpPr/>
            <p:nvPr/>
          </p:nvSpPr>
          <p:spPr>
            <a:xfrm>
              <a:off x="26119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6" name="타원 9395">
              <a:extLst>
                <a:ext uri="{FF2B5EF4-FFF2-40B4-BE49-F238E27FC236}">
                  <a16:creationId xmlns:a16="http://schemas.microsoft.com/office/drawing/2014/main" id="{A395D42B-03F1-482F-9CB0-A21B95A9166A}"/>
                </a:ext>
              </a:extLst>
            </p:cNvPr>
            <p:cNvSpPr/>
            <p:nvPr/>
          </p:nvSpPr>
          <p:spPr>
            <a:xfrm>
              <a:off x="27643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7" name="타원 9396">
              <a:extLst>
                <a:ext uri="{FF2B5EF4-FFF2-40B4-BE49-F238E27FC236}">
                  <a16:creationId xmlns:a16="http://schemas.microsoft.com/office/drawing/2014/main" id="{F4E8BA4B-4204-44AC-AB80-B1489AB64325}"/>
                </a:ext>
              </a:extLst>
            </p:cNvPr>
            <p:cNvSpPr/>
            <p:nvPr/>
          </p:nvSpPr>
          <p:spPr>
            <a:xfrm>
              <a:off x="29167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8" name="타원 9397">
              <a:extLst>
                <a:ext uri="{FF2B5EF4-FFF2-40B4-BE49-F238E27FC236}">
                  <a16:creationId xmlns:a16="http://schemas.microsoft.com/office/drawing/2014/main" id="{5FC1E4B3-4D40-4C28-A341-7E999B9733F1}"/>
                </a:ext>
              </a:extLst>
            </p:cNvPr>
            <p:cNvSpPr/>
            <p:nvPr/>
          </p:nvSpPr>
          <p:spPr>
            <a:xfrm>
              <a:off x="30691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99" name="타원 9398">
              <a:extLst>
                <a:ext uri="{FF2B5EF4-FFF2-40B4-BE49-F238E27FC236}">
                  <a16:creationId xmlns:a16="http://schemas.microsoft.com/office/drawing/2014/main" id="{07F6C184-64C8-40F5-A1A3-CE3209269EB3}"/>
                </a:ext>
              </a:extLst>
            </p:cNvPr>
            <p:cNvSpPr/>
            <p:nvPr/>
          </p:nvSpPr>
          <p:spPr>
            <a:xfrm>
              <a:off x="32215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0" name="타원 9399">
              <a:extLst>
                <a:ext uri="{FF2B5EF4-FFF2-40B4-BE49-F238E27FC236}">
                  <a16:creationId xmlns:a16="http://schemas.microsoft.com/office/drawing/2014/main" id="{1CF51BA8-BA57-491D-A69D-04A39436BB07}"/>
                </a:ext>
              </a:extLst>
            </p:cNvPr>
            <p:cNvSpPr/>
            <p:nvPr/>
          </p:nvSpPr>
          <p:spPr>
            <a:xfrm>
              <a:off x="33739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1" name="타원 9400">
              <a:extLst>
                <a:ext uri="{FF2B5EF4-FFF2-40B4-BE49-F238E27FC236}">
                  <a16:creationId xmlns:a16="http://schemas.microsoft.com/office/drawing/2014/main" id="{370D9A64-E3DB-436B-AD1E-424E30010028}"/>
                </a:ext>
              </a:extLst>
            </p:cNvPr>
            <p:cNvSpPr/>
            <p:nvPr/>
          </p:nvSpPr>
          <p:spPr>
            <a:xfrm>
              <a:off x="35263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2" name="타원 9401">
              <a:extLst>
                <a:ext uri="{FF2B5EF4-FFF2-40B4-BE49-F238E27FC236}">
                  <a16:creationId xmlns:a16="http://schemas.microsoft.com/office/drawing/2014/main" id="{B23F2856-5814-4FC6-999E-F98DCE4ABCD4}"/>
                </a:ext>
              </a:extLst>
            </p:cNvPr>
            <p:cNvSpPr/>
            <p:nvPr/>
          </p:nvSpPr>
          <p:spPr>
            <a:xfrm>
              <a:off x="36787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3" name="타원 9402">
              <a:extLst>
                <a:ext uri="{FF2B5EF4-FFF2-40B4-BE49-F238E27FC236}">
                  <a16:creationId xmlns:a16="http://schemas.microsoft.com/office/drawing/2014/main" id="{81A92D6E-AC06-45FA-BBD6-AEBE80E500BD}"/>
                </a:ext>
              </a:extLst>
            </p:cNvPr>
            <p:cNvSpPr/>
            <p:nvPr/>
          </p:nvSpPr>
          <p:spPr>
            <a:xfrm>
              <a:off x="38311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4" name="타원 9403">
              <a:extLst>
                <a:ext uri="{FF2B5EF4-FFF2-40B4-BE49-F238E27FC236}">
                  <a16:creationId xmlns:a16="http://schemas.microsoft.com/office/drawing/2014/main" id="{712C1925-3AD3-4AE2-9244-FAC74A921115}"/>
                </a:ext>
              </a:extLst>
            </p:cNvPr>
            <p:cNvSpPr/>
            <p:nvPr/>
          </p:nvSpPr>
          <p:spPr>
            <a:xfrm>
              <a:off x="39835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5" name="타원 9404">
              <a:extLst>
                <a:ext uri="{FF2B5EF4-FFF2-40B4-BE49-F238E27FC236}">
                  <a16:creationId xmlns:a16="http://schemas.microsoft.com/office/drawing/2014/main" id="{49481FC3-4308-477D-8115-82BA62C53C82}"/>
                </a:ext>
              </a:extLst>
            </p:cNvPr>
            <p:cNvSpPr/>
            <p:nvPr/>
          </p:nvSpPr>
          <p:spPr>
            <a:xfrm>
              <a:off x="41359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6" name="타원 9405">
              <a:extLst>
                <a:ext uri="{FF2B5EF4-FFF2-40B4-BE49-F238E27FC236}">
                  <a16:creationId xmlns:a16="http://schemas.microsoft.com/office/drawing/2014/main" id="{BACA77B9-B8B1-48C6-9DA9-5DE187A58302}"/>
                </a:ext>
              </a:extLst>
            </p:cNvPr>
            <p:cNvSpPr/>
            <p:nvPr/>
          </p:nvSpPr>
          <p:spPr>
            <a:xfrm>
              <a:off x="42883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7" name="타원 9406">
              <a:extLst>
                <a:ext uri="{FF2B5EF4-FFF2-40B4-BE49-F238E27FC236}">
                  <a16:creationId xmlns:a16="http://schemas.microsoft.com/office/drawing/2014/main" id="{6D70118B-03CF-471F-B445-C146D838C924}"/>
                </a:ext>
              </a:extLst>
            </p:cNvPr>
            <p:cNvSpPr/>
            <p:nvPr/>
          </p:nvSpPr>
          <p:spPr>
            <a:xfrm>
              <a:off x="44407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8" name="타원 9407">
              <a:extLst>
                <a:ext uri="{FF2B5EF4-FFF2-40B4-BE49-F238E27FC236}">
                  <a16:creationId xmlns:a16="http://schemas.microsoft.com/office/drawing/2014/main" id="{AD0ADABB-FDC8-4A32-8930-1BCA8B044663}"/>
                </a:ext>
              </a:extLst>
            </p:cNvPr>
            <p:cNvSpPr/>
            <p:nvPr/>
          </p:nvSpPr>
          <p:spPr>
            <a:xfrm>
              <a:off x="45931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09" name="타원 9408">
              <a:extLst>
                <a:ext uri="{FF2B5EF4-FFF2-40B4-BE49-F238E27FC236}">
                  <a16:creationId xmlns:a16="http://schemas.microsoft.com/office/drawing/2014/main" id="{8D5DE64C-9C3E-4A3D-AEA7-D1D676865FD3}"/>
                </a:ext>
              </a:extLst>
            </p:cNvPr>
            <p:cNvSpPr/>
            <p:nvPr/>
          </p:nvSpPr>
          <p:spPr>
            <a:xfrm>
              <a:off x="47455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0" name="타원 9409">
              <a:extLst>
                <a:ext uri="{FF2B5EF4-FFF2-40B4-BE49-F238E27FC236}">
                  <a16:creationId xmlns:a16="http://schemas.microsoft.com/office/drawing/2014/main" id="{50CD25EE-6456-432B-91AB-41A1E67FD0BA}"/>
                </a:ext>
              </a:extLst>
            </p:cNvPr>
            <p:cNvSpPr/>
            <p:nvPr/>
          </p:nvSpPr>
          <p:spPr>
            <a:xfrm>
              <a:off x="48979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1" name="타원 9410">
              <a:extLst>
                <a:ext uri="{FF2B5EF4-FFF2-40B4-BE49-F238E27FC236}">
                  <a16:creationId xmlns:a16="http://schemas.microsoft.com/office/drawing/2014/main" id="{65D26F45-29BA-407B-9E8D-BCD7266D5F9C}"/>
                </a:ext>
              </a:extLst>
            </p:cNvPr>
            <p:cNvSpPr/>
            <p:nvPr/>
          </p:nvSpPr>
          <p:spPr>
            <a:xfrm>
              <a:off x="50503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2" name="타원 9411">
              <a:extLst>
                <a:ext uri="{FF2B5EF4-FFF2-40B4-BE49-F238E27FC236}">
                  <a16:creationId xmlns:a16="http://schemas.microsoft.com/office/drawing/2014/main" id="{49620CFE-B88F-4ACF-A106-3C0A7F41FECA}"/>
                </a:ext>
              </a:extLst>
            </p:cNvPr>
            <p:cNvSpPr/>
            <p:nvPr/>
          </p:nvSpPr>
          <p:spPr>
            <a:xfrm>
              <a:off x="52027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3" name="타원 9412">
              <a:extLst>
                <a:ext uri="{FF2B5EF4-FFF2-40B4-BE49-F238E27FC236}">
                  <a16:creationId xmlns:a16="http://schemas.microsoft.com/office/drawing/2014/main" id="{0E2E2927-5C6A-40BA-918E-861A3262D4D0}"/>
                </a:ext>
              </a:extLst>
            </p:cNvPr>
            <p:cNvSpPr/>
            <p:nvPr/>
          </p:nvSpPr>
          <p:spPr>
            <a:xfrm>
              <a:off x="53551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4" name="타원 9413">
              <a:extLst>
                <a:ext uri="{FF2B5EF4-FFF2-40B4-BE49-F238E27FC236}">
                  <a16:creationId xmlns:a16="http://schemas.microsoft.com/office/drawing/2014/main" id="{7523F7F4-341E-4FBD-B743-3D9EBDCB1D47}"/>
                </a:ext>
              </a:extLst>
            </p:cNvPr>
            <p:cNvSpPr/>
            <p:nvPr/>
          </p:nvSpPr>
          <p:spPr>
            <a:xfrm>
              <a:off x="55075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5" name="타원 9414">
              <a:extLst>
                <a:ext uri="{FF2B5EF4-FFF2-40B4-BE49-F238E27FC236}">
                  <a16:creationId xmlns:a16="http://schemas.microsoft.com/office/drawing/2014/main" id="{67115F6C-FB48-4B30-A13F-DBC9C23D5542}"/>
                </a:ext>
              </a:extLst>
            </p:cNvPr>
            <p:cNvSpPr/>
            <p:nvPr/>
          </p:nvSpPr>
          <p:spPr>
            <a:xfrm>
              <a:off x="56599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6" name="타원 9415">
              <a:extLst>
                <a:ext uri="{FF2B5EF4-FFF2-40B4-BE49-F238E27FC236}">
                  <a16:creationId xmlns:a16="http://schemas.microsoft.com/office/drawing/2014/main" id="{6C1A0318-1617-456A-9F85-FFC650CF5840}"/>
                </a:ext>
              </a:extLst>
            </p:cNvPr>
            <p:cNvSpPr/>
            <p:nvPr/>
          </p:nvSpPr>
          <p:spPr>
            <a:xfrm>
              <a:off x="5812349" y="3805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7" name="타원 9416">
              <a:extLst>
                <a:ext uri="{FF2B5EF4-FFF2-40B4-BE49-F238E27FC236}">
                  <a16:creationId xmlns:a16="http://schemas.microsoft.com/office/drawing/2014/main" id="{9E24D2B7-EDD1-4C76-92C8-07F728244DA6}"/>
                </a:ext>
              </a:extLst>
            </p:cNvPr>
            <p:cNvSpPr/>
            <p:nvPr/>
          </p:nvSpPr>
          <p:spPr>
            <a:xfrm>
              <a:off x="3259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8" name="타원 9417">
              <a:extLst>
                <a:ext uri="{FF2B5EF4-FFF2-40B4-BE49-F238E27FC236}">
                  <a16:creationId xmlns:a16="http://schemas.microsoft.com/office/drawing/2014/main" id="{0106B5DD-5E2A-4825-9F95-6ECB34F2BE01}"/>
                </a:ext>
              </a:extLst>
            </p:cNvPr>
            <p:cNvSpPr/>
            <p:nvPr/>
          </p:nvSpPr>
          <p:spPr>
            <a:xfrm>
              <a:off x="4783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19" name="타원 9418">
              <a:extLst>
                <a:ext uri="{FF2B5EF4-FFF2-40B4-BE49-F238E27FC236}">
                  <a16:creationId xmlns:a16="http://schemas.microsoft.com/office/drawing/2014/main" id="{90DE31E2-B917-4040-AF76-EEF316A08E7A}"/>
                </a:ext>
              </a:extLst>
            </p:cNvPr>
            <p:cNvSpPr/>
            <p:nvPr/>
          </p:nvSpPr>
          <p:spPr>
            <a:xfrm>
              <a:off x="6307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0" name="타원 9419">
              <a:extLst>
                <a:ext uri="{FF2B5EF4-FFF2-40B4-BE49-F238E27FC236}">
                  <a16:creationId xmlns:a16="http://schemas.microsoft.com/office/drawing/2014/main" id="{20E049DE-730F-4854-A21D-6876A0231B08}"/>
                </a:ext>
              </a:extLst>
            </p:cNvPr>
            <p:cNvSpPr/>
            <p:nvPr/>
          </p:nvSpPr>
          <p:spPr>
            <a:xfrm>
              <a:off x="7831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1" name="타원 9420">
              <a:extLst>
                <a:ext uri="{FF2B5EF4-FFF2-40B4-BE49-F238E27FC236}">
                  <a16:creationId xmlns:a16="http://schemas.microsoft.com/office/drawing/2014/main" id="{98AE4F1B-7CD2-4BB2-9ECD-D163D5BF995C}"/>
                </a:ext>
              </a:extLst>
            </p:cNvPr>
            <p:cNvSpPr/>
            <p:nvPr/>
          </p:nvSpPr>
          <p:spPr>
            <a:xfrm>
              <a:off x="9355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2" name="타원 9421">
              <a:extLst>
                <a:ext uri="{FF2B5EF4-FFF2-40B4-BE49-F238E27FC236}">
                  <a16:creationId xmlns:a16="http://schemas.microsoft.com/office/drawing/2014/main" id="{9DE3910E-1F7B-4C2C-B2D4-CE09C829B0FE}"/>
                </a:ext>
              </a:extLst>
            </p:cNvPr>
            <p:cNvSpPr/>
            <p:nvPr/>
          </p:nvSpPr>
          <p:spPr>
            <a:xfrm>
              <a:off x="10879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3" name="타원 9422">
              <a:extLst>
                <a:ext uri="{FF2B5EF4-FFF2-40B4-BE49-F238E27FC236}">
                  <a16:creationId xmlns:a16="http://schemas.microsoft.com/office/drawing/2014/main" id="{3EDDFCEE-69C2-434E-A804-2BDDBC081ABC}"/>
                </a:ext>
              </a:extLst>
            </p:cNvPr>
            <p:cNvSpPr/>
            <p:nvPr/>
          </p:nvSpPr>
          <p:spPr>
            <a:xfrm>
              <a:off x="12403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4" name="타원 9423">
              <a:extLst>
                <a:ext uri="{FF2B5EF4-FFF2-40B4-BE49-F238E27FC236}">
                  <a16:creationId xmlns:a16="http://schemas.microsoft.com/office/drawing/2014/main" id="{25D0E494-96C2-4AEC-B6B3-5B1F2A107080}"/>
                </a:ext>
              </a:extLst>
            </p:cNvPr>
            <p:cNvSpPr/>
            <p:nvPr/>
          </p:nvSpPr>
          <p:spPr>
            <a:xfrm>
              <a:off x="13927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5" name="타원 9424">
              <a:extLst>
                <a:ext uri="{FF2B5EF4-FFF2-40B4-BE49-F238E27FC236}">
                  <a16:creationId xmlns:a16="http://schemas.microsoft.com/office/drawing/2014/main" id="{7A53953F-D0F5-4C8E-907F-0B90646DD5DC}"/>
                </a:ext>
              </a:extLst>
            </p:cNvPr>
            <p:cNvSpPr/>
            <p:nvPr/>
          </p:nvSpPr>
          <p:spPr>
            <a:xfrm>
              <a:off x="15451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6" name="타원 9425">
              <a:extLst>
                <a:ext uri="{FF2B5EF4-FFF2-40B4-BE49-F238E27FC236}">
                  <a16:creationId xmlns:a16="http://schemas.microsoft.com/office/drawing/2014/main" id="{A82A6168-A841-4926-8C26-BF84B5A32731}"/>
                </a:ext>
              </a:extLst>
            </p:cNvPr>
            <p:cNvSpPr/>
            <p:nvPr/>
          </p:nvSpPr>
          <p:spPr>
            <a:xfrm>
              <a:off x="16975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7" name="타원 9426">
              <a:extLst>
                <a:ext uri="{FF2B5EF4-FFF2-40B4-BE49-F238E27FC236}">
                  <a16:creationId xmlns:a16="http://schemas.microsoft.com/office/drawing/2014/main" id="{28B54C2F-DFA1-479F-8EC4-0D69F3BF8893}"/>
                </a:ext>
              </a:extLst>
            </p:cNvPr>
            <p:cNvSpPr/>
            <p:nvPr/>
          </p:nvSpPr>
          <p:spPr>
            <a:xfrm>
              <a:off x="18499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8" name="타원 9427">
              <a:extLst>
                <a:ext uri="{FF2B5EF4-FFF2-40B4-BE49-F238E27FC236}">
                  <a16:creationId xmlns:a16="http://schemas.microsoft.com/office/drawing/2014/main" id="{431D13B9-60DA-4A96-8B5A-195C76B8086C}"/>
                </a:ext>
              </a:extLst>
            </p:cNvPr>
            <p:cNvSpPr/>
            <p:nvPr/>
          </p:nvSpPr>
          <p:spPr>
            <a:xfrm>
              <a:off x="20023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29" name="타원 9428">
              <a:extLst>
                <a:ext uri="{FF2B5EF4-FFF2-40B4-BE49-F238E27FC236}">
                  <a16:creationId xmlns:a16="http://schemas.microsoft.com/office/drawing/2014/main" id="{77374B43-5070-45E7-8A89-6563AF026594}"/>
                </a:ext>
              </a:extLst>
            </p:cNvPr>
            <p:cNvSpPr/>
            <p:nvPr/>
          </p:nvSpPr>
          <p:spPr>
            <a:xfrm>
              <a:off x="21547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0" name="타원 9429">
              <a:extLst>
                <a:ext uri="{FF2B5EF4-FFF2-40B4-BE49-F238E27FC236}">
                  <a16:creationId xmlns:a16="http://schemas.microsoft.com/office/drawing/2014/main" id="{06B5F7AE-767A-490F-A0B1-18B6FAF3F50C}"/>
                </a:ext>
              </a:extLst>
            </p:cNvPr>
            <p:cNvSpPr/>
            <p:nvPr/>
          </p:nvSpPr>
          <p:spPr>
            <a:xfrm>
              <a:off x="23071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1" name="타원 9430">
              <a:extLst>
                <a:ext uri="{FF2B5EF4-FFF2-40B4-BE49-F238E27FC236}">
                  <a16:creationId xmlns:a16="http://schemas.microsoft.com/office/drawing/2014/main" id="{2209C9F2-5050-4C65-90FB-61CBDD47BD44}"/>
                </a:ext>
              </a:extLst>
            </p:cNvPr>
            <p:cNvSpPr/>
            <p:nvPr/>
          </p:nvSpPr>
          <p:spPr>
            <a:xfrm>
              <a:off x="24595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2" name="타원 9431">
              <a:extLst>
                <a:ext uri="{FF2B5EF4-FFF2-40B4-BE49-F238E27FC236}">
                  <a16:creationId xmlns:a16="http://schemas.microsoft.com/office/drawing/2014/main" id="{297C8443-198C-42B9-BBE1-15D96884C466}"/>
                </a:ext>
              </a:extLst>
            </p:cNvPr>
            <p:cNvSpPr/>
            <p:nvPr/>
          </p:nvSpPr>
          <p:spPr>
            <a:xfrm>
              <a:off x="26119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3" name="타원 9432">
              <a:extLst>
                <a:ext uri="{FF2B5EF4-FFF2-40B4-BE49-F238E27FC236}">
                  <a16:creationId xmlns:a16="http://schemas.microsoft.com/office/drawing/2014/main" id="{83ABD3B1-8399-458C-BA43-D683594DE51A}"/>
                </a:ext>
              </a:extLst>
            </p:cNvPr>
            <p:cNvSpPr/>
            <p:nvPr/>
          </p:nvSpPr>
          <p:spPr>
            <a:xfrm>
              <a:off x="27643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4" name="타원 9433">
              <a:extLst>
                <a:ext uri="{FF2B5EF4-FFF2-40B4-BE49-F238E27FC236}">
                  <a16:creationId xmlns:a16="http://schemas.microsoft.com/office/drawing/2014/main" id="{4067FC4E-2E81-45C6-B994-849387839F67}"/>
                </a:ext>
              </a:extLst>
            </p:cNvPr>
            <p:cNvSpPr/>
            <p:nvPr/>
          </p:nvSpPr>
          <p:spPr>
            <a:xfrm>
              <a:off x="29167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5" name="타원 9434">
              <a:extLst>
                <a:ext uri="{FF2B5EF4-FFF2-40B4-BE49-F238E27FC236}">
                  <a16:creationId xmlns:a16="http://schemas.microsoft.com/office/drawing/2014/main" id="{1D147D87-1E13-4E5F-BAF3-6A3A9E0D940F}"/>
                </a:ext>
              </a:extLst>
            </p:cNvPr>
            <p:cNvSpPr/>
            <p:nvPr/>
          </p:nvSpPr>
          <p:spPr>
            <a:xfrm>
              <a:off x="30691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6" name="타원 9435">
              <a:extLst>
                <a:ext uri="{FF2B5EF4-FFF2-40B4-BE49-F238E27FC236}">
                  <a16:creationId xmlns:a16="http://schemas.microsoft.com/office/drawing/2014/main" id="{C3A66E5B-5272-4202-B31E-B66D4EC3F3C9}"/>
                </a:ext>
              </a:extLst>
            </p:cNvPr>
            <p:cNvSpPr/>
            <p:nvPr/>
          </p:nvSpPr>
          <p:spPr>
            <a:xfrm>
              <a:off x="32215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7" name="타원 9436">
              <a:extLst>
                <a:ext uri="{FF2B5EF4-FFF2-40B4-BE49-F238E27FC236}">
                  <a16:creationId xmlns:a16="http://schemas.microsoft.com/office/drawing/2014/main" id="{E19A591C-A1E4-4F95-B1A7-D03AA01144F9}"/>
                </a:ext>
              </a:extLst>
            </p:cNvPr>
            <p:cNvSpPr/>
            <p:nvPr/>
          </p:nvSpPr>
          <p:spPr>
            <a:xfrm>
              <a:off x="33739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8" name="타원 9437">
              <a:extLst>
                <a:ext uri="{FF2B5EF4-FFF2-40B4-BE49-F238E27FC236}">
                  <a16:creationId xmlns:a16="http://schemas.microsoft.com/office/drawing/2014/main" id="{A4E552AB-13D7-4B39-B481-DB599991EF77}"/>
                </a:ext>
              </a:extLst>
            </p:cNvPr>
            <p:cNvSpPr/>
            <p:nvPr/>
          </p:nvSpPr>
          <p:spPr>
            <a:xfrm>
              <a:off x="35263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39" name="타원 9438">
              <a:extLst>
                <a:ext uri="{FF2B5EF4-FFF2-40B4-BE49-F238E27FC236}">
                  <a16:creationId xmlns:a16="http://schemas.microsoft.com/office/drawing/2014/main" id="{8CB1EBAD-649F-46D8-BE12-B2EF3DDB68E4}"/>
                </a:ext>
              </a:extLst>
            </p:cNvPr>
            <p:cNvSpPr/>
            <p:nvPr/>
          </p:nvSpPr>
          <p:spPr>
            <a:xfrm>
              <a:off x="36787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0" name="타원 9439">
              <a:extLst>
                <a:ext uri="{FF2B5EF4-FFF2-40B4-BE49-F238E27FC236}">
                  <a16:creationId xmlns:a16="http://schemas.microsoft.com/office/drawing/2014/main" id="{F8949C23-D7B9-4B7F-9A3B-F96DC5BC91A8}"/>
                </a:ext>
              </a:extLst>
            </p:cNvPr>
            <p:cNvSpPr/>
            <p:nvPr/>
          </p:nvSpPr>
          <p:spPr>
            <a:xfrm>
              <a:off x="38311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1" name="타원 9440">
              <a:extLst>
                <a:ext uri="{FF2B5EF4-FFF2-40B4-BE49-F238E27FC236}">
                  <a16:creationId xmlns:a16="http://schemas.microsoft.com/office/drawing/2014/main" id="{07F30151-3E9F-4AEF-A391-C13B2FBFC25D}"/>
                </a:ext>
              </a:extLst>
            </p:cNvPr>
            <p:cNvSpPr/>
            <p:nvPr/>
          </p:nvSpPr>
          <p:spPr>
            <a:xfrm>
              <a:off x="39835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2" name="타원 9441">
              <a:extLst>
                <a:ext uri="{FF2B5EF4-FFF2-40B4-BE49-F238E27FC236}">
                  <a16:creationId xmlns:a16="http://schemas.microsoft.com/office/drawing/2014/main" id="{050B42B2-8B24-4476-8C07-987BCF0AE6A9}"/>
                </a:ext>
              </a:extLst>
            </p:cNvPr>
            <p:cNvSpPr/>
            <p:nvPr/>
          </p:nvSpPr>
          <p:spPr>
            <a:xfrm>
              <a:off x="41359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3" name="타원 9442">
              <a:extLst>
                <a:ext uri="{FF2B5EF4-FFF2-40B4-BE49-F238E27FC236}">
                  <a16:creationId xmlns:a16="http://schemas.microsoft.com/office/drawing/2014/main" id="{31256234-7C00-4BEF-A50C-C6ECC91E1682}"/>
                </a:ext>
              </a:extLst>
            </p:cNvPr>
            <p:cNvSpPr/>
            <p:nvPr/>
          </p:nvSpPr>
          <p:spPr>
            <a:xfrm>
              <a:off x="42883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4" name="타원 9443">
              <a:extLst>
                <a:ext uri="{FF2B5EF4-FFF2-40B4-BE49-F238E27FC236}">
                  <a16:creationId xmlns:a16="http://schemas.microsoft.com/office/drawing/2014/main" id="{73EBCA05-CCEB-4828-B489-57F3C871A164}"/>
                </a:ext>
              </a:extLst>
            </p:cNvPr>
            <p:cNvSpPr/>
            <p:nvPr/>
          </p:nvSpPr>
          <p:spPr>
            <a:xfrm>
              <a:off x="44407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5" name="타원 9444">
              <a:extLst>
                <a:ext uri="{FF2B5EF4-FFF2-40B4-BE49-F238E27FC236}">
                  <a16:creationId xmlns:a16="http://schemas.microsoft.com/office/drawing/2014/main" id="{55D296F1-6F59-4576-893A-7D1A2F222AC2}"/>
                </a:ext>
              </a:extLst>
            </p:cNvPr>
            <p:cNvSpPr/>
            <p:nvPr/>
          </p:nvSpPr>
          <p:spPr>
            <a:xfrm>
              <a:off x="45931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6" name="타원 9445">
              <a:extLst>
                <a:ext uri="{FF2B5EF4-FFF2-40B4-BE49-F238E27FC236}">
                  <a16:creationId xmlns:a16="http://schemas.microsoft.com/office/drawing/2014/main" id="{740EF860-9957-4789-97BB-337228AF713B}"/>
                </a:ext>
              </a:extLst>
            </p:cNvPr>
            <p:cNvSpPr/>
            <p:nvPr/>
          </p:nvSpPr>
          <p:spPr>
            <a:xfrm>
              <a:off x="47455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7" name="타원 9446">
              <a:extLst>
                <a:ext uri="{FF2B5EF4-FFF2-40B4-BE49-F238E27FC236}">
                  <a16:creationId xmlns:a16="http://schemas.microsoft.com/office/drawing/2014/main" id="{19762CB6-B4AA-4174-85D6-0E26F7C9E0F5}"/>
                </a:ext>
              </a:extLst>
            </p:cNvPr>
            <p:cNvSpPr/>
            <p:nvPr/>
          </p:nvSpPr>
          <p:spPr>
            <a:xfrm>
              <a:off x="48979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8" name="타원 9447">
              <a:extLst>
                <a:ext uri="{FF2B5EF4-FFF2-40B4-BE49-F238E27FC236}">
                  <a16:creationId xmlns:a16="http://schemas.microsoft.com/office/drawing/2014/main" id="{D8F1E845-E361-4263-A4B1-DEF1515EC798}"/>
                </a:ext>
              </a:extLst>
            </p:cNvPr>
            <p:cNvSpPr/>
            <p:nvPr/>
          </p:nvSpPr>
          <p:spPr>
            <a:xfrm>
              <a:off x="50503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49" name="타원 9448">
              <a:extLst>
                <a:ext uri="{FF2B5EF4-FFF2-40B4-BE49-F238E27FC236}">
                  <a16:creationId xmlns:a16="http://schemas.microsoft.com/office/drawing/2014/main" id="{65FF4591-35CF-43DA-823D-99D1420002BF}"/>
                </a:ext>
              </a:extLst>
            </p:cNvPr>
            <p:cNvSpPr/>
            <p:nvPr/>
          </p:nvSpPr>
          <p:spPr>
            <a:xfrm>
              <a:off x="52027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0" name="타원 9449">
              <a:extLst>
                <a:ext uri="{FF2B5EF4-FFF2-40B4-BE49-F238E27FC236}">
                  <a16:creationId xmlns:a16="http://schemas.microsoft.com/office/drawing/2014/main" id="{5847C807-2E7B-44DC-95DD-7BDD3BC577F6}"/>
                </a:ext>
              </a:extLst>
            </p:cNvPr>
            <p:cNvSpPr/>
            <p:nvPr/>
          </p:nvSpPr>
          <p:spPr>
            <a:xfrm>
              <a:off x="53551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1" name="타원 9450">
              <a:extLst>
                <a:ext uri="{FF2B5EF4-FFF2-40B4-BE49-F238E27FC236}">
                  <a16:creationId xmlns:a16="http://schemas.microsoft.com/office/drawing/2014/main" id="{2DE0A95D-4189-4AAA-975A-2F90292A5E8E}"/>
                </a:ext>
              </a:extLst>
            </p:cNvPr>
            <p:cNvSpPr/>
            <p:nvPr/>
          </p:nvSpPr>
          <p:spPr>
            <a:xfrm>
              <a:off x="55075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2" name="타원 9451">
              <a:extLst>
                <a:ext uri="{FF2B5EF4-FFF2-40B4-BE49-F238E27FC236}">
                  <a16:creationId xmlns:a16="http://schemas.microsoft.com/office/drawing/2014/main" id="{0964C0AA-9F33-448F-A1BB-91C6C2F9EB32}"/>
                </a:ext>
              </a:extLst>
            </p:cNvPr>
            <p:cNvSpPr/>
            <p:nvPr/>
          </p:nvSpPr>
          <p:spPr>
            <a:xfrm>
              <a:off x="56599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3" name="타원 9452">
              <a:extLst>
                <a:ext uri="{FF2B5EF4-FFF2-40B4-BE49-F238E27FC236}">
                  <a16:creationId xmlns:a16="http://schemas.microsoft.com/office/drawing/2014/main" id="{24404928-C797-440D-BB6F-1DB307BC670C}"/>
                </a:ext>
              </a:extLst>
            </p:cNvPr>
            <p:cNvSpPr/>
            <p:nvPr/>
          </p:nvSpPr>
          <p:spPr>
            <a:xfrm>
              <a:off x="5812349" y="3958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4" name="타원 9453">
              <a:extLst>
                <a:ext uri="{FF2B5EF4-FFF2-40B4-BE49-F238E27FC236}">
                  <a16:creationId xmlns:a16="http://schemas.microsoft.com/office/drawing/2014/main" id="{8B8AE960-D5C1-4B92-BC6F-D9F66FAEC8E6}"/>
                </a:ext>
              </a:extLst>
            </p:cNvPr>
            <p:cNvSpPr/>
            <p:nvPr/>
          </p:nvSpPr>
          <p:spPr>
            <a:xfrm>
              <a:off x="3259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5" name="타원 9454">
              <a:extLst>
                <a:ext uri="{FF2B5EF4-FFF2-40B4-BE49-F238E27FC236}">
                  <a16:creationId xmlns:a16="http://schemas.microsoft.com/office/drawing/2014/main" id="{4DB11C2F-BC7B-4316-B29E-61C3C655C7B1}"/>
                </a:ext>
              </a:extLst>
            </p:cNvPr>
            <p:cNvSpPr/>
            <p:nvPr/>
          </p:nvSpPr>
          <p:spPr>
            <a:xfrm>
              <a:off x="4783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6" name="타원 9455">
              <a:extLst>
                <a:ext uri="{FF2B5EF4-FFF2-40B4-BE49-F238E27FC236}">
                  <a16:creationId xmlns:a16="http://schemas.microsoft.com/office/drawing/2014/main" id="{E1A8477F-FD39-435C-9AB4-2289331BC2AD}"/>
                </a:ext>
              </a:extLst>
            </p:cNvPr>
            <p:cNvSpPr/>
            <p:nvPr/>
          </p:nvSpPr>
          <p:spPr>
            <a:xfrm>
              <a:off x="6307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7" name="타원 9456">
              <a:extLst>
                <a:ext uri="{FF2B5EF4-FFF2-40B4-BE49-F238E27FC236}">
                  <a16:creationId xmlns:a16="http://schemas.microsoft.com/office/drawing/2014/main" id="{F4BFEF68-810B-47BE-AB35-6F1D6A161634}"/>
                </a:ext>
              </a:extLst>
            </p:cNvPr>
            <p:cNvSpPr/>
            <p:nvPr/>
          </p:nvSpPr>
          <p:spPr>
            <a:xfrm>
              <a:off x="7831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8" name="타원 9457">
              <a:extLst>
                <a:ext uri="{FF2B5EF4-FFF2-40B4-BE49-F238E27FC236}">
                  <a16:creationId xmlns:a16="http://schemas.microsoft.com/office/drawing/2014/main" id="{487CD9B5-F93A-4E06-8D12-347E2FD6E0FB}"/>
                </a:ext>
              </a:extLst>
            </p:cNvPr>
            <p:cNvSpPr/>
            <p:nvPr/>
          </p:nvSpPr>
          <p:spPr>
            <a:xfrm>
              <a:off x="9355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59" name="타원 9458">
              <a:extLst>
                <a:ext uri="{FF2B5EF4-FFF2-40B4-BE49-F238E27FC236}">
                  <a16:creationId xmlns:a16="http://schemas.microsoft.com/office/drawing/2014/main" id="{3D0A187F-B848-4B22-ADB6-707F8F197073}"/>
                </a:ext>
              </a:extLst>
            </p:cNvPr>
            <p:cNvSpPr/>
            <p:nvPr/>
          </p:nvSpPr>
          <p:spPr>
            <a:xfrm>
              <a:off x="10879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0" name="타원 9459">
              <a:extLst>
                <a:ext uri="{FF2B5EF4-FFF2-40B4-BE49-F238E27FC236}">
                  <a16:creationId xmlns:a16="http://schemas.microsoft.com/office/drawing/2014/main" id="{6AE300CC-BC01-4722-8518-438A1F2A9773}"/>
                </a:ext>
              </a:extLst>
            </p:cNvPr>
            <p:cNvSpPr/>
            <p:nvPr/>
          </p:nvSpPr>
          <p:spPr>
            <a:xfrm>
              <a:off x="12403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1" name="타원 9460">
              <a:extLst>
                <a:ext uri="{FF2B5EF4-FFF2-40B4-BE49-F238E27FC236}">
                  <a16:creationId xmlns:a16="http://schemas.microsoft.com/office/drawing/2014/main" id="{EBA1C2EA-0697-46F0-8453-A8753F284A42}"/>
                </a:ext>
              </a:extLst>
            </p:cNvPr>
            <p:cNvSpPr/>
            <p:nvPr/>
          </p:nvSpPr>
          <p:spPr>
            <a:xfrm>
              <a:off x="13927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2" name="타원 9461">
              <a:extLst>
                <a:ext uri="{FF2B5EF4-FFF2-40B4-BE49-F238E27FC236}">
                  <a16:creationId xmlns:a16="http://schemas.microsoft.com/office/drawing/2014/main" id="{E1EC2FA9-A6F9-459D-A6A7-1BB34CD7DD80}"/>
                </a:ext>
              </a:extLst>
            </p:cNvPr>
            <p:cNvSpPr/>
            <p:nvPr/>
          </p:nvSpPr>
          <p:spPr>
            <a:xfrm>
              <a:off x="15451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3" name="타원 9462">
              <a:extLst>
                <a:ext uri="{FF2B5EF4-FFF2-40B4-BE49-F238E27FC236}">
                  <a16:creationId xmlns:a16="http://schemas.microsoft.com/office/drawing/2014/main" id="{721EA100-ADF1-492C-BB45-9FCBF870D02C}"/>
                </a:ext>
              </a:extLst>
            </p:cNvPr>
            <p:cNvSpPr/>
            <p:nvPr/>
          </p:nvSpPr>
          <p:spPr>
            <a:xfrm>
              <a:off x="16975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4" name="타원 9463">
              <a:extLst>
                <a:ext uri="{FF2B5EF4-FFF2-40B4-BE49-F238E27FC236}">
                  <a16:creationId xmlns:a16="http://schemas.microsoft.com/office/drawing/2014/main" id="{E2083F5C-A337-495D-B964-DA0F94C393FE}"/>
                </a:ext>
              </a:extLst>
            </p:cNvPr>
            <p:cNvSpPr/>
            <p:nvPr/>
          </p:nvSpPr>
          <p:spPr>
            <a:xfrm>
              <a:off x="18499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5" name="타원 9464">
              <a:extLst>
                <a:ext uri="{FF2B5EF4-FFF2-40B4-BE49-F238E27FC236}">
                  <a16:creationId xmlns:a16="http://schemas.microsoft.com/office/drawing/2014/main" id="{F00246B7-D748-421A-A95A-27A060AAA0D9}"/>
                </a:ext>
              </a:extLst>
            </p:cNvPr>
            <p:cNvSpPr/>
            <p:nvPr/>
          </p:nvSpPr>
          <p:spPr>
            <a:xfrm>
              <a:off x="20023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6" name="타원 9465">
              <a:extLst>
                <a:ext uri="{FF2B5EF4-FFF2-40B4-BE49-F238E27FC236}">
                  <a16:creationId xmlns:a16="http://schemas.microsoft.com/office/drawing/2014/main" id="{8B65C94D-942F-4DC2-9AED-6CC3837D1A86}"/>
                </a:ext>
              </a:extLst>
            </p:cNvPr>
            <p:cNvSpPr/>
            <p:nvPr/>
          </p:nvSpPr>
          <p:spPr>
            <a:xfrm>
              <a:off x="21547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7" name="타원 9466">
              <a:extLst>
                <a:ext uri="{FF2B5EF4-FFF2-40B4-BE49-F238E27FC236}">
                  <a16:creationId xmlns:a16="http://schemas.microsoft.com/office/drawing/2014/main" id="{C5BD3C00-826B-437E-8344-8C8EDFA5BC5C}"/>
                </a:ext>
              </a:extLst>
            </p:cNvPr>
            <p:cNvSpPr/>
            <p:nvPr/>
          </p:nvSpPr>
          <p:spPr>
            <a:xfrm>
              <a:off x="23071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8" name="타원 9467">
              <a:extLst>
                <a:ext uri="{FF2B5EF4-FFF2-40B4-BE49-F238E27FC236}">
                  <a16:creationId xmlns:a16="http://schemas.microsoft.com/office/drawing/2014/main" id="{0F7A2A17-C246-4BB1-B5BB-4D8DE506919A}"/>
                </a:ext>
              </a:extLst>
            </p:cNvPr>
            <p:cNvSpPr/>
            <p:nvPr/>
          </p:nvSpPr>
          <p:spPr>
            <a:xfrm>
              <a:off x="24595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69" name="타원 9468">
              <a:extLst>
                <a:ext uri="{FF2B5EF4-FFF2-40B4-BE49-F238E27FC236}">
                  <a16:creationId xmlns:a16="http://schemas.microsoft.com/office/drawing/2014/main" id="{A80F3187-54BF-411E-841F-393E8B82D72D}"/>
                </a:ext>
              </a:extLst>
            </p:cNvPr>
            <p:cNvSpPr/>
            <p:nvPr/>
          </p:nvSpPr>
          <p:spPr>
            <a:xfrm>
              <a:off x="26119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0" name="타원 9469">
              <a:extLst>
                <a:ext uri="{FF2B5EF4-FFF2-40B4-BE49-F238E27FC236}">
                  <a16:creationId xmlns:a16="http://schemas.microsoft.com/office/drawing/2014/main" id="{3253CDDD-44B7-4104-A0AE-2C33C4ED58DF}"/>
                </a:ext>
              </a:extLst>
            </p:cNvPr>
            <p:cNvSpPr/>
            <p:nvPr/>
          </p:nvSpPr>
          <p:spPr>
            <a:xfrm>
              <a:off x="27643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1" name="타원 9470">
              <a:extLst>
                <a:ext uri="{FF2B5EF4-FFF2-40B4-BE49-F238E27FC236}">
                  <a16:creationId xmlns:a16="http://schemas.microsoft.com/office/drawing/2014/main" id="{D000E754-B13A-4555-BC8C-F3C6EDA35EC4}"/>
                </a:ext>
              </a:extLst>
            </p:cNvPr>
            <p:cNvSpPr/>
            <p:nvPr/>
          </p:nvSpPr>
          <p:spPr>
            <a:xfrm>
              <a:off x="29167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2" name="타원 9471">
              <a:extLst>
                <a:ext uri="{FF2B5EF4-FFF2-40B4-BE49-F238E27FC236}">
                  <a16:creationId xmlns:a16="http://schemas.microsoft.com/office/drawing/2014/main" id="{06479012-7607-456F-8BB7-564ED8C271A8}"/>
                </a:ext>
              </a:extLst>
            </p:cNvPr>
            <p:cNvSpPr/>
            <p:nvPr/>
          </p:nvSpPr>
          <p:spPr>
            <a:xfrm>
              <a:off x="30691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3" name="타원 9472">
              <a:extLst>
                <a:ext uri="{FF2B5EF4-FFF2-40B4-BE49-F238E27FC236}">
                  <a16:creationId xmlns:a16="http://schemas.microsoft.com/office/drawing/2014/main" id="{7D5AD2ED-854E-4E2C-B4CE-A5E3FDB66495}"/>
                </a:ext>
              </a:extLst>
            </p:cNvPr>
            <p:cNvSpPr/>
            <p:nvPr/>
          </p:nvSpPr>
          <p:spPr>
            <a:xfrm>
              <a:off x="32215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4" name="타원 9473">
              <a:extLst>
                <a:ext uri="{FF2B5EF4-FFF2-40B4-BE49-F238E27FC236}">
                  <a16:creationId xmlns:a16="http://schemas.microsoft.com/office/drawing/2014/main" id="{53B965AC-0650-49E6-9B7B-D9E36A5168E9}"/>
                </a:ext>
              </a:extLst>
            </p:cNvPr>
            <p:cNvSpPr/>
            <p:nvPr/>
          </p:nvSpPr>
          <p:spPr>
            <a:xfrm>
              <a:off x="33739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5" name="타원 9474">
              <a:extLst>
                <a:ext uri="{FF2B5EF4-FFF2-40B4-BE49-F238E27FC236}">
                  <a16:creationId xmlns:a16="http://schemas.microsoft.com/office/drawing/2014/main" id="{0BC33A95-32F1-470A-B9B0-D8052B0C6962}"/>
                </a:ext>
              </a:extLst>
            </p:cNvPr>
            <p:cNvSpPr/>
            <p:nvPr/>
          </p:nvSpPr>
          <p:spPr>
            <a:xfrm>
              <a:off x="35263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6" name="타원 9475">
              <a:extLst>
                <a:ext uri="{FF2B5EF4-FFF2-40B4-BE49-F238E27FC236}">
                  <a16:creationId xmlns:a16="http://schemas.microsoft.com/office/drawing/2014/main" id="{5583B8BB-94CC-4366-A3E2-DAB5660B8BFD}"/>
                </a:ext>
              </a:extLst>
            </p:cNvPr>
            <p:cNvSpPr/>
            <p:nvPr/>
          </p:nvSpPr>
          <p:spPr>
            <a:xfrm>
              <a:off x="36787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7" name="타원 9476">
              <a:extLst>
                <a:ext uri="{FF2B5EF4-FFF2-40B4-BE49-F238E27FC236}">
                  <a16:creationId xmlns:a16="http://schemas.microsoft.com/office/drawing/2014/main" id="{173BC601-F5C3-41BD-A472-3C511F97A06A}"/>
                </a:ext>
              </a:extLst>
            </p:cNvPr>
            <p:cNvSpPr/>
            <p:nvPr/>
          </p:nvSpPr>
          <p:spPr>
            <a:xfrm>
              <a:off x="38311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8" name="타원 9477">
              <a:extLst>
                <a:ext uri="{FF2B5EF4-FFF2-40B4-BE49-F238E27FC236}">
                  <a16:creationId xmlns:a16="http://schemas.microsoft.com/office/drawing/2014/main" id="{506BF463-12D1-42BB-88C3-919663D0FDB4}"/>
                </a:ext>
              </a:extLst>
            </p:cNvPr>
            <p:cNvSpPr/>
            <p:nvPr/>
          </p:nvSpPr>
          <p:spPr>
            <a:xfrm>
              <a:off x="39835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79" name="타원 9478">
              <a:extLst>
                <a:ext uri="{FF2B5EF4-FFF2-40B4-BE49-F238E27FC236}">
                  <a16:creationId xmlns:a16="http://schemas.microsoft.com/office/drawing/2014/main" id="{BBEB3739-B0C7-49DC-97B2-880509277301}"/>
                </a:ext>
              </a:extLst>
            </p:cNvPr>
            <p:cNvSpPr/>
            <p:nvPr/>
          </p:nvSpPr>
          <p:spPr>
            <a:xfrm>
              <a:off x="41359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0" name="타원 9479">
              <a:extLst>
                <a:ext uri="{FF2B5EF4-FFF2-40B4-BE49-F238E27FC236}">
                  <a16:creationId xmlns:a16="http://schemas.microsoft.com/office/drawing/2014/main" id="{DBF5D0E6-A5D9-43BD-8448-6ED5B25803B5}"/>
                </a:ext>
              </a:extLst>
            </p:cNvPr>
            <p:cNvSpPr/>
            <p:nvPr/>
          </p:nvSpPr>
          <p:spPr>
            <a:xfrm>
              <a:off x="42883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1" name="타원 9480">
              <a:extLst>
                <a:ext uri="{FF2B5EF4-FFF2-40B4-BE49-F238E27FC236}">
                  <a16:creationId xmlns:a16="http://schemas.microsoft.com/office/drawing/2014/main" id="{C101C1ED-3588-4C17-B814-E27060686904}"/>
                </a:ext>
              </a:extLst>
            </p:cNvPr>
            <p:cNvSpPr/>
            <p:nvPr/>
          </p:nvSpPr>
          <p:spPr>
            <a:xfrm>
              <a:off x="44407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2" name="타원 9481">
              <a:extLst>
                <a:ext uri="{FF2B5EF4-FFF2-40B4-BE49-F238E27FC236}">
                  <a16:creationId xmlns:a16="http://schemas.microsoft.com/office/drawing/2014/main" id="{84E30C05-8176-4A55-B05D-D9AD2A19DD2B}"/>
                </a:ext>
              </a:extLst>
            </p:cNvPr>
            <p:cNvSpPr/>
            <p:nvPr/>
          </p:nvSpPr>
          <p:spPr>
            <a:xfrm>
              <a:off x="45931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3" name="타원 9482">
              <a:extLst>
                <a:ext uri="{FF2B5EF4-FFF2-40B4-BE49-F238E27FC236}">
                  <a16:creationId xmlns:a16="http://schemas.microsoft.com/office/drawing/2014/main" id="{1A8FEF02-CC5F-4586-B35A-6F7E5980E7D5}"/>
                </a:ext>
              </a:extLst>
            </p:cNvPr>
            <p:cNvSpPr/>
            <p:nvPr/>
          </p:nvSpPr>
          <p:spPr>
            <a:xfrm>
              <a:off x="47455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4" name="타원 9483">
              <a:extLst>
                <a:ext uri="{FF2B5EF4-FFF2-40B4-BE49-F238E27FC236}">
                  <a16:creationId xmlns:a16="http://schemas.microsoft.com/office/drawing/2014/main" id="{17F007D9-05C1-40A3-B4E9-9A7014D5382D}"/>
                </a:ext>
              </a:extLst>
            </p:cNvPr>
            <p:cNvSpPr/>
            <p:nvPr/>
          </p:nvSpPr>
          <p:spPr>
            <a:xfrm>
              <a:off x="48979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5" name="타원 9484">
              <a:extLst>
                <a:ext uri="{FF2B5EF4-FFF2-40B4-BE49-F238E27FC236}">
                  <a16:creationId xmlns:a16="http://schemas.microsoft.com/office/drawing/2014/main" id="{CE84E36B-DBD3-479B-BDF5-CC9643484961}"/>
                </a:ext>
              </a:extLst>
            </p:cNvPr>
            <p:cNvSpPr/>
            <p:nvPr/>
          </p:nvSpPr>
          <p:spPr>
            <a:xfrm>
              <a:off x="50503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6" name="타원 9485">
              <a:extLst>
                <a:ext uri="{FF2B5EF4-FFF2-40B4-BE49-F238E27FC236}">
                  <a16:creationId xmlns:a16="http://schemas.microsoft.com/office/drawing/2014/main" id="{493F8B46-7EEB-4762-8106-E43F6777E235}"/>
                </a:ext>
              </a:extLst>
            </p:cNvPr>
            <p:cNvSpPr/>
            <p:nvPr/>
          </p:nvSpPr>
          <p:spPr>
            <a:xfrm>
              <a:off x="52027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7" name="타원 9486">
              <a:extLst>
                <a:ext uri="{FF2B5EF4-FFF2-40B4-BE49-F238E27FC236}">
                  <a16:creationId xmlns:a16="http://schemas.microsoft.com/office/drawing/2014/main" id="{8E49467A-594D-42B1-A2AC-DC39C4BEA67C}"/>
                </a:ext>
              </a:extLst>
            </p:cNvPr>
            <p:cNvSpPr/>
            <p:nvPr/>
          </p:nvSpPr>
          <p:spPr>
            <a:xfrm>
              <a:off x="53551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8" name="타원 9487">
              <a:extLst>
                <a:ext uri="{FF2B5EF4-FFF2-40B4-BE49-F238E27FC236}">
                  <a16:creationId xmlns:a16="http://schemas.microsoft.com/office/drawing/2014/main" id="{0D6D2D9B-1AB9-43A4-A50E-9DC8594770F8}"/>
                </a:ext>
              </a:extLst>
            </p:cNvPr>
            <p:cNvSpPr/>
            <p:nvPr/>
          </p:nvSpPr>
          <p:spPr>
            <a:xfrm>
              <a:off x="55075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89" name="타원 9488">
              <a:extLst>
                <a:ext uri="{FF2B5EF4-FFF2-40B4-BE49-F238E27FC236}">
                  <a16:creationId xmlns:a16="http://schemas.microsoft.com/office/drawing/2014/main" id="{05DA62B1-B299-4D29-A968-8F982CA52A16}"/>
                </a:ext>
              </a:extLst>
            </p:cNvPr>
            <p:cNvSpPr/>
            <p:nvPr/>
          </p:nvSpPr>
          <p:spPr>
            <a:xfrm>
              <a:off x="56599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0" name="타원 9489">
              <a:extLst>
                <a:ext uri="{FF2B5EF4-FFF2-40B4-BE49-F238E27FC236}">
                  <a16:creationId xmlns:a16="http://schemas.microsoft.com/office/drawing/2014/main" id="{375DFE2B-125B-488C-836A-22A5C1DD9D9A}"/>
                </a:ext>
              </a:extLst>
            </p:cNvPr>
            <p:cNvSpPr/>
            <p:nvPr/>
          </p:nvSpPr>
          <p:spPr>
            <a:xfrm>
              <a:off x="5812349" y="4110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1" name="타원 9490">
              <a:extLst>
                <a:ext uri="{FF2B5EF4-FFF2-40B4-BE49-F238E27FC236}">
                  <a16:creationId xmlns:a16="http://schemas.microsoft.com/office/drawing/2014/main" id="{ED1F1C32-3703-498B-9DB3-6AB406A379E1}"/>
                </a:ext>
              </a:extLst>
            </p:cNvPr>
            <p:cNvSpPr/>
            <p:nvPr/>
          </p:nvSpPr>
          <p:spPr>
            <a:xfrm>
              <a:off x="3259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2" name="타원 9491">
              <a:extLst>
                <a:ext uri="{FF2B5EF4-FFF2-40B4-BE49-F238E27FC236}">
                  <a16:creationId xmlns:a16="http://schemas.microsoft.com/office/drawing/2014/main" id="{87D13870-EF84-48AD-9EC1-0A5A62A45036}"/>
                </a:ext>
              </a:extLst>
            </p:cNvPr>
            <p:cNvSpPr/>
            <p:nvPr/>
          </p:nvSpPr>
          <p:spPr>
            <a:xfrm>
              <a:off x="4783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3" name="타원 9492">
              <a:extLst>
                <a:ext uri="{FF2B5EF4-FFF2-40B4-BE49-F238E27FC236}">
                  <a16:creationId xmlns:a16="http://schemas.microsoft.com/office/drawing/2014/main" id="{DB8C1042-E6D0-4993-A228-777981131CBF}"/>
                </a:ext>
              </a:extLst>
            </p:cNvPr>
            <p:cNvSpPr/>
            <p:nvPr/>
          </p:nvSpPr>
          <p:spPr>
            <a:xfrm>
              <a:off x="6307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4" name="타원 9493">
              <a:extLst>
                <a:ext uri="{FF2B5EF4-FFF2-40B4-BE49-F238E27FC236}">
                  <a16:creationId xmlns:a16="http://schemas.microsoft.com/office/drawing/2014/main" id="{DC7C36F4-07B0-4C7E-A0C1-C8C23940D085}"/>
                </a:ext>
              </a:extLst>
            </p:cNvPr>
            <p:cNvSpPr/>
            <p:nvPr/>
          </p:nvSpPr>
          <p:spPr>
            <a:xfrm>
              <a:off x="7831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5" name="타원 9494">
              <a:extLst>
                <a:ext uri="{FF2B5EF4-FFF2-40B4-BE49-F238E27FC236}">
                  <a16:creationId xmlns:a16="http://schemas.microsoft.com/office/drawing/2014/main" id="{3FAB4069-C9CC-4E45-9044-B859EACB6513}"/>
                </a:ext>
              </a:extLst>
            </p:cNvPr>
            <p:cNvSpPr/>
            <p:nvPr/>
          </p:nvSpPr>
          <p:spPr>
            <a:xfrm>
              <a:off x="9355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6" name="타원 9495">
              <a:extLst>
                <a:ext uri="{FF2B5EF4-FFF2-40B4-BE49-F238E27FC236}">
                  <a16:creationId xmlns:a16="http://schemas.microsoft.com/office/drawing/2014/main" id="{ECF6B6E0-1024-40D1-8B72-39C58933A1DB}"/>
                </a:ext>
              </a:extLst>
            </p:cNvPr>
            <p:cNvSpPr/>
            <p:nvPr/>
          </p:nvSpPr>
          <p:spPr>
            <a:xfrm>
              <a:off x="10879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7" name="타원 9496">
              <a:extLst>
                <a:ext uri="{FF2B5EF4-FFF2-40B4-BE49-F238E27FC236}">
                  <a16:creationId xmlns:a16="http://schemas.microsoft.com/office/drawing/2014/main" id="{0F3F56BB-1BD3-4CB8-9E52-4FC65C72262C}"/>
                </a:ext>
              </a:extLst>
            </p:cNvPr>
            <p:cNvSpPr/>
            <p:nvPr/>
          </p:nvSpPr>
          <p:spPr>
            <a:xfrm>
              <a:off x="12403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8" name="타원 9497">
              <a:extLst>
                <a:ext uri="{FF2B5EF4-FFF2-40B4-BE49-F238E27FC236}">
                  <a16:creationId xmlns:a16="http://schemas.microsoft.com/office/drawing/2014/main" id="{17C74B1B-8D59-47A8-B2B3-8CD74321835F}"/>
                </a:ext>
              </a:extLst>
            </p:cNvPr>
            <p:cNvSpPr/>
            <p:nvPr/>
          </p:nvSpPr>
          <p:spPr>
            <a:xfrm>
              <a:off x="13927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99" name="타원 9498">
              <a:extLst>
                <a:ext uri="{FF2B5EF4-FFF2-40B4-BE49-F238E27FC236}">
                  <a16:creationId xmlns:a16="http://schemas.microsoft.com/office/drawing/2014/main" id="{83B6F07A-0061-4A3B-95BC-C94DF9FAB096}"/>
                </a:ext>
              </a:extLst>
            </p:cNvPr>
            <p:cNvSpPr/>
            <p:nvPr/>
          </p:nvSpPr>
          <p:spPr>
            <a:xfrm>
              <a:off x="15451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0" name="타원 9499">
              <a:extLst>
                <a:ext uri="{FF2B5EF4-FFF2-40B4-BE49-F238E27FC236}">
                  <a16:creationId xmlns:a16="http://schemas.microsoft.com/office/drawing/2014/main" id="{2AB5A7AF-9E28-4696-8752-BDDB409DE73B}"/>
                </a:ext>
              </a:extLst>
            </p:cNvPr>
            <p:cNvSpPr/>
            <p:nvPr/>
          </p:nvSpPr>
          <p:spPr>
            <a:xfrm>
              <a:off x="16975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1" name="타원 9500">
              <a:extLst>
                <a:ext uri="{FF2B5EF4-FFF2-40B4-BE49-F238E27FC236}">
                  <a16:creationId xmlns:a16="http://schemas.microsoft.com/office/drawing/2014/main" id="{26B8AA14-CEF7-401B-ACF2-DF6A68E066BE}"/>
                </a:ext>
              </a:extLst>
            </p:cNvPr>
            <p:cNvSpPr/>
            <p:nvPr/>
          </p:nvSpPr>
          <p:spPr>
            <a:xfrm>
              <a:off x="18499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2" name="타원 9501">
              <a:extLst>
                <a:ext uri="{FF2B5EF4-FFF2-40B4-BE49-F238E27FC236}">
                  <a16:creationId xmlns:a16="http://schemas.microsoft.com/office/drawing/2014/main" id="{08117813-91EE-46A9-8110-9ADD7B44B8C5}"/>
                </a:ext>
              </a:extLst>
            </p:cNvPr>
            <p:cNvSpPr/>
            <p:nvPr/>
          </p:nvSpPr>
          <p:spPr>
            <a:xfrm>
              <a:off x="20023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3" name="타원 9502">
              <a:extLst>
                <a:ext uri="{FF2B5EF4-FFF2-40B4-BE49-F238E27FC236}">
                  <a16:creationId xmlns:a16="http://schemas.microsoft.com/office/drawing/2014/main" id="{DB50D665-897F-45FD-ACCD-F3F05DCF02E6}"/>
                </a:ext>
              </a:extLst>
            </p:cNvPr>
            <p:cNvSpPr/>
            <p:nvPr/>
          </p:nvSpPr>
          <p:spPr>
            <a:xfrm>
              <a:off x="21547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4" name="타원 9503">
              <a:extLst>
                <a:ext uri="{FF2B5EF4-FFF2-40B4-BE49-F238E27FC236}">
                  <a16:creationId xmlns:a16="http://schemas.microsoft.com/office/drawing/2014/main" id="{76D9483D-A0DC-4CD9-8A85-B55D73CCD781}"/>
                </a:ext>
              </a:extLst>
            </p:cNvPr>
            <p:cNvSpPr/>
            <p:nvPr/>
          </p:nvSpPr>
          <p:spPr>
            <a:xfrm>
              <a:off x="23071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5" name="타원 9504">
              <a:extLst>
                <a:ext uri="{FF2B5EF4-FFF2-40B4-BE49-F238E27FC236}">
                  <a16:creationId xmlns:a16="http://schemas.microsoft.com/office/drawing/2014/main" id="{CACC6E4B-DD78-49C2-A255-385D90603D6A}"/>
                </a:ext>
              </a:extLst>
            </p:cNvPr>
            <p:cNvSpPr/>
            <p:nvPr/>
          </p:nvSpPr>
          <p:spPr>
            <a:xfrm>
              <a:off x="24595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6" name="타원 9505">
              <a:extLst>
                <a:ext uri="{FF2B5EF4-FFF2-40B4-BE49-F238E27FC236}">
                  <a16:creationId xmlns:a16="http://schemas.microsoft.com/office/drawing/2014/main" id="{DAD19A51-3207-4122-8D03-FB007DA1206C}"/>
                </a:ext>
              </a:extLst>
            </p:cNvPr>
            <p:cNvSpPr/>
            <p:nvPr/>
          </p:nvSpPr>
          <p:spPr>
            <a:xfrm>
              <a:off x="26119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7" name="타원 9506">
              <a:extLst>
                <a:ext uri="{FF2B5EF4-FFF2-40B4-BE49-F238E27FC236}">
                  <a16:creationId xmlns:a16="http://schemas.microsoft.com/office/drawing/2014/main" id="{0E51BCB4-456C-4339-B539-60F81F0FA2F3}"/>
                </a:ext>
              </a:extLst>
            </p:cNvPr>
            <p:cNvSpPr/>
            <p:nvPr/>
          </p:nvSpPr>
          <p:spPr>
            <a:xfrm>
              <a:off x="27643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8" name="타원 9507">
              <a:extLst>
                <a:ext uri="{FF2B5EF4-FFF2-40B4-BE49-F238E27FC236}">
                  <a16:creationId xmlns:a16="http://schemas.microsoft.com/office/drawing/2014/main" id="{43FDAFFE-E662-4800-9BEB-297FF826C14A}"/>
                </a:ext>
              </a:extLst>
            </p:cNvPr>
            <p:cNvSpPr/>
            <p:nvPr/>
          </p:nvSpPr>
          <p:spPr>
            <a:xfrm>
              <a:off x="29167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09" name="타원 9508">
              <a:extLst>
                <a:ext uri="{FF2B5EF4-FFF2-40B4-BE49-F238E27FC236}">
                  <a16:creationId xmlns:a16="http://schemas.microsoft.com/office/drawing/2014/main" id="{6B339530-B69C-4A7C-BE24-56583CE9DAFA}"/>
                </a:ext>
              </a:extLst>
            </p:cNvPr>
            <p:cNvSpPr/>
            <p:nvPr/>
          </p:nvSpPr>
          <p:spPr>
            <a:xfrm>
              <a:off x="30691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0" name="타원 9509">
              <a:extLst>
                <a:ext uri="{FF2B5EF4-FFF2-40B4-BE49-F238E27FC236}">
                  <a16:creationId xmlns:a16="http://schemas.microsoft.com/office/drawing/2014/main" id="{07D8DC6A-2103-451F-8E4C-0806918A8371}"/>
                </a:ext>
              </a:extLst>
            </p:cNvPr>
            <p:cNvSpPr/>
            <p:nvPr/>
          </p:nvSpPr>
          <p:spPr>
            <a:xfrm>
              <a:off x="32215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1" name="타원 9510">
              <a:extLst>
                <a:ext uri="{FF2B5EF4-FFF2-40B4-BE49-F238E27FC236}">
                  <a16:creationId xmlns:a16="http://schemas.microsoft.com/office/drawing/2014/main" id="{68006C31-33E8-4FA8-8096-7155E8DA6996}"/>
                </a:ext>
              </a:extLst>
            </p:cNvPr>
            <p:cNvSpPr/>
            <p:nvPr/>
          </p:nvSpPr>
          <p:spPr>
            <a:xfrm>
              <a:off x="33739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2" name="타원 9511">
              <a:extLst>
                <a:ext uri="{FF2B5EF4-FFF2-40B4-BE49-F238E27FC236}">
                  <a16:creationId xmlns:a16="http://schemas.microsoft.com/office/drawing/2014/main" id="{9A1B0301-CE43-467B-9EC3-7B13F6CBEAF1}"/>
                </a:ext>
              </a:extLst>
            </p:cNvPr>
            <p:cNvSpPr/>
            <p:nvPr/>
          </p:nvSpPr>
          <p:spPr>
            <a:xfrm>
              <a:off x="35263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3" name="타원 9512">
              <a:extLst>
                <a:ext uri="{FF2B5EF4-FFF2-40B4-BE49-F238E27FC236}">
                  <a16:creationId xmlns:a16="http://schemas.microsoft.com/office/drawing/2014/main" id="{FAD8F78C-0E3D-4C17-A1A6-E4B9C61A800E}"/>
                </a:ext>
              </a:extLst>
            </p:cNvPr>
            <p:cNvSpPr/>
            <p:nvPr/>
          </p:nvSpPr>
          <p:spPr>
            <a:xfrm>
              <a:off x="36787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4" name="타원 9513">
              <a:extLst>
                <a:ext uri="{FF2B5EF4-FFF2-40B4-BE49-F238E27FC236}">
                  <a16:creationId xmlns:a16="http://schemas.microsoft.com/office/drawing/2014/main" id="{F14B0324-E19F-4566-B2DB-50AEFDE1DEC3}"/>
                </a:ext>
              </a:extLst>
            </p:cNvPr>
            <p:cNvSpPr/>
            <p:nvPr/>
          </p:nvSpPr>
          <p:spPr>
            <a:xfrm>
              <a:off x="38311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5" name="타원 9514">
              <a:extLst>
                <a:ext uri="{FF2B5EF4-FFF2-40B4-BE49-F238E27FC236}">
                  <a16:creationId xmlns:a16="http://schemas.microsoft.com/office/drawing/2014/main" id="{48977B91-982E-4602-B75D-C1F2AA617C1B}"/>
                </a:ext>
              </a:extLst>
            </p:cNvPr>
            <p:cNvSpPr/>
            <p:nvPr/>
          </p:nvSpPr>
          <p:spPr>
            <a:xfrm>
              <a:off x="39835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6" name="타원 9515">
              <a:extLst>
                <a:ext uri="{FF2B5EF4-FFF2-40B4-BE49-F238E27FC236}">
                  <a16:creationId xmlns:a16="http://schemas.microsoft.com/office/drawing/2014/main" id="{F84F6BBE-EFAE-4537-A3D3-5A3A348C82AE}"/>
                </a:ext>
              </a:extLst>
            </p:cNvPr>
            <p:cNvSpPr/>
            <p:nvPr/>
          </p:nvSpPr>
          <p:spPr>
            <a:xfrm>
              <a:off x="41359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7" name="타원 9516">
              <a:extLst>
                <a:ext uri="{FF2B5EF4-FFF2-40B4-BE49-F238E27FC236}">
                  <a16:creationId xmlns:a16="http://schemas.microsoft.com/office/drawing/2014/main" id="{C9C06CA5-CABC-47DF-82D3-C57A79623D29}"/>
                </a:ext>
              </a:extLst>
            </p:cNvPr>
            <p:cNvSpPr/>
            <p:nvPr/>
          </p:nvSpPr>
          <p:spPr>
            <a:xfrm>
              <a:off x="42883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8" name="타원 9517">
              <a:extLst>
                <a:ext uri="{FF2B5EF4-FFF2-40B4-BE49-F238E27FC236}">
                  <a16:creationId xmlns:a16="http://schemas.microsoft.com/office/drawing/2014/main" id="{E7CEC96E-8458-4FD2-8AD8-723536FCC8B0}"/>
                </a:ext>
              </a:extLst>
            </p:cNvPr>
            <p:cNvSpPr/>
            <p:nvPr/>
          </p:nvSpPr>
          <p:spPr>
            <a:xfrm>
              <a:off x="44407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19" name="타원 9518">
              <a:extLst>
                <a:ext uri="{FF2B5EF4-FFF2-40B4-BE49-F238E27FC236}">
                  <a16:creationId xmlns:a16="http://schemas.microsoft.com/office/drawing/2014/main" id="{3EE5234B-ECA9-4114-82E4-FC7C422F26C1}"/>
                </a:ext>
              </a:extLst>
            </p:cNvPr>
            <p:cNvSpPr/>
            <p:nvPr/>
          </p:nvSpPr>
          <p:spPr>
            <a:xfrm>
              <a:off x="45931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0" name="타원 9519">
              <a:extLst>
                <a:ext uri="{FF2B5EF4-FFF2-40B4-BE49-F238E27FC236}">
                  <a16:creationId xmlns:a16="http://schemas.microsoft.com/office/drawing/2014/main" id="{B9F90180-FF8A-44C1-BEDD-078C537BBEFD}"/>
                </a:ext>
              </a:extLst>
            </p:cNvPr>
            <p:cNvSpPr/>
            <p:nvPr/>
          </p:nvSpPr>
          <p:spPr>
            <a:xfrm>
              <a:off x="47455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1" name="타원 9520">
              <a:extLst>
                <a:ext uri="{FF2B5EF4-FFF2-40B4-BE49-F238E27FC236}">
                  <a16:creationId xmlns:a16="http://schemas.microsoft.com/office/drawing/2014/main" id="{71A22F36-1234-4C93-8101-D340898C4FE3}"/>
                </a:ext>
              </a:extLst>
            </p:cNvPr>
            <p:cNvSpPr/>
            <p:nvPr/>
          </p:nvSpPr>
          <p:spPr>
            <a:xfrm>
              <a:off x="48979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2" name="타원 9521">
              <a:extLst>
                <a:ext uri="{FF2B5EF4-FFF2-40B4-BE49-F238E27FC236}">
                  <a16:creationId xmlns:a16="http://schemas.microsoft.com/office/drawing/2014/main" id="{B14BA4AA-FDAC-40F0-BE7B-0C495CA4D282}"/>
                </a:ext>
              </a:extLst>
            </p:cNvPr>
            <p:cNvSpPr/>
            <p:nvPr/>
          </p:nvSpPr>
          <p:spPr>
            <a:xfrm>
              <a:off x="50503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3" name="타원 9522">
              <a:extLst>
                <a:ext uri="{FF2B5EF4-FFF2-40B4-BE49-F238E27FC236}">
                  <a16:creationId xmlns:a16="http://schemas.microsoft.com/office/drawing/2014/main" id="{0D261072-A187-4AC7-A8A8-6CF2E6C840A3}"/>
                </a:ext>
              </a:extLst>
            </p:cNvPr>
            <p:cNvSpPr/>
            <p:nvPr/>
          </p:nvSpPr>
          <p:spPr>
            <a:xfrm>
              <a:off x="52027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4" name="타원 9523">
              <a:extLst>
                <a:ext uri="{FF2B5EF4-FFF2-40B4-BE49-F238E27FC236}">
                  <a16:creationId xmlns:a16="http://schemas.microsoft.com/office/drawing/2014/main" id="{66D82A8C-50AC-44AC-B260-44202DF9FE30}"/>
                </a:ext>
              </a:extLst>
            </p:cNvPr>
            <p:cNvSpPr/>
            <p:nvPr/>
          </p:nvSpPr>
          <p:spPr>
            <a:xfrm>
              <a:off x="53551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5" name="타원 9524">
              <a:extLst>
                <a:ext uri="{FF2B5EF4-FFF2-40B4-BE49-F238E27FC236}">
                  <a16:creationId xmlns:a16="http://schemas.microsoft.com/office/drawing/2014/main" id="{76C64F6C-48B1-4970-81BD-6528A40365DD}"/>
                </a:ext>
              </a:extLst>
            </p:cNvPr>
            <p:cNvSpPr/>
            <p:nvPr/>
          </p:nvSpPr>
          <p:spPr>
            <a:xfrm>
              <a:off x="55075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6" name="타원 9525">
              <a:extLst>
                <a:ext uri="{FF2B5EF4-FFF2-40B4-BE49-F238E27FC236}">
                  <a16:creationId xmlns:a16="http://schemas.microsoft.com/office/drawing/2014/main" id="{C77BA01D-9F0B-4D18-9E01-FF3B0D13EE64}"/>
                </a:ext>
              </a:extLst>
            </p:cNvPr>
            <p:cNvSpPr/>
            <p:nvPr/>
          </p:nvSpPr>
          <p:spPr>
            <a:xfrm>
              <a:off x="56599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7" name="타원 9526">
              <a:extLst>
                <a:ext uri="{FF2B5EF4-FFF2-40B4-BE49-F238E27FC236}">
                  <a16:creationId xmlns:a16="http://schemas.microsoft.com/office/drawing/2014/main" id="{423E6B4F-B4B8-47B1-8BBC-F89AF0028B14}"/>
                </a:ext>
              </a:extLst>
            </p:cNvPr>
            <p:cNvSpPr/>
            <p:nvPr/>
          </p:nvSpPr>
          <p:spPr>
            <a:xfrm>
              <a:off x="5812349" y="4263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8" name="타원 9527">
              <a:extLst>
                <a:ext uri="{FF2B5EF4-FFF2-40B4-BE49-F238E27FC236}">
                  <a16:creationId xmlns:a16="http://schemas.microsoft.com/office/drawing/2014/main" id="{43C14B50-E3DC-4B2C-88AB-7C23576B8A5C}"/>
                </a:ext>
              </a:extLst>
            </p:cNvPr>
            <p:cNvSpPr/>
            <p:nvPr/>
          </p:nvSpPr>
          <p:spPr>
            <a:xfrm>
              <a:off x="3259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29" name="타원 9528">
              <a:extLst>
                <a:ext uri="{FF2B5EF4-FFF2-40B4-BE49-F238E27FC236}">
                  <a16:creationId xmlns:a16="http://schemas.microsoft.com/office/drawing/2014/main" id="{EBEFFF4E-7ACC-42BA-B5F9-CED240B93AB5}"/>
                </a:ext>
              </a:extLst>
            </p:cNvPr>
            <p:cNvSpPr/>
            <p:nvPr/>
          </p:nvSpPr>
          <p:spPr>
            <a:xfrm>
              <a:off x="4783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0" name="타원 9529">
              <a:extLst>
                <a:ext uri="{FF2B5EF4-FFF2-40B4-BE49-F238E27FC236}">
                  <a16:creationId xmlns:a16="http://schemas.microsoft.com/office/drawing/2014/main" id="{AD9997F5-C438-4C17-BA50-2670F1BA7AEB}"/>
                </a:ext>
              </a:extLst>
            </p:cNvPr>
            <p:cNvSpPr/>
            <p:nvPr/>
          </p:nvSpPr>
          <p:spPr>
            <a:xfrm>
              <a:off x="6307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1" name="타원 9530">
              <a:extLst>
                <a:ext uri="{FF2B5EF4-FFF2-40B4-BE49-F238E27FC236}">
                  <a16:creationId xmlns:a16="http://schemas.microsoft.com/office/drawing/2014/main" id="{36246488-5C83-4F3B-9C21-FCDC55E82CA7}"/>
                </a:ext>
              </a:extLst>
            </p:cNvPr>
            <p:cNvSpPr/>
            <p:nvPr/>
          </p:nvSpPr>
          <p:spPr>
            <a:xfrm>
              <a:off x="7831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2" name="타원 9531">
              <a:extLst>
                <a:ext uri="{FF2B5EF4-FFF2-40B4-BE49-F238E27FC236}">
                  <a16:creationId xmlns:a16="http://schemas.microsoft.com/office/drawing/2014/main" id="{0F1092C7-A080-4C49-9934-C1F1FDD69163}"/>
                </a:ext>
              </a:extLst>
            </p:cNvPr>
            <p:cNvSpPr/>
            <p:nvPr/>
          </p:nvSpPr>
          <p:spPr>
            <a:xfrm>
              <a:off x="9355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3" name="타원 9532">
              <a:extLst>
                <a:ext uri="{FF2B5EF4-FFF2-40B4-BE49-F238E27FC236}">
                  <a16:creationId xmlns:a16="http://schemas.microsoft.com/office/drawing/2014/main" id="{BB3AF4C3-BD7F-400F-98C8-59378B40FCDD}"/>
                </a:ext>
              </a:extLst>
            </p:cNvPr>
            <p:cNvSpPr/>
            <p:nvPr/>
          </p:nvSpPr>
          <p:spPr>
            <a:xfrm>
              <a:off x="10879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4" name="타원 9533">
              <a:extLst>
                <a:ext uri="{FF2B5EF4-FFF2-40B4-BE49-F238E27FC236}">
                  <a16:creationId xmlns:a16="http://schemas.microsoft.com/office/drawing/2014/main" id="{1EB20BBD-1873-473D-9167-5A8422939B9E}"/>
                </a:ext>
              </a:extLst>
            </p:cNvPr>
            <p:cNvSpPr/>
            <p:nvPr/>
          </p:nvSpPr>
          <p:spPr>
            <a:xfrm>
              <a:off x="12403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5" name="타원 9534">
              <a:extLst>
                <a:ext uri="{FF2B5EF4-FFF2-40B4-BE49-F238E27FC236}">
                  <a16:creationId xmlns:a16="http://schemas.microsoft.com/office/drawing/2014/main" id="{6CD0922E-8F6E-4326-82AC-CE8D5BE14519}"/>
                </a:ext>
              </a:extLst>
            </p:cNvPr>
            <p:cNvSpPr/>
            <p:nvPr/>
          </p:nvSpPr>
          <p:spPr>
            <a:xfrm>
              <a:off x="13927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6" name="타원 9535">
              <a:extLst>
                <a:ext uri="{FF2B5EF4-FFF2-40B4-BE49-F238E27FC236}">
                  <a16:creationId xmlns:a16="http://schemas.microsoft.com/office/drawing/2014/main" id="{32E6A95F-F3F4-43FE-9697-0781C2317A35}"/>
                </a:ext>
              </a:extLst>
            </p:cNvPr>
            <p:cNvSpPr/>
            <p:nvPr/>
          </p:nvSpPr>
          <p:spPr>
            <a:xfrm>
              <a:off x="15451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7" name="타원 9536">
              <a:extLst>
                <a:ext uri="{FF2B5EF4-FFF2-40B4-BE49-F238E27FC236}">
                  <a16:creationId xmlns:a16="http://schemas.microsoft.com/office/drawing/2014/main" id="{66EBDADF-3ED8-4B0F-85B2-C1BD47779537}"/>
                </a:ext>
              </a:extLst>
            </p:cNvPr>
            <p:cNvSpPr/>
            <p:nvPr/>
          </p:nvSpPr>
          <p:spPr>
            <a:xfrm>
              <a:off x="16975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8" name="타원 9537">
              <a:extLst>
                <a:ext uri="{FF2B5EF4-FFF2-40B4-BE49-F238E27FC236}">
                  <a16:creationId xmlns:a16="http://schemas.microsoft.com/office/drawing/2014/main" id="{949758FA-D1C8-41B3-89EC-ECDD7D6AEC43}"/>
                </a:ext>
              </a:extLst>
            </p:cNvPr>
            <p:cNvSpPr/>
            <p:nvPr/>
          </p:nvSpPr>
          <p:spPr>
            <a:xfrm>
              <a:off x="18499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39" name="타원 9538">
              <a:extLst>
                <a:ext uri="{FF2B5EF4-FFF2-40B4-BE49-F238E27FC236}">
                  <a16:creationId xmlns:a16="http://schemas.microsoft.com/office/drawing/2014/main" id="{DCB015DB-9FD4-4767-A90E-01DEEEFB67DB}"/>
                </a:ext>
              </a:extLst>
            </p:cNvPr>
            <p:cNvSpPr/>
            <p:nvPr/>
          </p:nvSpPr>
          <p:spPr>
            <a:xfrm>
              <a:off x="20023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0" name="타원 9539">
              <a:extLst>
                <a:ext uri="{FF2B5EF4-FFF2-40B4-BE49-F238E27FC236}">
                  <a16:creationId xmlns:a16="http://schemas.microsoft.com/office/drawing/2014/main" id="{0BBE4E2E-BFC8-4665-89DE-5C3A71FFC731}"/>
                </a:ext>
              </a:extLst>
            </p:cNvPr>
            <p:cNvSpPr/>
            <p:nvPr/>
          </p:nvSpPr>
          <p:spPr>
            <a:xfrm>
              <a:off x="21547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1" name="타원 9540">
              <a:extLst>
                <a:ext uri="{FF2B5EF4-FFF2-40B4-BE49-F238E27FC236}">
                  <a16:creationId xmlns:a16="http://schemas.microsoft.com/office/drawing/2014/main" id="{354FF5AF-AFE5-4ACD-8585-702B1B00706B}"/>
                </a:ext>
              </a:extLst>
            </p:cNvPr>
            <p:cNvSpPr/>
            <p:nvPr/>
          </p:nvSpPr>
          <p:spPr>
            <a:xfrm>
              <a:off x="23071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2" name="타원 9541">
              <a:extLst>
                <a:ext uri="{FF2B5EF4-FFF2-40B4-BE49-F238E27FC236}">
                  <a16:creationId xmlns:a16="http://schemas.microsoft.com/office/drawing/2014/main" id="{84515021-5FD0-43A4-9B04-B36A68F0D42B}"/>
                </a:ext>
              </a:extLst>
            </p:cNvPr>
            <p:cNvSpPr/>
            <p:nvPr/>
          </p:nvSpPr>
          <p:spPr>
            <a:xfrm>
              <a:off x="24595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3" name="타원 9542">
              <a:extLst>
                <a:ext uri="{FF2B5EF4-FFF2-40B4-BE49-F238E27FC236}">
                  <a16:creationId xmlns:a16="http://schemas.microsoft.com/office/drawing/2014/main" id="{5953EFDD-E46C-4BB8-9FC1-CE111C932271}"/>
                </a:ext>
              </a:extLst>
            </p:cNvPr>
            <p:cNvSpPr/>
            <p:nvPr/>
          </p:nvSpPr>
          <p:spPr>
            <a:xfrm>
              <a:off x="26119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4" name="타원 9543">
              <a:extLst>
                <a:ext uri="{FF2B5EF4-FFF2-40B4-BE49-F238E27FC236}">
                  <a16:creationId xmlns:a16="http://schemas.microsoft.com/office/drawing/2014/main" id="{DA349937-A65B-43BE-AE32-A278B0A2E2E6}"/>
                </a:ext>
              </a:extLst>
            </p:cNvPr>
            <p:cNvSpPr/>
            <p:nvPr/>
          </p:nvSpPr>
          <p:spPr>
            <a:xfrm>
              <a:off x="27643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5" name="타원 9544">
              <a:extLst>
                <a:ext uri="{FF2B5EF4-FFF2-40B4-BE49-F238E27FC236}">
                  <a16:creationId xmlns:a16="http://schemas.microsoft.com/office/drawing/2014/main" id="{8A1D9F49-F179-487D-B565-F8E67BE11BD1}"/>
                </a:ext>
              </a:extLst>
            </p:cNvPr>
            <p:cNvSpPr/>
            <p:nvPr/>
          </p:nvSpPr>
          <p:spPr>
            <a:xfrm>
              <a:off x="29167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6" name="타원 9545">
              <a:extLst>
                <a:ext uri="{FF2B5EF4-FFF2-40B4-BE49-F238E27FC236}">
                  <a16:creationId xmlns:a16="http://schemas.microsoft.com/office/drawing/2014/main" id="{DDAD2B85-40B6-40F2-97F5-51AEF392FB30}"/>
                </a:ext>
              </a:extLst>
            </p:cNvPr>
            <p:cNvSpPr/>
            <p:nvPr/>
          </p:nvSpPr>
          <p:spPr>
            <a:xfrm>
              <a:off x="30691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7" name="타원 9546">
              <a:extLst>
                <a:ext uri="{FF2B5EF4-FFF2-40B4-BE49-F238E27FC236}">
                  <a16:creationId xmlns:a16="http://schemas.microsoft.com/office/drawing/2014/main" id="{838D53E9-F757-4AC7-9CAF-439F0940922D}"/>
                </a:ext>
              </a:extLst>
            </p:cNvPr>
            <p:cNvSpPr/>
            <p:nvPr/>
          </p:nvSpPr>
          <p:spPr>
            <a:xfrm>
              <a:off x="32215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8" name="타원 9547">
              <a:extLst>
                <a:ext uri="{FF2B5EF4-FFF2-40B4-BE49-F238E27FC236}">
                  <a16:creationId xmlns:a16="http://schemas.microsoft.com/office/drawing/2014/main" id="{B17B4FC8-671B-4492-8629-B1ECF5E53C12}"/>
                </a:ext>
              </a:extLst>
            </p:cNvPr>
            <p:cNvSpPr/>
            <p:nvPr/>
          </p:nvSpPr>
          <p:spPr>
            <a:xfrm>
              <a:off x="33739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49" name="타원 9548">
              <a:extLst>
                <a:ext uri="{FF2B5EF4-FFF2-40B4-BE49-F238E27FC236}">
                  <a16:creationId xmlns:a16="http://schemas.microsoft.com/office/drawing/2014/main" id="{0DCEA038-A923-41CA-B41C-BA64D9A44E1B}"/>
                </a:ext>
              </a:extLst>
            </p:cNvPr>
            <p:cNvSpPr/>
            <p:nvPr/>
          </p:nvSpPr>
          <p:spPr>
            <a:xfrm>
              <a:off x="35263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0" name="타원 9549">
              <a:extLst>
                <a:ext uri="{FF2B5EF4-FFF2-40B4-BE49-F238E27FC236}">
                  <a16:creationId xmlns:a16="http://schemas.microsoft.com/office/drawing/2014/main" id="{513CF6DC-5B5B-40C2-A963-56B5AB56218D}"/>
                </a:ext>
              </a:extLst>
            </p:cNvPr>
            <p:cNvSpPr/>
            <p:nvPr/>
          </p:nvSpPr>
          <p:spPr>
            <a:xfrm>
              <a:off x="36787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1" name="타원 9550">
              <a:extLst>
                <a:ext uri="{FF2B5EF4-FFF2-40B4-BE49-F238E27FC236}">
                  <a16:creationId xmlns:a16="http://schemas.microsoft.com/office/drawing/2014/main" id="{56526C05-C250-4BF8-85A5-01EA2A2BFE70}"/>
                </a:ext>
              </a:extLst>
            </p:cNvPr>
            <p:cNvSpPr/>
            <p:nvPr/>
          </p:nvSpPr>
          <p:spPr>
            <a:xfrm>
              <a:off x="38311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2" name="타원 9551">
              <a:extLst>
                <a:ext uri="{FF2B5EF4-FFF2-40B4-BE49-F238E27FC236}">
                  <a16:creationId xmlns:a16="http://schemas.microsoft.com/office/drawing/2014/main" id="{A8382DC4-F327-4388-A5B0-418FC49C3D53}"/>
                </a:ext>
              </a:extLst>
            </p:cNvPr>
            <p:cNvSpPr/>
            <p:nvPr/>
          </p:nvSpPr>
          <p:spPr>
            <a:xfrm>
              <a:off x="39835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3" name="타원 9552">
              <a:extLst>
                <a:ext uri="{FF2B5EF4-FFF2-40B4-BE49-F238E27FC236}">
                  <a16:creationId xmlns:a16="http://schemas.microsoft.com/office/drawing/2014/main" id="{0A031FB2-D3BF-4BC3-A98E-7AD997FAE331}"/>
                </a:ext>
              </a:extLst>
            </p:cNvPr>
            <p:cNvSpPr/>
            <p:nvPr/>
          </p:nvSpPr>
          <p:spPr>
            <a:xfrm>
              <a:off x="41359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4" name="타원 9553">
              <a:extLst>
                <a:ext uri="{FF2B5EF4-FFF2-40B4-BE49-F238E27FC236}">
                  <a16:creationId xmlns:a16="http://schemas.microsoft.com/office/drawing/2014/main" id="{E0B0EAF3-3B42-4838-8E1E-B1C6991E9C69}"/>
                </a:ext>
              </a:extLst>
            </p:cNvPr>
            <p:cNvSpPr/>
            <p:nvPr/>
          </p:nvSpPr>
          <p:spPr>
            <a:xfrm>
              <a:off x="42883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5" name="타원 9554">
              <a:extLst>
                <a:ext uri="{FF2B5EF4-FFF2-40B4-BE49-F238E27FC236}">
                  <a16:creationId xmlns:a16="http://schemas.microsoft.com/office/drawing/2014/main" id="{997562BF-BA6B-4AC1-85AA-01EE77DC78CF}"/>
                </a:ext>
              </a:extLst>
            </p:cNvPr>
            <p:cNvSpPr/>
            <p:nvPr/>
          </p:nvSpPr>
          <p:spPr>
            <a:xfrm>
              <a:off x="44407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6" name="타원 9555">
              <a:extLst>
                <a:ext uri="{FF2B5EF4-FFF2-40B4-BE49-F238E27FC236}">
                  <a16:creationId xmlns:a16="http://schemas.microsoft.com/office/drawing/2014/main" id="{F72A9B11-338C-4238-B7B4-407A2DD34F6A}"/>
                </a:ext>
              </a:extLst>
            </p:cNvPr>
            <p:cNvSpPr/>
            <p:nvPr/>
          </p:nvSpPr>
          <p:spPr>
            <a:xfrm>
              <a:off x="45931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7" name="타원 9556">
              <a:extLst>
                <a:ext uri="{FF2B5EF4-FFF2-40B4-BE49-F238E27FC236}">
                  <a16:creationId xmlns:a16="http://schemas.microsoft.com/office/drawing/2014/main" id="{202C370F-ECBD-4B2D-883F-30E8F939FE72}"/>
                </a:ext>
              </a:extLst>
            </p:cNvPr>
            <p:cNvSpPr/>
            <p:nvPr/>
          </p:nvSpPr>
          <p:spPr>
            <a:xfrm>
              <a:off x="47455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8" name="타원 9557">
              <a:extLst>
                <a:ext uri="{FF2B5EF4-FFF2-40B4-BE49-F238E27FC236}">
                  <a16:creationId xmlns:a16="http://schemas.microsoft.com/office/drawing/2014/main" id="{22ACB26A-4264-4301-B223-4744A8108998}"/>
                </a:ext>
              </a:extLst>
            </p:cNvPr>
            <p:cNvSpPr/>
            <p:nvPr/>
          </p:nvSpPr>
          <p:spPr>
            <a:xfrm>
              <a:off x="48979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59" name="타원 9558">
              <a:extLst>
                <a:ext uri="{FF2B5EF4-FFF2-40B4-BE49-F238E27FC236}">
                  <a16:creationId xmlns:a16="http://schemas.microsoft.com/office/drawing/2014/main" id="{2B32C389-408A-40DB-9E3F-DD1C0A0D741F}"/>
                </a:ext>
              </a:extLst>
            </p:cNvPr>
            <p:cNvSpPr/>
            <p:nvPr/>
          </p:nvSpPr>
          <p:spPr>
            <a:xfrm>
              <a:off x="50503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0" name="타원 9559">
              <a:extLst>
                <a:ext uri="{FF2B5EF4-FFF2-40B4-BE49-F238E27FC236}">
                  <a16:creationId xmlns:a16="http://schemas.microsoft.com/office/drawing/2014/main" id="{F076A1D8-ED14-4632-9873-1B4E5BD99EA5}"/>
                </a:ext>
              </a:extLst>
            </p:cNvPr>
            <p:cNvSpPr/>
            <p:nvPr/>
          </p:nvSpPr>
          <p:spPr>
            <a:xfrm>
              <a:off x="52027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1" name="타원 9560">
              <a:extLst>
                <a:ext uri="{FF2B5EF4-FFF2-40B4-BE49-F238E27FC236}">
                  <a16:creationId xmlns:a16="http://schemas.microsoft.com/office/drawing/2014/main" id="{57BC99A8-E2A5-4102-94EF-1BB7FBDF56BE}"/>
                </a:ext>
              </a:extLst>
            </p:cNvPr>
            <p:cNvSpPr/>
            <p:nvPr/>
          </p:nvSpPr>
          <p:spPr>
            <a:xfrm>
              <a:off x="53551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2" name="타원 9561">
              <a:extLst>
                <a:ext uri="{FF2B5EF4-FFF2-40B4-BE49-F238E27FC236}">
                  <a16:creationId xmlns:a16="http://schemas.microsoft.com/office/drawing/2014/main" id="{1BF0897B-21C2-4309-A170-B8EAD22F2F24}"/>
                </a:ext>
              </a:extLst>
            </p:cNvPr>
            <p:cNvSpPr/>
            <p:nvPr/>
          </p:nvSpPr>
          <p:spPr>
            <a:xfrm>
              <a:off x="55075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3" name="타원 9562">
              <a:extLst>
                <a:ext uri="{FF2B5EF4-FFF2-40B4-BE49-F238E27FC236}">
                  <a16:creationId xmlns:a16="http://schemas.microsoft.com/office/drawing/2014/main" id="{5A7536A6-EF4E-42D9-AA7F-B573497372B3}"/>
                </a:ext>
              </a:extLst>
            </p:cNvPr>
            <p:cNvSpPr/>
            <p:nvPr/>
          </p:nvSpPr>
          <p:spPr>
            <a:xfrm>
              <a:off x="56599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4" name="타원 9563">
              <a:extLst>
                <a:ext uri="{FF2B5EF4-FFF2-40B4-BE49-F238E27FC236}">
                  <a16:creationId xmlns:a16="http://schemas.microsoft.com/office/drawing/2014/main" id="{9EBE5072-4DDD-48C7-9780-DAE533C47B65}"/>
                </a:ext>
              </a:extLst>
            </p:cNvPr>
            <p:cNvSpPr/>
            <p:nvPr/>
          </p:nvSpPr>
          <p:spPr>
            <a:xfrm>
              <a:off x="5812349" y="4415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5" name="타원 9564">
              <a:extLst>
                <a:ext uri="{FF2B5EF4-FFF2-40B4-BE49-F238E27FC236}">
                  <a16:creationId xmlns:a16="http://schemas.microsoft.com/office/drawing/2014/main" id="{0C812B78-C24C-4501-9934-AFA92508A3E8}"/>
                </a:ext>
              </a:extLst>
            </p:cNvPr>
            <p:cNvSpPr/>
            <p:nvPr/>
          </p:nvSpPr>
          <p:spPr>
            <a:xfrm>
              <a:off x="3259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6" name="타원 9565">
              <a:extLst>
                <a:ext uri="{FF2B5EF4-FFF2-40B4-BE49-F238E27FC236}">
                  <a16:creationId xmlns:a16="http://schemas.microsoft.com/office/drawing/2014/main" id="{45FEA0A4-2776-4C76-B8B6-E20DDB304BA2}"/>
                </a:ext>
              </a:extLst>
            </p:cNvPr>
            <p:cNvSpPr/>
            <p:nvPr/>
          </p:nvSpPr>
          <p:spPr>
            <a:xfrm>
              <a:off x="4783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7" name="타원 9566">
              <a:extLst>
                <a:ext uri="{FF2B5EF4-FFF2-40B4-BE49-F238E27FC236}">
                  <a16:creationId xmlns:a16="http://schemas.microsoft.com/office/drawing/2014/main" id="{EEA68A4A-3A2C-47E2-84DF-737B37B8B9EC}"/>
                </a:ext>
              </a:extLst>
            </p:cNvPr>
            <p:cNvSpPr/>
            <p:nvPr/>
          </p:nvSpPr>
          <p:spPr>
            <a:xfrm>
              <a:off x="6307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8" name="타원 9567">
              <a:extLst>
                <a:ext uri="{FF2B5EF4-FFF2-40B4-BE49-F238E27FC236}">
                  <a16:creationId xmlns:a16="http://schemas.microsoft.com/office/drawing/2014/main" id="{DF2BF627-C150-4245-9CEA-4DBDE33ECDA8}"/>
                </a:ext>
              </a:extLst>
            </p:cNvPr>
            <p:cNvSpPr/>
            <p:nvPr/>
          </p:nvSpPr>
          <p:spPr>
            <a:xfrm>
              <a:off x="7831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69" name="타원 9568">
              <a:extLst>
                <a:ext uri="{FF2B5EF4-FFF2-40B4-BE49-F238E27FC236}">
                  <a16:creationId xmlns:a16="http://schemas.microsoft.com/office/drawing/2014/main" id="{862423C9-C827-43CC-A88B-3AD5418D5E79}"/>
                </a:ext>
              </a:extLst>
            </p:cNvPr>
            <p:cNvSpPr/>
            <p:nvPr/>
          </p:nvSpPr>
          <p:spPr>
            <a:xfrm>
              <a:off x="9355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0" name="타원 9569">
              <a:extLst>
                <a:ext uri="{FF2B5EF4-FFF2-40B4-BE49-F238E27FC236}">
                  <a16:creationId xmlns:a16="http://schemas.microsoft.com/office/drawing/2014/main" id="{19176988-1C76-4E8B-A7E9-10538B751D4D}"/>
                </a:ext>
              </a:extLst>
            </p:cNvPr>
            <p:cNvSpPr/>
            <p:nvPr/>
          </p:nvSpPr>
          <p:spPr>
            <a:xfrm>
              <a:off x="10879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1" name="타원 9570">
              <a:extLst>
                <a:ext uri="{FF2B5EF4-FFF2-40B4-BE49-F238E27FC236}">
                  <a16:creationId xmlns:a16="http://schemas.microsoft.com/office/drawing/2014/main" id="{4FE9D4C4-4E26-4AF0-B0B4-FD4235192CDC}"/>
                </a:ext>
              </a:extLst>
            </p:cNvPr>
            <p:cNvSpPr/>
            <p:nvPr/>
          </p:nvSpPr>
          <p:spPr>
            <a:xfrm>
              <a:off x="12403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2" name="타원 9571">
              <a:extLst>
                <a:ext uri="{FF2B5EF4-FFF2-40B4-BE49-F238E27FC236}">
                  <a16:creationId xmlns:a16="http://schemas.microsoft.com/office/drawing/2014/main" id="{8A81DD98-F568-46BA-BB36-617765453461}"/>
                </a:ext>
              </a:extLst>
            </p:cNvPr>
            <p:cNvSpPr/>
            <p:nvPr/>
          </p:nvSpPr>
          <p:spPr>
            <a:xfrm>
              <a:off x="13927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3" name="타원 9572">
              <a:extLst>
                <a:ext uri="{FF2B5EF4-FFF2-40B4-BE49-F238E27FC236}">
                  <a16:creationId xmlns:a16="http://schemas.microsoft.com/office/drawing/2014/main" id="{0804D6B8-8E03-47A8-8C1A-2F0109EB18D9}"/>
                </a:ext>
              </a:extLst>
            </p:cNvPr>
            <p:cNvSpPr/>
            <p:nvPr/>
          </p:nvSpPr>
          <p:spPr>
            <a:xfrm>
              <a:off x="15451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4" name="타원 9573">
              <a:extLst>
                <a:ext uri="{FF2B5EF4-FFF2-40B4-BE49-F238E27FC236}">
                  <a16:creationId xmlns:a16="http://schemas.microsoft.com/office/drawing/2014/main" id="{C9067D4B-88AF-48C7-852B-23AB9F226A32}"/>
                </a:ext>
              </a:extLst>
            </p:cNvPr>
            <p:cNvSpPr/>
            <p:nvPr/>
          </p:nvSpPr>
          <p:spPr>
            <a:xfrm>
              <a:off x="16975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5" name="타원 9574">
              <a:extLst>
                <a:ext uri="{FF2B5EF4-FFF2-40B4-BE49-F238E27FC236}">
                  <a16:creationId xmlns:a16="http://schemas.microsoft.com/office/drawing/2014/main" id="{97AA0A21-F839-4BD4-BDC0-835E6C339C5D}"/>
                </a:ext>
              </a:extLst>
            </p:cNvPr>
            <p:cNvSpPr/>
            <p:nvPr/>
          </p:nvSpPr>
          <p:spPr>
            <a:xfrm>
              <a:off x="18499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6" name="타원 9575">
              <a:extLst>
                <a:ext uri="{FF2B5EF4-FFF2-40B4-BE49-F238E27FC236}">
                  <a16:creationId xmlns:a16="http://schemas.microsoft.com/office/drawing/2014/main" id="{2AB8EA43-4DF2-486C-95EB-3A04A8BFB824}"/>
                </a:ext>
              </a:extLst>
            </p:cNvPr>
            <p:cNvSpPr/>
            <p:nvPr/>
          </p:nvSpPr>
          <p:spPr>
            <a:xfrm>
              <a:off x="20023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7" name="타원 9576">
              <a:extLst>
                <a:ext uri="{FF2B5EF4-FFF2-40B4-BE49-F238E27FC236}">
                  <a16:creationId xmlns:a16="http://schemas.microsoft.com/office/drawing/2014/main" id="{1DF28928-A6AD-414B-B1FD-3000294C5214}"/>
                </a:ext>
              </a:extLst>
            </p:cNvPr>
            <p:cNvSpPr/>
            <p:nvPr/>
          </p:nvSpPr>
          <p:spPr>
            <a:xfrm>
              <a:off x="21547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8" name="타원 9577">
              <a:extLst>
                <a:ext uri="{FF2B5EF4-FFF2-40B4-BE49-F238E27FC236}">
                  <a16:creationId xmlns:a16="http://schemas.microsoft.com/office/drawing/2014/main" id="{BEFEEA4F-96BF-4584-92B6-7F2447B5FBD9}"/>
                </a:ext>
              </a:extLst>
            </p:cNvPr>
            <p:cNvSpPr/>
            <p:nvPr/>
          </p:nvSpPr>
          <p:spPr>
            <a:xfrm>
              <a:off x="23071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79" name="타원 9578">
              <a:extLst>
                <a:ext uri="{FF2B5EF4-FFF2-40B4-BE49-F238E27FC236}">
                  <a16:creationId xmlns:a16="http://schemas.microsoft.com/office/drawing/2014/main" id="{F1514791-5CC6-4107-BDA7-294EEA5ABC07}"/>
                </a:ext>
              </a:extLst>
            </p:cNvPr>
            <p:cNvSpPr/>
            <p:nvPr/>
          </p:nvSpPr>
          <p:spPr>
            <a:xfrm>
              <a:off x="24595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0" name="타원 9579">
              <a:extLst>
                <a:ext uri="{FF2B5EF4-FFF2-40B4-BE49-F238E27FC236}">
                  <a16:creationId xmlns:a16="http://schemas.microsoft.com/office/drawing/2014/main" id="{F312B87E-B257-47D7-82CD-AFC5358191CD}"/>
                </a:ext>
              </a:extLst>
            </p:cNvPr>
            <p:cNvSpPr/>
            <p:nvPr/>
          </p:nvSpPr>
          <p:spPr>
            <a:xfrm>
              <a:off x="26119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1" name="타원 9580">
              <a:extLst>
                <a:ext uri="{FF2B5EF4-FFF2-40B4-BE49-F238E27FC236}">
                  <a16:creationId xmlns:a16="http://schemas.microsoft.com/office/drawing/2014/main" id="{C85E17B7-EE84-4534-B2B2-A90ACF77DF7C}"/>
                </a:ext>
              </a:extLst>
            </p:cNvPr>
            <p:cNvSpPr/>
            <p:nvPr/>
          </p:nvSpPr>
          <p:spPr>
            <a:xfrm>
              <a:off x="27643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2" name="타원 9581">
              <a:extLst>
                <a:ext uri="{FF2B5EF4-FFF2-40B4-BE49-F238E27FC236}">
                  <a16:creationId xmlns:a16="http://schemas.microsoft.com/office/drawing/2014/main" id="{16970F03-D4BA-45D2-9907-C453825FF3D9}"/>
                </a:ext>
              </a:extLst>
            </p:cNvPr>
            <p:cNvSpPr/>
            <p:nvPr/>
          </p:nvSpPr>
          <p:spPr>
            <a:xfrm>
              <a:off x="29167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3" name="타원 9582">
              <a:extLst>
                <a:ext uri="{FF2B5EF4-FFF2-40B4-BE49-F238E27FC236}">
                  <a16:creationId xmlns:a16="http://schemas.microsoft.com/office/drawing/2014/main" id="{85A272CF-F627-468E-9CF2-C32C0B7DC24F}"/>
                </a:ext>
              </a:extLst>
            </p:cNvPr>
            <p:cNvSpPr/>
            <p:nvPr/>
          </p:nvSpPr>
          <p:spPr>
            <a:xfrm>
              <a:off x="30691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4" name="타원 9583">
              <a:extLst>
                <a:ext uri="{FF2B5EF4-FFF2-40B4-BE49-F238E27FC236}">
                  <a16:creationId xmlns:a16="http://schemas.microsoft.com/office/drawing/2014/main" id="{34E7E0EA-3179-4A19-8444-440F6A708EC4}"/>
                </a:ext>
              </a:extLst>
            </p:cNvPr>
            <p:cNvSpPr/>
            <p:nvPr/>
          </p:nvSpPr>
          <p:spPr>
            <a:xfrm>
              <a:off x="32215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5" name="타원 9584">
              <a:extLst>
                <a:ext uri="{FF2B5EF4-FFF2-40B4-BE49-F238E27FC236}">
                  <a16:creationId xmlns:a16="http://schemas.microsoft.com/office/drawing/2014/main" id="{531861DC-C9A4-4D6E-9968-EEB3557DCB84}"/>
                </a:ext>
              </a:extLst>
            </p:cNvPr>
            <p:cNvSpPr/>
            <p:nvPr/>
          </p:nvSpPr>
          <p:spPr>
            <a:xfrm>
              <a:off x="33739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6" name="타원 9585">
              <a:extLst>
                <a:ext uri="{FF2B5EF4-FFF2-40B4-BE49-F238E27FC236}">
                  <a16:creationId xmlns:a16="http://schemas.microsoft.com/office/drawing/2014/main" id="{C2A5E929-B3AB-4EFD-9C75-DCE23048054F}"/>
                </a:ext>
              </a:extLst>
            </p:cNvPr>
            <p:cNvSpPr/>
            <p:nvPr/>
          </p:nvSpPr>
          <p:spPr>
            <a:xfrm>
              <a:off x="35263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7" name="타원 9586">
              <a:extLst>
                <a:ext uri="{FF2B5EF4-FFF2-40B4-BE49-F238E27FC236}">
                  <a16:creationId xmlns:a16="http://schemas.microsoft.com/office/drawing/2014/main" id="{C784155A-6489-483F-AF5C-565C1072A690}"/>
                </a:ext>
              </a:extLst>
            </p:cNvPr>
            <p:cNvSpPr/>
            <p:nvPr/>
          </p:nvSpPr>
          <p:spPr>
            <a:xfrm>
              <a:off x="36787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8" name="타원 9587">
              <a:extLst>
                <a:ext uri="{FF2B5EF4-FFF2-40B4-BE49-F238E27FC236}">
                  <a16:creationId xmlns:a16="http://schemas.microsoft.com/office/drawing/2014/main" id="{2E74D515-2B2F-406D-A8C5-9B6157BA2F36}"/>
                </a:ext>
              </a:extLst>
            </p:cNvPr>
            <p:cNvSpPr/>
            <p:nvPr/>
          </p:nvSpPr>
          <p:spPr>
            <a:xfrm>
              <a:off x="38311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89" name="타원 9588">
              <a:extLst>
                <a:ext uri="{FF2B5EF4-FFF2-40B4-BE49-F238E27FC236}">
                  <a16:creationId xmlns:a16="http://schemas.microsoft.com/office/drawing/2014/main" id="{348AAC16-C7DA-4BCA-8102-1C1AB0013613}"/>
                </a:ext>
              </a:extLst>
            </p:cNvPr>
            <p:cNvSpPr/>
            <p:nvPr/>
          </p:nvSpPr>
          <p:spPr>
            <a:xfrm>
              <a:off x="39835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0" name="타원 9589">
              <a:extLst>
                <a:ext uri="{FF2B5EF4-FFF2-40B4-BE49-F238E27FC236}">
                  <a16:creationId xmlns:a16="http://schemas.microsoft.com/office/drawing/2014/main" id="{8AA1EACB-E981-4A4F-A2DE-CBC9E2231495}"/>
                </a:ext>
              </a:extLst>
            </p:cNvPr>
            <p:cNvSpPr/>
            <p:nvPr/>
          </p:nvSpPr>
          <p:spPr>
            <a:xfrm>
              <a:off x="41359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1" name="타원 9590">
              <a:extLst>
                <a:ext uri="{FF2B5EF4-FFF2-40B4-BE49-F238E27FC236}">
                  <a16:creationId xmlns:a16="http://schemas.microsoft.com/office/drawing/2014/main" id="{3DD063B2-AABD-49BF-9860-57B896891C47}"/>
                </a:ext>
              </a:extLst>
            </p:cNvPr>
            <p:cNvSpPr/>
            <p:nvPr/>
          </p:nvSpPr>
          <p:spPr>
            <a:xfrm>
              <a:off x="42883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2" name="타원 9591">
              <a:extLst>
                <a:ext uri="{FF2B5EF4-FFF2-40B4-BE49-F238E27FC236}">
                  <a16:creationId xmlns:a16="http://schemas.microsoft.com/office/drawing/2014/main" id="{51A6654C-9A9B-4A3A-821C-0D436EA63C47}"/>
                </a:ext>
              </a:extLst>
            </p:cNvPr>
            <p:cNvSpPr/>
            <p:nvPr/>
          </p:nvSpPr>
          <p:spPr>
            <a:xfrm>
              <a:off x="44407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3" name="타원 9592">
              <a:extLst>
                <a:ext uri="{FF2B5EF4-FFF2-40B4-BE49-F238E27FC236}">
                  <a16:creationId xmlns:a16="http://schemas.microsoft.com/office/drawing/2014/main" id="{6C47D9E2-7AB2-446C-B06A-9F5AA5AA17B1}"/>
                </a:ext>
              </a:extLst>
            </p:cNvPr>
            <p:cNvSpPr/>
            <p:nvPr/>
          </p:nvSpPr>
          <p:spPr>
            <a:xfrm>
              <a:off x="45931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4" name="타원 9593">
              <a:extLst>
                <a:ext uri="{FF2B5EF4-FFF2-40B4-BE49-F238E27FC236}">
                  <a16:creationId xmlns:a16="http://schemas.microsoft.com/office/drawing/2014/main" id="{C5724007-E5C8-4414-8D29-5790FEE0A30F}"/>
                </a:ext>
              </a:extLst>
            </p:cNvPr>
            <p:cNvSpPr/>
            <p:nvPr/>
          </p:nvSpPr>
          <p:spPr>
            <a:xfrm>
              <a:off x="47455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5" name="타원 9594">
              <a:extLst>
                <a:ext uri="{FF2B5EF4-FFF2-40B4-BE49-F238E27FC236}">
                  <a16:creationId xmlns:a16="http://schemas.microsoft.com/office/drawing/2014/main" id="{E6A0DEA1-5854-4E24-8CC8-8BD372CB5F0C}"/>
                </a:ext>
              </a:extLst>
            </p:cNvPr>
            <p:cNvSpPr/>
            <p:nvPr/>
          </p:nvSpPr>
          <p:spPr>
            <a:xfrm>
              <a:off x="48979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6" name="타원 9595">
              <a:extLst>
                <a:ext uri="{FF2B5EF4-FFF2-40B4-BE49-F238E27FC236}">
                  <a16:creationId xmlns:a16="http://schemas.microsoft.com/office/drawing/2014/main" id="{0F09A7B3-29B5-4FEC-BF56-E2A75C975C40}"/>
                </a:ext>
              </a:extLst>
            </p:cNvPr>
            <p:cNvSpPr/>
            <p:nvPr/>
          </p:nvSpPr>
          <p:spPr>
            <a:xfrm>
              <a:off x="50503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7" name="타원 9596">
              <a:extLst>
                <a:ext uri="{FF2B5EF4-FFF2-40B4-BE49-F238E27FC236}">
                  <a16:creationId xmlns:a16="http://schemas.microsoft.com/office/drawing/2014/main" id="{8BFD20F1-0837-4539-98C6-8AE10D90B6D6}"/>
                </a:ext>
              </a:extLst>
            </p:cNvPr>
            <p:cNvSpPr/>
            <p:nvPr/>
          </p:nvSpPr>
          <p:spPr>
            <a:xfrm>
              <a:off x="52027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8" name="타원 9597">
              <a:extLst>
                <a:ext uri="{FF2B5EF4-FFF2-40B4-BE49-F238E27FC236}">
                  <a16:creationId xmlns:a16="http://schemas.microsoft.com/office/drawing/2014/main" id="{4D65E82E-9B7D-49EE-9312-3C1F58E369D3}"/>
                </a:ext>
              </a:extLst>
            </p:cNvPr>
            <p:cNvSpPr/>
            <p:nvPr/>
          </p:nvSpPr>
          <p:spPr>
            <a:xfrm>
              <a:off x="53551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99" name="타원 9598">
              <a:extLst>
                <a:ext uri="{FF2B5EF4-FFF2-40B4-BE49-F238E27FC236}">
                  <a16:creationId xmlns:a16="http://schemas.microsoft.com/office/drawing/2014/main" id="{AFE8B601-404C-4B88-A6BB-784A0CE0C46C}"/>
                </a:ext>
              </a:extLst>
            </p:cNvPr>
            <p:cNvSpPr/>
            <p:nvPr/>
          </p:nvSpPr>
          <p:spPr>
            <a:xfrm>
              <a:off x="55075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0" name="타원 9599">
              <a:extLst>
                <a:ext uri="{FF2B5EF4-FFF2-40B4-BE49-F238E27FC236}">
                  <a16:creationId xmlns:a16="http://schemas.microsoft.com/office/drawing/2014/main" id="{419C15FA-DA12-413E-A1CE-6DBDB09E07EE}"/>
                </a:ext>
              </a:extLst>
            </p:cNvPr>
            <p:cNvSpPr/>
            <p:nvPr/>
          </p:nvSpPr>
          <p:spPr>
            <a:xfrm>
              <a:off x="56599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1" name="타원 9600">
              <a:extLst>
                <a:ext uri="{FF2B5EF4-FFF2-40B4-BE49-F238E27FC236}">
                  <a16:creationId xmlns:a16="http://schemas.microsoft.com/office/drawing/2014/main" id="{534D76FB-B895-46FA-BEA0-98FDE14B5BED}"/>
                </a:ext>
              </a:extLst>
            </p:cNvPr>
            <p:cNvSpPr/>
            <p:nvPr/>
          </p:nvSpPr>
          <p:spPr>
            <a:xfrm>
              <a:off x="5812349" y="4567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2" name="타원 9601">
              <a:extLst>
                <a:ext uri="{FF2B5EF4-FFF2-40B4-BE49-F238E27FC236}">
                  <a16:creationId xmlns:a16="http://schemas.microsoft.com/office/drawing/2014/main" id="{730EB6A5-F032-40F8-BF85-DB40575DFC2B}"/>
                </a:ext>
              </a:extLst>
            </p:cNvPr>
            <p:cNvSpPr/>
            <p:nvPr/>
          </p:nvSpPr>
          <p:spPr>
            <a:xfrm>
              <a:off x="3259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3" name="타원 9602">
              <a:extLst>
                <a:ext uri="{FF2B5EF4-FFF2-40B4-BE49-F238E27FC236}">
                  <a16:creationId xmlns:a16="http://schemas.microsoft.com/office/drawing/2014/main" id="{5FFAAE2A-6444-40AB-B212-17E8747B5D2A}"/>
                </a:ext>
              </a:extLst>
            </p:cNvPr>
            <p:cNvSpPr/>
            <p:nvPr/>
          </p:nvSpPr>
          <p:spPr>
            <a:xfrm>
              <a:off x="4783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4" name="타원 9603">
              <a:extLst>
                <a:ext uri="{FF2B5EF4-FFF2-40B4-BE49-F238E27FC236}">
                  <a16:creationId xmlns:a16="http://schemas.microsoft.com/office/drawing/2014/main" id="{184123B9-1FBE-407B-9322-7FFDD35737D0}"/>
                </a:ext>
              </a:extLst>
            </p:cNvPr>
            <p:cNvSpPr/>
            <p:nvPr/>
          </p:nvSpPr>
          <p:spPr>
            <a:xfrm>
              <a:off x="6307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5" name="타원 9604">
              <a:extLst>
                <a:ext uri="{FF2B5EF4-FFF2-40B4-BE49-F238E27FC236}">
                  <a16:creationId xmlns:a16="http://schemas.microsoft.com/office/drawing/2014/main" id="{FDB1307A-AD2C-4751-8A5C-144C816AFDCD}"/>
                </a:ext>
              </a:extLst>
            </p:cNvPr>
            <p:cNvSpPr/>
            <p:nvPr/>
          </p:nvSpPr>
          <p:spPr>
            <a:xfrm>
              <a:off x="7831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6" name="타원 9605">
              <a:extLst>
                <a:ext uri="{FF2B5EF4-FFF2-40B4-BE49-F238E27FC236}">
                  <a16:creationId xmlns:a16="http://schemas.microsoft.com/office/drawing/2014/main" id="{EC9684EE-C7E1-4305-9E3D-BD3BADDA8CB7}"/>
                </a:ext>
              </a:extLst>
            </p:cNvPr>
            <p:cNvSpPr/>
            <p:nvPr/>
          </p:nvSpPr>
          <p:spPr>
            <a:xfrm>
              <a:off x="9355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7" name="타원 9606">
              <a:extLst>
                <a:ext uri="{FF2B5EF4-FFF2-40B4-BE49-F238E27FC236}">
                  <a16:creationId xmlns:a16="http://schemas.microsoft.com/office/drawing/2014/main" id="{C2084FF7-552B-4F74-913D-07969CD2A55F}"/>
                </a:ext>
              </a:extLst>
            </p:cNvPr>
            <p:cNvSpPr/>
            <p:nvPr/>
          </p:nvSpPr>
          <p:spPr>
            <a:xfrm>
              <a:off x="10879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8" name="타원 9607">
              <a:extLst>
                <a:ext uri="{FF2B5EF4-FFF2-40B4-BE49-F238E27FC236}">
                  <a16:creationId xmlns:a16="http://schemas.microsoft.com/office/drawing/2014/main" id="{2C9DB867-3A20-4EEB-B23A-B45D2D1B4267}"/>
                </a:ext>
              </a:extLst>
            </p:cNvPr>
            <p:cNvSpPr/>
            <p:nvPr/>
          </p:nvSpPr>
          <p:spPr>
            <a:xfrm>
              <a:off x="12403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09" name="타원 9608">
              <a:extLst>
                <a:ext uri="{FF2B5EF4-FFF2-40B4-BE49-F238E27FC236}">
                  <a16:creationId xmlns:a16="http://schemas.microsoft.com/office/drawing/2014/main" id="{20E20E5C-612F-478A-A8BC-EA2387AD15B6}"/>
                </a:ext>
              </a:extLst>
            </p:cNvPr>
            <p:cNvSpPr/>
            <p:nvPr/>
          </p:nvSpPr>
          <p:spPr>
            <a:xfrm>
              <a:off x="13927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0" name="타원 9609">
              <a:extLst>
                <a:ext uri="{FF2B5EF4-FFF2-40B4-BE49-F238E27FC236}">
                  <a16:creationId xmlns:a16="http://schemas.microsoft.com/office/drawing/2014/main" id="{76ADC8E5-1D1D-48FC-AA9D-95652254FA94}"/>
                </a:ext>
              </a:extLst>
            </p:cNvPr>
            <p:cNvSpPr/>
            <p:nvPr/>
          </p:nvSpPr>
          <p:spPr>
            <a:xfrm>
              <a:off x="15451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1" name="타원 9610">
              <a:extLst>
                <a:ext uri="{FF2B5EF4-FFF2-40B4-BE49-F238E27FC236}">
                  <a16:creationId xmlns:a16="http://schemas.microsoft.com/office/drawing/2014/main" id="{E95D60FD-28F8-4A19-976F-09229FF41292}"/>
                </a:ext>
              </a:extLst>
            </p:cNvPr>
            <p:cNvSpPr/>
            <p:nvPr/>
          </p:nvSpPr>
          <p:spPr>
            <a:xfrm>
              <a:off x="16975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2" name="타원 9611">
              <a:extLst>
                <a:ext uri="{FF2B5EF4-FFF2-40B4-BE49-F238E27FC236}">
                  <a16:creationId xmlns:a16="http://schemas.microsoft.com/office/drawing/2014/main" id="{F0991CCB-5DAA-46E5-8CD9-6BC6ECA5BB9D}"/>
                </a:ext>
              </a:extLst>
            </p:cNvPr>
            <p:cNvSpPr/>
            <p:nvPr/>
          </p:nvSpPr>
          <p:spPr>
            <a:xfrm>
              <a:off x="18499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3" name="타원 9612">
              <a:extLst>
                <a:ext uri="{FF2B5EF4-FFF2-40B4-BE49-F238E27FC236}">
                  <a16:creationId xmlns:a16="http://schemas.microsoft.com/office/drawing/2014/main" id="{F992ACDE-E302-4EAC-ABD8-9AA10E89E64D}"/>
                </a:ext>
              </a:extLst>
            </p:cNvPr>
            <p:cNvSpPr/>
            <p:nvPr/>
          </p:nvSpPr>
          <p:spPr>
            <a:xfrm>
              <a:off x="20023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4" name="타원 9613">
              <a:extLst>
                <a:ext uri="{FF2B5EF4-FFF2-40B4-BE49-F238E27FC236}">
                  <a16:creationId xmlns:a16="http://schemas.microsoft.com/office/drawing/2014/main" id="{066C6F65-30DF-4D21-AF9B-0AF79160439F}"/>
                </a:ext>
              </a:extLst>
            </p:cNvPr>
            <p:cNvSpPr/>
            <p:nvPr/>
          </p:nvSpPr>
          <p:spPr>
            <a:xfrm>
              <a:off x="21547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5" name="타원 9614">
              <a:extLst>
                <a:ext uri="{FF2B5EF4-FFF2-40B4-BE49-F238E27FC236}">
                  <a16:creationId xmlns:a16="http://schemas.microsoft.com/office/drawing/2014/main" id="{12B356E5-636D-4FFB-A418-0E0729FC75FB}"/>
                </a:ext>
              </a:extLst>
            </p:cNvPr>
            <p:cNvSpPr/>
            <p:nvPr/>
          </p:nvSpPr>
          <p:spPr>
            <a:xfrm>
              <a:off x="23071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6" name="타원 9615">
              <a:extLst>
                <a:ext uri="{FF2B5EF4-FFF2-40B4-BE49-F238E27FC236}">
                  <a16:creationId xmlns:a16="http://schemas.microsoft.com/office/drawing/2014/main" id="{BDBA5D72-CFBD-4989-9439-249D9A81E083}"/>
                </a:ext>
              </a:extLst>
            </p:cNvPr>
            <p:cNvSpPr/>
            <p:nvPr/>
          </p:nvSpPr>
          <p:spPr>
            <a:xfrm>
              <a:off x="24595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7" name="타원 9616">
              <a:extLst>
                <a:ext uri="{FF2B5EF4-FFF2-40B4-BE49-F238E27FC236}">
                  <a16:creationId xmlns:a16="http://schemas.microsoft.com/office/drawing/2014/main" id="{04CFE36E-4749-4DA0-B746-897058D37ED9}"/>
                </a:ext>
              </a:extLst>
            </p:cNvPr>
            <p:cNvSpPr/>
            <p:nvPr/>
          </p:nvSpPr>
          <p:spPr>
            <a:xfrm>
              <a:off x="26119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8" name="타원 9617">
              <a:extLst>
                <a:ext uri="{FF2B5EF4-FFF2-40B4-BE49-F238E27FC236}">
                  <a16:creationId xmlns:a16="http://schemas.microsoft.com/office/drawing/2014/main" id="{678838DF-E0F8-4FC9-848B-41BD94D197FE}"/>
                </a:ext>
              </a:extLst>
            </p:cNvPr>
            <p:cNvSpPr/>
            <p:nvPr/>
          </p:nvSpPr>
          <p:spPr>
            <a:xfrm>
              <a:off x="27643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19" name="타원 9618">
              <a:extLst>
                <a:ext uri="{FF2B5EF4-FFF2-40B4-BE49-F238E27FC236}">
                  <a16:creationId xmlns:a16="http://schemas.microsoft.com/office/drawing/2014/main" id="{113F3D24-C5F5-4217-9C3E-FA927B0BB690}"/>
                </a:ext>
              </a:extLst>
            </p:cNvPr>
            <p:cNvSpPr/>
            <p:nvPr/>
          </p:nvSpPr>
          <p:spPr>
            <a:xfrm>
              <a:off x="29167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0" name="타원 9619">
              <a:extLst>
                <a:ext uri="{FF2B5EF4-FFF2-40B4-BE49-F238E27FC236}">
                  <a16:creationId xmlns:a16="http://schemas.microsoft.com/office/drawing/2014/main" id="{FB8BF972-74DD-47F2-93F8-045D0D883012}"/>
                </a:ext>
              </a:extLst>
            </p:cNvPr>
            <p:cNvSpPr/>
            <p:nvPr/>
          </p:nvSpPr>
          <p:spPr>
            <a:xfrm>
              <a:off x="30691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1" name="타원 9620">
              <a:extLst>
                <a:ext uri="{FF2B5EF4-FFF2-40B4-BE49-F238E27FC236}">
                  <a16:creationId xmlns:a16="http://schemas.microsoft.com/office/drawing/2014/main" id="{08C9C936-FEF5-4E34-8284-F354AC0D9703}"/>
                </a:ext>
              </a:extLst>
            </p:cNvPr>
            <p:cNvSpPr/>
            <p:nvPr/>
          </p:nvSpPr>
          <p:spPr>
            <a:xfrm>
              <a:off x="32215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2" name="타원 9621">
              <a:extLst>
                <a:ext uri="{FF2B5EF4-FFF2-40B4-BE49-F238E27FC236}">
                  <a16:creationId xmlns:a16="http://schemas.microsoft.com/office/drawing/2014/main" id="{186DBBAD-1F60-40BD-995B-881063B40A6A}"/>
                </a:ext>
              </a:extLst>
            </p:cNvPr>
            <p:cNvSpPr/>
            <p:nvPr/>
          </p:nvSpPr>
          <p:spPr>
            <a:xfrm>
              <a:off x="33739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3" name="타원 9622">
              <a:extLst>
                <a:ext uri="{FF2B5EF4-FFF2-40B4-BE49-F238E27FC236}">
                  <a16:creationId xmlns:a16="http://schemas.microsoft.com/office/drawing/2014/main" id="{EBE60923-7A50-4413-9CE7-A7487FD85E56}"/>
                </a:ext>
              </a:extLst>
            </p:cNvPr>
            <p:cNvSpPr/>
            <p:nvPr/>
          </p:nvSpPr>
          <p:spPr>
            <a:xfrm>
              <a:off x="35263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4" name="타원 9623">
              <a:extLst>
                <a:ext uri="{FF2B5EF4-FFF2-40B4-BE49-F238E27FC236}">
                  <a16:creationId xmlns:a16="http://schemas.microsoft.com/office/drawing/2014/main" id="{DAF816D0-459F-4F41-92FF-46E3A17898B1}"/>
                </a:ext>
              </a:extLst>
            </p:cNvPr>
            <p:cNvSpPr/>
            <p:nvPr/>
          </p:nvSpPr>
          <p:spPr>
            <a:xfrm>
              <a:off x="36787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5" name="타원 9624">
              <a:extLst>
                <a:ext uri="{FF2B5EF4-FFF2-40B4-BE49-F238E27FC236}">
                  <a16:creationId xmlns:a16="http://schemas.microsoft.com/office/drawing/2014/main" id="{4013AE1C-BEF5-4F29-98FE-B1C1C51992FC}"/>
                </a:ext>
              </a:extLst>
            </p:cNvPr>
            <p:cNvSpPr/>
            <p:nvPr/>
          </p:nvSpPr>
          <p:spPr>
            <a:xfrm>
              <a:off x="38311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6" name="타원 9625">
              <a:extLst>
                <a:ext uri="{FF2B5EF4-FFF2-40B4-BE49-F238E27FC236}">
                  <a16:creationId xmlns:a16="http://schemas.microsoft.com/office/drawing/2014/main" id="{74B8A341-5865-4272-A9D5-4A8C951EE15A}"/>
                </a:ext>
              </a:extLst>
            </p:cNvPr>
            <p:cNvSpPr/>
            <p:nvPr/>
          </p:nvSpPr>
          <p:spPr>
            <a:xfrm>
              <a:off x="39835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7" name="타원 9626">
              <a:extLst>
                <a:ext uri="{FF2B5EF4-FFF2-40B4-BE49-F238E27FC236}">
                  <a16:creationId xmlns:a16="http://schemas.microsoft.com/office/drawing/2014/main" id="{4F1B1B26-956A-47A9-B546-1595399D42D6}"/>
                </a:ext>
              </a:extLst>
            </p:cNvPr>
            <p:cNvSpPr/>
            <p:nvPr/>
          </p:nvSpPr>
          <p:spPr>
            <a:xfrm>
              <a:off x="41359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8" name="타원 9627">
              <a:extLst>
                <a:ext uri="{FF2B5EF4-FFF2-40B4-BE49-F238E27FC236}">
                  <a16:creationId xmlns:a16="http://schemas.microsoft.com/office/drawing/2014/main" id="{6E4B7C44-D88C-47AC-8FC4-7FEAD6F726A6}"/>
                </a:ext>
              </a:extLst>
            </p:cNvPr>
            <p:cNvSpPr/>
            <p:nvPr/>
          </p:nvSpPr>
          <p:spPr>
            <a:xfrm>
              <a:off x="42883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29" name="타원 9628">
              <a:extLst>
                <a:ext uri="{FF2B5EF4-FFF2-40B4-BE49-F238E27FC236}">
                  <a16:creationId xmlns:a16="http://schemas.microsoft.com/office/drawing/2014/main" id="{32878A86-C581-4732-8FD7-087809FD4A46}"/>
                </a:ext>
              </a:extLst>
            </p:cNvPr>
            <p:cNvSpPr/>
            <p:nvPr/>
          </p:nvSpPr>
          <p:spPr>
            <a:xfrm>
              <a:off x="44407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0" name="타원 9629">
              <a:extLst>
                <a:ext uri="{FF2B5EF4-FFF2-40B4-BE49-F238E27FC236}">
                  <a16:creationId xmlns:a16="http://schemas.microsoft.com/office/drawing/2014/main" id="{88FB6299-9890-4F28-95F8-93BF0906901B}"/>
                </a:ext>
              </a:extLst>
            </p:cNvPr>
            <p:cNvSpPr/>
            <p:nvPr/>
          </p:nvSpPr>
          <p:spPr>
            <a:xfrm>
              <a:off x="45931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1" name="타원 9630">
              <a:extLst>
                <a:ext uri="{FF2B5EF4-FFF2-40B4-BE49-F238E27FC236}">
                  <a16:creationId xmlns:a16="http://schemas.microsoft.com/office/drawing/2014/main" id="{A24242EC-B48A-468B-90C6-016F15AB638E}"/>
                </a:ext>
              </a:extLst>
            </p:cNvPr>
            <p:cNvSpPr/>
            <p:nvPr/>
          </p:nvSpPr>
          <p:spPr>
            <a:xfrm>
              <a:off x="47455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2" name="타원 9631">
              <a:extLst>
                <a:ext uri="{FF2B5EF4-FFF2-40B4-BE49-F238E27FC236}">
                  <a16:creationId xmlns:a16="http://schemas.microsoft.com/office/drawing/2014/main" id="{5E93921E-C63C-455B-AC3E-71DDD53F5D92}"/>
                </a:ext>
              </a:extLst>
            </p:cNvPr>
            <p:cNvSpPr/>
            <p:nvPr/>
          </p:nvSpPr>
          <p:spPr>
            <a:xfrm>
              <a:off x="48979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3" name="타원 9632">
              <a:extLst>
                <a:ext uri="{FF2B5EF4-FFF2-40B4-BE49-F238E27FC236}">
                  <a16:creationId xmlns:a16="http://schemas.microsoft.com/office/drawing/2014/main" id="{A7CF653D-315C-4206-BD1C-A793A1BD9BDF}"/>
                </a:ext>
              </a:extLst>
            </p:cNvPr>
            <p:cNvSpPr/>
            <p:nvPr/>
          </p:nvSpPr>
          <p:spPr>
            <a:xfrm>
              <a:off x="50503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4" name="타원 9633">
              <a:extLst>
                <a:ext uri="{FF2B5EF4-FFF2-40B4-BE49-F238E27FC236}">
                  <a16:creationId xmlns:a16="http://schemas.microsoft.com/office/drawing/2014/main" id="{C3676AC8-4872-49DB-A475-5167A67BD6A8}"/>
                </a:ext>
              </a:extLst>
            </p:cNvPr>
            <p:cNvSpPr/>
            <p:nvPr/>
          </p:nvSpPr>
          <p:spPr>
            <a:xfrm>
              <a:off x="52027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5" name="타원 9634">
              <a:extLst>
                <a:ext uri="{FF2B5EF4-FFF2-40B4-BE49-F238E27FC236}">
                  <a16:creationId xmlns:a16="http://schemas.microsoft.com/office/drawing/2014/main" id="{D44A5509-A871-4A5F-89F0-0705AAAB1A4E}"/>
                </a:ext>
              </a:extLst>
            </p:cNvPr>
            <p:cNvSpPr/>
            <p:nvPr/>
          </p:nvSpPr>
          <p:spPr>
            <a:xfrm>
              <a:off x="53551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6" name="타원 9635">
              <a:extLst>
                <a:ext uri="{FF2B5EF4-FFF2-40B4-BE49-F238E27FC236}">
                  <a16:creationId xmlns:a16="http://schemas.microsoft.com/office/drawing/2014/main" id="{E5AA1764-E4D3-42DE-8E1C-67D76BE1AFE9}"/>
                </a:ext>
              </a:extLst>
            </p:cNvPr>
            <p:cNvSpPr/>
            <p:nvPr/>
          </p:nvSpPr>
          <p:spPr>
            <a:xfrm>
              <a:off x="55075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7" name="타원 9636">
              <a:extLst>
                <a:ext uri="{FF2B5EF4-FFF2-40B4-BE49-F238E27FC236}">
                  <a16:creationId xmlns:a16="http://schemas.microsoft.com/office/drawing/2014/main" id="{5EC520A2-69CC-49C6-8C0E-9E4562D28158}"/>
                </a:ext>
              </a:extLst>
            </p:cNvPr>
            <p:cNvSpPr/>
            <p:nvPr/>
          </p:nvSpPr>
          <p:spPr>
            <a:xfrm>
              <a:off x="56599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8" name="타원 9637">
              <a:extLst>
                <a:ext uri="{FF2B5EF4-FFF2-40B4-BE49-F238E27FC236}">
                  <a16:creationId xmlns:a16="http://schemas.microsoft.com/office/drawing/2014/main" id="{6E98175B-7F12-44C7-91C9-FEF78AC5A4CF}"/>
                </a:ext>
              </a:extLst>
            </p:cNvPr>
            <p:cNvSpPr/>
            <p:nvPr/>
          </p:nvSpPr>
          <p:spPr>
            <a:xfrm>
              <a:off x="5812349" y="4720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39" name="타원 9638">
              <a:extLst>
                <a:ext uri="{FF2B5EF4-FFF2-40B4-BE49-F238E27FC236}">
                  <a16:creationId xmlns:a16="http://schemas.microsoft.com/office/drawing/2014/main" id="{BBF956EF-65F9-4CA3-AB54-3C554ACDA487}"/>
                </a:ext>
              </a:extLst>
            </p:cNvPr>
            <p:cNvSpPr/>
            <p:nvPr/>
          </p:nvSpPr>
          <p:spPr>
            <a:xfrm>
              <a:off x="3259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0" name="타원 9639">
              <a:extLst>
                <a:ext uri="{FF2B5EF4-FFF2-40B4-BE49-F238E27FC236}">
                  <a16:creationId xmlns:a16="http://schemas.microsoft.com/office/drawing/2014/main" id="{A0EF2163-169E-4689-BE05-5608057A9178}"/>
                </a:ext>
              </a:extLst>
            </p:cNvPr>
            <p:cNvSpPr/>
            <p:nvPr/>
          </p:nvSpPr>
          <p:spPr>
            <a:xfrm>
              <a:off x="4783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1" name="타원 9640">
              <a:extLst>
                <a:ext uri="{FF2B5EF4-FFF2-40B4-BE49-F238E27FC236}">
                  <a16:creationId xmlns:a16="http://schemas.microsoft.com/office/drawing/2014/main" id="{F6D6F46C-45C3-46A5-95B6-23481027B506}"/>
                </a:ext>
              </a:extLst>
            </p:cNvPr>
            <p:cNvSpPr/>
            <p:nvPr/>
          </p:nvSpPr>
          <p:spPr>
            <a:xfrm>
              <a:off x="6307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2" name="타원 9641">
              <a:extLst>
                <a:ext uri="{FF2B5EF4-FFF2-40B4-BE49-F238E27FC236}">
                  <a16:creationId xmlns:a16="http://schemas.microsoft.com/office/drawing/2014/main" id="{2C602681-6372-4365-A138-29854FA405A9}"/>
                </a:ext>
              </a:extLst>
            </p:cNvPr>
            <p:cNvSpPr/>
            <p:nvPr/>
          </p:nvSpPr>
          <p:spPr>
            <a:xfrm>
              <a:off x="7831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3" name="타원 9642">
              <a:extLst>
                <a:ext uri="{FF2B5EF4-FFF2-40B4-BE49-F238E27FC236}">
                  <a16:creationId xmlns:a16="http://schemas.microsoft.com/office/drawing/2014/main" id="{B07834F2-07E4-417A-893D-4AC571FDA3D5}"/>
                </a:ext>
              </a:extLst>
            </p:cNvPr>
            <p:cNvSpPr/>
            <p:nvPr/>
          </p:nvSpPr>
          <p:spPr>
            <a:xfrm>
              <a:off x="9355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4" name="타원 9643">
              <a:extLst>
                <a:ext uri="{FF2B5EF4-FFF2-40B4-BE49-F238E27FC236}">
                  <a16:creationId xmlns:a16="http://schemas.microsoft.com/office/drawing/2014/main" id="{8984831A-9C25-4185-83B2-F99D337FA1E4}"/>
                </a:ext>
              </a:extLst>
            </p:cNvPr>
            <p:cNvSpPr/>
            <p:nvPr/>
          </p:nvSpPr>
          <p:spPr>
            <a:xfrm>
              <a:off x="10879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5" name="타원 9644">
              <a:extLst>
                <a:ext uri="{FF2B5EF4-FFF2-40B4-BE49-F238E27FC236}">
                  <a16:creationId xmlns:a16="http://schemas.microsoft.com/office/drawing/2014/main" id="{569ADB69-1C23-49DF-9D55-F139F0DB55EA}"/>
                </a:ext>
              </a:extLst>
            </p:cNvPr>
            <p:cNvSpPr/>
            <p:nvPr/>
          </p:nvSpPr>
          <p:spPr>
            <a:xfrm>
              <a:off x="12403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6" name="타원 9645">
              <a:extLst>
                <a:ext uri="{FF2B5EF4-FFF2-40B4-BE49-F238E27FC236}">
                  <a16:creationId xmlns:a16="http://schemas.microsoft.com/office/drawing/2014/main" id="{7076F281-25A9-45A4-8BDF-6BEA32DAF2AC}"/>
                </a:ext>
              </a:extLst>
            </p:cNvPr>
            <p:cNvSpPr/>
            <p:nvPr/>
          </p:nvSpPr>
          <p:spPr>
            <a:xfrm>
              <a:off x="13927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7" name="타원 9646">
              <a:extLst>
                <a:ext uri="{FF2B5EF4-FFF2-40B4-BE49-F238E27FC236}">
                  <a16:creationId xmlns:a16="http://schemas.microsoft.com/office/drawing/2014/main" id="{171F03C4-1AAF-4163-96F4-FB18D7538E45}"/>
                </a:ext>
              </a:extLst>
            </p:cNvPr>
            <p:cNvSpPr/>
            <p:nvPr/>
          </p:nvSpPr>
          <p:spPr>
            <a:xfrm>
              <a:off x="15451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8" name="타원 9647">
              <a:extLst>
                <a:ext uri="{FF2B5EF4-FFF2-40B4-BE49-F238E27FC236}">
                  <a16:creationId xmlns:a16="http://schemas.microsoft.com/office/drawing/2014/main" id="{858E5CFC-A88A-4DE6-9690-7FCB1B698DC1}"/>
                </a:ext>
              </a:extLst>
            </p:cNvPr>
            <p:cNvSpPr/>
            <p:nvPr/>
          </p:nvSpPr>
          <p:spPr>
            <a:xfrm>
              <a:off x="16975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49" name="타원 9648">
              <a:extLst>
                <a:ext uri="{FF2B5EF4-FFF2-40B4-BE49-F238E27FC236}">
                  <a16:creationId xmlns:a16="http://schemas.microsoft.com/office/drawing/2014/main" id="{DBF1120D-82FA-4132-A5EB-5D4192F92DFC}"/>
                </a:ext>
              </a:extLst>
            </p:cNvPr>
            <p:cNvSpPr/>
            <p:nvPr/>
          </p:nvSpPr>
          <p:spPr>
            <a:xfrm>
              <a:off x="18499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0" name="타원 9649">
              <a:extLst>
                <a:ext uri="{FF2B5EF4-FFF2-40B4-BE49-F238E27FC236}">
                  <a16:creationId xmlns:a16="http://schemas.microsoft.com/office/drawing/2014/main" id="{665A29B7-8791-4891-A974-647B4D9B208A}"/>
                </a:ext>
              </a:extLst>
            </p:cNvPr>
            <p:cNvSpPr/>
            <p:nvPr/>
          </p:nvSpPr>
          <p:spPr>
            <a:xfrm>
              <a:off x="20023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1" name="타원 9650">
              <a:extLst>
                <a:ext uri="{FF2B5EF4-FFF2-40B4-BE49-F238E27FC236}">
                  <a16:creationId xmlns:a16="http://schemas.microsoft.com/office/drawing/2014/main" id="{942FBE65-4C95-4AC5-B09F-56E8573ECFA3}"/>
                </a:ext>
              </a:extLst>
            </p:cNvPr>
            <p:cNvSpPr/>
            <p:nvPr/>
          </p:nvSpPr>
          <p:spPr>
            <a:xfrm>
              <a:off x="21547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2" name="타원 9651">
              <a:extLst>
                <a:ext uri="{FF2B5EF4-FFF2-40B4-BE49-F238E27FC236}">
                  <a16:creationId xmlns:a16="http://schemas.microsoft.com/office/drawing/2014/main" id="{FBFB44F8-BF6E-4427-881C-4AE4C2143FD4}"/>
                </a:ext>
              </a:extLst>
            </p:cNvPr>
            <p:cNvSpPr/>
            <p:nvPr/>
          </p:nvSpPr>
          <p:spPr>
            <a:xfrm>
              <a:off x="23071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3" name="타원 9652">
              <a:extLst>
                <a:ext uri="{FF2B5EF4-FFF2-40B4-BE49-F238E27FC236}">
                  <a16:creationId xmlns:a16="http://schemas.microsoft.com/office/drawing/2014/main" id="{07C5118F-6A85-497C-84D3-4B3237D748A6}"/>
                </a:ext>
              </a:extLst>
            </p:cNvPr>
            <p:cNvSpPr/>
            <p:nvPr/>
          </p:nvSpPr>
          <p:spPr>
            <a:xfrm>
              <a:off x="24595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4" name="타원 9653">
              <a:extLst>
                <a:ext uri="{FF2B5EF4-FFF2-40B4-BE49-F238E27FC236}">
                  <a16:creationId xmlns:a16="http://schemas.microsoft.com/office/drawing/2014/main" id="{5D16B214-04A2-498E-8345-175DBA469DC0}"/>
                </a:ext>
              </a:extLst>
            </p:cNvPr>
            <p:cNvSpPr/>
            <p:nvPr/>
          </p:nvSpPr>
          <p:spPr>
            <a:xfrm>
              <a:off x="26119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5" name="타원 9654">
              <a:extLst>
                <a:ext uri="{FF2B5EF4-FFF2-40B4-BE49-F238E27FC236}">
                  <a16:creationId xmlns:a16="http://schemas.microsoft.com/office/drawing/2014/main" id="{F4640AB6-EF90-4D13-859C-B4BBB8C64CE8}"/>
                </a:ext>
              </a:extLst>
            </p:cNvPr>
            <p:cNvSpPr/>
            <p:nvPr/>
          </p:nvSpPr>
          <p:spPr>
            <a:xfrm>
              <a:off x="27643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6" name="타원 9655">
              <a:extLst>
                <a:ext uri="{FF2B5EF4-FFF2-40B4-BE49-F238E27FC236}">
                  <a16:creationId xmlns:a16="http://schemas.microsoft.com/office/drawing/2014/main" id="{9FA222F9-9064-462A-9DA3-77E9A90B8A71}"/>
                </a:ext>
              </a:extLst>
            </p:cNvPr>
            <p:cNvSpPr/>
            <p:nvPr/>
          </p:nvSpPr>
          <p:spPr>
            <a:xfrm>
              <a:off x="29167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7" name="타원 9656">
              <a:extLst>
                <a:ext uri="{FF2B5EF4-FFF2-40B4-BE49-F238E27FC236}">
                  <a16:creationId xmlns:a16="http://schemas.microsoft.com/office/drawing/2014/main" id="{F155507B-5F94-4F14-A70B-56DF844F7F14}"/>
                </a:ext>
              </a:extLst>
            </p:cNvPr>
            <p:cNvSpPr/>
            <p:nvPr/>
          </p:nvSpPr>
          <p:spPr>
            <a:xfrm>
              <a:off x="30691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8" name="타원 9657">
              <a:extLst>
                <a:ext uri="{FF2B5EF4-FFF2-40B4-BE49-F238E27FC236}">
                  <a16:creationId xmlns:a16="http://schemas.microsoft.com/office/drawing/2014/main" id="{007A8AEA-1211-4725-9B96-E6E0B86DAB08}"/>
                </a:ext>
              </a:extLst>
            </p:cNvPr>
            <p:cNvSpPr/>
            <p:nvPr/>
          </p:nvSpPr>
          <p:spPr>
            <a:xfrm>
              <a:off x="32215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59" name="타원 9658">
              <a:extLst>
                <a:ext uri="{FF2B5EF4-FFF2-40B4-BE49-F238E27FC236}">
                  <a16:creationId xmlns:a16="http://schemas.microsoft.com/office/drawing/2014/main" id="{DE356694-5288-4398-87E8-6DAFA93B1B3B}"/>
                </a:ext>
              </a:extLst>
            </p:cNvPr>
            <p:cNvSpPr/>
            <p:nvPr/>
          </p:nvSpPr>
          <p:spPr>
            <a:xfrm>
              <a:off x="33739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0" name="타원 9659">
              <a:extLst>
                <a:ext uri="{FF2B5EF4-FFF2-40B4-BE49-F238E27FC236}">
                  <a16:creationId xmlns:a16="http://schemas.microsoft.com/office/drawing/2014/main" id="{E53FB706-40AA-48D8-A831-11EE144D2A76}"/>
                </a:ext>
              </a:extLst>
            </p:cNvPr>
            <p:cNvSpPr/>
            <p:nvPr/>
          </p:nvSpPr>
          <p:spPr>
            <a:xfrm>
              <a:off x="35263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1" name="타원 9660">
              <a:extLst>
                <a:ext uri="{FF2B5EF4-FFF2-40B4-BE49-F238E27FC236}">
                  <a16:creationId xmlns:a16="http://schemas.microsoft.com/office/drawing/2014/main" id="{FF7EC56A-CF2E-439B-B1CC-6A0384DCC63E}"/>
                </a:ext>
              </a:extLst>
            </p:cNvPr>
            <p:cNvSpPr/>
            <p:nvPr/>
          </p:nvSpPr>
          <p:spPr>
            <a:xfrm>
              <a:off x="36787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2" name="타원 9661">
              <a:extLst>
                <a:ext uri="{FF2B5EF4-FFF2-40B4-BE49-F238E27FC236}">
                  <a16:creationId xmlns:a16="http://schemas.microsoft.com/office/drawing/2014/main" id="{2CE74C92-9CA6-49E3-93C8-838843D349BA}"/>
                </a:ext>
              </a:extLst>
            </p:cNvPr>
            <p:cNvSpPr/>
            <p:nvPr/>
          </p:nvSpPr>
          <p:spPr>
            <a:xfrm>
              <a:off x="38311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3" name="타원 9662">
              <a:extLst>
                <a:ext uri="{FF2B5EF4-FFF2-40B4-BE49-F238E27FC236}">
                  <a16:creationId xmlns:a16="http://schemas.microsoft.com/office/drawing/2014/main" id="{A8956E1B-23CE-4455-A289-1E76D43D6AF8}"/>
                </a:ext>
              </a:extLst>
            </p:cNvPr>
            <p:cNvSpPr/>
            <p:nvPr/>
          </p:nvSpPr>
          <p:spPr>
            <a:xfrm>
              <a:off x="39835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4" name="타원 9663">
              <a:extLst>
                <a:ext uri="{FF2B5EF4-FFF2-40B4-BE49-F238E27FC236}">
                  <a16:creationId xmlns:a16="http://schemas.microsoft.com/office/drawing/2014/main" id="{7F89C09D-3CB8-4016-8ED3-A5FC9E29A0D3}"/>
                </a:ext>
              </a:extLst>
            </p:cNvPr>
            <p:cNvSpPr/>
            <p:nvPr/>
          </p:nvSpPr>
          <p:spPr>
            <a:xfrm>
              <a:off x="41359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5" name="타원 9664">
              <a:extLst>
                <a:ext uri="{FF2B5EF4-FFF2-40B4-BE49-F238E27FC236}">
                  <a16:creationId xmlns:a16="http://schemas.microsoft.com/office/drawing/2014/main" id="{ED215CAF-3EAE-495C-83E0-8868CA2C3147}"/>
                </a:ext>
              </a:extLst>
            </p:cNvPr>
            <p:cNvSpPr/>
            <p:nvPr/>
          </p:nvSpPr>
          <p:spPr>
            <a:xfrm>
              <a:off x="42883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6" name="타원 9665">
              <a:extLst>
                <a:ext uri="{FF2B5EF4-FFF2-40B4-BE49-F238E27FC236}">
                  <a16:creationId xmlns:a16="http://schemas.microsoft.com/office/drawing/2014/main" id="{9CDBD8B6-0088-4A39-946D-47065E102835}"/>
                </a:ext>
              </a:extLst>
            </p:cNvPr>
            <p:cNvSpPr/>
            <p:nvPr/>
          </p:nvSpPr>
          <p:spPr>
            <a:xfrm>
              <a:off x="44407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7" name="타원 9666">
              <a:extLst>
                <a:ext uri="{FF2B5EF4-FFF2-40B4-BE49-F238E27FC236}">
                  <a16:creationId xmlns:a16="http://schemas.microsoft.com/office/drawing/2014/main" id="{E0587087-B547-43E2-9846-F4F89B87AA85}"/>
                </a:ext>
              </a:extLst>
            </p:cNvPr>
            <p:cNvSpPr/>
            <p:nvPr/>
          </p:nvSpPr>
          <p:spPr>
            <a:xfrm>
              <a:off x="45931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8" name="타원 9667">
              <a:extLst>
                <a:ext uri="{FF2B5EF4-FFF2-40B4-BE49-F238E27FC236}">
                  <a16:creationId xmlns:a16="http://schemas.microsoft.com/office/drawing/2014/main" id="{C20C6964-B9ED-4068-BE40-34D3B3D6F86C}"/>
                </a:ext>
              </a:extLst>
            </p:cNvPr>
            <p:cNvSpPr/>
            <p:nvPr/>
          </p:nvSpPr>
          <p:spPr>
            <a:xfrm>
              <a:off x="47455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69" name="타원 9668">
              <a:extLst>
                <a:ext uri="{FF2B5EF4-FFF2-40B4-BE49-F238E27FC236}">
                  <a16:creationId xmlns:a16="http://schemas.microsoft.com/office/drawing/2014/main" id="{C1DC3A3A-AA74-487E-9D63-8A8BE63BBB6B}"/>
                </a:ext>
              </a:extLst>
            </p:cNvPr>
            <p:cNvSpPr/>
            <p:nvPr/>
          </p:nvSpPr>
          <p:spPr>
            <a:xfrm>
              <a:off x="48979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0" name="타원 9669">
              <a:extLst>
                <a:ext uri="{FF2B5EF4-FFF2-40B4-BE49-F238E27FC236}">
                  <a16:creationId xmlns:a16="http://schemas.microsoft.com/office/drawing/2014/main" id="{5ADB6C83-5DBE-4DDA-AAED-D3D73CA8D18E}"/>
                </a:ext>
              </a:extLst>
            </p:cNvPr>
            <p:cNvSpPr/>
            <p:nvPr/>
          </p:nvSpPr>
          <p:spPr>
            <a:xfrm>
              <a:off x="50503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1" name="타원 9670">
              <a:extLst>
                <a:ext uri="{FF2B5EF4-FFF2-40B4-BE49-F238E27FC236}">
                  <a16:creationId xmlns:a16="http://schemas.microsoft.com/office/drawing/2014/main" id="{E89F3096-332F-42CF-BEF8-7233C8BD83DD}"/>
                </a:ext>
              </a:extLst>
            </p:cNvPr>
            <p:cNvSpPr/>
            <p:nvPr/>
          </p:nvSpPr>
          <p:spPr>
            <a:xfrm>
              <a:off x="52027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2" name="타원 9671">
              <a:extLst>
                <a:ext uri="{FF2B5EF4-FFF2-40B4-BE49-F238E27FC236}">
                  <a16:creationId xmlns:a16="http://schemas.microsoft.com/office/drawing/2014/main" id="{C8ABF0A5-A0F6-46B4-9879-F9ECA2954297}"/>
                </a:ext>
              </a:extLst>
            </p:cNvPr>
            <p:cNvSpPr/>
            <p:nvPr/>
          </p:nvSpPr>
          <p:spPr>
            <a:xfrm>
              <a:off x="53551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3" name="타원 9672">
              <a:extLst>
                <a:ext uri="{FF2B5EF4-FFF2-40B4-BE49-F238E27FC236}">
                  <a16:creationId xmlns:a16="http://schemas.microsoft.com/office/drawing/2014/main" id="{A8B45526-418D-4A12-A9DE-A4600D52B14B}"/>
                </a:ext>
              </a:extLst>
            </p:cNvPr>
            <p:cNvSpPr/>
            <p:nvPr/>
          </p:nvSpPr>
          <p:spPr>
            <a:xfrm>
              <a:off x="55075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4" name="타원 9673">
              <a:extLst>
                <a:ext uri="{FF2B5EF4-FFF2-40B4-BE49-F238E27FC236}">
                  <a16:creationId xmlns:a16="http://schemas.microsoft.com/office/drawing/2014/main" id="{A8F5B9D7-290C-47B9-A962-213908F53B69}"/>
                </a:ext>
              </a:extLst>
            </p:cNvPr>
            <p:cNvSpPr/>
            <p:nvPr/>
          </p:nvSpPr>
          <p:spPr>
            <a:xfrm>
              <a:off x="56599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5" name="타원 9674">
              <a:extLst>
                <a:ext uri="{FF2B5EF4-FFF2-40B4-BE49-F238E27FC236}">
                  <a16:creationId xmlns:a16="http://schemas.microsoft.com/office/drawing/2014/main" id="{28A34F10-2DBD-4B31-8B63-E91F4D3C4968}"/>
                </a:ext>
              </a:extLst>
            </p:cNvPr>
            <p:cNvSpPr/>
            <p:nvPr/>
          </p:nvSpPr>
          <p:spPr>
            <a:xfrm>
              <a:off x="5812349" y="4872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6" name="타원 9675">
              <a:extLst>
                <a:ext uri="{FF2B5EF4-FFF2-40B4-BE49-F238E27FC236}">
                  <a16:creationId xmlns:a16="http://schemas.microsoft.com/office/drawing/2014/main" id="{E45597A7-DC01-4103-81A4-8B25E0713A81}"/>
                </a:ext>
              </a:extLst>
            </p:cNvPr>
            <p:cNvSpPr/>
            <p:nvPr/>
          </p:nvSpPr>
          <p:spPr>
            <a:xfrm>
              <a:off x="3259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7" name="타원 9676">
              <a:extLst>
                <a:ext uri="{FF2B5EF4-FFF2-40B4-BE49-F238E27FC236}">
                  <a16:creationId xmlns:a16="http://schemas.microsoft.com/office/drawing/2014/main" id="{7CABB8BC-E58B-4953-B9D6-0E9FC4C28529}"/>
                </a:ext>
              </a:extLst>
            </p:cNvPr>
            <p:cNvSpPr/>
            <p:nvPr/>
          </p:nvSpPr>
          <p:spPr>
            <a:xfrm>
              <a:off x="4783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8" name="타원 9677">
              <a:extLst>
                <a:ext uri="{FF2B5EF4-FFF2-40B4-BE49-F238E27FC236}">
                  <a16:creationId xmlns:a16="http://schemas.microsoft.com/office/drawing/2014/main" id="{3C5B808F-6B53-46AA-9DDF-A4C49DEB60F7}"/>
                </a:ext>
              </a:extLst>
            </p:cNvPr>
            <p:cNvSpPr/>
            <p:nvPr/>
          </p:nvSpPr>
          <p:spPr>
            <a:xfrm>
              <a:off x="6307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79" name="타원 9678">
              <a:extLst>
                <a:ext uri="{FF2B5EF4-FFF2-40B4-BE49-F238E27FC236}">
                  <a16:creationId xmlns:a16="http://schemas.microsoft.com/office/drawing/2014/main" id="{7DEDD33C-6502-4694-BF3B-32BBB94B0091}"/>
                </a:ext>
              </a:extLst>
            </p:cNvPr>
            <p:cNvSpPr/>
            <p:nvPr/>
          </p:nvSpPr>
          <p:spPr>
            <a:xfrm>
              <a:off x="7831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0" name="타원 9679">
              <a:extLst>
                <a:ext uri="{FF2B5EF4-FFF2-40B4-BE49-F238E27FC236}">
                  <a16:creationId xmlns:a16="http://schemas.microsoft.com/office/drawing/2014/main" id="{C3F30FAA-353F-4FB9-913D-BB4E4A897C73}"/>
                </a:ext>
              </a:extLst>
            </p:cNvPr>
            <p:cNvSpPr/>
            <p:nvPr/>
          </p:nvSpPr>
          <p:spPr>
            <a:xfrm>
              <a:off x="9355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1" name="타원 9680">
              <a:extLst>
                <a:ext uri="{FF2B5EF4-FFF2-40B4-BE49-F238E27FC236}">
                  <a16:creationId xmlns:a16="http://schemas.microsoft.com/office/drawing/2014/main" id="{45A2C20B-BC40-4328-90E1-4482BEC992E4}"/>
                </a:ext>
              </a:extLst>
            </p:cNvPr>
            <p:cNvSpPr/>
            <p:nvPr/>
          </p:nvSpPr>
          <p:spPr>
            <a:xfrm>
              <a:off x="10879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2" name="타원 9681">
              <a:extLst>
                <a:ext uri="{FF2B5EF4-FFF2-40B4-BE49-F238E27FC236}">
                  <a16:creationId xmlns:a16="http://schemas.microsoft.com/office/drawing/2014/main" id="{48C4CCCC-9DDE-4416-818E-5FAAB43E55D3}"/>
                </a:ext>
              </a:extLst>
            </p:cNvPr>
            <p:cNvSpPr/>
            <p:nvPr/>
          </p:nvSpPr>
          <p:spPr>
            <a:xfrm>
              <a:off x="12403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3" name="타원 9682">
              <a:extLst>
                <a:ext uri="{FF2B5EF4-FFF2-40B4-BE49-F238E27FC236}">
                  <a16:creationId xmlns:a16="http://schemas.microsoft.com/office/drawing/2014/main" id="{9C94B704-61B0-4DAD-A2E6-248E9C765DF7}"/>
                </a:ext>
              </a:extLst>
            </p:cNvPr>
            <p:cNvSpPr/>
            <p:nvPr/>
          </p:nvSpPr>
          <p:spPr>
            <a:xfrm>
              <a:off x="13927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4" name="타원 9683">
              <a:extLst>
                <a:ext uri="{FF2B5EF4-FFF2-40B4-BE49-F238E27FC236}">
                  <a16:creationId xmlns:a16="http://schemas.microsoft.com/office/drawing/2014/main" id="{6BEEEA3B-4927-4A39-9C2B-9A26847AB9F1}"/>
                </a:ext>
              </a:extLst>
            </p:cNvPr>
            <p:cNvSpPr/>
            <p:nvPr/>
          </p:nvSpPr>
          <p:spPr>
            <a:xfrm>
              <a:off x="15451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5" name="타원 9684">
              <a:extLst>
                <a:ext uri="{FF2B5EF4-FFF2-40B4-BE49-F238E27FC236}">
                  <a16:creationId xmlns:a16="http://schemas.microsoft.com/office/drawing/2014/main" id="{91271A47-F45C-4D5C-B5F1-1F4403F3EE4C}"/>
                </a:ext>
              </a:extLst>
            </p:cNvPr>
            <p:cNvSpPr/>
            <p:nvPr/>
          </p:nvSpPr>
          <p:spPr>
            <a:xfrm>
              <a:off x="16975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6" name="타원 9685">
              <a:extLst>
                <a:ext uri="{FF2B5EF4-FFF2-40B4-BE49-F238E27FC236}">
                  <a16:creationId xmlns:a16="http://schemas.microsoft.com/office/drawing/2014/main" id="{EAD9BC4B-33E5-40CA-B0E0-0B759C861926}"/>
                </a:ext>
              </a:extLst>
            </p:cNvPr>
            <p:cNvSpPr/>
            <p:nvPr/>
          </p:nvSpPr>
          <p:spPr>
            <a:xfrm>
              <a:off x="18499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7" name="타원 9686">
              <a:extLst>
                <a:ext uri="{FF2B5EF4-FFF2-40B4-BE49-F238E27FC236}">
                  <a16:creationId xmlns:a16="http://schemas.microsoft.com/office/drawing/2014/main" id="{28D5E39F-8345-487C-8338-CA08D3359162}"/>
                </a:ext>
              </a:extLst>
            </p:cNvPr>
            <p:cNvSpPr/>
            <p:nvPr/>
          </p:nvSpPr>
          <p:spPr>
            <a:xfrm>
              <a:off x="20023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8" name="타원 9687">
              <a:extLst>
                <a:ext uri="{FF2B5EF4-FFF2-40B4-BE49-F238E27FC236}">
                  <a16:creationId xmlns:a16="http://schemas.microsoft.com/office/drawing/2014/main" id="{9C452031-CF74-4C3E-BC8C-B66827422E62}"/>
                </a:ext>
              </a:extLst>
            </p:cNvPr>
            <p:cNvSpPr/>
            <p:nvPr/>
          </p:nvSpPr>
          <p:spPr>
            <a:xfrm>
              <a:off x="21547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89" name="타원 9688">
              <a:extLst>
                <a:ext uri="{FF2B5EF4-FFF2-40B4-BE49-F238E27FC236}">
                  <a16:creationId xmlns:a16="http://schemas.microsoft.com/office/drawing/2014/main" id="{CF24D7CD-F3B6-4F36-8C41-8D74F51E4609}"/>
                </a:ext>
              </a:extLst>
            </p:cNvPr>
            <p:cNvSpPr/>
            <p:nvPr/>
          </p:nvSpPr>
          <p:spPr>
            <a:xfrm>
              <a:off x="23071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0" name="타원 9689">
              <a:extLst>
                <a:ext uri="{FF2B5EF4-FFF2-40B4-BE49-F238E27FC236}">
                  <a16:creationId xmlns:a16="http://schemas.microsoft.com/office/drawing/2014/main" id="{22994E59-4B02-4F89-83B4-AD670244A131}"/>
                </a:ext>
              </a:extLst>
            </p:cNvPr>
            <p:cNvSpPr/>
            <p:nvPr/>
          </p:nvSpPr>
          <p:spPr>
            <a:xfrm>
              <a:off x="24595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1" name="타원 9690">
              <a:extLst>
                <a:ext uri="{FF2B5EF4-FFF2-40B4-BE49-F238E27FC236}">
                  <a16:creationId xmlns:a16="http://schemas.microsoft.com/office/drawing/2014/main" id="{B6A973FE-2741-45AB-81C1-6351749A325B}"/>
                </a:ext>
              </a:extLst>
            </p:cNvPr>
            <p:cNvSpPr/>
            <p:nvPr/>
          </p:nvSpPr>
          <p:spPr>
            <a:xfrm>
              <a:off x="26119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2" name="타원 9691">
              <a:extLst>
                <a:ext uri="{FF2B5EF4-FFF2-40B4-BE49-F238E27FC236}">
                  <a16:creationId xmlns:a16="http://schemas.microsoft.com/office/drawing/2014/main" id="{FA44333A-1730-42B7-85F2-437233DBE7B6}"/>
                </a:ext>
              </a:extLst>
            </p:cNvPr>
            <p:cNvSpPr/>
            <p:nvPr/>
          </p:nvSpPr>
          <p:spPr>
            <a:xfrm>
              <a:off x="27643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3" name="타원 9692">
              <a:extLst>
                <a:ext uri="{FF2B5EF4-FFF2-40B4-BE49-F238E27FC236}">
                  <a16:creationId xmlns:a16="http://schemas.microsoft.com/office/drawing/2014/main" id="{B6FEF8B4-D8FC-4170-B81F-A4BF7DDF2D69}"/>
                </a:ext>
              </a:extLst>
            </p:cNvPr>
            <p:cNvSpPr/>
            <p:nvPr/>
          </p:nvSpPr>
          <p:spPr>
            <a:xfrm>
              <a:off x="29167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4" name="타원 9693">
              <a:extLst>
                <a:ext uri="{FF2B5EF4-FFF2-40B4-BE49-F238E27FC236}">
                  <a16:creationId xmlns:a16="http://schemas.microsoft.com/office/drawing/2014/main" id="{8CDEDBF8-2777-4204-9E03-C5D29F605609}"/>
                </a:ext>
              </a:extLst>
            </p:cNvPr>
            <p:cNvSpPr/>
            <p:nvPr/>
          </p:nvSpPr>
          <p:spPr>
            <a:xfrm>
              <a:off x="30691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5" name="타원 9694">
              <a:extLst>
                <a:ext uri="{FF2B5EF4-FFF2-40B4-BE49-F238E27FC236}">
                  <a16:creationId xmlns:a16="http://schemas.microsoft.com/office/drawing/2014/main" id="{61A37F1E-A4EA-4A82-A865-880907EF301B}"/>
                </a:ext>
              </a:extLst>
            </p:cNvPr>
            <p:cNvSpPr/>
            <p:nvPr/>
          </p:nvSpPr>
          <p:spPr>
            <a:xfrm>
              <a:off x="32215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6" name="타원 9695">
              <a:extLst>
                <a:ext uri="{FF2B5EF4-FFF2-40B4-BE49-F238E27FC236}">
                  <a16:creationId xmlns:a16="http://schemas.microsoft.com/office/drawing/2014/main" id="{5FD034E7-206F-4FBD-87F6-132D9A05A058}"/>
                </a:ext>
              </a:extLst>
            </p:cNvPr>
            <p:cNvSpPr/>
            <p:nvPr/>
          </p:nvSpPr>
          <p:spPr>
            <a:xfrm>
              <a:off x="33739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7" name="타원 9696">
              <a:extLst>
                <a:ext uri="{FF2B5EF4-FFF2-40B4-BE49-F238E27FC236}">
                  <a16:creationId xmlns:a16="http://schemas.microsoft.com/office/drawing/2014/main" id="{10EB8038-E583-44A5-9E12-18108936DDC3}"/>
                </a:ext>
              </a:extLst>
            </p:cNvPr>
            <p:cNvSpPr/>
            <p:nvPr/>
          </p:nvSpPr>
          <p:spPr>
            <a:xfrm>
              <a:off x="35263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8" name="타원 9697">
              <a:extLst>
                <a:ext uri="{FF2B5EF4-FFF2-40B4-BE49-F238E27FC236}">
                  <a16:creationId xmlns:a16="http://schemas.microsoft.com/office/drawing/2014/main" id="{0EC54332-C670-4756-A48E-A2620708C2D0}"/>
                </a:ext>
              </a:extLst>
            </p:cNvPr>
            <p:cNvSpPr/>
            <p:nvPr/>
          </p:nvSpPr>
          <p:spPr>
            <a:xfrm>
              <a:off x="36787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99" name="타원 9698">
              <a:extLst>
                <a:ext uri="{FF2B5EF4-FFF2-40B4-BE49-F238E27FC236}">
                  <a16:creationId xmlns:a16="http://schemas.microsoft.com/office/drawing/2014/main" id="{47232633-69BB-4EAC-BE4F-D382A970AFA7}"/>
                </a:ext>
              </a:extLst>
            </p:cNvPr>
            <p:cNvSpPr/>
            <p:nvPr/>
          </p:nvSpPr>
          <p:spPr>
            <a:xfrm>
              <a:off x="38311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0" name="타원 9699">
              <a:extLst>
                <a:ext uri="{FF2B5EF4-FFF2-40B4-BE49-F238E27FC236}">
                  <a16:creationId xmlns:a16="http://schemas.microsoft.com/office/drawing/2014/main" id="{EB245996-4229-4F77-B80F-4D8A893B310F}"/>
                </a:ext>
              </a:extLst>
            </p:cNvPr>
            <p:cNvSpPr/>
            <p:nvPr/>
          </p:nvSpPr>
          <p:spPr>
            <a:xfrm>
              <a:off x="39835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1" name="타원 9700">
              <a:extLst>
                <a:ext uri="{FF2B5EF4-FFF2-40B4-BE49-F238E27FC236}">
                  <a16:creationId xmlns:a16="http://schemas.microsoft.com/office/drawing/2014/main" id="{F7921833-8059-47AD-9E33-9FCBE007C0DE}"/>
                </a:ext>
              </a:extLst>
            </p:cNvPr>
            <p:cNvSpPr/>
            <p:nvPr/>
          </p:nvSpPr>
          <p:spPr>
            <a:xfrm>
              <a:off x="41359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2" name="타원 9701">
              <a:extLst>
                <a:ext uri="{FF2B5EF4-FFF2-40B4-BE49-F238E27FC236}">
                  <a16:creationId xmlns:a16="http://schemas.microsoft.com/office/drawing/2014/main" id="{E3A30533-1E60-4FDA-BCC5-A76018076593}"/>
                </a:ext>
              </a:extLst>
            </p:cNvPr>
            <p:cNvSpPr/>
            <p:nvPr/>
          </p:nvSpPr>
          <p:spPr>
            <a:xfrm>
              <a:off x="42883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3" name="타원 9702">
              <a:extLst>
                <a:ext uri="{FF2B5EF4-FFF2-40B4-BE49-F238E27FC236}">
                  <a16:creationId xmlns:a16="http://schemas.microsoft.com/office/drawing/2014/main" id="{72AFF66D-8298-42FC-BED4-D48E8724B22B}"/>
                </a:ext>
              </a:extLst>
            </p:cNvPr>
            <p:cNvSpPr/>
            <p:nvPr/>
          </p:nvSpPr>
          <p:spPr>
            <a:xfrm>
              <a:off x="44407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4" name="타원 9703">
              <a:extLst>
                <a:ext uri="{FF2B5EF4-FFF2-40B4-BE49-F238E27FC236}">
                  <a16:creationId xmlns:a16="http://schemas.microsoft.com/office/drawing/2014/main" id="{A00C4873-DBEB-44EE-8ED5-00CF0AFE3F96}"/>
                </a:ext>
              </a:extLst>
            </p:cNvPr>
            <p:cNvSpPr/>
            <p:nvPr/>
          </p:nvSpPr>
          <p:spPr>
            <a:xfrm>
              <a:off x="45931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5" name="타원 9704">
              <a:extLst>
                <a:ext uri="{FF2B5EF4-FFF2-40B4-BE49-F238E27FC236}">
                  <a16:creationId xmlns:a16="http://schemas.microsoft.com/office/drawing/2014/main" id="{A72F3D67-9F18-4D55-A6DD-93A99CD5DE0C}"/>
                </a:ext>
              </a:extLst>
            </p:cNvPr>
            <p:cNvSpPr/>
            <p:nvPr/>
          </p:nvSpPr>
          <p:spPr>
            <a:xfrm>
              <a:off x="47455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6" name="타원 9705">
              <a:extLst>
                <a:ext uri="{FF2B5EF4-FFF2-40B4-BE49-F238E27FC236}">
                  <a16:creationId xmlns:a16="http://schemas.microsoft.com/office/drawing/2014/main" id="{B406E359-E421-438C-8C70-67AAB0C262CB}"/>
                </a:ext>
              </a:extLst>
            </p:cNvPr>
            <p:cNvSpPr/>
            <p:nvPr/>
          </p:nvSpPr>
          <p:spPr>
            <a:xfrm>
              <a:off x="48979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7" name="타원 9706">
              <a:extLst>
                <a:ext uri="{FF2B5EF4-FFF2-40B4-BE49-F238E27FC236}">
                  <a16:creationId xmlns:a16="http://schemas.microsoft.com/office/drawing/2014/main" id="{C528AA44-88AB-4058-87E2-68B72023BF9D}"/>
                </a:ext>
              </a:extLst>
            </p:cNvPr>
            <p:cNvSpPr/>
            <p:nvPr/>
          </p:nvSpPr>
          <p:spPr>
            <a:xfrm>
              <a:off x="50503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8" name="타원 9707">
              <a:extLst>
                <a:ext uri="{FF2B5EF4-FFF2-40B4-BE49-F238E27FC236}">
                  <a16:creationId xmlns:a16="http://schemas.microsoft.com/office/drawing/2014/main" id="{0CC5D603-94C4-4683-8DEC-3FC56FA38C9E}"/>
                </a:ext>
              </a:extLst>
            </p:cNvPr>
            <p:cNvSpPr/>
            <p:nvPr/>
          </p:nvSpPr>
          <p:spPr>
            <a:xfrm>
              <a:off x="52027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09" name="타원 9708">
              <a:extLst>
                <a:ext uri="{FF2B5EF4-FFF2-40B4-BE49-F238E27FC236}">
                  <a16:creationId xmlns:a16="http://schemas.microsoft.com/office/drawing/2014/main" id="{7667EE12-6425-4894-BA3C-5C8955A0F4D5}"/>
                </a:ext>
              </a:extLst>
            </p:cNvPr>
            <p:cNvSpPr/>
            <p:nvPr/>
          </p:nvSpPr>
          <p:spPr>
            <a:xfrm>
              <a:off x="53551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0" name="타원 9709">
              <a:extLst>
                <a:ext uri="{FF2B5EF4-FFF2-40B4-BE49-F238E27FC236}">
                  <a16:creationId xmlns:a16="http://schemas.microsoft.com/office/drawing/2014/main" id="{2A0ABA9A-6DDD-4A72-9FE4-D7290074D3A4}"/>
                </a:ext>
              </a:extLst>
            </p:cNvPr>
            <p:cNvSpPr/>
            <p:nvPr/>
          </p:nvSpPr>
          <p:spPr>
            <a:xfrm>
              <a:off x="55075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1" name="타원 9710">
              <a:extLst>
                <a:ext uri="{FF2B5EF4-FFF2-40B4-BE49-F238E27FC236}">
                  <a16:creationId xmlns:a16="http://schemas.microsoft.com/office/drawing/2014/main" id="{0C474180-4B08-446A-A4E1-768AACFBC4AF}"/>
                </a:ext>
              </a:extLst>
            </p:cNvPr>
            <p:cNvSpPr/>
            <p:nvPr/>
          </p:nvSpPr>
          <p:spPr>
            <a:xfrm>
              <a:off x="56599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2" name="타원 9711">
              <a:extLst>
                <a:ext uri="{FF2B5EF4-FFF2-40B4-BE49-F238E27FC236}">
                  <a16:creationId xmlns:a16="http://schemas.microsoft.com/office/drawing/2014/main" id="{14E83009-7693-4C84-B6B1-4DC073480626}"/>
                </a:ext>
              </a:extLst>
            </p:cNvPr>
            <p:cNvSpPr/>
            <p:nvPr/>
          </p:nvSpPr>
          <p:spPr>
            <a:xfrm>
              <a:off x="5812349" y="5025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3" name="타원 9712">
              <a:extLst>
                <a:ext uri="{FF2B5EF4-FFF2-40B4-BE49-F238E27FC236}">
                  <a16:creationId xmlns:a16="http://schemas.microsoft.com/office/drawing/2014/main" id="{077B174B-FE50-4D8D-8172-CE7A42B24725}"/>
                </a:ext>
              </a:extLst>
            </p:cNvPr>
            <p:cNvSpPr/>
            <p:nvPr/>
          </p:nvSpPr>
          <p:spPr>
            <a:xfrm>
              <a:off x="3259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4" name="타원 9713">
              <a:extLst>
                <a:ext uri="{FF2B5EF4-FFF2-40B4-BE49-F238E27FC236}">
                  <a16:creationId xmlns:a16="http://schemas.microsoft.com/office/drawing/2014/main" id="{B9DCD6D3-5B0E-4C9F-B64E-8792ADBE68F8}"/>
                </a:ext>
              </a:extLst>
            </p:cNvPr>
            <p:cNvSpPr/>
            <p:nvPr/>
          </p:nvSpPr>
          <p:spPr>
            <a:xfrm>
              <a:off x="4783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5" name="타원 9714">
              <a:extLst>
                <a:ext uri="{FF2B5EF4-FFF2-40B4-BE49-F238E27FC236}">
                  <a16:creationId xmlns:a16="http://schemas.microsoft.com/office/drawing/2014/main" id="{29030371-CB6B-420B-8361-ED104A07562A}"/>
                </a:ext>
              </a:extLst>
            </p:cNvPr>
            <p:cNvSpPr/>
            <p:nvPr/>
          </p:nvSpPr>
          <p:spPr>
            <a:xfrm>
              <a:off x="6307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6" name="타원 9715">
              <a:extLst>
                <a:ext uri="{FF2B5EF4-FFF2-40B4-BE49-F238E27FC236}">
                  <a16:creationId xmlns:a16="http://schemas.microsoft.com/office/drawing/2014/main" id="{37384BCD-B31E-4445-995E-071A15265D93}"/>
                </a:ext>
              </a:extLst>
            </p:cNvPr>
            <p:cNvSpPr/>
            <p:nvPr/>
          </p:nvSpPr>
          <p:spPr>
            <a:xfrm>
              <a:off x="7831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7" name="타원 9716">
              <a:extLst>
                <a:ext uri="{FF2B5EF4-FFF2-40B4-BE49-F238E27FC236}">
                  <a16:creationId xmlns:a16="http://schemas.microsoft.com/office/drawing/2014/main" id="{F42F979C-1D28-4206-AE2D-739FBE6C061F}"/>
                </a:ext>
              </a:extLst>
            </p:cNvPr>
            <p:cNvSpPr/>
            <p:nvPr/>
          </p:nvSpPr>
          <p:spPr>
            <a:xfrm>
              <a:off x="9355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8" name="타원 9717">
              <a:extLst>
                <a:ext uri="{FF2B5EF4-FFF2-40B4-BE49-F238E27FC236}">
                  <a16:creationId xmlns:a16="http://schemas.microsoft.com/office/drawing/2014/main" id="{21C87469-4230-40E0-8EFA-E1A2E03A3240}"/>
                </a:ext>
              </a:extLst>
            </p:cNvPr>
            <p:cNvSpPr/>
            <p:nvPr/>
          </p:nvSpPr>
          <p:spPr>
            <a:xfrm>
              <a:off x="10879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19" name="타원 9718">
              <a:extLst>
                <a:ext uri="{FF2B5EF4-FFF2-40B4-BE49-F238E27FC236}">
                  <a16:creationId xmlns:a16="http://schemas.microsoft.com/office/drawing/2014/main" id="{CDF4F556-0C61-43CD-890B-87198FDDEAA2}"/>
                </a:ext>
              </a:extLst>
            </p:cNvPr>
            <p:cNvSpPr/>
            <p:nvPr/>
          </p:nvSpPr>
          <p:spPr>
            <a:xfrm>
              <a:off x="12403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0" name="타원 9719">
              <a:extLst>
                <a:ext uri="{FF2B5EF4-FFF2-40B4-BE49-F238E27FC236}">
                  <a16:creationId xmlns:a16="http://schemas.microsoft.com/office/drawing/2014/main" id="{39065477-DFE8-4BA0-9539-50996F49ECB1}"/>
                </a:ext>
              </a:extLst>
            </p:cNvPr>
            <p:cNvSpPr/>
            <p:nvPr/>
          </p:nvSpPr>
          <p:spPr>
            <a:xfrm>
              <a:off x="13927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1" name="타원 9720">
              <a:extLst>
                <a:ext uri="{FF2B5EF4-FFF2-40B4-BE49-F238E27FC236}">
                  <a16:creationId xmlns:a16="http://schemas.microsoft.com/office/drawing/2014/main" id="{C76A843B-6917-4138-89C5-39DFBFDEA2A8}"/>
                </a:ext>
              </a:extLst>
            </p:cNvPr>
            <p:cNvSpPr/>
            <p:nvPr/>
          </p:nvSpPr>
          <p:spPr>
            <a:xfrm>
              <a:off x="15451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2" name="타원 9721">
              <a:extLst>
                <a:ext uri="{FF2B5EF4-FFF2-40B4-BE49-F238E27FC236}">
                  <a16:creationId xmlns:a16="http://schemas.microsoft.com/office/drawing/2014/main" id="{405201AF-8B1B-4B2B-897A-3FD698813411}"/>
                </a:ext>
              </a:extLst>
            </p:cNvPr>
            <p:cNvSpPr/>
            <p:nvPr/>
          </p:nvSpPr>
          <p:spPr>
            <a:xfrm>
              <a:off x="16975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3" name="타원 9722">
              <a:extLst>
                <a:ext uri="{FF2B5EF4-FFF2-40B4-BE49-F238E27FC236}">
                  <a16:creationId xmlns:a16="http://schemas.microsoft.com/office/drawing/2014/main" id="{19BAD3D6-CD9B-490C-9FE7-B5B9D59DD99D}"/>
                </a:ext>
              </a:extLst>
            </p:cNvPr>
            <p:cNvSpPr/>
            <p:nvPr/>
          </p:nvSpPr>
          <p:spPr>
            <a:xfrm>
              <a:off x="18499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4" name="타원 9723">
              <a:extLst>
                <a:ext uri="{FF2B5EF4-FFF2-40B4-BE49-F238E27FC236}">
                  <a16:creationId xmlns:a16="http://schemas.microsoft.com/office/drawing/2014/main" id="{1F026BB8-052C-464D-ADE9-69871F785542}"/>
                </a:ext>
              </a:extLst>
            </p:cNvPr>
            <p:cNvSpPr/>
            <p:nvPr/>
          </p:nvSpPr>
          <p:spPr>
            <a:xfrm>
              <a:off x="20023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5" name="타원 9724">
              <a:extLst>
                <a:ext uri="{FF2B5EF4-FFF2-40B4-BE49-F238E27FC236}">
                  <a16:creationId xmlns:a16="http://schemas.microsoft.com/office/drawing/2014/main" id="{7256FB69-C31F-424F-8286-FBC03748C741}"/>
                </a:ext>
              </a:extLst>
            </p:cNvPr>
            <p:cNvSpPr/>
            <p:nvPr/>
          </p:nvSpPr>
          <p:spPr>
            <a:xfrm>
              <a:off x="21547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6" name="타원 9725">
              <a:extLst>
                <a:ext uri="{FF2B5EF4-FFF2-40B4-BE49-F238E27FC236}">
                  <a16:creationId xmlns:a16="http://schemas.microsoft.com/office/drawing/2014/main" id="{C9733E38-7B74-4DD7-BF64-97D394CD8C7A}"/>
                </a:ext>
              </a:extLst>
            </p:cNvPr>
            <p:cNvSpPr/>
            <p:nvPr/>
          </p:nvSpPr>
          <p:spPr>
            <a:xfrm>
              <a:off x="23071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7" name="타원 9726">
              <a:extLst>
                <a:ext uri="{FF2B5EF4-FFF2-40B4-BE49-F238E27FC236}">
                  <a16:creationId xmlns:a16="http://schemas.microsoft.com/office/drawing/2014/main" id="{DB53019A-0821-4468-B3BC-A588E571B9BA}"/>
                </a:ext>
              </a:extLst>
            </p:cNvPr>
            <p:cNvSpPr/>
            <p:nvPr/>
          </p:nvSpPr>
          <p:spPr>
            <a:xfrm>
              <a:off x="24595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8" name="타원 9727">
              <a:extLst>
                <a:ext uri="{FF2B5EF4-FFF2-40B4-BE49-F238E27FC236}">
                  <a16:creationId xmlns:a16="http://schemas.microsoft.com/office/drawing/2014/main" id="{6C5D2E87-148B-40C5-8068-37605B25F51C}"/>
                </a:ext>
              </a:extLst>
            </p:cNvPr>
            <p:cNvSpPr/>
            <p:nvPr/>
          </p:nvSpPr>
          <p:spPr>
            <a:xfrm>
              <a:off x="26119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29" name="타원 9728">
              <a:extLst>
                <a:ext uri="{FF2B5EF4-FFF2-40B4-BE49-F238E27FC236}">
                  <a16:creationId xmlns:a16="http://schemas.microsoft.com/office/drawing/2014/main" id="{3F3815A6-E55B-4BC9-91EB-FB090DD9D161}"/>
                </a:ext>
              </a:extLst>
            </p:cNvPr>
            <p:cNvSpPr/>
            <p:nvPr/>
          </p:nvSpPr>
          <p:spPr>
            <a:xfrm>
              <a:off x="27643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0" name="타원 9729">
              <a:extLst>
                <a:ext uri="{FF2B5EF4-FFF2-40B4-BE49-F238E27FC236}">
                  <a16:creationId xmlns:a16="http://schemas.microsoft.com/office/drawing/2014/main" id="{D4B805DC-09C7-4CB2-8A8D-B77AB0994CDA}"/>
                </a:ext>
              </a:extLst>
            </p:cNvPr>
            <p:cNvSpPr/>
            <p:nvPr/>
          </p:nvSpPr>
          <p:spPr>
            <a:xfrm>
              <a:off x="29167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1" name="타원 9730">
              <a:extLst>
                <a:ext uri="{FF2B5EF4-FFF2-40B4-BE49-F238E27FC236}">
                  <a16:creationId xmlns:a16="http://schemas.microsoft.com/office/drawing/2014/main" id="{07CA87AE-D2CF-4B6D-9E69-5052E6B5C6BF}"/>
                </a:ext>
              </a:extLst>
            </p:cNvPr>
            <p:cNvSpPr/>
            <p:nvPr/>
          </p:nvSpPr>
          <p:spPr>
            <a:xfrm>
              <a:off x="30691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2" name="타원 9731">
              <a:extLst>
                <a:ext uri="{FF2B5EF4-FFF2-40B4-BE49-F238E27FC236}">
                  <a16:creationId xmlns:a16="http://schemas.microsoft.com/office/drawing/2014/main" id="{CB990AEB-8690-4475-A33C-EB48EEEAAAF2}"/>
                </a:ext>
              </a:extLst>
            </p:cNvPr>
            <p:cNvSpPr/>
            <p:nvPr/>
          </p:nvSpPr>
          <p:spPr>
            <a:xfrm>
              <a:off x="32215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3" name="타원 9732">
              <a:extLst>
                <a:ext uri="{FF2B5EF4-FFF2-40B4-BE49-F238E27FC236}">
                  <a16:creationId xmlns:a16="http://schemas.microsoft.com/office/drawing/2014/main" id="{01C0A5FB-2EF6-497D-91FB-37DBA964CF61}"/>
                </a:ext>
              </a:extLst>
            </p:cNvPr>
            <p:cNvSpPr/>
            <p:nvPr/>
          </p:nvSpPr>
          <p:spPr>
            <a:xfrm>
              <a:off x="33739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4" name="타원 9733">
              <a:extLst>
                <a:ext uri="{FF2B5EF4-FFF2-40B4-BE49-F238E27FC236}">
                  <a16:creationId xmlns:a16="http://schemas.microsoft.com/office/drawing/2014/main" id="{95A97D6B-0027-4351-9728-A017EDAD9F1E}"/>
                </a:ext>
              </a:extLst>
            </p:cNvPr>
            <p:cNvSpPr/>
            <p:nvPr/>
          </p:nvSpPr>
          <p:spPr>
            <a:xfrm>
              <a:off x="35263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5" name="타원 9734">
              <a:extLst>
                <a:ext uri="{FF2B5EF4-FFF2-40B4-BE49-F238E27FC236}">
                  <a16:creationId xmlns:a16="http://schemas.microsoft.com/office/drawing/2014/main" id="{712BED1F-8DEA-4131-A7E4-BB2986C27C5E}"/>
                </a:ext>
              </a:extLst>
            </p:cNvPr>
            <p:cNvSpPr/>
            <p:nvPr/>
          </p:nvSpPr>
          <p:spPr>
            <a:xfrm>
              <a:off x="36787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6" name="타원 9735">
              <a:extLst>
                <a:ext uri="{FF2B5EF4-FFF2-40B4-BE49-F238E27FC236}">
                  <a16:creationId xmlns:a16="http://schemas.microsoft.com/office/drawing/2014/main" id="{00C93E3E-33D2-400E-997F-8961CE7F06CD}"/>
                </a:ext>
              </a:extLst>
            </p:cNvPr>
            <p:cNvSpPr/>
            <p:nvPr/>
          </p:nvSpPr>
          <p:spPr>
            <a:xfrm>
              <a:off x="38311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7" name="타원 9736">
              <a:extLst>
                <a:ext uri="{FF2B5EF4-FFF2-40B4-BE49-F238E27FC236}">
                  <a16:creationId xmlns:a16="http://schemas.microsoft.com/office/drawing/2014/main" id="{AB52BF12-4BCF-4B21-A88F-96EBB31C6159}"/>
                </a:ext>
              </a:extLst>
            </p:cNvPr>
            <p:cNvSpPr/>
            <p:nvPr/>
          </p:nvSpPr>
          <p:spPr>
            <a:xfrm>
              <a:off x="39835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8" name="타원 9737">
              <a:extLst>
                <a:ext uri="{FF2B5EF4-FFF2-40B4-BE49-F238E27FC236}">
                  <a16:creationId xmlns:a16="http://schemas.microsoft.com/office/drawing/2014/main" id="{3A906CD2-7838-4E1A-A0BA-FE38813C7B43}"/>
                </a:ext>
              </a:extLst>
            </p:cNvPr>
            <p:cNvSpPr/>
            <p:nvPr/>
          </p:nvSpPr>
          <p:spPr>
            <a:xfrm>
              <a:off x="41359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39" name="타원 9738">
              <a:extLst>
                <a:ext uri="{FF2B5EF4-FFF2-40B4-BE49-F238E27FC236}">
                  <a16:creationId xmlns:a16="http://schemas.microsoft.com/office/drawing/2014/main" id="{32FF638F-D470-48BD-961D-9D486A1B3C04}"/>
                </a:ext>
              </a:extLst>
            </p:cNvPr>
            <p:cNvSpPr/>
            <p:nvPr/>
          </p:nvSpPr>
          <p:spPr>
            <a:xfrm>
              <a:off x="42883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0" name="타원 9739">
              <a:extLst>
                <a:ext uri="{FF2B5EF4-FFF2-40B4-BE49-F238E27FC236}">
                  <a16:creationId xmlns:a16="http://schemas.microsoft.com/office/drawing/2014/main" id="{F89C546E-F75C-45DC-8212-5086B80C5B3E}"/>
                </a:ext>
              </a:extLst>
            </p:cNvPr>
            <p:cNvSpPr/>
            <p:nvPr/>
          </p:nvSpPr>
          <p:spPr>
            <a:xfrm>
              <a:off x="44407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1" name="타원 9740">
              <a:extLst>
                <a:ext uri="{FF2B5EF4-FFF2-40B4-BE49-F238E27FC236}">
                  <a16:creationId xmlns:a16="http://schemas.microsoft.com/office/drawing/2014/main" id="{8E9B04C3-356F-480B-88ED-6EE812C0BD16}"/>
                </a:ext>
              </a:extLst>
            </p:cNvPr>
            <p:cNvSpPr/>
            <p:nvPr/>
          </p:nvSpPr>
          <p:spPr>
            <a:xfrm>
              <a:off x="45931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2" name="타원 9741">
              <a:extLst>
                <a:ext uri="{FF2B5EF4-FFF2-40B4-BE49-F238E27FC236}">
                  <a16:creationId xmlns:a16="http://schemas.microsoft.com/office/drawing/2014/main" id="{48B6F3D6-DBBF-48F9-8BED-0294A84ED2CE}"/>
                </a:ext>
              </a:extLst>
            </p:cNvPr>
            <p:cNvSpPr/>
            <p:nvPr/>
          </p:nvSpPr>
          <p:spPr>
            <a:xfrm>
              <a:off x="47455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3" name="타원 9742">
              <a:extLst>
                <a:ext uri="{FF2B5EF4-FFF2-40B4-BE49-F238E27FC236}">
                  <a16:creationId xmlns:a16="http://schemas.microsoft.com/office/drawing/2014/main" id="{66E82888-E4E7-4097-B793-1BB714992622}"/>
                </a:ext>
              </a:extLst>
            </p:cNvPr>
            <p:cNvSpPr/>
            <p:nvPr/>
          </p:nvSpPr>
          <p:spPr>
            <a:xfrm>
              <a:off x="48979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4" name="타원 9743">
              <a:extLst>
                <a:ext uri="{FF2B5EF4-FFF2-40B4-BE49-F238E27FC236}">
                  <a16:creationId xmlns:a16="http://schemas.microsoft.com/office/drawing/2014/main" id="{A40D8080-3C6C-4489-9137-B75569E71ABC}"/>
                </a:ext>
              </a:extLst>
            </p:cNvPr>
            <p:cNvSpPr/>
            <p:nvPr/>
          </p:nvSpPr>
          <p:spPr>
            <a:xfrm>
              <a:off x="50503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5" name="타원 9744">
              <a:extLst>
                <a:ext uri="{FF2B5EF4-FFF2-40B4-BE49-F238E27FC236}">
                  <a16:creationId xmlns:a16="http://schemas.microsoft.com/office/drawing/2014/main" id="{CC2E1382-BFA9-43C0-AA0A-DAC96E0FA420}"/>
                </a:ext>
              </a:extLst>
            </p:cNvPr>
            <p:cNvSpPr/>
            <p:nvPr/>
          </p:nvSpPr>
          <p:spPr>
            <a:xfrm>
              <a:off x="52027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6" name="타원 9745">
              <a:extLst>
                <a:ext uri="{FF2B5EF4-FFF2-40B4-BE49-F238E27FC236}">
                  <a16:creationId xmlns:a16="http://schemas.microsoft.com/office/drawing/2014/main" id="{10CD4D17-E98B-401A-980E-2F60F0D91D48}"/>
                </a:ext>
              </a:extLst>
            </p:cNvPr>
            <p:cNvSpPr/>
            <p:nvPr/>
          </p:nvSpPr>
          <p:spPr>
            <a:xfrm>
              <a:off x="53551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7" name="타원 9746">
              <a:extLst>
                <a:ext uri="{FF2B5EF4-FFF2-40B4-BE49-F238E27FC236}">
                  <a16:creationId xmlns:a16="http://schemas.microsoft.com/office/drawing/2014/main" id="{42CD8BED-593B-4C54-BAE4-D3E21B3026A6}"/>
                </a:ext>
              </a:extLst>
            </p:cNvPr>
            <p:cNvSpPr/>
            <p:nvPr/>
          </p:nvSpPr>
          <p:spPr>
            <a:xfrm>
              <a:off x="55075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8" name="타원 9747">
              <a:extLst>
                <a:ext uri="{FF2B5EF4-FFF2-40B4-BE49-F238E27FC236}">
                  <a16:creationId xmlns:a16="http://schemas.microsoft.com/office/drawing/2014/main" id="{FC993884-A554-4F23-B5B2-45178554D197}"/>
                </a:ext>
              </a:extLst>
            </p:cNvPr>
            <p:cNvSpPr/>
            <p:nvPr/>
          </p:nvSpPr>
          <p:spPr>
            <a:xfrm>
              <a:off x="56599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49" name="타원 9748">
              <a:extLst>
                <a:ext uri="{FF2B5EF4-FFF2-40B4-BE49-F238E27FC236}">
                  <a16:creationId xmlns:a16="http://schemas.microsoft.com/office/drawing/2014/main" id="{EBE5D322-0B7F-42EA-9610-BC031051B341}"/>
                </a:ext>
              </a:extLst>
            </p:cNvPr>
            <p:cNvSpPr/>
            <p:nvPr/>
          </p:nvSpPr>
          <p:spPr>
            <a:xfrm>
              <a:off x="5812349" y="5177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0" name="타원 9749">
              <a:extLst>
                <a:ext uri="{FF2B5EF4-FFF2-40B4-BE49-F238E27FC236}">
                  <a16:creationId xmlns:a16="http://schemas.microsoft.com/office/drawing/2014/main" id="{AAF23A17-3AD3-40CE-9DCE-261B115A8814}"/>
                </a:ext>
              </a:extLst>
            </p:cNvPr>
            <p:cNvSpPr/>
            <p:nvPr/>
          </p:nvSpPr>
          <p:spPr>
            <a:xfrm>
              <a:off x="3259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1" name="타원 9750">
              <a:extLst>
                <a:ext uri="{FF2B5EF4-FFF2-40B4-BE49-F238E27FC236}">
                  <a16:creationId xmlns:a16="http://schemas.microsoft.com/office/drawing/2014/main" id="{95236EA5-9EC2-4F12-90A8-C68C3C1FE2FF}"/>
                </a:ext>
              </a:extLst>
            </p:cNvPr>
            <p:cNvSpPr/>
            <p:nvPr/>
          </p:nvSpPr>
          <p:spPr>
            <a:xfrm>
              <a:off x="4783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2" name="타원 9751">
              <a:extLst>
                <a:ext uri="{FF2B5EF4-FFF2-40B4-BE49-F238E27FC236}">
                  <a16:creationId xmlns:a16="http://schemas.microsoft.com/office/drawing/2014/main" id="{35C7CB73-D3C3-4BA5-A21E-9DD26497A449}"/>
                </a:ext>
              </a:extLst>
            </p:cNvPr>
            <p:cNvSpPr/>
            <p:nvPr/>
          </p:nvSpPr>
          <p:spPr>
            <a:xfrm>
              <a:off x="6307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3" name="타원 9752">
              <a:extLst>
                <a:ext uri="{FF2B5EF4-FFF2-40B4-BE49-F238E27FC236}">
                  <a16:creationId xmlns:a16="http://schemas.microsoft.com/office/drawing/2014/main" id="{03DD81F2-FAE4-44C2-AD1F-DD65FCBF32BF}"/>
                </a:ext>
              </a:extLst>
            </p:cNvPr>
            <p:cNvSpPr/>
            <p:nvPr/>
          </p:nvSpPr>
          <p:spPr>
            <a:xfrm>
              <a:off x="7831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4" name="타원 9753">
              <a:extLst>
                <a:ext uri="{FF2B5EF4-FFF2-40B4-BE49-F238E27FC236}">
                  <a16:creationId xmlns:a16="http://schemas.microsoft.com/office/drawing/2014/main" id="{8609C8B9-B8D2-472B-AF7D-3E980E1F4438}"/>
                </a:ext>
              </a:extLst>
            </p:cNvPr>
            <p:cNvSpPr/>
            <p:nvPr/>
          </p:nvSpPr>
          <p:spPr>
            <a:xfrm>
              <a:off x="9355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5" name="타원 9754">
              <a:extLst>
                <a:ext uri="{FF2B5EF4-FFF2-40B4-BE49-F238E27FC236}">
                  <a16:creationId xmlns:a16="http://schemas.microsoft.com/office/drawing/2014/main" id="{56477CD0-C50C-4016-9B15-C83854B7A09F}"/>
                </a:ext>
              </a:extLst>
            </p:cNvPr>
            <p:cNvSpPr/>
            <p:nvPr/>
          </p:nvSpPr>
          <p:spPr>
            <a:xfrm>
              <a:off x="10879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6" name="타원 9755">
              <a:extLst>
                <a:ext uri="{FF2B5EF4-FFF2-40B4-BE49-F238E27FC236}">
                  <a16:creationId xmlns:a16="http://schemas.microsoft.com/office/drawing/2014/main" id="{E7881F44-CA05-4D44-BFB4-E06F833321EB}"/>
                </a:ext>
              </a:extLst>
            </p:cNvPr>
            <p:cNvSpPr/>
            <p:nvPr/>
          </p:nvSpPr>
          <p:spPr>
            <a:xfrm>
              <a:off x="12403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7" name="타원 9756">
              <a:extLst>
                <a:ext uri="{FF2B5EF4-FFF2-40B4-BE49-F238E27FC236}">
                  <a16:creationId xmlns:a16="http://schemas.microsoft.com/office/drawing/2014/main" id="{BAE722B9-A571-4B30-84C9-D020273E57C9}"/>
                </a:ext>
              </a:extLst>
            </p:cNvPr>
            <p:cNvSpPr/>
            <p:nvPr/>
          </p:nvSpPr>
          <p:spPr>
            <a:xfrm>
              <a:off x="13927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8" name="타원 9757">
              <a:extLst>
                <a:ext uri="{FF2B5EF4-FFF2-40B4-BE49-F238E27FC236}">
                  <a16:creationId xmlns:a16="http://schemas.microsoft.com/office/drawing/2014/main" id="{F429422A-26B9-4C8D-86DE-3B6152DDA578}"/>
                </a:ext>
              </a:extLst>
            </p:cNvPr>
            <p:cNvSpPr/>
            <p:nvPr/>
          </p:nvSpPr>
          <p:spPr>
            <a:xfrm>
              <a:off x="15451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59" name="타원 9758">
              <a:extLst>
                <a:ext uri="{FF2B5EF4-FFF2-40B4-BE49-F238E27FC236}">
                  <a16:creationId xmlns:a16="http://schemas.microsoft.com/office/drawing/2014/main" id="{689ECC89-2BE4-4BFC-AA64-55DD55476DBC}"/>
                </a:ext>
              </a:extLst>
            </p:cNvPr>
            <p:cNvSpPr/>
            <p:nvPr/>
          </p:nvSpPr>
          <p:spPr>
            <a:xfrm>
              <a:off x="16975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0" name="타원 9759">
              <a:extLst>
                <a:ext uri="{FF2B5EF4-FFF2-40B4-BE49-F238E27FC236}">
                  <a16:creationId xmlns:a16="http://schemas.microsoft.com/office/drawing/2014/main" id="{49F611C9-E4AC-40DA-AB0E-3B905D96D82B}"/>
                </a:ext>
              </a:extLst>
            </p:cNvPr>
            <p:cNvSpPr/>
            <p:nvPr/>
          </p:nvSpPr>
          <p:spPr>
            <a:xfrm>
              <a:off x="18499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1" name="타원 9760">
              <a:extLst>
                <a:ext uri="{FF2B5EF4-FFF2-40B4-BE49-F238E27FC236}">
                  <a16:creationId xmlns:a16="http://schemas.microsoft.com/office/drawing/2014/main" id="{12452E62-5AFA-4B01-B491-1C00B9B8A58B}"/>
                </a:ext>
              </a:extLst>
            </p:cNvPr>
            <p:cNvSpPr/>
            <p:nvPr/>
          </p:nvSpPr>
          <p:spPr>
            <a:xfrm>
              <a:off x="20023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2" name="타원 9761">
              <a:extLst>
                <a:ext uri="{FF2B5EF4-FFF2-40B4-BE49-F238E27FC236}">
                  <a16:creationId xmlns:a16="http://schemas.microsoft.com/office/drawing/2014/main" id="{3DC9F679-4116-4F36-BA0C-4F4AFDA77E87}"/>
                </a:ext>
              </a:extLst>
            </p:cNvPr>
            <p:cNvSpPr/>
            <p:nvPr/>
          </p:nvSpPr>
          <p:spPr>
            <a:xfrm>
              <a:off x="21547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3" name="타원 9762">
              <a:extLst>
                <a:ext uri="{FF2B5EF4-FFF2-40B4-BE49-F238E27FC236}">
                  <a16:creationId xmlns:a16="http://schemas.microsoft.com/office/drawing/2014/main" id="{CE16648F-A020-49B3-8437-52D241E21833}"/>
                </a:ext>
              </a:extLst>
            </p:cNvPr>
            <p:cNvSpPr/>
            <p:nvPr/>
          </p:nvSpPr>
          <p:spPr>
            <a:xfrm>
              <a:off x="23071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4" name="타원 9763">
              <a:extLst>
                <a:ext uri="{FF2B5EF4-FFF2-40B4-BE49-F238E27FC236}">
                  <a16:creationId xmlns:a16="http://schemas.microsoft.com/office/drawing/2014/main" id="{0EAFEED1-7DE9-4648-BB6B-92002BF423BD}"/>
                </a:ext>
              </a:extLst>
            </p:cNvPr>
            <p:cNvSpPr/>
            <p:nvPr/>
          </p:nvSpPr>
          <p:spPr>
            <a:xfrm>
              <a:off x="24595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5" name="타원 9764">
              <a:extLst>
                <a:ext uri="{FF2B5EF4-FFF2-40B4-BE49-F238E27FC236}">
                  <a16:creationId xmlns:a16="http://schemas.microsoft.com/office/drawing/2014/main" id="{0D39E0A0-EDD0-44D3-A81F-F57D5176C8D4}"/>
                </a:ext>
              </a:extLst>
            </p:cNvPr>
            <p:cNvSpPr/>
            <p:nvPr/>
          </p:nvSpPr>
          <p:spPr>
            <a:xfrm>
              <a:off x="26119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6" name="타원 9765">
              <a:extLst>
                <a:ext uri="{FF2B5EF4-FFF2-40B4-BE49-F238E27FC236}">
                  <a16:creationId xmlns:a16="http://schemas.microsoft.com/office/drawing/2014/main" id="{3C02451C-92E0-4181-81B8-912B9F14AF4C}"/>
                </a:ext>
              </a:extLst>
            </p:cNvPr>
            <p:cNvSpPr/>
            <p:nvPr/>
          </p:nvSpPr>
          <p:spPr>
            <a:xfrm>
              <a:off x="27643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7" name="타원 9766">
              <a:extLst>
                <a:ext uri="{FF2B5EF4-FFF2-40B4-BE49-F238E27FC236}">
                  <a16:creationId xmlns:a16="http://schemas.microsoft.com/office/drawing/2014/main" id="{E4047655-1BF2-413D-96CD-752DB0DD9A49}"/>
                </a:ext>
              </a:extLst>
            </p:cNvPr>
            <p:cNvSpPr/>
            <p:nvPr/>
          </p:nvSpPr>
          <p:spPr>
            <a:xfrm>
              <a:off x="29167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8" name="타원 9767">
              <a:extLst>
                <a:ext uri="{FF2B5EF4-FFF2-40B4-BE49-F238E27FC236}">
                  <a16:creationId xmlns:a16="http://schemas.microsoft.com/office/drawing/2014/main" id="{6931FD65-7209-426F-80E0-D307F09BF657}"/>
                </a:ext>
              </a:extLst>
            </p:cNvPr>
            <p:cNvSpPr/>
            <p:nvPr/>
          </p:nvSpPr>
          <p:spPr>
            <a:xfrm>
              <a:off x="30691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69" name="타원 9768">
              <a:extLst>
                <a:ext uri="{FF2B5EF4-FFF2-40B4-BE49-F238E27FC236}">
                  <a16:creationId xmlns:a16="http://schemas.microsoft.com/office/drawing/2014/main" id="{87E04BA0-91E5-4A39-BB9D-8818FADEDDA8}"/>
                </a:ext>
              </a:extLst>
            </p:cNvPr>
            <p:cNvSpPr/>
            <p:nvPr/>
          </p:nvSpPr>
          <p:spPr>
            <a:xfrm>
              <a:off x="32215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0" name="타원 9769">
              <a:extLst>
                <a:ext uri="{FF2B5EF4-FFF2-40B4-BE49-F238E27FC236}">
                  <a16:creationId xmlns:a16="http://schemas.microsoft.com/office/drawing/2014/main" id="{C3F01249-8BBF-4463-B742-D1478E95112B}"/>
                </a:ext>
              </a:extLst>
            </p:cNvPr>
            <p:cNvSpPr/>
            <p:nvPr/>
          </p:nvSpPr>
          <p:spPr>
            <a:xfrm>
              <a:off x="33739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1" name="타원 9770">
              <a:extLst>
                <a:ext uri="{FF2B5EF4-FFF2-40B4-BE49-F238E27FC236}">
                  <a16:creationId xmlns:a16="http://schemas.microsoft.com/office/drawing/2014/main" id="{C4F5BB18-E030-4E94-AD58-A26AB4197F40}"/>
                </a:ext>
              </a:extLst>
            </p:cNvPr>
            <p:cNvSpPr/>
            <p:nvPr/>
          </p:nvSpPr>
          <p:spPr>
            <a:xfrm>
              <a:off x="35263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2" name="타원 9771">
              <a:extLst>
                <a:ext uri="{FF2B5EF4-FFF2-40B4-BE49-F238E27FC236}">
                  <a16:creationId xmlns:a16="http://schemas.microsoft.com/office/drawing/2014/main" id="{C94BD012-D648-4A7F-BEE9-0278672D9F35}"/>
                </a:ext>
              </a:extLst>
            </p:cNvPr>
            <p:cNvSpPr/>
            <p:nvPr/>
          </p:nvSpPr>
          <p:spPr>
            <a:xfrm>
              <a:off x="36787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3" name="타원 9772">
              <a:extLst>
                <a:ext uri="{FF2B5EF4-FFF2-40B4-BE49-F238E27FC236}">
                  <a16:creationId xmlns:a16="http://schemas.microsoft.com/office/drawing/2014/main" id="{FB3BFA09-9E79-4483-AB80-2B7B951C9693}"/>
                </a:ext>
              </a:extLst>
            </p:cNvPr>
            <p:cNvSpPr/>
            <p:nvPr/>
          </p:nvSpPr>
          <p:spPr>
            <a:xfrm>
              <a:off x="38311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4" name="타원 9773">
              <a:extLst>
                <a:ext uri="{FF2B5EF4-FFF2-40B4-BE49-F238E27FC236}">
                  <a16:creationId xmlns:a16="http://schemas.microsoft.com/office/drawing/2014/main" id="{B290D632-800F-4B43-9415-239AE332F131}"/>
                </a:ext>
              </a:extLst>
            </p:cNvPr>
            <p:cNvSpPr/>
            <p:nvPr/>
          </p:nvSpPr>
          <p:spPr>
            <a:xfrm>
              <a:off x="39835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5" name="타원 9774">
              <a:extLst>
                <a:ext uri="{FF2B5EF4-FFF2-40B4-BE49-F238E27FC236}">
                  <a16:creationId xmlns:a16="http://schemas.microsoft.com/office/drawing/2014/main" id="{4BEECD0F-06A3-40F2-8176-28F567BCD029}"/>
                </a:ext>
              </a:extLst>
            </p:cNvPr>
            <p:cNvSpPr/>
            <p:nvPr/>
          </p:nvSpPr>
          <p:spPr>
            <a:xfrm>
              <a:off x="41359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6" name="타원 9775">
              <a:extLst>
                <a:ext uri="{FF2B5EF4-FFF2-40B4-BE49-F238E27FC236}">
                  <a16:creationId xmlns:a16="http://schemas.microsoft.com/office/drawing/2014/main" id="{FB3A032D-D464-4559-8E35-894B7354C142}"/>
                </a:ext>
              </a:extLst>
            </p:cNvPr>
            <p:cNvSpPr/>
            <p:nvPr/>
          </p:nvSpPr>
          <p:spPr>
            <a:xfrm>
              <a:off x="42883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7" name="타원 9776">
              <a:extLst>
                <a:ext uri="{FF2B5EF4-FFF2-40B4-BE49-F238E27FC236}">
                  <a16:creationId xmlns:a16="http://schemas.microsoft.com/office/drawing/2014/main" id="{5B6B3DC5-C49B-48BE-8B2B-F1E277F2ED80}"/>
                </a:ext>
              </a:extLst>
            </p:cNvPr>
            <p:cNvSpPr/>
            <p:nvPr/>
          </p:nvSpPr>
          <p:spPr>
            <a:xfrm>
              <a:off x="44407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8" name="타원 9777">
              <a:extLst>
                <a:ext uri="{FF2B5EF4-FFF2-40B4-BE49-F238E27FC236}">
                  <a16:creationId xmlns:a16="http://schemas.microsoft.com/office/drawing/2014/main" id="{D8187CF1-F261-4204-A9FE-E2FACB1CC133}"/>
                </a:ext>
              </a:extLst>
            </p:cNvPr>
            <p:cNvSpPr/>
            <p:nvPr/>
          </p:nvSpPr>
          <p:spPr>
            <a:xfrm>
              <a:off x="45931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79" name="타원 9778">
              <a:extLst>
                <a:ext uri="{FF2B5EF4-FFF2-40B4-BE49-F238E27FC236}">
                  <a16:creationId xmlns:a16="http://schemas.microsoft.com/office/drawing/2014/main" id="{70CAAC67-2FBC-4426-8256-FFEC43D70BFB}"/>
                </a:ext>
              </a:extLst>
            </p:cNvPr>
            <p:cNvSpPr/>
            <p:nvPr/>
          </p:nvSpPr>
          <p:spPr>
            <a:xfrm>
              <a:off x="47455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0" name="타원 9779">
              <a:extLst>
                <a:ext uri="{FF2B5EF4-FFF2-40B4-BE49-F238E27FC236}">
                  <a16:creationId xmlns:a16="http://schemas.microsoft.com/office/drawing/2014/main" id="{AD67A378-4B1B-425C-B9AA-D4C250D5ADB5}"/>
                </a:ext>
              </a:extLst>
            </p:cNvPr>
            <p:cNvSpPr/>
            <p:nvPr/>
          </p:nvSpPr>
          <p:spPr>
            <a:xfrm>
              <a:off x="48979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1" name="타원 9780">
              <a:extLst>
                <a:ext uri="{FF2B5EF4-FFF2-40B4-BE49-F238E27FC236}">
                  <a16:creationId xmlns:a16="http://schemas.microsoft.com/office/drawing/2014/main" id="{8B99575F-CC4E-4B06-9FFB-009AAD90D3EB}"/>
                </a:ext>
              </a:extLst>
            </p:cNvPr>
            <p:cNvSpPr/>
            <p:nvPr/>
          </p:nvSpPr>
          <p:spPr>
            <a:xfrm>
              <a:off x="50503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2" name="타원 9781">
              <a:extLst>
                <a:ext uri="{FF2B5EF4-FFF2-40B4-BE49-F238E27FC236}">
                  <a16:creationId xmlns:a16="http://schemas.microsoft.com/office/drawing/2014/main" id="{7234F20C-7B0E-4C44-806A-4DFA286FC571}"/>
                </a:ext>
              </a:extLst>
            </p:cNvPr>
            <p:cNvSpPr/>
            <p:nvPr/>
          </p:nvSpPr>
          <p:spPr>
            <a:xfrm>
              <a:off x="52027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3" name="타원 9782">
              <a:extLst>
                <a:ext uri="{FF2B5EF4-FFF2-40B4-BE49-F238E27FC236}">
                  <a16:creationId xmlns:a16="http://schemas.microsoft.com/office/drawing/2014/main" id="{9678467E-3869-47E5-8297-0E4182678319}"/>
                </a:ext>
              </a:extLst>
            </p:cNvPr>
            <p:cNvSpPr/>
            <p:nvPr/>
          </p:nvSpPr>
          <p:spPr>
            <a:xfrm>
              <a:off x="53551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4" name="타원 9783">
              <a:extLst>
                <a:ext uri="{FF2B5EF4-FFF2-40B4-BE49-F238E27FC236}">
                  <a16:creationId xmlns:a16="http://schemas.microsoft.com/office/drawing/2014/main" id="{6AE421AA-1A0C-4978-8A13-05C1E7A60224}"/>
                </a:ext>
              </a:extLst>
            </p:cNvPr>
            <p:cNvSpPr/>
            <p:nvPr/>
          </p:nvSpPr>
          <p:spPr>
            <a:xfrm>
              <a:off x="55075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5" name="타원 9784">
              <a:extLst>
                <a:ext uri="{FF2B5EF4-FFF2-40B4-BE49-F238E27FC236}">
                  <a16:creationId xmlns:a16="http://schemas.microsoft.com/office/drawing/2014/main" id="{87A1E496-3394-4622-8767-A0F174F20918}"/>
                </a:ext>
              </a:extLst>
            </p:cNvPr>
            <p:cNvSpPr/>
            <p:nvPr/>
          </p:nvSpPr>
          <p:spPr>
            <a:xfrm>
              <a:off x="56599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6" name="타원 9785">
              <a:extLst>
                <a:ext uri="{FF2B5EF4-FFF2-40B4-BE49-F238E27FC236}">
                  <a16:creationId xmlns:a16="http://schemas.microsoft.com/office/drawing/2014/main" id="{4EFCFBA8-1555-4E12-B398-5D75D5BCB1F0}"/>
                </a:ext>
              </a:extLst>
            </p:cNvPr>
            <p:cNvSpPr/>
            <p:nvPr/>
          </p:nvSpPr>
          <p:spPr>
            <a:xfrm>
              <a:off x="5812349" y="5329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7" name="타원 9786">
              <a:extLst>
                <a:ext uri="{FF2B5EF4-FFF2-40B4-BE49-F238E27FC236}">
                  <a16:creationId xmlns:a16="http://schemas.microsoft.com/office/drawing/2014/main" id="{900873BC-7EEC-4D45-B05F-46DD267B832A}"/>
                </a:ext>
              </a:extLst>
            </p:cNvPr>
            <p:cNvSpPr/>
            <p:nvPr/>
          </p:nvSpPr>
          <p:spPr>
            <a:xfrm>
              <a:off x="3259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8" name="타원 9787">
              <a:extLst>
                <a:ext uri="{FF2B5EF4-FFF2-40B4-BE49-F238E27FC236}">
                  <a16:creationId xmlns:a16="http://schemas.microsoft.com/office/drawing/2014/main" id="{4C20285F-57A2-4517-80D6-DCB92A783A07}"/>
                </a:ext>
              </a:extLst>
            </p:cNvPr>
            <p:cNvSpPr/>
            <p:nvPr/>
          </p:nvSpPr>
          <p:spPr>
            <a:xfrm>
              <a:off x="4783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89" name="타원 9788">
              <a:extLst>
                <a:ext uri="{FF2B5EF4-FFF2-40B4-BE49-F238E27FC236}">
                  <a16:creationId xmlns:a16="http://schemas.microsoft.com/office/drawing/2014/main" id="{29221C04-2963-4D03-AFBF-B90B7092B3CA}"/>
                </a:ext>
              </a:extLst>
            </p:cNvPr>
            <p:cNvSpPr/>
            <p:nvPr/>
          </p:nvSpPr>
          <p:spPr>
            <a:xfrm>
              <a:off x="6307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0" name="타원 9789">
              <a:extLst>
                <a:ext uri="{FF2B5EF4-FFF2-40B4-BE49-F238E27FC236}">
                  <a16:creationId xmlns:a16="http://schemas.microsoft.com/office/drawing/2014/main" id="{B4C94A44-5075-4F5E-B9AF-B734834F496C}"/>
                </a:ext>
              </a:extLst>
            </p:cNvPr>
            <p:cNvSpPr/>
            <p:nvPr/>
          </p:nvSpPr>
          <p:spPr>
            <a:xfrm>
              <a:off x="7831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1" name="타원 9790">
              <a:extLst>
                <a:ext uri="{FF2B5EF4-FFF2-40B4-BE49-F238E27FC236}">
                  <a16:creationId xmlns:a16="http://schemas.microsoft.com/office/drawing/2014/main" id="{E6D66D61-16C2-44DA-9BC7-5B3EFF1F1160}"/>
                </a:ext>
              </a:extLst>
            </p:cNvPr>
            <p:cNvSpPr/>
            <p:nvPr/>
          </p:nvSpPr>
          <p:spPr>
            <a:xfrm>
              <a:off x="9355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2" name="타원 9791">
              <a:extLst>
                <a:ext uri="{FF2B5EF4-FFF2-40B4-BE49-F238E27FC236}">
                  <a16:creationId xmlns:a16="http://schemas.microsoft.com/office/drawing/2014/main" id="{038BD264-0730-479C-B9EE-79985CDAA47B}"/>
                </a:ext>
              </a:extLst>
            </p:cNvPr>
            <p:cNvSpPr/>
            <p:nvPr/>
          </p:nvSpPr>
          <p:spPr>
            <a:xfrm>
              <a:off x="10879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3" name="타원 9792">
              <a:extLst>
                <a:ext uri="{FF2B5EF4-FFF2-40B4-BE49-F238E27FC236}">
                  <a16:creationId xmlns:a16="http://schemas.microsoft.com/office/drawing/2014/main" id="{83607E1C-801E-4A78-B450-4716AEF63302}"/>
                </a:ext>
              </a:extLst>
            </p:cNvPr>
            <p:cNvSpPr/>
            <p:nvPr/>
          </p:nvSpPr>
          <p:spPr>
            <a:xfrm>
              <a:off x="12403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4" name="타원 9793">
              <a:extLst>
                <a:ext uri="{FF2B5EF4-FFF2-40B4-BE49-F238E27FC236}">
                  <a16:creationId xmlns:a16="http://schemas.microsoft.com/office/drawing/2014/main" id="{1AB5600E-B7E2-4172-ACE8-FCFC72B250DD}"/>
                </a:ext>
              </a:extLst>
            </p:cNvPr>
            <p:cNvSpPr/>
            <p:nvPr/>
          </p:nvSpPr>
          <p:spPr>
            <a:xfrm>
              <a:off x="13927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5" name="타원 9794">
              <a:extLst>
                <a:ext uri="{FF2B5EF4-FFF2-40B4-BE49-F238E27FC236}">
                  <a16:creationId xmlns:a16="http://schemas.microsoft.com/office/drawing/2014/main" id="{80369F3E-46FE-4E05-9E95-316B0AEBFC3D}"/>
                </a:ext>
              </a:extLst>
            </p:cNvPr>
            <p:cNvSpPr/>
            <p:nvPr/>
          </p:nvSpPr>
          <p:spPr>
            <a:xfrm>
              <a:off x="15451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6" name="타원 9795">
              <a:extLst>
                <a:ext uri="{FF2B5EF4-FFF2-40B4-BE49-F238E27FC236}">
                  <a16:creationId xmlns:a16="http://schemas.microsoft.com/office/drawing/2014/main" id="{D4D2C2BB-47C5-4EF7-9058-D6B9E48839EB}"/>
                </a:ext>
              </a:extLst>
            </p:cNvPr>
            <p:cNvSpPr/>
            <p:nvPr/>
          </p:nvSpPr>
          <p:spPr>
            <a:xfrm>
              <a:off x="16975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7" name="타원 9796">
              <a:extLst>
                <a:ext uri="{FF2B5EF4-FFF2-40B4-BE49-F238E27FC236}">
                  <a16:creationId xmlns:a16="http://schemas.microsoft.com/office/drawing/2014/main" id="{F4FBBBB4-7895-43DB-BFAF-2B3B5FCED31B}"/>
                </a:ext>
              </a:extLst>
            </p:cNvPr>
            <p:cNvSpPr/>
            <p:nvPr/>
          </p:nvSpPr>
          <p:spPr>
            <a:xfrm>
              <a:off x="18499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8" name="타원 9797">
              <a:extLst>
                <a:ext uri="{FF2B5EF4-FFF2-40B4-BE49-F238E27FC236}">
                  <a16:creationId xmlns:a16="http://schemas.microsoft.com/office/drawing/2014/main" id="{8DE4CAAE-8B0E-42BF-A288-94EF9106C7CB}"/>
                </a:ext>
              </a:extLst>
            </p:cNvPr>
            <p:cNvSpPr/>
            <p:nvPr/>
          </p:nvSpPr>
          <p:spPr>
            <a:xfrm>
              <a:off x="20023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99" name="타원 9798">
              <a:extLst>
                <a:ext uri="{FF2B5EF4-FFF2-40B4-BE49-F238E27FC236}">
                  <a16:creationId xmlns:a16="http://schemas.microsoft.com/office/drawing/2014/main" id="{4355D19B-211A-47D3-87DD-5C6918D023DC}"/>
                </a:ext>
              </a:extLst>
            </p:cNvPr>
            <p:cNvSpPr/>
            <p:nvPr/>
          </p:nvSpPr>
          <p:spPr>
            <a:xfrm>
              <a:off x="21547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0" name="타원 9799">
              <a:extLst>
                <a:ext uri="{FF2B5EF4-FFF2-40B4-BE49-F238E27FC236}">
                  <a16:creationId xmlns:a16="http://schemas.microsoft.com/office/drawing/2014/main" id="{0FF1852A-D66A-4916-9D24-78D2DA28944D}"/>
                </a:ext>
              </a:extLst>
            </p:cNvPr>
            <p:cNvSpPr/>
            <p:nvPr/>
          </p:nvSpPr>
          <p:spPr>
            <a:xfrm>
              <a:off x="23071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1" name="타원 9800">
              <a:extLst>
                <a:ext uri="{FF2B5EF4-FFF2-40B4-BE49-F238E27FC236}">
                  <a16:creationId xmlns:a16="http://schemas.microsoft.com/office/drawing/2014/main" id="{B85BF416-CA7D-46A9-B761-35CFDCE2453E}"/>
                </a:ext>
              </a:extLst>
            </p:cNvPr>
            <p:cNvSpPr/>
            <p:nvPr/>
          </p:nvSpPr>
          <p:spPr>
            <a:xfrm>
              <a:off x="24595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2" name="타원 9801">
              <a:extLst>
                <a:ext uri="{FF2B5EF4-FFF2-40B4-BE49-F238E27FC236}">
                  <a16:creationId xmlns:a16="http://schemas.microsoft.com/office/drawing/2014/main" id="{46094E26-59A9-4AF1-8D3F-10A5640841DE}"/>
                </a:ext>
              </a:extLst>
            </p:cNvPr>
            <p:cNvSpPr/>
            <p:nvPr/>
          </p:nvSpPr>
          <p:spPr>
            <a:xfrm>
              <a:off x="26119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3" name="타원 9802">
              <a:extLst>
                <a:ext uri="{FF2B5EF4-FFF2-40B4-BE49-F238E27FC236}">
                  <a16:creationId xmlns:a16="http://schemas.microsoft.com/office/drawing/2014/main" id="{AB9F06E6-E614-4EBB-BF8E-1225BFEAA180}"/>
                </a:ext>
              </a:extLst>
            </p:cNvPr>
            <p:cNvSpPr/>
            <p:nvPr/>
          </p:nvSpPr>
          <p:spPr>
            <a:xfrm>
              <a:off x="27643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4" name="타원 9803">
              <a:extLst>
                <a:ext uri="{FF2B5EF4-FFF2-40B4-BE49-F238E27FC236}">
                  <a16:creationId xmlns:a16="http://schemas.microsoft.com/office/drawing/2014/main" id="{F115FF5B-0EED-43B0-A2F1-1020D4926BEE}"/>
                </a:ext>
              </a:extLst>
            </p:cNvPr>
            <p:cNvSpPr/>
            <p:nvPr/>
          </p:nvSpPr>
          <p:spPr>
            <a:xfrm>
              <a:off x="29167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5" name="타원 9804">
              <a:extLst>
                <a:ext uri="{FF2B5EF4-FFF2-40B4-BE49-F238E27FC236}">
                  <a16:creationId xmlns:a16="http://schemas.microsoft.com/office/drawing/2014/main" id="{AB4E0F0D-415D-4FDB-AF09-C7429A630A3E}"/>
                </a:ext>
              </a:extLst>
            </p:cNvPr>
            <p:cNvSpPr/>
            <p:nvPr/>
          </p:nvSpPr>
          <p:spPr>
            <a:xfrm>
              <a:off x="30691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6" name="타원 9805">
              <a:extLst>
                <a:ext uri="{FF2B5EF4-FFF2-40B4-BE49-F238E27FC236}">
                  <a16:creationId xmlns:a16="http://schemas.microsoft.com/office/drawing/2014/main" id="{8BDB1DA0-B74A-49F0-A9DD-AB6DD43BA7BE}"/>
                </a:ext>
              </a:extLst>
            </p:cNvPr>
            <p:cNvSpPr/>
            <p:nvPr/>
          </p:nvSpPr>
          <p:spPr>
            <a:xfrm>
              <a:off x="32215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7" name="타원 9806">
              <a:extLst>
                <a:ext uri="{FF2B5EF4-FFF2-40B4-BE49-F238E27FC236}">
                  <a16:creationId xmlns:a16="http://schemas.microsoft.com/office/drawing/2014/main" id="{BCCA1D0D-383F-4A44-BBBA-414F363D8EBC}"/>
                </a:ext>
              </a:extLst>
            </p:cNvPr>
            <p:cNvSpPr/>
            <p:nvPr/>
          </p:nvSpPr>
          <p:spPr>
            <a:xfrm>
              <a:off x="33739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8" name="타원 9807">
              <a:extLst>
                <a:ext uri="{FF2B5EF4-FFF2-40B4-BE49-F238E27FC236}">
                  <a16:creationId xmlns:a16="http://schemas.microsoft.com/office/drawing/2014/main" id="{F9490D41-E7C4-472C-AF4D-BCE0EF478A99}"/>
                </a:ext>
              </a:extLst>
            </p:cNvPr>
            <p:cNvSpPr/>
            <p:nvPr/>
          </p:nvSpPr>
          <p:spPr>
            <a:xfrm>
              <a:off x="35263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09" name="타원 9808">
              <a:extLst>
                <a:ext uri="{FF2B5EF4-FFF2-40B4-BE49-F238E27FC236}">
                  <a16:creationId xmlns:a16="http://schemas.microsoft.com/office/drawing/2014/main" id="{B645C3B6-6783-47F7-8316-16DB8769BCFF}"/>
                </a:ext>
              </a:extLst>
            </p:cNvPr>
            <p:cNvSpPr/>
            <p:nvPr/>
          </p:nvSpPr>
          <p:spPr>
            <a:xfrm>
              <a:off x="36787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0" name="타원 9809">
              <a:extLst>
                <a:ext uri="{FF2B5EF4-FFF2-40B4-BE49-F238E27FC236}">
                  <a16:creationId xmlns:a16="http://schemas.microsoft.com/office/drawing/2014/main" id="{F19E77C2-7CE3-4F88-9D6F-19FBD220E38C}"/>
                </a:ext>
              </a:extLst>
            </p:cNvPr>
            <p:cNvSpPr/>
            <p:nvPr/>
          </p:nvSpPr>
          <p:spPr>
            <a:xfrm>
              <a:off x="38311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1" name="타원 9810">
              <a:extLst>
                <a:ext uri="{FF2B5EF4-FFF2-40B4-BE49-F238E27FC236}">
                  <a16:creationId xmlns:a16="http://schemas.microsoft.com/office/drawing/2014/main" id="{35D38A58-A28D-4FC0-A812-84FC7C9B56B0}"/>
                </a:ext>
              </a:extLst>
            </p:cNvPr>
            <p:cNvSpPr/>
            <p:nvPr/>
          </p:nvSpPr>
          <p:spPr>
            <a:xfrm>
              <a:off x="39835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2" name="타원 9811">
              <a:extLst>
                <a:ext uri="{FF2B5EF4-FFF2-40B4-BE49-F238E27FC236}">
                  <a16:creationId xmlns:a16="http://schemas.microsoft.com/office/drawing/2014/main" id="{7C34CD01-F832-4158-B9BC-7C84EA692035}"/>
                </a:ext>
              </a:extLst>
            </p:cNvPr>
            <p:cNvSpPr/>
            <p:nvPr/>
          </p:nvSpPr>
          <p:spPr>
            <a:xfrm>
              <a:off x="41359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3" name="타원 9812">
              <a:extLst>
                <a:ext uri="{FF2B5EF4-FFF2-40B4-BE49-F238E27FC236}">
                  <a16:creationId xmlns:a16="http://schemas.microsoft.com/office/drawing/2014/main" id="{C69153EC-8F43-4A97-A057-AEE2B9D799B6}"/>
                </a:ext>
              </a:extLst>
            </p:cNvPr>
            <p:cNvSpPr/>
            <p:nvPr/>
          </p:nvSpPr>
          <p:spPr>
            <a:xfrm>
              <a:off x="42883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4" name="타원 9813">
              <a:extLst>
                <a:ext uri="{FF2B5EF4-FFF2-40B4-BE49-F238E27FC236}">
                  <a16:creationId xmlns:a16="http://schemas.microsoft.com/office/drawing/2014/main" id="{DA1052E6-F9BF-49A5-8DE7-973314D93376}"/>
                </a:ext>
              </a:extLst>
            </p:cNvPr>
            <p:cNvSpPr/>
            <p:nvPr/>
          </p:nvSpPr>
          <p:spPr>
            <a:xfrm>
              <a:off x="44407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5" name="타원 9814">
              <a:extLst>
                <a:ext uri="{FF2B5EF4-FFF2-40B4-BE49-F238E27FC236}">
                  <a16:creationId xmlns:a16="http://schemas.microsoft.com/office/drawing/2014/main" id="{584CCDD9-3204-41CF-A6E4-FDEC98091655}"/>
                </a:ext>
              </a:extLst>
            </p:cNvPr>
            <p:cNvSpPr/>
            <p:nvPr/>
          </p:nvSpPr>
          <p:spPr>
            <a:xfrm>
              <a:off x="45931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6" name="타원 9815">
              <a:extLst>
                <a:ext uri="{FF2B5EF4-FFF2-40B4-BE49-F238E27FC236}">
                  <a16:creationId xmlns:a16="http://schemas.microsoft.com/office/drawing/2014/main" id="{16D97941-271E-426B-96C0-3D232388DA81}"/>
                </a:ext>
              </a:extLst>
            </p:cNvPr>
            <p:cNvSpPr/>
            <p:nvPr/>
          </p:nvSpPr>
          <p:spPr>
            <a:xfrm>
              <a:off x="47455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7" name="타원 9816">
              <a:extLst>
                <a:ext uri="{FF2B5EF4-FFF2-40B4-BE49-F238E27FC236}">
                  <a16:creationId xmlns:a16="http://schemas.microsoft.com/office/drawing/2014/main" id="{5C99325D-32C3-413A-8F75-62EBB34BA9EF}"/>
                </a:ext>
              </a:extLst>
            </p:cNvPr>
            <p:cNvSpPr/>
            <p:nvPr/>
          </p:nvSpPr>
          <p:spPr>
            <a:xfrm>
              <a:off x="48979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8" name="타원 9817">
              <a:extLst>
                <a:ext uri="{FF2B5EF4-FFF2-40B4-BE49-F238E27FC236}">
                  <a16:creationId xmlns:a16="http://schemas.microsoft.com/office/drawing/2014/main" id="{0E382AD4-F613-4DF0-B6C3-3520B626449A}"/>
                </a:ext>
              </a:extLst>
            </p:cNvPr>
            <p:cNvSpPr/>
            <p:nvPr/>
          </p:nvSpPr>
          <p:spPr>
            <a:xfrm>
              <a:off x="50503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19" name="타원 9818">
              <a:extLst>
                <a:ext uri="{FF2B5EF4-FFF2-40B4-BE49-F238E27FC236}">
                  <a16:creationId xmlns:a16="http://schemas.microsoft.com/office/drawing/2014/main" id="{979A7DF5-C359-4E6F-97BB-B5AA6B2BDDE9}"/>
                </a:ext>
              </a:extLst>
            </p:cNvPr>
            <p:cNvSpPr/>
            <p:nvPr/>
          </p:nvSpPr>
          <p:spPr>
            <a:xfrm>
              <a:off x="52027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0" name="타원 9819">
              <a:extLst>
                <a:ext uri="{FF2B5EF4-FFF2-40B4-BE49-F238E27FC236}">
                  <a16:creationId xmlns:a16="http://schemas.microsoft.com/office/drawing/2014/main" id="{0055994F-9D32-40C4-893F-DC8F903A2CDC}"/>
                </a:ext>
              </a:extLst>
            </p:cNvPr>
            <p:cNvSpPr/>
            <p:nvPr/>
          </p:nvSpPr>
          <p:spPr>
            <a:xfrm>
              <a:off x="53551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1" name="타원 9820">
              <a:extLst>
                <a:ext uri="{FF2B5EF4-FFF2-40B4-BE49-F238E27FC236}">
                  <a16:creationId xmlns:a16="http://schemas.microsoft.com/office/drawing/2014/main" id="{9AABFFC8-77A4-4F4C-88C2-EFA2584172AF}"/>
                </a:ext>
              </a:extLst>
            </p:cNvPr>
            <p:cNvSpPr/>
            <p:nvPr/>
          </p:nvSpPr>
          <p:spPr>
            <a:xfrm>
              <a:off x="55075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2" name="타원 9821">
              <a:extLst>
                <a:ext uri="{FF2B5EF4-FFF2-40B4-BE49-F238E27FC236}">
                  <a16:creationId xmlns:a16="http://schemas.microsoft.com/office/drawing/2014/main" id="{012A7000-84A1-4ADD-90E6-E7597EBF91A5}"/>
                </a:ext>
              </a:extLst>
            </p:cNvPr>
            <p:cNvSpPr/>
            <p:nvPr/>
          </p:nvSpPr>
          <p:spPr>
            <a:xfrm>
              <a:off x="56599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3" name="타원 9822">
              <a:extLst>
                <a:ext uri="{FF2B5EF4-FFF2-40B4-BE49-F238E27FC236}">
                  <a16:creationId xmlns:a16="http://schemas.microsoft.com/office/drawing/2014/main" id="{AFD5E5FA-2975-4113-8E48-1A080E0A1E7C}"/>
                </a:ext>
              </a:extLst>
            </p:cNvPr>
            <p:cNvSpPr/>
            <p:nvPr/>
          </p:nvSpPr>
          <p:spPr>
            <a:xfrm>
              <a:off x="5812349" y="5482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4" name="타원 9823">
              <a:extLst>
                <a:ext uri="{FF2B5EF4-FFF2-40B4-BE49-F238E27FC236}">
                  <a16:creationId xmlns:a16="http://schemas.microsoft.com/office/drawing/2014/main" id="{4C1D3819-B12E-41B9-805A-D3C00582E628}"/>
                </a:ext>
              </a:extLst>
            </p:cNvPr>
            <p:cNvSpPr/>
            <p:nvPr/>
          </p:nvSpPr>
          <p:spPr>
            <a:xfrm>
              <a:off x="3259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5" name="타원 9824">
              <a:extLst>
                <a:ext uri="{FF2B5EF4-FFF2-40B4-BE49-F238E27FC236}">
                  <a16:creationId xmlns:a16="http://schemas.microsoft.com/office/drawing/2014/main" id="{5D6E3DB3-84A4-4305-BE47-C4375F61D335}"/>
                </a:ext>
              </a:extLst>
            </p:cNvPr>
            <p:cNvSpPr/>
            <p:nvPr/>
          </p:nvSpPr>
          <p:spPr>
            <a:xfrm>
              <a:off x="4783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6" name="타원 9825">
              <a:extLst>
                <a:ext uri="{FF2B5EF4-FFF2-40B4-BE49-F238E27FC236}">
                  <a16:creationId xmlns:a16="http://schemas.microsoft.com/office/drawing/2014/main" id="{5CBE89EB-2627-4F51-B04C-C34025C48691}"/>
                </a:ext>
              </a:extLst>
            </p:cNvPr>
            <p:cNvSpPr/>
            <p:nvPr/>
          </p:nvSpPr>
          <p:spPr>
            <a:xfrm>
              <a:off x="6307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7" name="타원 9826">
              <a:extLst>
                <a:ext uri="{FF2B5EF4-FFF2-40B4-BE49-F238E27FC236}">
                  <a16:creationId xmlns:a16="http://schemas.microsoft.com/office/drawing/2014/main" id="{0CD3C642-9ACE-4211-93CC-3BA9C6A6D08D}"/>
                </a:ext>
              </a:extLst>
            </p:cNvPr>
            <p:cNvSpPr/>
            <p:nvPr/>
          </p:nvSpPr>
          <p:spPr>
            <a:xfrm>
              <a:off x="7831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8" name="타원 9827">
              <a:extLst>
                <a:ext uri="{FF2B5EF4-FFF2-40B4-BE49-F238E27FC236}">
                  <a16:creationId xmlns:a16="http://schemas.microsoft.com/office/drawing/2014/main" id="{810C6759-C46A-41E5-9913-79C393EB96EE}"/>
                </a:ext>
              </a:extLst>
            </p:cNvPr>
            <p:cNvSpPr/>
            <p:nvPr/>
          </p:nvSpPr>
          <p:spPr>
            <a:xfrm>
              <a:off x="9355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29" name="타원 9828">
              <a:extLst>
                <a:ext uri="{FF2B5EF4-FFF2-40B4-BE49-F238E27FC236}">
                  <a16:creationId xmlns:a16="http://schemas.microsoft.com/office/drawing/2014/main" id="{434F58A5-F99D-473C-A720-79B3D4274B1D}"/>
                </a:ext>
              </a:extLst>
            </p:cNvPr>
            <p:cNvSpPr/>
            <p:nvPr/>
          </p:nvSpPr>
          <p:spPr>
            <a:xfrm>
              <a:off x="10879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0" name="타원 9829">
              <a:extLst>
                <a:ext uri="{FF2B5EF4-FFF2-40B4-BE49-F238E27FC236}">
                  <a16:creationId xmlns:a16="http://schemas.microsoft.com/office/drawing/2014/main" id="{BC5A108B-4632-470B-8FE2-E40B296B5984}"/>
                </a:ext>
              </a:extLst>
            </p:cNvPr>
            <p:cNvSpPr/>
            <p:nvPr/>
          </p:nvSpPr>
          <p:spPr>
            <a:xfrm>
              <a:off x="12403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1" name="타원 9830">
              <a:extLst>
                <a:ext uri="{FF2B5EF4-FFF2-40B4-BE49-F238E27FC236}">
                  <a16:creationId xmlns:a16="http://schemas.microsoft.com/office/drawing/2014/main" id="{68E49EA4-D2AE-4E3D-91F4-79AA05EFF171}"/>
                </a:ext>
              </a:extLst>
            </p:cNvPr>
            <p:cNvSpPr/>
            <p:nvPr/>
          </p:nvSpPr>
          <p:spPr>
            <a:xfrm>
              <a:off x="13927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2" name="타원 9831">
              <a:extLst>
                <a:ext uri="{FF2B5EF4-FFF2-40B4-BE49-F238E27FC236}">
                  <a16:creationId xmlns:a16="http://schemas.microsoft.com/office/drawing/2014/main" id="{2B1A02FB-B2CC-448B-B71B-DCB438895FC9}"/>
                </a:ext>
              </a:extLst>
            </p:cNvPr>
            <p:cNvSpPr/>
            <p:nvPr/>
          </p:nvSpPr>
          <p:spPr>
            <a:xfrm>
              <a:off x="15451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3" name="타원 9832">
              <a:extLst>
                <a:ext uri="{FF2B5EF4-FFF2-40B4-BE49-F238E27FC236}">
                  <a16:creationId xmlns:a16="http://schemas.microsoft.com/office/drawing/2014/main" id="{6EDAFBFE-EF12-42A9-9668-EC5BADA949B0}"/>
                </a:ext>
              </a:extLst>
            </p:cNvPr>
            <p:cNvSpPr/>
            <p:nvPr/>
          </p:nvSpPr>
          <p:spPr>
            <a:xfrm>
              <a:off x="16975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4" name="타원 9833">
              <a:extLst>
                <a:ext uri="{FF2B5EF4-FFF2-40B4-BE49-F238E27FC236}">
                  <a16:creationId xmlns:a16="http://schemas.microsoft.com/office/drawing/2014/main" id="{A87484D8-FEF9-4BDD-93E5-EF7830092E45}"/>
                </a:ext>
              </a:extLst>
            </p:cNvPr>
            <p:cNvSpPr/>
            <p:nvPr/>
          </p:nvSpPr>
          <p:spPr>
            <a:xfrm>
              <a:off x="18499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5" name="타원 9834">
              <a:extLst>
                <a:ext uri="{FF2B5EF4-FFF2-40B4-BE49-F238E27FC236}">
                  <a16:creationId xmlns:a16="http://schemas.microsoft.com/office/drawing/2014/main" id="{2F2A73A4-38EF-4A14-8929-4BFF612BB68E}"/>
                </a:ext>
              </a:extLst>
            </p:cNvPr>
            <p:cNvSpPr/>
            <p:nvPr/>
          </p:nvSpPr>
          <p:spPr>
            <a:xfrm>
              <a:off x="20023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6" name="타원 9835">
              <a:extLst>
                <a:ext uri="{FF2B5EF4-FFF2-40B4-BE49-F238E27FC236}">
                  <a16:creationId xmlns:a16="http://schemas.microsoft.com/office/drawing/2014/main" id="{675E3A3E-E52D-41D5-978C-08513FE9FBF3}"/>
                </a:ext>
              </a:extLst>
            </p:cNvPr>
            <p:cNvSpPr/>
            <p:nvPr/>
          </p:nvSpPr>
          <p:spPr>
            <a:xfrm>
              <a:off x="21547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7" name="타원 9836">
              <a:extLst>
                <a:ext uri="{FF2B5EF4-FFF2-40B4-BE49-F238E27FC236}">
                  <a16:creationId xmlns:a16="http://schemas.microsoft.com/office/drawing/2014/main" id="{3B9A9200-4DF4-4F45-882E-C9807617F8C3}"/>
                </a:ext>
              </a:extLst>
            </p:cNvPr>
            <p:cNvSpPr/>
            <p:nvPr/>
          </p:nvSpPr>
          <p:spPr>
            <a:xfrm>
              <a:off x="23071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8" name="타원 9837">
              <a:extLst>
                <a:ext uri="{FF2B5EF4-FFF2-40B4-BE49-F238E27FC236}">
                  <a16:creationId xmlns:a16="http://schemas.microsoft.com/office/drawing/2014/main" id="{8865FD11-7228-4ABC-9AC1-16740340FFA0}"/>
                </a:ext>
              </a:extLst>
            </p:cNvPr>
            <p:cNvSpPr/>
            <p:nvPr/>
          </p:nvSpPr>
          <p:spPr>
            <a:xfrm>
              <a:off x="24595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39" name="타원 9838">
              <a:extLst>
                <a:ext uri="{FF2B5EF4-FFF2-40B4-BE49-F238E27FC236}">
                  <a16:creationId xmlns:a16="http://schemas.microsoft.com/office/drawing/2014/main" id="{5C091E1D-1292-430F-ACE7-993B356A36FD}"/>
                </a:ext>
              </a:extLst>
            </p:cNvPr>
            <p:cNvSpPr/>
            <p:nvPr/>
          </p:nvSpPr>
          <p:spPr>
            <a:xfrm>
              <a:off x="26119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0" name="타원 9839">
              <a:extLst>
                <a:ext uri="{FF2B5EF4-FFF2-40B4-BE49-F238E27FC236}">
                  <a16:creationId xmlns:a16="http://schemas.microsoft.com/office/drawing/2014/main" id="{41346CF1-0F93-49E3-943E-BF9D07460AD5}"/>
                </a:ext>
              </a:extLst>
            </p:cNvPr>
            <p:cNvSpPr/>
            <p:nvPr/>
          </p:nvSpPr>
          <p:spPr>
            <a:xfrm>
              <a:off x="27643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1" name="타원 9840">
              <a:extLst>
                <a:ext uri="{FF2B5EF4-FFF2-40B4-BE49-F238E27FC236}">
                  <a16:creationId xmlns:a16="http://schemas.microsoft.com/office/drawing/2014/main" id="{8D339FC8-2266-436C-9EA4-D88AD0ABBB57}"/>
                </a:ext>
              </a:extLst>
            </p:cNvPr>
            <p:cNvSpPr/>
            <p:nvPr/>
          </p:nvSpPr>
          <p:spPr>
            <a:xfrm>
              <a:off x="29167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2" name="타원 9841">
              <a:extLst>
                <a:ext uri="{FF2B5EF4-FFF2-40B4-BE49-F238E27FC236}">
                  <a16:creationId xmlns:a16="http://schemas.microsoft.com/office/drawing/2014/main" id="{33310074-ABDA-46C1-9F26-926A24DFA173}"/>
                </a:ext>
              </a:extLst>
            </p:cNvPr>
            <p:cNvSpPr/>
            <p:nvPr/>
          </p:nvSpPr>
          <p:spPr>
            <a:xfrm>
              <a:off x="30691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3" name="타원 9842">
              <a:extLst>
                <a:ext uri="{FF2B5EF4-FFF2-40B4-BE49-F238E27FC236}">
                  <a16:creationId xmlns:a16="http://schemas.microsoft.com/office/drawing/2014/main" id="{5B255395-5486-48F1-9FD1-5A351CF10581}"/>
                </a:ext>
              </a:extLst>
            </p:cNvPr>
            <p:cNvSpPr/>
            <p:nvPr/>
          </p:nvSpPr>
          <p:spPr>
            <a:xfrm>
              <a:off x="32215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4" name="타원 9843">
              <a:extLst>
                <a:ext uri="{FF2B5EF4-FFF2-40B4-BE49-F238E27FC236}">
                  <a16:creationId xmlns:a16="http://schemas.microsoft.com/office/drawing/2014/main" id="{8B1066F4-57C7-4887-92E8-41A39AEB3F09}"/>
                </a:ext>
              </a:extLst>
            </p:cNvPr>
            <p:cNvSpPr/>
            <p:nvPr/>
          </p:nvSpPr>
          <p:spPr>
            <a:xfrm>
              <a:off x="33739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5" name="타원 9844">
              <a:extLst>
                <a:ext uri="{FF2B5EF4-FFF2-40B4-BE49-F238E27FC236}">
                  <a16:creationId xmlns:a16="http://schemas.microsoft.com/office/drawing/2014/main" id="{55908A19-D75D-4934-9CA3-127F29A37AF8}"/>
                </a:ext>
              </a:extLst>
            </p:cNvPr>
            <p:cNvSpPr/>
            <p:nvPr/>
          </p:nvSpPr>
          <p:spPr>
            <a:xfrm>
              <a:off x="35263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6" name="타원 9845">
              <a:extLst>
                <a:ext uri="{FF2B5EF4-FFF2-40B4-BE49-F238E27FC236}">
                  <a16:creationId xmlns:a16="http://schemas.microsoft.com/office/drawing/2014/main" id="{07706BBE-DE35-4AF9-9D8C-8A35E4107615}"/>
                </a:ext>
              </a:extLst>
            </p:cNvPr>
            <p:cNvSpPr/>
            <p:nvPr/>
          </p:nvSpPr>
          <p:spPr>
            <a:xfrm>
              <a:off x="36787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7" name="타원 9846">
              <a:extLst>
                <a:ext uri="{FF2B5EF4-FFF2-40B4-BE49-F238E27FC236}">
                  <a16:creationId xmlns:a16="http://schemas.microsoft.com/office/drawing/2014/main" id="{B149EE09-0D3D-4A1B-9D06-79FBD818D301}"/>
                </a:ext>
              </a:extLst>
            </p:cNvPr>
            <p:cNvSpPr/>
            <p:nvPr/>
          </p:nvSpPr>
          <p:spPr>
            <a:xfrm>
              <a:off x="38311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8" name="타원 9847">
              <a:extLst>
                <a:ext uri="{FF2B5EF4-FFF2-40B4-BE49-F238E27FC236}">
                  <a16:creationId xmlns:a16="http://schemas.microsoft.com/office/drawing/2014/main" id="{8FA324BA-9C9D-47AF-ABD2-C99D88EA6C0E}"/>
                </a:ext>
              </a:extLst>
            </p:cNvPr>
            <p:cNvSpPr/>
            <p:nvPr/>
          </p:nvSpPr>
          <p:spPr>
            <a:xfrm>
              <a:off x="39835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49" name="타원 9848">
              <a:extLst>
                <a:ext uri="{FF2B5EF4-FFF2-40B4-BE49-F238E27FC236}">
                  <a16:creationId xmlns:a16="http://schemas.microsoft.com/office/drawing/2014/main" id="{CFE56A6C-AB59-4B6C-BD6E-828FE069EDF9}"/>
                </a:ext>
              </a:extLst>
            </p:cNvPr>
            <p:cNvSpPr/>
            <p:nvPr/>
          </p:nvSpPr>
          <p:spPr>
            <a:xfrm>
              <a:off x="41359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0" name="타원 9849">
              <a:extLst>
                <a:ext uri="{FF2B5EF4-FFF2-40B4-BE49-F238E27FC236}">
                  <a16:creationId xmlns:a16="http://schemas.microsoft.com/office/drawing/2014/main" id="{D3719B13-36CE-4A4A-90F3-B5A9CCBB52C3}"/>
                </a:ext>
              </a:extLst>
            </p:cNvPr>
            <p:cNvSpPr/>
            <p:nvPr/>
          </p:nvSpPr>
          <p:spPr>
            <a:xfrm>
              <a:off x="42883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1" name="타원 9850">
              <a:extLst>
                <a:ext uri="{FF2B5EF4-FFF2-40B4-BE49-F238E27FC236}">
                  <a16:creationId xmlns:a16="http://schemas.microsoft.com/office/drawing/2014/main" id="{486086B6-3D32-4B64-AC78-622CFC6DE51A}"/>
                </a:ext>
              </a:extLst>
            </p:cNvPr>
            <p:cNvSpPr/>
            <p:nvPr/>
          </p:nvSpPr>
          <p:spPr>
            <a:xfrm>
              <a:off x="44407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2" name="타원 9851">
              <a:extLst>
                <a:ext uri="{FF2B5EF4-FFF2-40B4-BE49-F238E27FC236}">
                  <a16:creationId xmlns:a16="http://schemas.microsoft.com/office/drawing/2014/main" id="{409DA19B-287F-4CBB-B013-2689EF985D3D}"/>
                </a:ext>
              </a:extLst>
            </p:cNvPr>
            <p:cNvSpPr/>
            <p:nvPr/>
          </p:nvSpPr>
          <p:spPr>
            <a:xfrm>
              <a:off x="45931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3" name="타원 9852">
              <a:extLst>
                <a:ext uri="{FF2B5EF4-FFF2-40B4-BE49-F238E27FC236}">
                  <a16:creationId xmlns:a16="http://schemas.microsoft.com/office/drawing/2014/main" id="{96587009-C180-4DCF-9DD0-569F12984BD1}"/>
                </a:ext>
              </a:extLst>
            </p:cNvPr>
            <p:cNvSpPr/>
            <p:nvPr/>
          </p:nvSpPr>
          <p:spPr>
            <a:xfrm>
              <a:off x="47455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4" name="타원 9853">
              <a:extLst>
                <a:ext uri="{FF2B5EF4-FFF2-40B4-BE49-F238E27FC236}">
                  <a16:creationId xmlns:a16="http://schemas.microsoft.com/office/drawing/2014/main" id="{1B1FFCA9-AD36-42E8-B510-C758B6BFC63C}"/>
                </a:ext>
              </a:extLst>
            </p:cNvPr>
            <p:cNvSpPr/>
            <p:nvPr/>
          </p:nvSpPr>
          <p:spPr>
            <a:xfrm>
              <a:off x="48979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5" name="타원 9854">
              <a:extLst>
                <a:ext uri="{FF2B5EF4-FFF2-40B4-BE49-F238E27FC236}">
                  <a16:creationId xmlns:a16="http://schemas.microsoft.com/office/drawing/2014/main" id="{4CC9AACD-4441-4242-BAD4-2ABDFDF95D61}"/>
                </a:ext>
              </a:extLst>
            </p:cNvPr>
            <p:cNvSpPr/>
            <p:nvPr/>
          </p:nvSpPr>
          <p:spPr>
            <a:xfrm>
              <a:off x="50503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6" name="타원 9855">
              <a:extLst>
                <a:ext uri="{FF2B5EF4-FFF2-40B4-BE49-F238E27FC236}">
                  <a16:creationId xmlns:a16="http://schemas.microsoft.com/office/drawing/2014/main" id="{B5F90A61-9B46-42E6-8652-544239D36619}"/>
                </a:ext>
              </a:extLst>
            </p:cNvPr>
            <p:cNvSpPr/>
            <p:nvPr/>
          </p:nvSpPr>
          <p:spPr>
            <a:xfrm>
              <a:off x="52027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7" name="타원 9856">
              <a:extLst>
                <a:ext uri="{FF2B5EF4-FFF2-40B4-BE49-F238E27FC236}">
                  <a16:creationId xmlns:a16="http://schemas.microsoft.com/office/drawing/2014/main" id="{6A97914E-606C-4772-920E-50F07199A89B}"/>
                </a:ext>
              </a:extLst>
            </p:cNvPr>
            <p:cNvSpPr/>
            <p:nvPr/>
          </p:nvSpPr>
          <p:spPr>
            <a:xfrm>
              <a:off x="53551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8" name="타원 9857">
              <a:extLst>
                <a:ext uri="{FF2B5EF4-FFF2-40B4-BE49-F238E27FC236}">
                  <a16:creationId xmlns:a16="http://schemas.microsoft.com/office/drawing/2014/main" id="{4F13D339-687F-42F3-9CE2-EDC706AF07DE}"/>
                </a:ext>
              </a:extLst>
            </p:cNvPr>
            <p:cNvSpPr/>
            <p:nvPr/>
          </p:nvSpPr>
          <p:spPr>
            <a:xfrm>
              <a:off x="55075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59" name="타원 9858">
              <a:extLst>
                <a:ext uri="{FF2B5EF4-FFF2-40B4-BE49-F238E27FC236}">
                  <a16:creationId xmlns:a16="http://schemas.microsoft.com/office/drawing/2014/main" id="{D26197C1-DAD7-4522-B3AD-A843D085003F}"/>
                </a:ext>
              </a:extLst>
            </p:cNvPr>
            <p:cNvSpPr/>
            <p:nvPr/>
          </p:nvSpPr>
          <p:spPr>
            <a:xfrm>
              <a:off x="56599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0" name="타원 9859">
              <a:extLst>
                <a:ext uri="{FF2B5EF4-FFF2-40B4-BE49-F238E27FC236}">
                  <a16:creationId xmlns:a16="http://schemas.microsoft.com/office/drawing/2014/main" id="{6A62C02F-AFD7-4B40-8CC7-0A13B84689C3}"/>
                </a:ext>
              </a:extLst>
            </p:cNvPr>
            <p:cNvSpPr/>
            <p:nvPr/>
          </p:nvSpPr>
          <p:spPr>
            <a:xfrm>
              <a:off x="5812349" y="5634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1" name="타원 9860">
              <a:extLst>
                <a:ext uri="{FF2B5EF4-FFF2-40B4-BE49-F238E27FC236}">
                  <a16:creationId xmlns:a16="http://schemas.microsoft.com/office/drawing/2014/main" id="{B3F32599-314E-43C3-A2A9-31204B0EDEC1}"/>
                </a:ext>
              </a:extLst>
            </p:cNvPr>
            <p:cNvSpPr/>
            <p:nvPr/>
          </p:nvSpPr>
          <p:spPr>
            <a:xfrm>
              <a:off x="3259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2" name="타원 9861">
              <a:extLst>
                <a:ext uri="{FF2B5EF4-FFF2-40B4-BE49-F238E27FC236}">
                  <a16:creationId xmlns:a16="http://schemas.microsoft.com/office/drawing/2014/main" id="{7D30EF7B-D64F-41E6-87B0-C45F71883EF2}"/>
                </a:ext>
              </a:extLst>
            </p:cNvPr>
            <p:cNvSpPr/>
            <p:nvPr/>
          </p:nvSpPr>
          <p:spPr>
            <a:xfrm>
              <a:off x="4783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3" name="타원 9862">
              <a:extLst>
                <a:ext uri="{FF2B5EF4-FFF2-40B4-BE49-F238E27FC236}">
                  <a16:creationId xmlns:a16="http://schemas.microsoft.com/office/drawing/2014/main" id="{8BB3FDB2-1DEA-46B7-B6CC-65537CDFE1DF}"/>
                </a:ext>
              </a:extLst>
            </p:cNvPr>
            <p:cNvSpPr/>
            <p:nvPr/>
          </p:nvSpPr>
          <p:spPr>
            <a:xfrm>
              <a:off x="6307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4" name="타원 9863">
              <a:extLst>
                <a:ext uri="{FF2B5EF4-FFF2-40B4-BE49-F238E27FC236}">
                  <a16:creationId xmlns:a16="http://schemas.microsoft.com/office/drawing/2014/main" id="{A571A514-3AD2-4783-97DD-8697B29972C1}"/>
                </a:ext>
              </a:extLst>
            </p:cNvPr>
            <p:cNvSpPr/>
            <p:nvPr/>
          </p:nvSpPr>
          <p:spPr>
            <a:xfrm>
              <a:off x="7831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5" name="타원 9864">
              <a:extLst>
                <a:ext uri="{FF2B5EF4-FFF2-40B4-BE49-F238E27FC236}">
                  <a16:creationId xmlns:a16="http://schemas.microsoft.com/office/drawing/2014/main" id="{7F045954-1185-46E8-98F0-6C8B6B73FEC7}"/>
                </a:ext>
              </a:extLst>
            </p:cNvPr>
            <p:cNvSpPr/>
            <p:nvPr/>
          </p:nvSpPr>
          <p:spPr>
            <a:xfrm>
              <a:off x="9355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6" name="타원 9865">
              <a:extLst>
                <a:ext uri="{FF2B5EF4-FFF2-40B4-BE49-F238E27FC236}">
                  <a16:creationId xmlns:a16="http://schemas.microsoft.com/office/drawing/2014/main" id="{300DFA55-F274-429F-A276-2A21117DE2C2}"/>
                </a:ext>
              </a:extLst>
            </p:cNvPr>
            <p:cNvSpPr/>
            <p:nvPr/>
          </p:nvSpPr>
          <p:spPr>
            <a:xfrm>
              <a:off x="10879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7" name="타원 9866">
              <a:extLst>
                <a:ext uri="{FF2B5EF4-FFF2-40B4-BE49-F238E27FC236}">
                  <a16:creationId xmlns:a16="http://schemas.microsoft.com/office/drawing/2014/main" id="{BA0EEA54-16BE-43BA-AB9B-DE431FEB6254}"/>
                </a:ext>
              </a:extLst>
            </p:cNvPr>
            <p:cNvSpPr/>
            <p:nvPr/>
          </p:nvSpPr>
          <p:spPr>
            <a:xfrm>
              <a:off x="12403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8" name="타원 9867">
              <a:extLst>
                <a:ext uri="{FF2B5EF4-FFF2-40B4-BE49-F238E27FC236}">
                  <a16:creationId xmlns:a16="http://schemas.microsoft.com/office/drawing/2014/main" id="{F47F3EAD-0E05-4747-A6F2-351F695BCC8D}"/>
                </a:ext>
              </a:extLst>
            </p:cNvPr>
            <p:cNvSpPr/>
            <p:nvPr/>
          </p:nvSpPr>
          <p:spPr>
            <a:xfrm>
              <a:off x="13927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69" name="타원 9868">
              <a:extLst>
                <a:ext uri="{FF2B5EF4-FFF2-40B4-BE49-F238E27FC236}">
                  <a16:creationId xmlns:a16="http://schemas.microsoft.com/office/drawing/2014/main" id="{7A0B414C-7454-4C57-ADB6-EEDC7CAE5599}"/>
                </a:ext>
              </a:extLst>
            </p:cNvPr>
            <p:cNvSpPr/>
            <p:nvPr/>
          </p:nvSpPr>
          <p:spPr>
            <a:xfrm>
              <a:off x="15451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0" name="타원 9869">
              <a:extLst>
                <a:ext uri="{FF2B5EF4-FFF2-40B4-BE49-F238E27FC236}">
                  <a16:creationId xmlns:a16="http://schemas.microsoft.com/office/drawing/2014/main" id="{931E3EB2-14CE-4F89-A8A9-9EC2402099EF}"/>
                </a:ext>
              </a:extLst>
            </p:cNvPr>
            <p:cNvSpPr/>
            <p:nvPr/>
          </p:nvSpPr>
          <p:spPr>
            <a:xfrm>
              <a:off x="16975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1" name="타원 9870">
              <a:extLst>
                <a:ext uri="{FF2B5EF4-FFF2-40B4-BE49-F238E27FC236}">
                  <a16:creationId xmlns:a16="http://schemas.microsoft.com/office/drawing/2014/main" id="{B6546296-F28C-410E-A1B4-C5E84A1B0473}"/>
                </a:ext>
              </a:extLst>
            </p:cNvPr>
            <p:cNvSpPr/>
            <p:nvPr/>
          </p:nvSpPr>
          <p:spPr>
            <a:xfrm>
              <a:off x="18499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2" name="타원 9871">
              <a:extLst>
                <a:ext uri="{FF2B5EF4-FFF2-40B4-BE49-F238E27FC236}">
                  <a16:creationId xmlns:a16="http://schemas.microsoft.com/office/drawing/2014/main" id="{037EA957-D5D6-4AE6-848D-87083AFE31A8}"/>
                </a:ext>
              </a:extLst>
            </p:cNvPr>
            <p:cNvSpPr/>
            <p:nvPr/>
          </p:nvSpPr>
          <p:spPr>
            <a:xfrm>
              <a:off x="20023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3" name="타원 9872">
              <a:extLst>
                <a:ext uri="{FF2B5EF4-FFF2-40B4-BE49-F238E27FC236}">
                  <a16:creationId xmlns:a16="http://schemas.microsoft.com/office/drawing/2014/main" id="{EE56A980-C856-4953-A435-B1CE12847A32}"/>
                </a:ext>
              </a:extLst>
            </p:cNvPr>
            <p:cNvSpPr/>
            <p:nvPr/>
          </p:nvSpPr>
          <p:spPr>
            <a:xfrm>
              <a:off x="21547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4" name="타원 9873">
              <a:extLst>
                <a:ext uri="{FF2B5EF4-FFF2-40B4-BE49-F238E27FC236}">
                  <a16:creationId xmlns:a16="http://schemas.microsoft.com/office/drawing/2014/main" id="{A3449BFE-0EA7-4430-AA6C-C9537755921A}"/>
                </a:ext>
              </a:extLst>
            </p:cNvPr>
            <p:cNvSpPr/>
            <p:nvPr/>
          </p:nvSpPr>
          <p:spPr>
            <a:xfrm>
              <a:off x="23071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5" name="타원 9874">
              <a:extLst>
                <a:ext uri="{FF2B5EF4-FFF2-40B4-BE49-F238E27FC236}">
                  <a16:creationId xmlns:a16="http://schemas.microsoft.com/office/drawing/2014/main" id="{8C4B6D5E-B8C7-4A3D-84C2-6AD3FDD3761D}"/>
                </a:ext>
              </a:extLst>
            </p:cNvPr>
            <p:cNvSpPr/>
            <p:nvPr/>
          </p:nvSpPr>
          <p:spPr>
            <a:xfrm>
              <a:off x="24595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6" name="타원 9875">
              <a:extLst>
                <a:ext uri="{FF2B5EF4-FFF2-40B4-BE49-F238E27FC236}">
                  <a16:creationId xmlns:a16="http://schemas.microsoft.com/office/drawing/2014/main" id="{6B863B66-6FEC-4985-8428-2A6778CF907C}"/>
                </a:ext>
              </a:extLst>
            </p:cNvPr>
            <p:cNvSpPr/>
            <p:nvPr/>
          </p:nvSpPr>
          <p:spPr>
            <a:xfrm>
              <a:off x="26119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7" name="타원 9876">
              <a:extLst>
                <a:ext uri="{FF2B5EF4-FFF2-40B4-BE49-F238E27FC236}">
                  <a16:creationId xmlns:a16="http://schemas.microsoft.com/office/drawing/2014/main" id="{E301FB43-E576-4F52-8225-B4C74E5A12D7}"/>
                </a:ext>
              </a:extLst>
            </p:cNvPr>
            <p:cNvSpPr/>
            <p:nvPr/>
          </p:nvSpPr>
          <p:spPr>
            <a:xfrm>
              <a:off x="27643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8" name="타원 9877">
              <a:extLst>
                <a:ext uri="{FF2B5EF4-FFF2-40B4-BE49-F238E27FC236}">
                  <a16:creationId xmlns:a16="http://schemas.microsoft.com/office/drawing/2014/main" id="{9C63E160-3061-4E4E-B244-BE23CEB61CA1}"/>
                </a:ext>
              </a:extLst>
            </p:cNvPr>
            <p:cNvSpPr/>
            <p:nvPr/>
          </p:nvSpPr>
          <p:spPr>
            <a:xfrm>
              <a:off x="29167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79" name="타원 9878">
              <a:extLst>
                <a:ext uri="{FF2B5EF4-FFF2-40B4-BE49-F238E27FC236}">
                  <a16:creationId xmlns:a16="http://schemas.microsoft.com/office/drawing/2014/main" id="{183E3346-AA7E-4056-ACAB-0204D08298BA}"/>
                </a:ext>
              </a:extLst>
            </p:cNvPr>
            <p:cNvSpPr/>
            <p:nvPr/>
          </p:nvSpPr>
          <p:spPr>
            <a:xfrm>
              <a:off x="30691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0" name="타원 9879">
              <a:extLst>
                <a:ext uri="{FF2B5EF4-FFF2-40B4-BE49-F238E27FC236}">
                  <a16:creationId xmlns:a16="http://schemas.microsoft.com/office/drawing/2014/main" id="{5E93AC33-526D-4635-B687-A9F777C18A21}"/>
                </a:ext>
              </a:extLst>
            </p:cNvPr>
            <p:cNvSpPr/>
            <p:nvPr/>
          </p:nvSpPr>
          <p:spPr>
            <a:xfrm>
              <a:off x="32215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1" name="타원 9880">
              <a:extLst>
                <a:ext uri="{FF2B5EF4-FFF2-40B4-BE49-F238E27FC236}">
                  <a16:creationId xmlns:a16="http://schemas.microsoft.com/office/drawing/2014/main" id="{35ED9F7F-6796-49B4-8557-FAD32B173D19}"/>
                </a:ext>
              </a:extLst>
            </p:cNvPr>
            <p:cNvSpPr/>
            <p:nvPr/>
          </p:nvSpPr>
          <p:spPr>
            <a:xfrm>
              <a:off x="33739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2" name="타원 9881">
              <a:extLst>
                <a:ext uri="{FF2B5EF4-FFF2-40B4-BE49-F238E27FC236}">
                  <a16:creationId xmlns:a16="http://schemas.microsoft.com/office/drawing/2014/main" id="{ACD0FCC8-62D2-439A-B504-C0656580D5FC}"/>
                </a:ext>
              </a:extLst>
            </p:cNvPr>
            <p:cNvSpPr/>
            <p:nvPr/>
          </p:nvSpPr>
          <p:spPr>
            <a:xfrm>
              <a:off x="35263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3" name="타원 9882">
              <a:extLst>
                <a:ext uri="{FF2B5EF4-FFF2-40B4-BE49-F238E27FC236}">
                  <a16:creationId xmlns:a16="http://schemas.microsoft.com/office/drawing/2014/main" id="{358EA68B-7C7C-4619-869C-55EFC7FEACCF}"/>
                </a:ext>
              </a:extLst>
            </p:cNvPr>
            <p:cNvSpPr/>
            <p:nvPr/>
          </p:nvSpPr>
          <p:spPr>
            <a:xfrm>
              <a:off x="36787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4" name="타원 9883">
              <a:extLst>
                <a:ext uri="{FF2B5EF4-FFF2-40B4-BE49-F238E27FC236}">
                  <a16:creationId xmlns:a16="http://schemas.microsoft.com/office/drawing/2014/main" id="{D591FAFA-7DE3-45D2-A319-59B61A4D0F05}"/>
                </a:ext>
              </a:extLst>
            </p:cNvPr>
            <p:cNvSpPr/>
            <p:nvPr/>
          </p:nvSpPr>
          <p:spPr>
            <a:xfrm>
              <a:off x="38311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5" name="타원 9884">
              <a:extLst>
                <a:ext uri="{FF2B5EF4-FFF2-40B4-BE49-F238E27FC236}">
                  <a16:creationId xmlns:a16="http://schemas.microsoft.com/office/drawing/2014/main" id="{6EA42331-50B2-4FE7-990B-44FB6CFB0768}"/>
                </a:ext>
              </a:extLst>
            </p:cNvPr>
            <p:cNvSpPr/>
            <p:nvPr/>
          </p:nvSpPr>
          <p:spPr>
            <a:xfrm>
              <a:off x="39835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6" name="타원 9885">
              <a:extLst>
                <a:ext uri="{FF2B5EF4-FFF2-40B4-BE49-F238E27FC236}">
                  <a16:creationId xmlns:a16="http://schemas.microsoft.com/office/drawing/2014/main" id="{A77617F7-BCD6-4EFF-9344-BB49C2051784}"/>
                </a:ext>
              </a:extLst>
            </p:cNvPr>
            <p:cNvSpPr/>
            <p:nvPr/>
          </p:nvSpPr>
          <p:spPr>
            <a:xfrm>
              <a:off x="41359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7" name="타원 9886">
              <a:extLst>
                <a:ext uri="{FF2B5EF4-FFF2-40B4-BE49-F238E27FC236}">
                  <a16:creationId xmlns:a16="http://schemas.microsoft.com/office/drawing/2014/main" id="{128BF641-4CF0-4EF6-8EDA-C95A6F11EA2D}"/>
                </a:ext>
              </a:extLst>
            </p:cNvPr>
            <p:cNvSpPr/>
            <p:nvPr/>
          </p:nvSpPr>
          <p:spPr>
            <a:xfrm>
              <a:off x="42883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8" name="타원 9887">
              <a:extLst>
                <a:ext uri="{FF2B5EF4-FFF2-40B4-BE49-F238E27FC236}">
                  <a16:creationId xmlns:a16="http://schemas.microsoft.com/office/drawing/2014/main" id="{2AEE8064-CC6A-45C7-A708-A7BB28A3CBA3}"/>
                </a:ext>
              </a:extLst>
            </p:cNvPr>
            <p:cNvSpPr/>
            <p:nvPr/>
          </p:nvSpPr>
          <p:spPr>
            <a:xfrm>
              <a:off x="44407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89" name="타원 9888">
              <a:extLst>
                <a:ext uri="{FF2B5EF4-FFF2-40B4-BE49-F238E27FC236}">
                  <a16:creationId xmlns:a16="http://schemas.microsoft.com/office/drawing/2014/main" id="{423270A3-1ED9-4545-B67F-B454C8057198}"/>
                </a:ext>
              </a:extLst>
            </p:cNvPr>
            <p:cNvSpPr/>
            <p:nvPr/>
          </p:nvSpPr>
          <p:spPr>
            <a:xfrm>
              <a:off x="45931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0" name="타원 9889">
              <a:extLst>
                <a:ext uri="{FF2B5EF4-FFF2-40B4-BE49-F238E27FC236}">
                  <a16:creationId xmlns:a16="http://schemas.microsoft.com/office/drawing/2014/main" id="{043D247B-961E-4E27-895D-586E3EFB9E42}"/>
                </a:ext>
              </a:extLst>
            </p:cNvPr>
            <p:cNvSpPr/>
            <p:nvPr/>
          </p:nvSpPr>
          <p:spPr>
            <a:xfrm>
              <a:off x="47455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1" name="타원 9890">
              <a:extLst>
                <a:ext uri="{FF2B5EF4-FFF2-40B4-BE49-F238E27FC236}">
                  <a16:creationId xmlns:a16="http://schemas.microsoft.com/office/drawing/2014/main" id="{DC682F46-EEA1-4C63-AAAB-6AFF785C5C6C}"/>
                </a:ext>
              </a:extLst>
            </p:cNvPr>
            <p:cNvSpPr/>
            <p:nvPr/>
          </p:nvSpPr>
          <p:spPr>
            <a:xfrm>
              <a:off x="48979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2" name="타원 9891">
              <a:extLst>
                <a:ext uri="{FF2B5EF4-FFF2-40B4-BE49-F238E27FC236}">
                  <a16:creationId xmlns:a16="http://schemas.microsoft.com/office/drawing/2014/main" id="{CA1A6022-1C79-4FCE-9C14-13F790F45F70}"/>
                </a:ext>
              </a:extLst>
            </p:cNvPr>
            <p:cNvSpPr/>
            <p:nvPr/>
          </p:nvSpPr>
          <p:spPr>
            <a:xfrm>
              <a:off x="50503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3" name="타원 9892">
              <a:extLst>
                <a:ext uri="{FF2B5EF4-FFF2-40B4-BE49-F238E27FC236}">
                  <a16:creationId xmlns:a16="http://schemas.microsoft.com/office/drawing/2014/main" id="{34DF5B00-DDB8-4DD0-93D2-1BFDB8AE4AC0}"/>
                </a:ext>
              </a:extLst>
            </p:cNvPr>
            <p:cNvSpPr/>
            <p:nvPr/>
          </p:nvSpPr>
          <p:spPr>
            <a:xfrm>
              <a:off x="52027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4" name="타원 9893">
              <a:extLst>
                <a:ext uri="{FF2B5EF4-FFF2-40B4-BE49-F238E27FC236}">
                  <a16:creationId xmlns:a16="http://schemas.microsoft.com/office/drawing/2014/main" id="{67CFE9B9-C5F4-4219-B23C-C064E4110E58}"/>
                </a:ext>
              </a:extLst>
            </p:cNvPr>
            <p:cNvSpPr/>
            <p:nvPr/>
          </p:nvSpPr>
          <p:spPr>
            <a:xfrm>
              <a:off x="53551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5" name="타원 9894">
              <a:extLst>
                <a:ext uri="{FF2B5EF4-FFF2-40B4-BE49-F238E27FC236}">
                  <a16:creationId xmlns:a16="http://schemas.microsoft.com/office/drawing/2014/main" id="{D15735FB-C524-4003-A1C4-21B5D93D11C3}"/>
                </a:ext>
              </a:extLst>
            </p:cNvPr>
            <p:cNvSpPr/>
            <p:nvPr/>
          </p:nvSpPr>
          <p:spPr>
            <a:xfrm>
              <a:off x="55075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6" name="타원 9895">
              <a:extLst>
                <a:ext uri="{FF2B5EF4-FFF2-40B4-BE49-F238E27FC236}">
                  <a16:creationId xmlns:a16="http://schemas.microsoft.com/office/drawing/2014/main" id="{37B10889-4F37-4FA6-A77B-5CE8E9CE13DB}"/>
                </a:ext>
              </a:extLst>
            </p:cNvPr>
            <p:cNvSpPr/>
            <p:nvPr/>
          </p:nvSpPr>
          <p:spPr>
            <a:xfrm>
              <a:off x="56599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7" name="타원 9896">
              <a:extLst>
                <a:ext uri="{FF2B5EF4-FFF2-40B4-BE49-F238E27FC236}">
                  <a16:creationId xmlns:a16="http://schemas.microsoft.com/office/drawing/2014/main" id="{E49750BE-FDED-4BA9-A017-F14909DCE23A}"/>
                </a:ext>
              </a:extLst>
            </p:cNvPr>
            <p:cNvSpPr/>
            <p:nvPr/>
          </p:nvSpPr>
          <p:spPr>
            <a:xfrm>
              <a:off x="5812349" y="5787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8" name="타원 9897">
              <a:extLst>
                <a:ext uri="{FF2B5EF4-FFF2-40B4-BE49-F238E27FC236}">
                  <a16:creationId xmlns:a16="http://schemas.microsoft.com/office/drawing/2014/main" id="{0A8DA964-9500-4BD6-8AF0-0C677BC2ABE1}"/>
                </a:ext>
              </a:extLst>
            </p:cNvPr>
            <p:cNvSpPr/>
            <p:nvPr/>
          </p:nvSpPr>
          <p:spPr>
            <a:xfrm>
              <a:off x="3259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99" name="타원 9898">
              <a:extLst>
                <a:ext uri="{FF2B5EF4-FFF2-40B4-BE49-F238E27FC236}">
                  <a16:creationId xmlns:a16="http://schemas.microsoft.com/office/drawing/2014/main" id="{64696CAE-7C3A-4ECB-9D28-77F1EA9010CD}"/>
                </a:ext>
              </a:extLst>
            </p:cNvPr>
            <p:cNvSpPr/>
            <p:nvPr/>
          </p:nvSpPr>
          <p:spPr>
            <a:xfrm>
              <a:off x="4783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0" name="타원 9899">
              <a:extLst>
                <a:ext uri="{FF2B5EF4-FFF2-40B4-BE49-F238E27FC236}">
                  <a16:creationId xmlns:a16="http://schemas.microsoft.com/office/drawing/2014/main" id="{C17BA0C8-4B7D-4896-9226-280ECFB1329A}"/>
                </a:ext>
              </a:extLst>
            </p:cNvPr>
            <p:cNvSpPr/>
            <p:nvPr/>
          </p:nvSpPr>
          <p:spPr>
            <a:xfrm>
              <a:off x="6307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1" name="타원 9900">
              <a:extLst>
                <a:ext uri="{FF2B5EF4-FFF2-40B4-BE49-F238E27FC236}">
                  <a16:creationId xmlns:a16="http://schemas.microsoft.com/office/drawing/2014/main" id="{9ECD6E83-C1AB-42CC-B39A-089138265960}"/>
                </a:ext>
              </a:extLst>
            </p:cNvPr>
            <p:cNvSpPr/>
            <p:nvPr/>
          </p:nvSpPr>
          <p:spPr>
            <a:xfrm>
              <a:off x="7831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2" name="타원 9901">
              <a:extLst>
                <a:ext uri="{FF2B5EF4-FFF2-40B4-BE49-F238E27FC236}">
                  <a16:creationId xmlns:a16="http://schemas.microsoft.com/office/drawing/2014/main" id="{1D41AB44-53E5-40FD-A966-D8177D614D38}"/>
                </a:ext>
              </a:extLst>
            </p:cNvPr>
            <p:cNvSpPr/>
            <p:nvPr/>
          </p:nvSpPr>
          <p:spPr>
            <a:xfrm>
              <a:off x="9355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3" name="타원 9902">
              <a:extLst>
                <a:ext uri="{FF2B5EF4-FFF2-40B4-BE49-F238E27FC236}">
                  <a16:creationId xmlns:a16="http://schemas.microsoft.com/office/drawing/2014/main" id="{88C83C1A-3134-4A19-BEB4-6A615EE4D786}"/>
                </a:ext>
              </a:extLst>
            </p:cNvPr>
            <p:cNvSpPr/>
            <p:nvPr/>
          </p:nvSpPr>
          <p:spPr>
            <a:xfrm>
              <a:off x="10879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4" name="타원 9903">
              <a:extLst>
                <a:ext uri="{FF2B5EF4-FFF2-40B4-BE49-F238E27FC236}">
                  <a16:creationId xmlns:a16="http://schemas.microsoft.com/office/drawing/2014/main" id="{7B897129-2BB9-49F4-ADE2-E96C09FFB85C}"/>
                </a:ext>
              </a:extLst>
            </p:cNvPr>
            <p:cNvSpPr/>
            <p:nvPr/>
          </p:nvSpPr>
          <p:spPr>
            <a:xfrm>
              <a:off x="12403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5" name="타원 9904">
              <a:extLst>
                <a:ext uri="{FF2B5EF4-FFF2-40B4-BE49-F238E27FC236}">
                  <a16:creationId xmlns:a16="http://schemas.microsoft.com/office/drawing/2014/main" id="{51155616-278F-4E20-9F4E-39463748A001}"/>
                </a:ext>
              </a:extLst>
            </p:cNvPr>
            <p:cNvSpPr/>
            <p:nvPr/>
          </p:nvSpPr>
          <p:spPr>
            <a:xfrm>
              <a:off x="13927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6" name="타원 9905">
              <a:extLst>
                <a:ext uri="{FF2B5EF4-FFF2-40B4-BE49-F238E27FC236}">
                  <a16:creationId xmlns:a16="http://schemas.microsoft.com/office/drawing/2014/main" id="{ECD1118A-CC8C-4D2A-BB82-ADD8571ACFEE}"/>
                </a:ext>
              </a:extLst>
            </p:cNvPr>
            <p:cNvSpPr/>
            <p:nvPr/>
          </p:nvSpPr>
          <p:spPr>
            <a:xfrm>
              <a:off x="15451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7" name="타원 9906">
              <a:extLst>
                <a:ext uri="{FF2B5EF4-FFF2-40B4-BE49-F238E27FC236}">
                  <a16:creationId xmlns:a16="http://schemas.microsoft.com/office/drawing/2014/main" id="{E9107000-92FB-4CF0-8B11-B7B4BE413025}"/>
                </a:ext>
              </a:extLst>
            </p:cNvPr>
            <p:cNvSpPr/>
            <p:nvPr/>
          </p:nvSpPr>
          <p:spPr>
            <a:xfrm>
              <a:off x="16975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8" name="타원 9907">
              <a:extLst>
                <a:ext uri="{FF2B5EF4-FFF2-40B4-BE49-F238E27FC236}">
                  <a16:creationId xmlns:a16="http://schemas.microsoft.com/office/drawing/2014/main" id="{25D9A6A4-8721-4230-AA92-CADDA4A83CF4}"/>
                </a:ext>
              </a:extLst>
            </p:cNvPr>
            <p:cNvSpPr/>
            <p:nvPr/>
          </p:nvSpPr>
          <p:spPr>
            <a:xfrm>
              <a:off x="18499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09" name="타원 9908">
              <a:extLst>
                <a:ext uri="{FF2B5EF4-FFF2-40B4-BE49-F238E27FC236}">
                  <a16:creationId xmlns:a16="http://schemas.microsoft.com/office/drawing/2014/main" id="{FFB3A491-7088-49A2-BCA6-706E9B592C6B}"/>
                </a:ext>
              </a:extLst>
            </p:cNvPr>
            <p:cNvSpPr/>
            <p:nvPr/>
          </p:nvSpPr>
          <p:spPr>
            <a:xfrm>
              <a:off x="20023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0" name="타원 9909">
              <a:extLst>
                <a:ext uri="{FF2B5EF4-FFF2-40B4-BE49-F238E27FC236}">
                  <a16:creationId xmlns:a16="http://schemas.microsoft.com/office/drawing/2014/main" id="{407699DD-80F8-4D82-A90B-ABD1124D087C}"/>
                </a:ext>
              </a:extLst>
            </p:cNvPr>
            <p:cNvSpPr/>
            <p:nvPr/>
          </p:nvSpPr>
          <p:spPr>
            <a:xfrm>
              <a:off x="21547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1" name="타원 9910">
              <a:extLst>
                <a:ext uri="{FF2B5EF4-FFF2-40B4-BE49-F238E27FC236}">
                  <a16:creationId xmlns:a16="http://schemas.microsoft.com/office/drawing/2014/main" id="{4E07E3D1-F957-4A6F-88E7-C646D1E4287D}"/>
                </a:ext>
              </a:extLst>
            </p:cNvPr>
            <p:cNvSpPr/>
            <p:nvPr/>
          </p:nvSpPr>
          <p:spPr>
            <a:xfrm>
              <a:off x="23071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2" name="타원 9911">
              <a:extLst>
                <a:ext uri="{FF2B5EF4-FFF2-40B4-BE49-F238E27FC236}">
                  <a16:creationId xmlns:a16="http://schemas.microsoft.com/office/drawing/2014/main" id="{CEE66774-BE92-49E8-BCB8-8454A4971D9C}"/>
                </a:ext>
              </a:extLst>
            </p:cNvPr>
            <p:cNvSpPr/>
            <p:nvPr/>
          </p:nvSpPr>
          <p:spPr>
            <a:xfrm>
              <a:off x="24595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3" name="타원 9912">
              <a:extLst>
                <a:ext uri="{FF2B5EF4-FFF2-40B4-BE49-F238E27FC236}">
                  <a16:creationId xmlns:a16="http://schemas.microsoft.com/office/drawing/2014/main" id="{E3F03A59-33B8-4C1E-B89D-F264F0722CB5}"/>
                </a:ext>
              </a:extLst>
            </p:cNvPr>
            <p:cNvSpPr/>
            <p:nvPr/>
          </p:nvSpPr>
          <p:spPr>
            <a:xfrm>
              <a:off x="26119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4" name="타원 9913">
              <a:extLst>
                <a:ext uri="{FF2B5EF4-FFF2-40B4-BE49-F238E27FC236}">
                  <a16:creationId xmlns:a16="http://schemas.microsoft.com/office/drawing/2014/main" id="{11DF4622-FF69-4FEE-8635-793254AB9421}"/>
                </a:ext>
              </a:extLst>
            </p:cNvPr>
            <p:cNvSpPr/>
            <p:nvPr/>
          </p:nvSpPr>
          <p:spPr>
            <a:xfrm>
              <a:off x="27643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5" name="타원 9914">
              <a:extLst>
                <a:ext uri="{FF2B5EF4-FFF2-40B4-BE49-F238E27FC236}">
                  <a16:creationId xmlns:a16="http://schemas.microsoft.com/office/drawing/2014/main" id="{F2A55FF6-0CD2-4FA0-B44C-D03C90D734AE}"/>
                </a:ext>
              </a:extLst>
            </p:cNvPr>
            <p:cNvSpPr/>
            <p:nvPr/>
          </p:nvSpPr>
          <p:spPr>
            <a:xfrm>
              <a:off x="29167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6" name="타원 9915">
              <a:extLst>
                <a:ext uri="{FF2B5EF4-FFF2-40B4-BE49-F238E27FC236}">
                  <a16:creationId xmlns:a16="http://schemas.microsoft.com/office/drawing/2014/main" id="{54461CB3-C3E7-482C-A78E-ADB868D38E6F}"/>
                </a:ext>
              </a:extLst>
            </p:cNvPr>
            <p:cNvSpPr/>
            <p:nvPr/>
          </p:nvSpPr>
          <p:spPr>
            <a:xfrm>
              <a:off x="30691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7" name="타원 9916">
              <a:extLst>
                <a:ext uri="{FF2B5EF4-FFF2-40B4-BE49-F238E27FC236}">
                  <a16:creationId xmlns:a16="http://schemas.microsoft.com/office/drawing/2014/main" id="{4E62B8A5-3F3C-4A47-B685-D602D9EB884A}"/>
                </a:ext>
              </a:extLst>
            </p:cNvPr>
            <p:cNvSpPr/>
            <p:nvPr/>
          </p:nvSpPr>
          <p:spPr>
            <a:xfrm>
              <a:off x="32215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8" name="타원 9917">
              <a:extLst>
                <a:ext uri="{FF2B5EF4-FFF2-40B4-BE49-F238E27FC236}">
                  <a16:creationId xmlns:a16="http://schemas.microsoft.com/office/drawing/2014/main" id="{2D79D41C-F99C-4BC2-9DC2-60412EAE1F79}"/>
                </a:ext>
              </a:extLst>
            </p:cNvPr>
            <p:cNvSpPr/>
            <p:nvPr/>
          </p:nvSpPr>
          <p:spPr>
            <a:xfrm>
              <a:off x="33739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19" name="타원 9918">
              <a:extLst>
                <a:ext uri="{FF2B5EF4-FFF2-40B4-BE49-F238E27FC236}">
                  <a16:creationId xmlns:a16="http://schemas.microsoft.com/office/drawing/2014/main" id="{7E7E15B2-EB15-4400-8676-A459F1FCDF55}"/>
                </a:ext>
              </a:extLst>
            </p:cNvPr>
            <p:cNvSpPr/>
            <p:nvPr/>
          </p:nvSpPr>
          <p:spPr>
            <a:xfrm>
              <a:off x="35263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0" name="타원 9919">
              <a:extLst>
                <a:ext uri="{FF2B5EF4-FFF2-40B4-BE49-F238E27FC236}">
                  <a16:creationId xmlns:a16="http://schemas.microsoft.com/office/drawing/2014/main" id="{3ED0B546-52C1-41C1-AAC9-FC5BBC6F945F}"/>
                </a:ext>
              </a:extLst>
            </p:cNvPr>
            <p:cNvSpPr/>
            <p:nvPr/>
          </p:nvSpPr>
          <p:spPr>
            <a:xfrm>
              <a:off x="36787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1" name="타원 9920">
              <a:extLst>
                <a:ext uri="{FF2B5EF4-FFF2-40B4-BE49-F238E27FC236}">
                  <a16:creationId xmlns:a16="http://schemas.microsoft.com/office/drawing/2014/main" id="{43955B7C-8A68-4605-B3A1-329D445C87BC}"/>
                </a:ext>
              </a:extLst>
            </p:cNvPr>
            <p:cNvSpPr/>
            <p:nvPr/>
          </p:nvSpPr>
          <p:spPr>
            <a:xfrm>
              <a:off x="38311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2" name="타원 9921">
              <a:extLst>
                <a:ext uri="{FF2B5EF4-FFF2-40B4-BE49-F238E27FC236}">
                  <a16:creationId xmlns:a16="http://schemas.microsoft.com/office/drawing/2014/main" id="{9CD95CA2-DBB2-4B3C-8286-41648919D6BC}"/>
                </a:ext>
              </a:extLst>
            </p:cNvPr>
            <p:cNvSpPr/>
            <p:nvPr/>
          </p:nvSpPr>
          <p:spPr>
            <a:xfrm>
              <a:off x="39835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3" name="타원 9922">
              <a:extLst>
                <a:ext uri="{FF2B5EF4-FFF2-40B4-BE49-F238E27FC236}">
                  <a16:creationId xmlns:a16="http://schemas.microsoft.com/office/drawing/2014/main" id="{EFB24C0D-69B5-4115-9EC8-24D2E0D1C095}"/>
                </a:ext>
              </a:extLst>
            </p:cNvPr>
            <p:cNvSpPr/>
            <p:nvPr/>
          </p:nvSpPr>
          <p:spPr>
            <a:xfrm>
              <a:off x="41359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4" name="타원 9923">
              <a:extLst>
                <a:ext uri="{FF2B5EF4-FFF2-40B4-BE49-F238E27FC236}">
                  <a16:creationId xmlns:a16="http://schemas.microsoft.com/office/drawing/2014/main" id="{CA75AE42-DE14-4989-8DEE-B4403EFF2A42}"/>
                </a:ext>
              </a:extLst>
            </p:cNvPr>
            <p:cNvSpPr/>
            <p:nvPr/>
          </p:nvSpPr>
          <p:spPr>
            <a:xfrm>
              <a:off x="42883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5" name="타원 9924">
              <a:extLst>
                <a:ext uri="{FF2B5EF4-FFF2-40B4-BE49-F238E27FC236}">
                  <a16:creationId xmlns:a16="http://schemas.microsoft.com/office/drawing/2014/main" id="{2EDD948B-0364-4F82-8952-F41DE7BEB0CE}"/>
                </a:ext>
              </a:extLst>
            </p:cNvPr>
            <p:cNvSpPr/>
            <p:nvPr/>
          </p:nvSpPr>
          <p:spPr>
            <a:xfrm>
              <a:off x="44407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6" name="타원 9925">
              <a:extLst>
                <a:ext uri="{FF2B5EF4-FFF2-40B4-BE49-F238E27FC236}">
                  <a16:creationId xmlns:a16="http://schemas.microsoft.com/office/drawing/2014/main" id="{7925F369-B1B8-46A5-BAA7-13B9F0F6184F}"/>
                </a:ext>
              </a:extLst>
            </p:cNvPr>
            <p:cNvSpPr/>
            <p:nvPr/>
          </p:nvSpPr>
          <p:spPr>
            <a:xfrm>
              <a:off x="45931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7" name="타원 9926">
              <a:extLst>
                <a:ext uri="{FF2B5EF4-FFF2-40B4-BE49-F238E27FC236}">
                  <a16:creationId xmlns:a16="http://schemas.microsoft.com/office/drawing/2014/main" id="{ABEF4300-22CE-4F68-B301-1A508DA98FE6}"/>
                </a:ext>
              </a:extLst>
            </p:cNvPr>
            <p:cNvSpPr/>
            <p:nvPr/>
          </p:nvSpPr>
          <p:spPr>
            <a:xfrm>
              <a:off x="47455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8" name="타원 9927">
              <a:extLst>
                <a:ext uri="{FF2B5EF4-FFF2-40B4-BE49-F238E27FC236}">
                  <a16:creationId xmlns:a16="http://schemas.microsoft.com/office/drawing/2014/main" id="{F24E27E4-1AB8-48F0-9DCD-05B89C1CEB26}"/>
                </a:ext>
              </a:extLst>
            </p:cNvPr>
            <p:cNvSpPr/>
            <p:nvPr/>
          </p:nvSpPr>
          <p:spPr>
            <a:xfrm>
              <a:off x="48979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29" name="타원 9928">
              <a:extLst>
                <a:ext uri="{FF2B5EF4-FFF2-40B4-BE49-F238E27FC236}">
                  <a16:creationId xmlns:a16="http://schemas.microsoft.com/office/drawing/2014/main" id="{39C33A47-81B5-4007-83E1-1B2EA81FDB2C}"/>
                </a:ext>
              </a:extLst>
            </p:cNvPr>
            <p:cNvSpPr/>
            <p:nvPr/>
          </p:nvSpPr>
          <p:spPr>
            <a:xfrm>
              <a:off x="50503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0" name="타원 9929">
              <a:extLst>
                <a:ext uri="{FF2B5EF4-FFF2-40B4-BE49-F238E27FC236}">
                  <a16:creationId xmlns:a16="http://schemas.microsoft.com/office/drawing/2014/main" id="{57D9F6CC-861D-4642-A171-0F316A78BAE6}"/>
                </a:ext>
              </a:extLst>
            </p:cNvPr>
            <p:cNvSpPr/>
            <p:nvPr/>
          </p:nvSpPr>
          <p:spPr>
            <a:xfrm>
              <a:off x="52027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1" name="타원 9930">
              <a:extLst>
                <a:ext uri="{FF2B5EF4-FFF2-40B4-BE49-F238E27FC236}">
                  <a16:creationId xmlns:a16="http://schemas.microsoft.com/office/drawing/2014/main" id="{04B91738-5199-4818-B0B5-B3C5345045A4}"/>
                </a:ext>
              </a:extLst>
            </p:cNvPr>
            <p:cNvSpPr/>
            <p:nvPr/>
          </p:nvSpPr>
          <p:spPr>
            <a:xfrm>
              <a:off x="53551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2" name="타원 9931">
              <a:extLst>
                <a:ext uri="{FF2B5EF4-FFF2-40B4-BE49-F238E27FC236}">
                  <a16:creationId xmlns:a16="http://schemas.microsoft.com/office/drawing/2014/main" id="{A448C7E4-706D-4158-A4BD-D641A6DA6EB3}"/>
                </a:ext>
              </a:extLst>
            </p:cNvPr>
            <p:cNvSpPr/>
            <p:nvPr/>
          </p:nvSpPr>
          <p:spPr>
            <a:xfrm>
              <a:off x="55075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3" name="타원 9932">
              <a:extLst>
                <a:ext uri="{FF2B5EF4-FFF2-40B4-BE49-F238E27FC236}">
                  <a16:creationId xmlns:a16="http://schemas.microsoft.com/office/drawing/2014/main" id="{66A0682A-D25A-409D-8921-081428A74DCF}"/>
                </a:ext>
              </a:extLst>
            </p:cNvPr>
            <p:cNvSpPr/>
            <p:nvPr/>
          </p:nvSpPr>
          <p:spPr>
            <a:xfrm>
              <a:off x="56599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4" name="타원 9933">
              <a:extLst>
                <a:ext uri="{FF2B5EF4-FFF2-40B4-BE49-F238E27FC236}">
                  <a16:creationId xmlns:a16="http://schemas.microsoft.com/office/drawing/2014/main" id="{AA5803D4-C5FB-41F5-8C73-66BFBA7A84EC}"/>
                </a:ext>
              </a:extLst>
            </p:cNvPr>
            <p:cNvSpPr/>
            <p:nvPr/>
          </p:nvSpPr>
          <p:spPr>
            <a:xfrm>
              <a:off x="5812349" y="5939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5" name="타원 9934">
              <a:extLst>
                <a:ext uri="{FF2B5EF4-FFF2-40B4-BE49-F238E27FC236}">
                  <a16:creationId xmlns:a16="http://schemas.microsoft.com/office/drawing/2014/main" id="{42F0E987-BB30-46B1-ADE1-B4C22A0E8541}"/>
                </a:ext>
              </a:extLst>
            </p:cNvPr>
            <p:cNvSpPr/>
            <p:nvPr/>
          </p:nvSpPr>
          <p:spPr>
            <a:xfrm>
              <a:off x="3259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6" name="타원 9935">
              <a:extLst>
                <a:ext uri="{FF2B5EF4-FFF2-40B4-BE49-F238E27FC236}">
                  <a16:creationId xmlns:a16="http://schemas.microsoft.com/office/drawing/2014/main" id="{DCF4A275-A062-4F6E-8973-83C38466A8C0}"/>
                </a:ext>
              </a:extLst>
            </p:cNvPr>
            <p:cNvSpPr/>
            <p:nvPr/>
          </p:nvSpPr>
          <p:spPr>
            <a:xfrm>
              <a:off x="4783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7" name="타원 9936">
              <a:extLst>
                <a:ext uri="{FF2B5EF4-FFF2-40B4-BE49-F238E27FC236}">
                  <a16:creationId xmlns:a16="http://schemas.microsoft.com/office/drawing/2014/main" id="{84210B39-6375-4B2D-AC3A-DBFEC40133DA}"/>
                </a:ext>
              </a:extLst>
            </p:cNvPr>
            <p:cNvSpPr/>
            <p:nvPr/>
          </p:nvSpPr>
          <p:spPr>
            <a:xfrm>
              <a:off x="6307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8" name="타원 9937">
              <a:extLst>
                <a:ext uri="{FF2B5EF4-FFF2-40B4-BE49-F238E27FC236}">
                  <a16:creationId xmlns:a16="http://schemas.microsoft.com/office/drawing/2014/main" id="{8BC3B0A7-B773-4EB7-ACBA-188CBA111263}"/>
                </a:ext>
              </a:extLst>
            </p:cNvPr>
            <p:cNvSpPr/>
            <p:nvPr/>
          </p:nvSpPr>
          <p:spPr>
            <a:xfrm>
              <a:off x="7831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39" name="타원 9938">
              <a:extLst>
                <a:ext uri="{FF2B5EF4-FFF2-40B4-BE49-F238E27FC236}">
                  <a16:creationId xmlns:a16="http://schemas.microsoft.com/office/drawing/2014/main" id="{9AB773CF-D167-4109-A0E4-F6CBC3FD8996}"/>
                </a:ext>
              </a:extLst>
            </p:cNvPr>
            <p:cNvSpPr/>
            <p:nvPr/>
          </p:nvSpPr>
          <p:spPr>
            <a:xfrm>
              <a:off x="9355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0" name="타원 9939">
              <a:extLst>
                <a:ext uri="{FF2B5EF4-FFF2-40B4-BE49-F238E27FC236}">
                  <a16:creationId xmlns:a16="http://schemas.microsoft.com/office/drawing/2014/main" id="{A137C318-A0EF-43DA-BF9A-0101A84ECB3D}"/>
                </a:ext>
              </a:extLst>
            </p:cNvPr>
            <p:cNvSpPr/>
            <p:nvPr/>
          </p:nvSpPr>
          <p:spPr>
            <a:xfrm>
              <a:off x="10879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1" name="타원 9940">
              <a:extLst>
                <a:ext uri="{FF2B5EF4-FFF2-40B4-BE49-F238E27FC236}">
                  <a16:creationId xmlns:a16="http://schemas.microsoft.com/office/drawing/2014/main" id="{497D7886-CF73-493D-BEAE-DC30898D596C}"/>
                </a:ext>
              </a:extLst>
            </p:cNvPr>
            <p:cNvSpPr/>
            <p:nvPr/>
          </p:nvSpPr>
          <p:spPr>
            <a:xfrm>
              <a:off x="12403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2" name="타원 9941">
              <a:extLst>
                <a:ext uri="{FF2B5EF4-FFF2-40B4-BE49-F238E27FC236}">
                  <a16:creationId xmlns:a16="http://schemas.microsoft.com/office/drawing/2014/main" id="{38E1B962-E8D5-4A44-84E2-23130CE7A92C}"/>
                </a:ext>
              </a:extLst>
            </p:cNvPr>
            <p:cNvSpPr/>
            <p:nvPr/>
          </p:nvSpPr>
          <p:spPr>
            <a:xfrm>
              <a:off x="13927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3" name="타원 9942">
              <a:extLst>
                <a:ext uri="{FF2B5EF4-FFF2-40B4-BE49-F238E27FC236}">
                  <a16:creationId xmlns:a16="http://schemas.microsoft.com/office/drawing/2014/main" id="{292E2022-AABA-43D7-8543-89EC841C3B4E}"/>
                </a:ext>
              </a:extLst>
            </p:cNvPr>
            <p:cNvSpPr/>
            <p:nvPr/>
          </p:nvSpPr>
          <p:spPr>
            <a:xfrm>
              <a:off x="15451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4" name="타원 9943">
              <a:extLst>
                <a:ext uri="{FF2B5EF4-FFF2-40B4-BE49-F238E27FC236}">
                  <a16:creationId xmlns:a16="http://schemas.microsoft.com/office/drawing/2014/main" id="{08E8AD5F-C98B-454C-965F-D8067F5D65D3}"/>
                </a:ext>
              </a:extLst>
            </p:cNvPr>
            <p:cNvSpPr/>
            <p:nvPr/>
          </p:nvSpPr>
          <p:spPr>
            <a:xfrm>
              <a:off x="16975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5" name="타원 9944">
              <a:extLst>
                <a:ext uri="{FF2B5EF4-FFF2-40B4-BE49-F238E27FC236}">
                  <a16:creationId xmlns:a16="http://schemas.microsoft.com/office/drawing/2014/main" id="{C1FD3D43-C450-4A64-9327-8A82F8030BE4}"/>
                </a:ext>
              </a:extLst>
            </p:cNvPr>
            <p:cNvSpPr/>
            <p:nvPr/>
          </p:nvSpPr>
          <p:spPr>
            <a:xfrm>
              <a:off x="18499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6" name="타원 9945">
              <a:extLst>
                <a:ext uri="{FF2B5EF4-FFF2-40B4-BE49-F238E27FC236}">
                  <a16:creationId xmlns:a16="http://schemas.microsoft.com/office/drawing/2014/main" id="{55501D64-94FB-45BD-869B-451DA78C07A4}"/>
                </a:ext>
              </a:extLst>
            </p:cNvPr>
            <p:cNvSpPr/>
            <p:nvPr/>
          </p:nvSpPr>
          <p:spPr>
            <a:xfrm>
              <a:off x="20023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7" name="타원 9946">
              <a:extLst>
                <a:ext uri="{FF2B5EF4-FFF2-40B4-BE49-F238E27FC236}">
                  <a16:creationId xmlns:a16="http://schemas.microsoft.com/office/drawing/2014/main" id="{8417113F-A6C9-44F6-9817-AA3220BD60EA}"/>
                </a:ext>
              </a:extLst>
            </p:cNvPr>
            <p:cNvSpPr/>
            <p:nvPr/>
          </p:nvSpPr>
          <p:spPr>
            <a:xfrm>
              <a:off x="21547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8" name="타원 9947">
              <a:extLst>
                <a:ext uri="{FF2B5EF4-FFF2-40B4-BE49-F238E27FC236}">
                  <a16:creationId xmlns:a16="http://schemas.microsoft.com/office/drawing/2014/main" id="{BB0C3E0E-D754-470B-B493-684833795E91}"/>
                </a:ext>
              </a:extLst>
            </p:cNvPr>
            <p:cNvSpPr/>
            <p:nvPr/>
          </p:nvSpPr>
          <p:spPr>
            <a:xfrm>
              <a:off x="23071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49" name="타원 9948">
              <a:extLst>
                <a:ext uri="{FF2B5EF4-FFF2-40B4-BE49-F238E27FC236}">
                  <a16:creationId xmlns:a16="http://schemas.microsoft.com/office/drawing/2014/main" id="{DC46D8E0-7805-4140-AF80-16C4ACB9CD6A}"/>
                </a:ext>
              </a:extLst>
            </p:cNvPr>
            <p:cNvSpPr/>
            <p:nvPr/>
          </p:nvSpPr>
          <p:spPr>
            <a:xfrm>
              <a:off x="24595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0" name="타원 9949">
              <a:extLst>
                <a:ext uri="{FF2B5EF4-FFF2-40B4-BE49-F238E27FC236}">
                  <a16:creationId xmlns:a16="http://schemas.microsoft.com/office/drawing/2014/main" id="{D7108ECA-776C-43E0-9670-3000B9C5D0B2}"/>
                </a:ext>
              </a:extLst>
            </p:cNvPr>
            <p:cNvSpPr/>
            <p:nvPr/>
          </p:nvSpPr>
          <p:spPr>
            <a:xfrm>
              <a:off x="26119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1" name="타원 9950">
              <a:extLst>
                <a:ext uri="{FF2B5EF4-FFF2-40B4-BE49-F238E27FC236}">
                  <a16:creationId xmlns:a16="http://schemas.microsoft.com/office/drawing/2014/main" id="{627986C4-92E0-44C6-9330-7AA21A39E49D}"/>
                </a:ext>
              </a:extLst>
            </p:cNvPr>
            <p:cNvSpPr/>
            <p:nvPr/>
          </p:nvSpPr>
          <p:spPr>
            <a:xfrm>
              <a:off x="27643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2" name="타원 9951">
              <a:extLst>
                <a:ext uri="{FF2B5EF4-FFF2-40B4-BE49-F238E27FC236}">
                  <a16:creationId xmlns:a16="http://schemas.microsoft.com/office/drawing/2014/main" id="{BB183478-CD65-4DFA-914D-D624B8D5981F}"/>
                </a:ext>
              </a:extLst>
            </p:cNvPr>
            <p:cNvSpPr/>
            <p:nvPr/>
          </p:nvSpPr>
          <p:spPr>
            <a:xfrm>
              <a:off x="29167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3" name="타원 9952">
              <a:extLst>
                <a:ext uri="{FF2B5EF4-FFF2-40B4-BE49-F238E27FC236}">
                  <a16:creationId xmlns:a16="http://schemas.microsoft.com/office/drawing/2014/main" id="{A9EDD7BF-0EC7-4B9E-AB10-739944C0DDB2}"/>
                </a:ext>
              </a:extLst>
            </p:cNvPr>
            <p:cNvSpPr/>
            <p:nvPr/>
          </p:nvSpPr>
          <p:spPr>
            <a:xfrm>
              <a:off x="30691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4" name="타원 9953">
              <a:extLst>
                <a:ext uri="{FF2B5EF4-FFF2-40B4-BE49-F238E27FC236}">
                  <a16:creationId xmlns:a16="http://schemas.microsoft.com/office/drawing/2014/main" id="{5838D432-7D7F-4BEB-BC85-23E929970791}"/>
                </a:ext>
              </a:extLst>
            </p:cNvPr>
            <p:cNvSpPr/>
            <p:nvPr/>
          </p:nvSpPr>
          <p:spPr>
            <a:xfrm>
              <a:off x="32215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5" name="타원 9954">
              <a:extLst>
                <a:ext uri="{FF2B5EF4-FFF2-40B4-BE49-F238E27FC236}">
                  <a16:creationId xmlns:a16="http://schemas.microsoft.com/office/drawing/2014/main" id="{A5DD3BF2-D5D3-4DC8-A9C5-1B22BD05D2C0}"/>
                </a:ext>
              </a:extLst>
            </p:cNvPr>
            <p:cNvSpPr/>
            <p:nvPr/>
          </p:nvSpPr>
          <p:spPr>
            <a:xfrm>
              <a:off x="33739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6" name="타원 9955">
              <a:extLst>
                <a:ext uri="{FF2B5EF4-FFF2-40B4-BE49-F238E27FC236}">
                  <a16:creationId xmlns:a16="http://schemas.microsoft.com/office/drawing/2014/main" id="{0318B7A7-8C99-4E6F-83B4-A37C344B8CFE}"/>
                </a:ext>
              </a:extLst>
            </p:cNvPr>
            <p:cNvSpPr/>
            <p:nvPr/>
          </p:nvSpPr>
          <p:spPr>
            <a:xfrm>
              <a:off x="35263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7" name="타원 9956">
              <a:extLst>
                <a:ext uri="{FF2B5EF4-FFF2-40B4-BE49-F238E27FC236}">
                  <a16:creationId xmlns:a16="http://schemas.microsoft.com/office/drawing/2014/main" id="{74633BE7-C231-4A2E-9A75-4728D07B3CCF}"/>
                </a:ext>
              </a:extLst>
            </p:cNvPr>
            <p:cNvSpPr/>
            <p:nvPr/>
          </p:nvSpPr>
          <p:spPr>
            <a:xfrm>
              <a:off x="36787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8" name="타원 9957">
              <a:extLst>
                <a:ext uri="{FF2B5EF4-FFF2-40B4-BE49-F238E27FC236}">
                  <a16:creationId xmlns:a16="http://schemas.microsoft.com/office/drawing/2014/main" id="{C410366B-203E-4560-BA99-874CFA4F2A2A}"/>
                </a:ext>
              </a:extLst>
            </p:cNvPr>
            <p:cNvSpPr/>
            <p:nvPr/>
          </p:nvSpPr>
          <p:spPr>
            <a:xfrm>
              <a:off x="38311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59" name="타원 9958">
              <a:extLst>
                <a:ext uri="{FF2B5EF4-FFF2-40B4-BE49-F238E27FC236}">
                  <a16:creationId xmlns:a16="http://schemas.microsoft.com/office/drawing/2014/main" id="{85745ABC-460B-414E-BA21-BEEF19D86D28}"/>
                </a:ext>
              </a:extLst>
            </p:cNvPr>
            <p:cNvSpPr/>
            <p:nvPr/>
          </p:nvSpPr>
          <p:spPr>
            <a:xfrm>
              <a:off x="39835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0" name="타원 9959">
              <a:extLst>
                <a:ext uri="{FF2B5EF4-FFF2-40B4-BE49-F238E27FC236}">
                  <a16:creationId xmlns:a16="http://schemas.microsoft.com/office/drawing/2014/main" id="{B0BFEAA3-9233-4AC5-B3CB-70C51292DA19}"/>
                </a:ext>
              </a:extLst>
            </p:cNvPr>
            <p:cNvSpPr/>
            <p:nvPr/>
          </p:nvSpPr>
          <p:spPr>
            <a:xfrm>
              <a:off x="41359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1" name="타원 9960">
              <a:extLst>
                <a:ext uri="{FF2B5EF4-FFF2-40B4-BE49-F238E27FC236}">
                  <a16:creationId xmlns:a16="http://schemas.microsoft.com/office/drawing/2014/main" id="{5B89CBC2-6B11-4F9E-A9AC-2953D0257C6D}"/>
                </a:ext>
              </a:extLst>
            </p:cNvPr>
            <p:cNvSpPr/>
            <p:nvPr/>
          </p:nvSpPr>
          <p:spPr>
            <a:xfrm>
              <a:off x="42883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2" name="타원 9961">
              <a:extLst>
                <a:ext uri="{FF2B5EF4-FFF2-40B4-BE49-F238E27FC236}">
                  <a16:creationId xmlns:a16="http://schemas.microsoft.com/office/drawing/2014/main" id="{806FBD3D-1279-4A72-8572-D9A0A944B74C}"/>
                </a:ext>
              </a:extLst>
            </p:cNvPr>
            <p:cNvSpPr/>
            <p:nvPr/>
          </p:nvSpPr>
          <p:spPr>
            <a:xfrm>
              <a:off x="44407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3" name="타원 9962">
              <a:extLst>
                <a:ext uri="{FF2B5EF4-FFF2-40B4-BE49-F238E27FC236}">
                  <a16:creationId xmlns:a16="http://schemas.microsoft.com/office/drawing/2014/main" id="{1459DFDC-8F04-497F-8629-E01A39F97746}"/>
                </a:ext>
              </a:extLst>
            </p:cNvPr>
            <p:cNvSpPr/>
            <p:nvPr/>
          </p:nvSpPr>
          <p:spPr>
            <a:xfrm>
              <a:off x="45931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4" name="타원 9963">
              <a:extLst>
                <a:ext uri="{FF2B5EF4-FFF2-40B4-BE49-F238E27FC236}">
                  <a16:creationId xmlns:a16="http://schemas.microsoft.com/office/drawing/2014/main" id="{8E814563-2E22-4528-84B7-11A833A8224A}"/>
                </a:ext>
              </a:extLst>
            </p:cNvPr>
            <p:cNvSpPr/>
            <p:nvPr/>
          </p:nvSpPr>
          <p:spPr>
            <a:xfrm>
              <a:off x="47455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5" name="타원 9964">
              <a:extLst>
                <a:ext uri="{FF2B5EF4-FFF2-40B4-BE49-F238E27FC236}">
                  <a16:creationId xmlns:a16="http://schemas.microsoft.com/office/drawing/2014/main" id="{0600796D-81BB-424D-AD3A-585F21DCB3DF}"/>
                </a:ext>
              </a:extLst>
            </p:cNvPr>
            <p:cNvSpPr/>
            <p:nvPr/>
          </p:nvSpPr>
          <p:spPr>
            <a:xfrm>
              <a:off x="48979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6" name="타원 9965">
              <a:extLst>
                <a:ext uri="{FF2B5EF4-FFF2-40B4-BE49-F238E27FC236}">
                  <a16:creationId xmlns:a16="http://schemas.microsoft.com/office/drawing/2014/main" id="{388AF0B9-448E-4350-A23E-123FE7C57383}"/>
                </a:ext>
              </a:extLst>
            </p:cNvPr>
            <p:cNvSpPr/>
            <p:nvPr/>
          </p:nvSpPr>
          <p:spPr>
            <a:xfrm>
              <a:off x="50503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7" name="타원 9966">
              <a:extLst>
                <a:ext uri="{FF2B5EF4-FFF2-40B4-BE49-F238E27FC236}">
                  <a16:creationId xmlns:a16="http://schemas.microsoft.com/office/drawing/2014/main" id="{82E233A9-256B-4B16-9972-48FA243BBA55}"/>
                </a:ext>
              </a:extLst>
            </p:cNvPr>
            <p:cNvSpPr/>
            <p:nvPr/>
          </p:nvSpPr>
          <p:spPr>
            <a:xfrm>
              <a:off x="52027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8" name="타원 9967">
              <a:extLst>
                <a:ext uri="{FF2B5EF4-FFF2-40B4-BE49-F238E27FC236}">
                  <a16:creationId xmlns:a16="http://schemas.microsoft.com/office/drawing/2014/main" id="{9839AFD8-B04F-4938-A0F7-AA926D7FFD2E}"/>
                </a:ext>
              </a:extLst>
            </p:cNvPr>
            <p:cNvSpPr/>
            <p:nvPr/>
          </p:nvSpPr>
          <p:spPr>
            <a:xfrm>
              <a:off x="53551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69" name="타원 9968">
              <a:extLst>
                <a:ext uri="{FF2B5EF4-FFF2-40B4-BE49-F238E27FC236}">
                  <a16:creationId xmlns:a16="http://schemas.microsoft.com/office/drawing/2014/main" id="{5A87F248-D27D-4636-974D-5A7555CAEE46}"/>
                </a:ext>
              </a:extLst>
            </p:cNvPr>
            <p:cNvSpPr/>
            <p:nvPr/>
          </p:nvSpPr>
          <p:spPr>
            <a:xfrm>
              <a:off x="55075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0" name="타원 9969">
              <a:extLst>
                <a:ext uri="{FF2B5EF4-FFF2-40B4-BE49-F238E27FC236}">
                  <a16:creationId xmlns:a16="http://schemas.microsoft.com/office/drawing/2014/main" id="{155AF33D-29BA-418F-AC30-0A1921C5289A}"/>
                </a:ext>
              </a:extLst>
            </p:cNvPr>
            <p:cNvSpPr/>
            <p:nvPr/>
          </p:nvSpPr>
          <p:spPr>
            <a:xfrm>
              <a:off x="56599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1" name="타원 9970">
              <a:extLst>
                <a:ext uri="{FF2B5EF4-FFF2-40B4-BE49-F238E27FC236}">
                  <a16:creationId xmlns:a16="http://schemas.microsoft.com/office/drawing/2014/main" id="{078DEC3A-7C7C-486A-9806-564BAFB75A8D}"/>
                </a:ext>
              </a:extLst>
            </p:cNvPr>
            <p:cNvSpPr/>
            <p:nvPr/>
          </p:nvSpPr>
          <p:spPr>
            <a:xfrm>
              <a:off x="5812349" y="6091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2" name="타원 9971">
              <a:extLst>
                <a:ext uri="{FF2B5EF4-FFF2-40B4-BE49-F238E27FC236}">
                  <a16:creationId xmlns:a16="http://schemas.microsoft.com/office/drawing/2014/main" id="{93CAC09B-FEDD-4620-804E-2B58487F0BE8}"/>
                </a:ext>
              </a:extLst>
            </p:cNvPr>
            <p:cNvSpPr/>
            <p:nvPr/>
          </p:nvSpPr>
          <p:spPr>
            <a:xfrm>
              <a:off x="3259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3" name="타원 9972">
              <a:extLst>
                <a:ext uri="{FF2B5EF4-FFF2-40B4-BE49-F238E27FC236}">
                  <a16:creationId xmlns:a16="http://schemas.microsoft.com/office/drawing/2014/main" id="{648DFDFC-D70F-40CA-84C5-3695E86C2CC6}"/>
                </a:ext>
              </a:extLst>
            </p:cNvPr>
            <p:cNvSpPr/>
            <p:nvPr/>
          </p:nvSpPr>
          <p:spPr>
            <a:xfrm>
              <a:off x="4783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4" name="타원 9973">
              <a:extLst>
                <a:ext uri="{FF2B5EF4-FFF2-40B4-BE49-F238E27FC236}">
                  <a16:creationId xmlns:a16="http://schemas.microsoft.com/office/drawing/2014/main" id="{877843D3-6ECB-4F34-A3A0-41E91C35B5C0}"/>
                </a:ext>
              </a:extLst>
            </p:cNvPr>
            <p:cNvSpPr/>
            <p:nvPr/>
          </p:nvSpPr>
          <p:spPr>
            <a:xfrm>
              <a:off x="6307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5" name="타원 9974">
              <a:extLst>
                <a:ext uri="{FF2B5EF4-FFF2-40B4-BE49-F238E27FC236}">
                  <a16:creationId xmlns:a16="http://schemas.microsoft.com/office/drawing/2014/main" id="{B8142D21-FC9D-4C5B-979A-7D14E5CA409D}"/>
                </a:ext>
              </a:extLst>
            </p:cNvPr>
            <p:cNvSpPr/>
            <p:nvPr/>
          </p:nvSpPr>
          <p:spPr>
            <a:xfrm>
              <a:off x="7831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6" name="타원 9975">
              <a:extLst>
                <a:ext uri="{FF2B5EF4-FFF2-40B4-BE49-F238E27FC236}">
                  <a16:creationId xmlns:a16="http://schemas.microsoft.com/office/drawing/2014/main" id="{E6DD1547-0893-462A-B44D-8E30EF00BF7F}"/>
                </a:ext>
              </a:extLst>
            </p:cNvPr>
            <p:cNvSpPr/>
            <p:nvPr/>
          </p:nvSpPr>
          <p:spPr>
            <a:xfrm>
              <a:off x="9355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7" name="타원 9976">
              <a:extLst>
                <a:ext uri="{FF2B5EF4-FFF2-40B4-BE49-F238E27FC236}">
                  <a16:creationId xmlns:a16="http://schemas.microsoft.com/office/drawing/2014/main" id="{6289C06B-7C25-444B-B758-292CA5C3E13C}"/>
                </a:ext>
              </a:extLst>
            </p:cNvPr>
            <p:cNvSpPr/>
            <p:nvPr/>
          </p:nvSpPr>
          <p:spPr>
            <a:xfrm>
              <a:off x="10879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8" name="타원 9977">
              <a:extLst>
                <a:ext uri="{FF2B5EF4-FFF2-40B4-BE49-F238E27FC236}">
                  <a16:creationId xmlns:a16="http://schemas.microsoft.com/office/drawing/2014/main" id="{5E535FBF-D141-4925-A64D-37830E73B530}"/>
                </a:ext>
              </a:extLst>
            </p:cNvPr>
            <p:cNvSpPr/>
            <p:nvPr/>
          </p:nvSpPr>
          <p:spPr>
            <a:xfrm>
              <a:off x="12403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79" name="타원 9978">
              <a:extLst>
                <a:ext uri="{FF2B5EF4-FFF2-40B4-BE49-F238E27FC236}">
                  <a16:creationId xmlns:a16="http://schemas.microsoft.com/office/drawing/2014/main" id="{CB3A5D4B-77C8-4D56-ADC8-3529FDF1F1AB}"/>
                </a:ext>
              </a:extLst>
            </p:cNvPr>
            <p:cNvSpPr/>
            <p:nvPr/>
          </p:nvSpPr>
          <p:spPr>
            <a:xfrm>
              <a:off x="13927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0" name="타원 9979">
              <a:extLst>
                <a:ext uri="{FF2B5EF4-FFF2-40B4-BE49-F238E27FC236}">
                  <a16:creationId xmlns:a16="http://schemas.microsoft.com/office/drawing/2014/main" id="{F6F77AAC-49D6-49FC-8838-224E13A15DED}"/>
                </a:ext>
              </a:extLst>
            </p:cNvPr>
            <p:cNvSpPr/>
            <p:nvPr/>
          </p:nvSpPr>
          <p:spPr>
            <a:xfrm>
              <a:off x="15451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1" name="타원 9980">
              <a:extLst>
                <a:ext uri="{FF2B5EF4-FFF2-40B4-BE49-F238E27FC236}">
                  <a16:creationId xmlns:a16="http://schemas.microsoft.com/office/drawing/2014/main" id="{43F53789-7AE8-4A5C-AB0B-A6BD0424FCA8}"/>
                </a:ext>
              </a:extLst>
            </p:cNvPr>
            <p:cNvSpPr/>
            <p:nvPr/>
          </p:nvSpPr>
          <p:spPr>
            <a:xfrm>
              <a:off x="16975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2" name="타원 9981">
              <a:extLst>
                <a:ext uri="{FF2B5EF4-FFF2-40B4-BE49-F238E27FC236}">
                  <a16:creationId xmlns:a16="http://schemas.microsoft.com/office/drawing/2014/main" id="{5D1D03D5-C200-4829-B931-A102BB17DEF1}"/>
                </a:ext>
              </a:extLst>
            </p:cNvPr>
            <p:cNvSpPr/>
            <p:nvPr/>
          </p:nvSpPr>
          <p:spPr>
            <a:xfrm>
              <a:off x="18499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3" name="타원 9982">
              <a:extLst>
                <a:ext uri="{FF2B5EF4-FFF2-40B4-BE49-F238E27FC236}">
                  <a16:creationId xmlns:a16="http://schemas.microsoft.com/office/drawing/2014/main" id="{55304EF3-5E49-41F7-83A9-39B70C3D88D0}"/>
                </a:ext>
              </a:extLst>
            </p:cNvPr>
            <p:cNvSpPr/>
            <p:nvPr/>
          </p:nvSpPr>
          <p:spPr>
            <a:xfrm>
              <a:off x="20023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4" name="타원 9983">
              <a:extLst>
                <a:ext uri="{FF2B5EF4-FFF2-40B4-BE49-F238E27FC236}">
                  <a16:creationId xmlns:a16="http://schemas.microsoft.com/office/drawing/2014/main" id="{0322843C-0397-4078-82D3-6A5C3FDA6BB5}"/>
                </a:ext>
              </a:extLst>
            </p:cNvPr>
            <p:cNvSpPr/>
            <p:nvPr/>
          </p:nvSpPr>
          <p:spPr>
            <a:xfrm>
              <a:off x="21547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5" name="타원 9984">
              <a:extLst>
                <a:ext uri="{FF2B5EF4-FFF2-40B4-BE49-F238E27FC236}">
                  <a16:creationId xmlns:a16="http://schemas.microsoft.com/office/drawing/2014/main" id="{59641C6A-F4A3-4E9A-A4FB-5E37C0EFFF74}"/>
                </a:ext>
              </a:extLst>
            </p:cNvPr>
            <p:cNvSpPr/>
            <p:nvPr/>
          </p:nvSpPr>
          <p:spPr>
            <a:xfrm>
              <a:off x="23071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6" name="타원 9985">
              <a:extLst>
                <a:ext uri="{FF2B5EF4-FFF2-40B4-BE49-F238E27FC236}">
                  <a16:creationId xmlns:a16="http://schemas.microsoft.com/office/drawing/2014/main" id="{63C115FF-8B9D-4710-890F-3CE148BF69FC}"/>
                </a:ext>
              </a:extLst>
            </p:cNvPr>
            <p:cNvSpPr/>
            <p:nvPr/>
          </p:nvSpPr>
          <p:spPr>
            <a:xfrm>
              <a:off x="24595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7" name="타원 9986">
              <a:extLst>
                <a:ext uri="{FF2B5EF4-FFF2-40B4-BE49-F238E27FC236}">
                  <a16:creationId xmlns:a16="http://schemas.microsoft.com/office/drawing/2014/main" id="{E8735E2F-7206-4134-8BAD-1E95F7803092}"/>
                </a:ext>
              </a:extLst>
            </p:cNvPr>
            <p:cNvSpPr/>
            <p:nvPr/>
          </p:nvSpPr>
          <p:spPr>
            <a:xfrm>
              <a:off x="26119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8" name="타원 9987">
              <a:extLst>
                <a:ext uri="{FF2B5EF4-FFF2-40B4-BE49-F238E27FC236}">
                  <a16:creationId xmlns:a16="http://schemas.microsoft.com/office/drawing/2014/main" id="{915BF1D5-4A24-4D08-A338-A76CAC3514E6}"/>
                </a:ext>
              </a:extLst>
            </p:cNvPr>
            <p:cNvSpPr/>
            <p:nvPr/>
          </p:nvSpPr>
          <p:spPr>
            <a:xfrm>
              <a:off x="27643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89" name="타원 9988">
              <a:extLst>
                <a:ext uri="{FF2B5EF4-FFF2-40B4-BE49-F238E27FC236}">
                  <a16:creationId xmlns:a16="http://schemas.microsoft.com/office/drawing/2014/main" id="{B7DEA24C-E9EF-4334-9BA1-0FBBFE10D0CE}"/>
                </a:ext>
              </a:extLst>
            </p:cNvPr>
            <p:cNvSpPr/>
            <p:nvPr/>
          </p:nvSpPr>
          <p:spPr>
            <a:xfrm>
              <a:off x="29167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0" name="타원 9989">
              <a:extLst>
                <a:ext uri="{FF2B5EF4-FFF2-40B4-BE49-F238E27FC236}">
                  <a16:creationId xmlns:a16="http://schemas.microsoft.com/office/drawing/2014/main" id="{2B7F9775-7C59-4F29-A44E-A2858599EDB1}"/>
                </a:ext>
              </a:extLst>
            </p:cNvPr>
            <p:cNvSpPr/>
            <p:nvPr/>
          </p:nvSpPr>
          <p:spPr>
            <a:xfrm>
              <a:off x="30691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1" name="타원 9990">
              <a:extLst>
                <a:ext uri="{FF2B5EF4-FFF2-40B4-BE49-F238E27FC236}">
                  <a16:creationId xmlns:a16="http://schemas.microsoft.com/office/drawing/2014/main" id="{C882267A-22C2-44B6-8F03-FF98C6A09AB8}"/>
                </a:ext>
              </a:extLst>
            </p:cNvPr>
            <p:cNvSpPr/>
            <p:nvPr/>
          </p:nvSpPr>
          <p:spPr>
            <a:xfrm>
              <a:off x="32215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2" name="타원 9991">
              <a:extLst>
                <a:ext uri="{FF2B5EF4-FFF2-40B4-BE49-F238E27FC236}">
                  <a16:creationId xmlns:a16="http://schemas.microsoft.com/office/drawing/2014/main" id="{D25E61FC-6B7A-45AE-BFD5-E00358B2C057}"/>
                </a:ext>
              </a:extLst>
            </p:cNvPr>
            <p:cNvSpPr/>
            <p:nvPr/>
          </p:nvSpPr>
          <p:spPr>
            <a:xfrm>
              <a:off x="33739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3" name="타원 9992">
              <a:extLst>
                <a:ext uri="{FF2B5EF4-FFF2-40B4-BE49-F238E27FC236}">
                  <a16:creationId xmlns:a16="http://schemas.microsoft.com/office/drawing/2014/main" id="{276D3D20-941C-4CAF-B4F4-69BA1B59DB08}"/>
                </a:ext>
              </a:extLst>
            </p:cNvPr>
            <p:cNvSpPr/>
            <p:nvPr/>
          </p:nvSpPr>
          <p:spPr>
            <a:xfrm>
              <a:off x="35263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4" name="타원 9993">
              <a:extLst>
                <a:ext uri="{FF2B5EF4-FFF2-40B4-BE49-F238E27FC236}">
                  <a16:creationId xmlns:a16="http://schemas.microsoft.com/office/drawing/2014/main" id="{E81C32BF-DB32-4A22-A2FF-0A578CCB2342}"/>
                </a:ext>
              </a:extLst>
            </p:cNvPr>
            <p:cNvSpPr/>
            <p:nvPr/>
          </p:nvSpPr>
          <p:spPr>
            <a:xfrm>
              <a:off x="36787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5" name="타원 9994">
              <a:extLst>
                <a:ext uri="{FF2B5EF4-FFF2-40B4-BE49-F238E27FC236}">
                  <a16:creationId xmlns:a16="http://schemas.microsoft.com/office/drawing/2014/main" id="{F7EA1C0A-3DAE-47EE-A009-B2E7268D44BD}"/>
                </a:ext>
              </a:extLst>
            </p:cNvPr>
            <p:cNvSpPr/>
            <p:nvPr/>
          </p:nvSpPr>
          <p:spPr>
            <a:xfrm>
              <a:off x="38311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6" name="타원 9995">
              <a:extLst>
                <a:ext uri="{FF2B5EF4-FFF2-40B4-BE49-F238E27FC236}">
                  <a16:creationId xmlns:a16="http://schemas.microsoft.com/office/drawing/2014/main" id="{A6D903F5-0FED-4EBC-B2EF-B3501B519572}"/>
                </a:ext>
              </a:extLst>
            </p:cNvPr>
            <p:cNvSpPr/>
            <p:nvPr/>
          </p:nvSpPr>
          <p:spPr>
            <a:xfrm>
              <a:off x="39835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7" name="타원 9996">
              <a:extLst>
                <a:ext uri="{FF2B5EF4-FFF2-40B4-BE49-F238E27FC236}">
                  <a16:creationId xmlns:a16="http://schemas.microsoft.com/office/drawing/2014/main" id="{12B8E289-D9EC-4F7A-B0B3-C03D02FB0834}"/>
                </a:ext>
              </a:extLst>
            </p:cNvPr>
            <p:cNvSpPr/>
            <p:nvPr/>
          </p:nvSpPr>
          <p:spPr>
            <a:xfrm>
              <a:off x="41359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8" name="타원 9997">
              <a:extLst>
                <a:ext uri="{FF2B5EF4-FFF2-40B4-BE49-F238E27FC236}">
                  <a16:creationId xmlns:a16="http://schemas.microsoft.com/office/drawing/2014/main" id="{191F6193-69DF-4355-B725-CAA4304C10EA}"/>
                </a:ext>
              </a:extLst>
            </p:cNvPr>
            <p:cNvSpPr/>
            <p:nvPr/>
          </p:nvSpPr>
          <p:spPr>
            <a:xfrm>
              <a:off x="42883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99" name="타원 9998">
              <a:extLst>
                <a:ext uri="{FF2B5EF4-FFF2-40B4-BE49-F238E27FC236}">
                  <a16:creationId xmlns:a16="http://schemas.microsoft.com/office/drawing/2014/main" id="{380B771D-2EC5-4944-98CB-EBAA12262C68}"/>
                </a:ext>
              </a:extLst>
            </p:cNvPr>
            <p:cNvSpPr/>
            <p:nvPr/>
          </p:nvSpPr>
          <p:spPr>
            <a:xfrm>
              <a:off x="44407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0" name="타원 9999">
              <a:extLst>
                <a:ext uri="{FF2B5EF4-FFF2-40B4-BE49-F238E27FC236}">
                  <a16:creationId xmlns:a16="http://schemas.microsoft.com/office/drawing/2014/main" id="{CCAAEEF1-6C58-4D5E-BF89-172A0B1A0AB8}"/>
                </a:ext>
              </a:extLst>
            </p:cNvPr>
            <p:cNvSpPr/>
            <p:nvPr/>
          </p:nvSpPr>
          <p:spPr>
            <a:xfrm>
              <a:off x="45931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1" name="타원 10000">
              <a:extLst>
                <a:ext uri="{FF2B5EF4-FFF2-40B4-BE49-F238E27FC236}">
                  <a16:creationId xmlns:a16="http://schemas.microsoft.com/office/drawing/2014/main" id="{86213E28-5562-426E-8A1D-E2BF8CEC8F65}"/>
                </a:ext>
              </a:extLst>
            </p:cNvPr>
            <p:cNvSpPr/>
            <p:nvPr/>
          </p:nvSpPr>
          <p:spPr>
            <a:xfrm>
              <a:off x="47455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2" name="타원 10001">
              <a:extLst>
                <a:ext uri="{FF2B5EF4-FFF2-40B4-BE49-F238E27FC236}">
                  <a16:creationId xmlns:a16="http://schemas.microsoft.com/office/drawing/2014/main" id="{E4DDA5D7-1D27-4D35-A8D2-5FA3FDCF3D4C}"/>
                </a:ext>
              </a:extLst>
            </p:cNvPr>
            <p:cNvSpPr/>
            <p:nvPr/>
          </p:nvSpPr>
          <p:spPr>
            <a:xfrm>
              <a:off x="48979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3" name="타원 10002">
              <a:extLst>
                <a:ext uri="{FF2B5EF4-FFF2-40B4-BE49-F238E27FC236}">
                  <a16:creationId xmlns:a16="http://schemas.microsoft.com/office/drawing/2014/main" id="{4CF582C6-DC0B-40F0-93E5-533B56D26197}"/>
                </a:ext>
              </a:extLst>
            </p:cNvPr>
            <p:cNvSpPr/>
            <p:nvPr/>
          </p:nvSpPr>
          <p:spPr>
            <a:xfrm>
              <a:off x="50503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4" name="타원 10003">
              <a:extLst>
                <a:ext uri="{FF2B5EF4-FFF2-40B4-BE49-F238E27FC236}">
                  <a16:creationId xmlns:a16="http://schemas.microsoft.com/office/drawing/2014/main" id="{FAF893C6-9432-41BD-9BF7-C78F3C628B32}"/>
                </a:ext>
              </a:extLst>
            </p:cNvPr>
            <p:cNvSpPr/>
            <p:nvPr/>
          </p:nvSpPr>
          <p:spPr>
            <a:xfrm>
              <a:off x="52027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5" name="타원 10004">
              <a:extLst>
                <a:ext uri="{FF2B5EF4-FFF2-40B4-BE49-F238E27FC236}">
                  <a16:creationId xmlns:a16="http://schemas.microsoft.com/office/drawing/2014/main" id="{00557F41-53ED-4EF9-B083-CB0F3865EC76}"/>
                </a:ext>
              </a:extLst>
            </p:cNvPr>
            <p:cNvSpPr/>
            <p:nvPr/>
          </p:nvSpPr>
          <p:spPr>
            <a:xfrm>
              <a:off x="53551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6" name="타원 10005">
              <a:extLst>
                <a:ext uri="{FF2B5EF4-FFF2-40B4-BE49-F238E27FC236}">
                  <a16:creationId xmlns:a16="http://schemas.microsoft.com/office/drawing/2014/main" id="{30987A92-316F-4DAE-8A1A-2F3548E78987}"/>
                </a:ext>
              </a:extLst>
            </p:cNvPr>
            <p:cNvSpPr/>
            <p:nvPr/>
          </p:nvSpPr>
          <p:spPr>
            <a:xfrm>
              <a:off x="55075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7" name="타원 10006">
              <a:extLst>
                <a:ext uri="{FF2B5EF4-FFF2-40B4-BE49-F238E27FC236}">
                  <a16:creationId xmlns:a16="http://schemas.microsoft.com/office/drawing/2014/main" id="{559AEA86-7C08-4358-A4A5-D13DF7AB474D}"/>
                </a:ext>
              </a:extLst>
            </p:cNvPr>
            <p:cNvSpPr/>
            <p:nvPr/>
          </p:nvSpPr>
          <p:spPr>
            <a:xfrm>
              <a:off x="56599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8" name="타원 10007">
              <a:extLst>
                <a:ext uri="{FF2B5EF4-FFF2-40B4-BE49-F238E27FC236}">
                  <a16:creationId xmlns:a16="http://schemas.microsoft.com/office/drawing/2014/main" id="{EBA35721-B21A-40D7-9057-BC33E44DED61}"/>
                </a:ext>
              </a:extLst>
            </p:cNvPr>
            <p:cNvSpPr/>
            <p:nvPr/>
          </p:nvSpPr>
          <p:spPr>
            <a:xfrm>
              <a:off x="5812349" y="6244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09" name="타원 10008">
              <a:extLst>
                <a:ext uri="{FF2B5EF4-FFF2-40B4-BE49-F238E27FC236}">
                  <a16:creationId xmlns:a16="http://schemas.microsoft.com/office/drawing/2014/main" id="{CAFE5B6C-5707-4EBE-A980-233CCA4C4E50}"/>
                </a:ext>
              </a:extLst>
            </p:cNvPr>
            <p:cNvSpPr/>
            <p:nvPr/>
          </p:nvSpPr>
          <p:spPr>
            <a:xfrm>
              <a:off x="3259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0" name="타원 10009">
              <a:extLst>
                <a:ext uri="{FF2B5EF4-FFF2-40B4-BE49-F238E27FC236}">
                  <a16:creationId xmlns:a16="http://schemas.microsoft.com/office/drawing/2014/main" id="{B2ED1B98-43F9-4DEC-87A7-A57A4DA4992E}"/>
                </a:ext>
              </a:extLst>
            </p:cNvPr>
            <p:cNvSpPr/>
            <p:nvPr/>
          </p:nvSpPr>
          <p:spPr>
            <a:xfrm>
              <a:off x="4783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1" name="타원 10010">
              <a:extLst>
                <a:ext uri="{FF2B5EF4-FFF2-40B4-BE49-F238E27FC236}">
                  <a16:creationId xmlns:a16="http://schemas.microsoft.com/office/drawing/2014/main" id="{84E547FC-A1C1-4D12-A2AF-0D60B2DD46FD}"/>
                </a:ext>
              </a:extLst>
            </p:cNvPr>
            <p:cNvSpPr/>
            <p:nvPr/>
          </p:nvSpPr>
          <p:spPr>
            <a:xfrm>
              <a:off x="6307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2" name="타원 10011">
              <a:extLst>
                <a:ext uri="{FF2B5EF4-FFF2-40B4-BE49-F238E27FC236}">
                  <a16:creationId xmlns:a16="http://schemas.microsoft.com/office/drawing/2014/main" id="{E7464D92-9AC1-43B2-B464-86BBE308D508}"/>
                </a:ext>
              </a:extLst>
            </p:cNvPr>
            <p:cNvSpPr/>
            <p:nvPr/>
          </p:nvSpPr>
          <p:spPr>
            <a:xfrm>
              <a:off x="7831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3" name="타원 10012">
              <a:extLst>
                <a:ext uri="{FF2B5EF4-FFF2-40B4-BE49-F238E27FC236}">
                  <a16:creationId xmlns:a16="http://schemas.microsoft.com/office/drawing/2014/main" id="{3EEE99E0-A018-4BEB-8120-0EE45163ED7B}"/>
                </a:ext>
              </a:extLst>
            </p:cNvPr>
            <p:cNvSpPr/>
            <p:nvPr/>
          </p:nvSpPr>
          <p:spPr>
            <a:xfrm>
              <a:off x="9355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4" name="타원 10013">
              <a:extLst>
                <a:ext uri="{FF2B5EF4-FFF2-40B4-BE49-F238E27FC236}">
                  <a16:creationId xmlns:a16="http://schemas.microsoft.com/office/drawing/2014/main" id="{B42EFB89-E0C1-4779-AD88-221A55E05A74}"/>
                </a:ext>
              </a:extLst>
            </p:cNvPr>
            <p:cNvSpPr/>
            <p:nvPr/>
          </p:nvSpPr>
          <p:spPr>
            <a:xfrm>
              <a:off x="10879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5" name="타원 10014">
              <a:extLst>
                <a:ext uri="{FF2B5EF4-FFF2-40B4-BE49-F238E27FC236}">
                  <a16:creationId xmlns:a16="http://schemas.microsoft.com/office/drawing/2014/main" id="{B48DFF99-1E06-4DB7-A314-8493926B348B}"/>
                </a:ext>
              </a:extLst>
            </p:cNvPr>
            <p:cNvSpPr/>
            <p:nvPr/>
          </p:nvSpPr>
          <p:spPr>
            <a:xfrm>
              <a:off x="12403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6" name="타원 10015">
              <a:extLst>
                <a:ext uri="{FF2B5EF4-FFF2-40B4-BE49-F238E27FC236}">
                  <a16:creationId xmlns:a16="http://schemas.microsoft.com/office/drawing/2014/main" id="{91F7F9A3-3AC6-46F2-8AD0-6CCAD4461784}"/>
                </a:ext>
              </a:extLst>
            </p:cNvPr>
            <p:cNvSpPr/>
            <p:nvPr/>
          </p:nvSpPr>
          <p:spPr>
            <a:xfrm>
              <a:off x="13927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7" name="타원 10016">
              <a:extLst>
                <a:ext uri="{FF2B5EF4-FFF2-40B4-BE49-F238E27FC236}">
                  <a16:creationId xmlns:a16="http://schemas.microsoft.com/office/drawing/2014/main" id="{5ACB9E22-0E7E-4561-9268-A4763134EF8B}"/>
                </a:ext>
              </a:extLst>
            </p:cNvPr>
            <p:cNvSpPr/>
            <p:nvPr/>
          </p:nvSpPr>
          <p:spPr>
            <a:xfrm>
              <a:off x="15451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8" name="타원 10017">
              <a:extLst>
                <a:ext uri="{FF2B5EF4-FFF2-40B4-BE49-F238E27FC236}">
                  <a16:creationId xmlns:a16="http://schemas.microsoft.com/office/drawing/2014/main" id="{382C117E-D2E7-4351-A384-85F9F705CAD7}"/>
                </a:ext>
              </a:extLst>
            </p:cNvPr>
            <p:cNvSpPr/>
            <p:nvPr/>
          </p:nvSpPr>
          <p:spPr>
            <a:xfrm>
              <a:off x="16975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19" name="타원 10018">
              <a:extLst>
                <a:ext uri="{FF2B5EF4-FFF2-40B4-BE49-F238E27FC236}">
                  <a16:creationId xmlns:a16="http://schemas.microsoft.com/office/drawing/2014/main" id="{7F7EC92A-8691-4187-831B-6D0875A79D03}"/>
                </a:ext>
              </a:extLst>
            </p:cNvPr>
            <p:cNvSpPr/>
            <p:nvPr/>
          </p:nvSpPr>
          <p:spPr>
            <a:xfrm>
              <a:off x="18499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0" name="타원 10019">
              <a:extLst>
                <a:ext uri="{FF2B5EF4-FFF2-40B4-BE49-F238E27FC236}">
                  <a16:creationId xmlns:a16="http://schemas.microsoft.com/office/drawing/2014/main" id="{586B3AB5-04EF-4C67-8C5D-1B2502B9F22F}"/>
                </a:ext>
              </a:extLst>
            </p:cNvPr>
            <p:cNvSpPr/>
            <p:nvPr/>
          </p:nvSpPr>
          <p:spPr>
            <a:xfrm>
              <a:off x="20023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1" name="타원 10020">
              <a:extLst>
                <a:ext uri="{FF2B5EF4-FFF2-40B4-BE49-F238E27FC236}">
                  <a16:creationId xmlns:a16="http://schemas.microsoft.com/office/drawing/2014/main" id="{177E9C74-094B-4ACE-B3AD-390AB1CC2FC1}"/>
                </a:ext>
              </a:extLst>
            </p:cNvPr>
            <p:cNvSpPr/>
            <p:nvPr/>
          </p:nvSpPr>
          <p:spPr>
            <a:xfrm>
              <a:off x="21547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2" name="타원 10021">
              <a:extLst>
                <a:ext uri="{FF2B5EF4-FFF2-40B4-BE49-F238E27FC236}">
                  <a16:creationId xmlns:a16="http://schemas.microsoft.com/office/drawing/2014/main" id="{9D39FBA1-3009-49B7-94B6-2939093E4BA4}"/>
                </a:ext>
              </a:extLst>
            </p:cNvPr>
            <p:cNvSpPr/>
            <p:nvPr/>
          </p:nvSpPr>
          <p:spPr>
            <a:xfrm>
              <a:off x="23071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3" name="타원 10022">
              <a:extLst>
                <a:ext uri="{FF2B5EF4-FFF2-40B4-BE49-F238E27FC236}">
                  <a16:creationId xmlns:a16="http://schemas.microsoft.com/office/drawing/2014/main" id="{54E220AA-AA8A-4A39-AC1F-DE8119005C78}"/>
                </a:ext>
              </a:extLst>
            </p:cNvPr>
            <p:cNvSpPr/>
            <p:nvPr/>
          </p:nvSpPr>
          <p:spPr>
            <a:xfrm>
              <a:off x="24595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4" name="타원 10023">
              <a:extLst>
                <a:ext uri="{FF2B5EF4-FFF2-40B4-BE49-F238E27FC236}">
                  <a16:creationId xmlns:a16="http://schemas.microsoft.com/office/drawing/2014/main" id="{2743CC36-AC11-423B-8EE9-F79D3E80BDB4}"/>
                </a:ext>
              </a:extLst>
            </p:cNvPr>
            <p:cNvSpPr/>
            <p:nvPr/>
          </p:nvSpPr>
          <p:spPr>
            <a:xfrm>
              <a:off x="26119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5" name="타원 10024">
              <a:extLst>
                <a:ext uri="{FF2B5EF4-FFF2-40B4-BE49-F238E27FC236}">
                  <a16:creationId xmlns:a16="http://schemas.microsoft.com/office/drawing/2014/main" id="{A970D4E7-F41A-4839-9C75-91A005E35D58}"/>
                </a:ext>
              </a:extLst>
            </p:cNvPr>
            <p:cNvSpPr/>
            <p:nvPr/>
          </p:nvSpPr>
          <p:spPr>
            <a:xfrm>
              <a:off x="27643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6" name="타원 10025">
              <a:extLst>
                <a:ext uri="{FF2B5EF4-FFF2-40B4-BE49-F238E27FC236}">
                  <a16:creationId xmlns:a16="http://schemas.microsoft.com/office/drawing/2014/main" id="{1B378467-726A-4CC8-AB59-22E1B7AFC796}"/>
                </a:ext>
              </a:extLst>
            </p:cNvPr>
            <p:cNvSpPr/>
            <p:nvPr/>
          </p:nvSpPr>
          <p:spPr>
            <a:xfrm>
              <a:off x="29167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7" name="타원 10026">
              <a:extLst>
                <a:ext uri="{FF2B5EF4-FFF2-40B4-BE49-F238E27FC236}">
                  <a16:creationId xmlns:a16="http://schemas.microsoft.com/office/drawing/2014/main" id="{9FF93C3E-243C-406F-8FF8-16DF5E4112CF}"/>
                </a:ext>
              </a:extLst>
            </p:cNvPr>
            <p:cNvSpPr/>
            <p:nvPr/>
          </p:nvSpPr>
          <p:spPr>
            <a:xfrm>
              <a:off x="30691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8" name="타원 10027">
              <a:extLst>
                <a:ext uri="{FF2B5EF4-FFF2-40B4-BE49-F238E27FC236}">
                  <a16:creationId xmlns:a16="http://schemas.microsoft.com/office/drawing/2014/main" id="{D3D7EADA-D7FF-43F6-ADD0-C05A9ABAF343}"/>
                </a:ext>
              </a:extLst>
            </p:cNvPr>
            <p:cNvSpPr/>
            <p:nvPr/>
          </p:nvSpPr>
          <p:spPr>
            <a:xfrm>
              <a:off x="32215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29" name="타원 10028">
              <a:extLst>
                <a:ext uri="{FF2B5EF4-FFF2-40B4-BE49-F238E27FC236}">
                  <a16:creationId xmlns:a16="http://schemas.microsoft.com/office/drawing/2014/main" id="{194D9187-8E12-447F-B73A-5246B81BFAFB}"/>
                </a:ext>
              </a:extLst>
            </p:cNvPr>
            <p:cNvSpPr/>
            <p:nvPr/>
          </p:nvSpPr>
          <p:spPr>
            <a:xfrm>
              <a:off x="33739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0" name="타원 10029">
              <a:extLst>
                <a:ext uri="{FF2B5EF4-FFF2-40B4-BE49-F238E27FC236}">
                  <a16:creationId xmlns:a16="http://schemas.microsoft.com/office/drawing/2014/main" id="{E1CF71A2-D6B4-4DA1-AD42-7E8FCA22882C}"/>
                </a:ext>
              </a:extLst>
            </p:cNvPr>
            <p:cNvSpPr/>
            <p:nvPr/>
          </p:nvSpPr>
          <p:spPr>
            <a:xfrm>
              <a:off x="35263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1" name="타원 10030">
              <a:extLst>
                <a:ext uri="{FF2B5EF4-FFF2-40B4-BE49-F238E27FC236}">
                  <a16:creationId xmlns:a16="http://schemas.microsoft.com/office/drawing/2014/main" id="{3B287425-95EE-4CDA-AF36-605695FC3138}"/>
                </a:ext>
              </a:extLst>
            </p:cNvPr>
            <p:cNvSpPr/>
            <p:nvPr/>
          </p:nvSpPr>
          <p:spPr>
            <a:xfrm>
              <a:off x="36787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2" name="타원 10031">
              <a:extLst>
                <a:ext uri="{FF2B5EF4-FFF2-40B4-BE49-F238E27FC236}">
                  <a16:creationId xmlns:a16="http://schemas.microsoft.com/office/drawing/2014/main" id="{D740C1B0-B015-42A6-AD05-0A3F9669823D}"/>
                </a:ext>
              </a:extLst>
            </p:cNvPr>
            <p:cNvSpPr/>
            <p:nvPr/>
          </p:nvSpPr>
          <p:spPr>
            <a:xfrm>
              <a:off x="38311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3" name="타원 10032">
              <a:extLst>
                <a:ext uri="{FF2B5EF4-FFF2-40B4-BE49-F238E27FC236}">
                  <a16:creationId xmlns:a16="http://schemas.microsoft.com/office/drawing/2014/main" id="{C0CF61AE-94C9-4447-8E9B-665B6F6B0BD5}"/>
                </a:ext>
              </a:extLst>
            </p:cNvPr>
            <p:cNvSpPr/>
            <p:nvPr/>
          </p:nvSpPr>
          <p:spPr>
            <a:xfrm>
              <a:off x="39835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4" name="타원 10033">
              <a:extLst>
                <a:ext uri="{FF2B5EF4-FFF2-40B4-BE49-F238E27FC236}">
                  <a16:creationId xmlns:a16="http://schemas.microsoft.com/office/drawing/2014/main" id="{41F1CFBD-7239-4870-8BDF-2E684B06732B}"/>
                </a:ext>
              </a:extLst>
            </p:cNvPr>
            <p:cNvSpPr/>
            <p:nvPr/>
          </p:nvSpPr>
          <p:spPr>
            <a:xfrm>
              <a:off x="41359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5" name="타원 10034">
              <a:extLst>
                <a:ext uri="{FF2B5EF4-FFF2-40B4-BE49-F238E27FC236}">
                  <a16:creationId xmlns:a16="http://schemas.microsoft.com/office/drawing/2014/main" id="{434872F0-4622-417F-BBD5-FAEC8E86CEBC}"/>
                </a:ext>
              </a:extLst>
            </p:cNvPr>
            <p:cNvSpPr/>
            <p:nvPr/>
          </p:nvSpPr>
          <p:spPr>
            <a:xfrm>
              <a:off x="42883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6" name="타원 10035">
              <a:extLst>
                <a:ext uri="{FF2B5EF4-FFF2-40B4-BE49-F238E27FC236}">
                  <a16:creationId xmlns:a16="http://schemas.microsoft.com/office/drawing/2014/main" id="{3BC9A010-96D8-41ED-A101-7374DDD23227}"/>
                </a:ext>
              </a:extLst>
            </p:cNvPr>
            <p:cNvSpPr/>
            <p:nvPr/>
          </p:nvSpPr>
          <p:spPr>
            <a:xfrm>
              <a:off x="44407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7" name="타원 10036">
              <a:extLst>
                <a:ext uri="{FF2B5EF4-FFF2-40B4-BE49-F238E27FC236}">
                  <a16:creationId xmlns:a16="http://schemas.microsoft.com/office/drawing/2014/main" id="{46104867-F7BE-40F6-9F4C-8FB7FDC840C2}"/>
                </a:ext>
              </a:extLst>
            </p:cNvPr>
            <p:cNvSpPr/>
            <p:nvPr/>
          </p:nvSpPr>
          <p:spPr>
            <a:xfrm>
              <a:off x="45931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8" name="타원 10037">
              <a:extLst>
                <a:ext uri="{FF2B5EF4-FFF2-40B4-BE49-F238E27FC236}">
                  <a16:creationId xmlns:a16="http://schemas.microsoft.com/office/drawing/2014/main" id="{7889641E-BD5D-4A31-84DA-5E91EBD16275}"/>
                </a:ext>
              </a:extLst>
            </p:cNvPr>
            <p:cNvSpPr/>
            <p:nvPr/>
          </p:nvSpPr>
          <p:spPr>
            <a:xfrm>
              <a:off x="47455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39" name="타원 10038">
              <a:extLst>
                <a:ext uri="{FF2B5EF4-FFF2-40B4-BE49-F238E27FC236}">
                  <a16:creationId xmlns:a16="http://schemas.microsoft.com/office/drawing/2014/main" id="{24161A63-111F-4E85-B774-E5C002C41317}"/>
                </a:ext>
              </a:extLst>
            </p:cNvPr>
            <p:cNvSpPr/>
            <p:nvPr/>
          </p:nvSpPr>
          <p:spPr>
            <a:xfrm>
              <a:off x="48979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0" name="타원 10039">
              <a:extLst>
                <a:ext uri="{FF2B5EF4-FFF2-40B4-BE49-F238E27FC236}">
                  <a16:creationId xmlns:a16="http://schemas.microsoft.com/office/drawing/2014/main" id="{D2B70343-F782-495A-A34A-DF3C4BE329B3}"/>
                </a:ext>
              </a:extLst>
            </p:cNvPr>
            <p:cNvSpPr/>
            <p:nvPr/>
          </p:nvSpPr>
          <p:spPr>
            <a:xfrm>
              <a:off x="50503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1" name="타원 10040">
              <a:extLst>
                <a:ext uri="{FF2B5EF4-FFF2-40B4-BE49-F238E27FC236}">
                  <a16:creationId xmlns:a16="http://schemas.microsoft.com/office/drawing/2014/main" id="{83EC2612-AF94-4FD3-8ED7-5A75F1889D74}"/>
                </a:ext>
              </a:extLst>
            </p:cNvPr>
            <p:cNvSpPr/>
            <p:nvPr/>
          </p:nvSpPr>
          <p:spPr>
            <a:xfrm>
              <a:off x="52027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2" name="타원 10041">
              <a:extLst>
                <a:ext uri="{FF2B5EF4-FFF2-40B4-BE49-F238E27FC236}">
                  <a16:creationId xmlns:a16="http://schemas.microsoft.com/office/drawing/2014/main" id="{4EA15A02-0AAE-4445-AFB9-7D3C54942068}"/>
                </a:ext>
              </a:extLst>
            </p:cNvPr>
            <p:cNvSpPr/>
            <p:nvPr/>
          </p:nvSpPr>
          <p:spPr>
            <a:xfrm>
              <a:off x="53551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3" name="타원 10042">
              <a:extLst>
                <a:ext uri="{FF2B5EF4-FFF2-40B4-BE49-F238E27FC236}">
                  <a16:creationId xmlns:a16="http://schemas.microsoft.com/office/drawing/2014/main" id="{6A024B13-FC1E-40F4-81F2-27CD4DA7CB0B}"/>
                </a:ext>
              </a:extLst>
            </p:cNvPr>
            <p:cNvSpPr/>
            <p:nvPr/>
          </p:nvSpPr>
          <p:spPr>
            <a:xfrm>
              <a:off x="55075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4" name="타원 10043">
              <a:extLst>
                <a:ext uri="{FF2B5EF4-FFF2-40B4-BE49-F238E27FC236}">
                  <a16:creationId xmlns:a16="http://schemas.microsoft.com/office/drawing/2014/main" id="{363B02AC-8E52-461B-B8F1-55DEE03177F6}"/>
                </a:ext>
              </a:extLst>
            </p:cNvPr>
            <p:cNvSpPr/>
            <p:nvPr/>
          </p:nvSpPr>
          <p:spPr>
            <a:xfrm>
              <a:off x="56599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5" name="타원 10044">
              <a:extLst>
                <a:ext uri="{FF2B5EF4-FFF2-40B4-BE49-F238E27FC236}">
                  <a16:creationId xmlns:a16="http://schemas.microsoft.com/office/drawing/2014/main" id="{EC735605-9CF8-46B6-BC8C-BB6B03CC4885}"/>
                </a:ext>
              </a:extLst>
            </p:cNvPr>
            <p:cNvSpPr/>
            <p:nvPr/>
          </p:nvSpPr>
          <p:spPr>
            <a:xfrm>
              <a:off x="5812349" y="6396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6" name="타원 10045">
              <a:extLst>
                <a:ext uri="{FF2B5EF4-FFF2-40B4-BE49-F238E27FC236}">
                  <a16:creationId xmlns:a16="http://schemas.microsoft.com/office/drawing/2014/main" id="{FF23E603-0CAB-4E73-8FA5-876C7DA904C3}"/>
                </a:ext>
              </a:extLst>
            </p:cNvPr>
            <p:cNvSpPr/>
            <p:nvPr/>
          </p:nvSpPr>
          <p:spPr>
            <a:xfrm>
              <a:off x="3259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7" name="타원 10046">
              <a:extLst>
                <a:ext uri="{FF2B5EF4-FFF2-40B4-BE49-F238E27FC236}">
                  <a16:creationId xmlns:a16="http://schemas.microsoft.com/office/drawing/2014/main" id="{86467BB4-C7F8-4227-8ADA-EC666E808C52}"/>
                </a:ext>
              </a:extLst>
            </p:cNvPr>
            <p:cNvSpPr/>
            <p:nvPr/>
          </p:nvSpPr>
          <p:spPr>
            <a:xfrm>
              <a:off x="4783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8" name="타원 10047">
              <a:extLst>
                <a:ext uri="{FF2B5EF4-FFF2-40B4-BE49-F238E27FC236}">
                  <a16:creationId xmlns:a16="http://schemas.microsoft.com/office/drawing/2014/main" id="{19A7C202-C45F-41A5-9875-C6EA58824117}"/>
                </a:ext>
              </a:extLst>
            </p:cNvPr>
            <p:cNvSpPr/>
            <p:nvPr/>
          </p:nvSpPr>
          <p:spPr>
            <a:xfrm>
              <a:off x="6307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49" name="타원 10048">
              <a:extLst>
                <a:ext uri="{FF2B5EF4-FFF2-40B4-BE49-F238E27FC236}">
                  <a16:creationId xmlns:a16="http://schemas.microsoft.com/office/drawing/2014/main" id="{EAEEFB52-08F5-4C93-AD7C-0331AFD776CD}"/>
                </a:ext>
              </a:extLst>
            </p:cNvPr>
            <p:cNvSpPr/>
            <p:nvPr/>
          </p:nvSpPr>
          <p:spPr>
            <a:xfrm>
              <a:off x="7831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0" name="타원 10049">
              <a:extLst>
                <a:ext uri="{FF2B5EF4-FFF2-40B4-BE49-F238E27FC236}">
                  <a16:creationId xmlns:a16="http://schemas.microsoft.com/office/drawing/2014/main" id="{AD0DE7F3-8CA6-4B44-BE8B-E4A8D2DC8AAB}"/>
                </a:ext>
              </a:extLst>
            </p:cNvPr>
            <p:cNvSpPr/>
            <p:nvPr/>
          </p:nvSpPr>
          <p:spPr>
            <a:xfrm>
              <a:off x="9355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1" name="타원 10050">
              <a:extLst>
                <a:ext uri="{FF2B5EF4-FFF2-40B4-BE49-F238E27FC236}">
                  <a16:creationId xmlns:a16="http://schemas.microsoft.com/office/drawing/2014/main" id="{BD0E840C-332B-47E1-9E74-EDC687BC146E}"/>
                </a:ext>
              </a:extLst>
            </p:cNvPr>
            <p:cNvSpPr/>
            <p:nvPr/>
          </p:nvSpPr>
          <p:spPr>
            <a:xfrm>
              <a:off x="10879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2" name="타원 10051">
              <a:extLst>
                <a:ext uri="{FF2B5EF4-FFF2-40B4-BE49-F238E27FC236}">
                  <a16:creationId xmlns:a16="http://schemas.microsoft.com/office/drawing/2014/main" id="{B31018F5-7F1A-4FCD-8ACE-6F55D2E1B1C0}"/>
                </a:ext>
              </a:extLst>
            </p:cNvPr>
            <p:cNvSpPr/>
            <p:nvPr/>
          </p:nvSpPr>
          <p:spPr>
            <a:xfrm>
              <a:off x="12403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3" name="타원 10052">
              <a:extLst>
                <a:ext uri="{FF2B5EF4-FFF2-40B4-BE49-F238E27FC236}">
                  <a16:creationId xmlns:a16="http://schemas.microsoft.com/office/drawing/2014/main" id="{BB82208C-E50F-493A-8E09-11B634581CC3}"/>
                </a:ext>
              </a:extLst>
            </p:cNvPr>
            <p:cNvSpPr/>
            <p:nvPr/>
          </p:nvSpPr>
          <p:spPr>
            <a:xfrm>
              <a:off x="13927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4" name="타원 10053">
              <a:extLst>
                <a:ext uri="{FF2B5EF4-FFF2-40B4-BE49-F238E27FC236}">
                  <a16:creationId xmlns:a16="http://schemas.microsoft.com/office/drawing/2014/main" id="{D42AABB1-5276-4C9F-BB0E-136433601F4E}"/>
                </a:ext>
              </a:extLst>
            </p:cNvPr>
            <p:cNvSpPr/>
            <p:nvPr/>
          </p:nvSpPr>
          <p:spPr>
            <a:xfrm>
              <a:off x="15451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5" name="타원 10054">
              <a:extLst>
                <a:ext uri="{FF2B5EF4-FFF2-40B4-BE49-F238E27FC236}">
                  <a16:creationId xmlns:a16="http://schemas.microsoft.com/office/drawing/2014/main" id="{4A1D2124-4000-4F0D-B55A-9ADEFA6B8D2A}"/>
                </a:ext>
              </a:extLst>
            </p:cNvPr>
            <p:cNvSpPr/>
            <p:nvPr/>
          </p:nvSpPr>
          <p:spPr>
            <a:xfrm>
              <a:off x="16975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6" name="타원 10055">
              <a:extLst>
                <a:ext uri="{FF2B5EF4-FFF2-40B4-BE49-F238E27FC236}">
                  <a16:creationId xmlns:a16="http://schemas.microsoft.com/office/drawing/2014/main" id="{3A036561-3A5F-491D-AC81-3E3D060E530D}"/>
                </a:ext>
              </a:extLst>
            </p:cNvPr>
            <p:cNvSpPr/>
            <p:nvPr/>
          </p:nvSpPr>
          <p:spPr>
            <a:xfrm>
              <a:off x="18499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7" name="타원 10056">
              <a:extLst>
                <a:ext uri="{FF2B5EF4-FFF2-40B4-BE49-F238E27FC236}">
                  <a16:creationId xmlns:a16="http://schemas.microsoft.com/office/drawing/2014/main" id="{ACB5BE12-74A3-4AE1-83D1-E0DEC852793F}"/>
                </a:ext>
              </a:extLst>
            </p:cNvPr>
            <p:cNvSpPr/>
            <p:nvPr/>
          </p:nvSpPr>
          <p:spPr>
            <a:xfrm>
              <a:off x="20023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8" name="타원 10057">
              <a:extLst>
                <a:ext uri="{FF2B5EF4-FFF2-40B4-BE49-F238E27FC236}">
                  <a16:creationId xmlns:a16="http://schemas.microsoft.com/office/drawing/2014/main" id="{3C31240C-6CDC-4324-BE7D-ECE8AECBBC0D}"/>
                </a:ext>
              </a:extLst>
            </p:cNvPr>
            <p:cNvSpPr/>
            <p:nvPr/>
          </p:nvSpPr>
          <p:spPr>
            <a:xfrm>
              <a:off x="21547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59" name="타원 10058">
              <a:extLst>
                <a:ext uri="{FF2B5EF4-FFF2-40B4-BE49-F238E27FC236}">
                  <a16:creationId xmlns:a16="http://schemas.microsoft.com/office/drawing/2014/main" id="{5832FD00-3863-407C-831E-C75FE37C65E7}"/>
                </a:ext>
              </a:extLst>
            </p:cNvPr>
            <p:cNvSpPr/>
            <p:nvPr/>
          </p:nvSpPr>
          <p:spPr>
            <a:xfrm>
              <a:off x="23071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0" name="타원 10059">
              <a:extLst>
                <a:ext uri="{FF2B5EF4-FFF2-40B4-BE49-F238E27FC236}">
                  <a16:creationId xmlns:a16="http://schemas.microsoft.com/office/drawing/2014/main" id="{890EF217-7D73-4717-A853-8BEEA0D3D43F}"/>
                </a:ext>
              </a:extLst>
            </p:cNvPr>
            <p:cNvSpPr/>
            <p:nvPr/>
          </p:nvSpPr>
          <p:spPr>
            <a:xfrm>
              <a:off x="24595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1" name="타원 10060">
              <a:extLst>
                <a:ext uri="{FF2B5EF4-FFF2-40B4-BE49-F238E27FC236}">
                  <a16:creationId xmlns:a16="http://schemas.microsoft.com/office/drawing/2014/main" id="{46B25390-F949-449F-B2EF-D96EDB08B75C}"/>
                </a:ext>
              </a:extLst>
            </p:cNvPr>
            <p:cNvSpPr/>
            <p:nvPr/>
          </p:nvSpPr>
          <p:spPr>
            <a:xfrm>
              <a:off x="26119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2" name="타원 10061">
              <a:extLst>
                <a:ext uri="{FF2B5EF4-FFF2-40B4-BE49-F238E27FC236}">
                  <a16:creationId xmlns:a16="http://schemas.microsoft.com/office/drawing/2014/main" id="{9476536B-5359-47F3-8118-56D738046F9E}"/>
                </a:ext>
              </a:extLst>
            </p:cNvPr>
            <p:cNvSpPr/>
            <p:nvPr/>
          </p:nvSpPr>
          <p:spPr>
            <a:xfrm>
              <a:off x="27643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3" name="타원 10062">
              <a:extLst>
                <a:ext uri="{FF2B5EF4-FFF2-40B4-BE49-F238E27FC236}">
                  <a16:creationId xmlns:a16="http://schemas.microsoft.com/office/drawing/2014/main" id="{6C8A326C-4091-4C16-BE19-A9EAF2F069D4}"/>
                </a:ext>
              </a:extLst>
            </p:cNvPr>
            <p:cNvSpPr/>
            <p:nvPr/>
          </p:nvSpPr>
          <p:spPr>
            <a:xfrm>
              <a:off x="29167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4" name="타원 10063">
              <a:extLst>
                <a:ext uri="{FF2B5EF4-FFF2-40B4-BE49-F238E27FC236}">
                  <a16:creationId xmlns:a16="http://schemas.microsoft.com/office/drawing/2014/main" id="{EB078AF0-F129-4FE3-B68F-52B49D45190A}"/>
                </a:ext>
              </a:extLst>
            </p:cNvPr>
            <p:cNvSpPr/>
            <p:nvPr/>
          </p:nvSpPr>
          <p:spPr>
            <a:xfrm>
              <a:off x="30691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5" name="타원 10064">
              <a:extLst>
                <a:ext uri="{FF2B5EF4-FFF2-40B4-BE49-F238E27FC236}">
                  <a16:creationId xmlns:a16="http://schemas.microsoft.com/office/drawing/2014/main" id="{C88AE278-1BA6-468E-A422-592CD67B1ECD}"/>
                </a:ext>
              </a:extLst>
            </p:cNvPr>
            <p:cNvSpPr/>
            <p:nvPr/>
          </p:nvSpPr>
          <p:spPr>
            <a:xfrm>
              <a:off x="32215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6" name="타원 10065">
              <a:extLst>
                <a:ext uri="{FF2B5EF4-FFF2-40B4-BE49-F238E27FC236}">
                  <a16:creationId xmlns:a16="http://schemas.microsoft.com/office/drawing/2014/main" id="{9E9F4774-E270-44F3-8D9F-41E12D36C1BB}"/>
                </a:ext>
              </a:extLst>
            </p:cNvPr>
            <p:cNvSpPr/>
            <p:nvPr/>
          </p:nvSpPr>
          <p:spPr>
            <a:xfrm>
              <a:off x="33739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7" name="타원 10066">
              <a:extLst>
                <a:ext uri="{FF2B5EF4-FFF2-40B4-BE49-F238E27FC236}">
                  <a16:creationId xmlns:a16="http://schemas.microsoft.com/office/drawing/2014/main" id="{03694D03-A98F-4B71-9CD4-5AD1A9ED9C17}"/>
                </a:ext>
              </a:extLst>
            </p:cNvPr>
            <p:cNvSpPr/>
            <p:nvPr/>
          </p:nvSpPr>
          <p:spPr>
            <a:xfrm>
              <a:off x="35263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8" name="타원 10067">
              <a:extLst>
                <a:ext uri="{FF2B5EF4-FFF2-40B4-BE49-F238E27FC236}">
                  <a16:creationId xmlns:a16="http://schemas.microsoft.com/office/drawing/2014/main" id="{8902A4BE-A99D-49FF-85B9-C5748B492681}"/>
                </a:ext>
              </a:extLst>
            </p:cNvPr>
            <p:cNvSpPr/>
            <p:nvPr/>
          </p:nvSpPr>
          <p:spPr>
            <a:xfrm>
              <a:off x="36787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69" name="타원 10068">
              <a:extLst>
                <a:ext uri="{FF2B5EF4-FFF2-40B4-BE49-F238E27FC236}">
                  <a16:creationId xmlns:a16="http://schemas.microsoft.com/office/drawing/2014/main" id="{5A1632B6-FCE9-43B4-83FE-C7C50018193B}"/>
                </a:ext>
              </a:extLst>
            </p:cNvPr>
            <p:cNvSpPr/>
            <p:nvPr/>
          </p:nvSpPr>
          <p:spPr>
            <a:xfrm>
              <a:off x="38311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0" name="타원 10069">
              <a:extLst>
                <a:ext uri="{FF2B5EF4-FFF2-40B4-BE49-F238E27FC236}">
                  <a16:creationId xmlns:a16="http://schemas.microsoft.com/office/drawing/2014/main" id="{16CF362A-75D1-4C30-BFC5-A5FB5AA7F603}"/>
                </a:ext>
              </a:extLst>
            </p:cNvPr>
            <p:cNvSpPr/>
            <p:nvPr/>
          </p:nvSpPr>
          <p:spPr>
            <a:xfrm>
              <a:off x="39835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1" name="타원 10070">
              <a:extLst>
                <a:ext uri="{FF2B5EF4-FFF2-40B4-BE49-F238E27FC236}">
                  <a16:creationId xmlns:a16="http://schemas.microsoft.com/office/drawing/2014/main" id="{B3075DAC-C3C6-4F3F-A7D6-9A643B2BAD35}"/>
                </a:ext>
              </a:extLst>
            </p:cNvPr>
            <p:cNvSpPr/>
            <p:nvPr/>
          </p:nvSpPr>
          <p:spPr>
            <a:xfrm>
              <a:off x="41359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2" name="타원 10071">
              <a:extLst>
                <a:ext uri="{FF2B5EF4-FFF2-40B4-BE49-F238E27FC236}">
                  <a16:creationId xmlns:a16="http://schemas.microsoft.com/office/drawing/2014/main" id="{6EB69419-4856-4C3A-9A2F-D591C07D3299}"/>
                </a:ext>
              </a:extLst>
            </p:cNvPr>
            <p:cNvSpPr/>
            <p:nvPr/>
          </p:nvSpPr>
          <p:spPr>
            <a:xfrm>
              <a:off x="42883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3" name="타원 10072">
              <a:extLst>
                <a:ext uri="{FF2B5EF4-FFF2-40B4-BE49-F238E27FC236}">
                  <a16:creationId xmlns:a16="http://schemas.microsoft.com/office/drawing/2014/main" id="{4AD0FC49-CAA9-4E56-ADBC-8F4137AF67DE}"/>
                </a:ext>
              </a:extLst>
            </p:cNvPr>
            <p:cNvSpPr/>
            <p:nvPr/>
          </p:nvSpPr>
          <p:spPr>
            <a:xfrm>
              <a:off x="44407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4" name="타원 10073">
              <a:extLst>
                <a:ext uri="{FF2B5EF4-FFF2-40B4-BE49-F238E27FC236}">
                  <a16:creationId xmlns:a16="http://schemas.microsoft.com/office/drawing/2014/main" id="{E207D93D-5CFF-4501-9F91-52122F4568BD}"/>
                </a:ext>
              </a:extLst>
            </p:cNvPr>
            <p:cNvSpPr/>
            <p:nvPr/>
          </p:nvSpPr>
          <p:spPr>
            <a:xfrm>
              <a:off x="45931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5" name="타원 10074">
              <a:extLst>
                <a:ext uri="{FF2B5EF4-FFF2-40B4-BE49-F238E27FC236}">
                  <a16:creationId xmlns:a16="http://schemas.microsoft.com/office/drawing/2014/main" id="{2FD37A43-902C-435E-97FE-FBE654BAA0F9}"/>
                </a:ext>
              </a:extLst>
            </p:cNvPr>
            <p:cNvSpPr/>
            <p:nvPr/>
          </p:nvSpPr>
          <p:spPr>
            <a:xfrm>
              <a:off x="47455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6" name="타원 10075">
              <a:extLst>
                <a:ext uri="{FF2B5EF4-FFF2-40B4-BE49-F238E27FC236}">
                  <a16:creationId xmlns:a16="http://schemas.microsoft.com/office/drawing/2014/main" id="{72D1B21E-538E-417F-B95B-923D46C2FD34}"/>
                </a:ext>
              </a:extLst>
            </p:cNvPr>
            <p:cNvSpPr/>
            <p:nvPr/>
          </p:nvSpPr>
          <p:spPr>
            <a:xfrm>
              <a:off x="48979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7" name="타원 10076">
              <a:extLst>
                <a:ext uri="{FF2B5EF4-FFF2-40B4-BE49-F238E27FC236}">
                  <a16:creationId xmlns:a16="http://schemas.microsoft.com/office/drawing/2014/main" id="{04F3F2C6-B7AA-4128-88A8-C4C52A8F477F}"/>
                </a:ext>
              </a:extLst>
            </p:cNvPr>
            <p:cNvSpPr/>
            <p:nvPr/>
          </p:nvSpPr>
          <p:spPr>
            <a:xfrm>
              <a:off x="50503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8" name="타원 10077">
              <a:extLst>
                <a:ext uri="{FF2B5EF4-FFF2-40B4-BE49-F238E27FC236}">
                  <a16:creationId xmlns:a16="http://schemas.microsoft.com/office/drawing/2014/main" id="{FA4A92D3-D9A3-44DF-B85F-C5955DB3C648}"/>
                </a:ext>
              </a:extLst>
            </p:cNvPr>
            <p:cNvSpPr/>
            <p:nvPr/>
          </p:nvSpPr>
          <p:spPr>
            <a:xfrm>
              <a:off x="52027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79" name="타원 10078">
              <a:extLst>
                <a:ext uri="{FF2B5EF4-FFF2-40B4-BE49-F238E27FC236}">
                  <a16:creationId xmlns:a16="http://schemas.microsoft.com/office/drawing/2014/main" id="{1D4EFBCA-183B-4152-A4BB-96571E2B8936}"/>
                </a:ext>
              </a:extLst>
            </p:cNvPr>
            <p:cNvSpPr/>
            <p:nvPr/>
          </p:nvSpPr>
          <p:spPr>
            <a:xfrm>
              <a:off x="53551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0" name="타원 10079">
              <a:extLst>
                <a:ext uri="{FF2B5EF4-FFF2-40B4-BE49-F238E27FC236}">
                  <a16:creationId xmlns:a16="http://schemas.microsoft.com/office/drawing/2014/main" id="{31FD88FF-5B0B-4DF2-AD60-C0E33E32B53B}"/>
                </a:ext>
              </a:extLst>
            </p:cNvPr>
            <p:cNvSpPr/>
            <p:nvPr/>
          </p:nvSpPr>
          <p:spPr>
            <a:xfrm>
              <a:off x="55075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1" name="타원 10080">
              <a:extLst>
                <a:ext uri="{FF2B5EF4-FFF2-40B4-BE49-F238E27FC236}">
                  <a16:creationId xmlns:a16="http://schemas.microsoft.com/office/drawing/2014/main" id="{13BBDA7A-42ED-4E7F-BE0E-A25B0833ABE0}"/>
                </a:ext>
              </a:extLst>
            </p:cNvPr>
            <p:cNvSpPr/>
            <p:nvPr/>
          </p:nvSpPr>
          <p:spPr>
            <a:xfrm>
              <a:off x="56599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2" name="타원 10081">
              <a:extLst>
                <a:ext uri="{FF2B5EF4-FFF2-40B4-BE49-F238E27FC236}">
                  <a16:creationId xmlns:a16="http://schemas.microsoft.com/office/drawing/2014/main" id="{D3FB886A-9220-49A6-A47E-0820C1AD1F67}"/>
                </a:ext>
              </a:extLst>
            </p:cNvPr>
            <p:cNvSpPr/>
            <p:nvPr/>
          </p:nvSpPr>
          <p:spPr>
            <a:xfrm>
              <a:off x="5812349" y="6549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3" name="타원 10082">
              <a:extLst>
                <a:ext uri="{FF2B5EF4-FFF2-40B4-BE49-F238E27FC236}">
                  <a16:creationId xmlns:a16="http://schemas.microsoft.com/office/drawing/2014/main" id="{62C83E36-AF82-4593-AE80-93BCCD12F69A}"/>
                </a:ext>
              </a:extLst>
            </p:cNvPr>
            <p:cNvSpPr/>
            <p:nvPr/>
          </p:nvSpPr>
          <p:spPr>
            <a:xfrm>
              <a:off x="3259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4" name="타원 10083">
              <a:extLst>
                <a:ext uri="{FF2B5EF4-FFF2-40B4-BE49-F238E27FC236}">
                  <a16:creationId xmlns:a16="http://schemas.microsoft.com/office/drawing/2014/main" id="{2A3D0D6B-A60F-4EF8-8A32-DDA3456583A1}"/>
                </a:ext>
              </a:extLst>
            </p:cNvPr>
            <p:cNvSpPr/>
            <p:nvPr/>
          </p:nvSpPr>
          <p:spPr>
            <a:xfrm>
              <a:off x="4783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5" name="타원 10084">
              <a:extLst>
                <a:ext uri="{FF2B5EF4-FFF2-40B4-BE49-F238E27FC236}">
                  <a16:creationId xmlns:a16="http://schemas.microsoft.com/office/drawing/2014/main" id="{04AB7297-8B1D-45D7-A41A-D64B67B3CF3F}"/>
                </a:ext>
              </a:extLst>
            </p:cNvPr>
            <p:cNvSpPr/>
            <p:nvPr/>
          </p:nvSpPr>
          <p:spPr>
            <a:xfrm>
              <a:off x="6307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6" name="타원 10085">
              <a:extLst>
                <a:ext uri="{FF2B5EF4-FFF2-40B4-BE49-F238E27FC236}">
                  <a16:creationId xmlns:a16="http://schemas.microsoft.com/office/drawing/2014/main" id="{3BAC3024-503A-4488-97D7-FE69C87621E3}"/>
                </a:ext>
              </a:extLst>
            </p:cNvPr>
            <p:cNvSpPr/>
            <p:nvPr/>
          </p:nvSpPr>
          <p:spPr>
            <a:xfrm>
              <a:off x="7831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7" name="타원 10086">
              <a:extLst>
                <a:ext uri="{FF2B5EF4-FFF2-40B4-BE49-F238E27FC236}">
                  <a16:creationId xmlns:a16="http://schemas.microsoft.com/office/drawing/2014/main" id="{444D5748-A51A-4A54-AFCD-CF7FAB989B2B}"/>
                </a:ext>
              </a:extLst>
            </p:cNvPr>
            <p:cNvSpPr/>
            <p:nvPr/>
          </p:nvSpPr>
          <p:spPr>
            <a:xfrm>
              <a:off x="9355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8" name="타원 10087">
              <a:extLst>
                <a:ext uri="{FF2B5EF4-FFF2-40B4-BE49-F238E27FC236}">
                  <a16:creationId xmlns:a16="http://schemas.microsoft.com/office/drawing/2014/main" id="{4D4C1BB2-51EC-4BAC-8D6C-D5B58B2FF63B}"/>
                </a:ext>
              </a:extLst>
            </p:cNvPr>
            <p:cNvSpPr/>
            <p:nvPr/>
          </p:nvSpPr>
          <p:spPr>
            <a:xfrm>
              <a:off x="10879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89" name="타원 10088">
              <a:extLst>
                <a:ext uri="{FF2B5EF4-FFF2-40B4-BE49-F238E27FC236}">
                  <a16:creationId xmlns:a16="http://schemas.microsoft.com/office/drawing/2014/main" id="{76B26440-CB91-4895-A49F-7A6CF7730EFC}"/>
                </a:ext>
              </a:extLst>
            </p:cNvPr>
            <p:cNvSpPr/>
            <p:nvPr/>
          </p:nvSpPr>
          <p:spPr>
            <a:xfrm>
              <a:off x="12403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0" name="타원 10089">
              <a:extLst>
                <a:ext uri="{FF2B5EF4-FFF2-40B4-BE49-F238E27FC236}">
                  <a16:creationId xmlns:a16="http://schemas.microsoft.com/office/drawing/2014/main" id="{BCE06747-41CB-4D74-98A2-F6CFF2E997C3}"/>
                </a:ext>
              </a:extLst>
            </p:cNvPr>
            <p:cNvSpPr/>
            <p:nvPr/>
          </p:nvSpPr>
          <p:spPr>
            <a:xfrm>
              <a:off x="13927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1" name="타원 10090">
              <a:extLst>
                <a:ext uri="{FF2B5EF4-FFF2-40B4-BE49-F238E27FC236}">
                  <a16:creationId xmlns:a16="http://schemas.microsoft.com/office/drawing/2014/main" id="{FC9BBBDD-7F49-4A5A-B929-882E3E3EA9A2}"/>
                </a:ext>
              </a:extLst>
            </p:cNvPr>
            <p:cNvSpPr/>
            <p:nvPr/>
          </p:nvSpPr>
          <p:spPr>
            <a:xfrm>
              <a:off x="15451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2" name="타원 10091">
              <a:extLst>
                <a:ext uri="{FF2B5EF4-FFF2-40B4-BE49-F238E27FC236}">
                  <a16:creationId xmlns:a16="http://schemas.microsoft.com/office/drawing/2014/main" id="{68216BC4-263E-409B-9F17-3B4579912CBB}"/>
                </a:ext>
              </a:extLst>
            </p:cNvPr>
            <p:cNvSpPr/>
            <p:nvPr/>
          </p:nvSpPr>
          <p:spPr>
            <a:xfrm>
              <a:off x="16975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3" name="타원 10092">
              <a:extLst>
                <a:ext uri="{FF2B5EF4-FFF2-40B4-BE49-F238E27FC236}">
                  <a16:creationId xmlns:a16="http://schemas.microsoft.com/office/drawing/2014/main" id="{CF105DF2-6774-4485-9C1B-DF6FFD171F41}"/>
                </a:ext>
              </a:extLst>
            </p:cNvPr>
            <p:cNvSpPr/>
            <p:nvPr/>
          </p:nvSpPr>
          <p:spPr>
            <a:xfrm>
              <a:off x="18499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4" name="타원 10093">
              <a:extLst>
                <a:ext uri="{FF2B5EF4-FFF2-40B4-BE49-F238E27FC236}">
                  <a16:creationId xmlns:a16="http://schemas.microsoft.com/office/drawing/2014/main" id="{58078DBB-B310-4CCC-99D2-87554B937B10}"/>
                </a:ext>
              </a:extLst>
            </p:cNvPr>
            <p:cNvSpPr/>
            <p:nvPr/>
          </p:nvSpPr>
          <p:spPr>
            <a:xfrm>
              <a:off x="20023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5" name="타원 10094">
              <a:extLst>
                <a:ext uri="{FF2B5EF4-FFF2-40B4-BE49-F238E27FC236}">
                  <a16:creationId xmlns:a16="http://schemas.microsoft.com/office/drawing/2014/main" id="{AE1421AF-E7E0-4599-806C-02E10AB05BA9}"/>
                </a:ext>
              </a:extLst>
            </p:cNvPr>
            <p:cNvSpPr/>
            <p:nvPr/>
          </p:nvSpPr>
          <p:spPr>
            <a:xfrm>
              <a:off x="21547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6" name="타원 10095">
              <a:extLst>
                <a:ext uri="{FF2B5EF4-FFF2-40B4-BE49-F238E27FC236}">
                  <a16:creationId xmlns:a16="http://schemas.microsoft.com/office/drawing/2014/main" id="{0A1A39B7-0C02-4B29-8A1D-E743971BB609}"/>
                </a:ext>
              </a:extLst>
            </p:cNvPr>
            <p:cNvSpPr/>
            <p:nvPr/>
          </p:nvSpPr>
          <p:spPr>
            <a:xfrm>
              <a:off x="23071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7" name="타원 10096">
              <a:extLst>
                <a:ext uri="{FF2B5EF4-FFF2-40B4-BE49-F238E27FC236}">
                  <a16:creationId xmlns:a16="http://schemas.microsoft.com/office/drawing/2014/main" id="{F23CDC55-C201-4F1E-8D49-01DC6D0C0905}"/>
                </a:ext>
              </a:extLst>
            </p:cNvPr>
            <p:cNvSpPr/>
            <p:nvPr/>
          </p:nvSpPr>
          <p:spPr>
            <a:xfrm>
              <a:off x="24595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8" name="타원 10097">
              <a:extLst>
                <a:ext uri="{FF2B5EF4-FFF2-40B4-BE49-F238E27FC236}">
                  <a16:creationId xmlns:a16="http://schemas.microsoft.com/office/drawing/2014/main" id="{F8F84833-1D7F-423D-BF42-4CA6829466E4}"/>
                </a:ext>
              </a:extLst>
            </p:cNvPr>
            <p:cNvSpPr/>
            <p:nvPr/>
          </p:nvSpPr>
          <p:spPr>
            <a:xfrm>
              <a:off x="26119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99" name="타원 10098">
              <a:extLst>
                <a:ext uri="{FF2B5EF4-FFF2-40B4-BE49-F238E27FC236}">
                  <a16:creationId xmlns:a16="http://schemas.microsoft.com/office/drawing/2014/main" id="{8661762B-6319-488D-AEDC-0E07BF1E859B}"/>
                </a:ext>
              </a:extLst>
            </p:cNvPr>
            <p:cNvSpPr/>
            <p:nvPr/>
          </p:nvSpPr>
          <p:spPr>
            <a:xfrm>
              <a:off x="27643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0" name="타원 10099">
              <a:extLst>
                <a:ext uri="{FF2B5EF4-FFF2-40B4-BE49-F238E27FC236}">
                  <a16:creationId xmlns:a16="http://schemas.microsoft.com/office/drawing/2014/main" id="{47E77BDD-B7BE-4A88-8FA0-49BDC509A5BA}"/>
                </a:ext>
              </a:extLst>
            </p:cNvPr>
            <p:cNvSpPr/>
            <p:nvPr/>
          </p:nvSpPr>
          <p:spPr>
            <a:xfrm>
              <a:off x="29167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1" name="타원 10100">
              <a:extLst>
                <a:ext uri="{FF2B5EF4-FFF2-40B4-BE49-F238E27FC236}">
                  <a16:creationId xmlns:a16="http://schemas.microsoft.com/office/drawing/2014/main" id="{DCB8F250-B7B1-462D-9F55-1B53F229F449}"/>
                </a:ext>
              </a:extLst>
            </p:cNvPr>
            <p:cNvSpPr/>
            <p:nvPr/>
          </p:nvSpPr>
          <p:spPr>
            <a:xfrm>
              <a:off x="30691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2" name="타원 10101">
              <a:extLst>
                <a:ext uri="{FF2B5EF4-FFF2-40B4-BE49-F238E27FC236}">
                  <a16:creationId xmlns:a16="http://schemas.microsoft.com/office/drawing/2014/main" id="{DABCED10-28AB-47B8-81BA-2C84F7B11144}"/>
                </a:ext>
              </a:extLst>
            </p:cNvPr>
            <p:cNvSpPr/>
            <p:nvPr/>
          </p:nvSpPr>
          <p:spPr>
            <a:xfrm>
              <a:off x="32215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3" name="타원 10102">
              <a:extLst>
                <a:ext uri="{FF2B5EF4-FFF2-40B4-BE49-F238E27FC236}">
                  <a16:creationId xmlns:a16="http://schemas.microsoft.com/office/drawing/2014/main" id="{BBFF72E3-0A1B-44A8-AFA2-1C31734E0B49}"/>
                </a:ext>
              </a:extLst>
            </p:cNvPr>
            <p:cNvSpPr/>
            <p:nvPr/>
          </p:nvSpPr>
          <p:spPr>
            <a:xfrm>
              <a:off x="33739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4" name="타원 10103">
              <a:extLst>
                <a:ext uri="{FF2B5EF4-FFF2-40B4-BE49-F238E27FC236}">
                  <a16:creationId xmlns:a16="http://schemas.microsoft.com/office/drawing/2014/main" id="{7D7D3186-361C-4ABB-A932-32815CC5D0FF}"/>
                </a:ext>
              </a:extLst>
            </p:cNvPr>
            <p:cNvSpPr/>
            <p:nvPr/>
          </p:nvSpPr>
          <p:spPr>
            <a:xfrm>
              <a:off x="35263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5" name="타원 10104">
              <a:extLst>
                <a:ext uri="{FF2B5EF4-FFF2-40B4-BE49-F238E27FC236}">
                  <a16:creationId xmlns:a16="http://schemas.microsoft.com/office/drawing/2014/main" id="{A19767A2-3A1B-4B5D-AB3C-9B45E5A80673}"/>
                </a:ext>
              </a:extLst>
            </p:cNvPr>
            <p:cNvSpPr/>
            <p:nvPr/>
          </p:nvSpPr>
          <p:spPr>
            <a:xfrm>
              <a:off x="36787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6" name="타원 10105">
              <a:extLst>
                <a:ext uri="{FF2B5EF4-FFF2-40B4-BE49-F238E27FC236}">
                  <a16:creationId xmlns:a16="http://schemas.microsoft.com/office/drawing/2014/main" id="{841AB195-674C-4290-BF17-60ABE45209C7}"/>
                </a:ext>
              </a:extLst>
            </p:cNvPr>
            <p:cNvSpPr/>
            <p:nvPr/>
          </p:nvSpPr>
          <p:spPr>
            <a:xfrm>
              <a:off x="38311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7" name="타원 10106">
              <a:extLst>
                <a:ext uri="{FF2B5EF4-FFF2-40B4-BE49-F238E27FC236}">
                  <a16:creationId xmlns:a16="http://schemas.microsoft.com/office/drawing/2014/main" id="{55BFC54C-41F7-4015-97DE-91011725542F}"/>
                </a:ext>
              </a:extLst>
            </p:cNvPr>
            <p:cNvSpPr/>
            <p:nvPr/>
          </p:nvSpPr>
          <p:spPr>
            <a:xfrm>
              <a:off x="39835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8" name="타원 10107">
              <a:extLst>
                <a:ext uri="{FF2B5EF4-FFF2-40B4-BE49-F238E27FC236}">
                  <a16:creationId xmlns:a16="http://schemas.microsoft.com/office/drawing/2014/main" id="{F8EE9F6E-2A08-4678-B3F1-375D29E55C5D}"/>
                </a:ext>
              </a:extLst>
            </p:cNvPr>
            <p:cNvSpPr/>
            <p:nvPr/>
          </p:nvSpPr>
          <p:spPr>
            <a:xfrm>
              <a:off x="41359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09" name="타원 10108">
              <a:extLst>
                <a:ext uri="{FF2B5EF4-FFF2-40B4-BE49-F238E27FC236}">
                  <a16:creationId xmlns:a16="http://schemas.microsoft.com/office/drawing/2014/main" id="{AD59AC85-9F7F-464F-9254-BAE79A02D284}"/>
                </a:ext>
              </a:extLst>
            </p:cNvPr>
            <p:cNvSpPr/>
            <p:nvPr/>
          </p:nvSpPr>
          <p:spPr>
            <a:xfrm>
              <a:off x="42883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0" name="타원 10109">
              <a:extLst>
                <a:ext uri="{FF2B5EF4-FFF2-40B4-BE49-F238E27FC236}">
                  <a16:creationId xmlns:a16="http://schemas.microsoft.com/office/drawing/2014/main" id="{1F5B67BD-F6C4-46CC-A4FD-4AD1D9D53299}"/>
                </a:ext>
              </a:extLst>
            </p:cNvPr>
            <p:cNvSpPr/>
            <p:nvPr/>
          </p:nvSpPr>
          <p:spPr>
            <a:xfrm>
              <a:off x="44407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1" name="타원 10110">
              <a:extLst>
                <a:ext uri="{FF2B5EF4-FFF2-40B4-BE49-F238E27FC236}">
                  <a16:creationId xmlns:a16="http://schemas.microsoft.com/office/drawing/2014/main" id="{8AA8711B-CBE3-4198-A298-246F41006F1E}"/>
                </a:ext>
              </a:extLst>
            </p:cNvPr>
            <p:cNvSpPr/>
            <p:nvPr/>
          </p:nvSpPr>
          <p:spPr>
            <a:xfrm>
              <a:off x="45931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2" name="타원 10111">
              <a:extLst>
                <a:ext uri="{FF2B5EF4-FFF2-40B4-BE49-F238E27FC236}">
                  <a16:creationId xmlns:a16="http://schemas.microsoft.com/office/drawing/2014/main" id="{8E539C83-98C0-47AD-8E57-CACDAAB65CC2}"/>
                </a:ext>
              </a:extLst>
            </p:cNvPr>
            <p:cNvSpPr/>
            <p:nvPr/>
          </p:nvSpPr>
          <p:spPr>
            <a:xfrm>
              <a:off x="47455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3" name="타원 10112">
              <a:extLst>
                <a:ext uri="{FF2B5EF4-FFF2-40B4-BE49-F238E27FC236}">
                  <a16:creationId xmlns:a16="http://schemas.microsoft.com/office/drawing/2014/main" id="{97E71ACE-7E40-49F3-8656-F62BBC0B7520}"/>
                </a:ext>
              </a:extLst>
            </p:cNvPr>
            <p:cNvSpPr/>
            <p:nvPr/>
          </p:nvSpPr>
          <p:spPr>
            <a:xfrm>
              <a:off x="48979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4" name="타원 10113">
              <a:extLst>
                <a:ext uri="{FF2B5EF4-FFF2-40B4-BE49-F238E27FC236}">
                  <a16:creationId xmlns:a16="http://schemas.microsoft.com/office/drawing/2014/main" id="{87B61D9A-9416-402B-B8D3-486B1EB6602F}"/>
                </a:ext>
              </a:extLst>
            </p:cNvPr>
            <p:cNvSpPr/>
            <p:nvPr/>
          </p:nvSpPr>
          <p:spPr>
            <a:xfrm>
              <a:off x="50503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5" name="타원 10114">
              <a:extLst>
                <a:ext uri="{FF2B5EF4-FFF2-40B4-BE49-F238E27FC236}">
                  <a16:creationId xmlns:a16="http://schemas.microsoft.com/office/drawing/2014/main" id="{40F556A7-A4C9-4A9B-A326-0E009F86BF0A}"/>
                </a:ext>
              </a:extLst>
            </p:cNvPr>
            <p:cNvSpPr/>
            <p:nvPr/>
          </p:nvSpPr>
          <p:spPr>
            <a:xfrm>
              <a:off x="52027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6" name="타원 10115">
              <a:extLst>
                <a:ext uri="{FF2B5EF4-FFF2-40B4-BE49-F238E27FC236}">
                  <a16:creationId xmlns:a16="http://schemas.microsoft.com/office/drawing/2014/main" id="{9351D417-B73D-48D4-842A-3EFFB2DD9BA2}"/>
                </a:ext>
              </a:extLst>
            </p:cNvPr>
            <p:cNvSpPr/>
            <p:nvPr/>
          </p:nvSpPr>
          <p:spPr>
            <a:xfrm>
              <a:off x="53551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7" name="타원 10116">
              <a:extLst>
                <a:ext uri="{FF2B5EF4-FFF2-40B4-BE49-F238E27FC236}">
                  <a16:creationId xmlns:a16="http://schemas.microsoft.com/office/drawing/2014/main" id="{1217A31D-AB20-4337-947A-20E063B40523}"/>
                </a:ext>
              </a:extLst>
            </p:cNvPr>
            <p:cNvSpPr/>
            <p:nvPr/>
          </p:nvSpPr>
          <p:spPr>
            <a:xfrm>
              <a:off x="55075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8" name="타원 10117">
              <a:extLst>
                <a:ext uri="{FF2B5EF4-FFF2-40B4-BE49-F238E27FC236}">
                  <a16:creationId xmlns:a16="http://schemas.microsoft.com/office/drawing/2014/main" id="{69711729-BAF1-4326-AD4C-02CDD33CC5B3}"/>
                </a:ext>
              </a:extLst>
            </p:cNvPr>
            <p:cNvSpPr/>
            <p:nvPr/>
          </p:nvSpPr>
          <p:spPr>
            <a:xfrm>
              <a:off x="56599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19" name="타원 10118">
              <a:extLst>
                <a:ext uri="{FF2B5EF4-FFF2-40B4-BE49-F238E27FC236}">
                  <a16:creationId xmlns:a16="http://schemas.microsoft.com/office/drawing/2014/main" id="{6B4E0916-3926-4DF9-A3AF-AE3B72075DDB}"/>
                </a:ext>
              </a:extLst>
            </p:cNvPr>
            <p:cNvSpPr/>
            <p:nvPr/>
          </p:nvSpPr>
          <p:spPr>
            <a:xfrm>
              <a:off x="5812349" y="6701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0" name="타원 10119">
              <a:extLst>
                <a:ext uri="{FF2B5EF4-FFF2-40B4-BE49-F238E27FC236}">
                  <a16:creationId xmlns:a16="http://schemas.microsoft.com/office/drawing/2014/main" id="{ED034BB6-DCD7-4D4A-8164-FFC51C4551A4}"/>
                </a:ext>
              </a:extLst>
            </p:cNvPr>
            <p:cNvSpPr/>
            <p:nvPr/>
          </p:nvSpPr>
          <p:spPr>
            <a:xfrm>
              <a:off x="3259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1" name="타원 10120">
              <a:extLst>
                <a:ext uri="{FF2B5EF4-FFF2-40B4-BE49-F238E27FC236}">
                  <a16:creationId xmlns:a16="http://schemas.microsoft.com/office/drawing/2014/main" id="{78C6B459-0EF1-418D-ACCF-480F90EDC492}"/>
                </a:ext>
              </a:extLst>
            </p:cNvPr>
            <p:cNvSpPr/>
            <p:nvPr/>
          </p:nvSpPr>
          <p:spPr>
            <a:xfrm>
              <a:off x="4783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2" name="타원 10121">
              <a:extLst>
                <a:ext uri="{FF2B5EF4-FFF2-40B4-BE49-F238E27FC236}">
                  <a16:creationId xmlns:a16="http://schemas.microsoft.com/office/drawing/2014/main" id="{D6FB5FD7-615A-47E2-8E62-EF2BD52199D5}"/>
                </a:ext>
              </a:extLst>
            </p:cNvPr>
            <p:cNvSpPr/>
            <p:nvPr/>
          </p:nvSpPr>
          <p:spPr>
            <a:xfrm>
              <a:off x="6307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3" name="타원 10122">
              <a:extLst>
                <a:ext uri="{FF2B5EF4-FFF2-40B4-BE49-F238E27FC236}">
                  <a16:creationId xmlns:a16="http://schemas.microsoft.com/office/drawing/2014/main" id="{E6BA9204-CCD1-4734-8A2F-A95FFDA79610}"/>
                </a:ext>
              </a:extLst>
            </p:cNvPr>
            <p:cNvSpPr/>
            <p:nvPr/>
          </p:nvSpPr>
          <p:spPr>
            <a:xfrm>
              <a:off x="7831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4" name="타원 10123">
              <a:extLst>
                <a:ext uri="{FF2B5EF4-FFF2-40B4-BE49-F238E27FC236}">
                  <a16:creationId xmlns:a16="http://schemas.microsoft.com/office/drawing/2014/main" id="{6BCF4A39-2511-46EB-A32A-58E18851B567}"/>
                </a:ext>
              </a:extLst>
            </p:cNvPr>
            <p:cNvSpPr/>
            <p:nvPr/>
          </p:nvSpPr>
          <p:spPr>
            <a:xfrm>
              <a:off x="9355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5" name="타원 10124">
              <a:extLst>
                <a:ext uri="{FF2B5EF4-FFF2-40B4-BE49-F238E27FC236}">
                  <a16:creationId xmlns:a16="http://schemas.microsoft.com/office/drawing/2014/main" id="{81BC182B-175F-462F-B75E-EF0627E94D6E}"/>
                </a:ext>
              </a:extLst>
            </p:cNvPr>
            <p:cNvSpPr/>
            <p:nvPr/>
          </p:nvSpPr>
          <p:spPr>
            <a:xfrm>
              <a:off x="10879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6" name="타원 10125">
              <a:extLst>
                <a:ext uri="{FF2B5EF4-FFF2-40B4-BE49-F238E27FC236}">
                  <a16:creationId xmlns:a16="http://schemas.microsoft.com/office/drawing/2014/main" id="{69B676B5-B9FC-4014-8A24-6B954CC6E9F2}"/>
                </a:ext>
              </a:extLst>
            </p:cNvPr>
            <p:cNvSpPr/>
            <p:nvPr/>
          </p:nvSpPr>
          <p:spPr>
            <a:xfrm>
              <a:off x="12403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7" name="타원 10126">
              <a:extLst>
                <a:ext uri="{FF2B5EF4-FFF2-40B4-BE49-F238E27FC236}">
                  <a16:creationId xmlns:a16="http://schemas.microsoft.com/office/drawing/2014/main" id="{6761F108-3D42-43CA-9190-97E12BD0C356}"/>
                </a:ext>
              </a:extLst>
            </p:cNvPr>
            <p:cNvSpPr/>
            <p:nvPr/>
          </p:nvSpPr>
          <p:spPr>
            <a:xfrm>
              <a:off x="13927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8" name="타원 10127">
              <a:extLst>
                <a:ext uri="{FF2B5EF4-FFF2-40B4-BE49-F238E27FC236}">
                  <a16:creationId xmlns:a16="http://schemas.microsoft.com/office/drawing/2014/main" id="{570E46FA-84A5-4D77-9A33-52F8A272FF4F}"/>
                </a:ext>
              </a:extLst>
            </p:cNvPr>
            <p:cNvSpPr/>
            <p:nvPr/>
          </p:nvSpPr>
          <p:spPr>
            <a:xfrm>
              <a:off x="15451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29" name="타원 10128">
              <a:extLst>
                <a:ext uri="{FF2B5EF4-FFF2-40B4-BE49-F238E27FC236}">
                  <a16:creationId xmlns:a16="http://schemas.microsoft.com/office/drawing/2014/main" id="{B4001048-43FD-435B-A605-F6DB80B64BB9}"/>
                </a:ext>
              </a:extLst>
            </p:cNvPr>
            <p:cNvSpPr/>
            <p:nvPr/>
          </p:nvSpPr>
          <p:spPr>
            <a:xfrm>
              <a:off x="16975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0" name="타원 10129">
              <a:extLst>
                <a:ext uri="{FF2B5EF4-FFF2-40B4-BE49-F238E27FC236}">
                  <a16:creationId xmlns:a16="http://schemas.microsoft.com/office/drawing/2014/main" id="{285E0B3D-665B-4A2C-B3ED-830B3F1470E1}"/>
                </a:ext>
              </a:extLst>
            </p:cNvPr>
            <p:cNvSpPr/>
            <p:nvPr/>
          </p:nvSpPr>
          <p:spPr>
            <a:xfrm>
              <a:off x="18499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1" name="타원 10130">
              <a:extLst>
                <a:ext uri="{FF2B5EF4-FFF2-40B4-BE49-F238E27FC236}">
                  <a16:creationId xmlns:a16="http://schemas.microsoft.com/office/drawing/2014/main" id="{9610242E-623F-4D6C-9FCF-1D191BA9EA07}"/>
                </a:ext>
              </a:extLst>
            </p:cNvPr>
            <p:cNvSpPr/>
            <p:nvPr/>
          </p:nvSpPr>
          <p:spPr>
            <a:xfrm>
              <a:off x="20023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2" name="타원 10131">
              <a:extLst>
                <a:ext uri="{FF2B5EF4-FFF2-40B4-BE49-F238E27FC236}">
                  <a16:creationId xmlns:a16="http://schemas.microsoft.com/office/drawing/2014/main" id="{1E6CCD42-EE5C-42E7-9C65-A62E5A753A1C}"/>
                </a:ext>
              </a:extLst>
            </p:cNvPr>
            <p:cNvSpPr/>
            <p:nvPr/>
          </p:nvSpPr>
          <p:spPr>
            <a:xfrm>
              <a:off x="21547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3" name="타원 10132">
              <a:extLst>
                <a:ext uri="{FF2B5EF4-FFF2-40B4-BE49-F238E27FC236}">
                  <a16:creationId xmlns:a16="http://schemas.microsoft.com/office/drawing/2014/main" id="{02B420B8-437D-4315-BCEB-658647B0AF7C}"/>
                </a:ext>
              </a:extLst>
            </p:cNvPr>
            <p:cNvSpPr/>
            <p:nvPr/>
          </p:nvSpPr>
          <p:spPr>
            <a:xfrm>
              <a:off x="23071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4" name="타원 10133">
              <a:extLst>
                <a:ext uri="{FF2B5EF4-FFF2-40B4-BE49-F238E27FC236}">
                  <a16:creationId xmlns:a16="http://schemas.microsoft.com/office/drawing/2014/main" id="{57D04DCB-DC29-4E55-B43A-1A5C2A65393B}"/>
                </a:ext>
              </a:extLst>
            </p:cNvPr>
            <p:cNvSpPr/>
            <p:nvPr/>
          </p:nvSpPr>
          <p:spPr>
            <a:xfrm>
              <a:off x="24595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5" name="타원 10134">
              <a:extLst>
                <a:ext uri="{FF2B5EF4-FFF2-40B4-BE49-F238E27FC236}">
                  <a16:creationId xmlns:a16="http://schemas.microsoft.com/office/drawing/2014/main" id="{236264D9-95ED-4A14-B6CC-5592C708364E}"/>
                </a:ext>
              </a:extLst>
            </p:cNvPr>
            <p:cNvSpPr/>
            <p:nvPr/>
          </p:nvSpPr>
          <p:spPr>
            <a:xfrm>
              <a:off x="26119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6" name="타원 10135">
              <a:extLst>
                <a:ext uri="{FF2B5EF4-FFF2-40B4-BE49-F238E27FC236}">
                  <a16:creationId xmlns:a16="http://schemas.microsoft.com/office/drawing/2014/main" id="{CB68B5F8-9E55-4B86-BFAF-302184B84749}"/>
                </a:ext>
              </a:extLst>
            </p:cNvPr>
            <p:cNvSpPr/>
            <p:nvPr/>
          </p:nvSpPr>
          <p:spPr>
            <a:xfrm>
              <a:off x="27643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7" name="타원 10136">
              <a:extLst>
                <a:ext uri="{FF2B5EF4-FFF2-40B4-BE49-F238E27FC236}">
                  <a16:creationId xmlns:a16="http://schemas.microsoft.com/office/drawing/2014/main" id="{A4081800-DB95-4A6B-B240-79B8BE3EFB34}"/>
                </a:ext>
              </a:extLst>
            </p:cNvPr>
            <p:cNvSpPr/>
            <p:nvPr/>
          </p:nvSpPr>
          <p:spPr>
            <a:xfrm>
              <a:off x="29167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8" name="타원 10137">
              <a:extLst>
                <a:ext uri="{FF2B5EF4-FFF2-40B4-BE49-F238E27FC236}">
                  <a16:creationId xmlns:a16="http://schemas.microsoft.com/office/drawing/2014/main" id="{31512835-58AC-4776-B093-24A2E7A25B7F}"/>
                </a:ext>
              </a:extLst>
            </p:cNvPr>
            <p:cNvSpPr/>
            <p:nvPr/>
          </p:nvSpPr>
          <p:spPr>
            <a:xfrm>
              <a:off x="30691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39" name="타원 10138">
              <a:extLst>
                <a:ext uri="{FF2B5EF4-FFF2-40B4-BE49-F238E27FC236}">
                  <a16:creationId xmlns:a16="http://schemas.microsoft.com/office/drawing/2014/main" id="{A191829E-8F26-4F79-91AF-7A1EB4FC4F68}"/>
                </a:ext>
              </a:extLst>
            </p:cNvPr>
            <p:cNvSpPr/>
            <p:nvPr/>
          </p:nvSpPr>
          <p:spPr>
            <a:xfrm>
              <a:off x="32215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0" name="타원 10139">
              <a:extLst>
                <a:ext uri="{FF2B5EF4-FFF2-40B4-BE49-F238E27FC236}">
                  <a16:creationId xmlns:a16="http://schemas.microsoft.com/office/drawing/2014/main" id="{78F5C5B0-4B8D-4803-9EC7-B60D9EC04336}"/>
                </a:ext>
              </a:extLst>
            </p:cNvPr>
            <p:cNvSpPr/>
            <p:nvPr/>
          </p:nvSpPr>
          <p:spPr>
            <a:xfrm>
              <a:off x="33739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1" name="타원 10140">
              <a:extLst>
                <a:ext uri="{FF2B5EF4-FFF2-40B4-BE49-F238E27FC236}">
                  <a16:creationId xmlns:a16="http://schemas.microsoft.com/office/drawing/2014/main" id="{5BB32948-A9BD-4C4F-9854-7F33169B1D96}"/>
                </a:ext>
              </a:extLst>
            </p:cNvPr>
            <p:cNvSpPr/>
            <p:nvPr/>
          </p:nvSpPr>
          <p:spPr>
            <a:xfrm>
              <a:off x="35263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2" name="타원 10141">
              <a:extLst>
                <a:ext uri="{FF2B5EF4-FFF2-40B4-BE49-F238E27FC236}">
                  <a16:creationId xmlns:a16="http://schemas.microsoft.com/office/drawing/2014/main" id="{C21FA75D-B807-4C55-A59B-1596E4FBE564}"/>
                </a:ext>
              </a:extLst>
            </p:cNvPr>
            <p:cNvSpPr/>
            <p:nvPr/>
          </p:nvSpPr>
          <p:spPr>
            <a:xfrm>
              <a:off x="36787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3" name="타원 10142">
              <a:extLst>
                <a:ext uri="{FF2B5EF4-FFF2-40B4-BE49-F238E27FC236}">
                  <a16:creationId xmlns:a16="http://schemas.microsoft.com/office/drawing/2014/main" id="{6E7BA8C0-6430-4151-85D1-2926122470D3}"/>
                </a:ext>
              </a:extLst>
            </p:cNvPr>
            <p:cNvSpPr/>
            <p:nvPr/>
          </p:nvSpPr>
          <p:spPr>
            <a:xfrm>
              <a:off x="38311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4" name="타원 10143">
              <a:extLst>
                <a:ext uri="{FF2B5EF4-FFF2-40B4-BE49-F238E27FC236}">
                  <a16:creationId xmlns:a16="http://schemas.microsoft.com/office/drawing/2014/main" id="{49947F84-6310-44E8-844C-A5E8FF3D17E6}"/>
                </a:ext>
              </a:extLst>
            </p:cNvPr>
            <p:cNvSpPr/>
            <p:nvPr/>
          </p:nvSpPr>
          <p:spPr>
            <a:xfrm>
              <a:off x="39835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5" name="타원 10144">
              <a:extLst>
                <a:ext uri="{FF2B5EF4-FFF2-40B4-BE49-F238E27FC236}">
                  <a16:creationId xmlns:a16="http://schemas.microsoft.com/office/drawing/2014/main" id="{BFC0F55F-3BC2-45AC-A36E-83DF52D43B76}"/>
                </a:ext>
              </a:extLst>
            </p:cNvPr>
            <p:cNvSpPr/>
            <p:nvPr/>
          </p:nvSpPr>
          <p:spPr>
            <a:xfrm>
              <a:off x="41359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6" name="타원 10145">
              <a:extLst>
                <a:ext uri="{FF2B5EF4-FFF2-40B4-BE49-F238E27FC236}">
                  <a16:creationId xmlns:a16="http://schemas.microsoft.com/office/drawing/2014/main" id="{371AD717-682A-4A5D-AD8B-A296E5EBF373}"/>
                </a:ext>
              </a:extLst>
            </p:cNvPr>
            <p:cNvSpPr/>
            <p:nvPr/>
          </p:nvSpPr>
          <p:spPr>
            <a:xfrm>
              <a:off x="42883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7" name="타원 10146">
              <a:extLst>
                <a:ext uri="{FF2B5EF4-FFF2-40B4-BE49-F238E27FC236}">
                  <a16:creationId xmlns:a16="http://schemas.microsoft.com/office/drawing/2014/main" id="{46590462-2419-4693-82F0-3729F2849514}"/>
                </a:ext>
              </a:extLst>
            </p:cNvPr>
            <p:cNvSpPr/>
            <p:nvPr/>
          </p:nvSpPr>
          <p:spPr>
            <a:xfrm>
              <a:off x="44407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8" name="타원 10147">
              <a:extLst>
                <a:ext uri="{FF2B5EF4-FFF2-40B4-BE49-F238E27FC236}">
                  <a16:creationId xmlns:a16="http://schemas.microsoft.com/office/drawing/2014/main" id="{90400CFC-AF35-48E2-9EFA-0045C18BCB01}"/>
                </a:ext>
              </a:extLst>
            </p:cNvPr>
            <p:cNvSpPr/>
            <p:nvPr/>
          </p:nvSpPr>
          <p:spPr>
            <a:xfrm>
              <a:off x="45931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49" name="타원 10148">
              <a:extLst>
                <a:ext uri="{FF2B5EF4-FFF2-40B4-BE49-F238E27FC236}">
                  <a16:creationId xmlns:a16="http://schemas.microsoft.com/office/drawing/2014/main" id="{18C354FF-C6FA-4028-B736-E8D7FB8C1D90}"/>
                </a:ext>
              </a:extLst>
            </p:cNvPr>
            <p:cNvSpPr/>
            <p:nvPr/>
          </p:nvSpPr>
          <p:spPr>
            <a:xfrm>
              <a:off x="47455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0" name="타원 10149">
              <a:extLst>
                <a:ext uri="{FF2B5EF4-FFF2-40B4-BE49-F238E27FC236}">
                  <a16:creationId xmlns:a16="http://schemas.microsoft.com/office/drawing/2014/main" id="{34ACB170-1A9E-4AF2-8A38-FF82AA909FC1}"/>
                </a:ext>
              </a:extLst>
            </p:cNvPr>
            <p:cNvSpPr/>
            <p:nvPr/>
          </p:nvSpPr>
          <p:spPr>
            <a:xfrm>
              <a:off x="48979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1" name="타원 10150">
              <a:extLst>
                <a:ext uri="{FF2B5EF4-FFF2-40B4-BE49-F238E27FC236}">
                  <a16:creationId xmlns:a16="http://schemas.microsoft.com/office/drawing/2014/main" id="{3E49BD71-3744-4424-848C-829A26760795}"/>
                </a:ext>
              </a:extLst>
            </p:cNvPr>
            <p:cNvSpPr/>
            <p:nvPr/>
          </p:nvSpPr>
          <p:spPr>
            <a:xfrm>
              <a:off x="50503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2" name="타원 10151">
              <a:extLst>
                <a:ext uri="{FF2B5EF4-FFF2-40B4-BE49-F238E27FC236}">
                  <a16:creationId xmlns:a16="http://schemas.microsoft.com/office/drawing/2014/main" id="{00FC7107-0075-42EE-A08E-08AE4973AEDD}"/>
                </a:ext>
              </a:extLst>
            </p:cNvPr>
            <p:cNvSpPr/>
            <p:nvPr/>
          </p:nvSpPr>
          <p:spPr>
            <a:xfrm>
              <a:off x="52027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3" name="타원 10152">
              <a:extLst>
                <a:ext uri="{FF2B5EF4-FFF2-40B4-BE49-F238E27FC236}">
                  <a16:creationId xmlns:a16="http://schemas.microsoft.com/office/drawing/2014/main" id="{46FD9B48-6702-4450-A0D5-27698BCE472E}"/>
                </a:ext>
              </a:extLst>
            </p:cNvPr>
            <p:cNvSpPr/>
            <p:nvPr/>
          </p:nvSpPr>
          <p:spPr>
            <a:xfrm>
              <a:off x="53551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4" name="타원 10153">
              <a:extLst>
                <a:ext uri="{FF2B5EF4-FFF2-40B4-BE49-F238E27FC236}">
                  <a16:creationId xmlns:a16="http://schemas.microsoft.com/office/drawing/2014/main" id="{CD7D5CD1-4443-4CD8-9B57-2A7DC44ED8F5}"/>
                </a:ext>
              </a:extLst>
            </p:cNvPr>
            <p:cNvSpPr/>
            <p:nvPr/>
          </p:nvSpPr>
          <p:spPr>
            <a:xfrm>
              <a:off x="55075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5" name="타원 10154">
              <a:extLst>
                <a:ext uri="{FF2B5EF4-FFF2-40B4-BE49-F238E27FC236}">
                  <a16:creationId xmlns:a16="http://schemas.microsoft.com/office/drawing/2014/main" id="{ECDE0440-34A0-4715-9425-AE4916EE4EDA}"/>
                </a:ext>
              </a:extLst>
            </p:cNvPr>
            <p:cNvSpPr/>
            <p:nvPr/>
          </p:nvSpPr>
          <p:spPr>
            <a:xfrm>
              <a:off x="56599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6" name="타원 10155">
              <a:extLst>
                <a:ext uri="{FF2B5EF4-FFF2-40B4-BE49-F238E27FC236}">
                  <a16:creationId xmlns:a16="http://schemas.microsoft.com/office/drawing/2014/main" id="{8AD0FFD6-D531-485D-91A7-A96B5D969454}"/>
                </a:ext>
              </a:extLst>
            </p:cNvPr>
            <p:cNvSpPr/>
            <p:nvPr/>
          </p:nvSpPr>
          <p:spPr>
            <a:xfrm>
              <a:off x="5812349" y="68539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7" name="타원 10156">
              <a:extLst>
                <a:ext uri="{FF2B5EF4-FFF2-40B4-BE49-F238E27FC236}">
                  <a16:creationId xmlns:a16="http://schemas.microsoft.com/office/drawing/2014/main" id="{2C63A947-A34F-4669-8124-B1521824DCFE}"/>
                </a:ext>
              </a:extLst>
            </p:cNvPr>
            <p:cNvSpPr/>
            <p:nvPr/>
          </p:nvSpPr>
          <p:spPr>
            <a:xfrm>
              <a:off x="3259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8" name="타원 10157">
              <a:extLst>
                <a:ext uri="{FF2B5EF4-FFF2-40B4-BE49-F238E27FC236}">
                  <a16:creationId xmlns:a16="http://schemas.microsoft.com/office/drawing/2014/main" id="{3A568ECF-8446-4ABF-A1B9-F57B9C3705A7}"/>
                </a:ext>
              </a:extLst>
            </p:cNvPr>
            <p:cNvSpPr/>
            <p:nvPr/>
          </p:nvSpPr>
          <p:spPr>
            <a:xfrm>
              <a:off x="4783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59" name="타원 10158">
              <a:extLst>
                <a:ext uri="{FF2B5EF4-FFF2-40B4-BE49-F238E27FC236}">
                  <a16:creationId xmlns:a16="http://schemas.microsoft.com/office/drawing/2014/main" id="{143D82B7-AF98-4AD4-8CA5-602CEFB0AD0A}"/>
                </a:ext>
              </a:extLst>
            </p:cNvPr>
            <p:cNvSpPr/>
            <p:nvPr/>
          </p:nvSpPr>
          <p:spPr>
            <a:xfrm>
              <a:off x="6307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0" name="타원 10159">
              <a:extLst>
                <a:ext uri="{FF2B5EF4-FFF2-40B4-BE49-F238E27FC236}">
                  <a16:creationId xmlns:a16="http://schemas.microsoft.com/office/drawing/2014/main" id="{ED385A47-6BF5-4383-B391-FE790F3BFF9C}"/>
                </a:ext>
              </a:extLst>
            </p:cNvPr>
            <p:cNvSpPr/>
            <p:nvPr/>
          </p:nvSpPr>
          <p:spPr>
            <a:xfrm>
              <a:off x="7831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1" name="타원 10160">
              <a:extLst>
                <a:ext uri="{FF2B5EF4-FFF2-40B4-BE49-F238E27FC236}">
                  <a16:creationId xmlns:a16="http://schemas.microsoft.com/office/drawing/2014/main" id="{478878DB-27E6-4AA5-8F7F-EB76EEACA94E}"/>
                </a:ext>
              </a:extLst>
            </p:cNvPr>
            <p:cNvSpPr/>
            <p:nvPr/>
          </p:nvSpPr>
          <p:spPr>
            <a:xfrm>
              <a:off x="9355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2" name="타원 10161">
              <a:extLst>
                <a:ext uri="{FF2B5EF4-FFF2-40B4-BE49-F238E27FC236}">
                  <a16:creationId xmlns:a16="http://schemas.microsoft.com/office/drawing/2014/main" id="{FB98A96E-CD82-4ECF-A22F-15E7D55DD826}"/>
                </a:ext>
              </a:extLst>
            </p:cNvPr>
            <p:cNvSpPr/>
            <p:nvPr/>
          </p:nvSpPr>
          <p:spPr>
            <a:xfrm>
              <a:off x="10879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3" name="타원 10162">
              <a:extLst>
                <a:ext uri="{FF2B5EF4-FFF2-40B4-BE49-F238E27FC236}">
                  <a16:creationId xmlns:a16="http://schemas.microsoft.com/office/drawing/2014/main" id="{80386A5E-103A-4A7E-9483-C4AF8FAC8EE9}"/>
                </a:ext>
              </a:extLst>
            </p:cNvPr>
            <p:cNvSpPr/>
            <p:nvPr/>
          </p:nvSpPr>
          <p:spPr>
            <a:xfrm>
              <a:off x="12403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4" name="타원 10163">
              <a:extLst>
                <a:ext uri="{FF2B5EF4-FFF2-40B4-BE49-F238E27FC236}">
                  <a16:creationId xmlns:a16="http://schemas.microsoft.com/office/drawing/2014/main" id="{99D8701D-CB94-4D0E-91D1-11F46BA6709A}"/>
                </a:ext>
              </a:extLst>
            </p:cNvPr>
            <p:cNvSpPr/>
            <p:nvPr/>
          </p:nvSpPr>
          <p:spPr>
            <a:xfrm>
              <a:off x="13927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5" name="타원 10164">
              <a:extLst>
                <a:ext uri="{FF2B5EF4-FFF2-40B4-BE49-F238E27FC236}">
                  <a16:creationId xmlns:a16="http://schemas.microsoft.com/office/drawing/2014/main" id="{BC88AE42-9920-4E19-80BD-4C3954817827}"/>
                </a:ext>
              </a:extLst>
            </p:cNvPr>
            <p:cNvSpPr/>
            <p:nvPr/>
          </p:nvSpPr>
          <p:spPr>
            <a:xfrm>
              <a:off x="15451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6" name="타원 10165">
              <a:extLst>
                <a:ext uri="{FF2B5EF4-FFF2-40B4-BE49-F238E27FC236}">
                  <a16:creationId xmlns:a16="http://schemas.microsoft.com/office/drawing/2014/main" id="{404CB7A9-CF94-48ED-BEF3-E6C4C4DA6220}"/>
                </a:ext>
              </a:extLst>
            </p:cNvPr>
            <p:cNvSpPr/>
            <p:nvPr/>
          </p:nvSpPr>
          <p:spPr>
            <a:xfrm>
              <a:off x="16975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7" name="타원 10166">
              <a:extLst>
                <a:ext uri="{FF2B5EF4-FFF2-40B4-BE49-F238E27FC236}">
                  <a16:creationId xmlns:a16="http://schemas.microsoft.com/office/drawing/2014/main" id="{38402B10-A40A-4DFC-AEA6-82CE480FC0B5}"/>
                </a:ext>
              </a:extLst>
            </p:cNvPr>
            <p:cNvSpPr/>
            <p:nvPr/>
          </p:nvSpPr>
          <p:spPr>
            <a:xfrm>
              <a:off x="18499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8" name="타원 10167">
              <a:extLst>
                <a:ext uri="{FF2B5EF4-FFF2-40B4-BE49-F238E27FC236}">
                  <a16:creationId xmlns:a16="http://schemas.microsoft.com/office/drawing/2014/main" id="{897E9BCC-716E-4089-809A-E45FAA1EEEC8}"/>
                </a:ext>
              </a:extLst>
            </p:cNvPr>
            <p:cNvSpPr/>
            <p:nvPr/>
          </p:nvSpPr>
          <p:spPr>
            <a:xfrm>
              <a:off x="20023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69" name="타원 10168">
              <a:extLst>
                <a:ext uri="{FF2B5EF4-FFF2-40B4-BE49-F238E27FC236}">
                  <a16:creationId xmlns:a16="http://schemas.microsoft.com/office/drawing/2014/main" id="{9077B749-CD11-4CC1-831F-26A0857FCE47}"/>
                </a:ext>
              </a:extLst>
            </p:cNvPr>
            <p:cNvSpPr/>
            <p:nvPr/>
          </p:nvSpPr>
          <p:spPr>
            <a:xfrm>
              <a:off x="21547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0" name="타원 10169">
              <a:extLst>
                <a:ext uri="{FF2B5EF4-FFF2-40B4-BE49-F238E27FC236}">
                  <a16:creationId xmlns:a16="http://schemas.microsoft.com/office/drawing/2014/main" id="{5648A3E2-7F1D-468A-AC90-F9733BA85D24}"/>
                </a:ext>
              </a:extLst>
            </p:cNvPr>
            <p:cNvSpPr/>
            <p:nvPr/>
          </p:nvSpPr>
          <p:spPr>
            <a:xfrm>
              <a:off x="23071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1" name="타원 10170">
              <a:extLst>
                <a:ext uri="{FF2B5EF4-FFF2-40B4-BE49-F238E27FC236}">
                  <a16:creationId xmlns:a16="http://schemas.microsoft.com/office/drawing/2014/main" id="{03A89ECD-36DD-4FE5-AC55-80D79BAD5BAB}"/>
                </a:ext>
              </a:extLst>
            </p:cNvPr>
            <p:cNvSpPr/>
            <p:nvPr/>
          </p:nvSpPr>
          <p:spPr>
            <a:xfrm>
              <a:off x="24595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2" name="타원 10171">
              <a:extLst>
                <a:ext uri="{FF2B5EF4-FFF2-40B4-BE49-F238E27FC236}">
                  <a16:creationId xmlns:a16="http://schemas.microsoft.com/office/drawing/2014/main" id="{A2623238-E346-4F1F-A12C-1D6017F988EE}"/>
                </a:ext>
              </a:extLst>
            </p:cNvPr>
            <p:cNvSpPr/>
            <p:nvPr/>
          </p:nvSpPr>
          <p:spPr>
            <a:xfrm>
              <a:off x="26119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3" name="타원 10172">
              <a:extLst>
                <a:ext uri="{FF2B5EF4-FFF2-40B4-BE49-F238E27FC236}">
                  <a16:creationId xmlns:a16="http://schemas.microsoft.com/office/drawing/2014/main" id="{6EFDFCCA-69A2-49E5-8713-7BAFDF0284AE}"/>
                </a:ext>
              </a:extLst>
            </p:cNvPr>
            <p:cNvSpPr/>
            <p:nvPr/>
          </p:nvSpPr>
          <p:spPr>
            <a:xfrm>
              <a:off x="27643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4" name="타원 10173">
              <a:extLst>
                <a:ext uri="{FF2B5EF4-FFF2-40B4-BE49-F238E27FC236}">
                  <a16:creationId xmlns:a16="http://schemas.microsoft.com/office/drawing/2014/main" id="{7731FBDA-3286-4E77-B468-B1E888E779A7}"/>
                </a:ext>
              </a:extLst>
            </p:cNvPr>
            <p:cNvSpPr/>
            <p:nvPr/>
          </p:nvSpPr>
          <p:spPr>
            <a:xfrm>
              <a:off x="29167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5" name="타원 10174">
              <a:extLst>
                <a:ext uri="{FF2B5EF4-FFF2-40B4-BE49-F238E27FC236}">
                  <a16:creationId xmlns:a16="http://schemas.microsoft.com/office/drawing/2014/main" id="{960414A1-BECC-4578-A1A8-74AB73FFDCA0}"/>
                </a:ext>
              </a:extLst>
            </p:cNvPr>
            <p:cNvSpPr/>
            <p:nvPr/>
          </p:nvSpPr>
          <p:spPr>
            <a:xfrm>
              <a:off x="30691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6" name="타원 10175">
              <a:extLst>
                <a:ext uri="{FF2B5EF4-FFF2-40B4-BE49-F238E27FC236}">
                  <a16:creationId xmlns:a16="http://schemas.microsoft.com/office/drawing/2014/main" id="{297CBC08-F0CF-4A35-8C7F-80B48B24C73B}"/>
                </a:ext>
              </a:extLst>
            </p:cNvPr>
            <p:cNvSpPr/>
            <p:nvPr/>
          </p:nvSpPr>
          <p:spPr>
            <a:xfrm>
              <a:off x="32215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7" name="타원 10176">
              <a:extLst>
                <a:ext uri="{FF2B5EF4-FFF2-40B4-BE49-F238E27FC236}">
                  <a16:creationId xmlns:a16="http://schemas.microsoft.com/office/drawing/2014/main" id="{8F78EDC1-863A-4950-AC3D-38CF5BCDC0D7}"/>
                </a:ext>
              </a:extLst>
            </p:cNvPr>
            <p:cNvSpPr/>
            <p:nvPr/>
          </p:nvSpPr>
          <p:spPr>
            <a:xfrm>
              <a:off x="33739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8" name="타원 10177">
              <a:extLst>
                <a:ext uri="{FF2B5EF4-FFF2-40B4-BE49-F238E27FC236}">
                  <a16:creationId xmlns:a16="http://schemas.microsoft.com/office/drawing/2014/main" id="{BF168D71-BEE9-4A2B-AFE9-40EC6BA3F03F}"/>
                </a:ext>
              </a:extLst>
            </p:cNvPr>
            <p:cNvSpPr/>
            <p:nvPr/>
          </p:nvSpPr>
          <p:spPr>
            <a:xfrm>
              <a:off x="35263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79" name="타원 10178">
              <a:extLst>
                <a:ext uri="{FF2B5EF4-FFF2-40B4-BE49-F238E27FC236}">
                  <a16:creationId xmlns:a16="http://schemas.microsoft.com/office/drawing/2014/main" id="{13F5FBA7-3A21-402D-948C-4C57B7DE11A4}"/>
                </a:ext>
              </a:extLst>
            </p:cNvPr>
            <p:cNvSpPr/>
            <p:nvPr/>
          </p:nvSpPr>
          <p:spPr>
            <a:xfrm>
              <a:off x="36787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0" name="타원 10179">
              <a:extLst>
                <a:ext uri="{FF2B5EF4-FFF2-40B4-BE49-F238E27FC236}">
                  <a16:creationId xmlns:a16="http://schemas.microsoft.com/office/drawing/2014/main" id="{3BD675AF-AE16-4FF0-95DB-6AE72E4D854B}"/>
                </a:ext>
              </a:extLst>
            </p:cNvPr>
            <p:cNvSpPr/>
            <p:nvPr/>
          </p:nvSpPr>
          <p:spPr>
            <a:xfrm>
              <a:off x="38311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1" name="타원 10180">
              <a:extLst>
                <a:ext uri="{FF2B5EF4-FFF2-40B4-BE49-F238E27FC236}">
                  <a16:creationId xmlns:a16="http://schemas.microsoft.com/office/drawing/2014/main" id="{6ACB6F77-67DC-4770-8521-3D484DA9EEFA}"/>
                </a:ext>
              </a:extLst>
            </p:cNvPr>
            <p:cNvSpPr/>
            <p:nvPr/>
          </p:nvSpPr>
          <p:spPr>
            <a:xfrm>
              <a:off x="39835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2" name="타원 10181">
              <a:extLst>
                <a:ext uri="{FF2B5EF4-FFF2-40B4-BE49-F238E27FC236}">
                  <a16:creationId xmlns:a16="http://schemas.microsoft.com/office/drawing/2014/main" id="{721C8E7C-8D3A-49C2-8B4D-CF5924A115A2}"/>
                </a:ext>
              </a:extLst>
            </p:cNvPr>
            <p:cNvSpPr/>
            <p:nvPr/>
          </p:nvSpPr>
          <p:spPr>
            <a:xfrm>
              <a:off x="41359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3" name="타원 10182">
              <a:extLst>
                <a:ext uri="{FF2B5EF4-FFF2-40B4-BE49-F238E27FC236}">
                  <a16:creationId xmlns:a16="http://schemas.microsoft.com/office/drawing/2014/main" id="{CB1903AB-826C-479B-B943-FB2992131284}"/>
                </a:ext>
              </a:extLst>
            </p:cNvPr>
            <p:cNvSpPr/>
            <p:nvPr/>
          </p:nvSpPr>
          <p:spPr>
            <a:xfrm>
              <a:off x="42883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4" name="타원 10183">
              <a:extLst>
                <a:ext uri="{FF2B5EF4-FFF2-40B4-BE49-F238E27FC236}">
                  <a16:creationId xmlns:a16="http://schemas.microsoft.com/office/drawing/2014/main" id="{7803C8B7-C9CE-45EC-BCB3-0122D6CB90B5}"/>
                </a:ext>
              </a:extLst>
            </p:cNvPr>
            <p:cNvSpPr/>
            <p:nvPr/>
          </p:nvSpPr>
          <p:spPr>
            <a:xfrm>
              <a:off x="44407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5" name="타원 10184">
              <a:extLst>
                <a:ext uri="{FF2B5EF4-FFF2-40B4-BE49-F238E27FC236}">
                  <a16:creationId xmlns:a16="http://schemas.microsoft.com/office/drawing/2014/main" id="{E7C2E3D1-CC78-4C2F-94DF-823675B51148}"/>
                </a:ext>
              </a:extLst>
            </p:cNvPr>
            <p:cNvSpPr/>
            <p:nvPr/>
          </p:nvSpPr>
          <p:spPr>
            <a:xfrm>
              <a:off x="45931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6" name="타원 10185">
              <a:extLst>
                <a:ext uri="{FF2B5EF4-FFF2-40B4-BE49-F238E27FC236}">
                  <a16:creationId xmlns:a16="http://schemas.microsoft.com/office/drawing/2014/main" id="{4A6D5BD2-2793-412B-BEE0-F07D9C44B632}"/>
                </a:ext>
              </a:extLst>
            </p:cNvPr>
            <p:cNvSpPr/>
            <p:nvPr/>
          </p:nvSpPr>
          <p:spPr>
            <a:xfrm>
              <a:off x="47455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7" name="타원 10186">
              <a:extLst>
                <a:ext uri="{FF2B5EF4-FFF2-40B4-BE49-F238E27FC236}">
                  <a16:creationId xmlns:a16="http://schemas.microsoft.com/office/drawing/2014/main" id="{BA8E9674-7456-425E-B31A-992F43CE684A}"/>
                </a:ext>
              </a:extLst>
            </p:cNvPr>
            <p:cNvSpPr/>
            <p:nvPr/>
          </p:nvSpPr>
          <p:spPr>
            <a:xfrm>
              <a:off x="48979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8" name="타원 10187">
              <a:extLst>
                <a:ext uri="{FF2B5EF4-FFF2-40B4-BE49-F238E27FC236}">
                  <a16:creationId xmlns:a16="http://schemas.microsoft.com/office/drawing/2014/main" id="{E6F6CDA1-110D-4C97-8DC8-0691AEBDC0AF}"/>
                </a:ext>
              </a:extLst>
            </p:cNvPr>
            <p:cNvSpPr/>
            <p:nvPr/>
          </p:nvSpPr>
          <p:spPr>
            <a:xfrm>
              <a:off x="50503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89" name="타원 10188">
              <a:extLst>
                <a:ext uri="{FF2B5EF4-FFF2-40B4-BE49-F238E27FC236}">
                  <a16:creationId xmlns:a16="http://schemas.microsoft.com/office/drawing/2014/main" id="{7B2BA343-C68C-45D2-80D3-07D3F8FE74A7}"/>
                </a:ext>
              </a:extLst>
            </p:cNvPr>
            <p:cNvSpPr/>
            <p:nvPr/>
          </p:nvSpPr>
          <p:spPr>
            <a:xfrm>
              <a:off x="52027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0" name="타원 10189">
              <a:extLst>
                <a:ext uri="{FF2B5EF4-FFF2-40B4-BE49-F238E27FC236}">
                  <a16:creationId xmlns:a16="http://schemas.microsoft.com/office/drawing/2014/main" id="{5EEA06B2-A673-47E5-A1DB-D3D23A8B15A4}"/>
                </a:ext>
              </a:extLst>
            </p:cNvPr>
            <p:cNvSpPr/>
            <p:nvPr/>
          </p:nvSpPr>
          <p:spPr>
            <a:xfrm>
              <a:off x="53551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1" name="타원 10190">
              <a:extLst>
                <a:ext uri="{FF2B5EF4-FFF2-40B4-BE49-F238E27FC236}">
                  <a16:creationId xmlns:a16="http://schemas.microsoft.com/office/drawing/2014/main" id="{0B0CBF00-BC93-4678-90A3-9F66ADC86EDF}"/>
                </a:ext>
              </a:extLst>
            </p:cNvPr>
            <p:cNvSpPr/>
            <p:nvPr/>
          </p:nvSpPr>
          <p:spPr>
            <a:xfrm>
              <a:off x="55075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2" name="타원 10191">
              <a:extLst>
                <a:ext uri="{FF2B5EF4-FFF2-40B4-BE49-F238E27FC236}">
                  <a16:creationId xmlns:a16="http://schemas.microsoft.com/office/drawing/2014/main" id="{38B4E76D-1EB7-4822-88D8-BE4BC5D9DE71}"/>
                </a:ext>
              </a:extLst>
            </p:cNvPr>
            <p:cNvSpPr/>
            <p:nvPr/>
          </p:nvSpPr>
          <p:spPr>
            <a:xfrm>
              <a:off x="56599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3" name="타원 10192">
              <a:extLst>
                <a:ext uri="{FF2B5EF4-FFF2-40B4-BE49-F238E27FC236}">
                  <a16:creationId xmlns:a16="http://schemas.microsoft.com/office/drawing/2014/main" id="{CF189592-099C-4158-93D9-6934BFD1D106}"/>
                </a:ext>
              </a:extLst>
            </p:cNvPr>
            <p:cNvSpPr/>
            <p:nvPr/>
          </p:nvSpPr>
          <p:spPr>
            <a:xfrm>
              <a:off x="5812349" y="70063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4" name="타원 10193">
              <a:extLst>
                <a:ext uri="{FF2B5EF4-FFF2-40B4-BE49-F238E27FC236}">
                  <a16:creationId xmlns:a16="http://schemas.microsoft.com/office/drawing/2014/main" id="{9DCC806F-C9E3-480C-B6BE-28CE1310DAE0}"/>
                </a:ext>
              </a:extLst>
            </p:cNvPr>
            <p:cNvSpPr/>
            <p:nvPr/>
          </p:nvSpPr>
          <p:spPr>
            <a:xfrm>
              <a:off x="3259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5" name="타원 10194">
              <a:extLst>
                <a:ext uri="{FF2B5EF4-FFF2-40B4-BE49-F238E27FC236}">
                  <a16:creationId xmlns:a16="http://schemas.microsoft.com/office/drawing/2014/main" id="{50C65421-F3D4-4796-8DFF-265D843AE6E1}"/>
                </a:ext>
              </a:extLst>
            </p:cNvPr>
            <p:cNvSpPr/>
            <p:nvPr/>
          </p:nvSpPr>
          <p:spPr>
            <a:xfrm>
              <a:off x="4783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6" name="타원 10195">
              <a:extLst>
                <a:ext uri="{FF2B5EF4-FFF2-40B4-BE49-F238E27FC236}">
                  <a16:creationId xmlns:a16="http://schemas.microsoft.com/office/drawing/2014/main" id="{5C780A36-9779-4903-8D95-C14E843F8A6B}"/>
                </a:ext>
              </a:extLst>
            </p:cNvPr>
            <p:cNvSpPr/>
            <p:nvPr/>
          </p:nvSpPr>
          <p:spPr>
            <a:xfrm>
              <a:off x="6307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7" name="타원 10196">
              <a:extLst>
                <a:ext uri="{FF2B5EF4-FFF2-40B4-BE49-F238E27FC236}">
                  <a16:creationId xmlns:a16="http://schemas.microsoft.com/office/drawing/2014/main" id="{641D3528-3FA5-4B9D-A564-F76275BB2BF5}"/>
                </a:ext>
              </a:extLst>
            </p:cNvPr>
            <p:cNvSpPr/>
            <p:nvPr/>
          </p:nvSpPr>
          <p:spPr>
            <a:xfrm>
              <a:off x="7831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8" name="타원 10197">
              <a:extLst>
                <a:ext uri="{FF2B5EF4-FFF2-40B4-BE49-F238E27FC236}">
                  <a16:creationId xmlns:a16="http://schemas.microsoft.com/office/drawing/2014/main" id="{28EAE340-D89D-4620-8F6C-D7FB612628F5}"/>
                </a:ext>
              </a:extLst>
            </p:cNvPr>
            <p:cNvSpPr/>
            <p:nvPr/>
          </p:nvSpPr>
          <p:spPr>
            <a:xfrm>
              <a:off x="9355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99" name="타원 10198">
              <a:extLst>
                <a:ext uri="{FF2B5EF4-FFF2-40B4-BE49-F238E27FC236}">
                  <a16:creationId xmlns:a16="http://schemas.microsoft.com/office/drawing/2014/main" id="{BB5D1B1C-5575-4373-BC3E-48B151D37761}"/>
                </a:ext>
              </a:extLst>
            </p:cNvPr>
            <p:cNvSpPr/>
            <p:nvPr/>
          </p:nvSpPr>
          <p:spPr>
            <a:xfrm>
              <a:off x="10879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0" name="타원 10199">
              <a:extLst>
                <a:ext uri="{FF2B5EF4-FFF2-40B4-BE49-F238E27FC236}">
                  <a16:creationId xmlns:a16="http://schemas.microsoft.com/office/drawing/2014/main" id="{5429D71B-3CF4-44F7-AF5C-5B6D89F9F544}"/>
                </a:ext>
              </a:extLst>
            </p:cNvPr>
            <p:cNvSpPr/>
            <p:nvPr/>
          </p:nvSpPr>
          <p:spPr>
            <a:xfrm>
              <a:off x="12403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1" name="타원 10200">
              <a:extLst>
                <a:ext uri="{FF2B5EF4-FFF2-40B4-BE49-F238E27FC236}">
                  <a16:creationId xmlns:a16="http://schemas.microsoft.com/office/drawing/2014/main" id="{7D1D5154-D0C9-47AD-A57A-0D52D7D031FC}"/>
                </a:ext>
              </a:extLst>
            </p:cNvPr>
            <p:cNvSpPr/>
            <p:nvPr/>
          </p:nvSpPr>
          <p:spPr>
            <a:xfrm>
              <a:off x="13927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2" name="타원 10201">
              <a:extLst>
                <a:ext uri="{FF2B5EF4-FFF2-40B4-BE49-F238E27FC236}">
                  <a16:creationId xmlns:a16="http://schemas.microsoft.com/office/drawing/2014/main" id="{87E698C8-6687-4033-8259-82A34F35F214}"/>
                </a:ext>
              </a:extLst>
            </p:cNvPr>
            <p:cNvSpPr/>
            <p:nvPr/>
          </p:nvSpPr>
          <p:spPr>
            <a:xfrm>
              <a:off x="15451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3" name="타원 10202">
              <a:extLst>
                <a:ext uri="{FF2B5EF4-FFF2-40B4-BE49-F238E27FC236}">
                  <a16:creationId xmlns:a16="http://schemas.microsoft.com/office/drawing/2014/main" id="{13B113B5-B6D4-4B29-8CF5-758932719CC1}"/>
                </a:ext>
              </a:extLst>
            </p:cNvPr>
            <p:cNvSpPr/>
            <p:nvPr/>
          </p:nvSpPr>
          <p:spPr>
            <a:xfrm>
              <a:off x="16975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4" name="타원 10203">
              <a:extLst>
                <a:ext uri="{FF2B5EF4-FFF2-40B4-BE49-F238E27FC236}">
                  <a16:creationId xmlns:a16="http://schemas.microsoft.com/office/drawing/2014/main" id="{DD4F030A-9E10-42AF-B9A8-698D6CBFDE31}"/>
                </a:ext>
              </a:extLst>
            </p:cNvPr>
            <p:cNvSpPr/>
            <p:nvPr/>
          </p:nvSpPr>
          <p:spPr>
            <a:xfrm>
              <a:off x="18499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5" name="타원 10204">
              <a:extLst>
                <a:ext uri="{FF2B5EF4-FFF2-40B4-BE49-F238E27FC236}">
                  <a16:creationId xmlns:a16="http://schemas.microsoft.com/office/drawing/2014/main" id="{70F16670-8605-47AF-B7C4-EE47480B46A6}"/>
                </a:ext>
              </a:extLst>
            </p:cNvPr>
            <p:cNvSpPr/>
            <p:nvPr/>
          </p:nvSpPr>
          <p:spPr>
            <a:xfrm>
              <a:off x="20023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6" name="타원 10205">
              <a:extLst>
                <a:ext uri="{FF2B5EF4-FFF2-40B4-BE49-F238E27FC236}">
                  <a16:creationId xmlns:a16="http://schemas.microsoft.com/office/drawing/2014/main" id="{104DCDF1-21DD-46D3-A5C1-97BBDD9587F7}"/>
                </a:ext>
              </a:extLst>
            </p:cNvPr>
            <p:cNvSpPr/>
            <p:nvPr/>
          </p:nvSpPr>
          <p:spPr>
            <a:xfrm>
              <a:off x="21547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7" name="타원 10206">
              <a:extLst>
                <a:ext uri="{FF2B5EF4-FFF2-40B4-BE49-F238E27FC236}">
                  <a16:creationId xmlns:a16="http://schemas.microsoft.com/office/drawing/2014/main" id="{1A85ABD7-1A41-48DD-9B95-A0CE1B2A8318}"/>
                </a:ext>
              </a:extLst>
            </p:cNvPr>
            <p:cNvSpPr/>
            <p:nvPr/>
          </p:nvSpPr>
          <p:spPr>
            <a:xfrm>
              <a:off x="23071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8" name="타원 10207">
              <a:extLst>
                <a:ext uri="{FF2B5EF4-FFF2-40B4-BE49-F238E27FC236}">
                  <a16:creationId xmlns:a16="http://schemas.microsoft.com/office/drawing/2014/main" id="{0073BAFE-4016-42B1-AF88-2F9C6685563D}"/>
                </a:ext>
              </a:extLst>
            </p:cNvPr>
            <p:cNvSpPr/>
            <p:nvPr/>
          </p:nvSpPr>
          <p:spPr>
            <a:xfrm>
              <a:off x="24595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09" name="타원 10208">
              <a:extLst>
                <a:ext uri="{FF2B5EF4-FFF2-40B4-BE49-F238E27FC236}">
                  <a16:creationId xmlns:a16="http://schemas.microsoft.com/office/drawing/2014/main" id="{28CBDFD9-15F8-483C-8B0F-438343F2F796}"/>
                </a:ext>
              </a:extLst>
            </p:cNvPr>
            <p:cNvSpPr/>
            <p:nvPr/>
          </p:nvSpPr>
          <p:spPr>
            <a:xfrm>
              <a:off x="26119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0" name="타원 10209">
              <a:extLst>
                <a:ext uri="{FF2B5EF4-FFF2-40B4-BE49-F238E27FC236}">
                  <a16:creationId xmlns:a16="http://schemas.microsoft.com/office/drawing/2014/main" id="{5A79AEE8-2902-492F-BCE8-794A3888C2C2}"/>
                </a:ext>
              </a:extLst>
            </p:cNvPr>
            <p:cNvSpPr/>
            <p:nvPr/>
          </p:nvSpPr>
          <p:spPr>
            <a:xfrm>
              <a:off x="27643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1" name="타원 10210">
              <a:extLst>
                <a:ext uri="{FF2B5EF4-FFF2-40B4-BE49-F238E27FC236}">
                  <a16:creationId xmlns:a16="http://schemas.microsoft.com/office/drawing/2014/main" id="{9E3F427E-4D86-466F-AEBE-BB97248DF470}"/>
                </a:ext>
              </a:extLst>
            </p:cNvPr>
            <p:cNvSpPr/>
            <p:nvPr/>
          </p:nvSpPr>
          <p:spPr>
            <a:xfrm>
              <a:off x="29167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2" name="타원 10211">
              <a:extLst>
                <a:ext uri="{FF2B5EF4-FFF2-40B4-BE49-F238E27FC236}">
                  <a16:creationId xmlns:a16="http://schemas.microsoft.com/office/drawing/2014/main" id="{C9AC0E94-B112-482F-A25A-ED3C656DF526}"/>
                </a:ext>
              </a:extLst>
            </p:cNvPr>
            <p:cNvSpPr/>
            <p:nvPr/>
          </p:nvSpPr>
          <p:spPr>
            <a:xfrm>
              <a:off x="30691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3" name="타원 10212">
              <a:extLst>
                <a:ext uri="{FF2B5EF4-FFF2-40B4-BE49-F238E27FC236}">
                  <a16:creationId xmlns:a16="http://schemas.microsoft.com/office/drawing/2014/main" id="{4406EEBA-825F-4333-99B0-250523CDDCF1}"/>
                </a:ext>
              </a:extLst>
            </p:cNvPr>
            <p:cNvSpPr/>
            <p:nvPr/>
          </p:nvSpPr>
          <p:spPr>
            <a:xfrm>
              <a:off x="32215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4" name="타원 10213">
              <a:extLst>
                <a:ext uri="{FF2B5EF4-FFF2-40B4-BE49-F238E27FC236}">
                  <a16:creationId xmlns:a16="http://schemas.microsoft.com/office/drawing/2014/main" id="{76CA4F9A-B869-4CE4-85D9-0AB14E1BE9C4}"/>
                </a:ext>
              </a:extLst>
            </p:cNvPr>
            <p:cNvSpPr/>
            <p:nvPr/>
          </p:nvSpPr>
          <p:spPr>
            <a:xfrm>
              <a:off x="33739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5" name="타원 10214">
              <a:extLst>
                <a:ext uri="{FF2B5EF4-FFF2-40B4-BE49-F238E27FC236}">
                  <a16:creationId xmlns:a16="http://schemas.microsoft.com/office/drawing/2014/main" id="{E9B2FD13-2C32-4B93-AD51-F6083B9B77E2}"/>
                </a:ext>
              </a:extLst>
            </p:cNvPr>
            <p:cNvSpPr/>
            <p:nvPr/>
          </p:nvSpPr>
          <p:spPr>
            <a:xfrm>
              <a:off x="35263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6" name="타원 10215">
              <a:extLst>
                <a:ext uri="{FF2B5EF4-FFF2-40B4-BE49-F238E27FC236}">
                  <a16:creationId xmlns:a16="http://schemas.microsoft.com/office/drawing/2014/main" id="{1C75D7D6-B9ED-44A8-A6C3-9700F5AE2225}"/>
                </a:ext>
              </a:extLst>
            </p:cNvPr>
            <p:cNvSpPr/>
            <p:nvPr/>
          </p:nvSpPr>
          <p:spPr>
            <a:xfrm>
              <a:off x="36787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7" name="타원 10216">
              <a:extLst>
                <a:ext uri="{FF2B5EF4-FFF2-40B4-BE49-F238E27FC236}">
                  <a16:creationId xmlns:a16="http://schemas.microsoft.com/office/drawing/2014/main" id="{EB7D4CE5-C102-4078-9761-8F75E721576C}"/>
                </a:ext>
              </a:extLst>
            </p:cNvPr>
            <p:cNvSpPr/>
            <p:nvPr/>
          </p:nvSpPr>
          <p:spPr>
            <a:xfrm>
              <a:off x="38311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8" name="타원 10217">
              <a:extLst>
                <a:ext uri="{FF2B5EF4-FFF2-40B4-BE49-F238E27FC236}">
                  <a16:creationId xmlns:a16="http://schemas.microsoft.com/office/drawing/2014/main" id="{50CAC3EE-DC80-4544-A35A-E5334E76F7B5}"/>
                </a:ext>
              </a:extLst>
            </p:cNvPr>
            <p:cNvSpPr/>
            <p:nvPr/>
          </p:nvSpPr>
          <p:spPr>
            <a:xfrm>
              <a:off x="39835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19" name="타원 10218">
              <a:extLst>
                <a:ext uri="{FF2B5EF4-FFF2-40B4-BE49-F238E27FC236}">
                  <a16:creationId xmlns:a16="http://schemas.microsoft.com/office/drawing/2014/main" id="{AA1198FD-7B40-42EA-A1E1-E20E88D3721A}"/>
                </a:ext>
              </a:extLst>
            </p:cNvPr>
            <p:cNvSpPr/>
            <p:nvPr/>
          </p:nvSpPr>
          <p:spPr>
            <a:xfrm>
              <a:off x="41359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0" name="타원 10219">
              <a:extLst>
                <a:ext uri="{FF2B5EF4-FFF2-40B4-BE49-F238E27FC236}">
                  <a16:creationId xmlns:a16="http://schemas.microsoft.com/office/drawing/2014/main" id="{35CB3089-E2FD-4A15-AFEC-F801C49E3CD2}"/>
                </a:ext>
              </a:extLst>
            </p:cNvPr>
            <p:cNvSpPr/>
            <p:nvPr/>
          </p:nvSpPr>
          <p:spPr>
            <a:xfrm>
              <a:off x="42883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1" name="타원 10220">
              <a:extLst>
                <a:ext uri="{FF2B5EF4-FFF2-40B4-BE49-F238E27FC236}">
                  <a16:creationId xmlns:a16="http://schemas.microsoft.com/office/drawing/2014/main" id="{36845A27-96A5-49BB-9CFB-076B0CD60F3A}"/>
                </a:ext>
              </a:extLst>
            </p:cNvPr>
            <p:cNvSpPr/>
            <p:nvPr/>
          </p:nvSpPr>
          <p:spPr>
            <a:xfrm>
              <a:off x="44407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2" name="타원 10221">
              <a:extLst>
                <a:ext uri="{FF2B5EF4-FFF2-40B4-BE49-F238E27FC236}">
                  <a16:creationId xmlns:a16="http://schemas.microsoft.com/office/drawing/2014/main" id="{778C4B84-4E56-4211-B708-B849A6807545}"/>
                </a:ext>
              </a:extLst>
            </p:cNvPr>
            <p:cNvSpPr/>
            <p:nvPr/>
          </p:nvSpPr>
          <p:spPr>
            <a:xfrm>
              <a:off x="45931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3" name="타원 10222">
              <a:extLst>
                <a:ext uri="{FF2B5EF4-FFF2-40B4-BE49-F238E27FC236}">
                  <a16:creationId xmlns:a16="http://schemas.microsoft.com/office/drawing/2014/main" id="{E0A8E394-26FF-472B-B0AB-54C85B1C2783}"/>
                </a:ext>
              </a:extLst>
            </p:cNvPr>
            <p:cNvSpPr/>
            <p:nvPr/>
          </p:nvSpPr>
          <p:spPr>
            <a:xfrm>
              <a:off x="47455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4" name="타원 10223">
              <a:extLst>
                <a:ext uri="{FF2B5EF4-FFF2-40B4-BE49-F238E27FC236}">
                  <a16:creationId xmlns:a16="http://schemas.microsoft.com/office/drawing/2014/main" id="{934B6962-FB90-4FC8-91BD-BA2944CA5AFD}"/>
                </a:ext>
              </a:extLst>
            </p:cNvPr>
            <p:cNvSpPr/>
            <p:nvPr/>
          </p:nvSpPr>
          <p:spPr>
            <a:xfrm>
              <a:off x="48979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5" name="타원 10224">
              <a:extLst>
                <a:ext uri="{FF2B5EF4-FFF2-40B4-BE49-F238E27FC236}">
                  <a16:creationId xmlns:a16="http://schemas.microsoft.com/office/drawing/2014/main" id="{CA644C80-8668-4B3A-94F1-760673116ECC}"/>
                </a:ext>
              </a:extLst>
            </p:cNvPr>
            <p:cNvSpPr/>
            <p:nvPr/>
          </p:nvSpPr>
          <p:spPr>
            <a:xfrm>
              <a:off x="50503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6" name="타원 10225">
              <a:extLst>
                <a:ext uri="{FF2B5EF4-FFF2-40B4-BE49-F238E27FC236}">
                  <a16:creationId xmlns:a16="http://schemas.microsoft.com/office/drawing/2014/main" id="{F331748E-7E5F-4560-974A-858DF3A89257}"/>
                </a:ext>
              </a:extLst>
            </p:cNvPr>
            <p:cNvSpPr/>
            <p:nvPr/>
          </p:nvSpPr>
          <p:spPr>
            <a:xfrm>
              <a:off x="52027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7" name="타원 10226">
              <a:extLst>
                <a:ext uri="{FF2B5EF4-FFF2-40B4-BE49-F238E27FC236}">
                  <a16:creationId xmlns:a16="http://schemas.microsoft.com/office/drawing/2014/main" id="{1BEC6BCA-1853-49FF-B4CC-84C0222E0751}"/>
                </a:ext>
              </a:extLst>
            </p:cNvPr>
            <p:cNvSpPr/>
            <p:nvPr/>
          </p:nvSpPr>
          <p:spPr>
            <a:xfrm>
              <a:off x="53551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8" name="타원 10227">
              <a:extLst>
                <a:ext uri="{FF2B5EF4-FFF2-40B4-BE49-F238E27FC236}">
                  <a16:creationId xmlns:a16="http://schemas.microsoft.com/office/drawing/2014/main" id="{23EA66C5-03D8-4D94-8226-BF5340F56B5F}"/>
                </a:ext>
              </a:extLst>
            </p:cNvPr>
            <p:cNvSpPr/>
            <p:nvPr/>
          </p:nvSpPr>
          <p:spPr>
            <a:xfrm>
              <a:off x="55075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29" name="타원 10228">
              <a:extLst>
                <a:ext uri="{FF2B5EF4-FFF2-40B4-BE49-F238E27FC236}">
                  <a16:creationId xmlns:a16="http://schemas.microsoft.com/office/drawing/2014/main" id="{20749493-D86B-4832-B41B-71647835A2C8}"/>
                </a:ext>
              </a:extLst>
            </p:cNvPr>
            <p:cNvSpPr/>
            <p:nvPr/>
          </p:nvSpPr>
          <p:spPr>
            <a:xfrm>
              <a:off x="56599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0" name="타원 10229">
              <a:extLst>
                <a:ext uri="{FF2B5EF4-FFF2-40B4-BE49-F238E27FC236}">
                  <a16:creationId xmlns:a16="http://schemas.microsoft.com/office/drawing/2014/main" id="{B6A58D8A-B298-413D-B7A8-3721C8E29E45}"/>
                </a:ext>
              </a:extLst>
            </p:cNvPr>
            <p:cNvSpPr/>
            <p:nvPr/>
          </p:nvSpPr>
          <p:spPr>
            <a:xfrm>
              <a:off x="5812349" y="71587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1" name="타원 10230">
              <a:extLst>
                <a:ext uri="{FF2B5EF4-FFF2-40B4-BE49-F238E27FC236}">
                  <a16:creationId xmlns:a16="http://schemas.microsoft.com/office/drawing/2014/main" id="{47685870-B585-451D-94A9-513AB42433A0}"/>
                </a:ext>
              </a:extLst>
            </p:cNvPr>
            <p:cNvSpPr/>
            <p:nvPr/>
          </p:nvSpPr>
          <p:spPr>
            <a:xfrm>
              <a:off x="3259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2" name="타원 10231">
              <a:extLst>
                <a:ext uri="{FF2B5EF4-FFF2-40B4-BE49-F238E27FC236}">
                  <a16:creationId xmlns:a16="http://schemas.microsoft.com/office/drawing/2014/main" id="{AAF3D47F-29F5-4BB9-9204-0BDEBAB48650}"/>
                </a:ext>
              </a:extLst>
            </p:cNvPr>
            <p:cNvSpPr/>
            <p:nvPr/>
          </p:nvSpPr>
          <p:spPr>
            <a:xfrm>
              <a:off x="4783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3" name="타원 10232">
              <a:extLst>
                <a:ext uri="{FF2B5EF4-FFF2-40B4-BE49-F238E27FC236}">
                  <a16:creationId xmlns:a16="http://schemas.microsoft.com/office/drawing/2014/main" id="{A10F2BFF-2BF1-483C-84E5-4AE326ADE8E4}"/>
                </a:ext>
              </a:extLst>
            </p:cNvPr>
            <p:cNvSpPr/>
            <p:nvPr/>
          </p:nvSpPr>
          <p:spPr>
            <a:xfrm>
              <a:off x="6307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4" name="타원 10233">
              <a:extLst>
                <a:ext uri="{FF2B5EF4-FFF2-40B4-BE49-F238E27FC236}">
                  <a16:creationId xmlns:a16="http://schemas.microsoft.com/office/drawing/2014/main" id="{4D21F087-6801-4D7D-86CA-D6A86DB62127}"/>
                </a:ext>
              </a:extLst>
            </p:cNvPr>
            <p:cNvSpPr/>
            <p:nvPr/>
          </p:nvSpPr>
          <p:spPr>
            <a:xfrm>
              <a:off x="7831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5" name="타원 10234">
              <a:extLst>
                <a:ext uri="{FF2B5EF4-FFF2-40B4-BE49-F238E27FC236}">
                  <a16:creationId xmlns:a16="http://schemas.microsoft.com/office/drawing/2014/main" id="{30ADE568-8E80-4565-A547-CD8A5023DB6C}"/>
                </a:ext>
              </a:extLst>
            </p:cNvPr>
            <p:cNvSpPr/>
            <p:nvPr/>
          </p:nvSpPr>
          <p:spPr>
            <a:xfrm>
              <a:off x="9355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6" name="타원 10235">
              <a:extLst>
                <a:ext uri="{FF2B5EF4-FFF2-40B4-BE49-F238E27FC236}">
                  <a16:creationId xmlns:a16="http://schemas.microsoft.com/office/drawing/2014/main" id="{A28FC423-3FD0-4F29-B04C-037A08659AEB}"/>
                </a:ext>
              </a:extLst>
            </p:cNvPr>
            <p:cNvSpPr/>
            <p:nvPr/>
          </p:nvSpPr>
          <p:spPr>
            <a:xfrm>
              <a:off x="10879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7" name="타원 10236">
              <a:extLst>
                <a:ext uri="{FF2B5EF4-FFF2-40B4-BE49-F238E27FC236}">
                  <a16:creationId xmlns:a16="http://schemas.microsoft.com/office/drawing/2014/main" id="{05268E91-BB61-4350-AFA0-9CD67693F547}"/>
                </a:ext>
              </a:extLst>
            </p:cNvPr>
            <p:cNvSpPr/>
            <p:nvPr/>
          </p:nvSpPr>
          <p:spPr>
            <a:xfrm>
              <a:off x="12403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8" name="타원 10237">
              <a:extLst>
                <a:ext uri="{FF2B5EF4-FFF2-40B4-BE49-F238E27FC236}">
                  <a16:creationId xmlns:a16="http://schemas.microsoft.com/office/drawing/2014/main" id="{5EF313B1-A7FD-443B-A43D-5ECACDFEDF2F}"/>
                </a:ext>
              </a:extLst>
            </p:cNvPr>
            <p:cNvSpPr/>
            <p:nvPr/>
          </p:nvSpPr>
          <p:spPr>
            <a:xfrm>
              <a:off x="13927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39" name="타원 10238">
              <a:extLst>
                <a:ext uri="{FF2B5EF4-FFF2-40B4-BE49-F238E27FC236}">
                  <a16:creationId xmlns:a16="http://schemas.microsoft.com/office/drawing/2014/main" id="{7970FD96-68E1-4C8B-B162-6A54CD2031F7}"/>
                </a:ext>
              </a:extLst>
            </p:cNvPr>
            <p:cNvSpPr/>
            <p:nvPr/>
          </p:nvSpPr>
          <p:spPr>
            <a:xfrm>
              <a:off x="15451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0" name="타원 10239">
              <a:extLst>
                <a:ext uri="{FF2B5EF4-FFF2-40B4-BE49-F238E27FC236}">
                  <a16:creationId xmlns:a16="http://schemas.microsoft.com/office/drawing/2014/main" id="{639FBCD0-72B5-45FD-94EE-E1EC904B55A1}"/>
                </a:ext>
              </a:extLst>
            </p:cNvPr>
            <p:cNvSpPr/>
            <p:nvPr/>
          </p:nvSpPr>
          <p:spPr>
            <a:xfrm>
              <a:off x="16975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1" name="타원 10240">
              <a:extLst>
                <a:ext uri="{FF2B5EF4-FFF2-40B4-BE49-F238E27FC236}">
                  <a16:creationId xmlns:a16="http://schemas.microsoft.com/office/drawing/2014/main" id="{38F5B64A-9110-47A9-BA5F-7BCD9D7FBA36}"/>
                </a:ext>
              </a:extLst>
            </p:cNvPr>
            <p:cNvSpPr/>
            <p:nvPr/>
          </p:nvSpPr>
          <p:spPr>
            <a:xfrm>
              <a:off x="18499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2" name="타원 10241">
              <a:extLst>
                <a:ext uri="{FF2B5EF4-FFF2-40B4-BE49-F238E27FC236}">
                  <a16:creationId xmlns:a16="http://schemas.microsoft.com/office/drawing/2014/main" id="{E0AA384C-1956-4825-B6B8-7E947779EB7B}"/>
                </a:ext>
              </a:extLst>
            </p:cNvPr>
            <p:cNvSpPr/>
            <p:nvPr/>
          </p:nvSpPr>
          <p:spPr>
            <a:xfrm>
              <a:off x="20023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3" name="타원 10242">
              <a:extLst>
                <a:ext uri="{FF2B5EF4-FFF2-40B4-BE49-F238E27FC236}">
                  <a16:creationId xmlns:a16="http://schemas.microsoft.com/office/drawing/2014/main" id="{07445E87-C5B3-4C4F-AF66-9BCA7806238B}"/>
                </a:ext>
              </a:extLst>
            </p:cNvPr>
            <p:cNvSpPr/>
            <p:nvPr/>
          </p:nvSpPr>
          <p:spPr>
            <a:xfrm>
              <a:off x="21547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4" name="타원 10243">
              <a:extLst>
                <a:ext uri="{FF2B5EF4-FFF2-40B4-BE49-F238E27FC236}">
                  <a16:creationId xmlns:a16="http://schemas.microsoft.com/office/drawing/2014/main" id="{DAB75F29-C1E9-4D1E-97A0-7D4BD25D0FC4}"/>
                </a:ext>
              </a:extLst>
            </p:cNvPr>
            <p:cNvSpPr/>
            <p:nvPr/>
          </p:nvSpPr>
          <p:spPr>
            <a:xfrm>
              <a:off x="23071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5" name="타원 10244">
              <a:extLst>
                <a:ext uri="{FF2B5EF4-FFF2-40B4-BE49-F238E27FC236}">
                  <a16:creationId xmlns:a16="http://schemas.microsoft.com/office/drawing/2014/main" id="{68E396ED-A357-41FC-B321-6BE61D2F6F6B}"/>
                </a:ext>
              </a:extLst>
            </p:cNvPr>
            <p:cNvSpPr/>
            <p:nvPr/>
          </p:nvSpPr>
          <p:spPr>
            <a:xfrm>
              <a:off x="24595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6" name="타원 10245">
              <a:extLst>
                <a:ext uri="{FF2B5EF4-FFF2-40B4-BE49-F238E27FC236}">
                  <a16:creationId xmlns:a16="http://schemas.microsoft.com/office/drawing/2014/main" id="{EA44C076-908D-41F2-BDBC-A51B0CE6EF27}"/>
                </a:ext>
              </a:extLst>
            </p:cNvPr>
            <p:cNvSpPr/>
            <p:nvPr/>
          </p:nvSpPr>
          <p:spPr>
            <a:xfrm>
              <a:off x="26119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7" name="타원 10246">
              <a:extLst>
                <a:ext uri="{FF2B5EF4-FFF2-40B4-BE49-F238E27FC236}">
                  <a16:creationId xmlns:a16="http://schemas.microsoft.com/office/drawing/2014/main" id="{4DB77B8E-4468-4B67-B66C-97F0DBAE7B68}"/>
                </a:ext>
              </a:extLst>
            </p:cNvPr>
            <p:cNvSpPr/>
            <p:nvPr/>
          </p:nvSpPr>
          <p:spPr>
            <a:xfrm>
              <a:off x="27643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8" name="타원 10247">
              <a:extLst>
                <a:ext uri="{FF2B5EF4-FFF2-40B4-BE49-F238E27FC236}">
                  <a16:creationId xmlns:a16="http://schemas.microsoft.com/office/drawing/2014/main" id="{0A556100-9AE9-471F-86C0-0EC4D10371DA}"/>
                </a:ext>
              </a:extLst>
            </p:cNvPr>
            <p:cNvSpPr/>
            <p:nvPr/>
          </p:nvSpPr>
          <p:spPr>
            <a:xfrm>
              <a:off x="29167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49" name="타원 10248">
              <a:extLst>
                <a:ext uri="{FF2B5EF4-FFF2-40B4-BE49-F238E27FC236}">
                  <a16:creationId xmlns:a16="http://schemas.microsoft.com/office/drawing/2014/main" id="{3C7A22DD-40B9-487E-B27C-9657A7579F2D}"/>
                </a:ext>
              </a:extLst>
            </p:cNvPr>
            <p:cNvSpPr/>
            <p:nvPr/>
          </p:nvSpPr>
          <p:spPr>
            <a:xfrm>
              <a:off x="30691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0" name="타원 10249">
              <a:extLst>
                <a:ext uri="{FF2B5EF4-FFF2-40B4-BE49-F238E27FC236}">
                  <a16:creationId xmlns:a16="http://schemas.microsoft.com/office/drawing/2014/main" id="{83CB0AC4-9A92-4906-9902-DF8814FFF7C1}"/>
                </a:ext>
              </a:extLst>
            </p:cNvPr>
            <p:cNvSpPr/>
            <p:nvPr/>
          </p:nvSpPr>
          <p:spPr>
            <a:xfrm>
              <a:off x="32215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1" name="타원 10250">
              <a:extLst>
                <a:ext uri="{FF2B5EF4-FFF2-40B4-BE49-F238E27FC236}">
                  <a16:creationId xmlns:a16="http://schemas.microsoft.com/office/drawing/2014/main" id="{1A783C1E-11CF-4628-8CA9-00E7B4C8CA85}"/>
                </a:ext>
              </a:extLst>
            </p:cNvPr>
            <p:cNvSpPr/>
            <p:nvPr/>
          </p:nvSpPr>
          <p:spPr>
            <a:xfrm>
              <a:off x="33739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2" name="타원 10251">
              <a:extLst>
                <a:ext uri="{FF2B5EF4-FFF2-40B4-BE49-F238E27FC236}">
                  <a16:creationId xmlns:a16="http://schemas.microsoft.com/office/drawing/2014/main" id="{2AF9497E-B2D6-4B0A-83B8-0BDC9C7B2826}"/>
                </a:ext>
              </a:extLst>
            </p:cNvPr>
            <p:cNvSpPr/>
            <p:nvPr/>
          </p:nvSpPr>
          <p:spPr>
            <a:xfrm>
              <a:off x="35263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3" name="타원 10252">
              <a:extLst>
                <a:ext uri="{FF2B5EF4-FFF2-40B4-BE49-F238E27FC236}">
                  <a16:creationId xmlns:a16="http://schemas.microsoft.com/office/drawing/2014/main" id="{5C5941A5-E00F-4DCB-A3D2-DE76E48263B9}"/>
                </a:ext>
              </a:extLst>
            </p:cNvPr>
            <p:cNvSpPr/>
            <p:nvPr/>
          </p:nvSpPr>
          <p:spPr>
            <a:xfrm>
              <a:off x="36787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4" name="타원 10253">
              <a:extLst>
                <a:ext uri="{FF2B5EF4-FFF2-40B4-BE49-F238E27FC236}">
                  <a16:creationId xmlns:a16="http://schemas.microsoft.com/office/drawing/2014/main" id="{E0329D2A-0F4E-4949-8D14-224829965EB1}"/>
                </a:ext>
              </a:extLst>
            </p:cNvPr>
            <p:cNvSpPr/>
            <p:nvPr/>
          </p:nvSpPr>
          <p:spPr>
            <a:xfrm>
              <a:off x="38311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5" name="타원 10254">
              <a:extLst>
                <a:ext uri="{FF2B5EF4-FFF2-40B4-BE49-F238E27FC236}">
                  <a16:creationId xmlns:a16="http://schemas.microsoft.com/office/drawing/2014/main" id="{DA707379-BCA0-4590-85F6-BEAFCC8ACEFB}"/>
                </a:ext>
              </a:extLst>
            </p:cNvPr>
            <p:cNvSpPr/>
            <p:nvPr/>
          </p:nvSpPr>
          <p:spPr>
            <a:xfrm>
              <a:off x="39835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6" name="타원 10255">
              <a:extLst>
                <a:ext uri="{FF2B5EF4-FFF2-40B4-BE49-F238E27FC236}">
                  <a16:creationId xmlns:a16="http://schemas.microsoft.com/office/drawing/2014/main" id="{DF73FC6C-7C1C-4482-87A6-5A73480C462F}"/>
                </a:ext>
              </a:extLst>
            </p:cNvPr>
            <p:cNvSpPr/>
            <p:nvPr/>
          </p:nvSpPr>
          <p:spPr>
            <a:xfrm>
              <a:off x="41359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7" name="타원 10256">
              <a:extLst>
                <a:ext uri="{FF2B5EF4-FFF2-40B4-BE49-F238E27FC236}">
                  <a16:creationId xmlns:a16="http://schemas.microsoft.com/office/drawing/2014/main" id="{61E63BB8-7658-4B0B-9E65-453C1DD08687}"/>
                </a:ext>
              </a:extLst>
            </p:cNvPr>
            <p:cNvSpPr/>
            <p:nvPr/>
          </p:nvSpPr>
          <p:spPr>
            <a:xfrm>
              <a:off x="42883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8" name="타원 10257">
              <a:extLst>
                <a:ext uri="{FF2B5EF4-FFF2-40B4-BE49-F238E27FC236}">
                  <a16:creationId xmlns:a16="http://schemas.microsoft.com/office/drawing/2014/main" id="{6D2CCBDB-31E1-4BE4-A834-EE2027042CEB}"/>
                </a:ext>
              </a:extLst>
            </p:cNvPr>
            <p:cNvSpPr/>
            <p:nvPr/>
          </p:nvSpPr>
          <p:spPr>
            <a:xfrm>
              <a:off x="44407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59" name="타원 10258">
              <a:extLst>
                <a:ext uri="{FF2B5EF4-FFF2-40B4-BE49-F238E27FC236}">
                  <a16:creationId xmlns:a16="http://schemas.microsoft.com/office/drawing/2014/main" id="{7F10C34A-DE61-4D2B-981B-61B84AEEEE68}"/>
                </a:ext>
              </a:extLst>
            </p:cNvPr>
            <p:cNvSpPr/>
            <p:nvPr/>
          </p:nvSpPr>
          <p:spPr>
            <a:xfrm>
              <a:off x="45931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0" name="타원 10259">
              <a:extLst>
                <a:ext uri="{FF2B5EF4-FFF2-40B4-BE49-F238E27FC236}">
                  <a16:creationId xmlns:a16="http://schemas.microsoft.com/office/drawing/2014/main" id="{B85DE343-B5D2-4228-B80E-CF423CF87869}"/>
                </a:ext>
              </a:extLst>
            </p:cNvPr>
            <p:cNvSpPr/>
            <p:nvPr/>
          </p:nvSpPr>
          <p:spPr>
            <a:xfrm>
              <a:off x="47455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1" name="타원 10260">
              <a:extLst>
                <a:ext uri="{FF2B5EF4-FFF2-40B4-BE49-F238E27FC236}">
                  <a16:creationId xmlns:a16="http://schemas.microsoft.com/office/drawing/2014/main" id="{25747288-46DA-4063-ABFC-6826AAB0BC5E}"/>
                </a:ext>
              </a:extLst>
            </p:cNvPr>
            <p:cNvSpPr/>
            <p:nvPr/>
          </p:nvSpPr>
          <p:spPr>
            <a:xfrm>
              <a:off x="48979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2" name="타원 10261">
              <a:extLst>
                <a:ext uri="{FF2B5EF4-FFF2-40B4-BE49-F238E27FC236}">
                  <a16:creationId xmlns:a16="http://schemas.microsoft.com/office/drawing/2014/main" id="{14E08E66-E8B5-4B42-A9EA-114A1A67820F}"/>
                </a:ext>
              </a:extLst>
            </p:cNvPr>
            <p:cNvSpPr/>
            <p:nvPr/>
          </p:nvSpPr>
          <p:spPr>
            <a:xfrm>
              <a:off x="50503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3" name="타원 10262">
              <a:extLst>
                <a:ext uri="{FF2B5EF4-FFF2-40B4-BE49-F238E27FC236}">
                  <a16:creationId xmlns:a16="http://schemas.microsoft.com/office/drawing/2014/main" id="{78673AD4-E426-4C9A-97DA-27043807C64E}"/>
                </a:ext>
              </a:extLst>
            </p:cNvPr>
            <p:cNvSpPr/>
            <p:nvPr/>
          </p:nvSpPr>
          <p:spPr>
            <a:xfrm>
              <a:off x="52027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4" name="타원 10263">
              <a:extLst>
                <a:ext uri="{FF2B5EF4-FFF2-40B4-BE49-F238E27FC236}">
                  <a16:creationId xmlns:a16="http://schemas.microsoft.com/office/drawing/2014/main" id="{D2672DAE-94E2-40A0-8DAC-E0DB6F8E3F7F}"/>
                </a:ext>
              </a:extLst>
            </p:cNvPr>
            <p:cNvSpPr/>
            <p:nvPr/>
          </p:nvSpPr>
          <p:spPr>
            <a:xfrm>
              <a:off x="53551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5" name="타원 10264">
              <a:extLst>
                <a:ext uri="{FF2B5EF4-FFF2-40B4-BE49-F238E27FC236}">
                  <a16:creationId xmlns:a16="http://schemas.microsoft.com/office/drawing/2014/main" id="{B225CEE0-6E82-4245-B4A4-346F8AC7DD96}"/>
                </a:ext>
              </a:extLst>
            </p:cNvPr>
            <p:cNvSpPr/>
            <p:nvPr/>
          </p:nvSpPr>
          <p:spPr>
            <a:xfrm>
              <a:off x="55075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6" name="타원 10265">
              <a:extLst>
                <a:ext uri="{FF2B5EF4-FFF2-40B4-BE49-F238E27FC236}">
                  <a16:creationId xmlns:a16="http://schemas.microsoft.com/office/drawing/2014/main" id="{624DB9C8-F1E4-4E54-A0AD-E0118B466508}"/>
                </a:ext>
              </a:extLst>
            </p:cNvPr>
            <p:cNvSpPr/>
            <p:nvPr/>
          </p:nvSpPr>
          <p:spPr>
            <a:xfrm>
              <a:off x="56599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7" name="타원 10266">
              <a:extLst>
                <a:ext uri="{FF2B5EF4-FFF2-40B4-BE49-F238E27FC236}">
                  <a16:creationId xmlns:a16="http://schemas.microsoft.com/office/drawing/2014/main" id="{10C05DBD-D414-4E79-923C-355DCC1D65DD}"/>
                </a:ext>
              </a:extLst>
            </p:cNvPr>
            <p:cNvSpPr/>
            <p:nvPr/>
          </p:nvSpPr>
          <p:spPr>
            <a:xfrm>
              <a:off x="5812349" y="73111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8" name="타원 10267">
              <a:extLst>
                <a:ext uri="{FF2B5EF4-FFF2-40B4-BE49-F238E27FC236}">
                  <a16:creationId xmlns:a16="http://schemas.microsoft.com/office/drawing/2014/main" id="{F5F34E09-51BB-467B-B7F3-07803255F444}"/>
                </a:ext>
              </a:extLst>
            </p:cNvPr>
            <p:cNvSpPr/>
            <p:nvPr/>
          </p:nvSpPr>
          <p:spPr>
            <a:xfrm>
              <a:off x="3259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69" name="타원 10268">
              <a:extLst>
                <a:ext uri="{FF2B5EF4-FFF2-40B4-BE49-F238E27FC236}">
                  <a16:creationId xmlns:a16="http://schemas.microsoft.com/office/drawing/2014/main" id="{A8E01AAD-37D8-4A8E-A9DA-77886F8A6911}"/>
                </a:ext>
              </a:extLst>
            </p:cNvPr>
            <p:cNvSpPr/>
            <p:nvPr/>
          </p:nvSpPr>
          <p:spPr>
            <a:xfrm>
              <a:off x="4783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0" name="타원 10269">
              <a:extLst>
                <a:ext uri="{FF2B5EF4-FFF2-40B4-BE49-F238E27FC236}">
                  <a16:creationId xmlns:a16="http://schemas.microsoft.com/office/drawing/2014/main" id="{F67ECA6B-1F93-4894-AB74-556DA139ECF7}"/>
                </a:ext>
              </a:extLst>
            </p:cNvPr>
            <p:cNvSpPr/>
            <p:nvPr/>
          </p:nvSpPr>
          <p:spPr>
            <a:xfrm>
              <a:off x="6307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1" name="타원 10270">
              <a:extLst>
                <a:ext uri="{FF2B5EF4-FFF2-40B4-BE49-F238E27FC236}">
                  <a16:creationId xmlns:a16="http://schemas.microsoft.com/office/drawing/2014/main" id="{ACCD5D75-494A-4956-8299-3FF80CA2B922}"/>
                </a:ext>
              </a:extLst>
            </p:cNvPr>
            <p:cNvSpPr/>
            <p:nvPr/>
          </p:nvSpPr>
          <p:spPr>
            <a:xfrm>
              <a:off x="7831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2" name="타원 10271">
              <a:extLst>
                <a:ext uri="{FF2B5EF4-FFF2-40B4-BE49-F238E27FC236}">
                  <a16:creationId xmlns:a16="http://schemas.microsoft.com/office/drawing/2014/main" id="{351DF4C1-9B95-4556-9CDE-0AAA6301591E}"/>
                </a:ext>
              </a:extLst>
            </p:cNvPr>
            <p:cNvSpPr/>
            <p:nvPr/>
          </p:nvSpPr>
          <p:spPr>
            <a:xfrm>
              <a:off x="9355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3" name="타원 10272">
              <a:extLst>
                <a:ext uri="{FF2B5EF4-FFF2-40B4-BE49-F238E27FC236}">
                  <a16:creationId xmlns:a16="http://schemas.microsoft.com/office/drawing/2014/main" id="{1E280569-9CE5-47C2-85CA-BB487E3DCB19}"/>
                </a:ext>
              </a:extLst>
            </p:cNvPr>
            <p:cNvSpPr/>
            <p:nvPr/>
          </p:nvSpPr>
          <p:spPr>
            <a:xfrm>
              <a:off x="10879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4" name="타원 10273">
              <a:extLst>
                <a:ext uri="{FF2B5EF4-FFF2-40B4-BE49-F238E27FC236}">
                  <a16:creationId xmlns:a16="http://schemas.microsoft.com/office/drawing/2014/main" id="{D1EF5FC9-64A3-4A4B-AB14-91C52B99F4DA}"/>
                </a:ext>
              </a:extLst>
            </p:cNvPr>
            <p:cNvSpPr/>
            <p:nvPr/>
          </p:nvSpPr>
          <p:spPr>
            <a:xfrm>
              <a:off x="12403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5" name="타원 10274">
              <a:extLst>
                <a:ext uri="{FF2B5EF4-FFF2-40B4-BE49-F238E27FC236}">
                  <a16:creationId xmlns:a16="http://schemas.microsoft.com/office/drawing/2014/main" id="{A7B40DF3-8E2F-4247-ACF4-988B38888E23}"/>
                </a:ext>
              </a:extLst>
            </p:cNvPr>
            <p:cNvSpPr/>
            <p:nvPr/>
          </p:nvSpPr>
          <p:spPr>
            <a:xfrm>
              <a:off x="13927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6" name="타원 10275">
              <a:extLst>
                <a:ext uri="{FF2B5EF4-FFF2-40B4-BE49-F238E27FC236}">
                  <a16:creationId xmlns:a16="http://schemas.microsoft.com/office/drawing/2014/main" id="{4F598FF5-9A5B-4532-A3AD-BC84812F5987}"/>
                </a:ext>
              </a:extLst>
            </p:cNvPr>
            <p:cNvSpPr/>
            <p:nvPr/>
          </p:nvSpPr>
          <p:spPr>
            <a:xfrm>
              <a:off x="15451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7" name="타원 10276">
              <a:extLst>
                <a:ext uri="{FF2B5EF4-FFF2-40B4-BE49-F238E27FC236}">
                  <a16:creationId xmlns:a16="http://schemas.microsoft.com/office/drawing/2014/main" id="{C88C36DF-1D29-4CAC-A3E2-40C7B3457B8D}"/>
                </a:ext>
              </a:extLst>
            </p:cNvPr>
            <p:cNvSpPr/>
            <p:nvPr/>
          </p:nvSpPr>
          <p:spPr>
            <a:xfrm>
              <a:off x="16975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8" name="타원 10277">
              <a:extLst>
                <a:ext uri="{FF2B5EF4-FFF2-40B4-BE49-F238E27FC236}">
                  <a16:creationId xmlns:a16="http://schemas.microsoft.com/office/drawing/2014/main" id="{7ECB904F-569B-4C8D-A4E0-FBCBAAD7AC57}"/>
                </a:ext>
              </a:extLst>
            </p:cNvPr>
            <p:cNvSpPr/>
            <p:nvPr/>
          </p:nvSpPr>
          <p:spPr>
            <a:xfrm>
              <a:off x="18499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79" name="타원 10278">
              <a:extLst>
                <a:ext uri="{FF2B5EF4-FFF2-40B4-BE49-F238E27FC236}">
                  <a16:creationId xmlns:a16="http://schemas.microsoft.com/office/drawing/2014/main" id="{D4948F15-7759-4D94-BECA-74870779B428}"/>
                </a:ext>
              </a:extLst>
            </p:cNvPr>
            <p:cNvSpPr/>
            <p:nvPr/>
          </p:nvSpPr>
          <p:spPr>
            <a:xfrm>
              <a:off x="20023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0" name="타원 10279">
              <a:extLst>
                <a:ext uri="{FF2B5EF4-FFF2-40B4-BE49-F238E27FC236}">
                  <a16:creationId xmlns:a16="http://schemas.microsoft.com/office/drawing/2014/main" id="{CAC4BA06-A27F-45C0-B158-E1B2C5ACB518}"/>
                </a:ext>
              </a:extLst>
            </p:cNvPr>
            <p:cNvSpPr/>
            <p:nvPr/>
          </p:nvSpPr>
          <p:spPr>
            <a:xfrm>
              <a:off x="21547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1" name="타원 10280">
              <a:extLst>
                <a:ext uri="{FF2B5EF4-FFF2-40B4-BE49-F238E27FC236}">
                  <a16:creationId xmlns:a16="http://schemas.microsoft.com/office/drawing/2014/main" id="{7F2B70C7-D11F-454D-852F-D2CEB7BF2A87}"/>
                </a:ext>
              </a:extLst>
            </p:cNvPr>
            <p:cNvSpPr/>
            <p:nvPr/>
          </p:nvSpPr>
          <p:spPr>
            <a:xfrm>
              <a:off x="23071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2" name="타원 10281">
              <a:extLst>
                <a:ext uri="{FF2B5EF4-FFF2-40B4-BE49-F238E27FC236}">
                  <a16:creationId xmlns:a16="http://schemas.microsoft.com/office/drawing/2014/main" id="{C6ED4365-BC2A-4CD7-A9EC-1E8FCAA4323E}"/>
                </a:ext>
              </a:extLst>
            </p:cNvPr>
            <p:cNvSpPr/>
            <p:nvPr/>
          </p:nvSpPr>
          <p:spPr>
            <a:xfrm>
              <a:off x="24595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3" name="타원 10282">
              <a:extLst>
                <a:ext uri="{FF2B5EF4-FFF2-40B4-BE49-F238E27FC236}">
                  <a16:creationId xmlns:a16="http://schemas.microsoft.com/office/drawing/2014/main" id="{7BC856D7-0878-4133-B828-364806A941B4}"/>
                </a:ext>
              </a:extLst>
            </p:cNvPr>
            <p:cNvSpPr/>
            <p:nvPr/>
          </p:nvSpPr>
          <p:spPr>
            <a:xfrm>
              <a:off x="26119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4" name="타원 10283">
              <a:extLst>
                <a:ext uri="{FF2B5EF4-FFF2-40B4-BE49-F238E27FC236}">
                  <a16:creationId xmlns:a16="http://schemas.microsoft.com/office/drawing/2014/main" id="{76C52992-C4CF-4434-8450-3A1BA6C08E6B}"/>
                </a:ext>
              </a:extLst>
            </p:cNvPr>
            <p:cNvSpPr/>
            <p:nvPr/>
          </p:nvSpPr>
          <p:spPr>
            <a:xfrm>
              <a:off x="27643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5" name="타원 10284">
              <a:extLst>
                <a:ext uri="{FF2B5EF4-FFF2-40B4-BE49-F238E27FC236}">
                  <a16:creationId xmlns:a16="http://schemas.microsoft.com/office/drawing/2014/main" id="{A73284BA-72B4-47F8-B860-92E57AA64607}"/>
                </a:ext>
              </a:extLst>
            </p:cNvPr>
            <p:cNvSpPr/>
            <p:nvPr/>
          </p:nvSpPr>
          <p:spPr>
            <a:xfrm>
              <a:off x="29167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6" name="타원 10285">
              <a:extLst>
                <a:ext uri="{FF2B5EF4-FFF2-40B4-BE49-F238E27FC236}">
                  <a16:creationId xmlns:a16="http://schemas.microsoft.com/office/drawing/2014/main" id="{928B6A49-463D-45C9-B808-A84815851E48}"/>
                </a:ext>
              </a:extLst>
            </p:cNvPr>
            <p:cNvSpPr/>
            <p:nvPr/>
          </p:nvSpPr>
          <p:spPr>
            <a:xfrm>
              <a:off x="30691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7" name="타원 10286">
              <a:extLst>
                <a:ext uri="{FF2B5EF4-FFF2-40B4-BE49-F238E27FC236}">
                  <a16:creationId xmlns:a16="http://schemas.microsoft.com/office/drawing/2014/main" id="{35D29C3A-14F3-4BF0-936A-EE8A6E69BD53}"/>
                </a:ext>
              </a:extLst>
            </p:cNvPr>
            <p:cNvSpPr/>
            <p:nvPr/>
          </p:nvSpPr>
          <p:spPr>
            <a:xfrm>
              <a:off x="32215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8" name="타원 10287">
              <a:extLst>
                <a:ext uri="{FF2B5EF4-FFF2-40B4-BE49-F238E27FC236}">
                  <a16:creationId xmlns:a16="http://schemas.microsoft.com/office/drawing/2014/main" id="{8B89E42A-1BBA-496C-95ED-358BE3ED8A71}"/>
                </a:ext>
              </a:extLst>
            </p:cNvPr>
            <p:cNvSpPr/>
            <p:nvPr/>
          </p:nvSpPr>
          <p:spPr>
            <a:xfrm>
              <a:off x="33739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89" name="타원 10288">
              <a:extLst>
                <a:ext uri="{FF2B5EF4-FFF2-40B4-BE49-F238E27FC236}">
                  <a16:creationId xmlns:a16="http://schemas.microsoft.com/office/drawing/2014/main" id="{BD7A2237-B0F8-48D5-8D1C-4E924E2A9E45}"/>
                </a:ext>
              </a:extLst>
            </p:cNvPr>
            <p:cNvSpPr/>
            <p:nvPr/>
          </p:nvSpPr>
          <p:spPr>
            <a:xfrm>
              <a:off x="35263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0" name="타원 10289">
              <a:extLst>
                <a:ext uri="{FF2B5EF4-FFF2-40B4-BE49-F238E27FC236}">
                  <a16:creationId xmlns:a16="http://schemas.microsoft.com/office/drawing/2014/main" id="{3B4C9BDF-3397-40E7-BD62-942339BB3F7B}"/>
                </a:ext>
              </a:extLst>
            </p:cNvPr>
            <p:cNvSpPr/>
            <p:nvPr/>
          </p:nvSpPr>
          <p:spPr>
            <a:xfrm>
              <a:off x="36787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1" name="타원 10290">
              <a:extLst>
                <a:ext uri="{FF2B5EF4-FFF2-40B4-BE49-F238E27FC236}">
                  <a16:creationId xmlns:a16="http://schemas.microsoft.com/office/drawing/2014/main" id="{85F114DA-0DAA-4F4F-88DD-22BDFD2E5032}"/>
                </a:ext>
              </a:extLst>
            </p:cNvPr>
            <p:cNvSpPr/>
            <p:nvPr/>
          </p:nvSpPr>
          <p:spPr>
            <a:xfrm>
              <a:off x="38311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2" name="타원 10291">
              <a:extLst>
                <a:ext uri="{FF2B5EF4-FFF2-40B4-BE49-F238E27FC236}">
                  <a16:creationId xmlns:a16="http://schemas.microsoft.com/office/drawing/2014/main" id="{9FBE6D11-E2C9-4F31-8FCC-B9EF8EEB300F}"/>
                </a:ext>
              </a:extLst>
            </p:cNvPr>
            <p:cNvSpPr/>
            <p:nvPr/>
          </p:nvSpPr>
          <p:spPr>
            <a:xfrm>
              <a:off x="39835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3" name="타원 10292">
              <a:extLst>
                <a:ext uri="{FF2B5EF4-FFF2-40B4-BE49-F238E27FC236}">
                  <a16:creationId xmlns:a16="http://schemas.microsoft.com/office/drawing/2014/main" id="{4B6D91FA-53E6-4785-A895-DB9BC0D2646B}"/>
                </a:ext>
              </a:extLst>
            </p:cNvPr>
            <p:cNvSpPr/>
            <p:nvPr/>
          </p:nvSpPr>
          <p:spPr>
            <a:xfrm>
              <a:off x="41359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4" name="타원 10293">
              <a:extLst>
                <a:ext uri="{FF2B5EF4-FFF2-40B4-BE49-F238E27FC236}">
                  <a16:creationId xmlns:a16="http://schemas.microsoft.com/office/drawing/2014/main" id="{31078C1A-26F4-4CF2-9FA5-4A2E5120227C}"/>
                </a:ext>
              </a:extLst>
            </p:cNvPr>
            <p:cNvSpPr/>
            <p:nvPr/>
          </p:nvSpPr>
          <p:spPr>
            <a:xfrm>
              <a:off x="42883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5" name="타원 10294">
              <a:extLst>
                <a:ext uri="{FF2B5EF4-FFF2-40B4-BE49-F238E27FC236}">
                  <a16:creationId xmlns:a16="http://schemas.microsoft.com/office/drawing/2014/main" id="{B1E037BC-3047-40D7-9497-6ECD5FEF9DB8}"/>
                </a:ext>
              </a:extLst>
            </p:cNvPr>
            <p:cNvSpPr/>
            <p:nvPr/>
          </p:nvSpPr>
          <p:spPr>
            <a:xfrm>
              <a:off x="44407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6" name="타원 10295">
              <a:extLst>
                <a:ext uri="{FF2B5EF4-FFF2-40B4-BE49-F238E27FC236}">
                  <a16:creationId xmlns:a16="http://schemas.microsoft.com/office/drawing/2014/main" id="{4D7EA6E3-D32F-4CAB-A82F-0DE0407CD13A}"/>
                </a:ext>
              </a:extLst>
            </p:cNvPr>
            <p:cNvSpPr/>
            <p:nvPr/>
          </p:nvSpPr>
          <p:spPr>
            <a:xfrm>
              <a:off x="45931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7" name="타원 10296">
              <a:extLst>
                <a:ext uri="{FF2B5EF4-FFF2-40B4-BE49-F238E27FC236}">
                  <a16:creationId xmlns:a16="http://schemas.microsoft.com/office/drawing/2014/main" id="{FB07CA99-63B5-40F8-AABE-9661FFC25799}"/>
                </a:ext>
              </a:extLst>
            </p:cNvPr>
            <p:cNvSpPr/>
            <p:nvPr/>
          </p:nvSpPr>
          <p:spPr>
            <a:xfrm>
              <a:off x="47455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8" name="타원 10297">
              <a:extLst>
                <a:ext uri="{FF2B5EF4-FFF2-40B4-BE49-F238E27FC236}">
                  <a16:creationId xmlns:a16="http://schemas.microsoft.com/office/drawing/2014/main" id="{B1779406-81E0-4C4E-BBEF-4A891D365DC0}"/>
                </a:ext>
              </a:extLst>
            </p:cNvPr>
            <p:cNvSpPr/>
            <p:nvPr/>
          </p:nvSpPr>
          <p:spPr>
            <a:xfrm>
              <a:off x="48979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99" name="타원 10298">
              <a:extLst>
                <a:ext uri="{FF2B5EF4-FFF2-40B4-BE49-F238E27FC236}">
                  <a16:creationId xmlns:a16="http://schemas.microsoft.com/office/drawing/2014/main" id="{7406FDB3-60C0-41EE-B572-8C1D226CD837}"/>
                </a:ext>
              </a:extLst>
            </p:cNvPr>
            <p:cNvSpPr/>
            <p:nvPr/>
          </p:nvSpPr>
          <p:spPr>
            <a:xfrm>
              <a:off x="50503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0" name="타원 10299">
              <a:extLst>
                <a:ext uri="{FF2B5EF4-FFF2-40B4-BE49-F238E27FC236}">
                  <a16:creationId xmlns:a16="http://schemas.microsoft.com/office/drawing/2014/main" id="{C8641605-DA34-4454-9DE6-CAE0CED06640}"/>
                </a:ext>
              </a:extLst>
            </p:cNvPr>
            <p:cNvSpPr/>
            <p:nvPr/>
          </p:nvSpPr>
          <p:spPr>
            <a:xfrm>
              <a:off x="52027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1" name="타원 10300">
              <a:extLst>
                <a:ext uri="{FF2B5EF4-FFF2-40B4-BE49-F238E27FC236}">
                  <a16:creationId xmlns:a16="http://schemas.microsoft.com/office/drawing/2014/main" id="{9B407F33-9A53-452C-8ECE-E74B335D7ACF}"/>
                </a:ext>
              </a:extLst>
            </p:cNvPr>
            <p:cNvSpPr/>
            <p:nvPr/>
          </p:nvSpPr>
          <p:spPr>
            <a:xfrm>
              <a:off x="53551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2" name="타원 10301">
              <a:extLst>
                <a:ext uri="{FF2B5EF4-FFF2-40B4-BE49-F238E27FC236}">
                  <a16:creationId xmlns:a16="http://schemas.microsoft.com/office/drawing/2014/main" id="{B7DE7EAC-86CD-4FA8-8DA5-D505FE6AEFF9}"/>
                </a:ext>
              </a:extLst>
            </p:cNvPr>
            <p:cNvSpPr/>
            <p:nvPr/>
          </p:nvSpPr>
          <p:spPr>
            <a:xfrm>
              <a:off x="55075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3" name="타원 10302">
              <a:extLst>
                <a:ext uri="{FF2B5EF4-FFF2-40B4-BE49-F238E27FC236}">
                  <a16:creationId xmlns:a16="http://schemas.microsoft.com/office/drawing/2014/main" id="{682A216F-43E0-43F5-8742-31B987B0AD20}"/>
                </a:ext>
              </a:extLst>
            </p:cNvPr>
            <p:cNvSpPr/>
            <p:nvPr/>
          </p:nvSpPr>
          <p:spPr>
            <a:xfrm>
              <a:off x="56599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04" name="타원 10303">
              <a:extLst>
                <a:ext uri="{FF2B5EF4-FFF2-40B4-BE49-F238E27FC236}">
                  <a16:creationId xmlns:a16="http://schemas.microsoft.com/office/drawing/2014/main" id="{8F6CFBA7-AF95-401C-A40F-8AB1CCF9DB9D}"/>
                </a:ext>
              </a:extLst>
            </p:cNvPr>
            <p:cNvSpPr/>
            <p:nvPr/>
          </p:nvSpPr>
          <p:spPr>
            <a:xfrm>
              <a:off x="5812349" y="7463580"/>
              <a:ext cx="18000" cy="1800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342" name="직선 연결선 10341">
            <a:extLst>
              <a:ext uri="{FF2B5EF4-FFF2-40B4-BE49-F238E27FC236}">
                <a16:creationId xmlns:a16="http://schemas.microsoft.com/office/drawing/2014/main" id="{AA01D910-2FD0-4B0E-83A0-787AB03AABDF}"/>
              </a:ext>
            </a:extLst>
          </p:cNvPr>
          <p:cNvCxnSpPr/>
          <p:nvPr/>
        </p:nvCxnSpPr>
        <p:spPr>
          <a:xfrm>
            <a:off x="301215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3" name="직선 연결선 10342">
            <a:extLst>
              <a:ext uri="{FF2B5EF4-FFF2-40B4-BE49-F238E27FC236}">
                <a16:creationId xmlns:a16="http://schemas.microsoft.com/office/drawing/2014/main" id="{60348447-2213-4130-966B-6295B66A3CC1}"/>
              </a:ext>
            </a:extLst>
          </p:cNvPr>
          <p:cNvCxnSpPr/>
          <p:nvPr/>
        </p:nvCxnSpPr>
        <p:spPr>
          <a:xfrm>
            <a:off x="3649927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46" name="TextBox 185">
            <a:hlinkClick r:id="rId2"/>
            <a:extLst>
              <a:ext uri="{FF2B5EF4-FFF2-40B4-BE49-F238E27FC236}">
                <a16:creationId xmlns:a16="http://schemas.microsoft.com/office/drawing/2014/main" id="{F1A9154E-E5B0-4070-B4C1-77F3824E471E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347" name="TextBox 186">
            <a:hlinkClick r:id="rId3"/>
            <a:extLst>
              <a:ext uri="{FF2B5EF4-FFF2-40B4-BE49-F238E27FC236}">
                <a16:creationId xmlns:a16="http://schemas.microsoft.com/office/drawing/2014/main" id="{9A7376F8-D787-4412-9EAA-88F1663450E0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25" name="TextBox 184">
            <a:hlinkClick r:id="rId4"/>
            <a:extLst>
              <a:ext uri="{FF2B5EF4-FFF2-40B4-BE49-F238E27FC236}">
                <a16:creationId xmlns:a16="http://schemas.microsoft.com/office/drawing/2014/main" id="{114D3D5F-7107-41E8-89BF-921C98FC1387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43</cp:revision>
  <dcterms:created xsi:type="dcterms:W3CDTF">2021-10-29T04:43:38Z</dcterms:created>
  <dcterms:modified xsi:type="dcterms:W3CDTF">2021-12-19T08:39:22Z</dcterms:modified>
</cp:coreProperties>
</file>
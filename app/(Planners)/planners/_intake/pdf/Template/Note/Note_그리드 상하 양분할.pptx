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4" name="그룹 633">
            <a:extLst>
              <a:ext uri="{FF2B5EF4-FFF2-40B4-BE49-F238E27FC236}">
                <a16:creationId xmlns:a16="http://schemas.microsoft.com/office/drawing/2014/main" id="{6C3D31F8-6965-4078-A7D2-A329C089BDCF}"/>
              </a:ext>
            </a:extLst>
          </p:cNvPr>
          <p:cNvGrpSpPr/>
          <p:nvPr/>
        </p:nvGrpSpPr>
        <p:grpSpPr>
          <a:xfrm>
            <a:off x="302419" y="462531"/>
            <a:ext cx="5472112" cy="7024500"/>
            <a:chOff x="230188" y="462531"/>
            <a:chExt cx="5472112" cy="7024500"/>
          </a:xfrm>
        </p:grpSpPr>
        <p:grpSp>
          <p:nvGrpSpPr>
            <p:cNvPr id="581" name="그룹 580">
              <a:extLst>
                <a:ext uri="{FF2B5EF4-FFF2-40B4-BE49-F238E27FC236}">
                  <a16:creationId xmlns:a16="http://schemas.microsoft.com/office/drawing/2014/main" id="{281F7EAE-7FFC-4115-A602-471268E5CEB9}"/>
                </a:ext>
              </a:extLst>
            </p:cNvPr>
            <p:cNvGrpSpPr/>
            <p:nvPr/>
          </p:nvGrpSpPr>
          <p:grpSpPr>
            <a:xfrm>
              <a:off x="291320" y="533400"/>
              <a:ext cx="5407920" cy="6953631"/>
              <a:chOff x="291320" y="533400"/>
              <a:chExt cx="5407920" cy="6953631"/>
            </a:xfrm>
          </p:grpSpPr>
          <p:cxnSp>
            <p:nvCxnSpPr>
              <p:cNvPr id="582" name="직선 연결선 581">
                <a:extLst>
                  <a:ext uri="{FF2B5EF4-FFF2-40B4-BE49-F238E27FC236}">
                    <a16:creationId xmlns:a16="http://schemas.microsoft.com/office/drawing/2014/main" id="{4C6A0E25-DF9D-49C1-8C22-437B1860148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266788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3" name="직선 연결선 582">
                <a:extLst>
                  <a:ext uri="{FF2B5EF4-FFF2-40B4-BE49-F238E27FC236}">
                    <a16:creationId xmlns:a16="http://schemas.microsoft.com/office/drawing/2014/main" id="{0C80F413-E3FC-4BCB-8E24-391179B2982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9268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4" name="직선 연결선 583">
                <a:extLst>
                  <a:ext uri="{FF2B5EF4-FFF2-40B4-BE49-F238E27FC236}">
                    <a16:creationId xmlns:a16="http://schemas.microsoft.com/office/drawing/2014/main" id="{6FCDA191-44EE-4863-9144-0ACB17724E1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45243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5" name="직선 연결선 584">
                <a:extLst>
                  <a:ext uri="{FF2B5EF4-FFF2-40B4-BE49-F238E27FC236}">
                    <a16:creationId xmlns:a16="http://schemas.microsoft.com/office/drawing/2014/main" id="{BEDB64FD-4230-4E49-9090-5BD02A99FD5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215284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6" name="직선 연결선 585">
                <a:extLst>
                  <a:ext uri="{FF2B5EF4-FFF2-40B4-BE49-F238E27FC236}">
                    <a16:creationId xmlns:a16="http://schemas.microsoft.com/office/drawing/2014/main" id="{6E68D77D-A8EA-437F-9312-142D3040A0B5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63780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7" name="직선 연결선 586">
                <a:extLst>
                  <a:ext uri="{FF2B5EF4-FFF2-40B4-BE49-F238E27FC236}">
                    <a16:creationId xmlns:a16="http://schemas.microsoft.com/office/drawing/2014/main" id="{4E32E3FB-8041-464E-B0C8-2094068AEAA5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12276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8" name="직선 연결선 587">
                <a:extLst>
                  <a:ext uri="{FF2B5EF4-FFF2-40B4-BE49-F238E27FC236}">
                    <a16:creationId xmlns:a16="http://schemas.microsoft.com/office/drawing/2014/main" id="{8E509B01-0F2D-4215-9870-996AEB0C4FD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60772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9" name="직선 연결선 588">
                <a:extLst>
                  <a:ext uri="{FF2B5EF4-FFF2-40B4-BE49-F238E27FC236}">
                    <a16:creationId xmlns:a16="http://schemas.microsoft.com/office/drawing/2014/main" id="{20C0FD91-BFF8-44C1-A951-A0D8A12A1E2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2235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0" name="직선 연결선 589">
                <a:extLst>
                  <a:ext uri="{FF2B5EF4-FFF2-40B4-BE49-F238E27FC236}">
                    <a16:creationId xmlns:a16="http://schemas.microsoft.com/office/drawing/2014/main" id="{03001A3E-E76A-484D-95BF-AA32DC19BB4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67987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1" name="직선 연결선 590">
                <a:extLst>
                  <a:ext uri="{FF2B5EF4-FFF2-40B4-BE49-F238E27FC236}">
                    <a16:creationId xmlns:a16="http://schemas.microsoft.com/office/drawing/2014/main" id="{E32D369E-CF39-4F27-A631-041CAB98A2C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3739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2" name="직선 연결선 591">
                <a:extLst>
                  <a:ext uri="{FF2B5EF4-FFF2-40B4-BE49-F238E27FC236}">
                    <a16:creationId xmlns:a16="http://schemas.microsoft.com/office/drawing/2014/main" id="{BC5281A5-BA02-4644-9EBC-CDBFD0B17AA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19491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3" name="직선 연결선 592">
                <a:extLst>
                  <a:ext uri="{FF2B5EF4-FFF2-40B4-BE49-F238E27FC236}">
                    <a16:creationId xmlns:a16="http://schemas.microsoft.com/office/drawing/2014/main" id="{3ED7A60C-7020-406C-B2EA-51638FED8C1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70995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4" name="직선 연결선 593">
                <a:extLst>
                  <a:ext uri="{FF2B5EF4-FFF2-40B4-BE49-F238E27FC236}">
                    <a16:creationId xmlns:a16="http://schemas.microsoft.com/office/drawing/2014/main" id="{441F169E-73CF-4A1E-8007-EA040644C5B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96747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5" name="직선 연결선 594">
                <a:extLst>
                  <a:ext uri="{FF2B5EF4-FFF2-40B4-BE49-F238E27FC236}">
                    <a16:creationId xmlns:a16="http://schemas.microsoft.com/office/drawing/2014/main" id="{B4FBA692-B06E-4E58-8169-86CE77BE633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292540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6" name="직선 연결선 595">
                <a:extLst>
                  <a:ext uri="{FF2B5EF4-FFF2-40B4-BE49-F238E27FC236}">
                    <a16:creationId xmlns:a16="http://schemas.microsoft.com/office/drawing/2014/main" id="{FEC8F384-0704-4255-8F49-A79CCC3627E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241036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7" name="직선 연결선 596">
                <a:extLst>
                  <a:ext uri="{FF2B5EF4-FFF2-40B4-BE49-F238E27FC236}">
                    <a16:creationId xmlns:a16="http://schemas.microsoft.com/office/drawing/2014/main" id="{D736D81D-766B-467E-AE1C-D708C632EA9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6483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8" name="직선 연결선 597">
                <a:extLst>
                  <a:ext uri="{FF2B5EF4-FFF2-40B4-BE49-F238E27FC236}">
                    <a16:creationId xmlns:a16="http://schemas.microsoft.com/office/drawing/2014/main" id="{6A147553-ACB4-4347-A3E0-085633A2CC0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89532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9" name="직선 연결선 598">
                <a:extLst>
                  <a:ext uri="{FF2B5EF4-FFF2-40B4-BE49-F238E27FC236}">
                    <a16:creationId xmlns:a16="http://schemas.microsoft.com/office/drawing/2014/main" id="{A19C4984-79D8-4456-9A26-2F7B2D39AC3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38028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0" name="직선 연결선 599">
                <a:extLst>
                  <a:ext uri="{FF2B5EF4-FFF2-40B4-BE49-F238E27FC236}">
                    <a16:creationId xmlns:a16="http://schemas.microsoft.com/office/drawing/2014/main" id="{703E8D6F-2C26-4E43-AFE5-D66F7070E91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86524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1" name="직선 연결선 600">
                <a:extLst>
                  <a:ext uri="{FF2B5EF4-FFF2-40B4-BE49-F238E27FC236}">
                    <a16:creationId xmlns:a16="http://schemas.microsoft.com/office/drawing/2014/main" id="{80FEB489-9AE0-4C59-B6EA-C611AF5EBC0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35020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2" name="직선 연결선 601">
                <a:extLst>
                  <a:ext uri="{FF2B5EF4-FFF2-40B4-BE49-F238E27FC236}">
                    <a16:creationId xmlns:a16="http://schemas.microsoft.com/office/drawing/2014/main" id="{56616C46-2158-4A15-8794-D72304986E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104903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3" name="직선 연결선 602">
                <a:extLst>
                  <a:ext uri="{FF2B5EF4-FFF2-40B4-BE49-F238E27FC236}">
                    <a16:creationId xmlns:a16="http://schemas.microsoft.com/office/drawing/2014/main" id="{79575D06-1D23-4E26-9DC7-B41117C677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362423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4" name="직선 연결선 603">
                <a:extLst>
                  <a:ext uri="{FF2B5EF4-FFF2-40B4-BE49-F238E27FC236}">
                    <a16:creationId xmlns:a16="http://schemas.microsoft.com/office/drawing/2014/main" id="{2990E7C0-AF9E-42AF-96D7-FB2686BC4C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516935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5" name="직선 연결선 604">
                <a:extLst>
                  <a:ext uri="{FF2B5EF4-FFF2-40B4-BE49-F238E27FC236}">
                    <a16:creationId xmlns:a16="http://schemas.microsoft.com/office/drawing/2014/main" id="{68F305CA-04E0-49B4-BB7A-AC5D4DB803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645695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6" name="직선 연결선 605">
                <a:extLst>
                  <a:ext uri="{FF2B5EF4-FFF2-40B4-BE49-F238E27FC236}">
                    <a16:creationId xmlns:a16="http://schemas.microsoft.com/office/drawing/2014/main" id="{B367853C-4019-4EE2-AE9F-41862D3FB4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156407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7" name="직선 연결선 606">
                <a:extLst>
                  <a:ext uri="{FF2B5EF4-FFF2-40B4-BE49-F238E27FC236}">
                    <a16:creationId xmlns:a16="http://schemas.microsoft.com/office/drawing/2014/main" id="{0B735A7A-8FBC-4123-BEE2-48C6699E07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207911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8" name="직선 연결선 607">
                <a:extLst>
                  <a:ext uri="{FF2B5EF4-FFF2-40B4-BE49-F238E27FC236}">
                    <a16:creationId xmlns:a16="http://schemas.microsoft.com/office/drawing/2014/main" id="{12334A37-28A0-4440-BA37-DE62CD4730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259415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9" name="직선 연결선 608">
                <a:extLst>
                  <a:ext uri="{FF2B5EF4-FFF2-40B4-BE49-F238E27FC236}">
                    <a16:creationId xmlns:a16="http://schemas.microsoft.com/office/drawing/2014/main" id="{9EDEBBAC-F6ED-4C9A-B35A-B2E2A71D32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310919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0" name="직선 연결선 609">
                <a:extLst>
                  <a:ext uri="{FF2B5EF4-FFF2-40B4-BE49-F238E27FC236}">
                    <a16:creationId xmlns:a16="http://schemas.microsoft.com/office/drawing/2014/main" id="{ACE46348-C90B-484F-86ED-F9300F91E3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413927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1" name="직선 연결선 610">
                <a:extLst>
                  <a:ext uri="{FF2B5EF4-FFF2-40B4-BE49-F238E27FC236}">
                    <a16:creationId xmlns:a16="http://schemas.microsoft.com/office/drawing/2014/main" id="{DF9DE6A9-542E-4A08-A34C-C936186514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439679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2" name="직선 연결선 611">
                <a:extLst>
                  <a:ext uri="{FF2B5EF4-FFF2-40B4-BE49-F238E27FC236}">
                    <a16:creationId xmlns:a16="http://schemas.microsoft.com/office/drawing/2014/main" id="{5F87C156-80CD-4AEA-BE6B-C39DE100E7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465431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3" name="직선 연결선 612">
                <a:extLst>
                  <a:ext uri="{FF2B5EF4-FFF2-40B4-BE49-F238E27FC236}">
                    <a16:creationId xmlns:a16="http://schemas.microsoft.com/office/drawing/2014/main" id="{C066FA7D-EE74-4AAA-9DBB-2CD2945F5B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491183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4" name="직선 연결선 613">
                <a:extLst>
                  <a:ext uri="{FF2B5EF4-FFF2-40B4-BE49-F238E27FC236}">
                    <a16:creationId xmlns:a16="http://schemas.microsoft.com/office/drawing/2014/main" id="{0C83DB4C-BF4D-47A3-846E-2D8F556265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542687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5" name="직선 연결선 614">
                <a:extLst>
                  <a:ext uri="{FF2B5EF4-FFF2-40B4-BE49-F238E27FC236}">
                    <a16:creationId xmlns:a16="http://schemas.microsoft.com/office/drawing/2014/main" id="{B08A544D-ADF7-4F3B-A55E-B28AC7321B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568439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6" name="직선 연결선 615">
                <a:extLst>
                  <a:ext uri="{FF2B5EF4-FFF2-40B4-BE49-F238E27FC236}">
                    <a16:creationId xmlns:a16="http://schemas.microsoft.com/office/drawing/2014/main" id="{382E62DC-6137-4CDB-8565-D9DF681F4C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594191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7" name="직선 연결선 616">
                <a:extLst>
                  <a:ext uri="{FF2B5EF4-FFF2-40B4-BE49-F238E27FC236}">
                    <a16:creationId xmlns:a16="http://schemas.microsoft.com/office/drawing/2014/main" id="{30DDB39E-B98A-4FD4-B30C-E43F7C7465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697199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8" name="직선 연결선 617">
                <a:extLst>
                  <a:ext uri="{FF2B5EF4-FFF2-40B4-BE49-F238E27FC236}">
                    <a16:creationId xmlns:a16="http://schemas.microsoft.com/office/drawing/2014/main" id="{CB43C202-4689-4D9C-B00D-ED1C099578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619943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9" name="직선 연결선 618">
                <a:extLst>
                  <a:ext uri="{FF2B5EF4-FFF2-40B4-BE49-F238E27FC236}">
                    <a16:creationId xmlns:a16="http://schemas.microsoft.com/office/drawing/2014/main" id="{67391B09-5856-494A-B91C-BFE5A029C6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671447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0" name="직선 연결선 619">
                <a:extLst>
                  <a:ext uri="{FF2B5EF4-FFF2-40B4-BE49-F238E27FC236}">
                    <a16:creationId xmlns:a16="http://schemas.microsoft.com/office/drawing/2014/main" id="{420F6FB6-A222-4E85-A6FF-44FFBC616C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722951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1" name="직선 연결선 620">
                <a:extLst>
                  <a:ext uri="{FF2B5EF4-FFF2-40B4-BE49-F238E27FC236}">
                    <a16:creationId xmlns:a16="http://schemas.microsoft.com/office/drawing/2014/main" id="{B0725BB4-D680-4FE7-A409-822F4EA279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79151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2" name="직선 연결선 621">
                <a:extLst>
                  <a:ext uri="{FF2B5EF4-FFF2-40B4-BE49-F238E27FC236}">
                    <a16:creationId xmlns:a16="http://schemas.microsoft.com/office/drawing/2014/main" id="{DE680F98-D223-4506-8753-E7942BDE34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130655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3" name="직선 연결선 622">
                <a:extLst>
                  <a:ext uri="{FF2B5EF4-FFF2-40B4-BE49-F238E27FC236}">
                    <a16:creationId xmlns:a16="http://schemas.microsoft.com/office/drawing/2014/main" id="{61A9B466-FF87-4EB1-96AE-D3BE4A6006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388175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4" name="직선 연결선 623">
                <a:extLst>
                  <a:ext uri="{FF2B5EF4-FFF2-40B4-BE49-F238E27FC236}">
                    <a16:creationId xmlns:a16="http://schemas.microsoft.com/office/drawing/2014/main" id="{2F497912-5150-4627-A6D3-221C2589A4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182159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5" name="직선 연결선 624">
                <a:extLst>
                  <a:ext uri="{FF2B5EF4-FFF2-40B4-BE49-F238E27FC236}">
                    <a16:creationId xmlns:a16="http://schemas.microsoft.com/office/drawing/2014/main" id="{24F53F06-DC18-460C-8C16-DE493F3D7F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233663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6" name="직선 연결선 625">
                <a:extLst>
                  <a:ext uri="{FF2B5EF4-FFF2-40B4-BE49-F238E27FC236}">
                    <a16:creationId xmlns:a16="http://schemas.microsoft.com/office/drawing/2014/main" id="{07A01E0E-1B1D-42E8-BA8D-E26BB600C4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285167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직선 연결선 626">
                <a:extLst>
                  <a:ext uri="{FF2B5EF4-FFF2-40B4-BE49-F238E27FC236}">
                    <a16:creationId xmlns:a16="http://schemas.microsoft.com/office/drawing/2014/main" id="{78F828C5-75AA-4C57-B1A5-9C7FC65825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336671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" name="직선 연결선 627">
                <a:extLst>
                  <a:ext uri="{FF2B5EF4-FFF2-40B4-BE49-F238E27FC236}">
                    <a16:creationId xmlns:a16="http://schemas.microsoft.com/office/drawing/2014/main" id="{4676219C-4A55-4298-9EC9-CA5FE1D51A9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3182924" y="4007644"/>
                <a:ext cx="6948487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9" name="직선 연결선 628">
                <a:extLst>
                  <a:ext uri="{FF2B5EF4-FFF2-40B4-BE49-F238E27FC236}">
                    <a16:creationId xmlns:a16="http://schemas.microsoft.com/office/drawing/2014/main" id="{B556F8A9-8955-4203-B75B-F04A5641E40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224996" y="4007644"/>
                <a:ext cx="6948487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0" name="직선 연결선 629">
                <a:extLst>
                  <a:ext uri="{FF2B5EF4-FFF2-40B4-BE49-F238E27FC236}">
                    <a16:creationId xmlns:a16="http://schemas.microsoft.com/office/drawing/2014/main" id="{6D589C56-5979-4444-A053-D2BADF25CD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533992"/>
                <a:ext cx="5401074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1" name="직선 연결선 630">
                <a:extLst>
                  <a:ext uri="{FF2B5EF4-FFF2-40B4-BE49-F238E27FC236}">
                    <a16:creationId xmlns:a16="http://schemas.microsoft.com/office/drawing/2014/main" id="{4303FD16-8FD7-4A72-BF22-D236CF4191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7487031"/>
                <a:ext cx="5401074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32" name="직선 연결선 631">
              <a:extLst>
                <a:ext uri="{FF2B5EF4-FFF2-40B4-BE49-F238E27FC236}">
                  <a16:creationId xmlns:a16="http://schemas.microsoft.com/office/drawing/2014/main" id="{6FCBB549-DCF0-46A2-BFA4-35FEE0E86E55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3" name="직선 연결선 632">
              <a:extLst>
                <a:ext uri="{FF2B5EF4-FFF2-40B4-BE49-F238E27FC236}">
                  <a16:creationId xmlns:a16="http://schemas.microsoft.com/office/drawing/2014/main" id="{1945B5C0-C51B-481D-B5BE-759461693BFB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TextBox 185">
            <a:hlinkClick r:id="rId2"/>
            <a:extLst>
              <a:ext uri="{FF2B5EF4-FFF2-40B4-BE49-F238E27FC236}">
                <a16:creationId xmlns:a16="http://schemas.microsoft.com/office/drawing/2014/main" id="{7AECD215-6548-47C0-8F65-510E3BD3C757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8" name="TextBox 186">
            <a:hlinkClick r:id="rId3"/>
            <a:extLst>
              <a:ext uri="{FF2B5EF4-FFF2-40B4-BE49-F238E27FC236}">
                <a16:creationId xmlns:a16="http://schemas.microsoft.com/office/drawing/2014/main" id="{15E8232E-7985-4103-82D7-AAEA07033420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9" name="TextBox 184">
            <a:hlinkClick r:id="rId4"/>
            <a:extLst>
              <a:ext uri="{FF2B5EF4-FFF2-40B4-BE49-F238E27FC236}">
                <a16:creationId xmlns:a16="http://schemas.microsoft.com/office/drawing/2014/main" id="{00B8ECAB-CFBC-4FD1-A6D2-F989C4E61C6E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116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27</cp:revision>
  <dcterms:created xsi:type="dcterms:W3CDTF">2021-10-29T04:43:38Z</dcterms:created>
  <dcterms:modified xsi:type="dcterms:W3CDTF">2021-12-19T07:58:17Z</dcterms:modified>
</cp:coreProperties>
</file>
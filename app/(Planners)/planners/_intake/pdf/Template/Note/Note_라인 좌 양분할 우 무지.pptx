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1DCF3328-8568-4A78-9F8F-4DD96A251F17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0771FEF5-A464-48CF-B69C-AC7E17AB5E1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D52DE88C-54AD-46BF-9551-3EE5E2EA4D5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D4346CE-2FB4-4170-BBC9-2E73BA91788C}"/>
                </a:ext>
              </a:extLst>
            </p:cNvPr>
            <p:cNvGrpSpPr/>
            <p:nvPr/>
          </p:nvGrpSpPr>
          <p:grpSpPr>
            <a:xfrm>
              <a:off x="230188" y="791512"/>
              <a:ext cx="2656294" cy="6438000"/>
              <a:chOff x="229705" y="791512"/>
              <a:chExt cx="5465064" cy="6438000"/>
            </a:xfrm>
          </p:grpSpPr>
          <p:cxnSp>
            <p:nvCxnSpPr>
              <p:cNvPr id="232" name="직선 연결선 231">
                <a:extLst>
                  <a:ext uri="{FF2B5EF4-FFF2-40B4-BE49-F238E27FC236}">
                    <a16:creationId xmlns:a16="http://schemas.microsoft.com/office/drawing/2014/main" id="{EAE25EE1-C8F9-4AC1-80EC-7A7BBC8BFE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0490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7AE15060-65F5-4FB9-90F6-F10740800F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6242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38098FD5-7FFC-4220-B132-C104A58314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1693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직선 연결선 234">
                <a:extLst>
                  <a:ext uri="{FF2B5EF4-FFF2-40B4-BE49-F238E27FC236}">
                    <a16:creationId xmlns:a16="http://schemas.microsoft.com/office/drawing/2014/main" id="{B062A75C-A96F-409D-803A-264729766C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4569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>
                <a:extLst>
                  <a:ext uri="{FF2B5EF4-FFF2-40B4-BE49-F238E27FC236}">
                    <a16:creationId xmlns:a16="http://schemas.microsoft.com/office/drawing/2014/main" id="{CB69C336-5402-487D-8C03-F84B7B080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5640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직선 연결선 236">
                <a:extLst>
                  <a:ext uri="{FF2B5EF4-FFF2-40B4-BE49-F238E27FC236}">
                    <a16:creationId xmlns:a16="http://schemas.microsoft.com/office/drawing/2014/main" id="{579EA72B-039E-4AEF-8D74-7B2F181186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0791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>
                <a:extLst>
                  <a:ext uri="{FF2B5EF4-FFF2-40B4-BE49-F238E27FC236}">
                    <a16:creationId xmlns:a16="http://schemas.microsoft.com/office/drawing/2014/main" id="{35489BCD-9976-48F1-A106-5272D88E1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5941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94D5BC9F-E745-4396-8C08-3EC6676B94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1091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직선 연결선 239">
                <a:extLst>
                  <a:ext uri="{FF2B5EF4-FFF2-40B4-BE49-F238E27FC236}">
                    <a16:creationId xmlns:a16="http://schemas.microsoft.com/office/drawing/2014/main" id="{BE144202-5AD3-4226-9DF2-CDB3C66F3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1392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직선 연결선 240">
                <a:extLst>
                  <a:ext uri="{FF2B5EF4-FFF2-40B4-BE49-F238E27FC236}">
                    <a16:creationId xmlns:a16="http://schemas.microsoft.com/office/drawing/2014/main" id="{F5876148-31C8-4539-B9CC-0D3C9FC56F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3967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직선 연결선 241">
                <a:extLst>
                  <a:ext uri="{FF2B5EF4-FFF2-40B4-BE49-F238E27FC236}">
                    <a16:creationId xmlns:a16="http://schemas.microsoft.com/office/drawing/2014/main" id="{83804065-C5C0-4131-BA54-7057CCFD2B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6543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B5EC028A-E508-4439-94AB-01D99E15B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9118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직선 연결선 243">
                <a:extLst>
                  <a:ext uri="{FF2B5EF4-FFF2-40B4-BE49-F238E27FC236}">
                    <a16:creationId xmlns:a16="http://schemas.microsoft.com/office/drawing/2014/main" id="{490DFE66-0AD5-451C-8DA1-B04E95F85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4268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7E360A09-BC15-4F85-9FC9-F03F5F507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6843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0ABDF4D7-5C3E-4BA4-BB06-B503BCCA49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9419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직선 연결선 246">
                <a:extLst>
                  <a:ext uri="{FF2B5EF4-FFF2-40B4-BE49-F238E27FC236}">
                    <a16:creationId xmlns:a16="http://schemas.microsoft.com/office/drawing/2014/main" id="{DA8DD532-9C1D-4977-8DCF-83343696B2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9719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0E84BE9C-0A03-407D-ACB1-B62D39AD30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1994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F6A4224D-0623-4B9E-918B-4267C811D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7144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직선 연결선 249">
                <a:extLst>
                  <a:ext uri="{FF2B5EF4-FFF2-40B4-BE49-F238E27FC236}">
                    <a16:creationId xmlns:a16="http://schemas.microsoft.com/office/drawing/2014/main" id="{01B50176-4821-4E3A-A388-C6CDC54E8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229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연결선 250">
                <a:extLst>
                  <a:ext uri="{FF2B5EF4-FFF2-40B4-BE49-F238E27FC236}">
                    <a16:creationId xmlns:a16="http://schemas.microsoft.com/office/drawing/2014/main" id="{061DCFBC-BEBC-44A0-A579-00F9DF754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91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직선 연결선 251">
                <a:extLst>
                  <a:ext uri="{FF2B5EF4-FFF2-40B4-BE49-F238E27FC236}">
                    <a16:creationId xmlns:a16="http://schemas.microsoft.com/office/drawing/2014/main" id="{0A520C51-21EE-4CBF-A141-1AA1862892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3065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41AA5B68-E52B-4575-8901-A9F7B1D221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8817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75001933-F637-4329-BA32-D1152EF11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8215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직선 연결선 254">
                <a:extLst>
                  <a:ext uri="{FF2B5EF4-FFF2-40B4-BE49-F238E27FC236}">
                    <a16:creationId xmlns:a16="http://schemas.microsoft.com/office/drawing/2014/main" id="{8E7A3520-321E-481D-A0FB-0AD0351EFF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3366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직선 연결선 255">
                <a:extLst>
                  <a:ext uri="{FF2B5EF4-FFF2-40B4-BE49-F238E27FC236}">
                    <a16:creationId xmlns:a16="http://schemas.microsoft.com/office/drawing/2014/main" id="{380F5B26-FCDC-4F2F-8C8F-85BBC6684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8516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1BDCBE36-B2D9-4B1B-A54E-10FF189FE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3667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C5441C29-6137-432F-B157-C8FA051603D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연결선 258">
              <a:extLst>
                <a:ext uri="{FF2B5EF4-FFF2-40B4-BE49-F238E27FC236}">
                  <a16:creationId xmlns:a16="http://schemas.microsoft.com/office/drawing/2014/main" id="{E9A1AE51-6B06-4FB6-A667-CF13402FA54A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37E3B863-4756-4054-828E-44BCA056E97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13091723-9C1E-4C76-B4C0-02EA7F1ED3B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184">
            <a:hlinkClick r:id="rId4"/>
            <a:extLst>
              <a:ext uri="{FF2B5EF4-FFF2-40B4-BE49-F238E27FC236}">
                <a16:creationId xmlns:a16="http://schemas.microsoft.com/office/drawing/2014/main" id="{6FD0C051-77A8-4DDE-887A-862C9F1B9D3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17</cp:revision>
  <dcterms:created xsi:type="dcterms:W3CDTF">2021-10-29T04:43:38Z</dcterms:created>
  <dcterms:modified xsi:type="dcterms:W3CDTF">2021-12-19T07:48:31Z</dcterms:modified>
</cp:coreProperties>
</file>
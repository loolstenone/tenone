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:a16="http://schemas.microsoft.com/office/drawing/2014/main" id="{5257A4E6-02AB-444F-A9E2-AA0575464E31}"/>
              </a:ext>
            </a:extLst>
          </p:cNvPr>
          <p:cNvGrpSpPr/>
          <p:nvPr/>
        </p:nvGrpSpPr>
        <p:grpSpPr>
          <a:xfrm>
            <a:off x="302419" y="462531"/>
            <a:ext cx="5472112" cy="7055278"/>
            <a:chOff x="230188" y="462531"/>
            <a:chExt cx="5472112" cy="7055278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6575E643-9E64-40CC-8B46-1C73275EC082}"/>
                </a:ext>
              </a:extLst>
            </p:cNvPr>
            <p:cNvCxnSpPr>
              <a:cxnSpLocks/>
            </p:cNvCxnSpPr>
            <p:nvPr/>
          </p:nvCxnSpPr>
          <p:spPr>
            <a:xfrm>
              <a:off x="236054" y="794430"/>
              <a:ext cx="5462129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1DD10673-6C7C-4CE9-992F-61E062936A4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6578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B7808B2E-CBF4-40C9-96B2-41E47AB09F2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381104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9C48CEBE-8CC5-4E81-9F30-53F37FA772B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1820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BBD689B-453D-4E99-B25B-E1082769C09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93483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414E6AF0-5F27-42E6-9EE6-AA82C536548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40389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1EB351DD-C68A-4BCD-86D9-A57B5CACCCF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287294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D424224F-FC26-4B99-A159-051889A53C7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34199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059E43C3-A3CB-4BA3-A486-10542312CEA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28009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D6EE4B53-C4A0-4A0F-800C-8D0B654709E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01462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85CE30A5-7F6C-4D42-BF00-87A497B2698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74915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C4D21A8C-0B0C-4981-AD1B-48820787083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48367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83FDDF1D-D215-45F1-AF00-E66D3769C16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5272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A32A08AB-1526-4D2B-AC1A-28CEF0F044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73126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42615524-CF9E-4662-8CB2-0E797B9521A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20031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93493A8E-104A-4DD0-BF58-D8FCAE71FE9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54557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311AE95E-E782-4ADB-B909-B2B58164DA3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466936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76815C7B-AAB6-4D38-8A56-0DA57D4DBA8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13841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6759E72E-B0EB-4E3F-B3B0-4640C18203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60746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5BAE9117-3D7D-4D10-B888-1FAB62EAAE7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07652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88FACD89-0B95-4334-8431-31CD3B0A2B8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9673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37FE507F-9A7A-4783-88F0-79AFCC8A85F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68725" y="663916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6C4B7A5-3D8B-4E0C-8E34-C80972A272DE}"/>
                </a:ext>
              </a:extLst>
            </p:cNvPr>
            <p:cNvCxnSpPr>
              <a:cxnSpLocks/>
            </p:cNvCxnSpPr>
            <p:nvPr/>
          </p:nvCxnSpPr>
          <p:spPr>
            <a:xfrm>
              <a:off x="236054" y="533999"/>
              <a:ext cx="5462129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A8F281FA-0600-458B-BF53-9D5370B48D19}"/>
                </a:ext>
              </a:extLst>
            </p:cNvPr>
            <p:cNvGrpSpPr/>
            <p:nvPr/>
          </p:nvGrpSpPr>
          <p:grpSpPr>
            <a:xfrm>
              <a:off x="230188" y="837215"/>
              <a:ext cx="5469052" cy="261030"/>
              <a:chOff x="291320" y="533401"/>
              <a:chExt cx="5407920" cy="258112"/>
            </a:xfrm>
          </p:grpSpPr>
          <p:cxnSp>
            <p:nvCxnSpPr>
              <p:cNvPr id="555" name="직선 연결선 554">
                <a:extLst>
                  <a:ext uri="{FF2B5EF4-FFF2-40B4-BE49-F238E27FC236}">
                    <a16:creationId xmlns:a16="http://schemas.microsoft.com/office/drawing/2014/main" id="{4B9A380C-5570-45FA-A935-64DF8CA1E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6" name="직선 연결선 555">
                <a:extLst>
                  <a:ext uri="{FF2B5EF4-FFF2-40B4-BE49-F238E27FC236}">
                    <a16:creationId xmlns:a16="http://schemas.microsoft.com/office/drawing/2014/main" id="{ED209D08-C7B2-4133-A4C6-2E00951529A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7" name="직선 연결선 556">
                <a:extLst>
                  <a:ext uri="{FF2B5EF4-FFF2-40B4-BE49-F238E27FC236}">
                    <a16:creationId xmlns:a16="http://schemas.microsoft.com/office/drawing/2014/main" id="{4507351A-6A5B-4C88-926E-73867FEEBED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8" name="직선 연결선 557">
                <a:extLst>
                  <a:ext uri="{FF2B5EF4-FFF2-40B4-BE49-F238E27FC236}">
                    <a16:creationId xmlns:a16="http://schemas.microsoft.com/office/drawing/2014/main" id="{74CF4BE1-B073-49AC-8D69-A0ACEC78DE1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9" name="직선 연결선 558">
                <a:extLst>
                  <a:ext uri="{FF2B5EF4-FFF2-40B4-BE49-F238E27FC236}">
                    <a16:creationId xmlns:a16="http://schemas.microsoft.com/office/drawing/2014/main" id="{D620710C-D7A5-4A8F-926E-ADD33007B88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직선 연결선 559">
                <a:extLst>
                  <a:ext uri="{FF2B5EF4-FFF2-40B4-BE49-F238E27FC236}">
                    <a16:creationId xmlns:a16="http://schemas.microsoft.com/office/drawing/2014/main" id="{B43855E1-10AD-4D64-BC55-4CD9173636B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직선 연결선 560">
                <a:extLst>
                  <a:ext uri="{FF2B5EF4-FFF2-40B4-BE49-F238E27FC236}">
                    <a16:creationId xmlns:a16="http://schemas.microsoft.com/office/drawing/2014/main" id="{D28590CB-B260-4DF9-9E9D-57C5B10EEE7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직선 연결선 561">
                <a:extLst>
                  <a:ext uri="{FF2B5EF4-FFF2-40B4-BE49-F238E27FC236}">
                    <a16:creationId xmlns:a16="http://schemas.microsoft.com/office/drawing/2014/main" id="{5160937B-F69B-4EFB-8439-FE159AA3051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직선 연결선 562">
                <a:extLst>
                  <a:ext uri="{FF2B5EF4-FFF2-40B4-BE49-F238E27FC236}">
                    <a16:creationId xmlns:a16="http://schemas.microsoft.com/office/drawing/2014/main" id="{CEA4B754-992F-433A-85D1-2F9E91DD40A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직선 연결선 563">
                <a:extLst>
                  <a:ext uri="{FF2B5EF4-FFF2-40B4-BE49-F238E27FC236}">
                    <a16:creationId xmlns:a16="http://schemas.microsoft.com/office/drawing/2014/main" id="{F653E102-A6DA-4D81-81E9-AA0B10C4AF9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직선 연결선 564">
                <a:extLst>
                  <a:ext uri="{FF2B5EF4-FFF2-40B4-BE49-F238E27FC236}">
                    <a16:creationId xmlns:a16="http://schemas.microsoft.com/office/drawing/2014/main" id="{157B3880-1CA2-447C-94F1-9DA37D1427C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직선 연결선 565">
                <a:extLst>
                  <a:ext uri="{FF2B5EF4-FFF2-40B4-BE49-F238E27FC236}">
                    <a16:creationId xmlns:a16="http://schemas.microsoft.com/office/drawing/2014/main" id="{0B548A71-3E75-4A95-B99D-484F8B582A3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직선 연결선 566">
                <a:extLst>
                  <a:ext uri="{FF2B5EF4-FFF2-40B4-BE49-F238E27FC236}">
                    <a16:creationId xmlns:a16="http://schemas.microsoft.com/office/drawing/2014/main" id="{658063A3-916D-40F2-9E4E-71E7DD7B717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직선 연결선 567">
                <a:extLst>
                  <a:ext uri="{FF2B5EF4-FFF2-40B4-BE49-F238E27FC236}">
                    <a16:creationId xmlns:a16="http://schemas.microsoft.com/office/drawing/2014/main" id="{F2325737-B0BE-43EF-9398-F37FDEFC6E6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직선 연결선 568">
                <a:extLst>
                  <a:ext uri="{FF2B5EF4-FFF2-40B4-BE49-F238E27FC236}">
                    <a16:creationId xmlns:a16="http://schemas.microsoft.com/office/drawing/2014/main" id="{A4733886-1971-45C1-9AA7-C185C18C616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직선 연결선 569">
                <a:extLst>
                  <a:ext uri="{FF2B5EF4-FFF2-40B4-BE49-F238E27FC236}">
                    <a16:creationId xmlns:a16="http://schemas.microsoft.com/office/drawing/2014/main" id="{9D3AF48B-0712-4F7B-BAAE-8ED8FE03B67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" name="직선 연결선 570">
                <a:extLst>
                  <a:ext uri="{FF2B5EF4-FFF2-40B4-BE49-F238E27FC236}">
                    <a16:creationId xmlns:a16="http://schemas.microsoft.com/office/drawing/2014/main" id="{3E146BEC-D926-4601-A22F-274352A6114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" name="직선 연결선 571">
                <a:extLst>
                  <a:ext uri="{FF2B5EF4-FFF2-40B4-BE49-F238E27FC236}">
                    <a16:creationId xmlns:a16="http://schemas.microsoft.com/office/drawing/2014/main" id="{41217C02-23F6-42D1-A2BB-73FB3AA590F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" name="직선 연결선 572">
                <a:extLst>
                  <a:ext uri="{FF2B5EF4-FFF2-40B4-BE49-F238E27FC236}">
                    <a16:creationId xmlns:a16="http://schemas.microsoft.com/office/drawing/2014/main" id="{8F84636D-0ED9-40B4-9D24-E3564A2342E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직선 연결선 573">
                <a:extLst>
                  <a:ext uri="{FF2B5EF4-FFF2-40B4-BE49-F238E27FC236}">
                    <a16:creationId xmlns:a16="http://schemas.microsoft.com/office/drawing/2014/main" id="{AEFBB3FE-354A-434C-BC1A-582C30FDED3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직선 연결선 574">
                <a:extLst>
                  <a:ext uri="{FF2B5EF4-FFF2-40B4-BE49-F238E27FC236}">
                    <a16:creationId xmlns:a16="http://schemas.microsoft.com/office/drawing/2014/main" id="{8B6B64D2-1923-4879-A8E4-FDB14F0F1DF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" name="직선 연결선 575">
                <a:extLst>
                  <a:ext uri="{FF2B5EF4-FFF2-40B4-BE49-F238E27FC236}">
                    <a16:creationId xmlns:a16="http://schemas.microsoft.com/office/drawing/2014/main" id="{C0FBC2BA-F8E4-40D7-ABD2-79192E9B936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7" name="직선 연결선 576">
                <a:extLst>
                  <a:ext uri="{FF2B5EF4-FFF2-40B4-BE49-F238E27FC236}">
                    <a16:creationId xmlns:a16="http://schemas.microsoft.com/office/drawing/2014/main" id="{28D6D028-5FB6-444E-B7C9-1A9251780C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87F66CB3-D03A-4EAA-87B7-E48DB47ECC94}"/>
                </a:ext>
              </a:extLst>
            </p:cNvPr>
            <p:cNvGrpSpPr/>
            <p:nvPr/>
          </p:nvGrpSpPr>
          <p:grpSpPr>
            <a:xfrm>
              <a:off x="230188" y="1141029"/>
              <a:ext cx="5469052" cy="261030"/>
              <a:chOff x="291320" y="533401"/>
              <a:chExt cx="5407920" cy="258112"/>
            </a:xfrm>
          </p:grpSpPr>
          <p:cxnSp>
            <p:nvCxnSpPr>
              <p:cNvPr id="532" name="직선 연결선 531">
                <a:extLst>
                  <a:ext uri="{FF2B5EF4-FFF2-40B4-BE49-F238E27FC236}">
                    <a16:creationId xmlns:a16="http://schemas.microsoft.com/office/drawing/2014/main" id="{0C1E5662-9E25-496F-B76B-6F9B88D37B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직선 연결선 532">
                <a:extLst>
                  <a:ext uri="{FF2B5EF4-FFF2-40B4-BE49-F238E27FC236}">
                    <a16:creationId xmlns:a16="http://schemas.microsoft.com/office/drawing/2014/main" id="{AC36387B-B13D-4BD2-BE8B-39FDF57E3A6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4" name="직선 연결선 533">
                <a:extLst>
                  <a:ext uri="{FF2B5EF4-FFF2-40B4-BE49-F238E27FC236}">
                    <a16:creationId xmlns:a16="http://schemas.microsoft.com/office/drawing/2014/main" id="{7505950D-704E-4964-8E99-8B785D49281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직선 연결선 534">
                <a:extLst>
                  <a:ext uri="{FF2B5EF4-FFF2-40B4-BE49-F238E27FC236}">
                    <a16:creationId xmlns:a16="http://schemas.microsoft.com/office/drawing/2014/main" id="{0E7D35B8-D453-4E85-AAE6-D883585798C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직선 연결선 535">
                <a:extLst>
                  <a:ext uri="{FF2B5EF4-FFF2-40B4-BE49-F238E27FC236}">
                    <a16:creationId xmlns:a16="http://schemas.microsoft.com/office/drawing/2014/main" id="{DBD1AC7C-4243-444E-B1C5-10320F78AED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7" name="직선 연결선 536">
                <a:extLst>
                  <a:ext uri="{FF2B5EF4-FFF2-40B4-BE49-F238E27FC236}">
                    <a16:creationId xmlns:a16="http://schemas.microsoft.com/office/drawing/2014/main" id="{ADFE9176-8CFF-459D-8CC0-33B434F0EEA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8" name="직선 연결선 537">
                <a:extLst>
                  <a:ext uri="{FF2B5EF4-FFF2-40B4-BE49-F238E27FC236}">
                    <a16:creationId xmlns:a16="http://schemas.microsoft.com/office/drawing/2014/main" id="{A5377E37-9B13-4C68-9900-AC91F93E1EE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9" name="직선 연결선 538">
                <a:extLst>
                  <a:ext uri="{FF2B5EF4-FFF2-40B4-BE49-F238E27FC236}">
                    <a16:creationId xmlns:a16="http://schemas.microsoft.com/office/drawing/2014/main" id="{A82411F5-B24A-483F-801C-9484B60D1D6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0" name="직선 연결선 539">
                <a:extLst>
                  <a:ext uri="{FF2B5EF4-FFF2-40B4-BE49-F238E27FC236}">
                    <a16:creationId xmlns:a16="http://schemas.microsoft.com/office/drawing/2014/main" id="{9D632503-EFC8-47F6-9802-7B5C31032E8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직선 연결선 540">
                <a:extLst>
                  <a:ext uri="{FF2B5EF4-FFF2-40B4-BE49-F238E27FC236}">
                    <a16:creationId xmlns:a16="http://schemas.microsoft.com/office/drawing/2014/main" id="{4374DC8E-4AC0-49F5-A795-47D9FC57D97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2" name="직선 연결선 541">
                <a:extLst>
                  <a:ext uri="{FF2B5EF4-FFF2-40B4-BE49-F238E27FC236}">
                    <a16:creationId xmlns:a16="http://schemas.microsoft.com/office/drawing/2014/main" id="{D5EC750B-DFF0-4BDA-8244-1E85D3F123C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3" name="직선 연결선 542">
                <a:extLst>
                  <a:ext uri="{FF2B5EF4-FFF2-40B4-BE49-F238E27FC236}">
                    <a16:creationId xmlns:a16="http://schemas.microsoft.com/office/drawing/2014/main" id="{3EF41644-F67B-4D3C-B1F2-9433DAD8180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직선 연결선 543">
                <a:extLst>
                  <a:ext uri="{FF2B5EF4-FFF2-40B4-BE49-F238E27FC236}">
                    <a16:creationId xmlns:a16="http://schemas.microsoft.com/office/drawing/2014/main" id="{97A496B6-7E4D-4570-9D37-162B7F2D372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" name="직선 연결선 544">
                <a:extLst>
                  <a:ext uri="{FF2B5EF4-FFF2-40B4-BE49-F238E27FC236}">
                    <a16:creationId xmlns:a16="http://schemas.microsoft.com/office/drawing/2014/main" id="{83EAF25B-8DE4-411A-A712-48DC2FE8E05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직선 연결선 545">
                <a:extLst>
                  <a:ext uri="{FF2B5EF4-FFF2-40B4-BE49-F238E27FC236}">
                    <a16:creationId xmlns:a16="http://schemas.microsoft.com/office/drawing/2014/main" id="{F9014E7F-0A25-4E25-BA3E-6F4483AE7B7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직선 연결선 546">
                <a:extLst>
                  <a:ext uri="{FF2B5EF4-FFF2-40B4-BE49-F238E27FC236}">
                    <a16:creationId xmlns:a16="http://schemas.microsoft.com/office/drawing/2014/main" id="{83140E87-9321-4EFB-ACF2-21A6C0764BC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직선 연결선 547">
                <a:extLst>
                  <a:ext uri="{FF2B5EF4-FFF2-40B4-BE49-F238E27FC236}">
                    <a16:creationId xmlns:a16="http://schemas.microsoft.com/office/drawing/2014/main" id="{6DEEECB4-B156-49A4-B83B-BBE1FBCE89F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직선 연결선 548">
                <a:extLst>
                  <a:ext uri="{FF2B5EF4-FFF2-40B4-BE49-F238E27FC236}">
                    <a16:creationId xmlns:a16="http://schemas.microsoft.com/office/drawing/2014/main" id="{BBE9B1D2-F31A-4B25-A1E5-3B0408107B5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" name="직선 연결선 549">
                <a:extLst>
                  <a:ext uri="{FF2B5EF4-FFF2-40B4-BE49-F238E27FC236}">
                    <a16:creationId xmlns:a16="http://schemas.microsoft.com/office/drawing/2014/main" id="{761009F5-3D74-4B4C-948E-88DE1EF5709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" name="직선 연결선 550">
                <a:extLst>
                  <a:ext uri="{FF2B5EF4-FFF2-40B4-BE49-F238E27FC236}">
                    <a16:creationId xmlns:a16="http://schemas.microsoft.com/office/drawing/2014/main" id="{A4A16C64-536B-4B62-B190-978167D7E6B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" name="직선 연결선 551">
                <a:extLst>
                  <a:ext uri="{FF2B5EF4-FFF2-40B4-BE49-F238E27FC236}">
                    <a16:creationId xmlns:a16="http://schemas.microsoft.com/office/drawing/2014/main" id="{495CC032-3A20-401F-BCAD-5061DA48D92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직선 연결선 552">
                <a:extLst>
                  <a:ext uri="{FF2B5EF4-FFF2-40B4-BE49-F238E27FC236}">
                    <a16:creationId xmlns:a16="http://schemas.microsoft.com/office/drawing/2014/main" id="{186AEC98-8501-4FEF-B47F-2061BAEE564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" name="직선 연결선 553">
                <a:extLst>
                  <a:ext uri="{FF2B5EF4-FFF2-40B4-BE49-F238E27FC236}">
                    <a16:creationId xmlns:a16="http://schemas.microsoft.com/office/drawing/2014/main" id="{8619F792-E464-4014-8A5E-F3CED5C506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7C185BE-931C-4464-B80C-DF3F4808278E}"/>
                </a:ext>
              </a:extLst>
            </p:cNvPr>
            <p:cNvGrpSpPr/>
            <p:nvPr/>
          </p:nvGrpSpPr>
          <p:grpSpPr>
            <a:xfrm>
              <a:off x="230188" y="1444843"/>
              <a:ext cx="5469052" cy="261030"/>
              <a:chOff x="291320" y="533401"/>
              <a:chExt cx="5407920" cy="258112"/>
            </a:xfrm>
          </p:grpSpPr>
          <p:cxnSp>
            <p:nvCxnSpPr>
              <p:cNvPr id="509" name="직선 연결선 508">
                <a:extLst>
                  <a:ext uri="{FF2B5EF4-FFF2-40B4-BE49-F238E27FC236}">
                    <a16:creationId xmlns:a16="http://schemas.microsoft.com/office/drawing/2014/main" id="{B5A17E6B-64B5-48FD-B9EE-9962A15E8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직선 연결선 509">
                <a:extLst>
                  <a:ext uri="{FF2B5EF4-FFF2-40B4-BE49-F238E27FC236}">
                    <a16:creationId xmlns:a16="http://schemas.microsoft.com/office/drawing/2014/main" id="{51757B59-737C-4952-BEBA-02892AD0BA0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1" name="직선 연결선 510">
                <a:extLst>
                  <a:ext uri="{FF2B5EF4-FFF2-40B4-BE49-F238E27FC236}">
                    <a16:creationId xmlns:a16="http://schemas.microsoft.com/office/drawing/2014/main" id="{FBE97D87-D5DD-48D2-8BEF-FE759DD944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" name="직선 연결선 511">
                <a:extLst>
                  <a:ext uri="{FF2B5EF4-FFF2-40B4-BE49-F238E27FC236}">
                    <a16:creationId xmlns:a16="http://schemas.microsoft.com/office/drawing/2014/main" id="{87574548-6713-4651-B76F-FA85E934680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" name="직선 연결선 512">
                <a:extLst>
                  <a:ext uri="{FF2B5EF4-FFF2-40B4-BE49-F238E27FC236}">
                    <a16:creationId xmlns:a16="http://schemas.microsoft.com/office/drawing/2014/main" id="{7699F509-FEC3-4659-9318-FD5593096CA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" name="직선 연결선 513">
                <a:extLst>
                  <a:ext uri="{FF2B5EF4-FFF2-40B4-BE49-F238E27FC236}">
                    <a16:creationId xmlns:a16="http://schemas.microsoft.com/office/drawing/2014/main" id="{AEAB65A4-8BE3-4F6D-BD6A-9BC3566FE96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" name="직선 연결선 514">
                <a:extLst>
                  <a:ext uri="{FF2B5EF4-FFF2-40B4-BE49-F238E27FC236}">
                    <a16:creationId xmlns:a16="http://schemas.microsoft.com/office/drawing/2014/main" id="{CB1DB7A3-DCF6-4796-A8FA-32C9B27D2A9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직선 연결선 515">
                <a:extLst>
                  <a:ext uri="{FF2B5EF4-FFF2-40B4-BE49-F238E27FC236}">
                    <a16:creationId xmlns:a16="http://schemas.microsoft.com/office/drawing/2014/main" id="{0B1A11F4-6A11-42FE-A160-1B78F51C7B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" name="직선 연결선 516">
                <a:extLst>
                  <a:ext uri="{FF2B5EF4-FFF2-40B4-BE49-F238E27FC236}">
                    <a16:creationId xmlns:a16="http://schemas.microsoft.com/office/drawing/2014/main" id="{CFB3DD6D-344F-4FA8-9316-2BF9BDA7BB0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" name="직선 연결선 517">
                <a:extLst>
                  <a:ext uri="{FF2B5EF4-FFF2-40B4-BE49-F238E27FC236}">
                    <a16:creationId xmlns:a16="http://schemas.microsoft.com/office/drawing/2014/main" id="{A25D89DA-DA3E-48A6-8640-6A422F6B7E0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9" name="직선 연결선 518">
                <a:extLst>
                  <a:ext uri="{FF2B5EF4-FFF2-40B4-BE49-F238E27FC236}">
                    <a16:creationId xmlns:a16="http://schemas.microsoft.com/office/drawing/2014/main" id="{08B9CD74-4091-4858-A32A-5CE61527D60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직선 연결선 519">
                <a:extLst>
                  <a:ext uri="{FF2B5EF4-FFF2-40B4-BE49-F238E27FC236}">
                    <a16:creationId xmlns:a16="http://schemas.microsoft.com/office/drawing/2014/main" id="{2204009C-B110-45DA-ABA2-0656B62DC89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1" name="직선 연결선 520">
                <a:extLst>
                  <a:ext uri="{FF2B5EF4-FFF2-40B4-BE49-F238E27FC236}">
                    <a16:creationId xmlns:a16="http://schemas.microsoft.com/office/drawing/2014/main" id="{21E2068B-02DB-454B-8A2D-E3F12FE5233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2" name="직선 연결선 521">
                <a:extLst>
                  <a:ext uri="{FF2B5EF4-FFF2-40B4-BE49-F238E27FC236}">
                    <a16:creationId xmlns:a16="http://schemas.microsoft.com/office/drawing/2014/main" id="{73005737-1341-43D8-9003-60BB0B43EB9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3" name="직선 연결선 522">
                <a:extLst>
                  <a:ext uri="{FF2B5EF4-FFF2-40B4-BE49-F238E27FC236}">
                    <a16:creationId xmlns:a16="http://schemas.microsoft.com/office/drawing/2014/main" id="{6839FBCC-32C3-4565-A292-FC1D816AE9E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직선 연결선 523">
                <a:extLst>
                  <a:ext uri="{FF2B5EF4-FFF2-40B4-BE49-F238E27FC236}">
                    <a16:creationId xmlns:a16="http://schemas.microsoft.com/office/drawing/2014/main" id="{D147019C-0074-40F9-ACEF-293989F48A9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직선 연결선 524">
                <a:extLst>
                  <a:ext uri="{FF2B5EF4-FFF2-40B4-BE49-F238E27FC236}">
                    <a16:creationId xmlns:a16="http://schemas.microsoft.com/office/drawing/2014/main" id="{6DC0C292-ED88-48D1-AE2A-23EB918A448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직선 연결선 525">
                <a:extLst>
                  <a:ext uri="{FF2B5EF4-FFF2-40B4-BE49-F238E27FC236}">
                    <a16:creationId xmlns:a16="http://schemas.microsoft.com/office/drawing/2014/main" id="{42075804-40FB-48A1-B893-9297919D580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" name="직선 연결선 526">
                <a:extLst>
                  <a:ext uri="{FF2B5EF4-FFF2-40B4-BE49-F238E27FC236}">
                    <a16:creationId xmlns:a16="http://schemas.microsoft.com/office/drawing/2014/main" id="{04AB26F3-B9E7-49B6-8F40-A534796E1A5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직선 연결선 527">
                <a:extLst>
                  <a:ext uri="{FF2B5EF4-FFF2-40B4-BE49-F238E27FC236}">
                    <a16:creationId xmlns:a16="http://schemas.microsoft.com/office/drawing/2014/main" id="{74E9BCD4-6B75-4CE1-8F77-983672C6303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" name="직선 연결선 528">
                <a:extLst>
                  <a:ext uri="{FF2B5EF4-FFF2-40B4-BE49-F238E27FC236}">
                    <a16:creationId xmlns:a16="http://schemas.microsoft.com/office/drawing/2014/main" id="{32D2138F-6710-4C9C-81E7-327032C0ACD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" name="직선 연결선 529">
                <a:extLst>
                  <a:ext uri="{FF2B5EF4-FFF2-40B4-BE49-F238E27FC236}">
                    <a16:creationId xmlns:a16="http://schemas.microsoft.com/office/drawing/2014/main" id="{3200A3B5-3F78-4C5A-9A51-4ECCF9E0104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직선 연결선 530">
                <a:extLst>
                  <a:ext uri="{FF2B5EF4-FFF2-40B4-BE49-F238E27FC236}">
                    <a16:creationId xmlns:a16="http://schemas.microsoft.com/office/drawing/2014/main" id="{C729383D-4FA8-4E68-871D-7D3E5ED2A5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779C5EAF-3F05-47C8-AA79-3F8B115981E2}"/>
                </a:ext>
              </a:extLst>
            </p:cNvPr>
            <p:cNvGrpSpPr/>
            <p:nvPr/>
          </p:nvGrpSpPr>
          <p:grpSpPr>
            <a:xfrm>
              <a:off x="230188" y="1748657"/>
              <a:ext cx="5469052" cy="261030"/>
              <a:chOff x="291320" y="533401"/>
              <a:chExt cx="5407920" cy="258112"/>
            </a:xfrm>
          </p:grpSpPr>
          <p:cxnSp>
            <p:nvCxnSpPr>
              <p:cNvPr id="486" name="직선 연결선 485">
                <a:extLst>
                  <a:ext uri="{FF2B5EF4-FFF2-40B4-BE49-F238E27FC236}">
                    <a16:creationId xmlns:a16="http://schemas.microsoft.com/office/drawing/2014/main" id="{2B0A214E-99FA-49C7-82DB-C3109589BE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직선 연결선 486">
                <a:extLst>
                  <a:ext uri="{FF2B5EF4-FFF2-40B4-BE49-F238E27FC236}">
                    <a16:creationId xmlns:a16="http://schemas.microsoft.com/office/drawing/2014/main" id="{4645A93C-F056-4694-AD17-3E0D0B14DDD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직선 연결선 487">
                <a:extLst>
                  <a:ext uri="{FF2B5EF4-FFF2-40B4-BE49-F238E27FC236}">
                    <a16:creationId xmlns:a16="http://schemas.microsoft.com/office/drawing/2014/main" id="{4BF7DC74-09A6-4C59-87CD-67BB77D6A57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직선 연결선 488">
                <a:extLst>
                  <a:ext uri="{FF2B5EF4-FFF2-40B4-BE49-F238E27FC236}">
                    <a16:creationId xmlns:a16="http://schemas.microsoft.com/office/drawing/2014/main" id="{5008986B-0189-4618-BC7D-E701DE28A50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직선 연결선 489">
                <a:extLst>
                  <a:ext uri="{FF2B5EF4-FFF2-40B4-BE49-F238E27FC236}">
                    <a16:creationId xmlns:a16="http://schemas.microsoft.com/office/drawing/2014/main" id="{C46F81A5-9268-4424-A14F-2035AF891FB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직선 연결선 490">
                <a:extLst>
                  <a:ext uri="{FF2B5EF4-FFF2-40B4-BE49-F238E27FC236}">
                    <a16:creationId xmlns:a16="http://schemas.microsoft.com/office/drawing/2014/main" id="{D66C321A-2F7D-47FA-BFDD-FFAA44AAD08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직선 연결선 491">
                <a:extLst>
                  <a:ext uri="{FF2B5EF4-FFF2-40B4-BE49-F238E27FC236}">
                    <a16:creationId xmlns:a16="http://schemas.microsoft.com/office/drawing/2014/main" id="{5BB5F7A7-95EA-4137-8BD3-03E6EB65D08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직선 연결선 492">
                <a:extLst>
                  <a:ext uri="{FF2B5EF4-FFF2-40B4-BE49-F238E27FC236}">
                    <a16:creationId xmlns:a16="http://schemas.microsoft.com/office/drawing/2014/main" id="{CF0B8BC9-EAD6-4DCA-A1F5-B4F4BC9B11A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직선 연결선 493">
                <a:extLst>
                  <a:ext uri="{FF2B5EF4-FFF2-40B4-BE49-F238E27FC236}">
                    <a16:creationId xmlns:a16="http://schemas.microsoft.com/office/drawing/2014/main" id="{8416B635-DC38-410C-99D8-9C0605B66A8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직선 연결선 494">
                <a:extLst>
                  <a:ext uri="{FF2B5EF4-FFF2-40B4-BE49-F238E27FC236}">
                    <a16:creationId xmlns:a16="http://schemas.microsoft.com/office/drawing/2014/main" id="{A8F62BBB-45B3-45D5-BE55-CAF15765E82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직선 연결선 495">
                <a:extLst>
                  <a:ext uri="{FF2B5EF4-FFF2-40B4-BE49-F238E27FC236}">
                    <a16:creationId xmlns:a16="http://schemas.microsoft.com/office/drawing/2014/main" id="{635704B6-547B-4097-9DC8-7B010A38D24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직선 연결선 496">
                <a:extLst>
                  <a:ext uri="{FF2B5EF4-FFF2-40B4-BE49-F238E27FC236}">
                    <a16:creationId xmlns:a16="http://schemas.microsoft.com/office/drawing/2014/main" id="{C475ECC3-AF93-4B5C-9ACB-EFA54EE760F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직선 연결선 497">
                <a:extLst>
                  <a:ext uri="{FF2B5EF4-FFF2-40B4-BE49-F238E27FC236}">
                    <a16:creationId xmlns:a16="http://schemas.microsoft.com/office/drawing/2014/main" id="{EC1BBDC8-161A-400E-A635-C6E6CE86B8A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직선 연결선 498">
                <a:extLst>
                  <a:ext uri="{FF2B5EF4-FFF2-40B4-BE49-F238E27FC236}">
                    <a16:creationId xmlns:a16="http://schemas.microsoft.com/office/drawing/2014/main" id="{D3732875-03E5-4176-B33B-EFAA10D33DC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직선 연결선 499">
                <a:extLst>
                  <a:ext uri="{FF2B5EF4-FFF2-40B4-BE49-F238E27FC236}">
                    <a16:creationId xmlns:a16="http://schemas.microsoft.com/office/drawing/2014/main" id="{AB778641-DA28-488A-BD11-1E018A9235E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직선 연결선 500">
                <a:extLst>
                  <a:ext uri="{FF2B5EF4-FFF2-40B4-BE49-F238E27FC236}">
                    <a16:creationId xmlns:a16="http://schemas.microsoft.com/office/drawing/2014/main" id="{8A76579F-2F55-408A-B644-EF42E141415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직선 연결선 501">
                <a:extLst>
                  <a:ext uri="{FF2B5EF4-FFF2-40B4-BE49-F238E27FC236}">
                    <a16:creationId xmlns:a16="http://schemas.microsoft.com/office/drawing/2014/main" id="{4AA7AD78-2271-4414-AFF9-3E41641546C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직선 연결선 502">
                <a:extLst>
                  <a:ext uri="{FF2B5EF4-FFF2-40B4-BE49-F238E27FC236}">
                    <a16:creationId xmlns:a16="http://schemas.microsoft.com/office/drawing/2014/main" id="{3FF9C40B-1B88-4ADC-9E56-6DC81A866EA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직선 연결선 503">
                <a:extLst>
                  <a:ext uri="{FF2B5EF4-FFF2-40B4-BE49-F238E27FC236}">
                    <a16:creationId xmlns:a16="http://schemas.microsoft.com/office/drawing/2014/main" id="{14293BB9-30DE-4B66-9AAC-05613366102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직선 연결선 504">
                <a:extLst>
                  <a:ext uri="{FF2B5EF4-FFF2-40B4-BE49-F238E27FC236}">
                    <a16:creationId xmlns:a16="http://schemas.microsoft.com/office/drawing/2014/main" id="{C3BADA95-3B0E-4A9F-8BC7-B327A966D20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직선 연결선 505">
                <a:extLst>
                  <a:ext uri="{FF2B5EF4-FFF2-40B4-BE49-F238E27FC236}">
                    <a16:creationId xmlns:a16="http://schemas.microsoft.com/office/drawing/2014/main" id="{B3CBE7C1-7BFD-41B3-8ECA-592C13DA174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7" name="직선 연결선 506">
                <a:extLst>
                  <a:ext uri="{FF2B5EF4-FFF2-40B4-BE49-F238E27FC236}">
                    <a16:creationId xmlns:a16="http://schemas.microsoft.com/office/drawing/2014/main" id="{E73B44A2-1E02-4DC3-B8DA-6DD0F58138F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8" name="직선 연결선 507">
                <a:extLst>
                  <a:ext uri="{FF2B5EF4-FFF2-40B4-BE49-F238E27FC236}">
                    <a16:creationId xmlns:a16="http://schemas.microsoft.com/office/drawing/2014/main" id="{86A0C05F-098A-4E49-91D4-A66FDC3114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8C3621C-1EE0-4EA4-A406-6C74F0C0EEF5}"/>
                </a:ext>
              </a:extLst>
            </p:cNvPr>
            <p:cNvGrpSpPr/>
            <p:nvPr/>
          </p:nvGrpSpPr>
          <p:grpSpPr>
            <a:xfrm>
              <a:off x="230188" y="2052471"/>
              <a:ext cx="5469052" cy="261030"/>
              <a:chOff x="291320" y="533401"/>
              <a:chExt cx="5407920" cy="258112"/>
            </a:xfrm>
          </p:grpSpPr>
          <p:cxnSp>
            <p:nvCxnSpPr>
              <p:cNvPr id="463" name="직선 연결선 462">
                <a:extLst>
                  <a:ext uri="{FF2B5EF4-FFF2-40B4-BE49-F238E27FC236}">
                    <a16:creationId xmlns:a16="http://schemas.microsoft.com/office/drawing/2014/main" id="{0D0DC3C0-728F-4973-BDF2-DDE603CEC8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직선 연결선 463">
                <a:extLst>
                  <a:ext uri="{FF2B5EF4-FFF2-40B4-BE49-F238E27FC236}">
                    <a16:creationId xmlns:a16="http://schemas.microsoft.com/office/drawing/2014/main" id="{3EAAE787-1B87-4306-ACBA-CC0006E8D95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직선 연결선 464">
                <a:extLst>
                  <a:ext uri="{FF2B5EF4-FFF2-40B4-BE49-F238E27FC236}">
                    <a16:creationId xmlns:a16="http://schemas.microsoft.com/office/drawing/2014/main" id="{FE07D5B7-9A3E-49F7-904C-93C40B6356F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직선 연결선 465">
                <a:extLst>
                  <a:ext uri="{FF2B5EF4-FFF2-40B4-BE49-F238E27FC236}">
                    <a16:creationId xmlns:a16="http://schemas.microsoft.com/office/drawing/2014/main" id="{E19E5DDB-BCE6-49CE-80CB-9F7CBFD51A0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직선 연결선 466">
                <a:extLst>
                  <a:ext uri="{FF2B5EF4-FFF2-40B4-BE49-F238E27FC236}">
                    <a16:creationId xmlns:a16="http://schemas.microsoft.com/office/drawing/2014/main" id="{C3D2E625-8361-4A63-B469-0B5EF65175A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8" name="직선 연결선 467">
                <a:extLst>
                  <a:ext uri="{FF2B5EF4-FFF2-40B4-BE49-F238E27FC236}">
                    <a16:creationId xmlns:a16="http://schemas.microsoft.com/office/drawing/2014/main" id="{E39ED833-6925-47A2-8584-01D8397B60B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직선 연결선 468">
                <a:extLst>
                  <a:ext uri="{FF2B5EF4-FFF2-40B4-BE49-F238E27FC236}">
                    <a16:creationId xmlns:a16="http://schemas.microsoft.com/office/drawing/2014/main" id="{CD33E963-E28D-433F-A6E4-4A5D1415B5B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직선 연결선 469">
                <a:extLst>
                  <a:ext uri="{FF2B5EF4-FFF2-40B4-BE49-F238E27FC236}">
                    <a16:creationId xmlns:a16="http://schemas.microsoft.com/office/drawing/2014/main" id="{A5884421-8690-4436-AD36-5969A0EAE1B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직선 연결선 470">
                <a:extLst>
                  <a:ext uri="{FF2B5EF4-FFF2-40B4-BE49-F238E27FC236}">
                    <a16:creationId xmlns:a16="http://schemas.microsoft.com/office/drawing/2014/main" id="{D5FEFBBA-DF84-4915-AAEA-EA3B1915A69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직선 연결선 471">
                <a:extLst>
                  <a:ext uri="{FF2B5EF4-FFF2-40B4-BE49-F238E27FC236}">
                    <a16:creationId xmlns:a16="http://schemas.microsoft.com/office/drawing/2014/main" id="{54FCA6B8-127A-458D-8C3E-26C60B8392F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직선 연결선 472">
                <a:extLst>
                  <a:ext uri="{FF2B5EF4-FFF2-40B4-BE49-F238E27FC236}">
                    <a16:creationId xmlns:a16="http://schemas.microsoft.com/office/drawing/2014/main" id="{5B5534BF-1A7D-4AC5-AE29-A4A9744C3E9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직선 연결선 473">
                <a:extLst>
                  <a:ext uri="{FF2B5EF4-FFF2-40B4-BE49-F238E27FC236}">
                    <a16:creationId xmlns:a16="http://schemas.microsoft.com/office/drawing/2014/main" id="{CC842395-6507-4B1C-B96D-C6D2274E384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5" name="직선 연결선 474">
                <a:extLst>
                  <a:ext uri="{FF2B5EF4-FFF2-40B4-BE49-F238E27FC236}">
                    <a16:creationId xmlns:a16="http://schemas.microsoft.com/office/drawing/2014/main" id="{9E0C7825-DF86-416B-BF87-0C2537B2D19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6" name="직선 연결선 475">
                <a:extLst>
                  <a:ext uri="{FF2B5EF4-FFF2-40B4-BE49-F238E27FC236}">
                    <a16:creationId xmlns:a16="http://schemas.microsoft.com/office/drawing/2014/main" id="{9338A25A-83F5-4F03-BBEF-3A69F94EBAF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7" name="직선 연결선 476">
                <a:extLst>
                  <a:ext uri="{FF2B5EF4-FFF2-40B4-BE49-F238E27FC236}">
                    <a16:creationId xmlns:a16="http://schemas.microsoft.com/office/drawing/2014/main" id="{75E2E917-F4CB-4D17-9334-D181136480D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직선 연결선 477">
                <a:extLst>
                  <a:ext uri="{FF2B5EF4-FFF2-40B4-BE49-F238E27FC236}">
                    <a16:creationId xmlns:a16="http://schemas.microsoft.com/office/drawing/2014/main" id="{3FF1942C-E8C9-44D5-B3D8-3C4EA60B1C3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직선 연결선 478">
                <a:extLst>
                  <a:ext uri="{FF2B5EF4-FFF2-40B4-BE49-F238E27FC236}">
                    <a16:creationId xmlns:a16="http://schemas.microsoft.com/office/drawing/2014/main" id="{7E1B01B9-A759-4D63-8D1A-6A8916E49C0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직선 연결선 479">
                <a:extLst>
                  <a:ext uri="{FF2B5EF4-FFF2-40B4-BE49-F238E27FC236}">
                    <a16:creationId xmlns:a16="http://schemas.microsoft.com/office/drawing/2014/main" id="{634AB3CF-FF07-48B3-8A90-D69540F4E57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직선 연결선 480">
                <a:extLst>
                  <a:ext uri="{FF2B5EF4-FFF2-40B4-BE49-F238E27FC236}">
                    <a16:creationId xmlns:a16="http://schemas.microsoft.com/office/drawing/2014/main" id="{10F20C56-3DDF-4007-B078-1E758ABCD87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2" name="직선 연결선 481">
                <a:extLst>
                  <a:ext uri="{FF2B5EF4-FFF2-40B4-BE49-F238E27FC236}">
                    <a16:creationId xmlns:a16="http://schemas.microsoft.com/office/drawing/2014/main" id="{104101BB-8975-4930-AEA9-79E34D28168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3" name="직선 연결선 482">
                <a:extLst>
                  <a:ext uri="{FF2B5EF4-FFF2-40B4-BE49-F238E27FC236}">
                    <a16:creationId xmlns:a16="http://schemas.microsoft.com/office/drawing/2014/main" id="{D108F84C-796B-438A-8972-6ADB9973891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직선 연결선 483">
                <a:extLst>
                  <a:ext uri="{FF2B5EF4-FFF2-40B4-BE49-F238E27FC236}">
                    <a16:creationId xmlns:a16="http://schemas.microsoft.com/office/drawing/2014/main" id="{E809A2EE-D1AB-4514-A79A-81D9CC3EB60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직선 연결선 484">
                <a:extLst>
                  <a:ext uri="{FF2B5EF4-FFF2-40B4-BE49-F238E27FC236}">
                    <a16:creationId xmlns:a16="http://schemas.microsoft.com/office/drawing/2014/main" id="{73BCDBBA-1DD9-4F2A-B47F-5868DE3004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3D264F2-E2B5-498D-9F4E-9C15D15315E0}"/>
                </a:ext>
              </a:extLst>
            </p:cNvPr>
            <p:cNvGrpSpPr/>
            <p:nvPr/>
          </p:nvGrpSpPr>
          <p:grpSpPr>
            <a:xfrm>
              <a:off x="230188" y="2356285"/>
              <a:ext cx="5469052" cy="261030"/>
              <a:chOff x="291320" y="533401"/>
              <a:chExt cx="5407920" cy="258112"/>
            </a:xfrm>
          </p:grpSpPr>
          <p:cxnSp>
            <p:nvCxnSpPr>
              <p:cNvPr id="440" name="직선 연결선 439">
                <a:extLst>
                  <a:ext uri="{FF2B5EF4-FFF2-40B4-BE49-F238E27FC236}">
                    <a16:creationId xmlns:a16="http://schemas.microsoft.com/office/drawing/2014/main" id="{9B078135-A78F-460E-A956-EF89F47E33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" name="직선 연결선 440">
                <a:extLst>
                  <a:ext uri="{FF2B5EF4-FFF2-40B4-BE49-F238E27FC236}">
                    <a16:creationId xmlns:a16="http://schemas.microsoft.com/office/drawing/2014/main" id="{66206D9C-C0C1-46C5-A5E1-A2E6BC9ED55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2" name="직선 연결선 441">
                <a:extLst>
                  <a:ext uri="{FF2B5EF4-FFF2-40B4-BE49-F238E27FC236}">
                    <a16:creationId xmlns:a16="http://schemas.microsoft.com/office/drawing/2014/main" id="{F594D0D6-376F-4F1C-BA62-FBE020A6519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직선 연결선 442">
                <a:extLst>
                  <a:ext uri="{FF2B5EF4-FFF2-40B4-BE49-F238E27FC236}">
                    <a16:creationId xmlns:a16="http://schemas.microsoft.com/office/drawing/2014/main" id="{2A32E9BF-2B10-4305-AF69-835646D7229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직선 연결선 443">
                <a:extLst>
                  <a:ext uri="{FF2B5EF4-FFF2-40B4-BE49-F238E27FC236}">
                    <a16:creationId xmlns:a16="http://schemas.microsoft.com/office/drawing/2014/main" id="{BC510189-5850-4E6C-8A05-828FA2C9B69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직선 연결선 444">
                <a:extLst>
                  <a:ext uri="{FF2B5EF4-FFF2-40B4-BE49-F238E27FC236}">
                    <a16:creationId xmlns:a16="http://schemas.microsoft.com/office/drawing/2014/main" id="{5B882864-E72A-418F-A3F4-44160B7F321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직선 연결선 445">
                <a:extLst>
                  <a:ext uri="{FF2B5EF4-FFF2-40B4-BE49-F238E27FC236}">
                    <a16:creationId xmlns:a16="http://schemas.microsoft.com/office/drawing/2014/main" id="{2DE3A73B-A3AB-43D5-864C-00C33BA4BE5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직선 연결선 446">
                <a:extLst>
                  <a:ext uri="{FF2B5EF4-FFF2-40B4-BE49-F238E27FC236}">
                    <a16:creationId xmlns:a16="http://schemas.microsoft.com/office/drawing/2014/main" id="{CF6A26BC-25B9-4B74-ADFE-7242F74A8BA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직선 연결선 447">
                <a:extLst>
                  <a:ext uri="{FF2B5EF4-FFF2-40B4-BE49-F238E27FC236}">
                    <a16:creationId xmlns:a16="http://schemas.microsoft.com/office/drawing/2014/main" id="{76651CB6-B0DD-48FA-9B01-EA7F4A2E602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직선 연결선 448">
                <a:extLst>
                  <a:ext uri="{FF2B5EF4-FFF2-40B4-BE49-F238E27FC236}">
                    <a16:creationId xmlns:a16="http://schemas.microsoft.com/office/drawing/2014/main" id="{5DA19754-1743-48E1-A4F9-04114FAAC62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직선 연결선 449">
                <a:extLst>
                  <a:ext uri="{FF2B5EF4-FFF2-40B4-BE49-F238E27FC236}">
                    <a16:creationId xmlns:a16="http://schemas.microsoft.com/office/drawing/2014/main" id="{6715F1D9-4AB0-4B85-8778-BCB27F10B0A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직선 연결선 450">
                <a:extLst>
                  <a:ext uri="{FF2B5EF4-FFF2-40B4-BE49-F238E27FC236}">
                    <a16:creationId xmlns:a16="http://schemas.microsoft.com/office/drawing/2014/main" id="{027C301C-67D8-4FF1-8504-636B5888AD1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직선 연결선 451">
                <a:extLst>
                  <a:ext uri="{FF2B5EF4-FFF2-40B4-BE49-F238E27FC236}">
                    <a16:creationId xmlns:a16="http://schemas.microsoft.com/office/drawing/2014/main" id="{D064D0FF-9BD2-40BF-B53A-AF6819D23A7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직선 연결선 452">
                <a:extLst>
                  <a:ext uri="{FF2B5EF4-FFF2-40B4-BE49-F238E27FC236}">
                    <a16:creationId xmlns:a16="http://schemas.microsoft.com/office/drawing/2014/main" id="{C518D5EF-F9B2-4F4A-B0FA-D9333C90B59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" name="직선 연결선 453">
                <a:extLst>
                  <a:ext uri="{FF2B5EF4-FFF2-40B4-BE49-F238E27FC236}">
                    <a16:creationId xmlns:a16="http://schemas.microsoft.com/office/drawing/2014/main" id="{154BBCE8-B9A4-4B61-987A-4124522B2D0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직선 연결선 454">
                <a:extLst>
                  <a:ext uri="{FF2B5EF4-FFF2-40B4-BE49-F238E27FC236}">
                    <a16:creationId xmlns:a16="http://schemas.microsoft.com/office/drawing/2014/main" id="{1BE77A8A-B6CD-4BDA-A253-5CECA1E81F3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직선 연결선 455">
                <a:extLst>
                  <a:ext uri="{FF2B5EF4-FFF2-40B4-BE49-F238E27FC236}">
                    <a16:creationId xmlns:a16="http://schemas.microsoft.com/office/drawing/2014/main" id="{0DA334E7-4F81-48E3-A9E9-8B4E2433B61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직선 연결선 456">
                <a:extLst>
                  <a:ext uri="{FF2B5EF4-FFF2-40B4-BE49-F238E27FC236}">
                    <a16:creationId xmlns:a16="http://schemas.microsoft.com/office/drawing/2014/main" id="{22FBA6F0-8B5A-4F6A-BEEC-5F4A85D9F73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직선 연결선 457">
                <a:extLst>
                  <a:ext uri="{FF2B5EF4-FFF2-40B4-BE49-F238E27FC236}">
                    <a16:creationId xmlns:a16="http://schemas.microsoft.com/office/drawing/2014/main" id="{E25EDEFF-3EDB-4863-B1AC-6DD69BA5A03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직선 연결선 458">
                <a:extLst>
                  <a:ext uri="{FF2B5EF4-FFF2-40B4-BE49-F238E27FC236}">
                    <a16:creationId xmlns:a16="http://schemas.microsoft.com/office/drawing/2014/main" id="{E73CB03F-8034-4FD3-9868-E2304C55077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" name="직선 연결선 459">
                <a:extLst>
                  <a:ext uri="{FF2B5EF4-FFF2-40B4-BE49-F238E27FC236}">
                    <a16:creationId xmlns:a16="http://schemas.microsoft.com/office/drawing/2014/main" id="{9843E66A-B5FB-4B6C-9895-592F9A30615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" name="직선 연결선 460">
                <a:extLst>
                  <a:ext uri="{FF2B5EF4-FFF2-40B4-BE49-F238E27FC236}">
                    <a16:creationId xmlns:a16="http://schemas.microsoft.com/office/drawing/2014/main" id="{B006074D-A27F-480D-8841-645C6DABEA9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2" name="직선 연결선 461">
                <a:extLst>
                  <a:ext uri="{FF2B5EF4-FFF2-40B4-BE49-F238E27FC236}">
                    <a16:creationId xmlns:a16="http://schemas.microsoft.com/office/drawing/2014/main" id="{A2D8CF17-FE06-40A8-92C4-760D0EDF0E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CD9717AC-870A-4CB9-8FBF-9576B911756E}"/>
                </a:ext>
              </a:extLst>
            </p:cNvPr>
            <p:cNvGrpSpPr/>
            <p:nvPr/>
          </p:nvGrpSpPr>
          <p:grpSpPr>
            <a:xfrm>
              <a:off x="230188" y="2660099"/>
              <a:ext cx="5469052" cy="261030"/>
              <a:chOff x="291320" y="533401"/>
              <a:chExt cx="5407920" cy="258112"/>
            </a:xfrm>
          </p:grpSpPr>
          <p:cxnSp>
            <p:nvCxnSpPr>
              <p:cNvPr id="417" name="직선 연결선 416">
                <a:extLst>
                  <a:ext uri="{FF2B5EF4-FFF2-40B4-BE49-F238E27FC236}">
                    <a16:creationId xmlns:a16="http://schemas.microsoft.com/office/drawing/2014/main" id="{B63442FF-FEBC-45AE-85DB-E866F0B8B8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직선 연결선 417">
                <a:extLst>
                  <a:ext uri="{FF2B5EF4-FFF2-40B4-BE49-F238E27FC236}">
                    <a16:creationId xmlns:a16="http://schemas.microsoft.com/office/drawing/2014/main" id="{C58952B7-CDAF-48D7-BF71-237520DDD96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직선 연결선 418">
                <a:extLst>
                  <a:ext uri="{FF2B5EF4-FFF2-40B4-BE49-F238E27FC236}">
                    <a16:creationId xmlns:a16="http://schemas.microsoft.com/office/drawing/2014/main" id="{060054BF-2083-4B48-B1FD-BD2F3880151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직선 연결선 419">
                <a:extLst>
                  <a:ext uri="{FF2B5EF4-FFF2-40B4-BE49-F238E27FC236}">
                    <a16:creationId xmlns:a16="http://schemas.microsoft.com/office/drawing/2014/main" id="{66A12399-4E61-4B7A-834B-5CEA072606B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직선 연결선 420">
                <a:extLst>
                  <a:ext uri="{FF2B5EF4-FFF2-40B4-BE49-F238E27FC236}">
                    <a16:creationId xmlns:a16="http://schemas.microsoft.com/office/drawing/2014/main" id="{2C8CCE1F-51A1-41DD-8078-4CA5EAE5C5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직선 연결선 421">
                <a:extLst>
                  <a:ext uri="{FF2B5EF4-FFF2-40B4-BE49-F238E27FC236}">
                    <a16:creationId xmlns:a16="http://schemas.microsoft.com/office/drawing/2014/main" id="{4773F8D1-C04B-4203-AC44-69B9EA9F37E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직선 연결선 422">
                <a:extLst>
                  <a:ext uri="{FF2B5EF4-FFF2-40B4-BE49-F238E27FC236}">
                    <a16:creationId xmlns:a16="http://schemas.microsoft.com/office/drawing/2014/main" id="{784ABC3E-9C8E-4CE6-BEE6-167921897CC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직선 연결선 423">
                <a:extLst>
                  <a:ext uri="{FF2B5EF4-FFF2-40B4-BE49-F238E27FC236}">
                    <a16:creationId xmlns:a16="http://schemas.microsoft.com/office/drawing/2014/main" id="{96502F96-3A34-475C-9058-135CDC0FEAE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직선 연결선 424">
                <a:extLst>
                  <a:ext uri="{FF2B5EF4-FFF2-40B4-BE49-F238E27FC236}">
                    <a16:creationId xmlns:a16="http://schemas.microsoft.com/office/drawing/2014/main" id="{0B8A41A6-0B78-4FB3-AC3D-A4B7467BC94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직선 연결선 425">
                <a:extLst>
                  <a:ext uri="{FF2B5EF4-FFF2-40B4-BE49-F238E27FC236}">
                    <a16:creationId xmlns:a16="http://schemas.microsoft.com/office/drawing/2014/main" id="{B81EA01F-4995-4F29-9C5C-8CB9B56BFDB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직선 연결선 426">
                <a:extLst>
                  <a:ext uri="{FF2B5EF4-FFF2-40B4-BE49-F238E27FC236}">
                    <a16:creationId xmlns:a16="http://schemas.microsoft.com/office/drawing/2014/main" id="{794DA066-6F53-45F7-9F03-1FE63CF5075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직선 연결선 427">
                <a:extLst>
                  <a:ext uri="{FF2B5EF4-FFF2-40B4-BE49-F238E27FC236}">
                    <a16:creationId xmlns:a16="http://schemas.microsoft.com/office/drawing/2014/main" id="{F00B1AA4-5242-4846-972A-9A74A192E1F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직선 연결선 428">
                <a:extLst>
                  <a:ext uri="{FF2B5EF4-FFF2-40B4-BE49-F238E27FC236}">
                    <a16:creationId xmlns:a16="http://schemas.microsoft.com/office/drawing/2014/main" id="{B8E728FF-AF5E-444F-A10E-1C0DA800076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직선 연결선 429">
                <a:extLst>
                  <a:ext uri="{FF2B5EF4-FFF2-40B4-BE49-F238E27FC236}">
                    <a16:creationId xmlns:a16="http://schemas.microsoft.com/office/drawing/2014/main" id="{94CFA207-1992-4F13-A497-1450B54D587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직선 연결선 430">
                <a:extLst>
                  <a:ext uri="{FF2B5EF4-FFF2-40B4-BE49-F238E27FC236}">
                    <a16:creationId xmlns:a16="http://schemas.microsoft.com/office/drawing/2014/main" id="{9FF10ACC-998B-4B17-978D-D61B157F2E7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직선 연결선 431">
                <a:extLst>
                  <a:ext uri="{FF2B5EF4-FFF2-40B4-BE49-F238E27FC236}">
                    <a16:creationId xmlns:a16="http://schemas.microsoft.com/office/drawing/2014/main" id="{7C77436F-69BA-4B1B-B0B9-AC6FC2F8BAC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직선 연결선 432">
                <a:extLst>
                  <a:ext uri="{FF2B5EF4-FFF2-40B4-BE49-F238E27FC236}">
                    <a16:creationId xmlns:a16="http://schemas.microsoft.com/office/drawing/2014/main" id="{3A73CD31-FB7A-4D3A-B705-7BBAB5B2A66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직선 연결선 433">
                <a:extLst>
                  <a:ext uri="{FF2B5EF4-FFF2-40B4-BE49-F238E27FC236}">
                    <a16:creationId xmlns:a16="http://schemas.microsoft.com/office/drawing/2014/main" id="{493C05C0-44DE-4984-99EE-0DD498671B9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직선 연결선 434">
                <a:extLst>
                  <a:ext uri="{FF2B5EF4-FFF2-40B4-BE49-F238E27FC236}">
                    <a16:creationId xmlns:a16="http://schemas.microsoft.com/office/drawing/2014/main" id="{3D3FA69D-0DFC-4B6E-BF81-A14FBA9E582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직선 연결선 435">
                <a:extLst>
                  <a:ext uri="{FF2B5EF4-FFF2-40B4-BE49-F238E27FC236}">
                    <a16:creationId xmlns:a16="http://schemas.microsoft.com/office/drawing/2014/main" id="{8E709531-0EE0-4AF3-B9CA-6AA2D39C7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직선 연결선 436">
                <a:extLst>
                  <a:ext uri="{FF2B5EF4-FFF2-40B4-BE49-F238E27FC236}">
                    <a16:creationId xmlns:a16="http://schemas.microsoft.com/office/drawing/2014/main" id="{6DA755E6-8E4D-4A67-903D-47DBE9ECF65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직선 연결선 437">
                <a:extLst>
                  <a:ext uri="{FF2B5EF4-FFF2-40B4-BE49-F238E27FC236}">
                    <a16:creationId xmlns:a16="http://schemas.microsoft.com/office/drawing/2014/main" id="{FF524589-18D1-43A9-89DE-0858E9A9BC3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직선 연결선 438">
                <a:extLst>
                  <a:ext uri="{FF2B5EF4-FFF2-40B4-BE49-F238E27FC236}">
                    <a16:creationId xmlns:a16="http://schemas.microsoft.com/office/drawing/2014/main" id="{41929EFE-632E-4B1F-80FC-E453FB3BB1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DBEE9FDD-EF91-49A5-BCDF-86ED49294D45}"/>
                </a:ext>
              </a:extLst>
            </p:cNvPr>
            <p:cNvGrpSpPr/>
            <p:nvPr/>
          </p:nvGrpSpPr>
          <p:grpSpPr>
            <a:xfrm>
              <a:off x="230188" y="2963913"/>
              <a:ext cx="5469052" cy="261030"/>
              <a:chOff x="291320" y="533401"/>
              <a:chExt cx="5407920" cy="258112"/>
            </a:xfrm>
          </p:grpSpPr>
          <p:cxnSp>
            <p:nvCxnSpPr>
              <p:cNvPr id="394" name="직선 연결선 393">
                <a:extLst>
                  <a:ext uri="{FF2B5EF4-FFF2-40B4-BE49-F238E27FC236}">
                    <a16:creationId xmlns:a16="http://schemas.microsoft.com/office/drawing/2014/main" id="{2AC0FDB5-1EF1-4E49-ADF4-FFBF79AEE0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직선 연결선 394">
                <a:extLst>
                  <a:ext uri="{FF2B5EF4-FFF2-40B4-BE49-F238E27FC236}">
                    <a16:creationId xmlns:a16="http://schemas.microsoft.com/office/drawing/2014/main" id="{0B9D6DE4-C786-4F58-BFB3-5ED9A90972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직선 연결선 395">
                <a:extLst>
                  <a:ext uri="{FF2B5EF4-FFF2-40B4-BE49-F238E27FC236}">
                    <a16:creationId xmlns:a16="http://schemas.microsoft.com/office/drawing/2014/main" id="{58C77117-8870-4904-8F80-561761E955A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직선 연결선 396">
                <a:extLst>
                  <a:ext uri="{FF2B5EF4-FFF2-40B4-BE49-F238E27FC236}">
                    <a16:creationId xmlns:a16="http://schemas.microsoft.com/office/drawing/2014/main" id="{0A7DC018-E7C7-4554-BDBA-C825FB8619D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직선 연결선 397">
                <a:extLst>
                  <a:ext uri="{FF2B5EF4-FFF2-40B4-BE49-F238E27FC236}">
                    <a16:creationId xmlns:a16="http://schemas.microsoft.com/office/drawing/2014/main" id="{0099B562-B788-4BCC-A4B7-03888C6A4B2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직선 연결선 398">
                <a:extLst>
                  <a:ext uri="{FF2B5EF4-FFF2-40B4-BE49-F238E27FC236}">
                    <a16:creationId xmlns:a16="http://schemas.microsoft.com/office/drawing/2014/main" id="{7C5D4355-60CC-461A-991F-F8CFA5106A6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직선 연결선 399">
                <a:extLst>
                  <a:ext uri="{FF2B5EF4-FFF2-40B4-BE49-F238E27FC236}">
                    <a16:creationId xmlns:a16="http://schemas.microsoft.com/office/drawing/2014/main" id="{A6AC0D26-B18E-418A-BD37-F39BDA6A243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직선 연결선 400">
                <a:extLst>
                  <a:ext uri="{FF2B5EF4-FFF2-40B4-BE49-F238E27FC236}">
                    <a16:creationId xmlns:a16="http://schemas.microsoft.com/office/drawing/2014/main" id="{2B45D956-FBCE-466C-A757-7E9DFCD05DB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직선 연결선 401">
                <a:extLst>
                  <a:ext uri="{FF2B5EF4-FFF2-40B4-BE49-F238E27FC236}">
                    <a16:creationId xmlns:a16="http://schemas.microsoft.com/office/drawing/2014/main" id="{980E9EB5-8097-41D7-B6AC-7B943DFE42A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직선 연결선 402">
                <a:extLst>
                  <a:ext uri="{FF2B5EF4-FFF2-40B4-BE49-F238E27FC236}">
                    <a16:creationId xmlns:a16="http://schemas.microsoft.com/office/drawing/2014/main" id="{4B631786-19FF-4919-BE23-4D0D3720FA9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직선 연결선 403">
                <a:extLst>
                  <a:ext uri="{FF2B5EF4-FFF2-40B4-BE49-F238E27FC236}">
                    <a16:creationId xmlns:a16="http://schemas.microsoft.com/office/drawing/2014/main" id="{39738FF1-B86C-4C49-9B19-A149D55C826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직선 연결선 404">
                <a:extLst>
                  <a:ext uri="{FF2B5EF4-FFF2-40B4-BE49-F238E27FC236}">
                    <a16:creationId xmlns:a16="http://schemas.microsoft.com/office/drawing/2014/main" id="{86249119-7C8E-4204-A91B-A03D8993454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직선 연결선 405">
                <a:extLst>
                  <a:ext uri="{FF2B5EF4-FFF2-40B4-BE49-F238E27FC236}">
                    <a16:creationId xmlns:a16="http://schemas.microsoft.com/office/drawing/2014/main" id="{F06D539E-78F5-4044-8D15-06FBF7F34E6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직선 연결선 406">
                <a:extLst>
                  <a:ext uri="{FF2B5EF4-FFF2-40B4-BE49-F238E27FC236}">
                    <a16:creationId xmlns:a16="http://schemas.microsoft.com/office/drawing/2014/main" id="{0D44EFB0-1723-48BD-A760-46784072A5A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직선 연결선 407">
                <a:extLst>
                  <a:ext uri="{FF2B5EF4-FFF2-40B4-BE49-F238E27FC236}">
                    <a16:creationId xmlns:a16="http://schemas.microsoft.com/office/drawing/2014/main" id="{E6006677-1BB8-4FBD-8435-4A1E0B95EE7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직선 연결선 408">
                <a:extLst>
                  <a:ext uri="{FF2B5EF4-FFF2-40B4-BE49-F238E27FC236}">
                    <a16:creationId xmlns:a16="http://schemas.microsoft.com/office/drawing/2014/main" id="{5F9BD1BC-34CE-4353-A0DE-B5BC8362006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직선 연결선 409">
                <a:extLst>
                  <a:ext uri="{FF2B5EF4-FFF2-40B4-BE49-F238E27FC236}">
                    <a16:creationId xmlns:a16="http://schemas.microsoft.com/office/drawing/2014/main" id="{3FDB0E8B-B13E-48A9-BCB8-2959E8AA6AE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직선 연결선 410">
                <a:extLst>
                  <a:ext uri="{FF2B5EF4-FFF2-40B4-BE49-F238E27FC236}">
                    <a16:creationId xmlns:a16="http://schemas.microsoft.com/office/drawing/2014/main" id="{097F4997-40DD-4456-A4C4-40422D582DA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직선 연결선 411">
                <a:extLst>
                  <a:ext uri="{FF2B5EF4-FFF2-40B4-BE49-F238E27FC236}">
                    <a16:creationId xmlns:a16="http://schemas.microsoft.com/office/drawing/2014/main" id="{F0D07F68-AC64-4CEE-8230-1CCBC466DE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직선 연결선 412">
                <a:extLst>
                  <a:ext uri="{FF2B5EF4-FFF2-40B4-BE49-F238E27FC236}">
                    <a16:creationId xmlns:a16="http://schemas.microsoft.com/office/drawing/2014/main" id="{84154FA1-82B1-4EB3-89DD-6605BEAB8BD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직선 연결선 413">
                <a:extLst>
                  <a:ext uri="{FF2B5EF4-FFF2-40B4-BE49-F238E27FC236}">
                    <a16:creationId xmlns:a16="http://schemas.microsoft.com/office/drawing/2014/main" id="{4D140E9E-B974-439C-A4DF-5462617BF82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직선 연결선 414">
                <a:extLst>
                  <a:ext uri="{FF2B5EF4-FFF2-40B4-BE49-F238E27FC236}">
                    <a16:creationId xmlns:a16="http://schemas.microsoft.com/office/drawing/2014/main" id="{05064061-4382-4816-99C0-0E51436F035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직선 연결선 415">
                <a:extLst>
                  <a:ext uri="{FF2B5EF4-FFF2-40B4-BE49-F238E27FC236}">
                    <a16:creationId xmlns:a16="http://schemas.microsoft.com/office/drawing/2014/main" id="{D2F40FDA-0A5D-4288-9A6A-EA99D276E8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59C48306-DD9B-4CFC-B992-35FE495E6C4A}"/>
                </a:ext>
              </a:extLst>
            </p:cNvPr>
            <p:cNvGrpSpPr/>
            <p:nvPr/>
          </p:nvGrpSpPr>
          <p:grpSpPr>
            <a:xfrm>
              <a:off x="230188" y="3267727"/>
              <a:ext cx="5469052" cy="261030"/>
              <a:chOff x="291320" y="533401"/>
              <a:chExt cx="5407920" cy="258112"/>
            </a:xfrm>
          </p:grpSpPr>
          <p:cxnSp>
            <p:nvCxnSpPr>
              <p:cNvPr id="371" name="직선 연결선 370">
                <a:extLst>
                  <a:ext uri="{FF2B5EF4-FFF2-40B4-BE49-F238E27FC236}">
                    <a16:creationId xmlns:a16="http://schemas.microsoft.com/office/drawing/2014/main" id="{CC07DCAE-C931-4D8F-A9E8-27C13D3270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직선 연결선 371">
                <a:extLst>
                  <a:ext uri="{FF2B5EF4-FFF2-40B4-BE49-F238E27FC236}">
                    <a16:creationId xmlns:a16="http://schemas.microsoft.com/office/drawing/2014/main" id="{D9592CF0-A101-48C7-954E-E4B0CD75F19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직선 연결선 372">
                <a:extLst>
                  <a:ext uri="{FF2B5EF4-FFF2-40B4-BE49-F238E27FC236}">
                    <a16:creationId xmlns:a16="http://schemas.microsoft.com/office/drawing/2014/main" id="{FACD1895-63A0-4DD8-BAC7-F190B3244E3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직선 연결선 373">
                <a:extLst>
                  <a:ext uri="{FF2B5EF4-FFF2-40B4-BE49-F238E27FC236}">
                    <a16:creationId xmlns:a16="http://schemas.microsoft.com/office/drawing/2014/main" id="{6C9D3BBA-0F09-4D00-B956-24CBA58E282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직선 연결선 374">
                <a:extLst>
                  <a:ext uri="{FF2B5EF4-FFF2-40B4-BE49-F238E27FC236}">
                    <a16:creationId xmlns:a16="http://schemas.microsoft.com/office/drawing/2014/main" id="{38A5555F-F697-4781-9D92-5D457695E96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직선 연결선 375">
                <a:extLst>
                  <a:ext uri="{FF2B5EF4-FFF2-40B4-BE49-F238E27FC236}">
                    <a16:creationId xmlns:a16="http://schemas.microsoft.com/office/drawing/2014/main" id="{9FF52C7E-A4ED-4F20-9B7F-4DFCFBD52A9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직선 연결선 376">
                <a:extLst>
                  <a:ext uri="{FF2B5EF4-FFF2-40B4-BE49-F238E27FC236}">
                    <a16:creationId xmlns:a16="http://schemas.microsoft.com/office/drawing/2014/main" id="{50F18C18-49D8-4E3A-ABA0-C3D9985A67C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직선 연결선 377">
                <a:extLst>
                  <a:ext uri="{FF2B5EF4-FFF2-40B4-BE49-F238E27FC236}">
                    <a16:creationId xmlns:a16="http://schemas.microsoft.com/office/drawing/2014/main" id="{D2455736-2ABF-4015-B9DE-87B8EB62519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직선 연결선 378">
                <a:extLst>
                  <a:ext uri="{FF2B5EF4-FFF2-40B4-BE49-F238E27FC236}">
                    <a16:creationId xmlns:a16="http://schemas.microsoft.com/office/drawing/2014/main" id="{DAA13EA9-6561-4268-8CF1-EA831E36B4E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직선 연결선 379">
                <a:extLst>
                  <a:ext uri="{FF2B5EF4-FFF2-40B4-BE49-F238E27FC236}">
                    <a16:creationId xmlns:a16="http://schemas.microsoft.com/office/drawing/2014/main" id="{AB874513-B9D8-4C64-AF1A-B377E8185B7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직선 연결선 380">
                <a:extLst>
                  <a:ext uri="{FF2B5EF4-FFF2-40B4-BE49-F238E27FC236}">
                    <a16:creationId xmlns:a16="http://schemas.microsoft.com/office/drawing/2014/main" id="{F4445AFF-A3BE-4482-8E68-5AB671A12B3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직선 연결선 381">
                <a:extLst>
                  <a:ext uri="{FF2B5EF4-FFF2-40B4-BE49-F238E27FC236}">
                    <a16:creationId xmlns:a16="http://schemas.microsoft.com/office/drawing/2014/main" id="{004761F3-0A46-4A0C-BFC1-26FD19B0D40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직선 연결선 382">
                <a:extLst>
                  <a:ext uri="{FF2B5EF4-FFF2-40B4-BE49-F238E27FC236}">
                    <a16:creationId xmlns:a16="http://schemas.microsoft.com/office/drawing/2014/main" id="{985F12A5-4449-4574-A2B9-3C87EE5075D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직선 연결선 383">
                <a:extLst>
                  <a:ext uri="{FF2B5EF4-FFF2-40B4-BE49-F238E27FC236}">
                    <a16:creationId xmlns:a16="http://schemas.microsoft.com/office/drawing/2014/main" id="{90B2FA36-8F65-4954-A058-830D7A8B25F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직선 연결선 384">
                <a:extLst>
                  <a:ext uri="{FF2B5EF4-FFF2-40B4-BE49-F238E27FC236}">
                    <a16:creationId xmlns:a16="http://schemas.microsoft.com/office/drawing/2014/main" id="{E7FD49F4-319E-4214-98A4-D5D3096D9A2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직선 연결선 385">
                <a:extLst>
                  <a:ext uri="{FF2B5EF4-FFF2-40B4-BE49-F238E27FC236}">
                    <a16:creationId xmlns:a16="http://schemas.microsoft.com/office/drawing/2014/main" id="{DCB66501-DB10-4268-8AF0-07819ACAB12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직선 연결선 386">
                <a:extLst>
                  <a:ext uri="{FF2B5EF4-FFF2-40B4-BE49-F238E27FC236}">
                    <a16:creationId xmlns:a16="http://schemas.microsoft.com/office/drawing/2014/main" id="{3F401BE1-0046-4975-9966-86A8D2A646C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직선 연결선 387">
                <a:extLst>
                  <a:ext uri="{FF2B5EF4-FFF2-40B4-BE49-F238E27FC236}">
                    <a16:creationId xmlns:a16="http://schemas.microsoft.com/office/drawing/2014/main" id="{E98F7ECC-D82E-45DB-9E22-E1994446938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직선 연결선 388">
                <a:extLst>
                  <a:ext uri="{FF2B5EF4-FFF2-40B4-BE49-F238E27FC236}">
                    <a16:creationId xmlns:a16="http://schemas.microsoft.com/office/drawing/2014/main" id="{388E3936-5D4D-4438-BC63-EBA15256741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직선 연결선 389">
                <a:extLst>
                  <a:ext uri="{FF2B5EF4-FFF2-40B4-BE49-F238E27FC236}">
                    <a16:creationId xmlns:a16="http://schemas.microsoft.com/office/drawing/2014/main" id="{D1E1D266-994A-4C3C-B01C-AD6111C24F2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직선 연결선 390">
                <a:extLst>
                  <a:ext uri="{FF2B5EF4-FFF2-40B4-BE49-F238E27FC236}">
                    <a16:creationId xmlns:a16="http://schemas.microsoft.com/office/drawing/2014/main" id="{4A8BF3A4-7223-41A2-BFF5-0A03B2EE2F7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직선 연결선 391">
                <a:extLst>
                  <a:ext uri="{FF2B5EF4-FFF2-40B4-BE49-F238E27FC236}">
                    <a16:creationId xmlns:a16="http://schemas.microsoft.com/office/drawing/2014/main" id="{44FDADBB-C8DC-4082-AEFA-E559DDCF4EF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직선 연결선 392">
                <a:extLst>
                  <a:ext uri="{FF2B5EF4-FFF2-40B4-BE49-F238E27FC236}">
                    <a16:creationId xmlns:a16="http://schemas.microsoft.com/office/drawing/2014/main" id="{40A6AA05-4950-43AE-A967-ADA8C84066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975B0453-F8FD-42AB-9C33-17498121765B}"/>
                </a:ext>
              </a:extLst>
            </p:cNvPr>
            <p:cNvGrpSpPr/>
            <p:nvPr/>
          </p:nvGrpSpPr>
          <p:grpSpPr>
            <a:xfrm>
              <a:off x="230188" y="3571541"/>
              <a:ext cx="5469052" cy="261030"/>
              <a:chOff x="291320" y="533401"/>
              <a:chExt cx="5407920" cy="258112"/>
            </a:xfrm>
          </p:grpSpPr>
          <p:cxnSp>
            <p:nvCxnSpPr>
              <p:cNvPr id="348" name="직선 연결선 347">
                <a:extLst>
                  <a:ext uri="{FF2B5EF4-FFF2-40B4-BE49-F238E27FC236}">
                    <a16:creationId xmlns:a16="http://schemas.microsoft.com/office/drawing/2014/main" id="{1B34AB4F-71C2-4AB1-AF12-A096DB2C7E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직선 연결선 348">
                <a:extLst>
                  <a:ext uri="{FF2B5EF4-FFF2-40B4-BE49-F238E27FC236}">
                    <a16:creationId xmlns:a16="http://schemas.microsoft.com/office/drawing/2014/main" id="{2A70738C-E4BC-479B-B94C-85685A939E4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직선 연결선 349">
                <a:extLst>
                  <a:ext uri="{FF2B5EF4-FFF2-40B4-BE49-F238E27FC236}">
                    <a16:creationId xmlns:a16="http://schemas.microsoft.com/office/drawing/2014/main" id="{34242ECA-8FAC-407E-A433-0A4967B65A7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직선 연결선 350">
                <a:extLst>
                  <a:ext uri="{FF2B5EF4-FFF2-40B4-BE49-F238E27FC236}">
                    <a16:creationId xmlns:a16="http://schemas.microsoft.com/office/drawing/2014/main" id="{7966AD8B-388C-4D5E-899E-2B63426DAA2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직선 연결선 351">
                <a:extLst>
                  <a:ext uri="{FF2B5EF4-FFF2-40B4-BE49-F238E27FC236}">
                    <a16:creationId xmlns:a16="http://schemas.microsoft.com/office/drawing/2014/main" id="{E340CB66-4890-4A6E-B7EC-B24B9B2CAF5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직선 연결선 352">
                <a:extLst>
                  <a:ext uri="{FF2B5EF4-FFF2-40B4-BE49-F238E27FC236}">
                    <a16:creationId xmlns:a16="http://schemas.microsoft.com/office/drawing/2014/main" id="{CA1F3E25-D3A9-4B9B-AA72-22FD15062C2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직선 연결선 353">
                <a:extLst>
                  <a:ext uri="{FF2B5EF4-FFF2-40B4-BE49-F238E27FC236}">
                    <a16:creationId xmlns:a16="http://schemas.microsoft.com/office/drawing/2014/main" id="{1835A791-AE8F-4326-BF82-10810031CE6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직선 연결선 354">
                <a:extLst>
                  <a:ext uri="{FF2B5EF4-FFF2-40B4-BE49-F238E27FC236}">
                    <a16:creationId xmlns:a16="http://schemas.microsoft.com/office/drawing/2014/main" id="{D3D79F2B-E647-427F-B532-6C36C8929C2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직선 연결선 355">
                <a:extLst>
                  <a:ext uri="{FF2B5EF4-FFF2-40B4-BE49-F238E27FC236}">
                    <a16:creationId xmlns:a16="http://schemas.microsoft.com/office/drawing/2014/main" id="{1FB7B570-DE12-41E1-84D1-726301AC517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직선 연결선 356">
                <a:extLst>
                  <a:ext uri="{FF2B5EF4-FFF2-40B4-BE49-F238E27FC236}">
                    <a16:creationId xmlns:a16="http://schemas.microsoft.com/office/drawing/2014/main" id="{BB72E34D-9CAB-4DBA-B460-F68C6D8F025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직선 연결선 357">
                <a:extLst>
                  <a:ext uri="{FF2B5EF4-FFF2-40B4-BE49-F238E27FC236}">
                    <a16:creationId xmlns:a16="http://schemas.microsoft.com/office/drawing/2014/main" id="{ECE2F26B-E3C1-4C4A-8A6B-71750A37EB2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직선 연결선 358">
                <a:extLst>
                  <a:ext uri="{FF2B5EF4-FFF2-40B4-BE49-F238E27FC236}">
                    <a16:creationId xmlns:a16="http://schemas.microsoft.com/office/drawing/2014/main" id="{B1816AE3-C52C-4A5D-B486-12DD5A9182F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직선 연결선 359">
                <a:extLst>
                  <a:ext uri="{FF2B5EF4-FFF2-40B4-BE49-F238E27FC236}">
                    <a16:creationId xmlns:a16="http://schemas.microsoft.com/office/drawing/2014/main" id="{F52A43E5-F2C7-4923-B02D-E9FF721FB66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직선 연결선 360">
                <a:extLst>
                  <a:ext uri="{FF2B5EF4-FFF2-40B4-BE49-F238E27FC236}">
                    <a16:creationId xmlns:a16="http://schemas.microsoft.com/office/drawing/2014/main" id="{02FBA86E-0571-4847-A64C-11BAB39B652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직선 연결선 361">
                <a:extLst>
                  <a:ext uri="{FF2B5EF4-FFF2-40B4-BE49-F238E27FC236}">
                    <a16:creationId xmlns:a16="http://schemas.microsoft.com/office/drawing/2014/main" id="{41F961BB-A92E-4618-A1EF-BC7B9774642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직선 연결선 362">
                <a:extLst>
                  <a:ext uri="{FF2B5EF4-FFF2-40B4-BE49-F238E27FC236}">
                    <a16:creationId xmlns:a16="http://schemas.microsoft.com/office/drawing/2014/main" id="{AC309A94-070D-4DF5-ABA5-1003878F65F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직선 연결선 363">
                <a:extLst>
                  <a:ext uri="{FF2B5EF4-FFF2-40B4-BE49-F238E27FC236}">
                    <a16:creationId xmlns:a16="http://schemas.microsoft.com/office/drawing/2014/main" id="{92C83611-A0CA-4AA8-9965-B4C5064F99F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직선 연결선 364">
                <a:extLst>
                  <a:ext uri="{FF2B5EF4-FFF2-40B4-BE49-F238E27FC236}">
                    <a16:creationId xmlns:a16="http://schemas.microsoft.com/office/drawing/2014/main" id="{615CCC7C-FFC5-4B2F-8151-443BD296677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직선 연결선 365">
                <a:extLst>
                  <a:ext uri="{FF2B5EF4-FFF2-40B4-BE49-F238E27FC236}">
                    <a16:creationId xmlns:a16="http://schemas.microsoft.com/office/drawing/2014/main" id="{E307A658-38AC-4473-834E-C00C5DC8A65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직선 연결선 366">
                <a:extLst>
                  <a:ext uri="{FF2B5EF4-FFF2-40B4-BE49-F238E27FC236}">
                    <a16:creationId xmlns:a16="http://schemas.microsoft.com/office/drawing/2014/main" id="{5334DDF4-7EF5-4618-8D39-2B311FC972F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직선 연결선 367">
                <a:extLst>
                  <a:ext uri="{FF2B5EF4-FFF2-40B4-BE49-F238E27FC236}">
                    <a16:creationId xmlns:a16="http://schemas.microsoft.com/office/drawing/2014/main" id="{1F2C9A6A-A9DE-4C41-B84C-C1DD5955189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직선 연결선 368">
                <a:extLst>
                  <a:ext uri="{FF2B5EF4-FFF2-40B4-BE49-F238E27FC236}">
                    <a16:creationId xmlns:a16="http://schemas.microsoft.com/office/drawing/2014/main" id="{28752258-AA80-4B62-B68C-5F367E715A9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직선 연결선 369">
                <a:extLst>
                  <a:ext uri="{FF2B5EF4-FFF2-40B4-BE49-F238E27FC236}">
                    <a16:creationId xmlns:a16="http://schemas.microsoft.com/office/drawing/2014/main" id="{78F4D961-49E2-452D-9DE1-FEE8BA6D10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A0D5D429-BAA7-43A8-8F1A-F25C8FBAF1A1}"/>
                </a:ext>
              </a:extLst>
            </p:cNvPr>
            <p:cNvGrpSpPr/>
            <p:nvPr/>
          </p:nvGrpSpPr>
          <p:grpSpPr>
            <a:xfrm>
              <a:off x="230188" y="3875355"/>
              <a:ext cx="5469052" cy="261030"/>
              <a:chOff x="291320" y="533401"/>
              <a:chExt cx="5407920" cy="258112"/>
            </a:xfrm>
          </p:grpSpPr>
          <p:cxnSp>
            <p:nvCxnSpPr>
              <p:cNvPr id="325" name="직선 연결선 324">
                <a:extLst>
                  <a:ext uri="{FF2B5EF4-FFF2-40B4-BE49-F238E27FC236}">
                    <a16:creationId xmlns:a16="http://schemas.microsoft.com/office/drawing/2014/main" id="{DB11D9BC-FDAD-43B4-BB9D-A0C8987F08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직선 연결선 325">
                <a:extLst>
                  <a:ext uri="{FF2B5EF4-FFF2-40B4-BE49-F238E27FC236}">
                    <a16:creationId xmlns:a16="http://schemas.microsoft.com/office/drawing/2014/main" id="{D43C1788-D518-4FD2-8876-F69D9860ECE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직선 연결선 326">
                <a:extLst>
                  <a:ext uri="{FF2B5EF4-FFF2-40B4-BE49-F238E27FC236}">
                    <a16:creationId xmlns:a16="http://schemas.microsoft.com/office/drawing/2014/main" id="{27A86AD7-04B6-46EA-B5E9-8CC14914FA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직선 연결선 327">
                <a:extLst>
                  <a:ext uri="{FF2B5EF4-FFF2-40B4-BE49-F238E27FC236}">
                    <a16:creationId xmlns:a16="http://schemas.microsoft.com/office/drawing/2014/main" id="{76279CC6-0C84-4020-B023-795B5ED31E4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직선 연결선 328">
                <a:extLst>
                  <a:ext uri="{FF2B5EF4-FFF2-40B4-BE49-F238E27FC236}">
                    <a16:creationId xmlns:a16="http://schemas.microsoft.com/office/drawing/2014/main" id="{7F71FF67-3C22-41BA-9603-B69705E11DD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직선 연결선 329">
                <a:extLst>
                  <a:ext uri="{FF2B5EF4-FFF2-40B4-BE49-F238E27FC236}">
                    <a16:creationId xmlns:a16="http://schemas.microsoft.com/office/drawing/2014/main" id="{FFDA6D13-6AF8-43AC-84DA-0558ADA44BA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직선 연결선 330">
                <a:extLst>
                  <a:ext uri="{FF2B5EF4-FFF2-40B4-BE49-F238E27FC236}">
                    <a16:creationId xmlns:a16="http://schemas.microsoft.com/office/drawing/2014/main" id="{53C5A8D3-41ED-46E8-BAB2-758B13B3453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직선 연결선 331">
                <a:extLst>
                  <a:ext uri="{FF2B5EF4-FFF2-40B4-BE49-F238E27FC236}">
                    <a16:creationId xmlns:a16="http://schemas.microsoft.com/office/drawing/2014/main" id="{60220807-7E5A-4C53-B6FA-B50DC742FAC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직선 연결선 332">
                <a:extLst>
                  <a:ext uri="{FF2B5EF4-FFF2-40B4-BE49-F238E27FC236}">
                    <a16:creationId xmlns:a16="http://schemas.microsoft.com/office/drawing/2014/main" id="{ED5749D5-DF8D-4F73-9FE4-7EE2E0ED4AC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직선 연결선 333">
                <a:extLst>
                  <a:ext uri="{FF2B5EF4-FFF2-40B4-BE49-F238E27FC236}">
                    <a16:creationId xmlns:a16="http://schemas.microsoft.com/office/drawing/2014/main" id="{5406946E-396E-4764-9920-AA0CFB4705C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직선 연결선 334">
                <a:extLst>
                  <a:ext uri="{FF2B5EF4-FFF2-40B4-BE49-F238E27FC236}">
                    <a16:creationId xmlns:a16="http://schemas.microsoft.com/office/drawing/2014/main" id="{F2AD501B-25EF-4644-9331-1511127FBC5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직선 연결선 335">
                <a:extLst>
                  <a:ext uri="{FF2B5EF4-FFF2-40B4-BE49-F238E27FC236}">
                    <a16:creationId xmlns:a16="http://schemas.microsoft.com/office/drawing/2014/main" id="{B1E9E157-9AC5-4B4E-A5FB-A2D026900AA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직선 연결선 336">
                <a:extLst>
                  <a:ext uri="{FF2B5EF4-FFF2-40B4-BE49-F238E27FC236}">
                    <a16:creationId xmlns:a16="http://schemas.microsoft.com/office/drawing/2014/main" id="{A5DEAA22-2575-495B-8C6B-00318971A69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직선 연결선 337">
                <a:extLst>
                  <a:ext uri="{FF2B5EF4-FFF2-40B4-BE49-F238E27FC236}">
                    <a16:creationId xmlns:a16="http://schemas.microsoft.com/office/drawing/2014/main" id="{3DFFE8AE-F459-4174-9E31-9C6D67A6161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직선 연결선 338">
                <a:extLst>
                  <a:ext uri="{FF2B5EF4-FFF2-40B4-BE49-F238E27FC236}">
                    <a16:creationId xmlns:a16="http://schemas.microsoft.com/office/drawing/2014/main" id="{A571ADB7-C819-4979-8539-D8F2146EF48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직선 연결선 339">
                <a:extLst>
                  <a:ext uri="{FF2B5EF4-FFF2-40B4-BE49-F238E27FC236}">
                    <a16:creationId xmlns:a16="http://schemas.microsoft.com/office/drawing/2014/main" id="{EF6413C0-9F1B-4609-8545-88313668253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직선 연결선 340">
                <a:extLst>
                  <a:ext uri="{FF2B5EF4-FFF2-40B4-BE49-F238E27FC236}">
                    <a16:creationId xmlns:a16="http://schemas.microsoft.com/office/drawing/2014/main" id="{DF923E13-A8C6-42A4-840E-91034AA9534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직선 연결선 341">
                <a:extLst>
                  <a:ext uri="{FF2B5EF4-FFF2-40B4-BE49-F238E27FC236}">
                    <a16:creationId xmlns:a16="http://schemas.microsoft.com/office/drawing/2014/main" id="{48C7A17C-5186-439E-9778-4F79D999881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직선 연결선 342">
                <a:extLst>
                  <a:ext uri="{FF2B5EF4-FFF2-40B4-BE49-F238E27FC236}">
                    <a16:creationId xmlns:a16="http://schemas.microsoft.com/office/drawing/2014/main" id="{51179362-9E6D-494B-87FF-63BF13D9B54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직선 연결선 343">
                <a:extLst>
                  <a:ext uri="{FF2B5EF4-FFF2-40B4-BE49-F238E27FC236}">
                    <a16:creationId xmlns:a16="http://schemas.microsoft.com/office/drawing/2014/main" id="{CCE95FAD-BBEB-40C8-B3D2-03F0C79D1E3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직선 연결선 344">
                <a:extLst>
                  <a:ext uri="{FF2B5EF4-FFF2-40B4-BE49-F238E27FC236}">
                    <a16:creationId xmlns:a16="http://schemas.microsoft.com/office/drawing/2014/main" id="{23ED175A-2278-4DE7-9CFF-0BC56267213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직선 연결선 345">
                <a:extLst>
                  <a:ext uri="{FF2B5EF4-FFF2-40B4-BE49-F238E27FC236}">
                    <a16:creationId xmlns:a16="http://schemas.microsoft.com/office/drawing/2014/main" id="{B76D80C1-E396-4CA0-BE6E-78876A9CF3F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직선 연결선 346">
                <a:extLst>
                  <a:ext uri="{FF2B5EF4-FFF2-40B4-BE49-F238E27FC236}">
                    <a16:creationId xmlns:a16="http://schemas.microsoft.com/office/drawing/2014/main" id="{4220F4CC-BB6C-428B-8E81-E041B650E5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90BBB5A0-C79C-4362-B1F7-B0C3609A700C}"/>
                </a:ext>
              </a:extLst>
            </p:cNvPr>
            <p:cNvGrpSpPr/>
            <p:nvPr/>
          </p:nvGrpSpPr>
          <p:grpSpPr>
            <a:xfrm>
              <a:off x="230188" y="4179169"/>
              <a:ext cx="5469052" cy="261030"/>
              <a:chOff x="291320" y="533401"/>
              <a:chExt cx="5407920" cy="258112"/>
            </a:xfrm>
          </p:grpSpPr>
          <p:cxnSp>
            <p:nvCxnSpPr>
              <p:cNvPr id="302" name="직선 연결선 301">
                <a:extLst>
                  <a:ext uri="{FF2B5EF4-FFF2-40B4-BE49-F238E27FC236}">
                    <a16:creationId xmlns:a16="http://schemas.microsoft.com/office/drawing/2014/main" id="{47290D13-FAFF-479C-BD29-DFE5FA8FD0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직선 연결선 302">
                <a:extLst>
                  <a:ext uri="{FF2B5EF4-FFF2-40B4-BE49-F238E27FC236}">
                    <a16:creationId xmlns:a16="http://schemas.microsoft.com/office/drawing/2014/main" id="{6B477120-7CC1-4B8B-ADA8-7D52F146BB2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직선 연결선 303">
                <a:extLst>
                  <a:ext uri="{FF2B5EF4-FFF2-40B4-BE49-F238E27FC236}">
                    <a16:creationId xmlns:a16="http://schemas.microsoft.com/office/drawing/2014/main" id="{9BB225A3-9E73-448D-BCDB-DDABB260BA3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직선 연결선 304">
                <a:extLst>
                  <a:ext uri="{FF2B5EF4-FFF2-40B4-BE49-F238E27FC236}">
                    <a16:creationId xmlns:a16="http://schemas.microsoft.com/office/drawing/2014/main" id="{0ACCFFD6-C78F-4E98-9F31-AF660C4A9A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>
                <a:extLst>
                  <a:ext uri="{FF2B5EF4-FFF2-40B4-BE49-F238E27FC236}">
                    <a16:creationId xmlns:a16="http://schemas.microsoft.com/office/drawing/2014/main" id="{6969FA0E-7960-41B6-B27A-0F33EFD4308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직선 연결선 306">
                <a:extLst>
                  <a:ext uri="{FF2B5EF4-FFF2-40B4-BE49-F238E27FC236}">
                    <a16:creationId xmlns:a16="http://schemas.microsoft.com/office/drawing/2014/main" id="{2D81BED0-CB47-47E0-B29C-45564B11D46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직선 연결선 307">
                <a:extLst>
                  <a:ext uri="{FF2B5EF4-FFF2-40B4-BE49-F238E27FC236}">
                    <a16:creationId xmlns:a16="http://schemas.microsoft.com/office/drawing/2014/main" id="{6DF28DE8-28A6-4D46-A3B8-C17EA275C0F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직선 연결선 308">
                <a:extLst>
                  <a:ext uri="{FF2B5EF4-FFF2-40B4-BE49-F238E27FC236}">
                    <a16:creationId xmlns:a16="http://schemas.microsoft.com/office/drawing/2014/main" id="{1689D3E6-717C-4093-95D7-79BB9B4F3B8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직선 연결선 309">
                <a:extLst>
                  <a:ext uri="{FF2B5EF4-FFF2-40B4-BE49-F238E27FC236}">
                    <a16:creationId xmlns:a16="http://schemas.microsoft.com/office/drawing/2014/main" id="{29A71DCD-5D37-4ECC-A28F-D7C29527893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직선 연결선 310">
                <a:extLst>
                  <a:ext uri="{FF2B5EF4-FFF2-40B4-BE49-F238E27FC236}">
                    <a16:creationId xmlns:a16="http://schemas.microsoft.com/office/drawing/2014/main" id="{A4BFE9D0-1CF6-4D42-8194-354DD07EE97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직선 연결선 311">
                <a:extLst>
                  <a:ext uri="{FF2B5EF4-FFF2-40B4-BE49-F238E27FC236}">
                    <a16:creationId xmlns:a16="http://schemas.microsoft.com/office/drawing/2014/main" id="{CD5012B1-1D15-4132-B003-6B2783826C2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직선 연결선 312">
                <a:extLst>
                  <a:ext uri="{FF2B5EF4-FFF2-40B4-BE49-F238E27FC236}">
                    <a16:creationId xmlns:a16="http://schemas.microsoft.com/office/drawing/2014/main" id="{BEA718A1-1439-429A-88E4-27A3103F279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직선 연결선 313">
                <a:extLst>
                  <a:ext uri="{FF2B5EF4-FFF2-40B4-BE49-F238E27FC236}">
                    <a16:creationId xmlns:a16="http://schemas.microsoft.com/office/drawing/2014/main" id="{765B75A9-F461-4B28-94C7-28B326820C7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직선 연결선 314">
                <a:extLst>
                  <a:ext uri="{FF2B5EF4-FFF2-40B4-BE49-F238E27FC236}">
                    <a16:creationId xmlns:a16="http://schemas.microsoft.com/office/drawing/2014/main" id="{D525FCAC-A552-4999-9359-44C067D4B24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직선 연결선 315">
                <a:extLst>
                  <a:ext uri="{FF2B5EF4-FFF2-40B4-BE49-F238E27FC236}">
                    <a16:creationId xmlns:a16="http://schemas.microsoft.com/office/drawing/2014/main" id="{10EF0D9E-17A8-48A6-ADC6-C7FB9309D87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직선 연결선 316">
                <a:extLst>
                  <a:ext uri="{FF2B5EF4-FFF2-40B4-BE49-F238E27FC236}">
                    <a16:creationId xmlns:a16="http://schemas.microsoft.com/office/drawing/2014/main" id="{53BC4B81-8968-42CF-833D-1A24B9FC6EF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직선 연결선 317">
                <a:extLst>
                  <a:ext uri="{FF2B5EF4-FFF2-40B4-BE49-F238E27FC236}">
                    <a16:creationId xmlns:a16="http://schemas.microsoft.com/office/drawing/2014/main" id="{DD1EFABB-BCB1-43B0-A8A4-A61210D2110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직선 연결선 318">
                <a:extLst>
                  <a:ext uri="{FF2B5EF4-FFF2-40B4-BE49-F238E27FC236}">
                    <a16:creationId xmlns:a16="http://schemas.microsoft.com/office/drawing/2014/main" id="{92CE81FA-57E7-424E-AD16-A6A267AAB68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직선 연결선 319">
                <a:extLst>
                  <a:ext uri="{FF2B5EF4-FFF2-40B4-BE49-F238E27FC236}">
                    <a16:creationId xmlns:a16="http://schemas.microsoft.com/office/drawing/2014/main" id="{85E854F5-40A4-45A4-B390-44417AF39D8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직선 연결선 320">
                <a:extLst>
                  <a:ext uri="{FF2B5EF4-FFF2-40B4-BE49-F238E27FC236}">
                    <a16:creationId xmlns:a16="http://schemas.microsoft.com/office/drawing/2014/main" id="{B1E81CC6-2B2A-4C4C-BA17-A564423C8C0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직선 연결선 321">
                <a:extLst>
                  <a:ext uri="{FF2B5EF4-FFF2-40B4-BE49-F238E27FC236}">
                    <a16:creationId xmlns:a16="http://schemas.microsoft.com/office/drawing/2014/main" id="{EDBB0FF6-7774-4088-B08A-802771E783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직선 연결선 322">
                <a:extLst>
                  <a:ext uri="{FF2B5EF4-FFF2-40B4-BE49-F238E27FC236}">
                    <a16:creationId xmlns:a16="http://schemas.microsoft.com/office/drawing/2014/main" id="{AE584659-203F-4C20-94A8-7C3BC36CD53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직선 연결선 323">
                <a:extLst>
                  <a:ext uri="{FF2B5EF4-FFF2-40B4-BE49-F238E27FC236}">
                    <a16:creationId xmlns:a16="http://schemas.microsoft.com/office/drawing/2014/main" id="{36905181-6E9D-4892-8F55-BB381511FC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6E063665-3C6E-4D50-9ED2-17AD66403B41}"/>
                </a:ext>
              </a:extLst>
            </p:cNvPr>
            <p:cNvGrpSpPr/>
            <p:nvPr/>
          </p:nvGrpSpPr>
          <p:grpSpPr>
            <a:xfrm>
              <a:off x="230188" y="4482983"/>
              <a:ext cx="5469052" cy="261030"/>
              <a:chOff x="291320" y="533401"/>
              <a:chExt cx="5407920" cy="258112"/>
            </a:xfrm>
          </p:grpSpPr>
          <p:cxnSp>
            <p:nvCxnSpPr>
              <p:cNvPr id="279" name="직선 연결선 278">
                <a:extLst>
                  <a:ext uri="{FF2B5EF4-FFF2-40B4-BE49-F238E27FC236}">
                    <a16:creationId xmlns:a16="http://schemas.microsoft.com/office/drawing/2014/main" id="{0342084F-D790-4E28-9950-DDEBF016E6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직선 연결선 279">
                <a:extLst>
                  <a:ext uri="{FF2B5EF4-FFF2-40B4-BE49-F238E27FC236}">
                    <a16:creationId xmlns:a16="http://schemas.microsoft.com/office/drawing/2014/main" id="{7B126DB0-B792-455B-A7E7-B10F1459025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직선 연결선 280">
                <a:extLst>
                  <a:ext uri="{FF2B5EF4-FFF2-40B4-BE49-F238E27FC236}">
                    <a16:creationId xmlns:a16="http://schemas.microsoft.com/office/drawing/2014/main" id="{42F84EC1-7AB6-4945-A2FA-5782FC240F8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직선 연결선 281">
                <a:extLst>
                  <a:ext uri="{FF2B5EF4-FFF2-40B4-BE49-F238E27FC236}">
                    <a16:creationId xmlns:a16="http://schemas.microsoft.com/office/drawing/2014/main" id="{EFDC13DB-58F1-4D90-8F9A-B8789627D04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직선 연결선 282">
                <a:extLst>
                  <a:ext uri="{FF2B5EF4-FFF2-40B4-BE49-F238E27FC236}">
                    <a16:creationId xmlns:a16="http://schemas.microsoft.com/office/drawing/2014/main" id="{A6516C31-77F9-40CD-9F6A-C3FFA583301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직선 연결선 283">
                <a:extLst>
                  <a:ext uri="{FF2B5EF4-FFF2-40B4-BE49-F238E27FC236}">
                    <a16:creationId xmlns:a16="http://schemas.microsoft.com/office/drawing/2014/main" id="{6376423F-1E9B-4686-B91B-F2D50A90CD4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직선 연결선 284">
                <a:extLst>
                  <a:ext uri="{FF2B5EF4-FFF2-40B4-BE49-F238E27FC236}">
                    <a16:creationId xmlns:a16="http://schemas.microsoft.com/office/drawing/2014/main" id="{6841FE74-9DCA-4EB7-90C4-FDD30566389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직선 연결선 285">
                <a:extLst>
                  <a:ext uri="{FF2B5EF4-FFF2-40B4-BE49-F238E27FC236}">
                    <a16:creationId xmlns:a16="http://schemas.microsoft.com/office/drawing/2014/main" id="{8E2865CE-853A-4E1B-BAAC-1D5E7C17202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직선 연결선 286">
                <a:extLst>
                  <a:ext uri="{FF2B5EF4-FFF2-40B4-BE49-F238E27FC236}">
                    <a16:creationId xmlns:a16="http://schemas.microsoft.com/office/drawing/2014/main" id="{E0BB5575-0BDF-4FD9-B629-43EA8907AF4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직선 연결선 287">
                <a:extLst>
                  <a:ext uri="{FF2B5EF4-FFF2-40B4-BE49-F238E27FC236}">
                    <a16:creationId xmlns:a16="http://schemas.microsoft.com/office/drawing/2014/main" id="{D4FC0EF3-CA69-4888-B801-7026E5188D4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직선 연결선 288">
                <a:extLst>
                  <a:ext uri="{FF2B5EF4-FFF2-40B4-BE49-F238E27FC236}">
                    <a16:creationId xmlns:a16="http://schemas.microsoft.com/office/drawing/2014/main" id="{7D41CFF0-BDF1-4EAA-BFD3-48FFD897CD2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직선 연결선 289">
                <a:extLst>
                  <a:ext uri="{FF2B5EF4-FFF2-40B4-BE49-F238E27FC236}">
                    <a16:creationId xmlns:a16="http://schemas.microsoft.com/office/drawing/2014/main" id="{47CF9664-02DC-4761-BFC3-E9167A727DC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직선 연결선 290">
                <a:extLst>
                  <a:ext uri="{FF2B5EF4-FFF2-40B4-BE49-F238E27FC236}">
                    <a16:creationId xmlns:a16="http://schemas.microsoft.com/office/drawing/2014/main" id="{DAA9021E-0A86-46E2-BB37-950F45982D7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직선 연결선 291">
                <a:extLst>
                  <a:ext uri="{FF2B5EF4-FFF2-40B4-BE49-F238E27FC236}">
                    <a16:creationId xmlns:a16="http://schemas.microsoft.com/office/drawing/2014/main" id="{3FB693C3-7111-43A4-85B2-0C5FA8E0291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직선 연결선 292">
                <a:extLst>
                  <a:ext uri="{FF2B5EF4-FFF2-40B4-BE49-F238E27FC236}">
                    <a16:creationId xmlns:a16="http://schemas.microsoft.com/office/drawing/2014/main" id="{F796DA30-B647-4876-B196-19ECAB70CD5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직선 연결선 293">
                <a:extLst>
                  <a:ext uri="{FF2B5EF4-FFF2-40B4-BE49-F238E27FC236}">
                    <a16:creationId xmlns:a16="http://schemas.microsoft.com/office/drawing/2014/main" id="{A6C7241B-15FB-4C37-908E-3D3C8E7EC80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직선 연결선 294">
                <a:extLst>
                  <a:ext uri="{FF2B5EF4-FFF2-40B4-BE49-F238E27FC236}">
                    <a16:creationId xmlns:a16="http://schemas.microsoft.com/office/drawing/2014/main" id="{F33395A5-FACC-4952-AB3D-81474B3B5FD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직선 연결선 295">
                <a:extLst>
                  <a:ext uri="{FF2B5EF4-FFF2-40B4-BE49-F238E27FC236}">
                    <a16:creationId xmlns:a16="http://schemas.microsoft.com/office/drawing/2014/main" id="{0B0B5DB3-45EC-4B0D-9A80-141FBFD5949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직선 연결선 296">
                <a:extLst>
                  <a:ext uri="{FF2B5EF4-FFF2-40B4-BE49-F238E27FC236}">
                    <a16:creationId xmlns:a16="http://schemas.microsoft.com/office/drawing/2014/main" id="{5FA40725-3F37-4A80-B207-AD8DD6B0E94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직선 연결선 297">
                <a:extLst>
                  <a:ext uri="{FF2B5EF4-FFF2-40B4-BE49-F238E27FC236}">
                    <a16:creationId xmlns:a16="http://schemas.microsoft.com/office/drawing/2014/main" id="{AE0FE70E-35CE-4A7D-95F9-801148B640D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직선 연결선 298">
                <a:extLst>
                  <a:ext uri="{FF2B5EF4-FFF2-40B4-BE49-F238E27FC236}">
                    <a16:creationId xmlns:a16="http://schemas.microsoft.com/office/drawing/2014/main" id="{05591D9E-3528-440A-A9CB-CB19F0E6DEE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직선 연결선 299">
                <a:extLst>
                  <a:ext uri="{FF2B5EF4-FFF2-40B4-BE49-F238E27FC236}">
                    <a16:creationId xmlns:a16="http://schemas.microsoft.com/office/drawing/2014/main" id="{F6D0826C-90B4-48A2-8245-7AE9ACA5BDF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직선 연결선 300">
                <a:extLst>
                  <a:ext uri="{FF2B5EF4-FFF2-40B4-BE49-F238E27FC236}">
                    <a16:creationId xmlns:a16="http://schemas.microsoft.com/office/drawing/2014/main" id="{34E0FD59-A301-4EEA-A6B5-7EC63198A9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3DDEF95D-040B-4227-97A2-D4C224BD580A}"/>
                </a:ext>
              </a:extLst>
            </p:cNvPr>
            <p:cNvGrpSpPr/>
            <p:nvPr/>
          </p:nvGrpSpPr>
          <p:grpSpPr>
            <a:xfrm>
              <a:off x="230188" y="4786797"/>
              <a:ext cx="5469052" cy="261030"/>
              <a:chOff x="291320" y="533401"/>
              <a:chExt cx="5407920" cy="258112"/>
            </a:xfrm>
          </p:grpSpPr>
          <p:cxnSp>
            <p:nvCxnSpPr>
              <p:cNvPr id="256" name="직선 연결선 255">
                <a:extLst>
                  <a:ext uri="{FF2B5EF4-FFF2-40B4-BE49-F238E27FC236}">
                    <a16:creationId xmlns:a16="http://schemas.microsoft.com/office/drawing/2014/main" id="{F82C7AEB-9DED-43A7-B75B-254D7E409C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직선 연결선 256">
                <a:extLst>
                  <a:ext uri="{FF2B5EF4-FFF2-40B4-BE49-F238E27FC236}">
                    <a16:creationId xmlns:a16="http://schemas.microsoft.com/office/drawing/2014/main" id="{D7D4A442-D1FF-46D7-917F-6C6A27997E6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직선 연결선 257">
                <a:extLst>
                  <a:ext uri="{FF2B5EF4-FFF2-40B4-BE49-F238E27FC236}">
                    <a16:creationId xmlns:a16="http://schemas.microsoft.com/office/drawing/2014/main" id="{00C666FD-B843-4A51-B31A-42F196D7774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직선 연결선 258">
                <a:extLst>
                  <a:ext uri="{FF2B5EF4-FFF2-40B4-BE49-F238E27FC236}">
                    <a16:creationId xmlns:a16="http://schemas.microsoft.com/office/drawing/2014/main" id="{2E7D9A9F-8D09-45BC-B872-2EB1E4B9458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직선 연결선 259">
                <a:extLst>
                  <a:ext uri="{FF2B5EF4-FFF2-40B4-BE49-F238E27FC236}">
                    <a16:creationId xmlns:a16="http://schemas.microsoft.com/office/drawing/2014/main" id="{A9EACB96-074B-4128-87B9-AFA03FE52D6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직선 연결선 260">
                <a:extLst>
                  <a:ext uri="{FF2B5EF4-FFF2-40B4-BE49-F238E27FC236}">
                    <a16:creationId xmlns:a16="http://schemas.microsoft.com/office/drawing/2014/main" id="{C8E9D3D0-B175-48C4-AE88-749C981EC66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직선 연결선 261">
                <a:extLst>
                  <a:ext uri="{FF2B5EF4-FFF2-40B4-BE49-F238E27FC236}">
                    <a16:creationId xmlns:a16="http://schemas.microsoft.com/office/drawing/2014/main" id="{7FEAD479-0E73-4E13-AD62-D82AF38E4EB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직선 연결선 262">
                <a:extLst>
                  <a:ext uri="{FF2B5EF4-FFF2-40B4-BE49-F238E27FC236}">
                    <a16:creationId xmlns:a16="http://schemas.microsoft.com/office/drawing/2014/main" id="{4A5DF552-00BF-4B43-9CEE-FB679ECFB18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직선 연결선 263">
                <a:extLst>
                  <a:ext uri="{FF2B5EF4-FFF2-40B4-BE49-F238E27FC236}">
                    <a16:creationId xmlns:a16="http://schemas.microsoft.com/office/drawing/2014/main" id="{84078BDE-9B36-412F-A7B2-C01941923DF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74993DA4-8E8D-404A-B97C-175D0D86C53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직선 연결선 265">
                <a:extLst>
                  <a:ext uri="{FF2B5EF4-FFF2-40B4-BE49-F238E27FC236}">
                    <a16:creationId xmlns:a16="http://schemas.microsoft.com/office/drawing/2014/main" id="{1236361D-653B-4929-8071-9898A8E203F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직선 연결선 266">
                <a:extLst>
                  <a:ext uri="{FF2B5EF4-FFF2-40B4-BE49-F238E27FC236}">
                    <a16:creationId xmlns:a16="http://schemas.microsoft.com/office/drawing/2014/main" id="{9EA829D9-E249-4D4E-94ED-08F82B3CDCC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97294367-1460-4BD4-A9ED-8006FC5D723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직선 연결선 268">
                <a:extLst>
                  <a:ext uri="{FF2B5EF4-FFF2-40B4-BE49-F238E27FC236}">
                    <a16:creationId xmlns:a16="http://schemas.microsoft.com/office/drawing/2014/main" id="{0F4D186B-A40B-4C05-BF64-B9ECAC4BD02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직선 연결선 269">
                <a:extLst>
                  <a:ext uri="{FF2B5EF4-FFF2-40B4-BE49-F238E27FC236}">
                    <a16:creationId xmlns:a16="http://schemas.microsoft.com/office/drawing/2014/main" id="{F0BF2394-F26A-46E7-AB6E-05A898FC5D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직선 연결선 270">
                <a:extLst>
                  <a:ext uri="{FF2B5EF4-FFF2-40B4-BE49-F238E27FC236}">
                    <a16:creationId xmlns:a16="http://schemas.microsoft.com/office/drawing/2014/main" id="{319F3EBB-130E-4181-8E2E-150EE898A35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직선 연결선 271">
                <a:extLst>
                  <a:ext uri="{FF2B5EF4-FFF2-40B4-BE49-F238E27FC236}">
                    <a16:creationId xmlns:a16="http://schemas.microsoft.com/office/drawing/2014/main" id="{D11E0E53-8633-42B4-9141-452497F5B70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직선 연결선 272">
                <a:extLst>
                  <a:ext uri="{FF2B5EF4-FFF2-40B4-BE49-F238E27FC236}">
                    <a16:creationId xmlns:a16="http://schemas.microsoft.com/office/drawing/2014/main" id="{C95F182A-9102-4FBD-A33B-CCD0AAD5580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직선 연결선 273">
                <a:extLst>
                  <a:ext uri="{FF2B5EF4-FFF2-40B4-BE49-F238E27FC236}">
                    <a16:creationId xmlns:a16="http://schemas.microsoft.com/office/drawing/2014/main" id="{32F946E1-F542-4BD6-BB9D-C1B8674979A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직선 연결선 274">
                <a:extLst>
                  <a:ext uri="{FF2B5EF4-FFF2-40B4-BE49-F238E27FC236}">
                    <a16:creationId xmlns:a16="http://schemas.microsoft.com/office/drawing/2014/main" id="{A1A9C0F6-E329-42DC-899F-78B98851A94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직선 연결선 275">
                <a:extLst>
                  <a:ext uri="{FF2B5EF4-FFF2-40B4-BE49-F238E27FC236}">
                    <a16:creationId xmlns:a16="http://schemas.microsoft.com/office/drawing/2014/main" id="{75FD3854-4E81-46DD-93A2-9DCD93CA49D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직선 연결선 276">
                <a:extLst>
                  <a:ext uri="{FF2B5EF4-FFF2-40B4-BE49-F238E27FC236}">
                    <a16:creationId xmlns:a16="http://schemas.microsoft.com/office/drawing/2014/main" id="{2BB3F3F4-6F9B-415B-BB04-44F8CC2DA9B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직선 연결선 277">
                <a:extLst>
                  <a:ext uri="{FF2B5EF4-FFF2-40B4-BE49-F238E27FC236}">
                    <a16:creationId xmlns:a16="http://schemas.microsoft.com/office/drawing/2014/main" id="{47907D1E-EB8B-47E6-B935-2DCF577A0B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5B2536A1-5E31-4645-B6F7-FFBC2754052E}"/>
                </a:ext>
              </a:extLst>
            </p:cNvPr>
            <p:cNvGrpSpPr/>
            <p:nvPr/>
          </p:nvGrpSpPr>
          <p:grpSpPr>
            <a:xfrm>
              <a:off x="230188" y="5090611"/>
              <a:ext cx="5469052" cy="261030"/>
              <a:chOff x="291320" y="533401"/>
              <a:chExt cx="5407920" cy="258112"/>
            </a:xfrm>
          </p:grpSpPr>
          <p:cxnSp>
            <p:nvCxnSpPr>
              <p:cNvPr id="233" name="직선 연결선 232">
                <a:extLst>
                  <a:ext uri="{FF2B5EF4-FFF2-40B4-BE49-F238E27FC236}">
                    <a16:creationId xmlns:a16="http://schemas.microsoft.com/office/drawing/2014/main" id="{397C00C9-CCDB-455A-B4FC-1D40757A6A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>
                <a:extLst>
                  <a:ext uri="{FF2B5EF4-FFF2-40B4-BE49-F238E27FC236}">
                    <a16:creationId xmlns:a16="http://schemas.microsoft.com/office/drawing/2014/main" id="{D9382601-4345-46A8-A988-DED974A2392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직선 연결선 234">
                <a:extLst>
                  <a:ext uri="{FF2B5EF4-FFF2-40B4-BE49-F238E27FC236}">
                    <a16:creationId xmlns:a16="http://schemas.microsoft.com/office/drawing/2014/main" id="{AAA52E48-DC37-4032-B50E-9CFC53BB05B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직선 연결선 235">
                <a:extLst>
                  <a:ext uri="{FF2B5EF4-FFF2-40B4-BE49-F238E27FC236}">
                    <a16:creationId xmlns:a16="http://schemas.microsoft.com/office/drawing/2014/main" id="{DEEEC740-5E96-4714-BF2E-7182CA4A47C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직선 연결선 236">
                <a:extLst>
                  <a:ext uri="{FF2B5EF4-FFF2-40B4-BE49-F238E27FC236}">
                    <a16:creationId xmlns:a16="http://schemas.microsoft.com/office/drawing/2014/main" id="{6F38194A-92BD-4B9B-B676-B40D66E095E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직선 연결선 237">
                <a:extLst>
                  <a:ext uri="{FF2B5EF4-FFF2-40B4-BE49-F238E27FC236}">
                    <a16:creationId xmlns:a16="http://schemas.microsoft.com/office/drawing/2014/main" id="{95BF183E-AA14-4111-97C6-45515E34612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직선 연결선 238">
                <a:extLst>
                  <a:ext uri="{FF2B5EF4-FFF2-40B4-BE49-F238E27FC236}">
                    <a16:creationId xmlns:a16="http://schemas.microsoft.com/office/drawing/2014/main" id="{73ED2320-9741-45B0-BF40-441D9A30663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직선 연결선 239">
                <a:extLst>
                  <a:ext uri="{FF2B5EF4-FFF2-40B4-BE49-F238E27FC236}">
                    <a16:creationId xmlns:a16="http://schemas.microsoft.com/office/drawing/2014/main" id="{D2F80B30-8CB5-4BE5-BF42-5194EEE7296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직선 연결선 240">
                <a:extLst>
                  <a:ext uri="{FF2B5EF4-FFF2-40B4-BE49-F238E27FC236}">
                    <a16:creationId xmlns:a16="http://schemas.microsoft.com/office/drawing/2014/main" id="{715AF4EF-3552-40FD-9E7D-33226280616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직선 연결선 241">
                <a:extLst>
                  <a:ext uri="{FF2B5EF4-FFF2-40B4-BE49-F238E27FC236}">
                    <a16:creationId xmlns:a16="http://schemas.microsoft.com/office/drawing/2014/main" id="{892F55D9-D006-4E4C-87CE-253CF0B730D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직선 연결선 242">
                <a:extLst>
                  <a:ext uri="{FF2B5EF4-FFF2-40B4-BE49-F238E27FC236}">
                    <a16:creationId xmlns:a16="http://schemas.microsoft.com/office/drawing/2014/main" id="{E4CEC932-34F1-47BF-BC8A-0285E6D737D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직선 연결선 243">
                <a:extLst>
                  <a:ext uri="{FF2B5EF4-FFF2-40B4-BE49-F238E27FC236}">
                    <a16:creationId xmlns:a16="http://schemas.microsoft.com/office/drawing/2014/main" id="{4F73DF3E-30B4-49D7-B615-106B4263B37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직선 연결선 244">
                <a:extLst>
                  <a:ext uri="{FF2B5EF4-FFF2-40B4-BE49-F238E27FC236}">
                    <a16:creationId xmlns:a16="http://schemas.microsoft.com/office/drawing/2014/main" id="{202EF3A3-80E8-48D6-9177-4A07FCB5307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직선 연결선 245">
                <a:extLst>
                  <a:ext uri="{FF2B5EF4-FFF2-40B4-BE49-F238E27FC236}">
                    <a16:creationId xmlns:a16="http://schemas.microsoft.com/office/drawing/2014/main" id="{589E5BB8-E933-4BA0-8DCF-983E0620E11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직선 연결선 246">
                <a:extLst>
                  <a:ext uri="{FF2B5EF4-FFF2-40B4-BE49-F238E27FC236}">
                    <a16:creationId xmlns:a16="http://schemas.microsoft.com/office/drawing/2014/main" id="{36368AF0-BD47-4DCD-8771-4B0EB46F851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직선 연결선 247">
                <a:extLst>
                  <a:ext uri="{FF2B5EF4-FFF2-40B4-BE49-F238E27FC236}">
                    <a16:creationId xmlns:a16="http://schemas.microsoft.com/office/drawing/2014/main" id="{6123F9AB-A630-4EE3-A9DC-35C79511DD4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직선 연결선 248">
                <a:extLst>
                  <a:ext uri="{FF2B5EF4-FFF2-40B4-BE49-F238E27FC236}">
                    <a16:creationId xmlns:a16="http://schemas.microsoft.com/office/drawing/2014/main" id="{03287FD3-DDB7-4EC6-9850-F312A77FC1A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직선 연결선 249">
                <a:extLst>
                  <a:ext uri="{FF2B5EF4-FFF2-40B4-BE49-F238E27FC236}">
                    <a16:creationId xmlns:a16="http://schemas.microsoft.com/office/drawing/2014/main" id="{F180F6ED-38C2-46FE-8D4B-73390AED2B3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직선 연결선 250">
                <a:extLst>
                  <a:ext uri="{FF2B5EF4-FFF2-40B4-BE49-F238E27FC236}">
                    <a16:creationId xmlns:a16="http://schemas.microsoft.com/office/drawing/2014/main" id="{02C6FC6D-B62E-48A3-BFAC-2FC28C4C5E8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직선 연결선 251">
                <a:extLst>
                  <a:ext uri="{FF2B5EF4-FFF2-40B4-BE49-F238E27FC236}">
                    <a16:creationId xmlns:a16="http://schemas.microsoft.com/office/drawing/2014/main" id="{AE1E22C4-1BD8-41A4-95E1-61B626023C2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직선 연결선 252">
                <a:extLst>
                  <a:ext uri="{FF2B5EF4-FFF2-40B4-BE49-F238E27FC236}">
                    <a16:creationId xmlns:a16="http://schemas.microsoft.com/office/drawing/2014/main" id="{2A998FEC-693C-409C-A89D-CF9499A0FCB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직선 연결선 253">
                <a:extLst>
                  <a:ext uri="{FF2B5EF4-FFF2-40B4-BE49-F238E27FC236}">
                    <a16:creationId xmlns:a16="http://schemas.microsoft.com/office/drawing/2014/main" id="{E34574F4-3C4D-42AC-8012-86DE000962A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직선 연결선 254">
                <a:extLst>
                  <a:ext uri="{FF2B5EF4-FFF2-40B4-BE49-F238E27FC236}">
                    <a16:creationId xmlns:a16="http://schemas.microsoft.com/office/drawing/2014/main" id="{6711D267-7272-453B-A5E4-DC5A37F78D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B68E1B0-14BD-44B1-9831-63B94A42E319}"/>
                </a:ext>
              </a:extLst>
            </p:cNvPr>
            <p:cNvGrpSpPr/>
            <p:nvPr/>
          </p:nvGrpSpPr>
          <p:grpSpPr>
            <a:xfrm>
              <a:off x="230188" y="5394425"/>
              <a:ext cx="5469052" cy="261030"/>
              <a:chOff x="291320" y="533401"/>
              <a:chExt cx="5407920" cy="258112"/>
            </a:xfrm>
          </p:grpSpPr>
          <p:cxnSp>
            <p:nvCxnSpPr>
              <p:cNvPr id="210" name="직선 연결선 209">
                <a:extLst>
                  <a:ext uri="{FF2B5EF4-FFF2-40B4-BE49-F238E27FC236}">
                    <a16:creationId xmlns:a16="http://schemas.microsoft.com/office/drawing/2014/main" id="{A8D51CC2-E952-4C28-8BD3-AC52106252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직선 연결선 210">
                <a:extLst>
                  <a:ext uri="{FF2B5EF4-FFF2-40B4-BE49-F238E27FC236}">
                    <a16:creationId xmlns:a16="http://schemas.microsoft.com/office/drawing/2014/main" id="{11C677D0-14CC-4004-A766-3A6F35CCD98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6DFE7FDE-7153-4D0E-B2D8-226E7F14E69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직선 연결선 212">
                <a:extLst>
                  <a:ext uri="{FF2B5EF4-FFF2-40B4-BE49-F238E27FC236}">
                    <a16:creationId xmlns:a16="http://schemas.microsoft.com/office/drawing/2014/main" id="{075DBAD6-7165-4F68-A25C-49B51415B46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직선 연결선 213">
                <a:extLst>
                  <a:ext uri="{FF2B5EF4-FFF2-40B4-BE49-F238E27FC236}">
                    <a16:creationId xmlns:a16="http://schemas.microsoft.com/office/drawing/2014/main" id="{C7C1573C-EBCF-4FEC-909D-3EEE003387A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>
                <a:extLst>
                  <a:ext uri="{FF2B5EF4-FFF2-40B4-BE49-F238E27FC236}">
                    <a16:creationId xmlns:a16="http://schemas.microsoft.com/office/drawing/2014/main" id="{0AB4132A-7026-402A-BEA8-EFF9D9ADBD5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>
                <a:extLst>
                  <a:ext uri="{FF2B5EF4-FFF2-40B4-BE49-F238E27FC236}">
                    <a16:creationId xmlns:a16="http://schemas.microsoft.com/office/drawing/2014/main" id="{C3F97F24-1987-4303-8429-C69B15B20C8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2E379003-FDA0-4032-9D8F-243884C6D75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직선 연결선 217">
                <a:extLst>
                  <a:ext uri="{FF2B5EF4-FFF2-40B4-BE49-F238E27FC236}">
                    <a16:creationId xmlns:a16="http://schemas.microsoft.com/office/drawing/2014/main" id="{21FF73DF-35DA-48A0-AE73-27B0E224AA1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AE457F88-CC94-4209-9156-82EA2A9BAB2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>
                <a:extLst>
                  <a:ext uri="{FF2B5EF4-FFF2-40B4-BE49-F238E27FC236}">
                    <a16:creationId xmlns:a16="http://schemas.microsoft.com/office/drawing/2014/main" id="{409D20C0-EB52-4CA5-99DC-F9A3CBCFBA3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>
                <a:extLst>
                  <a:ext uri="{FF2B5EF4-FFF2-40B4-BE49-F238E27FC236}">
                    <a16:creationId xmlns:a16="http://schemas.microsoft.com/office/drawing/2014/main" id="{218FE009-B18A-4108-8FBC-796E8B60826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>
                <a:extLst>
                  <a:ext uri="{FF2B5EF4-FFF2-40B4-BE49-F238E27FC236}">
                    <a16:creationId xmlns:a16="http://schemas.microsoft.com/office/drawing/2014/main" id="{B17E3AA1-CED5-469F-AE97-1A217533BCD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>
                <a:extLst>
                  <a:ext uri="{FF2B5EF4-FFF2-40B4-BE49-F238E27FC236}">
                    <a16:creationId xmlns:a16="http://schemas.microsoft.com/office/drawing/2014/main" id="{37DA6C1B-94B1-421C-A29E-C857892D325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직선 연결선 223">
                <a:extLst>
                  <a:ext uri="{FF2B5EF4-FFF2-40B4-BE49-F238E27FC236}">
                    <a16:creationId xmlns:a16="http://schemas.microsoft.com/office/drawing/2014/main" id="{0574A455-2AE9-42D9-AB2B-DB2298C77AE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직선 연결선 224">
                <a:extLst>
                  <a:ext uri="{FF2B5EF4-FFF2-40B4-BE49-F238E27FC236}">
                    <a16:creationId xmlns:a16="http://schemas.microsoft.com/office/drawing/2014/main" id="{AF5FC11D-38D5-440F-9967-2721FB2C831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직선 연결선 225">
                <a:extLst>
                  <a:ext uri="{FF2B5EF4-FFF2-40B4-BE49-F238E27FC236}">
                    <a16:creationId xmlns:a16="http://schemas.microsoft.com/office/drawing/2014/main" id="{B4288DF7-F543-4C7A-A222-759544975A9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직선 연결선 226">
                <a:extLst>
                  <a:ext uri="{FF2B5EF4-FFF2-40B4-BE49-F238E27FC236}">
                    <a16:creationId xmlns:a16="http://schemas.microsoft.com/office/drawing/2014/main" id="{25D81870-74B3-484B-A9B5-A8A911011A2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직선 연결선 227">
                <a:extLst>
                  <a:ext uri="{FF2B5EF4-FFF2-40B4-BE49-F238E27FC236}">
                    <a16:creationId xmlns:a16="http://schemas.microsoft.com/office/drawing/2014/main" id="{6C01D13D-BB71-42CF-AF0C-92640EE8FDC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직선 연결선 228">
                <a:extLst>
                  <a:ext uri="{FF2B5EF4-FFF2-40B4-BE49-F238E27FC236}">
                    <a16:creationId xmlns:a16="http://schemas.microsoft.com/office/drawing/2014/main" id="{72B8F724-4D45-4AE5-9870-4F3B197AFA3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직선 연결선 229">
                <a:extLst>
                  <a:ext uri="{FF2B5EF4-FFF2-40B4-BE49-F238E27FC236}">
                    <a16:creationId xmlns:a16="http://schemas.microsoft.com/office/drawing/2014/main" id="{3E7457B1-DE77-40AA-9571-9925FFC6E66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직선 연결선 230">
                <a:extLst>
                  <a:ext uri="{FF2B5EF4-FFF2-40B4-BE49-F238E27FC236}">
                    <a16:creationId xmlns:a16="http://schemas.microsoft.com/office/drawing/2014/main" id="{6FCF533C-970B-447A-8936-84DDE86F12F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직선 연결선 231">
                <a:extLst>
                  <a:ext uri="{FF2B5EF4-FFF2-40B4-BE49-F238E27FC236}">
                    <a16:creationId xmlns:a16="http://schemas.microsoft.com/office/drawing/2014/main" id="{B7479EDD-2F33-4B15-A7A6-ED342ED478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CD041C1C-11F8-46AE-9FD1-FE9B448F9185}"/>
                </a:ext>
              </a:extLst>
            </p:cNvPr>
            <p:cNvGrpSpPr/>
            <p:nvPr/>
          </p:nvGrpSpPr>
          <p:grpSpPr>
            <a:xfrm>
              <a:off x="230188" y="5698239"/>
              <a:ext cx="5469052" cy="261030"/>
              <a:chOff x="291320" y="533401"/>
              <a:chExt cx="5407920" cy="258112"/>
            </a:xfrm>
          </p:grpSpPr>
          <p:cxnSp>
            <p:nvCxnSpPr>
              <p:cNvPr id="187" name="직선 연결선 186">
                <a:extLst>
                  <a:ext uri="{FF2B5EF4-FFF2-40B4-BE49-F238E27FC236}">
                    <a16:creationId xmlns:a16="http://schemas.microsoft.com/office/drawing/2014/main" id="{91F6CFD7-2BE3-46D1-AE33-AE7549059B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>
                <a:extLst>
                  <a:ext uri="{FF2B5EF4-FFF2-40B4-BE49-F238E27FC236}">
                    <a16:creationId xmlns:a16="http://schemas.microsoft.com/office/drawing/2014/main" id="{B4E23831-B762-4ED4-9D63-902DBE18D84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>
                <a:extLst>
                  <a:ext uri="{FF2B5EF4-FFF2-40B4-BE49-F238E27FC236}">
                    <a16:creationId xmlns:a16="http://schemas.microsoft.com/office/drawing/2014/main" id="{54A1FD23-161F-4179-A029-B00B6770281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>
                <a:extLst>
                  <a:ext uri="{FF2B5EF4-FFF2-40B4-BE49-F238E27FC236}">
                    <a16:creationId xmlns:a16="http://schemas.microsoft.com/office/drawing/2014/main" id="{F2191AD7-195B-46F9-805E-2386D89D095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>
                <a:extLst>
                  <a:ext uri="{FF2B5EF4-FFF2-40B4-BE49-F238E27FC236}">
                    <a16:creationId xmlns:a16="http://schemas.microsoft.com/office/drawing/2014/main" id="{920819AF-CFB5-4E85-9FC4-6E29990BA86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직선 연결선 191">
                <a:extLst>
                  <a:ext uri="{FF2B5EF4-FFF2-40B4-BE49-F238E27FC236}">
                    <a16:creationId xmlns:a16="http://schemas.microsoft.com/office/drawing/2014/main" id="{E48BC0F8-7B09-405C-9536-7BF3BFCA8A2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직선 연결선 192">
                <a:extLst>
                  <a:ext uri="{FF2B5EF4-FFF2-40B4-BE49-F238E27FC236}">
                    <a16:creationId xmlns:a16="http://schemas.microsoft.com/office/drawing/2014/main" id="{3DD9D594-5284-4E26-974F-9D32F433008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직선 연결선 193">
                <a:extLst>
                  <a:ext uri="{FF2B5EF4-FFF2-40B4-BE49-F238E27FC236}">
                    <a16:creationId xmlns:a16="http://schemas.microsoft.com/office/drawing/2014/main" id="{570DCEBA-2659-4025-B5C9-D4A3422AA14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직선 연결선 194">
                <a:extLst>
                  <a:ext uri="{FF2B5EF4-FFF2-40B4-BE49-F238E27FC236}">
                    <a16:creationId xmlns:a16="http://schemas.microsoft.com/office/drawing/2014/main" id="{DEE33B16-B297-4BA3-B0E9-D11F1890550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직선 연결선 195">
                <a:extLst>
                  <a:ext uri="{FF2B5EF4-FFF2-40B4-BE49-F238E27FC236}">
                    <a16:creationId xmlns:a16="http://schemas.microsoft.com/office/drawing/2014/main" id="{6430B970-6AE3-4C37-82FD-8432B243893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직선 연결선 196">
                <a:extLst>
                  <a:ext uri="{FF2B5EF4-FFF2-40B4-BE49-F238E27FC236}">
                    <a16:creationId xmlns:a16="http://schemas.microsoft.com/office/drawing/2014/main" id="{95E9C771-AAF2-4DC2-94EE-EE2F677970F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직선 연결선 197">
                <a:extLst>
                  <a:ext uri="{FF2B5EF4-FFF2-40B4-BE49-F238E27FC236}">
                    <a16:creationId xmlns:a16="http://schemas.microsoft.com/office/drawing/2014/main" id="{DEBD6677-F209-4125-8BAC-EECA8103992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직선 연결선 198">
                <a:extLst>
                  <a:ext uri="{FF2B5EF4-FFF2-40B4-BE49-F238E27FC236}">
                    <a16:creationId xmlns:a16="http://schemas.microsoft.com/office/drawing/2014/main" id="{BC9FDFC6-3D23-4994-ABF0-93453AB03A1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>
                <a:extLst>
                  <a:ext uri="{FF2B5EF4-FFF2-40B4-BE49-F238E27FC236}">
                    <a16:creationId xmlns:a16="http://schemas.microsoft.com/office/drawing/2014/main" id="{BA85E940-E591-4C2A-8218-3B5EFE2DE21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직선 연결선 200">
                <a:extLst>
                  <a:ext uri="{FF2B5EF4-FFF2-40B4-BE49-F238E27FC236}">
                    <a16:creationId xmlns:a16="http://schemas.microsoft.com/office/drawing/2014/main" id="{0CD0968E-4A3D-4D3D-BB25-5A7D005DBFA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직선 연결선 201">
                <a:extLst>
                  <a:ext uri="{FF2B5EF4-FFF2-40B4-BE49-F238E27FC236}">
                    <a16:creationId xmlns:a16="http://schemas.microsoft.com/office/drawing/2014/main" id="{D9CF8031-7B48-4D3D-9F1D-5043AAF0B48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>
                <a:extLst>
                  <a:ext uri="{FF2B5EF4-FFF2-40B4-BE49-F238E27FC236}">
                    <a16:creationId xmlns:a16="http://schemas.microsoft.com/office/drawing/2014/main" id="{F6DBE9BF-871F-43A7-9C49-EF1D479B506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직선 연결선 203">
                <a:extLst>
                  <a:ext uri="{FF2B5EF4-FFF2-40B4-BE49-F238E27FC236}">
                    <a16:creationId xmlns:a16="http://schemas.microsoft.com/office/drawing/2014/main" id="{1368D58E-0345-477B-B00F-AA898BAD7BE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직선 연결선 204">
                <a:extLst>
                  <a:ext uri="{FF2B5EF4-FFF2-40B4-BE49-F238E27FC236}">
                    <a16:creationId xmlns:a16="http://schemas.microsoft.com/office/drawing/2014/main" id="{7171D39A-5DA3-4D0A-9547-CFABCFA08BF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>
                <a:extLst>
                  <a:ext uri="{FF2B5EF4-FFF2-40B4-BE49-F238E27FC236}">
                    <a16:creationId xmlns:a16="http://schemas.microsoft.com/office/drawing/2014/main" id="{A087F4C8-A54F-41BF-8954-1A57FBB073F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직선 연결선 206">
                <a:extLst>
                  <a:ext uri="{FF2B5EF4-FFF2-40B4-BE49-F238E27FC236}">
                    <a16:creationId xmlns:a16="http://schemas.microsoft.com/office/drawing/2014/main" id="{A6632705-556B-42AF-936D-0391CFD8D9E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직선 연결선 207">
                <a:extLst>
                  <a:ext uri="{FF2B5EF4-FFF2-40B4-BE49-F238E27FC236}">
                    <a16:creationId xmlns:a16="http://schemas.microsoft.com/office/drawing/2014/main" id="{82684C52-8E4A-4125-88FB-D12F5E8AE58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직선 연결선 208">
                <a:extLst>
                  <a:ext uri="{FF2B5EF4-FFF2-40B4-BE49-F238E27FC236}">
                    <a16:creationId xmlns:a16="http://schemas.microsoft.com/office/drawing/2014/main" id="{E5B9B8BA-0CF7-44B8-BEEC-D6BFFAD6A8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A7ED9E7C-9F76-4D07-955E-9704082DB036}"/>
                </a:ext>
              </a:extLst>
            </p:cNvPr>
            <p:cNvGrpSpPr/>
            <p:nvPr/>
          </p:nvGrpSpPr>
          <p:grpSpPr>
            <a:xfrm>
              <a:off x="230188" y="6002053"/>
              <a:ext cx="5469052" cy="261030"/>
              <a:chOff x="291320" y="533401"/>
              <a:chExt cx="5407920" cy="258112"/>
            </a:xfrm>
          </p:grpSpPr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CC79CAA4-BB69-432D-9E9E-B18F5457B1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1093CD15-381A-4D7C-B652-ECA93555F2D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82BB5D28-3CE9-4507-A474-1299E44C38F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D3F71DCC-6445-4A18-B8A3-3205D94D518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01A2E13B-F049-4118-B659-C556251A1EB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24FE0860-89DC-4448-9E62-AE6C85E9A2F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BBAC94E8-764A-4447-8134-C696544DAC0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75C6688B-0EA0-43BD-9281-D91BFC9DD6D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F26F557D-106B-4BE4-B3DC-A0378CA58B6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A4BFA77E-8A21-4B99-AC0D-79416578F3B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8ABDFC47-4FC3-4124-87BC-52D84C01F51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>
                <a:extLst>
                  <a:ext uri="{FF2B5EF4-FFF2-40B4-BE49-F238E27FC236}">
                    <a16:creationId xmlns:a16="http://schemas.microsoft.com/office/drawing/2014/main" id="{5E7DB577-A7C9-4846-9007-681BE14DA35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>
                <a:extLst>
                  <a:ext uri="{FF2B5EF4-FFF2-40B4-BE49-F238E27FC236}">
                    <a16:creationId xmlns:a16="http://schemas.microsoft.com/office/drawing/2014/main" id="{603FC3BB-431A-41D3-A001-34D6AAE4AC1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>
                <a:extLst>
                  <a:ext uri="{FF2B5EF4-FFF2-40B4-BE49-F238E27FC236}">
                    <a16:creationId xmlns:a16="http://schemas.microsoft.com/office/drawing/2014/main" id="{A31820C7-EEF6-4F6B-B9D3-A5F9551BA9F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>
                <a:extLst>
                  <a:ext uri="{FF2B5EF4-FFF2-40B4-BE49-F238E27FC236}">
                    <a16:creationId xmlns:a16="http://schemas.microsoft.com/office/drawing/2014/main" id="{68198568-9789-4E61-A86E-FB16DA90451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>
                <a:extLst>
                  <a:ext uri="{FF2B5EF4-FFF2-40B4-BE49-F238E27FC236}">
                    <a16:creationId xmlns:a16="http://schemas.microsoft.com/office/drawing/2014/main" id="{F76457FE-61A1-40DF-8801-E412F3A8A18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>
                <a:extLst>
                  <a:ext uri="{FF2B5EF4-FFF2-40B4-BE49-F238E27FC236}">
                    <a16:creationId xmlns:a16="http://schemas.microsoft.com/office/drawing/2014/main" id="{65C70D53-6941-4A7C-BE9C-57F1E2BF77E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>
                <a:extLst>
                  <a:ext uri="{FF2B5EF4-FFF2-40B4-BE49-F238E27FC236}">
                    <a16:creationId xmlns:a16="http://schemas.microsoft.com/office/drawing/2014/main" id="{537D7B7D-E4FB-4580-B782-17A4EB83176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>
                <a:extLst>
                  <a:ext uri="{FF2B5EF4-FFF2-40B4-BE49-F238E27FC236}">
                    <a16:creationId xmlns:a16="http://schemas.microsoft.com/office/drawing/2014/main" id="{14EDEC9C-9D18-41ED-BA3A-A63A2FA2D27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>
                <a:extLst>
                  <a:ext uri="{FF2B5EF4-FFF2-40B4-BE49-F238E27FC236}">
                    <a16:creationId xmlns:a16="http://schemas.microsoft.com/office/drawing/2014/main" id="{415F34C1-C2B0-47AD-BBDF-4FAD548E99D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033C5130-DEAE-4EB8-93DB-5226BAA907B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>
                <a:extLst>
                  <a:ext uri="{FF2B5EF4-FFF2-40B4-BE49-F238E27FC236}">
                    <a16:creationId xmlns:a16="http://schemas.microsoft.com/office/drawing/2014/main" id="{8153ED2E-FE36-46F4-995F-6F8E9D88DC2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D343F18B-2407-4D4E-97AA-5455B4811C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84605D90-1A95-4D72-BD1D-AF437DD76F6F}"/>
                </a:ext>
              </a:extLst>
            </p:cNvPr>
            <p:cNvGrpSpPr/>
            <p:nvPr/>
          </p:nvGrpSpPr>
          <p:grpSpPr>
            <a:xfrm>
              <a:off x="230188" y="6305867"/>
              <a:ext cx="5469052" cy="261030"/>
              <a:chOff x="291320" y="533401"/>
              <a:chExt cx="5407920" cy="258112"/>
            </a:xfrm>
          </p:grpSpPr>
          <p:cxnSp>
            <p:nvCxnSpPr>
              <p:cNvPr id="141" name="직선 연결선 140">
                <a:extLst>
                  <a:ext uri="{FF2B5EF4-FFF2-40B4-BE49-F238E27FC236}">
                    <a16:creationId xmlns:a16="http://schemas.microsoft.com/office/drawing/2014/main" id="{8402D1C8-2F97-4993-AECF-64787A664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>
                <a:extLst>
                  <a:ext uri="{FF2B5EF4-FFF2-40B4-BE49-F238E27FC236}">
                    <a16:creationId xmlns:a16="http://schemas.microsoft.com/office/drawing/2014/main" id="{0A37257D-E6A3-4FF9-ABE2-7C6EB4C95F5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>
                <a:extLst>
                  <a:ext uri="{FF2B5EF4-FFF2-40B4-BE49-F238E27FC236}">
                    <a16:creationId xmlns:a16="http://schemas.microsoft.com/office/drawing/2014/main" id="{7F59E395-7E1C-493D-B17B-AE7B08CC9D8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>
                <a:extLst>
                  <a:ext uri="{FF2B5EF4-FFF2-40B4-BE49-F238E27FC236}">
                    <a16:creationId xmlns:a16="http://schemas.microsoft.com/office/drawing/2014/main" id="{DEBC480B-46FA-4C93-9A50-A9722455F01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A2566C01-1003-4C3C-805A-3C3439E0167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7DFC5C46-0139-4A7F-ABF1-8ACBFD309F1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5C5E9766-6ADA-4F51-AFC8-7D856FE1B8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47C161A3-A24C-48C8-8B2A-BCE70392102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F126C500-169C-4F1D-A6E1-B031F5E93E7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6DC55F28-02E5-439C-B3B9-9624DC1BD64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36C1BD1A-9B83-48F7-BB1C-7673AFAEF1F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>
                <a:extLst>
                  <a:ext uri="{FF2B5EF4-FFF2-40B4-BE49-F238E27FC236}">
                    <a16:creationId xmlns:a16="http://schemas.microsoft.com/office/drawing/2014/main" id="{5F54B343-52E9-4CEF-8BF8-314AE300A93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>
                <a:extLst>
                  <a:ext uri="{FF2B5EF4-FFF2-40B4-BE49-F238E27FC236}">
                    <a16:creationId xmlns:a16="http://schemas.microsoft.com/office/drawing/2014/main" id="{CE68137B-8035-4504-8C59-2BD791B0C10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>
                <a:extLst>
                  <a:ext uri="{FF2B5EF4-FFF2-40B4-BE49-F238E27FC236}">
                    <a16:creationId xmlns:a16="http://schemas.microsoft.com/office/drawing/2014/main" id="{69671AD9-0079-445B-92C2-1DF8CB622A0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>
                <a:extLst>
                  <a:ext uri="{FF2B5EF4-FFF2-40B4-BE49-F238E27FC236}">
                    <a16:creationId xmlns:a16="http://schemas.microsoft.com/office/drawing/2014/main" id="{C5772229-A006-45C3-858A-15279AF7AB8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>
                <a:extLst>
                  <a:ext uri="{FF2B5EF4-FFF2-40B4-BE49-F238E27FC236}">
                    <a16:creationId xmlns:a16="http://schemas.microsoft.com/office/drawing/2014/main" id="{7703FE3F-A37C-47E8-BCDE-72243D8BDF3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>
                <a:extLst>
                  <a:ext uri="{FF2B5EF4-FFF2-40B4-BE49-F238E27FC236}">
                    <a16:creationId xmlns:a16="http://schemas.microsoft.com/office/drawing/2014/main" id="{6B0BB596-2EAB-498F-9B54-E48366D5C1F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>
                <a:extLst>
                  <a:ext uri="{FF2B5EF4-FFF2-40B4-BE49-F238E27FC236}">
                    <a16:creationId xmlns:a16="http://schemas.microsoft.com/office/drawing/2014/main" id="{B8D967A6-1B28-4600-8ED2-17D92653168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>
                <a:extLst>
                  <a:ext uri="{FF2B5EF4-FFF2-40B4-BE49-F238E27FC236}">
                    <a16:creationId xmlns:a16="http://schemas.microsoft.com/office/drawing/2014/main" id="{0D36007D-1DD8-4F0B-AB37-13230E2C638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>
                <a:extLst>
                  <a:ext uri="{FF2B5EF4-FFF2-40B4-BE49-F238E27FC236}">
                    <a16:creationId xmlns:a16="http://schemas.microsoft.com/office/drawing/2014/main" id="{F8B54C94-1779-4DB0-A770-3CE4D3EC44B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58293AC6-A98B-4FEA-BE50-AEC034521FD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>
                <a:extLst>
                  <a:ext uri="{FF2B5EF4-FFF2-40B4-BE49-F238E27FC236}">
                    <a16:creationId xmlns:a16="http://schemas.microsoft.com/office/drawing/2014/main" id="{2319DC21-ACED-45E0-81F3-B2BA95EDC6C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>
                <a:extLst>
                  <a:ext uri="{FF2B5EF4-FFF2-40B4-BE49-F238E27FC236}">
                    <a16:creationId xmlns:a16="http://schemas.microsoft.com/office/drawing/2014/main" id="{85B6148C-5A92-4FF5-8BCB-C8D1EA2635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3BB5ED62-69E1-4DDF-A194-ADFA192FEC60}"/>
                </a:ext>
              </a:extLst>
            </p:cNvPr>
            <p:cNvGrpSpPr/>
            <p:nvPr/>
          </p:nvGrpSpPr>
          <p:grpSpPr>
            <a:xfrm>
              <a:off x="230188" y="6609681"/>
              <a:ext cx="5469052" cy="261030"/>
              <a:chOff x="291320" y="533401"/>
              <a:chExt cx="5407920" cy="258112"/>
            </a:xfrm>
          </p:grpSpPr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5C1DF763-842C-4EC3-81F6-795FC1E03B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>
                <a:extLst>
                  <a:ext uri="{FF2B5EF4-FFF2-40B4-BE49-F238E27FC236}">
                    <a16:creationId xmlns:a16="http://schemas.microsoft.com/office/drawing/2014/main" id="{43BC0519-BC33-47E0-9B40-769B299477D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B32C0E68-F002-4FDF-8944-66F739D0295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6AA8DB16-8804-4E95-B705-86DBFA48DC5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>
                <a:extLst>
                  <a:ext uri="{FF2B5EF4-FFF2-40B4-BE49-F238E27FC236}">
                    <a16:creationId xmlns:a16="http://schemas.microsoft.com/office/drawing/2014/main" id="{16749B65-00F8-4524-B74B-5641C003719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A91F4B98-FF89-4F1C-9DC5-00129C2AAF2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>
                <a:extLst>
                  <a:ext uri="{FF2B5EF4-FFF2-40B4-BE49-F238E27FC236}">
                    <a16:creationId xmlns:a16="http://schemas.microsoft.com/office/drawing/2014/main" id="{B594BE47-1B3D-4C0F-876D-8FA6F2A3701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>
                <a:extLst>
                  <a:ext uri="{FF2B5EF4-FFF2-40B4-BE49-F238E27FC236}">
                    <a16:creationId xmlns:a16="http://schemas.microsoft.com/office/drawing/2014/main" id="{DD43E178-65CE-41F0-BE4E-3A60DCE0663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243EB1FE-EDE0-4CDD-8CE3-362F989539F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FCC1EB8D-A8ED-4A9B-970A-DF67F303435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CD96D196-3697-4487-B446-AB4CE49E3C6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>
                <a:extLst>
                  <a:ext uri="{FF2B5EF4-FFF2-40B4-BE49-F238E27FC236}">
                    <a16:creationId xmlns:a16="http://schemas.microsoft.com/office/drawing/2014/main" id="{7600DF73-C27C-4735-ACB3-B08A4C587E2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DC8839FB-B93E-434C-8551-BD3C5EF0CE2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>
                <a:extLst>
                  <a:ext uri="{FF2B5EF4-FFF2-40B4-BE49-F238E27FC236}">
                    <a16:creationId xmlns:a16="http://schemas.microsoft.com/office/drawing/2014/main" id="{68712113-317B-435B-9E94-B3351EFB80D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30178C09-6835-43B2-B488-8890D9DB544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B72DFA40-D214-4AD1-BE70-16FADCEEC48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334045AD-F181-4C03-84FF-431765DF902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>
                <a:extLst>
                  <a:ext uri="{FF2B5EF4-FFF2-40B4-BE49-F238E27FC236}">
                    <a16:creationId xmlns:a16="http://schemas.microsoft.com/office/drawing/2014/main" id="{373C5E3A-1A89-4FC2-8360-C32531B506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94DAAC63-F1A0-48FB-B248-9E3B9440C68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>
                <a:extLst>
                  <a:ext uri="{FF2B5EF4-FFF2-40B4-BE49-F238E27FC236}">
                    <a16:creationId xmlns:a16="http://schemas.microsoft.com/office/drawing/2014/main" id="{1E9DF5DD-4735-43F2-9043-EFD9B77443B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>
                <a:extLst>
                  <a:ext uri="{FF2B5EF4-FFF2-40B4-BE49-F238E27FC236}">
                    <a16:creationId xmlns:a16="http://schemas.microsoft.com/office/drawing/2014/main" id="{BEBC5A92-E006-4E6F-86BF-6D2C988A3B4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>
                <a:extLst>
                  <a:ext uri="{FF2B5EF4-FFF2-40B4-BE49-F238E27FC236}">
                    <a16:creationId xmlns:a16="http://schemas.microsoft.com/office/drawing/2014/main" id="{71418712-72E5-43F3-B4AA-CC96E3FC162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4A454AEC-9AA3-447A-B8F5-97B4BC0EEF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43B71FF1-8C91-4DA2-83B6-05631EA655B2}"/>
                </a:ext>
              </a:extLst>
            </p:cNvPr>
            <p:cNvGrpSpPr/>
            <p:nvPr/>
          </p:nvGrpSpPr>
          <p:grpSpPr>
            <a:xfrm>
              <a:off x="230188" y="6913495"/>
              <a:ext cx="5469052" cy="261030"/>
              <a:chOff x="291320" y="533401"/>
              <a:chExt cx="5407920" cy="258112"/>
            </a:xfrm>
          </p:grpSpPr>
          <p:cxnSp>
            <p:nvCxnSpPr>
              <p:cNvPr id="95" name="직선 연결선 94">
                <a:extLst>
                  <a:ext uri="{FF2B5EF4-FFF2-40B4-BE49-F238E27FC236}">
                    <a16:creationId xmlns:a16="http://schemas.microsoft.com/office/drawing/2014/main" id="{F0217E22-822C-47D0-A390-03D2EA129A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73EEB767-49E2-4F56-A09D-6EE9085F86A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0305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>
                <a:extLst>
                  <a:ext uri="{FF2B5EF4-FFF2-40B4-BE49-F238E27FC236}">
                    <a16:creationId xmlns:a16="http://schemas.microsoft.com/office/drawing/2014/main" id="{E8C22994-8B9F-44C5-8BE7-14880E10332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0701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>
                <a:extLst>
                  <a:ext uri="{FF2B5EF4-FFF2-40B4-BE49-F238E27FC236}">
                    <a16:creationId xmlns:a16="http://schemas.microsoft.com/office/drawing/2014/main" id="{C49FA9F2-39D1-4961-80F9-9C36C9F57CE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2939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B50B833C-6F05-4DA2-AE23-EED6B3BCD0A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4384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C62DFFE7-490C-433D-8DD4-38172FC8A27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8464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1F207F40-126A-4377-8E82-5BD86D7C5EB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2543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F85841A3-3FE1-4048-B3A4-6139BA01A12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622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05A61F97-7E55-4401-A08C-A06E4BB360C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4780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235DEB59-56B4-428B-A626-2FEFD9CD337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1820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AA813B7B-A6A6-475E-B6C3-E24CC1BFA57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48860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DC4DDC24-BDAD-4722-9EB3-9BCDB988E7E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75899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82680E05-C466-47E5-899E-1BDBDADFA38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9978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>
                <a:extLst>
                  <a:ext uri="{FF2B5EF4-FFF2-40B4-BE49-F238E27FC236}">
                    <a16:creationId xmlns:a16="http://schemas.microsoft.com/office/drawing/2014/main" id="{24E6125D-E2E9-4F95-A67A-35702703BC2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3266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8F0D7276-37AD-4AC4-936E-28A01DE112B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7345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066780E6-C379-48B9-A9BC-96C96AFE9BC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77412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>
                <a:extLst>
                  <a:ext uri="{FF2B5EF4-FFF2-40B4-BE49-F238E27FC236}">
                    <a16:creationId xmlns:a16="http://schemas.microsoft.com/office/drawing/2014/main" id="{95E20A88-710D-44CC-B638-F7116CA959B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24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5473FB3F-2F25-4CD2-A888-1715F42394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55036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>
                <a:extLst>
                  <a:ext uri="{FF2B5EF4-FFF2-40B4-BE49-F238E27FC236}">
                    <a16:creationId xmlns:a16="http://schemas.microsoft.com/office/drawing/2014/main" id="{1E01D6A3-6C4A-4A8F-9CE0-34B8102A7D6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595828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CE2AA092-FA51-457E-A31E-0465F06655A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36620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52AA0261-EF1F-4FA7-83A2-95B1125C283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226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CE3D28EF-E6E7-4F40-A2A4-76BFEF41232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70184" y="662457"/>
                <a:ext cx="258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A63C533E-731F-4941-9A3B-13125645CC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B73013B8-974C-494D-B057-1EC9499305D1}"/>
                </a:ext>
              </a:extLst>
            </p:cNvPr>
            <p:cNvCxnSpPr>
              <a:cxnSpLocks/>
            </p:cNvCxnSpPr>
            <p:nvPr/>
          </p:nvCxnSpPr>
          <p:spPr>
            <a:xfrm>
              <a:off x="236054" y="7478337"/>
              <a:ext cx="5462129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10999F9-FC59-4C09-AD31-7C9CD57B6B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6578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DC051E0-6662-4E28-8CAD-911CA2D83B3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381104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2C039998-5B7D-4419-8AAE-8004B1C577D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1820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148B9F3B-191C-487E-ACE6-1ABFD27E28C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93483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33A80EB3-8D19-44BE-AD18-F17A4D88C3A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40389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2F6C5332-BF40-420F-AEBB-619BFF30F29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287294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5E86E8C9-C8EF-45F8-A443-3AA77333502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34199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813DFF9C-E41D-4E50-9387-C79D590E5C2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28009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BDE1581-6498-4372-A7C1-8AD691B5155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01462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D3FF0735-E202-45C6-97CC-60DA43B1E2B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74915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03216AFB-86CA-4C59-AAE1-4612CAA211C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48367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35A31D33-EFE7-4333-9A90-FFD08160783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5272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D220D78-10A4-44A2-81DA-282EAED6B4F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73126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69EFEA7D-4B93-4972-897D-52D43E4DAB9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20031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447E2D69-4713-4EDB-95CF-32445C41CD7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54557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F6B788A3-CB35-4343-A550-2C59C4F8BFC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466936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B0719946-D336-4A38-B9B9-00B256682B9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13841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BC812540-39EF-41C0-9823-117440DE10B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60746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B8D06176-ED30-4054-8859-8634817EF98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07652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F80B5F73-9A23-4A3C-A9DD-974589FDAF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9673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466F5948-E066-4D9B-ACCF-E796E43D56D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68725" y="7347823"/>
              <a:ext cx="26103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54843572-888C-4AA0-94EF-6A7B2F61D3EF}"/>
                </a:ext>
              </a:extLst>
            </p:cNvPr>
            <p:cNvCxnSpPr>
              <a:cxnSpLocks/>
            </p:cNvCxnSpPr>
            <p:nvPr/>
          </p:nvCxnSpPr>
          <p:spPr>
            <a:xfrm>
              <a:off x="236054" y="7217906"/>
              <a:ext cx="5462129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8CBDB0D6-7C00-4A4E-B035-9FDB1B4CE7BE}"/>
                </a:ext>
              </a:extLst>
            </p:cNvPr>
            <p:cNvCxnSpPr>
              <a:cxnSpLocks/>
            </p:cNvCxnSpPr>
            <p:nvPr/>
          </p:nvCxnSpPr>
          <p:spPr>
            <a:xfrm>
              <a:off x="236054" y="501106"/>
              <a:ext cx="5462129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01230247-245C-41C6-A26C-E29E98ED43C2}"/>
                </a:ext>
              </a:extLst>
            </p:cNvPr>
            <p:cNvCxnSpPr>
              <a:cxnSpLocks/>
            </p:cNvCxnSpPr>
            <p:nvPr/>
          </p:nvCxnSpPr>
          <p:spPr>
            <a:xfrm>
              <a:off x="236054" y="7517809"/>
              <a:ext cx="5462129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A978D97F-C172-4D6A-9CA6-72E923896B53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2ADCCDD8-B05B-43EA-A2AF-9A9C5602AE26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9" name="TextBox 185">
            <a:hlinkClick r:id="rId2"/>
            <a:extLst>
              <a:ext uri="{FF2B5EF4-FFF2-40B4-BE49-F238E27FC236}">
                <a16:creationId xmlns:a16="http://schemas.microsoft.com/office/drawing/2014/main" id="{85444CD1-912D-4321-AAB1-C1D6E26E7875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0" name="TextBox 186">
            <a:hlinkClick r:id="rId3"/>
            <a:extLst>
              <a:ext uri="{FF2B5EF4-FFF2-40B4-BE49-F238E27FC236}">
                <a16:creationId xmlns:a16="http://schemas.microsoft.com/office/drawing/2014/main" id="{CF06EFD8-3EF3-4653-8D37-052376CF48D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1" name="TextBox 184">
            <a:hlinkClick r:id="rId4"/>
            <a:extLst>
              <a:ext uri="{FF2B5EF4-FFF2-40B4-BE49-F238E27FC236}">
                <a16:creationId xmlns:a16="http://schemas.microsoft.com/office/drawing/2014/main" id="{2B838192-75CF-4D7E-9103-966B627046B9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52</cp:revision>
  <dcterms:created xsi:type="dcterms:W3CDTF">2021-10-29T04:43:38Z</dcterms:created>
  <dcterms:modified xsi:type="dcterms:W3CDTF">2021-12-19T08:42:10Z</dcterms:modified>
</cp:coreProperties>
</file>
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83" name="그룹 23882">
            <a:extLst>
              <a:ext uri="{FF2B5EF4-FFF2-40B4-BE49-F238E27FC236}">
                <a16:creationId xmlns:a16="http://schemas.microsoft.com/office/drawing/2014/main" id="{8519D18C-7D5A-413D-A45C-91DE708D884B}"/>
              </a:ext>
            </a:extLst>
          </p:cNvPr>
          <p:cNvGrpSpPr/>
          <p:nvPr/>
        </p:nvGrpSpPr>
        <p:grpSpPr>
          <a:xfrm>
            <a:off x="304367" y="533400"/>
            <a:ext cx="5468217" cy="6953631"/>
            <a:chOff x="229705" y="533400"/>
            <a:chExt cx="5468217" cy="6953631"/>
          </a:xfrm>
        </p:grpSpPr>
        <p:cxnSp>
          <p:nvCxnSpPr>
            <p:cNvPr id="5202" name="직선 연결선 5201">
              <a:extLst>
                <a:ext uri="{FF2B5EF4-FFF2-40B4-BE49-F238E27FC236}">
                  <a16:creationId xmlns:a16="http://schemas.microsoft.com/office/drawing/2014/main" id="{52065A49-42BA-45B5-9951-663C6C9F2F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3" name="직선 연결선 5202">
              <a:extLst>
                <a:ext uri="{FF2B5EF4-FFF2-40B4-BE49-F238E27FC236}">
                  <a16:creationId xmlns:a16="http://schemas.microsoft.com/office/drawing/2014/main" id="{B86D6023-3754-46F1-828F-A140DED53FF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4" name="직선 연결선 5203">
              <a:extLst>
                <a:ext uri="{FF2B5EF4-FFF2-40B4-BE49-F238E27FC236}">
                  <a16:creationId xmlns:a16="http://schemas.microsoft.com/office/drawing/2014/main" id="{54D6C005-6657-4409-9912-B6A777F0D3F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5" name="직선 연결선 5204">
              <a:extLst>
                <a:ext uri="{FF2B5EF4-FFF2-40B4-BE49-F238E27FC236}">
                  <a16:creationId xmlns:a16="http://schemas.microsoft.com/office/drawing/2014/main" id="{0937D015-C702-40CE-9FDF-E8BE5279C8B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6" name="직선 연결선 5205">
              <a:extLst>
                <a:ext uri="{FF2B5EF4-FFF2-40B4-BE49-F238E27FC236}">
                  <a16:creationId xmlns:a16="http://schemas.microsoft.com/office/drawing/2014/main" id="{7DF5BAFE-0EBE-4410-802F-34B9AEEC9D2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7" name="직선 연결선 5206">
              <a:extLst>
                <a:ext uri="{FF2B5EF4-FFF2-40B4-BE49-F238E27FC236}">
                  <a16:creationId xmlns:a16="http://schemas.microsoft.com/office/drawing/2014/main" id="{765BF28A-ED09-4B8A-BDFB-E6FC83650B43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533992"/>
              <a:ext cx="388944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8" name="직선 연결선 5207">
              <a:extLst>
                <a:ext uri="{FF2B5EF4-FFF2-40B4-BE49-F238E27FC236}">
                  <a16:creationId xmlns:a16="http://schemas.microsoft.com/office/drawing/2014/main" id="{9C49AB6B-3BCB-4FE8-BEC7-4C4D3891E494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104903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9" name="직선 연결선 5208">
              <a:extLst>
                <a:ext uri="{FF2B5EF4-FFF2-40B4-BE49-F238E27FC236}">
                  <a16:creationId xmlns:a16="http://schemas.microsoft.com/office/drawing/2014/main" id="{84B0333B-ACD3-4FB4-B6AF-33D506EAE8FD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362423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0" name="직선 연결선 5209">
              <a:extLst>
                <a:ext uri="{FF2B5EF4-FFF2-40B4-BE49-F238E27FC236}">
                  <a16:creationId xmlns:a16="http://schemas.microsoft.com/office/drawing/2014/main" id="{15C19990-8A89-49FD-9552-626B6512288C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516935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1" name="직선 연결선 5210">
              <a:extLst>
                <a:ext uri="{FF2B5EF4-FFF2-40B4-BE49-F238E27FC236}">
                  <a16:creationId xmlns:a16="http://schemas.microsoft.com/office/drawing/2014/main" id="{AF52BDD3-D603-443E-B824-FD7735E35C98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156407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2" name="직선 연결선 5211">
              <a:extLst>
                <a:ext uri="{FF2B5EF4-FFF2-40B4-BE49-F238E27FC236}">
                  <a16:creationId xmlns:a16="http://schemas.microsoft.com/office/drawing/2014/main" id="{6CF10410-D556-4F03-83E5-E8F94D76DEE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207911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3" name="직선 연결선 5212">
              <a:extLst>
                <a:ext uri="{FF2B5EF4-FFF2-40B4-BE49-F238E27FC236}">
                  <a16:creationId xmlns:a16="http://schemas.microsoft.com/office/drawing/2014/main" id="{22DC299C-CCB9-49C5-8248-CA490FA256A6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259415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4" name="직선 연결선 5213">
              <a:extLst>
                <a:ext uri="{FF2B5EF4-FFF2-40B4-BE49-F238E27FC236}">
                  <a16:creationId xmlns:a16="http://schemas.microsoft.com/office/drawing/2014/main" id="{EDC81B9A-3CE9-4367-B133-9AB335D39302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310919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5" name="직선 연결선 5214">
              <a:extLst>
                <a:ext uri="{FF2B5EF4-FFF2-40B4-BE49-F238E27FC236}">
                  <a16:creationId xmlns:a16="http://schemas.microsoft.com/office/drawing/2014/main" id="{D00EC15A-0CEC-4D64-B284-5B98FECD83C1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413927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6" name="직선 연결선 5215">
              <a:extLst>
                <a:ext uri="{FF2B5EF4-FFF2-40B4-BE49-F238E27FC236}">
                  <a16:creationId xmlns:a16="http://schemas.microsoft.com/office/drawing/2014/main" id="{012FD007-BE03-4525-BD50-FDA44B3F0DFF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439679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7" name="직선 연결선 5216">
              <a:extLst>
                <a:ext uri="{FF2B5EF4-FFF2-40B4-BE49-F238E27FC236}">
                  <a16:creationId xmlns:a16="http://schemas.microsoft.com/office/drawing/2014/main" id="{3B491467-B4AE-4565-9D59-B09250EF01CE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465431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8" name="직선 연결선 5217">
              <a:extLst>
                <a:ext uri="{FF2B5EF4-FFF2-40B4-BE49-F238E27FC236}">
                  <a16:creationId xmlns:a16="http://schemas.microsoft.com/office/drawing/2014/main" id="{C7E6BA55-CD30-4F4E-B099-76AD59114FCF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491183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9" name="직선 연결선 5218">
              <a:extLst>
                <a:ext uri="{FF2B5EF4-FFF2-40B4-BE49-F238E27FC236}">
                  <a16:creationId xmlns:a16="http://schemas.microsoft.com/office/drawing/2014/main" id="{18F95450-9B9E-4DEA-B37D-AB9E554CF350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542687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0" name="직선 연결선 5219">
              <a:extLst>
                <a:ext uri="{FF2B5EF4-FFF2-40B4-BE49-F238E27FC236}">
                  <a16:creationId xmlns:a16="http://schemas.microsoft.com/office/drawing/2014/main" id="{B9CF3CBC-11D0-4912-9553-A0FB395D0F01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568439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1" name="직선 연결선 5220">
              <a:extLst>
                <a:ext uri="{FF2B5EF4-FFF2-40B4-BE49-F238E27FC236}">
                  <a16:creationId xmlns:a16="http://schemas.microsoft.com/office/drawing/2014/main" id="{C54E0A6D-8B2B-4E16-B532-CB064E8BD383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594191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2" name="직선 연결선 5221">
              <a:extLst>
                <a:ext uri="{FF2B5EF4-FFF2-40B4-BE49-F238E27FC236}">
                  <a16:creationId xmlns:a16="http://schemas.microsoft.com/office/drawing/2014/main" id="{B693094D-99D7-4E39-B6A5-C85B23F24927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619943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3" name="직선 연결선 5222">
              <a:extLst>
                <a:ext uri="{FF2B5EF4-FFF2-40B4-BE49-F238E27FC236}">
                  <a16:creationId xmlns:a16="http://schemas.microsoft.com/office/drawing/2014/main" id="{5007E26E-5C38-4EBB-921C-8122D43AC984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79151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4" name="직선 연결선 5223">
              <a:extLst>
                <a:ext uri="{FF2B5EF4-FFF2-40B4-BE49-F238E27FC236}">
                  <a16:creationId xmlns:a16="http://schemas.microsoft.com/office/drawing/2014/main" id="{D46BA865-8B9B-4DD4-940B-925BB36998CB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130655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5" name="직선 연결선 5224">
              <a:extLst>
                <a:ext uri="{FF2B5EF4-FFF2-40B4-BE49-F238E27FC236}">
                  <a16:creationId xmlns:a16="http://schemas.microsoft.com/office/drawing/2014/main" id="{C9D35C64-E04D-4CBF-815F-D5DEEEE3DD83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388175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6" name="직선 연결선 5225">
              <a:extLst>
                <a:ext uri="{FF2B5EF4-FFF2-40B4-BE49-F238E27FC236}">
                  <a16:creationId xmlns:a16="http://schemas.microsoft.com/office/drawing/2014/main" id="{E945E1E3-613A-4EE3-83EA-098B21029BAD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182159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7" name="직선 연결선 5226">
              <a:extLst>
                <a:ext uri="{FF2B5EF4-FFF2-40B4-BE49-F238E27FC236}">
                  <a16:creationId xmlns:a16="http://schemas.microsoft.com/office/drawing/2014/main" id="{95DB0C4E-8A0C-4F4B-9C6B-F5334597C320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233663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8" name="직선 연결선 5227">
              <a:extLst>
                <a:ext uri="{FF2B5EF4-FFF2-40B4-BE49-F238E27FC236}">
                  <a16:creationId xmlns:a16="http://schemas.microsoft.com/office/drawing/2014/main" id="{D2E88361-D2E3-483E-826B-A70538BE2242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285167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9" name="직선 연결선 5228">
              <a:extLst>
                <a:ext uri="{FF2B5EF4-FFF2-40B4-BE49-F238E27FC236}">
                  <a16:creationId xmlns:a16="http://schemas.microsoft.com/office/drawing/2014/main" id="{02C65048-9153-4E5F-AFD1-AD6467FEF3D4}"/>
                </a:ext>
              </a:extLst>
            </p:cNvPr>
            <p:cNvCxnSpPr>
              <a:cxnSpLocks/>
            </p:cNvCxnSpPr>
            <p:nvPr/>
          </p:nvCxnSpPr>
          <p:spPr>
            <a:xfrm>
              <a:off x="1808480" y="3366712"/>
              <a:ext cx="388944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30" name="직사각형 5229">
              <a:extLst>
                <a:ext uri="{FF2B5EF4-FFF2-40B4-BE49-F238E27FC236}">
                  <a16:creationId xmlns:a16="http://schemas.microsoft.com/office/drawing/2014/main" id="{6D65945B-9646-43A0-AA00-62F18D6D7AAE}"/>
                </a:ext>
              </a:extLst>
            </p:cNvPr>
            <p:cNvSpPr/>
            <p:nvPr/>
          </p:nvSpPr>
          <p:spPr>
            <a:xfrm>
              <a:off x="230187" y="533400"/>
              <a:ext cx="1490239" cy="1769533"/>
            </a:xfrm>
            <a:prstGeom prst="rect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1" name="직사각형 5230">
              <a:extLst>
                <a:ext uri="{FF2B5EF4-FFF2-40B4-BE49-F238E27FC236}">
                  <a16:creationId xmlns:a16="http://schemas.microsoft.com/office/drawing/2014/main" id="{6DB60567-9365-441E-9662-F9C8A26BB92E}"/>
                </a:ext>
              </a:extLst>
            </p:cNvPr>
            <p:cNvSpPr/>
            <p:nvPr/>
          </p:nvSpPr>
          <p:spPr>
            <a:xfrm>
              <a:off x="342337" y="666568"/>
              <a:ext cx="1265939" cy="1503196"/>
            </a:xfrm>
            <a:prstGeom prst="rect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2" name="TextBox 5231">
              <a:extLst>
                <a:ext uri="{FF2B5EF4-FFF2-40B4-BE49-F238E27FC236}">
                  <a16:creationId xmlns:a16="http://schemas.microsoft.com/office/drawing/2014/main" id="{7C38F5CB-EE61-4446-92BE-63E209AA73C1}"/>
                </a:ext>
              </a:extLst>
            </p:cNvPr>
            <p:cNvSpPr txBox="1"/>
            <p:nvPr/>
          </p:nvSpPr>
          <p:spPr>
            <a:xfrm>
              <a:off x="550350" y="1219200"/>
              <a:ext cx="84991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Image here</a:t>
              </a:r>
              <a:endParaRPr lang="ko-KR" altLang="en-US" sz="1000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5233" name="그룹 5232">
              <a:extLst>
                <a:ext uri="{FF2B5EF4-FFF2-40B4-BE49-F238E27FC236}">
                  <a16:creationId xmlns:a16="http://schemas.microsoft.com/office/drawing/2014/main" id="{5160A64D-12DB-45A6-9F8E-4401543795D3}"/>
                </a:ext>
              </a:extLst>
            </p:cNvPr>
            <p:cNvGrpSpPr/>
            <p:nvPr/>
          </p:nvGrpSpPr>
          <p:grpSpPr>
            <a:xfrm>
              <a:off x="528264" y="2431629"/>
              <a:ext cx="894085" cy="149013"/>
              <a:chOff x="284480" y="2153920"/>
              <a:chExt cx="894085" cy="149013"/>
            </a:xfrm>
          </p:grpSpPr>
          <p:sp>
            <p:nvSpPr>
              <p:cNvPr id="5234" name="별: 꼭짓점 5개 5233">
                <a:extLst>
                  <a:ext uri="{FF2B5EF4-FFF2-40B4-BE49-F238E27FC236}">
                    <a16:creationId xmlns:a16="http://schemas.microsoft.com/office/drawing/2014/main" id="{2BB364BD-86D2-4D63-8698-E3F0966EFE9F}"/>
                  </a:ext>
                </a:extLst>
              </p:cNvPr>
              <p:cNvSpPr/>
              <p:nvPr/>
            </p:nvSpPr>
            <p:spPr>
              <a:xfrm>
                <a:off x="284480" y="2153920"/>
                <a:ext cx="149013" cy="149013"/>
              </a:xfrm>
              <a:prstGeom prst="star5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35" name="별: 꼭짓점 5개 5234">
                <a:extLst>
                  <a:ext uri="{FF2B5EF4-FFF2-40B4-BE49-F238E27FC236}">
                    <a16:creationId xmlns:a16="http://schemas.microsoft.com/office/drawing/2014/main" id="{6AAB2E1A-3D08-4DDA-966C-7F79DCCBA06A}"/>
                  </a:ext>
                </a:extLst>
              </p:cNvPr>
              <p:cNvSpPr/>
              <p:nvPr/>
            </p:nvSpPr>
            <p:spPr>
              <a:xfrm>
                <a:off x="470748" y="2153920"/>
                <a:ext cx="149013" cy="149013"/>
              </a:xfrm>
              <a:prstGeom prst="star5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36" name="별: 꼭짓점 5개 5235">
                <a:extLst>
                  <a:ext uri="{FF2B5EF4-FFF2-40B4-BE49-F238E27FC236}">
                    <a16:creationId xmlns:a16="http://schemas.microsoft.com/office/drawing/2014/main" id="{6FE7DC6F-54D6-4937-925D-BC29BD89F46C}"/>
                  </a:ext>
                </a:extLst>
              </p:cNvPr>
              <p:cNvSpPr/>
              <p:nvPr/>
            </p:nvSpPr>
            <p:spPr>
              <a:xfrm>
                <a:off x="657016" y="2153920"/>
                <a:ext cx="149013" cy="149013"/>
              </a:xfrm>
              <a:prstGeom prst="star5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37" name="별: 꼭짓점 5개 5236">
                <a:extLst>
                  <a:ext uri="{FF2B5EF4-FFF2-40B4-BE49-F238E27FC236}">
                    <a16:creationId xmlns:a16="http://schemas.microsoft.com/office/drawing/2014/main" id="{58E983B5-F8C0-4704-8E86-7A3E05259156}"/>
                  </a:ext>
                </a:extLst>
              </p:cNvPr>
              <p:cNvSpPr/>
              <p:nvPr/>
            </p:nvSpPr>
            <p:spPr>
              <a:xfrm>
                <a:off x="843284" y="2153920"/>
                <a:ext cx="149013" cy="149013"/>
              </a:xfrm>
              <a:prstGeom prst="star5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38" name="별: 꼭짓점 5개 5237">
                <a:extLst>
                  <a:ext uri="{FF2B5EF4-FFF2-40B4-BE49-F238E27FC236}">
                    <a16:creationId xmlns:a16="http://schemas.microsoft.com/office/drawing/2014/main" id="{E9CC7363-EAF8-4921-9583-593DC020F79B}"/>
                  </a:ext>
                </a:extLst>
              </p:cNvPr>
              <p:cNvSpPr/>
              <p:nvPr/>
            </p:nvSpPr>
            <p:spPr>
              <a:xfrm>
                <a:off x="1029552" y="2153920"/>
                <a:ext cx="149013" cy="149013"/>
              </a:xfrm>
              <a:prstGeom prst="star5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239" name="직선 연결선 5238">
              <a:extLst>
                <a:ext uri="{FF2B5EF4-FFF2-40B4-BE49-F238E27FC236}">
                  <a16:creationId xmlns:a16="http://schemas.microsoft.com/office/drawing/2014/main" id="{8D8BA26B-11DA-4848-84C6-82B9AC537477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2852945"/>
              <a:ext cx="149023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0" name="직선 연결선 5239">
              <a:extLst>
                <a:ext uri="{FF2B5EF4-FFF2-40B4-BE49-F238E27FC236}">
                  <a16:creationId xmlns:a16="http://schemas.microsoft.com/office/drawing/2014/main" id="{6F2808CE-2E44-408C-920A-C7D6A5C4CFB5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3367621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1" name="직선 연결선 5240">
              <a:extLst>
                <a:ext uri="{FF2B5EF4-FFF2-40B4-BE49-F238E27FC236}">
                  <a16:creationId xmlns:a16="http://schemas.microsoft.com/office/drawing/2014/main" id="{5EB80605-749B-49B8-B264-0BF2E04C9CC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4654312"/>
              <a:ext cx="149023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2" name="직선 연결선 5241">
              <a:extLst>
                <a:ext uri="{FF2B5EF4-FFF2-40B4-BE49-F238E27FC236}">
                  <a16:creationId xmlns:a16="http://schemas.microsoft.com/office/drawing/2014/main" id="{3C339386-009A-4990-8906-E13EA8DDF95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3110283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3" name="직선 연결선 5242">
              <a:extLst>
                <a:ext uri="{FF2B5EF4-FFF2-40B4-BE49-F238E27FC236}">
                  <a16:creationId xmlns:a16="http://schemas.microsoft.com/office/drawing/2014/main" id="{02C17A33-1561-40F5-8217-728CE6AEF6F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3624959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44" name="TextBox 5243">
              <a:extLst>
                <a:ext uri="{FF2B5EF4-FFF2-40B4-BE49-F238E27FC236}">
                  <a16:creationId xmlns:a16="http://schemas.microsoft.com/office/drawing/2014/main" id="{58A05510-6CCC-4703-A988-99A665803B98}"/>
                </a:ext>
              </a:extLst>
            </p:cNvPr>
            <p:cNvSpPr txBox="1"/>
            <p:nvPr/>
          </p:nvSpPr>
          <p:spPr>
            <a:xfrm>
              <a:off x="238891" y="2722268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Information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5245" name="직선 연결선 5244">
              <a:extLst>
                <a:ext uri="{FF2B5EF4-FFF2-40B4-BE49-F238E27FC236}">
                  <a16:creationId xmlns:a16="http://schemas.microsoft.com/office/drawing/2014/main" id="{77B7B859-54D1-4E73-A573-9AB19261870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3882297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6" name="직선 연결선 5245">
              <a:extLst>
                <a:ext uri="{FF2B5EF4-FFF2-40B4-BE49-F238E27FC236}">
                  <a16:creationId xmlns:a16="http://schemas.microsoft.com/office/drawing/2014/main" id="{D4441E2F-CC50-4E75-AB0C-8F98C5742AE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4139635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7" name="직선 연결선 5246">
              <a:extLst>
                <a:ext uri="{FF2B5EF4-FFF2-40B4-BE49-F238E27FC236}">
                  <a16:creationId xmlns:a16="http://schemas.microsoft.com/office/drawing/2014/main" id="{B92490F6-989A-4DCF-A539-188C69E7BB79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4396973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8" name="직선 연결선 5247">
              <a:extLst>
                <a:ext uri="{FF2B5EF4-FFF2-40B4-BE49-F238E27FC236}">
                  <a16:creationId xmlns:a16="http://schemas.microsoft.com/office/drawing/2014/main" id="{C5FAB136-3258-46B8-BC85-3BA48C09F67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4918665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9" name="직선 연결선 5248">
              <a:extLst>
                <a:ext uri="{FF2B5EF4-FFF2-40B4-BE49-F238E27FC236}">
                  <a16:creationId xmlns:a16="http://schemas.microsoft.com/office/drawing/2014/main" id="{28212540-6AA6-46E1-95AF-465D9D8484CD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5176003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0" name="직선 연결선 5249">
              <a:extLst>
                <a:ext uri="{FF2B5EF4-FFF2-40B4-BE49-F238E27FC236}">
                  <a16:creationId xmlns:a16="http://schemas.microsoft.com/office/drawing/2014/main" id="{E16B4A0C-AF6C-4482-B6F9-E20C5A0A33E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5433341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1" name="직선 연결선 5250">
              <a:extLst>
                <a:ext uri="{FF2B5EF4-FFF2-40B4-BE49-F238E27FC236}">
                  <a16:creationId xmlns:a16="http://schemas.microsoft.com/office/drawing/2014/main" id="{27A76A7F-19D2-4FE3-B5E7-73FDA76F24E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5688705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52" name="TextBox 5251">
              <a:extLst>
                <a:ext uri="{FF2B5EF4-FFF2-40B4-BE49-F238E27FC236}">
                  <a16:creationId xmlns:a16="http://schemas.microsoft.com/office/drawing/2014/main" id="{51D5C78C-1699-41EE-8473-E4EADA2B9AB5}"/>
                </a:ext>
              </a:extLst>
            </p:cNvPr>
            <p:cNvSpPr txBox="1"/>
            <p:nvPr/>
          </p:nvSpPr>
          <p:spPr>
            <a:xfrm>
              <a:off x="238891" y="6326275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Key word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53" name="TextBox 5252">
              <a:extLst>
                <a:ext uri="{FF2B5EF4-FFF2-40B4-BE49-F238E27FC236}">
                  <a16:creationId xmlns:a16="http://schemas.microsoft.com/office/drawing/2014/main" id="{267965A1-68CB-4A55-B6EF-91AFFE8BECD3}"/>
                </a:ext>
              </a:extLst>
            </p:cNvPr>
            <p:cNvSpPr txBox="1"/>
            <p:nvPr/>
          </p:nvSpPr>
          <p:spPr>
            <a:xfrm>
              <a:off x="238891" y="4523635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Etc.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5254" name="직선 연결선 5253">
              <a:extLst>
                <a:ext uri="{FF2B5EF4-FFF2-40B4-BE49-F238E27FC236}">
                  <a16:creationId xmlns:a16="http://schemas.microsoft.com/office/drawing/2014/main" id="{CDBEDCA5-A1D5-4B4A-82FE-1B7232C017C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5944069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5" name="직선 연결선 5254">
              <a:extLst>
                <a:ext uri="{FF2B5EF4-FFF2-40B4-BE49-F238E27FC236}">
                  <a16:creationId xmlns:a16="http://schemas.microsoft.com/office/drawing/2014/main" id="{9E33F68B-9260-489A-849E-308A8951886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7" y="6199432"/>
              <a:ext cx="149023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185">
            <a:hlinkClick r:id="rId2"/>
            <a:extLst>
              <a:ext uri="{FF2B5EF4-FFF2-40B4-BE49-F238E27FC236}">
                <a16:creationId xmlns:a16="http://schemas.microsoft.com/office/drawing/2014/main" id="{7229FCBD-42BE-409E-B2D0-41891642F38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TextBox 186">
            <a:hlinkClick r:id="rId3"/>
            <a:extLst>
              <a:ext uri="{FF2B5EF4-FFF2-40B4-BE49-F238E27FC236}">
                <a16:creationId xmlns:a16="http://schemas.microsoft.com/office/drawing/2014/main" id="{567050F4-A0C1-4FFB-ABB9-7C2AD3BE5617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" name="TextBox 184">
            <a:hlinkClick r:id="rId4"/>
            <a:extLst>
              <a:ext uri="{FF2B5EF4-FFF2-40B4-BE49-F238E27FC236}">
                <a16:creationId xmlns:a16="http://schemas.microsoft.com/office/drawing/2014/main" id="{186F9D7E-2FE8-49EC-AFEF-64DBA2266DD5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</TotalTime>
  <Words>15</Words>
  <Application>Microsoft Office PowerPoint</Application>
  <PresentationFormat>사용자 지정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나눔고딕</vt:lpstr>
      <vt:lpstr>나눔고딕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84</cp:revision>
  <dcterms:created xsi:type="dcterms:W3CDTF">2021-10-29T04:43:38Z</dcterms:created>
  <dcterms:modified xsi:type="dcterms:W3CDTF">2021-12-19T07:41:50Z</dcterms:modified>
</cp:coreProperties>
</file>
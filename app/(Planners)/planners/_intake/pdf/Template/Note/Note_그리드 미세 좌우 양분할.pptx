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그룹 1067">
            <a:extLst>
              <a:ext uri="{FF2B5EF4-FFF2-40B4-BE49-F238E27FC236}">
                <a16:creationId xmlns:a16="http://schemas.microsoft.com/office/drawing/2014/main" id="{4041C090-3EA0-4918-90D0-921048657771}"/>
              </a:ext>
            </a:extLst>
          </p:cNvPr>
          <p:cNvGrpSpPr/>
          <p:nvPr/>
        </p:nvGrpSpPr>
        <p:grpSpPr>
          <a:xfrm>
            <a:off x="330339" y="462531"/>
            <a:ext cx="5416272" cy="7024500"/>
            <a:chOff x="286028" y="462531"/>
            <a:chExt cx="5416272" cy="7024500"/>
          </a:xfrm>
        </p:grpSpPr>
        <p:grpSp>
          <p:nvGrpSpPr>
            <p:cNvPr id="965" name="그룹 964">
              <a:extLst>
                <a:ext uri="{FF2B5EF4-FFF2-40B4-BE49-F238E27FC236}">
                  <a16:creationId xmlns:a16="http://schemas.microsoft.com/office/drawing/2014/main" id="{E73A1960-172C-41E5-BB6E-AFD30EA0F5D1}"/>
                </a:ext>
              </a:extLst>
            </p:cNvPr>
            <p:cNvGrpSpPr/>
            <p:nvPr/>
          </p:nvGrpSpPr>
          <p:grpSpPr>
            <a:xfrm>
              <a:off x="291320" y="533399"/>
              <a:ext cx="5407920" cy="6953632"/>
              <a:chOff x="291320" y="533399"/>
              <a:chExt cx="5407920" cy="6953632"/>
            </a:xfrm>
          </p:grpSpPr>
          <p:cxnSp>
            <p:nvCxnSpPr>
              <p:cNvPr id="966" name="직선 연결선 965">
                <a:extLst>
                  <a:ext uri="{FF2B5EF4-FFF2-40B4-BE49-F238E27FC236}">
                    <a16:creationId xmlns:a16="http://schemas.microsoft.com/office/drawing/2014/main" id="{211E20E6-B447-4766-B592-5F85BBBA37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0490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7" name="직선 연결선 966">
                <a:extLst>
                  <a:ext uri="{FF2B5EF4-FFF2-40B4-BE49-F238E27FC236}">
                    <a16:creationId xmlns:a16="http://schemas.microsoft.com/office/drawing/2014/main" id="{64C594F5-BEB3-435B-AA48-D71A67E83B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6242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8" name="직선 연결선 967">
                <a:extLst>
                  <a:ext uri="{FF2B5EF4-FFF2-40B4-BE49-F238E27FC236}">
                    <a16:creationId xmlns:a16="http://schemas.microsoft.com/office/drawing/2014/main" id="{88744E9A-AA0A-4670-B4D5-AB2F78F80F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1693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9" name="직선 연결선 968">
                <a:extLst>
                  <a:ext uri="{FF2B5EF4-FFF2-40B4-BE49-F238E27FC236}">
                    <a16:creationId xmlns:a16="http://schemas.microsoft.com/office/drawing/2014/main" id="{EC50FEAD-B817-4635-843B-DF73AD12EA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4569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0" name="직선 연결선 969">
                <a:extLst>
                  <a:ext uri="{FF2B5EF4-FFF2-40B4-BE49-F238E27FC236}">
                    <a16:creationId xmlns:a16="http://schemas.microsoft.com/office/drawing/2014/main" id="{9DB85380-1D30-4D90-AA4B-8F22194289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5640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1" name="직선 연결선 970">
                <a:extLst>
                  <a:ext uri="{FF2B5EF4-FFF2-40B4-BE49-F238E27FC236}">
                    <a16:creationId xmlns:a16="http://schemas.microsoft.com/office/drawing/2014/main" id="{FEC77AF3-1A73-4B3C-8113-4ECA67CB7F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0791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2" name="직선 연결선 971">
                <a:extLst>
                  <a:ext uri="{FF2B5EF4-FFF2-40B4-BE49-F238E27FC236}">
                    <a16:creationId xmlns:a16="http://schemas.microsoft.com/office/drawing/2014/main" id="{1CD59C7A-D081-4EF7-8F1C-AE0D33C05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5941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3" name="직선 연결선 972">
                <a:extLst>
                  <a:ext uri="{FF2B5EF4-FFF2-40B4-BE49-F238E27FC236}">
                    <a16:creationId xmlns:a16="http://schemas.microsoft.com/office/drawing/2014/main" id="{9DF9677F-637C-4ACE-8FC5-3820CED1E8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1091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4" name="직선 연결선 973">
                <a:extLst>
                  <a:ext uri="{FF2B5EF4-FFF2-40B4-BE49-F238E27FC236}">
                    <a16:creationId xmlns:a16="http://schemas.microsoft.com/office/drawing/2014/main" id="{4E1028C3-E1E5-4D15-93D5-E89F35F02C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1392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5" name="직선 연결선 974">
                <a:extLst>
                  <a:ext uri="{FF2B5EF4-FFF2-40B4-BE49-F238E27FC236}">
                    <a16:creationId xmlns:a16="http://schemas.microsoft.com/office/drawing/2014/main" id="{9776D8EC-C0F4-4950-9A41-8C3F6F5E68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3967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6" name="직선 연결선 975">
                <a:extLst>
                  <a:ext uri="{FF2B5EF4-FFF2-40B4-BE49-F238E27FC236}">
                    <a16:creationId xmlns:a16="http://schemas.microsoft.com/office/drawing/2014/main" id="{A3DF6BEF-FF43-4B79-9550-FFF954FFC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6543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7" name="직선 연결선 976">
                <a:extLst>
                  <a:ext uri="{FF2B5EF4-FFF2-40B4-BE49-F238E27FC236}">
                    <a16:creationId xmlns:a16="http://schemas.microsoft.com/office/drawing/2014/main" id="{1C9F7F45-8675-4CD9-A7DA-A97E52EE60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9118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8" name="직선 연결선 977">
                <a:extLst>
                  <a:ext uri="{FF2B5EF4-FFF2-40B4-BE49-F238E27FC236}">
                    <a16:creationId xmlns:a16="http://schemas.microsoft.com/office/drawing/2014/main" id="{BF6918C7-181A-4959-9BA0-50A8203D8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4268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9" name="직선 연결선 978">
                <a:extLst>
                  <a:ext uri="{FF2B5EF4-FFF2-40B4-BE49-F238E27FC236}">
                    <a16:creationId xmlns:a16="http://schemas.microsoft.com/office/drawing/2014/main" id="{2D59E605-2637-4CF5-B16C-D28CE78AB7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6843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0" name="직선 연결선 979">
                <a:extLst>
                  <a:ext uri="{FF2B5EF4-FFF2-40B4-BE49-F238E27FC236}">
                    <a16:creationId xmlns:a16="http://schemas.microsoft.com/office/drawing/2014/main" id="{9CC6F58F-38F1-490C-86A4-25269A8519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9419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1" name="직선 연결선 980">
                <a:extLst>
                  <a:ext uri="{FF2B5EF4-FFF2-40B4-BE49-F238E27FC236}">
                    <a16:creationId xmlns:a16="http://schemas.microsoft.com/office/drawing/2014/main" id="{6956D5B7-E279-4BB8-B2F3-398F13C123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9719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2" name="직선 연결선 981">
                <a:extLst>
                  <a:ext uri="{FF2B5EF4-FFF2-40B4-BE49-F238E27FC236}">
                    <a16:creationId xmlns:a16="http://schemas.microsoft.com/office/drawing/2014/main" id="{2C26BB45-D465-427A-92F5-903B451B5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1994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3" name="직선 연결선 982">
                <a:extLst>
                  <a:ext uri="{FF2B5EF4-FFF2-40B4-BE49-F238E27FC236}">
                    <a16:creationId xmlns:a16="http://schemas.microsoft.com/office/drawing/2014/main" id="{819A1788-95A7-448D-924C-372B2E2FC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67144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직선 연결선 983">
                <a:extLst>
                  <a:ext uri="{FF2B5EF4-FFF2-40B4-BE49-F238E27FC236}">
                    <a16:creationId xmlns:a16="http://schemas.microsoft.com/office/drawing/2014/main" id="{30235F4F-812D-4504-9994-B0DDA48A8C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229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5" name="직선 연결선 984">
                <a:extLst>
                  <a:ext uri="{FF2B5EF4-FFF2-40B4-BE49-F238E27FC236}">
                    <a16:creationId xmlns:a16="http://schemas.microsoft.com/office/drawing/2014/main" id="{47EFE2DC-4E1D-452C-83DB-54EFF7DC53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5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6" name="직선 연결선 985">
                <a:extLst>
                  <a:ext uri="{FF2B5EF4-FFF2-40B4-BE49-F238E27FC236}">
                    <a16:creationId xmlns:a16="http://schemas.microsoft.com/office/drawing/2014/main" id="{7B0C676B-1E58-45EF-9A85-E63C88A889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3065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7" name="직선 연결선 986">
                <a:extLst>
                  <a:ext uri="{FF2B5EF4-FFF2-40B4-BE49-F238E27FC236}">
                    <a16:creationId xmlns:a16="http://schemas.microsoft.com/office/drawing/2014/main" id="{249E98D7-C2F7-4580-B31A-424D4CC579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88175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8" name="직선 연결선 987">
                <a:extLst>
                  <a:ext uri="{FF2B5EF4-FFF2-40B4-BE49-F238E27FC236}">
                    <a16:creationId xmlns:a16="http://schemas.microsoft.com/office/drawing/2014/main" id="{FFF391FF-EECA-43B3-BF3B-4039FCC5E3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82159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직선 연결선 988">
                <a:extLst>
                  <a:ext uri="{FF2B5EF4-FFF2-40B4-BE49-F238E27FC236}">
                    <a16:creationId xmlns:a16="http://schemas.microsoft.com/office/drawing/2014/main" id="{9AF8A1F2-B2E1-430D-A4E1-EC833FE431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33663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0" name="직선 연결선 989">
                <a:extLst>
                  <a:ext uri="{FF2B5EF4-FFF2-40B4-BE49-F238E27FC236}">
                    <a16:creationId xmlns:a16="http://schemas.microsoft.com/office/drawing/2014/main" id="{9331779D-B672-48D2-B12D-C42D6F21F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85167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1" name="직선 연결선 990">
                <a:extLst>
                  <a:ext uri="{FF2B5EF4-FFF2-40B4-BE49-F238E27FC236}">
                    <a16:creationId xmlns:a16="http://schemas.microsoft.com/office/drawing/2014/main" id="{84FCA268-9772-4272-8FD6-3197BBAFE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366712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2" name="직선 연결선 991">
                <a:extLst>
                  <a:ext uri="{FF2B5EF4-FFF2-40B4-BE49-F238E27FC236}">
                    <a16:creationId xmlns:a16="http://schemas.microsoft.com/office/drawing/2014/main" id="{9B5D79EB-8371-4AA3-AAC1-62B41518524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5926" y="-2034931"/>
                <a:ext cx="0" cy="5136659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3" name="직선 연결선 992">
                <a:extLst>
                  <a:ext uri="{FF2B5EF4-FFF2-40B4-BE49-F238E27FC236}">
                    <a16:creationId xmlns:a16="http://schemas.microsoft.com/office/drawing/2014/main" id="{37E64A7B-B70E-4A63-9920-BB4423957C8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0660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4" name="직선 연결선 993">
                <a:extLst>
                  <a:ext uri="{FF2B5EF4-FFF2-40B4-BE49-F238E27FC236}">
                    <a16:creationId xmlns:a16="http://schemas.microsoft.com/office/drawing/2014/main" id="{46F8A86E-C1B2-4334-8D9A-FAFD853F07A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55100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5" name="직선 연결선 994">
                <a:extLst>
                  <a:ext uri="{FF2B5EF4-FFF2-40B4-BE49-F238E27FC236}">
                    <a16:creationId xmlns:a16="http://schemas.microsoft.com/office/drawing/2014/main" id="{0ADECB35-D601-4DCA-A7AE-C0DA5B2CBD9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419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6" name="직선 연결선 995">
                <a:extLst>
                  <a:ext uri="{FF2B5EF4-FFF2-40B4-BE49-F238E27FC236}">
                    <a16:creationId xmlns:a16="http://schemas.microsoft.com/office/drawing/2014/main" id="{892B283E-B68C-490A-AB42-EDDAEB0AF5D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6931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7" name="직선 연결선 996">
                <a:extLst>
                  <a:ext uri="{FF2B5EF4-FFF2-40B4-BE49-F238E27FC236}">
                    <a16:creationId xmlns:a16="http://schemas.microsoft.com/office/drawing/2014/main" id="{E468439F-A4B5-4522-AC0C-0CF781FF513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03596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8" name="직선 연결선 997">
                <a:extLst>
                  <a:ext uri="{FF2B5EF4-FFF2-40B4-BE49-F238E27FC236}">
                    <a16:creationId xmlns:a16="http://schemas.microsoft.com/office/drawing/2014/main" id="{27AE45AD-488C-4344-807E-81A0B249641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5209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9" name="직선 연결선 998">
                <a:extLst>
                  <a:ext uri="{FF2B5EF4-FFF2-40B4-BE49-F238E27FC236}">
                    <a16:creationId xmlns:a16="http://schemas.microsoft.com/office/drawing/2014/main" id="{D214F311-392F-4C44-B419-19B73D4C6B9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00588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0" name="직선 연결선 999">
                <a:extLst>
                  <a:ext uri="{FF2B5EF4-FFF2-40B4-BE49-F238E27FC236}">
                    <a16:creationId xmlns:a16="http://schemas.microsoft.com/office/drawing/2014/main" id="{697F165B-2642-4F13-9868-F59A65C919E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4908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1" name="직선 연결선 1000">
                <a:extLst>
                  <a:ext uri="{FF2B5EF4-FFF2-40B4-BE49-F238E27FC236}">
                    <a16:creationId xmlns:a16="http://schemas.microsoft.com/office/drawing/2014/main" id="{0F0A816D-9C03-44ED-89D0-28ED4FB2A3B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3923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2" name="직선 연결선 1001">
                <a:extLst>
                  <a:ext uri="{FF2B5EF4-FFF2-40B4-BE49-F238E27FC236}">
                    <a16:creationId xmlns:a16="http://schemas.microsoft.com/office/drawing/2014/main" id="{14828994-C640-43FB-80E9-4188D251E4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675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3" name="직선 연결선 1002">
                <a:extLst>
                  <a:ext uri="{FF2B5EF4-FFF2-40B4-BE49-F238E27FC236}">
                    <a16:creationId xmlns:a16="http://schemas.microsoft.com/office/drawing/2014/main" id="{89AD1B59-B7D6-4850-B26B-8E776D86A13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5427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4" name="직선 연결선 1003">
                <a:extLst>
                  <a:ext uri="{FF2B5EF4-FFF2-40B4-BE49-F238E27FC236}">
                    <a16:creationId xmlns:a16="http://schemas.microsoft.com/office/drawing/2014/main" id="{B8BC6A56-8E51-435F-888A-7270C7E345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31179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5" name="직선 연결선 1004">
                <a:extLst>
                  <a:ext uri="{FF2B5EF4-FFF2-40B4-BE49-F238E27FC236}">
                    <a16:creationId xmlns:a16="http://schemas.microsoft.com/office/drawing/2014/main" id="{A989E078-F57D-4D4C-A9A7-3B28E942786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82683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6" name="직선 연결선 1005">
                <a:extLst>
                  <a:ext uri="{FF2B5EF4-FFF2-40B4-BE49-F238E27FC236}">
                    <a16:creationId xmlns:a16="http://schemas.microsoft.com/office/drawing/2014/main" id="{5B981FBE-4511-449A-AB7E-E281C123D4F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8435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7" name="직선 연결선 1006">
                <a:extLst>
                  <a:ext uri="{FF2B5EF4-FFF2-40B4-BE49-F238E27FC236}">
                    <a16:creationId xmlns:a16="http://schemas.microsoft.com/office/drawing/2014/main" id="{C716016C-1B87-45B7-A9D8-AA1C313907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8085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8" name="직선 연결선 1007">
                <a:extLst>
                  <a:ext uri="{FF2B5EF4-FFF2-40B4-BE49-F238E27FC236}">
                    <a16:creationId xmlns:a16="http://schemas.microsoft.com/office/drawing/2014/main" id="{3894FD47-FBF7-4364-BCE7-9398F964C85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29348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9" name="직선 연결선 1008">
                <a:extLst>
                  <a:ext uri="{FF2B5EF4-FFF2-40B4-BE49-F238E27FC236}">
                    <a16:creationId xmlns:a16="http://schemas.microsoft.com/office/drawing/2014/main" id="{61022E79-B289-40D6-9A23-32E1EF9626B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1714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0" name="직선 연결선 1009">
                <a:extLst>
                  <a:ext uri="{FF2B5EF4-FFF2-40B4-BE49-F238E27FC236}">
                    <a16:creationId xmlns:a16="http://schemas.microsoft.com/office/drawing/2014/main" id="{74E88272-A99E-4846-BC73-D6BA18C3B6D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77844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1" name="직선 연결선 1010">
                <a:extLst>
                  <a:ext uri="{FF2B5EF4-FFF2-40B4-BE49-F238E27FC236}">
                    <a16:creationId xmlns:a16="http://schemas.microsoft.com/office/drawing/2014/main" id="{1AE533ED-FD06-4158-86E6-72E2F8367EF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26340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2" name="직선 연결선 1011">
                <a:extLst>
                  <a:ext uri="{FF2B5EF4-FFF2-40B4-BE49-F238E27FC236}">
                    <a16:creationId xmlns:a16="http://schemas.microsoft.com/office/drawing/2014/main" id="{FB003914-B761-4229-9B0C-5177CD9AB27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74836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3" name="직선 연결선 1012">
                <a:extLst>
                  <a:ext uri="{FF2B5EF4-FFF2-40B4-BE49-F238E27FC236}">
                    <a16:creationId xmlns:a16="http://schemas.microsoft.com/office/drawing/2014/main" id="{1DEA753A-2DC6-4C11-AEE8-D7B8B08827B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33326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4" name="직선 연결선 1013">
                <a:extLst>
                  <a:ext uri="{FF2B5EF4-FFF2-40B4-BE49-F238E27FC236}">
                    <a16:creationId xmlns:a16="http://schemas.microsoft.com/office/drawing/2014/main" id="{B7A45B6F-4CFE-470A-869A-7EDF70C6D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646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5" name="직선 연결선 1014">
                <a:extLst>
                  <a:ext uri="{FF2B5EF4-FFF2-40B4-BE49-F238E27FC236}">
                    <a16:creationId xmlns:a16="http://schemas.microsoft.com/office/drawing/2014/main" id="{70834950-1F4F-4EF2-B977-3B31A35E57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1796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6" name="직선 연결선 1015">
                <a:extLst>
                  <a:ext uri="{FF2B5EF4-FFF2-40B4-BE49-F238E27FC236}">
                    <a16:creationId xmlns:a16="http://schemas.microsoft.com/office/drawing/2014/main" id="{8A81EFD1-95D4-4AAF-A244-A5670772F7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7548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7" name="직선 연결선 1016">
                <a:extLst>
                  <a:ext uri="{FF2B5EF4-FFF2-40B4-BE49-F238E27FC236}">
                    <a16:creationId xmlns:a16="http://schemas.microsoft.com/office/drawing/2014/main" id="{F756B405-AB8F-4BB5-954C-C07E11B879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2999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8" name="직선 연결선 1017">
                <a:extLst>
                  <a:ext uri="{FF2B5EF4-FFF2-40B4-BE49-F238E27FC236}">
                    <a16:creationId xmlns:a16="http://schemas.microsoft.com/office/drawing/2014/main" id="{BD376105-4C1C-4C8A-9DDD-C1F3D94EA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5875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9" name="직선 연결선 1018">
                <a:extLst>
                  <a:ext uri="{FF2B5EF4-FFF2-40B4-BE49-F238E27FC236}">
                    <a16:creationId xmlns:a16="http://schemas.microsoft.com/office/drawing/2014/main" id="{3D80435D-622D-470F-8BCD-32EC28A87C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6947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0" name="직선 연결선 1019">
                <a:extLst>
                  <a:ext uri="{FF2B5EF4-FFF2-40B4-BE49-F238E27FC236}">
                    <a16:creationId xmlns:a16="http://schemas.microsoft.com/office/drawing/2014/main" id="{2A8E793C-8442-4A1F-A583-8FDE92FE4E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2097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1" name="직선 연결선 1020">
                <a:extLst>
                  <a:ext uri="{FF2B5EF4-FFF2-40B4-BE49-F238E27FC236}">
                    <a16:creationId xmlns:a16="http://schemas.microsoft.com/office/drawing/2014/main" id="{5BD30FAC-7EDD-439D-86B1-ADC2F5A3C7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7247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2" name="직선 연결선 1021">
                <a:extLst>
                  <a:ext uri="{FF2B5EF4-FFF2-40B4-BE49-F238E27FC236}">
                    <a16:creationId xmlns:a16="http://schemas.microsoft.com/office/drawing/2014/main" id="{70580C69-8248-4303-A0E1-288BFD8691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2398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3" name="직선 연결선 1022">
                <a:extLst>
                  <a:ext uri="{FF2B5EF4-FFF2-40B4-BE49-F238E27FC236}">
                    <a16:creationId xmlns:a16="http://schemas.microsoft.com/office/drawing/2014/main" id="{C6186D16-E683-4FC1-8565-50B384C2F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2699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" name="직선 연결선 1023">
                <a:extLst>
                  <a:ext uri="{FF2B5EF4-FFF2-40B4-BE49-F238E27FC236}">
                    <a16:creationId xmlns:a16="http://schemas.microsoft.com/office/drawing/2014/main" id="{803899B5-7DB6-4687-A183-64476E71EC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5274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" name="직선 연결선 1024">
                <a:extLst>
                  <a:ext uri="{FF2B5EF4-FFF2-40B4-BE49-F238E27FC236}">
                    <a16:creationId xmlns:a16="http://schemas.microsoft.com/office/drawing/2014/main" id="{7B0DE40C-0B99-49AB-90DD-C1B7F0FD51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7849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6" name="직선 연결선 1025">
                <a:extLst>
                  <a:ext uri="{FF2B5EF4-FFF2-40B4-BE49-F238E27FC236}">
                    <a16:creationId xmlns:a16="http://schemas.microsoft.com/office/drawing/2014/main" id="{E94BABE5-B0CE-41BE-A706-D1531CACFE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0424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" name="직선 연결선 1026">
                <a:extLst>
                  <a:ext uri="{FF2B5EF4-FFF2-40B4-BE49-F238E27FC236}">
                    <a16:creationId xmlns:a16="http://schemas.microsoft.com/office/drawing/2014/main" id="{19FC183D-E674-4904-AC9B-508EAC4299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5575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" name="직선 연결선 1027">
                <a:extLst>
                  <a:ext uri="{FF2B5EF4-FFF2-40B4-BE49-F238E27FC236}">
                    <a16:creationId xmlns:a16="http://schemas.microsoft.com/office/drawing/2014/main" id="{9A39745E-2C55-460D-B93F-DC5CC15589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58150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" name="직선 연결선 1028">
                <a:extLst>
                  <a:ext uri="{FF2B5EF4-FFF2-40B4-BE49-F238E27FC236}">
                    <a16:creationId xmlns:a16="http://schemas.microsoft.com/office/drawing/2014/main" id="{10A12349-4F4F-4FC7-A510-0540F93D90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0725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" name="직선 연결선 1029">
                <a:extLst>
                  <a:ext uri="{FF2B5EF4-FFF2-40B4-BE49-F238E27FC236}">
                    <a16:creationId xmlns:a16="http://schemas.microsoft.com/office/drawing/2014/main" id="{C6C709BC-5F82-4103-8588-AFA5D50DC6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71026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1" name="직선 연결선 1030">
                <a:extLst>
                  <a:ext uri="{FF2B5EF4-FFF2-40B4-BE49-F238E27FC236}">
                    <a16:creationId xmlns:a16="http://schemas.microsoft.com/office/drawing/2014/main" id="{5EFF9735-D803-45DC-A8BA-81A651430A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3300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2" name="직선 연결선 1031">
                <a:extLst>
                  <a:ext uri="{FF2B5EF4-FFF2-40B4-BE49-F238E27FC236}">
                    <a16:creationId xmlns:a16="http://schemas.microsoft.com/office/drawing/2014/main" id="{22FF2644-3018-4B83-B0A5-640A2281A8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68451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3" name="직선 연결선 1032">
                <a:extLst>
                  <a:ext uri="{FF2B5EF4-FFF2-40B4-BE49-F238E27FC236}">
                    <a16:creationId xmlns:a16="http://schemas.microsoft.com/office/drawing/2014/main" id="{F1160048-CF63-48DE-BA56-561E2CFA67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73601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4" name="직선 연결선 1033">
                <a:extLst>
                  <a:ext uri="{FF2B5EF4-FFF2-40B4-BE49-F238E27FC236}">
                    <a16:creationId xmlns:a16="http://schemas.microsoft.com/office/drawing/2014/main" id="{2331441A-C40C-46E0-A86F-EE38640545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9221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5" name="직선 연결선 1034">
                <a:extLst>
                  <a:ext uri="{FF2B5EF4-FFF2-40B4-BE49-F238E27FC236}">
                    <a16:creationId xmlns:a16="http://schemas.microsoft.com/office/drawing/2014/main" id="{0433726C-A8A1-430E-9BA6-746A9F09A9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4371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6" name="직선 연결선 1035">
                <a:extLst>
                  <a:ext uri="{FF2B5EF4-FFF2-40B4-BE49-F238E27FC236}">
                    <a16:creationId xmlns:a16="http://schemas.microsoft.com/office/drawing/2014/main" id="{0EECD438-4BB1-44E2-A468-413EFF4B3A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401238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7" name="직선 연결선 1036">
                <a:extLst>
                  <a:ext uri="{FF2B5EF4-FFF2-40B4-BE49-F238E27FC236}">
                    <a16:creationId xmlns:a16="http://schemas.microsoft.com/office/drawing/2014/main" id="{6F70D663-57ED-49A2-A67D-E3BBF00283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195222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8" name="직선 연결선 1037">
                <a:extLst>
                  <a:ext uri="{FF2B5EF4-FFF2-40B4-BE49-F238E27FC236}">
                    <a16:creationId xmlns:a16="http://schemas.microsoft.com/office/drawing/2014/main" id="{AF2A568C-EABB-4653-B277-B8831E6D2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46726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9" name="직선 연결선 1038">
                <a:extLst>
                  <a:ext uri="{FF2B5EF4-FFF2-40B4-BE49-F238E27FC236}">
                    <a16:creationId xmlns:a16="http://schemas.microsoft.com/office/drawing/2014/main" id="{23D76D9F-92D2-4315-9186-D9580193A9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298230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0" name="직선 연결선 1039">
                <a:extLst>
                  <a:ext uri="{FF2B5EF4-FFF2-40B4-BE49-F238E27FC236}">
                    <a16:creationId xmlns:a16="http://schemas.microsoft.com/office/drawing/2014/main" id="{95A1C953-E0C7-43CF-9565-39691879FC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320" y="3497341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1" name="직선 연결선 1040">
                <a:extLst>
                  <a:ext uri="{FF2B5EF4-FFF2-40B4-BE49-F238E27FC236}">
                    <a16:creationId xmlns:a16="http://schemas.microsoft.com/office/drawing/2014/main" id="{CDD613D4-DE52-448E-962E-F4970DF84B8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59650" y="-1904302"/>
                <a:ext cx="0" cy="5136659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직선 연결선 1041">
                <a:extLst>
                  <a:ext uri="{FF2B5EF4-FFF2-40B4-BE49-F238E27FC236}">
                    <a16:creationId xmlns:a16="http://schemas.microsoft.com/office/drawing/2014/main" id="{EB22AE41-6B8E-4ABB-944F-CDFDC2463BF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6678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3" name="직선 연결선 1042">
                <a:extLst>
                  <a:ext uri="{FF2B5EF4-FFF2-40B4-BE49-F238E27FC236}">
                    <a16:creationId xmlns:a16="http://schemas.microsoft.com/office/drawing/2014/main" id="{80BC3BA5-AE4F-46FD-89B7-7011F32EA9C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26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4" name="직선 연결선 1043">
                <a:extLst>
                  <a:ext uri="{FF2B5EF4-FFF2-40B4-BE49-F238E27FC236}">
                    <a16:creationId xmlns:a16="http://schemas.microsoft.com/office/drawing/2014/main" id="{1721B61B-6735-4779-AFAD-FCC76647116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524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5" name="직선 연결선 1044">
                <a:extLst>
                  <a:ext uri="{FF2B5EF4-FFF2-40B4-BE49-F238E27FC236}">
                    <a16:creationId xmlns:a16="http://schemas.microsoft.com/office/drawing/2014/main" id="{20CDEC9A-3556-4BFB-B489-F93923462DE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1528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6" name="직선 연결선 1045">
                <a:extLst>
                  <a:ext uri="{FF2B5EF4-FFF2-40B4-BE49-F238E27FC236}">
                    <a16:creationId xmlns:a16="http://schemas.microsoft.com/office/drawing/2014/main" id="{723B90F8-AA8B-48D6-916C-55F7DC54CED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6378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7" name="직선 연결선 1046">
                <a:extLst>
                  <a:ext uri="{FF2B5EF4-FFF2-40B4-BE49-F238E27FC236}">
                    <a16:creationId xmlns:a16="http://schemas.microsoft.com/office/drawing/2014/main" id="{46CEFBA5-E024-43AF-9EC5-84DEED031D0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227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8" name="직선 연결선 1047">
                <a:extLst>
                  <a:ext uri="{FF2B5EF4-FFF2-40B4-BE49-F238E27FC236}">
                    <a16:creationId xmlns:a16="http://schemas.microsoft.com/office/drawing/2014/main" id="{A2B92F94-AB96-4720-A792-F288275290D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23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9" name="직선 연결선 1048">
                <a:extLst>
                  <a:ext uri="{FF2B5EF4-FFF2-40B4-BE49-F238E27FC236}">
                    <a16:creationId xmlns:a16="http://schemas.microsoft.com/office/drawing/2014/main" id="{15743008-5F15-4435-B923-17F52EB41DF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798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0" name="직선 연결선 1049">
                <a:extLst>
                  <a:ext uri="{FF2B5EF4-FFF2-40B4-BE49-F238E27FC236}">
                    <a16:creationId xmlns:a16="http://schemas.microsoft.com/office/drawing/2014/main" id="{9B32D40F-3B38-4A13-9B5C-F22C7C961D3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739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1" name="직선 연결선 1050">
                <a:extLst>
                  <a:ext uri="{FF2B5EF4-FFF2-40B4-BE49-F238E27FC236}">
                    <a16:creationId xmlns:a16="http://schemas.microsoft.com/office/drawing/2014/main" id="{F7E796B0-0B2C-420F-A4B5-2AAB55D9694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9491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2" name="직선 연결선 1051">
                <a:extLst>
                  <a:ext uri="{FF2B5EF4-FFF2-40B4-BE49-F238E27FC236}">
                    <a16:creationId xmlns:a16="http://schemas.microsoft.com/office/drawing/2014/main" id="{2B124C3D-8D5B-4352-87E3-E6327D2D1B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099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3" name="직선 연결선 1052">
                <a:extLst>
                  <a:ext uri="{FF2B5EF4-FFF2-40B4-BE49-F238E27FC236}">
                    <a16:creationId xmlns:a16="http://schemas.microsoft.com/office/drawing/2014/main" id="{0F71B511-0ADA-41FD-A37B-5657DB4505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9674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4" name="직선 연결선 1053">
                <a:extLst>
                  <a:ext uri="{FF2B5EF4-FFF2-40B4-BE49-F238E27FC236}">
                    <a16:creationId xmlns:a16="http://schemas.microsoft.com/office/drawing/2014/main" id="{9C57183B-CF58-4364-A8D5-4D0C76D15CC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9254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5" name="직선 연결선 1054">
                <a:extLst>
                  <a:ext uri="{FF2B5EF4-FFF2-40B4-BE49-F238E27FC236}">
                    <a16:creationId xmlns:a16="http://schemas.microsoft.com/office/drawing/2014/main" id="{A83B0FF0-3CDD-45F3-9BA2-BA6576061E2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41036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6" name="직선 연결선 1055">
                <a:extLst>
                  <a:ext uri="{FF2B5EF4-FFF2-40B4-BE49-F238E27FC236}">
                    <a16:creationId xmlns:a16="http://schemas.microsoft.com/office/drawing/2014/main" id="{D497409E-67AB-496F-86CB-4F93650EDC3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48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7" name="직선 연결선 1056">
                <a:extLst>
                  <a:ext uri="{FF2B5EF4-FFF2-40B4-BE49-F238E27FC236}">
                    <a16:creationId xmlns:a16="http://schemas.microsoft.com/office/drawing/2014/main" id="{25807F07-CE40-4D25-998C-4102CF23F64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8953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직선 연결선 1057">
                <a:extLst>
                  <a:ext uri="{FF2B5EF4-FFF2-40B4-BE49-F238E27FC236}">
                    <a16:creationId xmlns:a16="http://schemas.microsoft.com/office/drawing/2014/main" id="{BFEBB87F-E1FF-4ED5-9198-E471CC4F5B8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3802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9" name="직선 연결선 1058">
                <a:extLst>
                  <a:ext uri="{FF2B5EF4-FFF2-40B4-BE49-F238E27FC236}">
                    <a16:creationId xmlns:a16="http://schemas.microsoft.com/office/drawing/2014/main" id="{83358EDD-96D4-4C6D-B8AC-246274A6776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86524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0" name="직선 연결선 1059">
                <a:extLst>
                  <a:ext uri="{FF2B5EF4-FFF2-40B4-BE49-F238E27FC236}">
                    <a16:creationId xmlns:a16="http://schemas.microsoft.com/office/drawing/2014/main" id="{5263399F-1291-45CB-972B-ACADC7FB12E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502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1" name="직선 연결선 1060">
                <a:extLst>
                  <a:ext uri="{FF2B5EF4-FFF2-40B4-BE49-F238E27FC236}">
                    <a16:creationId xmlns:a16="http://schemas.microsoft.com/office/drawing/2014/main" id="{F447BF8A-A87D-4D37-B721-A8D26F6441F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직선 연결선 1061">
                <a:extLst>
                  <a:ext uri="{FF2B5EF4-FFF2-40B4-BE49-F238E27FC236}">
                    <a16:creationId xmlns:a16="http://schemas.microsoft.com/office/drawing/2014/main" id="{3BA4F895-B2E1-41DA-976D-8D57942944E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60772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3" name="직선 연결선 1062">
                <a:extLst>
                  <a:ext uri="{FF2B5EF4-FFF2-40B4-BE49-F238E27FC236}">
                    <a16:creationId xmlns:a16="http://schemas.microsoft.com/office/drawing/2014/main" id="{5BB4891A-93FC-4203-B22E-8D8DAF53FF2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직선 연결선 1063">
                <a:extLst>
                  <a:ext uri="{FF2B5EF4-FFF2-40B4-BE49-F238E27FC236}">
                    <a16:creationId xmlns:a16="http://schemas.microsoft.com/office/drawing/2014/main" id="{0192FC20-CDC8-4C2E-9DCF-515D7A843D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5" name="직선 연결선 1064">
                <a:extLst>
                  <a:ext uri="{FF2B5EF4-FFF2-40B4-BE49-F238E27FC236}">
                    <a16:creationId xmlns:a16="http://schemas.microsoft.com/office/drawing/2014/main" id="{0B5EFDA2-D850-440A-A4E2-A31F816A3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66" name="직선 연결선 1065">
              <a:extLst>
                <a:ext uri="{FF2B5EF4-FFF2-40B4-BE49-F238E27FC236}">
                  <a16:creationId xmlns:a16="http://schemas.microsoft.com/office/drawing/2014/main" id="{E6EC4CEC-6AC2-433E-BB4A-CCC4112AA749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직선 연결선 1066">
              <a:extLst>
                <a:ext uri="{FF2B5EF4-FFF2-40B4-BE49-F238E27FC236}">
                  <a16:creationId xmlns:a16="http://schemas.microsoft.com/office/drawing/2014/main" id="{0E1FA2BE-6DF4-477C-9DF4-5AC919AA7A66}"/>
                </a:ext>
              </a:extLst>
            </p:cNvPr>
            <p:cNvCxnSpPr/>
            <p:nvPr/>
          </p:nvCxnSpPr>
          <p:spPr>
            <a:xfrm>
              <a:off x="28602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extBox 185">
            <a:hlinkClick r:id="rId2"/>
            <a:extLst>
              <a:ext uri="{FF2B5EF4-FFF2-40B4-BE49-F238E27FC236}">
                <a16:creationId xmlns:a16="http://schemas.microsoft.com/office/drawing/2014/main" id="{6AFBB431-7CA7-4E11-BA23-AE0A031A3CB9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8" name="TextBox 186">
            <a:hlinkClick r:id="rId3"/>
            <a:extLst>
              <a:ext uri="{FF2B5EF4-FFF2-40B4-BE49-F238E27FC236}">
                <a16:creationId xmlns:a16="http://schemas.microsoft.com/office/drawing/2014/main" id="{00A7F360-3BC2-4BA9-BB25-8F7A473144F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9" name="TextBox 184">
            <a:hlinkClick r:id="rId4"/>
            <a:extLst>
              <a:ext uri="{FF2B5EF4-FFF2-40B4-BE49-F238E27FC236}">
                <a16:creationId xmlns:a16="http://schemas.microsoft.com/office/drawing/2014/main" id="{AAEA1CEC-C8AD-4C84-97B6-E464AD64669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35</cp:revision>
  <dcterms:created xsi:type="dcterms:W3CDTF">2021-10-29T04:43:38Z</dcterms:created>
  <dcterms:modified xsi:type="dcterms:W3CDTF">2021-12-19T08:00:07Z</dcterms:modified>
</cp:coreProperties>
</file>
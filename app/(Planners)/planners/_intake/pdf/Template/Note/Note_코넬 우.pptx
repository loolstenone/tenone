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133F5D72-7447-411B-A505-5B28169FD952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4753AE80-BB2E-4B87-B7CB-12AA0BFFA57D}"/>
                </a:ext>
              </a:extLst>
            </p:cNvPr>
            <p:cNvCxnSpPr>
              <a:cxnSpLocks/>
            </p:cNvCxnSpPr>
            <p:nvPr/>
          </p:nvCxnSpPr>
          <p:spPr>
            <a:xfrm>
              <a:off x="4739013" y="533400"/>
              <a:ext cx="0" cy="5923552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B1A55488-5C5A-48D0-8997-4D479400779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9CFE091C-8002-4C6F-AC7C-4204DB514FC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10B1DC60-2895-4FDF-8661-C28C704844E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47461B49-3543-49F0-961E-0071218CA70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716ADD40-1831-4C4B-A12C-90B7E4ECA8F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17FD294C-12BA-4A2B-9D13-DBC92CEDD95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AB45D2FE-8E7B-48B4-9A8E-FB158D126F8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59171F0F-E9B0-4D0A-A9D0-D290239ABDF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C284737D-B22F-4224-AF4E-0A0043A3D1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789B9BBA-2E6C-4704-BF62-41CC8559CFE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A7311606-BAA3-45F1-AE9A-F4FBE619134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0B402A96-5444-4AF3-8F0B-F89365ABEC3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7318B82B-5152-49FE-ABB7-E008B9E1405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8668B7A-B8B2-4AA8-9C1E-F218396EC35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C68F19B8-1EE0-4CBD-AF3B-BBADCC02A8D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77EF56BA-7E08-43BF-8EF1-A6178980A4E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633B7482-2D57-4654-90E8-809B5D928D7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B49870EF-CA9D-43D3-A677-E0476163F9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F30EA2FB-26B0-41FA-A806-630086D67D5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65B2C985-9E3E-4637-A3A4-DFE59C6134E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428D9D99-D000-433A-9C2F-066C0B06BF7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DEE4A07F-FF30-45A8-B7B0-70A79D21EA2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4CDA7457-9AB8-4C1D-B7F6-CF29B9A0483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7BDF43BD-04D9-4CD0-9493-3C8562120C6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27166906-365D-4B21-B25F-0DAD38B82B5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45D32D58-BDD2-48D6-B7EF-A922A1FB826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C18490EF-746A-4D2D-83D0-4581BF30885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C0F12531-5FAA-4795-A2B9-56E7ABD1EA1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91D08A12-911F-42C2-8FD9-1EE1899F6962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1B6F76C0-6E89-4812-8A03-0D621D0EECD0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hlinkClick r:id="rId2"/>
            <a:extLst>
              <a:ext uri="{FF2B5EF4-FFF2-40B4-BE49-F238E27FC236}">
                <a16:creationId xmlns:a16="http://schemas.microsoft.com/office/drawing/2014/main" id="{2EDB2422-77F4-468C-90DD-3AF80A328E9E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hlinkClick r:id="rId3"/>
            <a:extLst>
              <a:ext uri="{FF2B5EF4-FFF2-40B4-BE49-F238E27FC236}">
                <a16:creationId xmlns:a16="http://schemas.microsoft.com/office/drawing/2014/main" id="{6EEB6AA4-B5F3-4323-BCCB-24078F14B173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8" name="TextBox 184">
            <a:hlinkClick r:id="rId4"/>
            <a:extLst>
              <a:ext uri="{FF2B5EF4-FFF2-40B4-BE49-F238E27FC236}">
                <a16:creationId xmlns:a16="http://schemas.microsoft.com/office/drawing/2014/main" id="{23E6B4D9-7B75-4791-9C87-C9E3C0458EB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13</cp:revision>
  <dcterms:created xsi:type="dcterms:W3CDTF">2021-10-29T04:43:38Z</dcterms:created>
  <dcterms:modified xsi:type="dcterms:W3CDTF">2021-12-19T08:37:09Z</dcterms:modified>
</cp:coreProperties>
</file>
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그룹 1170">
            <a:extLst>
              <a:ext uri="{FF2B5EF4-FFF2-40B4-BE49-F238E27FC236}">
                <a16:creationId xmlns:a16="http://schemas.microsoft.com/office/drawing/2014/main" id="{746F13D7-6442-4E4F-98F4-8C81DF884D43}"/>
              </a:ext>
            </a:extLst>
          </p:cNvPr>
          <p:cNvGrpSpPr/>
          <p:nvPr/>
        </p:nvGrpSpPr>
        <p:grpSpPr>
          <a:xfrm>
            <a:off x="330339" y="462531"/>
            <a:ext cx="5416272" cy="7024500"/>
            <a:chOff x="286028" y="462531"/>
            <a:chExt cx="5416272" cy="7024500"/>
          </a:xfrm>
        </p:grpSpPr>
        <p:grpSp>
          <p:nvGrpSpPr>
            <p:cNvPr id="1069" name="그룹 1068">
              <a:extLst>
                <a:ext uri="{FF2B5EF4-FFF2-40B4-BE49-F238E27FC236}">
                  <a16:creationId xmlns:a16="http://schemas.microsoft.com/office/drawing/2014/main" id="{FC27FFC4-550D-4649-82F8-F2C3AC350FC2}"/>
                </a:ext>
              </a:extLst>
            </p:cNvPr>
            <p:cNvGrpSpPr/>
            <p:nvPr/>
          </p:nvGrpSpPr>
          <p:grpSpPr>
            <a:xfrm>
              <a:off x="291320" y="533399"/>
              <a:ext cx="5407920" cy="6953632"/>
              <a:chOff x="291320" y="533399"/>
              <a:chExt cx="5407920" cy="6953632"/>
            </a:xfrm>
          </p:grpSpPr>
          <p:cxnSp>
            <p:nvCxnSpPr>
              <p:cNvPr id="1070" name="직선 연결선 1069">
                <a:extLst>
                  <a:ext uri="{FF2B5EF4-FFF2-40B4-BE49-F238E27FC236}">
                    <a16:creationId xmlns:a16="http://schemas.microsoft.com/office/drawing/2014/main" id="{20F6DA66-52A6-46BB-89F5-B48581EC3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1" name="직선 연결선 1070">
                <a:extLst>
                  <a:ext uri="{FF2B5EF4-FFF2-40B4-BE49-F238E27FC236}">
                    <a16:creationId xmlns:a16="http://schemas.microsoft.com/office/drawing/2014/main" id="{B7525ABA-E03A-4C5C-9E58-5C7A270A1E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직선 연결선 1071">
                <a:extLst>
                  <a:ext uri="{FF2B5EF4-FFF2-40B4-BE49-F238E27FC236}">
                    <a16:creationId xmlns:a16="http://schemas.microsoft.com/office/drawing/2014/main" id="{58C15073-21B2-4696-A4D6-9CD7E188E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3" name="직선 연결선 1072">
                <a:extLst>
                  <a:ext uri="{FF2B5EF4-FFF2-40B4-BE49-F238E27FC236}">
                    <a16:creationId xmlns:a16="http://schemas.microsoft.com/office/drawing/2014/main" id="{6D8DDD9A-9816-4D54-8AB5-538090BEC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4" name="직선 연결선 1073">
                <a:extLst>
                  <a:ext uri="{FF2B5EF4-FFF2-40B4-BE49-F238E27FC236}">
                    <a16:creationId xmlns:a16="http://schemas.microsoft.com/office/drawing/2014/main" id="{E1A08EEA-8416-475C-BBB0-537929FD10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5" name="직선 연결선 1074">
                <a:extLst>
                  <a:ext uri="{FF2B5EF4-FFF2-40B4-BE49-F238E27FC236}">
                    <a16:creationId xmlns:a16="http://schemas.microsoft.com/office/drawing/2014/main" id="{19869927-FA34-4C3A-A126-0C4F813F6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6" name="직선 연결선 1075">
                <a:extLst>
                  <a:ext uri="{FF2B5EF4-FFF2-40B4-BE49-F238E27FC236}">
                    <a16:creationId xmlns:a16="http://schemas.microsoft.com/office/drawing/2014/main" id="{2A105B98-C1F0-4913-9CF0-EFDF81A0DA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직선 연결선 1076">
                <a:extLst>
                  <a:ext uri="{FF2B5EF4-FFF2-40B4-BE49-F238E27FC236}">
                    <a16:creationId xmlns:a16="http://schemas.microsoft.com/office/drawing/2014/main" id="{31854479-EAD7-4D30-AD7D-E77DC5511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직선 연결선 1077">
                <a:extLst>
                  <a:ext uri="{FF2B5EF4-FFF2-40B4-BE49-F238E27FC236}">
                    <a16:creationId xmlns:a16="http://schemas.microsoft.com/office/drawing/2014/main" id="{4BA90292-2B78-4EA7-82D7-CA9EDA934B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9" name="직선 연결선 1078">
                <a:extLst>
                  <a:ext uri="{FF2B5EF4-FFF2-40B4-BE49-F238E27FC236}">
                    <a16:creationId xmlns:a16="http://schemas.microsoft.com/office/drawing/2014/main" id="{11B4E666-B784-4C4D-BBE4-F1D653B431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직선 연결선 1079">
                <a:extLst>
                  <a:ext uri="{FF2B5EF4-FFF2-40B4-BE49-F238E27FC236}">
                    <a16:creationId xmlns:a16="http://schemas.microsoft.com/office/drawing/2014/main" id="{09AEEAE6-7CF6-40F8-B066-C87F772B5F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직선 연결선 1080">
                <a:extLst>
                  <a:ext uri="{FF2B5EF4-FFF2-40B4-BE49-F238E27FC236}">
                    <a16:creationId xmlns:a16="http://schemas.microsoft.com/office/drawing/2014/main" id="{B372524B-FFE9-4C7C-8819-D63268FA42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직선 연결선 1081">
                <a:extLst>
                  <a:ext uri="{FF2B5EF4-FFF2-40B4-BE49-F238E27FC236}">
                    <a16:creationId xmlns:a16="http://schemas.microsoft.com/office/drawing/2014/main" id="{5C5F2317-86BE-4CE9-AE1C-DCED06E998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3" name="직선 연결선 1082">
                <a:extLst>
                  <a:ext uri="{FF2B5EF4-FFF2-40B4-BE49-F238E27FC236}">
                    <a16:creationId xmlns:a16="http://schemas.microsoft.com/office/drawing/2014/main" id="{045C1398-0795-423A-AB0E-2799B55064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직선 연결선 1083">
                <a:extLst>
                  <a:ext uri="{FF2B5EF4-FFF2-40B4-BE49-F238E27FC236}">
                    <a16:creationId xmlns:a16="http://schemas.microsoft.com/office/drawing/2014/main" id="{76DE5122-82D6-477C-9DC3-0AE7F9C89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직선 연결선 1084">
                <a:extLst>
                  <a:ext uri="{FF2B5EF4-FFF2-40B4-BE49-F238E27FC236}">
                    <a16:creationId xmlns:a16="http://schemas.microsoft.com/office/drawing/2014/main" id="{10D4D150-E55A-48F7-9113-C02F2CACA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직선 연결선 1085">
                <a:extLst>
                  <a:ext uri="{FF2B5EF4-FFF2-40B4-BE49-F238E27FC236}">
                    <a16:creationId xmlns:a16="http://schemas.microsoft.com/office/drawing/2014/main" id="{E5B31D99-37B8-4FDC-9719-7348CC182F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직선 연결선 1086">
                <a:extLst>
                  <a:ext uri="{FF2B5EF4-FFF2-40B4-BE49-F238E27FC236}">
                    <a16:creationId xmlns:a16="http://schemas.microsoft.com/office/drawing/2014/main" id="{D4FEB923-E4A1-47B2-98A3-D2135C7B62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직선 연결선 1087">
                <a:extLst>
                  <a:ext uri="{FF2B5EF4-FFF2-40B4-BE49-F238E27FC236}">
                    <a16:creationId xmlns:a16="http://schemas.microsoft.com/office/drawing/2014/main" id="{2E517913-E0C9-4013-BCD6-4AA9C737F5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직선 연결선 1088">
                <a:extLst>
                  <a:ext uri="{FF2B5EF4-FFF2-40B4-BE49-F238E27FC236}">
                    <a16:creationId xmlns:a16="http://schemas.microsoft.com/office/drawing/2014/main" id="{1EF423B8-E843-4A93-A8C3-AB57B381CE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직선 연결선 1089">
                <a:extLst>
                  <a:ext uri="{FF2B5EF4-FFF2-40B4-BE49-F238E27FC236}">
                    <a16:creationId xmlns:a16="http://schemas.microsoft.com/office/drawing/2014/main" id="{90909651-46F0-475D-A443-5250F590E8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1" name="직선 연결선 1090">
                <a:extLst>
                  <a:ext uri="{FF2B5EF4-FFF2-40B4-BE49-F238E27FC236}">
                    <a16:creationId xmlns:a16="http://schemas.microsoft.com/office/drawing/2014/main" id="{B1285F2C-37B0-4944-853B-890F0EED4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2" name="직선 연결선 1091">
                <a:extLst>
                  <a:ext uri="{FF2B5EF4-FFF2-40B4-BE49-F238E27FC236}">
                    <a16:creationId xmlns:a16="http://schemas.microsoft.com/office/drawing/2014/main" id="{8B54AE2D-BADC-4A20-A881-C631B0CDD6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직선 연결선 1092">
                <a:extLst>
                  <a:ext uri="{FF2B5EF4-FFF2-40B4-BE49-F238E27FC236}">
                    <a16:creationId xmlns:a16="http://schemas.microsoft.com/office/drawing/2014/main" id="{E63EC189-4BE5-4B28-B9DB-4F04E2D4B1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4" name="직선 연결선 1093">
                <a:extLst>
                  <a:ext uri="{FF2B5EF4-FFF2-40B4-BE49-F238E27FC236}">
                    <a16:creationId xmlns:a16="http://schemas.microsoft.com/office/drawing/2014/main" id="{CEDA9CEA-5057-4CB9-A59B-2B2C9518E4A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0660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5" name="직선 연결선 1094">
                <a:extLst>
                  <a:ext uri="{FF2B5EF4-FFF2-40B4-BE49-F238E27FC236}">
                    <a16:creationId xmlns:a16="http://schemas.microsoft.com/office/drawing/2014/main" id="{4DCA806D-C1CF-492D-B299-76C1F74DA96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5510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6" name="직선 연결선 1095">
                <a:extLst>
                  <a:ext uri="{FF2B5EF4-FFF2-40B4-BE49-F238E27FC236}">
                    <a16:creationId xmlns:a16="http://schemas.microsoft.com/office/drawing/2014/main" id="{A05B684B-917A-41F5-A496-E62F6FC55B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41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7" name="직선 연결선 1096">
                <a:extLst>
                  <a:ext uri="{FF2B5EF4-FFF2-40B4-BE49-F238E27FC236}">
                    <a16:creationId xmlns:a16="http://schemas.microsoft.com/office/drawing/2014/main" id="{01F0F2AA-A3E5-4F6E-A88E-C66FC4BF5AE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693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8" name="직선 연결선 1097">
                <a:extLst>
                  <a:ext uri="{FF2B5EF4-FFF2-40B4-BE49-F238E27FC236}">
                    <a16:creationId xmlns:a16="http://schemas.microsoft.com/office/drawing/2014/main" id="{D4CC96DC-77C7-4053-9AD7-97CFB4D7BB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0359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9" name="직선 연결선 1098">
                <a:extLst>
                  <a:ext uri="{FF2B5EF4-FFF2-40B4-BE49-F238E27FC236}">
                    <a16:creationId xmlns:a16="http://schemas.microsoft.com/office/drawing/2014/main" id="{3A861863-1E7A-46CE-8495-6E927BFB053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5209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0" name="직선 연결선 1099">
                <a:extLst>
                  <a:ext uri="{FF2B5EF4-FFF2-40B4-BE49-F238E27FC236}">
                    <a16:creationId xmlns:a16="http://schemas.microsoft.com/office/drawing/2014/main" id="{299F08F7-4C51-44F8-9934-BA06917310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0058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1" name="직선 연결선 1100">
                <a:extLst>
                  <a:ext uri="{FF2B5EF4-FFF2-40B4-BE49-F238E27FC236}">
                    <a16:creationId xmlns:a16="http://schemas.microsoft.com/office/drawing/2014/main" id="{48964F53-4F84-4BAB-BAE1-1C27E4777ED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4908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2" name="직선 연결선 1101">
                <a:extLst>
                  <a:ext uri="{FF2B5EF4-FFF2-40B4-BE49-F238E27FC236}">
                    <a16:creationId xmlns:a16="http://schemas.microsoft.com/office/drawing/2014/main" id="{A5B9FF96-C76F-4E8D-B002-20FC7775548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392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3" name="직선 연결선 1102">
                <a:extLst>
                  <a:ext uri="{FF2B5EF4-FFF2-40B4-BE49-F238E27FC236}">
                    <a16:creationId xmlns:a16="http://schemas.microsoft.com/office/drawing/2014/main" id="{552FE384-76BB-40DB-91EF-5738FCDF6F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67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4" name="직선 연결선 1103">
                <a:extLst>
                  <a:ext uri="{FF2B5EF4-FFF2-40B4-BE49-F238E27FC236}">
                    <a16:creationId xmlns:a16="http://schemas.microsoft.com/office/drawing/2014/main" id="{4AD229D4-1DAF-4C3C-8F28-1E9FCEB2111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427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5" name="직선 연결선 1104">
                <a:extLst>
                  <a:ext uri="{FF2B5EF4-FFF2-40B4-BE49-F238E27FC236}">
                    <a16:creationId xmlns:a16="http://schemas.microsoft.com/office/drawing/2014/main" id="{47991704-78C3-4EFC-83F6-75FAADF6AD7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117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6" name="직선 연결선 1105">
                <a:extLst>
                  <a:ext uri="{FF2B5EF4-FFF2-40B4-BE49-F238E27FC236}">
                    <a16:creationId xmlns:a16="http://schemas.microsoft.com/office/drawing/2014/main" id="{40F89304-FFBC-4BC5-96BB-14FCAFAA960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8268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7" name="직선 연결선 1106">
                <a:extLst>
                  <a:ext uri="{FF2B5EF4-FFF2-40B4-BE49-F238E27FC236}">
                    <a16:creationId xmlns:a16="http://schemas.microsoft.com/office/drawing/2014/main" id="{19273CE7-1B9D-49AD-9850-0C49DA3198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843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8" name="직선 연결선 1107">
                <a:extLst>
                  <a:ext uri="{FF2B5EF4-FFF2-40B4-BE49-F238E27FC236}">
                    <a16:creationId xmlns:a16="http://schemas.microsoft.com/office/drawing/2014/main" id="{69BE65D8-1A4A-4724-B9E5-0F26BF81F3E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8085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9" name="직선 연결선 1108">
                <a:extLst>
                  <a:ext uri="{FF2B5EF4-FFF2-40B4-BE49-F238E27FC236}">
                    <a16:creationId xmlns:a16="http://schemas.microsoft.com/office/drawing/2014/main" id="{61AD5117-B811-4BE9-A8D2-0A5F1C69E7E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2934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0" name="직선 연결선 1109">
                <a:extLst>
                  <a:ext uri="{FF2B5EF4-FFF2-40B4-BE49-F238E27FC236}">
                    <a16:creationId xmlns:a16="http://schemas.microsoft.com/office/drawing/2014/main" id="{ACD2AFAD-7D03-4998-8DCC-E12AA8B5E4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17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1" name="직선 연결선 1110">
                <a:extLst>
                  <a:ext uri="{FF2B5EF4-FFF2-40B4-BE49-F238E27FC236}">
                    <a16:creationId xmlns:a16="http://schemas.microsoft.com/office/drawing/2014/main" id="{5413D12E-C97E-473D-BBC4-7AEE234F4D4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7784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2" name="직선 연결선 1111">
                <a:extLst>
                  <a:ext uri="{FF2B5EF4-FFF2-40B4-BE49-F238E27FC236}">
                    <a16:creationId xmlns:a16="http://schemas.microsoft.com/office/drawing/2014/main" id="{50FDEAF1-5454-434E-9218-9DB81ED820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2634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3" name="직선 연결선 1112">
                <a:extLst>
                  <a:ext uri="{FF2B5EF4-FFF2-40B4-BE49-F238E27FC236}">
                    <a16:creationId xmlns:a16="http://schemas.microsoft.com/office/drawing/2014/main" id="{5F6E41DC-E05A-4C5D-8F4E-145E6CAD65A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7483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4" name="직선 연결선 1113">
                <a:extLst>
                  <a:ext uri="{FF2B5EF4-FFF2-40B4-BE49-F238E27FC236}">
                    <a16:creationId xmlns:a16="http://schemas.microsoft.com/office/drawing/2014/main" id="{1A99BFC8-72AE-4E0D-B60A-668E460D5C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333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5" name="직선 연결선 1114">
                <a:extLst>
                  <a:ext uri="{FF2B5EF4-FFF2-40B4-BE49-F238E27FC236}">
                    <a16:creationId xmlns:a16="http://schemas.microsoft.com/office/drawing/2014/main" id="{626260A8-3756-4683-B182-61B8408C50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64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6" name="직선 연결선 1115">
                <a:extLst>
                  <a:ext uri="{FF2B5EF4-FFF2-40B4-BE49-F238E27FC236}">
                    <a16:creationId xmlns:a16="http://schemas.microsoft.com/office/drawing/2014/main" id="{0BBEB8A2-DEAC-4700-B2A2-3A658DC56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1796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7" name="직선 연결선 1116">
                <a:extLst>
                  <a:ext uri="{FF2B5EF4-FFF2-40B4-BE49-F238E27FC236}">
                    <a16:creationId xmlns:a16="http://schemas.microsoft.com/office/drawing/2014/main" id="{9F0D956E-AA3D-44EA-A2F8-AE5399396A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7548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8" name="직선 연결선 1117">
                <a:extLst>
                  <a:ext uri="{FF2B5EF4-FFF2-40B4-BE49-F238E27FC236}">
                    <a16:creationId xmlns:a16="http://schemas.microsoft.com/office/drawing/2014/main" id="{27AB28E6-25F1-4C05-8A5D-4C6331AA0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2999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9" name="직선 연결선 1118">
                <a:extLst>
                  <a:ext uri="{FF2B5EF4-FFF2-40B4-BE49-F238E27FC236}">
                    <a16:creationId xmlns:a16="http://schemas.microsoft.com/office/drawing/2014/main" id="{00CDD256-6FC5-4ADA-B08B-DA69D404D6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5875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0" name="직선 연결선 1119">
                <a:extLst>
                  <a:ext uri="{FF2B5EF4-FFF2-40B4-BE49-F238E27FC236}">
                    <a16:creationId xmlns:a16="http://schemas.microsoft.com/office/drawing/2014/main" id="{572510B2-AE18-4874-A480-DCF07BD480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6947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1" name="직선 연결선 1120">
                <a:extLst>
                  <a:ext uri="{FF2B5EF4-FFF2-40B4-BE49-F238E27FC236}">
                    <a16:creationId xmlns:a16="http://schemas.microsoft.com/office/drawing/2014/main" id="{AF4FD8E7-36E5-4727-BB2C-CAE18C4384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2097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2" name="직선 연결선 1121">
                <a:extLst>
                  <a:ext uri="{FF2B5EF4-FFF2-40B4-BE49-F238E27FC236}">
                    <a16:creationId xmlns:a16="http://schemas.microsoft.com/office/drawing/2014/main" id="{B291D972-6D8A-468F-A965-A1E224D61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7247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3" name="직선 연결선 1122">
                <a:extLst>
                  <a:ext uri="{FF2B5EF4-FFF2-40B4-BE49-F238E27FC236}">
                    <a16:creationId xmlns:a16="http://schemas.microsoft.com/office/drawing/2014/main" id="{13FE1EF8-5A3D-4F65-8804-D4BF3CCCB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2398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4" name="직선 연결선 1123">
                <a:extLst>
                  <a:ext uri="{FF2B5EF4-FFF2-40B4-BE49-F238E27FC236}">
                    <a16:creationId xmlns:a16="http://schemas.microsoft.com/office/drawing/2014/main" id="{FADD84BB-3361-477B-BAE1-7E847FC14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2699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5" name="직선 연결선 1124">
                <a:extLst>
                  <a:ext uri="{FF2B5EF4-FFF2-40B4-BE49-F238E27FC236}">
                    <a16:creationId xmlns:a16="http://schemas.microsoft.com/office/drawing/2014/main" id="{1B20476B-A03C-4213-A44D-FD315302BC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5274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6" name="직선 연결선 1125">
                <a:extLst>
                  <a:ext uri="{FF2B5EF4-FFF2-40B4-BE49-F238E27FC236}">
                    <a16:creationId xmlns:a16="http://schemas.microsoft.com/office/drawing/2014/main" id="{A6C9FE8B-E352-4160-BE82-17ECB0672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7849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7" name="직선 연결선 1126">
                <a:extLst>
                  <a:ext uri="{FF2B5EF4-FFF2-40B4-BE49-F238E27FC236}">
                    <a16:creationId xmlns:a16="http://schemas.microsoft.com/office/drawing/2014/main" id="{04941BCE-2E91-476D-9C31-1330BC685F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0424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8" name="직선 연결선 1127">
                <a:extLst>
                  <a:ext uri="{FF2B5EF4-FFF2-40B4-BE49-F238E27FC236}">
                    <a16:creationId xmlns:a16="http://schemas.microsoft.com/office/drawing/2014/main" id="{1CE19A5B-0709-4538-BE53-DF05D0F40E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5575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" name="직선 연결선 1128">
                <a:extLst>
                  <a:ext uri="{FF2B5EF4-FFF2-40B4-BE49-F238E27FC236}">
                    <a16:creationId xmlns:a16="http://schemas.microsoft.com/office/drawing/2014/main" id="{B7AD333C-EC0F-4CF7-BA9E-A36757D9CD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8150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0" name="직선 연결선 1129">
                <a:extLst>
                  <a:ext uri="{FF2B5EF4-FFF2-40B4-BE49-F238E27FC236}">
                    <a16:creationId xmlns:a16="http://schemas.microsoft.com/office/drawing/2014/main" id="{01709DCA-1901-4D38-9AF4-4BFF6FB998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0725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" name="직선 연결선 1130">
                <a:extLst>
                  <a:ext uri="{FF2B5EF4-FFF2-40B4-BE49-F238E27FC236}">
                    <a16:creationId xmlns:a16="http://schemas.microsoft.com/office/drawing/2014/main" id="{D3CDDAF0-8B9C-4AA8-A5D7-22CBFC2AD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102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" name="직선 연결선 1131">
                <a:extLst>
                  <a:ext uri="{FF2B5EF4-FFF2-40B4-BE49-F238E27FC236}">
                    <a16:creationId xmlns:a16="http://schemas.microsoft.com/office/drawing/2014/main" id="{D5B0A3A3-E6EC-49AB-AA8B-8A6919CBD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3300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" name="직선 연결선 1132">
                <a:extLst>
                  <a:ext uri="{FF2B5EF4-FFF2-40B4-BE49-F238E27FC236}">
                    <a16:creationId xmlns:a16="http://schemas.microsoft.com/office/drawing/2014/main" id="{A7F2F10B-8112-4DB8-88FA-7847F3F4D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8451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4" name="직선 연결선 1133">
                <a:extLst>
                  <a:ext uri="{FF2B5EF4-FFF2-40B4-BE49-F238E27FC236}">
                    <a16:creationId xmlns:a16="http://schemas.microsoft.com/office/drawing/2014/main" id="{B45A41D8-1317-448E-B4FC-BD3ADFABFE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360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5" name="직선 연결선 1134">
                <a:extLst>
                  <a:ext uri="{FF2B5EF4-FFF2-40B4-BE49-F238E27FC236}">
                    <a16:creationId xmlns:a16="http://schemas.microsoft.com/office/drawing/2014/main" id="{874EDE9C-021E-481A-8FD8-F1E0D8439A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922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6" name="직선 연결선 1135">
                <a:extLst>
                  <a:ext uri="{FF2B5EF4-FFF2-40B4-BE49-F238E27FC236}">
                    <a16:creationId xmlns:a16="http://schemas.microsoft.com/office/drawing/2014/main" id="{592679A5-C7BE-4F27-B30A-FEB31A99B2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4371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7" name="직선 연결선 1136">
                <a:extLst>
                  <a:ext uri="{FF2B5EF4-FFF2-40B4-BE49-F238E27FC236}">
                    <a16:creationId xmlns:a16="http://schemas.microsoft.com/office/drawing/2014/main" id="{DEBD4C5E-A744-4358-B3E5-551FF6776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0123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8" name="직선 연결선 1137">
                <a:extLst>
                  <a:ext uri="{FF2B5EF4-FFF2-40B4-BE49-F238E27FC236}">
                    <a16:creationId xmlns:a16="http://schemas.microsoft.com/office/drawing/2014/main" id="{983673E0-5891-4FDF-AD7E-A0BC975731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9522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9" name="직선 연결선 1138">
                <a:extLst>
                  <a:ext uri="{FF2B5EF4-FFF2-40B4-BE49-F238E27FC236}">
                    <a16:creationId xmlns:a16="http://schemas.microsoft.com/office/drawing/2014/main" id="{6B392048-C902-4A2B-B0F6-BE3B4F34DB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4672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0" name="직선 연결선 1139">
                <a:extLst>
                  <a:ext uri="{FF2B5EF4-FFF2-40B4-BE49-F238E27FC236}">
                    <a16:creationId xmlns:a16="http://schemas.microsoft.com/office/drawing/2014/main" id="{17427641-FB49-4299-9487-23978036B4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9823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1" name="직선 연결선 1140">
                <a:extLst>
                  <a:ext uri="{FF2B5EF4-FFF2-40B4-BE49-F238E27FC236}">
                    <a16:creationId xmlns:a16="http://schemas.microsoft.com/office/drawing/2014/main" id="{9A2426AE-594A-4A72-BCAB-D8E9B20518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4973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2" name="직선 연결선 1141">
                <a:extLst>
                  <a:ext uri="{FF2B5EF4-FFF2-40B4-BE49-F238E27FC236}">
                    <a16:creationId xmlns:a16="http://schemas.microsoft.com/office/drawing/2014/main" id="{C8F4F964-0603-45B5-A8C5-65D605EDED7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59650" y="-1904302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직선 연결선 1142">
                <a:extLst>
                  <a:ext uri="{FF2B5EF4-FFF2-40B4-BE49-F238E27FC236}">
                    <a16:creationId xmlns:a16="http://schemas.microsoft.com/office/drawing/2014/main" id="{A846C3E6-B084-4658-9411-07BA8F89FE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678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4" name="직선 연결선 1143">
                <a:extLst>
                  <a:ext uri="{FF2B5EF4-FFF2-40B4-BE49-F238E27FC236}">
                    <a16:creationId xmlns:a16="http://schemas.microsoft.com/office/drawing/2014/main" id="{24EC5751-F1CD-4054-A579-AD61A2B73C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5" name="직선 연결선 1144">
                <a:extLst>
                  <a:ext uri="{FF2B5EF4-FFF2-40B4-BE49-F238E27FC236}">
                    <a16:creationId xmlns:a16="http://schemas.microsoft.com/office/drawing/2014/main" id="{E15D3CE2-CCFF-4E4A-860C-BFF1403F6C3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6" name="직선 연결선 1145">
                <a:extLst>
                  <a:ext uri="{FF2B5EF4-FFF2-40B4-BE49-F238E27FC236}">
                    <a16:creationId xmlns:a16="http://schemas.microsoft.com/office/drawing/2014/main" id="{D81017F2-64A5-4A48-B965-DDB743774A1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28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7" name="직선 연결선 1146">
                <a:extLst>
                  <a:ext uri="{FF2B5EF4-FFF2-40B4-BE49-F238E27FC236}">
                    <a16:creationId xmlns:a16="http://schemas.microsoft.com/office/drawing/2014/main" id="{787BA2C0-918F-458A-A732-A382D54F035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378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8" name="직선 연결선 1147">
                <a:extLst>
                  <a:ext uri="{FF2B5EF4-FFF2-40B4-BE49-F238E27FC236}">
                    <a16:creationId xmlns:a16="http://schemas.microsoft.com/office/drawing/2014/main" id="{72CBE859-1804-49B6-913F-9C62646B27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27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9" name="직선 연결선 1148">
                <a:extLst>
                  <a:ext uri="{FF2B5EF4-FFF2-40B4-BE49-F238E27FC236}">
                    <a16:creationId xmlns:a16="http://schemas.microsoft.com/office/drawing/2014/main" id="{B22EAADE-A90F-4414-A73A-BE2178844EC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0" name="직선 연결선 1149">
                <a:extLst>
                  <a:ext uri="{FF2B5EF4-FFF2-40B4-BE49-F238E27FC236}">
                    <a16:creationId xmlns:a16="http://schemas.microsoft.com/office/drawing/2014/main" id="{48D555BD-0DCD-4B80-BD07-79C0DD23634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1" name="직선 연결선 1150">
                <a:extLst>
                  <a:ext uri="{FF2B5EF4-FFF2-40B4-BE49-F238E27FC236}">
                    <a16:creationId xmlns:a16="http://schemas.microsoft.com/office/drawing/2014/main" id="{A8043E26-20E6-4F26-97D2-F351C881D8E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2" name="직선 연결선 1151">
                <a:extLst>
                  <a:ext uri="{FF2B5EF4-FFF2-40B4-BE49-F238E27FC236}">
                    <a16:creationId xmlns:a16="http://schemas.microsoft.com/office/drawing/2014/main" id="{77656F93-8093-481B-A620-D08E2815CA1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3" name="직선 연결선 1152">
                <a:extLst>
                  <a:ext uri="{FF2B5EF4-FFF2-40B4-BE49-F238E27FC236}">
                    <a16:creationId xmlns:a16="http://schemas.microsoft.com/office/drawing/2014/main" id="{59B29429-6C68-489B-B315-E29C20B821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4" name="직선 연결선 1153">
                <a:extLst>
                  <a:ext uri="{FF2B5EF4-FFF2-40B4-BE49-F238E27FC236}">
                    <a16:creationId xmlns:a16="http://schemas.microsoft.com/office/drawing/2014/main" id="{C74E9700-9124-47FD-AC78-055C82EF119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5" name="직선 연결선 1154">
                <a:extLst>
                  <a:ext uri="{FF2B5EF4-FFF2-40B4-BE49-F238E27FC236}">
                    <a16:creationId xmlns:a16="http://schemas.microsoft.com/office/drawing/2014/main" id="{5DCE6A49-5C63-4381-905E-B2583F1851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54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6" name="직선 연결선 1155">
                <a:extLst>
                  <a:ext uri="{FF2B5EF4-FFF2-40B4-BE49-F238E27FC236}">
                    <a16:creationId xmlns:a16="http://schemas.microsoft.com/office/drawing/2014/main" id="{AD98925E-8806-4D4B-80E0-4467BD5EE4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03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7" name="직선 연결선 1156">
                <a:extLst>
                  <a:ext uri="{FF2B5EF4-FFF2-40B4-BE49-F238E27FC236}">
                    <a16:creationId xmlns:a16="http://schemas.microsoft.com/office/drawing/2014/main" id="{66B50473-BB97-43C6-8C97-593FA37850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8" name="직선 연결선 1157">
                <a:extLst>
                  <a:ext uri="{FF2B5EF4-FFF2-40B4-BE49-F238E27FC236}">
                    <a16:creationId xmlns:a16="http://schemas.microsoft.com/office/drawing/2014/main" id="{95D7766D-4100-42A2-97DE-CE9874C65BD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53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9" name="직선 연결선 1158">
                <a:extLst>
                  <a:ext uri="{FF2B5EF4-FFF2-40B4-BE49-F238E27FC236}">
                    <a16:creationId xmlns:a16="http://schemas.microsoft.com/office/drawing/2014/main" id="{37A5C885-DA05-415B-AA70-711239CBEB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02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0" name="직선 연결선 1159">
                <a:extLst>
                  <a:ext uri="{FF2B5EF4-FFF2-40B4-BE49-F238E27FC236}">
                    <a16:creationId xmlns:a16="http://schemas.microsoft.com/office/drawing/2014/main" id="{00F53ED6-3FE4-458C-895B-1BDE53650A2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52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1" name="직선 연결선 1160">
                <a:extLst>
                  <a:ext uri="{FF2B5EF4-FFF2-40B4-BE49-F238E27FC236}">
                    <a16:creationId xmlns:a16="http://schemas.microsoft.com/office/drawing/2014/main" id="{9E64B24A-FF79-40B9-AAD7-5DE5164318F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2" name="직선 연결선 1161">
                <a:extLst>
                  <a:ext uri="{FF2B5EF4-FFF2-40B4-BE49-F238E27FC236}">
                    <a16:creationId xmlns:a16="http://schemas.microsoft.com/office/drawing/2014/main" id="{EE8A71E8-BCAD-4B25-A544-293D5EF307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3" name="직선 연결선 1162">
                <a:extLst>
                  <a:ext uri="{FF2B5EF4-FFF2-40B4-BE49-F238E27FC236}">
                    <a16:creationId xmlns:a16="http://schemas.microsoft.com/office/drawing/2014/main" id="{65F94FC9-2BBE-4630-9972-D89FAC189C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4" name="직선 연결선 1163">
                <a:extLst>
                  <a:ext uri="{FF2B5EF4-FFF2-40B4-BE49-F238E27FC236}">
                    <a16:creationId xmlns:a16="http://schemas.microsoft.com/office/drawing/2014/main" id="{E1F8FB66-3125-43FF-85D6-2403D2F2D10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77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5" name="직선 연결선 1164">
                <a:extLst>
                  <a:ext uri="{FF2B5EF4-FFF2-40B4-BE49-F238E27FC236}">
                    <a16:creationId xmlns:a16="http://schemas.microsoft.com/office/drawing/2014/main" id="{4DEEF459-BCE6-4909-8565-3B5AF78377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6" name="직선 연결선 1165">
                <a:extLst>
                  <a:ext uri="{FF2B5EF4-FFF2-40B4-BE49-F238E27FC236}">
                    <a16:creationId xmlns:a16="http://schemas.microsoft.com/office/drawing/2014/main" id="{FDFAB552-2866-4754-A5C0-C8169A8644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7" name="직선 연결선 1166">
                <a:extLst>
                  <a:ext uri="{FF2B5EF4-FFF2-40B4-BE49-F238E27FC236}">
                    <a16:creationId xmlns:a16="http://schemas.microsoft.com/office/drawing/2014/main" id="{45738CFF-30B3-436A-8C1B-45CAED2E22A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8" name="직선 연결선 1167">
                <a:extLst>
                  <a:ext uri="{FF2B5EF4-FFF2-40B4-BE49-F238E27FC236}">
                    <a16:creationId xmlns:a16="http://schemas.microsoft.com/office/drawing/2014/main" id="{29480985-8CE1-4D67-9F7C-28A950BE48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9" name="직선 연결선 1168">
              <a:extLst>
                <a:ext uri="{FF2B5EF4-FFF2-40B4-BE49-F238E27FC236}">
                  <a16:creationId xmlns:a16="http://schemas.microsoft.com/office/drawing/2014/main" id="{A4385D39-F5BC-4EB1-B62A-FB656748EEF8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0" name="직선 연결선 1169">
              <a:extLst>
                <a:ext uri="{FF2B5EF4-FFF2-40B4-BE49-F238E27FC236}">
                  <a16:creationId xmlns:a16="http://schemas.microsoft.com/office/drawing/2014/main" id="{93C53B65-8CF4-4A9F-AD9B-DA466A75E6A7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85">
            <a:hlinkClick r:id="rId2"/>
            <a:extLst>
              <a:ext uri="{FF2B5EF4-FFF2-40B4-BE49-F238E27FC236}">
                <a16:creationId xmlns:a16="http://schemas.microsoft.com/office/drawing/2014/main" id="{77823B6C-E7AE-42C1-8B08-37D81E2455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7" name="TextBox 186">
            <a:hlinkClick r:id="rId3"/>
            <a:extLst>
              <a:ext uri="{FF2B5EF4-FFF2-40B4-BE49-F238E27FC236}">
                <a16:creationId xmlns:a16="http://schemas.microsoft.com/office/drawing/2014/main" id="{A66C2B19-B293-420D-A716-3C232AC3ACF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xtBox 184">
            <a:hlinkClick r:id="rId4"/>
            <a:extLst>
              <a:ext uri="{FF2B5EF4-FFF2-40B4-BE49-F238E27FC236}">
                <a16:creationId xmlns:a16="http://schemas.microsoft.com/office/drawing/2014/main" id="{8E22F9F8-6AF5-4DDE-8022-0E1B56993ACE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36</cp:revision>
  <dcterms:created xsi:type="dcterms:W3CDTF">2021-10-29T04:43:38Z</dcterms:created>
  <dcterms:modified xsi:type="dcterms:W3CDTF">2021-12-19T08:01:13Z</dcterms:modified>
</cp:coreProperties>
</file>
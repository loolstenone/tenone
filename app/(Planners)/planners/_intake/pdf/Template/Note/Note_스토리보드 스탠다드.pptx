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5" name="직선 연결선 1644">
            <a:extLst>
              <a:ext uri="{FF2B5EF4-FFF2-40B4-BE49-F238E27FC236}">
                <a16:creationId xmlns:a16="http://schemas.microsoft.com/office/drawing/2014/main" id="{1C862453-3F74-488D-A3DB-3A3B54D30D57}"/>
              </a:ext>
            </a:extLst>
          </p:cNvPr>
          <p:cNvCxnSpPr>
            <a:cxnSpLocks/>
          </p:cNvCxnSpPr>
          <p:nvPr/>
        </p:nvCxnSpPr>
        <p:spPr>
          <a:xfrm>
            <a:off x="3754666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6" name="직선 연결선 1645">
            <a:extLst>
              <a:ext uri="{FF2B5EF4-FFF2-40B4-BE49-F238E27FC236}">
                <a16:creationId xmlns:a16="http://schemas.microsoft.com/office/drawing/2014/main" id="{AE75C3BC-49B4-4ECF-A9D6-225A480BB247}"/>
              </a:ext>
            </a:extLst>
          </p:cNvPr>
          <p:cNvCxnSpPr>
            <a:cxnSpLocks/>
          </p:cNvCxnSpPr>
          <p:nvPr/>
        </p:nvCxnSpPr>
        <p:spPr>
          <a:xfrm>
            <a:off x="254725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23375B1-5411-4726-902E-8B05272BD3B5}"/>
              </a:ext>
            </a:extLst>
          </p:cNvPr>
          <p:cNvGrpSpPr/>
          <p:nvPr/>
        </p:nvGrpSpPr>
        <p:grpSpPr>
          <a:xfrm>
            <a:off x="254725" y="500631"/>
            <a:ext cx="5567501" cy="6986398"/>
            <a:chOff x="207500" y="500631"/>
            <a:chExt cx="5567501" cy="6986398"/>
          </a:xfrm>
        </p:grpSpPr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9387B6ED-30F5-4E4F-9A74-EFE73731BD15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800100"/>
              <a:ext cx="99431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B02A012E-1907-46FA-8112-0649F6FDDDC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6149637"/>
              <a:ext cx="99431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583D7023-4377-4DCC-82A8-FD338B2D0AE0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1373265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C15D84C0-E376-4E94-890F-07C4D20A95D0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3283814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1611432B-2A28-4E9A-92B1-9A7BAA9EAA3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4430143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004F8018-A443-4143-8832-F0E8744C123B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5385417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BDC3EDD5-5F9D-42AE-A254-F6DBD14F942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1755374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FBF4BA59-EED9-48D8-ABB9-C2EAFF2B411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2137484"/>
              <a:ext cx="99431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9E2EBEF5-A7DE-41BA-B601-88639D922BCB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2519594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667B87F9-D95A-44EF-8A86-A42EFBEBD0F6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2901704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1B8CA3D-E695-402E-9360-6DE4B6DB2FA3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3665923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0780AD8E-5D76-4B7F-8461-3ABD3599C646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3856978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7D9B56F3-F92C-4DA5-96A3-151C16AD9BBA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4048033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C4761F7C-309E-4251-8274-506206F4B0EF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4239088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9E22BBEE-F0AE-4D6F-804A-DCC2DFB9E6E4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4621198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A8E19FE0-A276-4FC2-ACF2-E0C24DA8D352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4812253"/>
              <a:ext cx="99431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971940A8-D3ED-427D-8A4C-A068887F218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5003308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CB45E42B-3905-4012-A4A9-319811A5C34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5767527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38F47A-550E-451C-9FFC-3F96370C56E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5194363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46348966-ED69-48A2-B8AA-BE1B4E65002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5576472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C8E51BCD-394D-4316-88CE-28B88B01C4DE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5958582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0A291C11-1B66-4E1A-BC0A-EE48D7615C6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991155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CE95E855-9A6E-452C-862D-22E312A36038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1564320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46799973-0AA0-4961-BD6B-1DB43AA51B14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3474869"/>
              <a:ext cx="99431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90E30126-85DE-4967-9617-C1CB3E44FEF2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1946429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A5106E9-75E8-4A54-AE42-622901E4B694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2328539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6B13D37F-0895-4E7C-8405-16CB41F39C4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2710649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D50E2068-6652-43A4-94B9-45A89F504EBF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3092759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AF4C65BB-006A-4F8F-88E2-6C4B182A911A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1182210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3F5536B7-5767-4A71-BC63-8199B5C68DDD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7487029"/>
              <a:ext cx="99431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A4A002CD-B752-4014-BBDC-718E7B4A753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6722802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A25037E3-FC08-4B6C-B303-930C5992163B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6340692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43F32276-B9BB-445B-BF0B-0BC67120535E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7104912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04A6CA3A-FB96-4FE7-9AA7-7E8AD59FC558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6531747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5F19020D-E40F-412E-9896-45DD21394B47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6913857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4F1327CB-4680-47A0-8C9B-0A08BB25EB5D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7295966"/>
              <a:ext cx="99431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7EA5C6F6-DC1C-41DF-BAEA-F6ACBC2A87A2}"/>
                </a:ext>
              </a:extLst>
            </p:cNvPr>
            <p:cNvCxnSpPr>
              <a:cxnSpLocks/>
            </p:cNvCxnSpPr>
            <p:nvPr/>
          </p:nvCxnSpPr>
          <p:spPr>
            <a:xfrm>
              <a:off x="4361516" y="500631"/>
              <a:ext cx="99431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7E4180F5-47E0-4ECF-AA75-741E9FB93086}"/>
                </a:ext>
              </a:extLst>
            </p:cNvPr>
            <p:cNvCxnSpPr>
              <a:cxnSpLocks/>
            </p:cNvCxnSpPr>
            <p:nvPr/>
          </p:nvCxnSpPr>
          <p:spPr>
            <a:xfrm>
              <a:off x="626669" y="500631"/>
              <a:ext cx="214503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0" name="사각형: 둥근 모서리 1639">
              <a:extLst>
                <a:ext uri="{FF2B5EF4-FFF2-40B4-BE49-F238E27FC236}">
                  <a16:creationId xmlns:a16="http://schemas.microsoft.com/office/drawing/2014/main" id="{6CDCF834-7956-41D2-9644-3A083778257B}"/>
                </a:ext>
              </a:extLst>
            </p:cNvPr>
            <p:cNvSpPr/>
            <p:nvPr/>
          </p:nvSpPr>
          <p:spPr>
            <a:xfrm>
              <a:off x="626669" y="800100"/>
              <a:ext cx="2145032" cy="1328969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" name="사각형: 둥근 모서리 1640">
              <a:extLst>
                <a:ext uri="{FF2B5EF4-FFF2-40B4-BE49-F238E27FC236}">
                  <a16:creationId xmlns:a16="http://schemas.microsoft.com/office/drawing/2014/main" id="{948B67F0-C70E-4855-9A1E-4DAE2CC9C944}"/>
                </a:ext>
              </a:extLst>
            </p:cNvPr>
            <p:cNvSpPr/>
            <p:nvPr/>
          </p:nvSpPr>
          <p:spPr>
            <a:xfrm>
              <a:off x="626669" y="2139589"/>
              <a:ext cx="2145032" cy="1328969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" name="사각형: 둥근 모서리 1641">
              <a:extLst>
                <a:ext uri="{FF2B5EF4-FFF2-40B4-BE49-F238E27FC236}">
                  <a16:creationId xmlns:a16="http://schemas.microsoft.com/office/drawing/2014/main" id="{6F2AE4BF-C966-4957-8B51-6F73FF427E82}"/>
                </a:ext>
              </a:extLst>
            </p:cNvPr>
            <p:cNvSpPr/>
            <p:nvPr/>
          </p:nvSpPr>
          <p:spPr>
            <a:xfrm>
              <a:off x="626669" y="3479079"/>
              <a:ext cx="2145032" cy="1328969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" name="사각형: 둥근 모서리 1642">
              <a:extLst>
                <a:ext uri="{FF2B5EF4-FFF2-40B4-BE49-F238E27FC236}">
                  <a16:creationId xmlns:a16="http://schemas.microsoft.com/office/drawing/2014/main" id="{2949E836-6144-4769-9DCE-B91AC864F072}"/>
                </a:ext>
              </a:extLst>
            </p:cNvPr>
            <p:cNvSpPr/>
            <p:nvPr/>
          </p:nvSpPr>
          <p:spPr>
            <a:xfrm>
              <a:off x="626669" y="4818568"/>
              <a:ext cx="2145032" cy="1328969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80DF248E-22A4-432A-8F45-94B771018418}"/>
                </a:ext>
              </a:extLst>
            </p:cNvPr>
            <p:cNvSpPr/>
            <p:nvPr/>
          </p:nvSpPr>
          <p:spPr>
            <a:xfrm>
              <a:off x="626669" y="6158060"/>
              <a:ext cx="2145032" cy="1328969"/>
            </a:xfrm>
            <a:prstGeom prst="roundRect">
              <a:avLst>
                <a:gd name="adj" fmla="val 4274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12" name="직선 연결선 1611">
              <a:extLst>
                <a:ext uri="{FF2B5EF4-FFF2-40B4-BE49-F238E27FC236}">
                  <a16:creationId xmlns:a16="http://schemas.microsoft.com/office/drawing/2014/main" id="{A4D55F73-F681-46B7-9C8C-1F6FEB450D58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800100"/>
              <a:ext cx="14993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3" name="직선 연결선 1612">
              <a:extLst>
                <a:ext uri="{FF2B5EF4-FFF2-40B4-BE49-F238E27FC236}">
                  <a16:creationId xmlns:a16="http://schemas.microsoft.com/office/drawing/2014/main" id="{2C9A181A-69BD-4A32-98F8-4FCFFF1D0447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6149637"/>
              <a:ext cx="14993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직선 연결선 1613">
              <a:extLst>
                <a:ext uri="{FF2B5EF4-FFF2-40B4-BE49-F238E27FC236}">
                  <a16:creationId xmlns:a16="http://schemas.microsoft.com/office/drawing/2014/main" id="{B3C30B69-6D17-4743-8FA7-07CAA4ACD197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1373265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직선 연결선 1614">
              <a:extLst>
                <a:ext uri="{FF2B5EF4-FFF2-40B4-BE49-F238E27FC236}">
                  <a16:creationId xmlns:a16="http://schemas.microsoft.com/office/drawing/2014/main" id="{AA34E915-C82E-452D-8B1E-A3C4CE48A9F5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3283814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직선 연결선 1615">
              <a:extLst>
                <a:ext uri="{FF2B5EF4-FFF2-40B4-BE49-F238E27FC236}">
                  <a16:creationId xmlns:a16="http://schemas.microsoft.com/office/drawing/2014/main" id="{B1BD87B9-8B3A-48C6-B456-35B55DD9F8B1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4430143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7" name="직선 연결선 1616">
              <a:extLst>
                <a:ext uri="{FF2B5EF4-FFF2-40B4-BE49-F238E27FC236}">
                  <a16:creationId xmlns:a16="http://schemas.microsoft.com/office/drawing/2014/main" id="{A8CC120C-369C-43E3-9B9D-051F49C12B85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5385417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8" name="직선 연결선 1617">
              <a:extLst>
                <a:ext uri="{FF2B5EF4-FFF2-40B4-BE49-F238E27FC236}">
                  <a16:creationId xmlns:a16="http://schemas.microsoft.com/office/drawing/2014/main" id="{A31107B5-8B43-4E5C-B337-2CA4116C044F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1755374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직선 연결선 1618">
              <a:extLst>
                <a:ext uri="{FF2B5EF4-FFF2-40B4-BE49-F238E27FC236}">
                  <a16:creationId xmlns:a16="http://schemas.microsoft.com/office/drawing/2014/main" id="{08B2A85F-D736-42F0-A6BC-C6F3078DF43C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2137484"/>
              <a:ext cx="14993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직선 연결선 1619">
              <a:extLst>
                <a:ext uri="{FF2B5EF4-FFF2-40B4-BE49-F238E27FC236}">
                  <a16:creationId xmlns:a16="http://schemas.microsoft.com/office/drawing/2014/main" id="{C7FA79E5-73F6-4AEA-AB24-7C36C1738F25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2519594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직선 연결선 1620">
              <a:extLst>
                <a:ext uri="{FF2B5EF4-FFF2-40B4-BE49-F238E27FC236}">
                  <a16:creationId xmlns:a16="http://schemas.microsoft.com/office/drawing/2014/main" id="{D7CE5CC3-E5BB-49CB-B6F8-7A4586070A0C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2901704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직선 연결선 1621">
              <a:extLst>
                <a:ext uri="{FF2B5EF4-FFF2-40B4-BE49-F238E27FC236}">
                  <a16:creationId xmlns:a16="http://schemas.microsoft.com/office/drawing/2014/main" id="{1EAAF148-E17D-46B7-B1F1-8DB5B61290D5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3665923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직선 연결선 1622">
              <a:extLst>
                <a:ext uri="{FF2B5EF4-FFF2-40B4-BE49-F238E27FC236}">
                  <a16:creationId xmlns:a16="http://schemas.microsoft.com/office/drawing/2014/main" id="{A5C6C5E8-1CBD-43D1-B3C0-3A3EBBFC9320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3856978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직선 연결선 1623">
              <a:extLst>
                <a:ext uri="{FF2B5EF4-FFF2-40B4-BE49-F238E27FC236}">
                  <a16:creationId xmlns:a16="http://schemas.microsoft.com/office/drawing/2014/main" id="{E1AFDE0D-BCAB-44F3-8E02-A460F1B714CC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4048033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직선 연결선 1624">
              <a:extLst>
                <a:ext uri="{FF2B5EF4-FFF2-40B4-BE49-F238E27FC236}">
                  <a16:creationId xmlns:a16="http://schemas.microsoft.com/office/drawing/2014/main" id="{1AAE9A74-C666-40B0-A8FE-15B23D69C988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4239088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직선 연결선 1625">
              <a:extLst>
                <a:ext uri="{FF2B5EF4-FFF2-40B4-BE49-F238E27FC236}">
                  <a16:creationId xmlns:a16="http://schemas.microsoft.com/office/drawing/2014/main" id="{00303E17-26E8-4B2A-9CA1-8384AE6B37CB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4621198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7" name="직선 연결선 1626">
              <a:extLst>
                <a:ext uri="{FF2B5EF4-FFF2-40B4-BE49-F238E27FC236}">
                  <a16:creationId xmlns:a16="http://schemas.microsoft.com/office/drawing/2014/main" id="{75D05CAE-0FA2-43B7-83FD-FBF6431DCDBB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4812253"/>
              <a:ext cx="14993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직선 연결선 1627">
              <a:extLst>
                <a:ext uri="{FF2B5EF4-FFF2-40B4-BE49-F238E27FC236}">
                  <a16:creationId xmlns:a16="http://schemas.microsoft.com/office/drawing/2014/main" id="{9879346C-3241-40C3-83DF-D044D8C70745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5003308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9" name="직선 연결선 1628">
              <a:extLst>
                <a:ext uri="{FF2B5EF4-FFF2-40B4-BE49-F238E27FC236}">
                  <a16:creationId xmlns:a16="http://schemas.microsoft.com/office/drawing/2014/main" id="{09C38095-E9C7-484E-A1E7-E48E2EFEF618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5767527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0" name="직선 연결선 1629">
              <a:extLst>
                <a:ext uri="{FF2B5EF4-FFF2-40B4-BE49-F238E27FC236}">
                  <a16:creationId xmlns:a16="http://schemas.microsoft.com/office/drawing/2014/main" id="{CB0849DB-DFC0-4B6D-8AE6-9FA184FB09F9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5194363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직선 연결선 1630">
              <a:extLst>
                <a:ext uri="{FF2B5EF4-FFF2-40B4-BE49-F238E27FC236}">
                  <a16:creationId xmlns:a16="http://schemas.microsoft.com/office/drawing/2014/main" id="{F55C390B-75F3-4CE9-9509-266AB7D69334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5576472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2" name="직선 연결선 1631">
              <a:extLst>
                <a:ext uri="{FF2B5EF4-FFF2-40B4-BE49-F238E27FC236}">
                  <a16:creationId xmlns:a16="http://schemas.microsoft.com/office/drawing/2014/main" id="{D2DA5188-0327-45C8-B8FD-1007FCE14606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5958582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3" name="직선 연결선 1632">
              <a:extLst>
                <a:ext uri="{FF2B5EF4-FFF2-40B4-BE49-F238E27FC236}">
                  <a16:creationId xmlns:a16="http://schemas.microsoft.com/office/drawing/2014/main" id="{CAF47A6E-7D21-4D87-8530-6A7CE9D84AE1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991155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직선 연결선 1633">
              <a:extLst>
                <a:ext uri="{FF2B5EF4-FFF2-40B4-BE49-F238E27FC236}">
                  <a16:creationId xmlns:a16="http://schemas.microsoft.com/office/drawing/2014/main" id="{988508B6-166C-415C-848C-337B8D20C00A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1564320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5" name="직선 연결선 1634">
              <a:extLst>
                <a:ext uri="{FF2B5EF4-FFF2-40B4-BE49-F238E27FC236}">
                  <a16:creationId xmlns:a16="http://schemas.microsoft.com/office/drawing/2014/main" id="{17088412-4967-4AB1-A3D5-C0E540B1E835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3474869"/>
              <a:ext cx="14993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6" name="직선 연결선 1635">
              <a:extLst>
                <a:ext uri="{FF2B5EF4-FFF2-40B4-BE49-F238E27FC236}">
                  <a16:creationId xmlns:a16="http://schemas.microsoft.com/office/drawing/2014/main" id="{ACEE1AE4-0A28-4CEB-95CF-44281F24908D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1946429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직선 연결선 1636">
              <a:extLst>
                <a:ext uri="{FF2B5EF4-FFF2-40B4-BE49-F238E27FC236}">
                  <a16:creationId xmlns:a16="http://schemas.microsoft.com/office/drawing/2014/main" id="{68E80E7E-1DD3-459A-8983-B82C2D1B8728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2328539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직선 연결선 1637">
              <a:extLst>
                <a:ext uri="{FF2B5EF4-FFF2-40B4-BE49-F238E27FC236}">
                  <a16:creationId xmlns:a16="http://schemas.microsoft.com/office/drawing/2014/main" id="{BC4E3962-AC53-4292-9343-D0F7B5159E4B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2710649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9" name="직선 연결선 1638">
              <a:extLst>
                <a:ext uri="{FF2B5EF4-FFF2-40B4-BE49-F238E27FC236}">
                  <a16:creationId xmlns:a16="http://schemas.microsoft.com/office/drawing/2014/main" id="{1AAF7DEE-92B0-4642-AF86-339E2904BD2D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3092759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4" name="직선 연결선 1643">
              <a:extLst>
                <a:ext uri="{FF2B5EF4-FFF2-40B4-BE49-F238E27FC236}">
                  <a16:creationId xmlns:a16="http://schemas.microsoft.com/office/drawing/2014/main" id="{B6A0869B-19FF-43CF-80B3-08E9B2A5746B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1182210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0A5D243F-C48B-417A-B258-556736063DA3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7487029"/>
              <a:ext cx="14993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5AAB525-EEA5-4D20-941F-612C3831F256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6722802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CE625E03-D6A5-497E-9D6C-8D719C4C352A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6340692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139DEF09-208B-49D9-A50C-13FF9AC35A05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7104912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13A2F472-2121-42B2-BE77-AA11E464231F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6531747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58858E07-9E07-4201-AC76-95136C608C38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6913857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544D1658-E218-4DF9-9004-441F9E5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7295966"/>
              <a:ext cx="14993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163763E6-CAA3-4222-931A-F6ECC804D95D}"/>
                </a:ext>
              </a:extLst>
            </p:cNvPr>
            <p:cNvCxnSpPr>
              <a:cxnSpLocks/>
            </p:cNvCxnSpPr>
            <p:nvPr/>
          </p:nvCxnSpPr>
          <p:spPr>
            <a:xfrm>
              <a:off x="2816911" y="500631"/>
              <a:ext cx="14993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68508AB3-E898-4F11-B790-753B461661E9}"/>
                </a:ext>
              </a:extLst>
            </p:cNvPr>
            <p:cNvCxnSpPr>
              <a:cxnSpLocks/>
            </p:cNvCxnSpPr>
            <p:nvPr/>
          </p:nvCxnSpPr>
          <p:spPr>
            <a:xfrm>
              <a:off x="207500" y="500631"/>
              <a:ext cx="3739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95ECE3-D163-405B-B089-2927F1AE2C10}"/>
                </a:ext>
              </a:extLst>
            </p:cNvPr>
            <p:cNvSpPr txBox="1"/>
            <p:nvPr/>
          </p:nvSpPr>
          <p:spPr>
            <a:xfrm>
              <a:off x="289482" y="573422"/>
              <a:ext cx="209994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Cut</a:t>
              </a:r>
              <a:endPara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C830DC3-E45C-4999-8B79-0F1A312E74DF}"/>
                </a:ext>
              </a:extLst>
            </p:cNvPr>
            <p:cNvSpPr txBox="1"/>
            <p:nvPr/>
          </p:nvSpPr>
          <p:spPr>
            <a:xfrm>
              <a:off x="1529267" y="573422"/>
              <a:ext cx="339837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Video</a:t>
              </a:r>
              <a:endPara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6879A54-1ED3-412E-90FC-501C5A81DA12}"/>
                </a:ext>
              </a:extLst>
            </p:cNvPr>
            <p:cNvSpPr txBox="1"/>
            <p:nvPr/>
          </p:nvSpPr>
          <p:spPr>
            <a:xfrm>
              <a:off x="3326158" y="573422"/>
              <a:ext cx="480901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Content</a:t>
              </a:r>
              <a:endPara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D4C3585-2122-4B77-BA6A-85528EDCBB95}"/>
                </a:ext>
              </a:extLst>
            </p:cNvPr>
            <p:cNvSpPr txBox="1"/>
            <p:nvPr/>
          </p:nvSpPr>
          <p:spPr>
            <a:xfrm>
              <a:off x="4681541" y="573422"/>
              <a:ext cx="354264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Audio</a:t>
              </a:r>
              <a:endPara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D667920-70E9-4CE1-9E35-7424DCA3D192}"/>
                </a:ext>
              </a:extLst>
            </p:cNvPr>
            <p:cNvCxnSpPr>
              <a:cxnSpLocks/>
            </p:cNvCxnSpPr>
            <p:nvPr/>
          </p:nvCxnSpPr>
          <p:spPr>
            <a:xfrm>
              <a:off x="210409" y="800100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0184E70B-94BD-40E8-A461-21971425CEBF}"/>
                </a:ext>
              </a:extLst>
            </p:cNvPr>
            <p:cNvCxnSpPr>
              <a:cxnSpLocks/>
            </p:cNvCxnSpPr>
            <p:nvPr/>
          </p:nvCxnSpPr>
          <p:spPr>
            <a:xfrm>
              <a:off x="213318" y="6149637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BD43B5AA-E50F-4EA7-9185-482158B971C1}"/>
                </a:ext>
              </a:extLst>
            </p:cNvPr>
            <p:cNvCxnSpPr>
              <a:cxnSpLocks/>
            </p:cNvCxnSpPr>
            <p:nvPr/>
          </p:nvCxnSpPr>
          <p:spPr>
            <a:xfrm>
              <a:off x="213318" y="2137484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8A6B683D-7681-49BF-A6D7-490AEDE0A6A0}"/>
                </a:ext>
              </a:extLst>
            </p:cNvPr>
            <p:cNvCxnSpPr>
              <a:cxnSpLocks/>
            </p:cNvCxnSpPr>
            <p:nvPr/>
          </p:nvCxnSpPr>
          <p:spPr>
            <a:xfrm>
              <a:off x="213318" y="4812253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DE557D56-998E-476A-9E97-A1E1D96F38EE}"/>
                </a:ext>
              </a:extLst>
            </p:cNvPr>
            <p:cNvCxnSpPr>
              <a:cxnSpLocks/>
            </p:cNvCxnSpPr>
            <p:nvPr/>
          </p:nvCxnSpPr>
          <p:spPr>
            <a:xfrm>
              <a:off x="213318" y="3474869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13F2FF06-934F-44F4-B9D4-D477E0A6154B}"/>
                </a:ext>
              </a:extLst>
            </p:cNvPr>
            <p:cNvCxnSpPr>
              <a:cxnSpLocks/>
            </p:cNvCxnSpPr>
            <p:nvPr/>
          </p:nvCxnSpPr>
          <p:spPr>
            <a:xfrm>
              <a:off x="213318" y="7487029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B458D30D-E4EA-44F7-906F-EFF73269708B}"/>
                </a:ext>
              </a:extLst>
            </p:cNvPr>
            <p:cNvCxnSpPr>
              <a:cxnSpLocks/>
            </p:cNvCxnSpPr>
            <p:nvPr/>
          </p:nvCxnSpPr>
          <p:spPr>
            <a:xfrm>
              <a:off x="5401042" y="500631"/>
              <a:ext cx="3739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CC3B10D-1E15-44DA-B6F3-8A3378E46D13}"/>
                </a:ext>
              </a:extLst>
            </p:cNvPr>
            <p:cNvSpPr txBox="1"/>
            <p:nvPr/>
          </p:nvSpPr>
          <p:spPr>
            <a:xfrm>
              <a:off x="5443751" y="573422"/>
              <a:ext cx="288541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0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Time</a:t>
              </a:r>
              <a:endPara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D82C9416-A414-42BE-8654-6F65DABD62FE}"/>
                </a:ext>
              </a:extLst>
            </p:cNvPr>
            <p:cNvCxnSpPr>
              <a:cxnSpLocks/>
            </p:cNvCxnSpPr>
            <p:nvPr/>
          </p:nvCxnSpPr>
          <p:spPr>
            <a:xfrm>
              <a:off x="5403951" y="800100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1194468D-10EB-463B-87DF-89A5E507825F}"/>
                </a:ext>
              </a:extLst>
            </p:cNvPr>
            <p:cNvCxnSpPr>
              <a:cxnSpLocks/>
            </p:cNvCxnSpPr>
            <p:nvPr/>
          </p:nvCxnSpPr>
          <p:spPr>
            <a:xfrm>
              <a:off x="5401042" y="6149637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9D913DFE-DC55-4AF2-AD5B-B91B35267080}"/>
                </a:ext>
              </a:extLst>
            </p:cNvPr>
            <p:cNvCxnSpPr>
              <a:cxnSpLocks/>
            </p:cNvCxnSpPr>
            <p:nvPr/>
          </p:nvCxnSpPr>
          <p:spPr>
            <a:xfrm>
              <a:off x="5401042" y="2137484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5E1FB045-03B8-4A66-8BBB-FF59535A5DC1}"/>
                </a:ext>
              </a:extLst>
            </p:cNvPr>
            <p:cNvCxnSpPr>
              <a:cxnSpLocks/>
            </p:cNvCxnSpPr>
            <p:nvPr/>
          </p:nvCxnSpPr>
          <p:spPr>
            <a:xfrm>
              <a:off x="5401042" y="4812253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F145E5C8-0EB4-411F-9862-879EDABE8C13}"/>
                </a:ext>
              </a:extLst>
            </p:cNvPr>
            <p:cNvCxnSpPr>
              <a:cxnSpLocks/>
            </p:cNvCxnSpPr>
            <p:nvPr/>
          </p:nvCxnSpPr>
          <p:spPr>
            <a:xfrm>
              <a:off x="5401042" y="3474869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78162A5-584E-4E36-82CF-7EB4F17B3D70}"/>
                </a:ext>
              </a:extLst>
            </p:cNvPr>
            <p:cNvCxnSpPr>
              <a:cxnSpLocks/>
            </p:cNvCxnSpPr>
            <p:nvPr/>
          </p:nvCxnSpPr>
          <p:spPr>
            <a:xfrm>
              <a:off x="5401042" y="7487029"/>
              <a:ext cx="36814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85">
            <a:hlinkClick r:id="rId2"/>
            <a:extLst>
              <a:ext uri="{FF2B5EF4-FFF2-40B4-BE49-F238E27FC236}">
                <a16:creationId xmlns:a16="http://schemas.microsoft.com/office/drawing/2014/main" id="{2814DB65-6C6B-4A19-B289-9C47287FD01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6">
            <a:hlinkClick r:id="rId3"/>
            <a:extLst>
              <a:ext uri="{FF2B5EF4-FFF2-40B4-BE49-F238E27FC236}">
                <a16:creationId xmlns:a16="http://schemas.microsoft.com/office/drawing/2014/main" id="{203307EC-4CA1-4C85-A795-3CEA11114110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1" name="TextBox 184">
            <a:hlinkClick r:id="rId4"/>
            <a:extLst>
              <a:ext uri="{FF2B5EF4-FFF2-40B4-BE49-F238E27FC236}">
                <a16:creationId xmlns:a16="http://schemas.microsoft.com/office/drawing/2014/main" id="{877DC941-230E-44E5-9780-A35660A93EF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13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62</cp:revision>
  <dcterms:created xsi:type="dcterms:W3CDTF">2021-10-29T04:43:38Z</dcterms:created>
  <dcterms:modified xsi:type="dcterms:W3CDTF">2021-12-19T08:42:56Z</dcterms:modified>
</cp:coreProperties>
</file>
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2706" y="9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66">
            <a:extLst>
              <a:ext uri="{FF2B5EF4-FFF2-40B4-BE49-F238E27FC236}">
                <a16:creationId xmlns:a16="http://schemas.microsoft.com/office/drawing/2014/main" id="{FF2413E7-FBA2-4E5E-BB41-54A20A0CCCB9}"/>
              </a:ext>
            </a:extLst>
          </p:cNvPr>
          <p:cNvSpPr txBox="1"/>
          <p:nvPr/>
        </p:nvSpPr>
        <p:spPr>
          <a:xfrm>
            <a:off x="4359997" y="545291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지출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CA9C3E-5BA6-4B9B-AB11-2FC4D5C6423E}"/>
              </a:ext>
            </a:extLst>
          </p:cNvPr>
          <p:cNvSpPr txBox="1"/>
          <p:nvPr/>
        </p:nvSpPr>
        <p:spPr>
          <a:xfrm>
            <a:off x="3324593" y="802810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분류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AC5601-D0E9-491B-90C5-71DFFB452474}"/>
              </a:ext>
            </a:extLst>
          </p:cNvPr>
          <p:cNvSpPr txBox="1"/>
          <p:nvPr/>
        </p:nvSpPr>
        <p:spPr>
          <a:xfrm>
            <a:off x="4215249" y="802810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내용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2B9799-12B2-4EA2-989C-92B3F5C57593}"/>
              </a:ext>
            </a:extLst>
          </p:cNvPr>
          <p:cNvSpPr txBox="1"/>
          <p:nvPr/>
        </p:nvSpPr>
        <p:spPr>
          <a:xfrm>
            <a:off x="5225368" y="802810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금액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70FE3A58-D3CA-4AE1-BFEF-CF8BC8755825}"/>
              </a:ext>
            </a:extLst>
          </p:cNvPr>
          <p:cNvCxnSpPr>
            <a:cxnSpLocks/>
          </p:cNvCxnSpPr>
          <p:nvPr/>
        </p:nvCxnSpPr>
        <p:spPr>
          <a:xfrm>
            <a:off x="3298981" y="533992"/>
            <a:ext cx="2612394" cy="0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F5F0EF43-A482-4991-AE0F-D37CA469FA2F}"/>
              </a:ext>
            </a:extLst>
          </p:cNvPr>
          <p:cNvCxnSpPr>
            <a:cxnSpLocks/>
          </p:cNvCxnSpPr>
          <p:nvPr/>
        </p:nvCxnSpPr>
        <p:spPr>
          <a:xfrm>
            <a:off x="3298987" y="362423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A2009C7-A8D0-4BC1-AA86-1372EDC0F654}"/>
              </a:ext>
            </a:extLst>
          </p:cNvPr>
          <p:cNvCxnSpPr>
            <a:cxnSpLocks/>
          </p:cNvCxnSpPr>
          <p:nvPr/>
        </p:nvCxnSpPr>
        <p:spPr>
          <a:xfrm>
            <a:off x="3298987" y="516935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7101B450-B675-4129-91B8-80FA9095B843}"/>
              </a:ext>
            </a:extLst>
          </p:cNvPr>
          <p:cNvCxnSpPr>
            <a:cxnSpLocks/>
          </p:cNvCxnSpPr>
          <p:nvPr/>
        </p:nvCxnSpPr>
        <p:spPr>
          <a:xfrm>
            <a:off x="3298987" y="645695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1F9B0C76-6166-4ACC-A991-3DE4E44EAE3E}"/>
              </a:ext>
            </a:extLst>
          </p:cNvPr>
          <p:cNvCxnSpPr>
            <a:cxnSpLocks/>
          </p:cNvCxnSpPr>
          <p:nvPr/>
        </p:nvCxnSpPr>
        <p:spPr>
          <a:xfrm>
            <a:off x="3298987" y="156407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DE2F717-5A45-49D6-832E-D60758BF5847}"/>
              </a:ext>
            </a:extLst>
          </p:cNvPr>
          <p:cNvCxnSpPr>
            <a:cxnSpLocks/>
          </p:cNvCxnSpPr>
          <p:nvPr/>
        </p:nvCxnSpPr>
        <p:spPr>
          <a:xfrm>
            <a:off x="3298987" y="207911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6D37ED34-11A2-4A62-A678-AEF8F9620504}"/>
              </a:ext>
            </a:extLst>
          </p:cNvPr>
          <p:cNvCxnSpPr>
            <a:cxnSpLocks/>
          </p:cNvCxnSpPr>
          <p:nvPr/>
        </p:nvCxnSpPr>
        <p:spPr>
          <a:xfrm>
            <a:off x="3298987" y="259415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3B0E3240-BFED-47C0-88CD-41B690BDB3F0}"/>
              </a:ext>
            </a:extLst>
          </p:cNvPr>
          <p:cNvCxnSpPr>
            <a:cxnSpLocks/>
          </p:cNvCxnSpPr>
          <p:nvPr/>
        </p:nvCxnSpPr>
        <p:spPr>
          <a:xfrm>
            <a:off x="3298987" y="310919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87CAC8C7-BBC3-40DB-9976-E2B1CBB389A3}"/>
              </a:ext>
            </a:extLst>
          </p:cNvPr>
          <p:cNvCxnSpPr>
            <a:cxnSpLocks/>
          </p:cNvCxnSpPr>
          <p:nvPr/>
        </p:nvCxnSpPr>
        <p:spPr>
          <a:xfrm>
            <a:off x="3298987" y="413927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A7968EAA-E5B0-4094-9CFB-60FAC180E238}"/>
              </a:ext>
            </a:extLst>
          </p:cNvPr>
          <p:cNvCxnSpPr>
            <a:cxnSpLocks/>
          </p:cNvCxnSpPr>
          <p:nvPr/>
        </p:nvCxnSpPr>
        <p:spPr>
          <a:xfrm>
            <a:off x="3298987" y="439679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93685074-825A-477D-B117-F2951460FA11}"/>
              </a:ext>
            </a:extLst>
          </p:cNvPr>
          <p:cNvCxnSpPr>
            <a:cxnSpLocks/>
          </p:cNvCxnSpPr>
          <p:nvPr/>
        </p:nvCxnSpPr>
        <p:spPr>
          <a:xfrm>
            <a:off x="3298987" y="465431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828284C6-4521-484F-BB97-D101CD4AE7F2}"/>
              </a:ext>
            </a:extLst>
          </p:cNvPr>
          <p:cNvCxnSpPr>
            <a:cxnSpLocks/>
          </p:cNvCxnSpPr>
          <p:nvPr/>
        </p:nvCxnSpPr>
        <p:spPr>
          <a:xfrm>
            <a:off x="3298987" y="491183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B5884831-9662-4E52-ABFB-FB978AE40820}"/>
              </a:ext>
            </a:extLst>
          </p:cNvPr>
          <p:cNvCxnSpPr>
            <a:cxnSpLocks/>
          </p:cNvCxnSpPr>
          <p:nvPr/>
        </p:nvCxnSpPr>
        <p:spPr>
          <a:xfrm>
            <a:off x="3298987" y="542687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B7FB742E-870C-4513-B422-FC8B631A8B55}"/>
              </a:ext>
            </a:extLst>
          </p:cNvPr>
          <p:cNvCxnSpPr>
            <a:cxnSpLocks/>
          </p:cNvCxnSpPr>
          <p:nvPr/>
        </p:nvCxnSpPr>
        <p:spPr>
          <a:xfrm>
            <a:off x="3298987" y="568439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C7518E53-9925-4038-A737-B63DEFCADA9C}"/>
              </a:ext>
            </a:extLst>
          </p:cNvPr>
          <p:cNvCxnSpPr>
            <a:cxnSpLocks/>
          </p:cNvCxnSpPr>
          <p:nvPr/>
        </p:nvCxnSpPr>
        <p:spPr>
          <a:xfrm>
            <a:off x="3298987" y="594191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6CE39A4-62CE-42D7-93C5-C2A47661503A}"/>
              </a:ext>
            </a:extLst>
          </p:cNvPr>
          <p:cNvCxnSpPr>
            <a:cxnSpLocks/>
          </p:cNvCxnSpPr>
          <p:nvPr/>
        </p:nvCxnSpPr>
        <p:spPr>
          <a:xfrm>
            <a:off x="3298987" y="697199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07960DD-88F9-4247-BCA6-9D26AEAC80AF}"/>
              </a:ext>
            </a:extLst>
          </p:cNvPr>
          <p:cNvCxnSpPr>
            <a:cxnSpLocks/>
          </p:cNvCxnSpPr>
          <p:nvPr/>
        </p:nvCxnSpPr>
        <p:spPr>
          <a:xfrm>
            <a:off x="3298987" y="619943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57F94381-8D86-4DC6-8E52-02166F4F69BD}"/>
              </a:ext>
            </a:extLst>
          </p:cNvPr>
          <p:cNvCxnSpPr>
            <a:cxnSpLocks/>
          </p:cNvCxnSpPr>
          <p:nvPr/>
        </p:nvCxnSpPr>
        <p:spPr>
          <a:xfrm>
            <a:off x="3298987" y="671447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6924554E-D7E1-455D-88FF-91920D81EE33}"/>
              </a:ext>
            </a:extLst>
          </p:cNvPr>
          <p:cNvCxnSpPr>
            <a:cxnSpLocks/>
          </p:cNvCxnSpPr>
          <p:nvPr/>
        </p:nvCxnSpPr>
        <p:spPr>
          <a:xfrm>
            <a:off x="3298987" y="79151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3D73EF5C-1147-40A1-90F6-61E5B5217BB1}"/>
              </a:ext>
            </a:extLst>
          </p:cNvPr>
          <p:cNvCxnSpPr>
            <a:cxnSpLocks/>
          </p:cNvCxnSpPr>
          <p:nvPr/>
        </p:nvCxnSpPr>
        <p:spPr>
          <a:xfrm>
            <a:off x="3298987" y="130655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66B7DB08-B009-4E8C-88D4-AD685D8B0F03}"/>
              </a:ext>
            </a:extLst>
          </p:cNvPr>
          <p:cNvCxnSpPr>
            <a:cxnSpLocks/>
          </p:cNvCxnSpPr>
          <p:nvPr/>
        </p:nvCxnSpPr>
        <p:spPr>
          <a:xfrm>
            <a:off x="3298987" y="388175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8D3521AC-5EED-4C45-92DF-D491A0ED1696}"/>
              </a:ext>
            </a:extLst>
          </p:cNvPr>
          <p:cNvCxnSpPr>
            <a:cxnSpLocks/>
          </p:cNvCxnSpPr>
          <p:nvPr/>
        </p:nvCxnSpPr>
        <p:spPr>
          <a:xfrm>
            <a:off x="3298987" y="182159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687BA94C-7C3C-4C7D-B3E4-8FD15CE3B272}"/>
              </a:ext>
            </a:extLst>
          </p:cNvPr>
          <p:cNvCxnSpPr>
            <a:cxnSpLocks/>
          </p:cNvCxnSpPr>
          <p:nvPr/>
        </p:nvCxnSpPr>
        <p:spPr>
          <a:xfrm>
            <a:off x="3298987" y="233663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684420A5-A828-4941-9D87-C39190AC439F}"/>
              </a:ext>
            </a:extLst>
          </p:cNvPr>
          <p:cNvCxnSpPr>
            <a:cxnSpLocks/>
          </p:cNvCxnSpPr>
          <p:nvPr/>
        </p:nvCxnSpPr>
        <p:spPr>
          <a:xfrm>
            <a:off x="3298987" y="285167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12A31903-7024-4243-931C-30D6068FC493}"/>
              </a:ext>
            </a:extLst>
          </p:cNvPr>
          <p:cNvCxnSpPr>
            <a:cxnSpLocks/>
          </p:cNvCxnSpPr>
          <p:nvPr/>
        </p:nvCxnSpPr>
        <p:spPr>
          <a:xfrm>
            <a:off x="3298987" y="3366712"/>
            <a:ext cx="2612393" cy="0"/>
          </a:xfrm>
          <a:prstGeom prst="line">
            <a:avLst/>
          </a:prstGeom>
          <a:ln w="3175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E0DED0CF-B607-4838-ABF4-876C31D73826}"/>
              </a:ext>
            </a:extLst>
          </p:cNvPr>
          <p:cNvCxnSpPr>
            <a:cxnSpLocks/>
          </p:cNvCxnSpPr>
          <p:nvPr/>
        </p:nvCxnSpPr>
        <p:spPr>
          <a:xfrm>
            <a:off x="172178" y="533992"/>
            <a:ext cx="52637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3BA762AA-C2AB-441A-9C46-4C3398E6F7C2}"/>
              </a:ext>
            </a:extLst>
          </p:cNvPr>
          <p:cNvCxnSpPr>
            <a:cxnSpLocks/>
          </p:cNvCxnSpPr>
          <p:nvPr/>
        </p:nvCxnSpPr>
        <p:spPr>
          <a:xfrm>
            <a:off x="172178" y="1049032"/>
            <a:ext cx="52637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2DA0ABAC-0593-431E-B57F-543E3F549FFF}"/>
              </a:ext>
            </a:extLst>
          </p:cNvPr>
          <p:cNvCxnSpPr>
            <a:cxnSpLocks/>
          </p:cNvCxnSpPr>
          <p:nvPr/>
        </p:nvCxnSpPr>
        <p:spPr>
          <a:xfrm>
            <a:off x="172178" y="7487031"/>
            <a:ext cx="52637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7ECF51E1-A42A-4EB0-BB88-AC69E428235A}"/>
              </a:ext>
            </a:extLst>
          </p:cNvPr>
          <p:cNvCxnSpPr>
            <a:cxnSpLocks/>
          </p:cNvCxnSpPr>
          <p:nvPr/>
        </p:nvCxnSpPr>
        <p:spPr>
          <a:xfrm>
            <a:off x="172178" y="7229512"/>
            <a:ext cx="526373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F7539268-DAB9-47DC-BEE0-C36B5499DC0B}"/>
              </a:ext>
            </a:extLst>
          </p:cNvPr>
          <p:cNvCxnSpPr>
            <a:cxnSpLocks/>
          </p:cNvCxnSpPr>
          <p:nvPr/>
        </p:nvCxnSpPr>
        <p:spPr>
          <a:xfrm>
            <a:off x="172179" y="362423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F18A48D-3184-4C3B-A2D2-23B689F99466}"/>
              </a:ext>
            </a:extLst>
          </p:cNvPr>
          <p:cNvCxnSpPr>
            <a:cxnSpLocks/>
          </p:cNvCxnSpPr>
          <p:nvPr/>
        </p:nvCxnSpPr>
        <p:spPr>
          <a:xfrm>
            <a:off x="172179" y="516935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C07F54AF-8DE1-4AE9-B7F7-88C6ADF66D27}"/>
              </a:ext>
            </a:extLst>
          </p:cNvPr>
          <p:cNvCxnSpPr>
            <a:cxnSpLocks/>
          </p:cNvCxnSpPr>
          <p:nvPr/>
        </p:nvCxnSpPr>
        <p:spPr>
          <a:xfrm>
            <a:off x="172179" y="645695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7D851015-0391-4AC4-8CF9-B12B54CFD4B8}"/>
              </a:ext>
            </a:extLst>
          </p:cNvPr>
          <p:cNvCxnSpPr>
            <a:cxnSpLocks/>
          </p:cNvCxnSpPr>
          <p:nvPr/>
        </p:nvCxnSpPr>
        <p:spPr>
          <a:xfrm>
            <a:off x="172179" y="156407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56A2A057-61F9-4A98-B624-C6C719998282}"/>
              </a:ext>
            </a:extLst>
          </p:cNvPr>
          <p:cNvCxnSpPr>
            <a:cxnSpLocks/>
          </p:cNvCxnSpPr>
          <p:nvPr/>
        </p:nvCxnSpPr>
        <p:spPr>
          <a:xfrm>
            <a:off x="172179" y="207911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7E572573-DD77-4F99-8341-3C77F6F53877}"/>
              </a:ext>
            </a:extLst>
          </p:cNvPr>
          <p:cNvCxnSpPr>
            <a:cxnSpLocks/>
          </p:cNvCxnSpPr>
          <p:nvPr/>
        </p:nvCxnSpPr>
        <p:spPr>
          <a:xfrm>
            <a:off x="172179" y="259415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연결선 130">
            <a:extLst>
              <a:ext uri="{FF2B5EF4-FFF2-40B4-BE49-F238E27FC236}">
                <a16:creationId xmlns:a16="http://schemas.microsoft.com/office/drawing/2014/main" id="{6C92C55B-A6D6-4688-A5DF-48C222F58A2E}"/>
              </a:ext>
            </a:extLst>
          </p:cNvPr>
          <p:cNvCxnSpPr>
            <a:cxnSpLocks/>
          </p:cNvCxnSpPr>
          <p:nvPr/>
        </p:nvCxnSpPr>
        <p:spPr>
          <a:xfrm>
            <a:off x="172179" y="310919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F872E335-DBB3-4144-9014-15B23EDBF9EC}"/>
              </a:ext>
            </a:extLst>
          </p:cNvPr>
          <p:cNvCxnSpPr>
            <a:cxnSpLocks/>
          </p:cNvCxnSpPr>
          <p:nvPr/>
        </p:nvCxnSpPr>
        <p:spPr>
          <a:xfrm>
            <a:off x="172179" y="413927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3C651E9D-0016-44CF-B144-D92D7A659BD7}"/>
              </a:ext>
            </a:extLst>
          </p:cNvPr>
          <p:cNvCxnSpPr>
            <a:cxnSpLocks/>
          </p:cNvCxnSpPr>
          <p:nvPr/>
        </p:nvCxnSpPr>
        <p:spPr>
          <a:xfrm>
            <a:off x="172179" y="439679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ACD11C65-CEBE-4128-AD6E-D58BE3B8E2FF}"/>
              </a:ext>
            </a:extLst>
          </p:cNvPr>
          <p:cNvCxnSpPr>
            <a:cxnSpLocks/>
          </p:cNvCxnSpPr>
          <p:nvPr/>
        </p:nvCxnSpPr>
        <p:spPr>
          <a:xfrm>
            <a:off x="172179" y="465431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0DD70765-D6AC-4070-825F-41E81E1A0572}"/>
              </a:ext>
            </a:extLst>
          </p:cNvPr>
          <p:cNvCxnSpPr>
            <a:cxnSpLocks/>
          </p:cNvCxnSpPr>
          <p:nvPr/>
        </p:nvCxnSpPr>
        <p:spPr>
          <a:xfrm>
            <a:off x="172179" y="491183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69926F52-4B57-4831-8499-10CCEBC02918}"/>
              </a:ext>
            </a:extLst>
          </p:cNvPr>
          <p:cNvCxnSpPr>
            <a:cxnSpLocks/>
          </p:cNvCxnSpPr>
          <p:nvPr/>
        </p:nvCxnSpPr>
        <p:spPr>
          <a:xfrm>
            <a:off x="172179" y="542687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F5D9742B-C7AC-4E75-A1EC-FBE4A80CAD9C}"/>
              </a:ext>
            </a:extLst>
          </p:cNvPr>
          <p:cNvCxnSpPr>
            <a:cxnSpLocks/>
          </p:cNvCxnSpPr>
          <p:nvPr/>
        </p:nvCxnSpPr>
        <p:spPr>
          <a:xfrm>
            <a:off x="172179" y="568439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EB6A9E18-E0BE-4571-A8FB-457A10455B7E}"/>
              </a:ext>
            </a:extLst>
          </p:cNvPr>
          <p:cNvCxnSpPr>
            <a:cxnSpLocks/>
          </p:cNvCxnSpPr>
          <p:nvPr/>
        </p:nvCxnSpPr>
        <p:spPr>
          <a:xfrm>
            <a:off x="172179" y="594191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799CD189-B182-4DD3-843F-52137A9F7187}"/>
              </a:ext>
            </a:extLst>
          </p:cNvPr>
          <p:cNvCxnSpPr>
            <a:cxnSpLocks/>
          </p:cNvCxnSpPr>
          <p:nvPr/>
        </p:nvCxnSpPr>
        <p:spPr>
          <a:xfrm>
            <a:off x="172179" y="697199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12630557-E9BC-4685-A8C7-E0E4C25F5E33}"/>
              </a:ext>
            </a:extLst>
          </p:cNvPr>
          <p:cNvCxnSpPr>
            <a:cxnSpLocks/>
          </p:cNvCxnSpPr>
          <p:nvPr/>
        </p:nvCxnSpPr>
        <p:spPr>
          <a:xfrm>
            <a:off x="172179" y="619943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22095C6F-A59A-41A3-917B-A757A835A5BA}"/>
              </a:ext>
            </a:extLst>
          </p:cNvPr>
          <p:cNvCxnSpPr>
            <a:cxnSpLocks/>
          </p:cNvCxnSpPr>
          <p:nvPr/>
        </p:nvCxnSpPr>
        <p:spPr>
          <a:xfrm>
            <a:off x="172179" y="671447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3D47A0F5-B07C-4C98-90B1-91CA7121E50A}"/>
              </a:ext>
            </a:extLst>
          </p:cNvPr>
          <p:cNvCxnSpPr>
            <a:cxnSpLocks/>
          </p:cNvCxnSpPr>
          <p:nvPr/>
        </p:nvCxnSpPr>
        <p:spPr>
          <a:xfrm>
            <a:off x="172179" y="130655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연결선 143">
            <a:extLst>
              <a:ext uri="{FF2B5EF4-FFF2-40B4-BE49-F238E27FC236}">
                <a16:creationId xmlns:a16="http://schemas.microsoft.com/office/drawing/2014/main" id="{1948AFE3-8CB4-4D09-9234-54F524CA19BD}"/>
              </a:ext>
            </a:extLst>
          </p:cNvPr>
          <p:cNvCxnSpPr>
            <a:cxnSpLocks/>
          </p:cNvCxnSpPr>
          <p:nvPr/>
        </p:nvCxnSpPr>
        <p:spPr>
          <a:xfrm>
            <a:off x="172179" y="388175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FF7DAF22-94AF-4E7C-94E2-1802406E7400}"/>
              </a:ext>
            </a:extLst>
          </p:cNvPr>
          <p:cNvCxnSpPr>
            <a:cxnSpLocks/>
          </p:cNvCxnSpPr>
          <p:nvPr/>
        </p:nvCxnSpPr>
        <p:spPr>
          <a:xfrm>
            <a:off x="172179" y="182159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E929D0F4-04D9-4674-8002-B94E79749C93}"/>
              </a:ext>
            </a:extLst>
          </p:cNvPr>
          <p:cNvCxnSpPr>
            <a:cxnSpLocks/>
          </p:cNvCxnSpPr>
          <p:nvPr/>
        </p:nvCxnSpPr>
        <p:spPr>
          <a:xfrm>
            <a:off x="172179" y="233663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CE7FD280-7DAF-4C58-8816-0976B226C1E1}"/>
              </a:ext>
            </a:extLst>
          </p:cNvPr>
          <p:cNvCxnSpPr>
            <a:cxnSpLocks/>
          </p:cNvCxnSpPr>
          <p:nvPr/>
        </p:nvCxnSpPr>
        <p:spPr>
          <a:xfrm>
            <a:off x="172179" y="285167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0AAEFC09-4975-49FB-B12A-6090600C0A20}"/>
              </a:ext>
            </a:extLst>
          </p:cNvPr>
          <p:cNvCxnSpPr>
            <a:cxnSpLocks/>
          </p:cNvCxnSpPr>
          <p:nvPr/>
        </p:nvCxnSpPr>
        <p:spPr>
          <a:xfrm>
            <a:off x="172179" y="3366712"/>
            <a:ext cx="52637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B478E3D3-ED52-4762-BE91-0C71EC662B27}"/>
              </a:ext>
            </a:extLst>
          </p:cNvPr>
          <p:cNvCxnSpPr/>
          <p:nvPr/>
        </p:nvCxnSpPr>
        <p:spPr>
          <a:xfrm>
            <a:off x="3707213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9FBD21E-8912-4221-BFDA-9B3DB1A84D02}"/>
              </a:ext>
            </a:extLst>
          </p:cNvPr>
          <p:cNvCxnSpPr/>
          <p:nvPr/>
        </p:nvCxnSpPr>
        <p:spPr>
          <a:xfrm>
            <a:off x="30266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185">
            <a:hlinkClick r:id="rId2"/>
            <a:extLst>
              <a:ext uri="{FF2B5EF4-FFF2-40B4-BE49-F238E27FC236}">
                <a16:creationId xmlns:a16="http://schemas.microsoft.com/office/drawing/2014/main" id="{8EB09459-656C-4D94-9418-41FF3240991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5" name="TextBox 186">
            <a:hlinkClick r:id="rId3"/>
            <a:extLst>
              <a:ext uri="{FF2B5EF4-FFF2-40B4-BE49-F238E27FC236}">
                <a16:creationId xmlns:a16="http://schemas.microsoft.com/office/drawing/2014/main" id="{E04AF608-5457-4453-B294-C3BA9890E859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18099-8B97-4822-92D0-4EBFC3AB6599}"/>
              </a:ext>
            </a:extLst>
          </p:cNvPr>
          <p:cNvSpPr txBox="1"/>
          <p:nvPr/>
        </p:nvSpPr>
        <p:spPr>
          <a:xfrm>
            <a:off x="1784057" y="545291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수입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0E60FA-AC2E-4BC5-8603-C1F1EE11A714}"/>
              </a:ext>
            </a:extLst>
          </p:cNvPr>
          <p:cNvSpPr txBox="1"/>
          <p:nvPr/>
        </p:nvSpPr>
        <p:spPr>
          <a:xfrm>
            <a:off x="748653" y="802810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분류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901563-A178-4ACB-B7F8-994E35DA92F1}"/>
              </a:ext>
            </a:extLst>
          </p:cNvPr>
          <p:cNvSpPr txBox="1"/>
          <p:nvPr/>
        </p:nvSpPr>
        <p:spPr>
          <a:xfrm>
            <a:off x="1639309" y="802810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NanumGothic" panose="020D0604000000000000" pitchFamily="34" charset="-127"/>
                <a:ea typeface="NanumGothic" panose="020D0604000000000000" pitchFamily="34" charset="-127"/>
              </a:rPr>
              <a:t>내용</a:t>
            </a:r>
            <a:endParaRPr lang="ko-KR" altLang="en-US" sz="1000" dirty="0"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094684-DA67-4FFE-83BB-5C7124A7CEB2}"/>
              </a:ext>
            </a:extLst>
          </p:cNvPr>
          <p:cNvSpPr txBox="1"/>
          <p:nvPr/>
        </p:nvSpPr>
        <p:spPr>
          <a:xfrm>
            <a:off x="239716" y="7234086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합계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AE43669-57FF-4654-998C-248779A27839}"/>
              </a:ext>
            </a:extLst>
          </p:cNvPr>
          <p:cNvSpPr txBox="1"/>
          <p:nvPr/>
        </p:nvSpPr>
        <p:spPr>
          <a:xfrm>
            <a:off x="211316" y="665351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일자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1EA6BD2-ABD7-4253-83F4-5998FEC0309B}"/>
              </a:ext>
            </a:extLst>
          </p:cNvPr>
          <p:cNvCxnSpPr>
            <a:cxnSpLocks/>
          </p:cNvCxnSpPr>
          <p:nvPr/>
        </p:nvCxnSpPr>
        <p:spPr>
          <a:xfrm>
            <a:off x="3298981" y="1049032"/>
            <a:ext cx="2612394" cy="0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54737630-7717-4561-9466-ED8137BA007C}"/>
              </a:ext>
            </a:extLst>
          </p:cNvPr>
          <p:cNvCxnSpPr>
            <a:cxnSpLocks/>
          </p:cNvCxnSpPr>
          <p:nvPr/>
        </p:nvCxnSpPr>
        <p:spPr>
          <a:xfrm>
            <a:off x="3298981" y="7487031"/>
            <a:ext cx="2612394" cy="0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D74C46D-0469-4B2F-B7B3-DE217A5960DC}"/>
              </a:ext>
            </a:extLst>
          </p:cNvPr>
          <p:cNvCxnSpPr>
            <a:cxnSpLocks/>
          </p:cNvCxnSpPr>
          <p:nvPr/>
        </p:nvCxnSpPr>
        <p:spPr>
          <a:xfrm>
            <a:off x="3298981" y="7229512"/>
            <a:ext cx="2612394" cy="0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A1C7BC3A-640E-46BB-A7C4-3E5C3CC93FBC}"/>
              </a:ext>
            </a:extLst>
          </p:cNvPr>
          <p:cNvCxnSpPr>
            <a:cxnSpLocks/>
          </p:cNvCxnSpPr>
          <p:nvPr/>
        </p:nvCxnSpPr>
        <p:spPr>
          <a:xfrm>
            <a:off x="3298987" y="533992"/>
            <a:ext cx="0" cy="6953039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8F56EB0-B5E9-4630-8B36-AA474BE9CB9E}"/>
              </a:ext>
            </a:extLst>
          </p:cNvPr>
          <p:cNvCxnSpPr>
            <a:cxnSpLocks/>
          </p:cNvCxnSpPr>
          <p:nvPr/>
        </p:nvCxnSpPr>
        <p:spPr>
          <a:xfrm>
            <a:off x="5029729" y="791512"/>
            <a:ext cx="0" cy="6695519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371D189-1E8F-4B3A-88B4-BAE98CFBAC0A}"/>
              </a:ext>
            </a:extLst>
          </p:cNvPr>
          <p:cNvCxnSpPr>
            <a:cxnSpLocks/>
          </p:cNvCxnSpPr>
          <p:nvPr/>
        </p:nvCxnSpPr>
        <p:spPr>
          <a:xfrm>
            <a:off x="3808010" y="791512"/>
            <a:ext cx="0" cy="6695519"/>
          </a:xfrm>
          <a:prstGeom prst="line">
            <a:avLst/>
          </a:prstGeom>
          <a:ln w="12700">
            <a:solidFill>
              <a:srgbClr val="FF3300">
                <a:alpha val="30196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D927361C-A959-497E-83EF-A1E9E18DC56A}"/>
              </a:ext>
            </a:extLst>
          </p:cNvPr>
          <p:cNvCxnSpPr>
            <a:cxnSpLocks/>
          </p:cNvCxnSpPr>
          <p:nvPr/>
        </p:nvCxnSpPr>
        <p:spPr>
          <a:xfrm>
            <a:off x="698552" y="533992"/>
            <a:ext cx="2612394" cy="0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173EB28A-8082-4019-AFF5-7358197EE0A4}"/>
              </a:ext>
            </a:extLst>
          </p:cNvPr>
          <p:cNvCxnSpPr>
            <a:cxnSpLocks/>
          </p:cNvCxnSpPr>
          <p:nvPr/>
        </p:nvCxnSpPr>
        <p:spPr>
          <a:xfrm>
            <a:off x="698552" y="1049032"/>
            <a:ext cx="2612394" cy="0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032D060-D3C5-4115-9B24-1CCAF9FBA4A0}"/>
              </a:ext>
            </a:extLst>
          </p:cNvPr>
          <p:cNvCxnSpPr>
            <a:cxnSpLocks/>
          </p:cNvCxnSpPr>
          <p:nvPr/>
        </p:nvCxnSpPr>
        <p:spPr>
          <a:xfrm>
            <a:off x="698552" y="7487031"/>
            <a:ext cx="2612394" cy="0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E641AEE-7516-40F5-8499-47A19745638A}"/>
              </a:ext>
            </a:extLst>
          </p:cNvPr>
          <p:cNvCxnSpPr>
            <a:cxnSpLocks/>
          </p:cNvCxnSpPr>
          <p:nvPr/>
        </p:nvCxnSpPr>
        <p:spPr>
          <a:xfrm>
            <a:off x="698552" y="7229512"/>
            <a:ext cx="2612394" cy="0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74CC9D31-4991-4E67-A36E-4E59820B6CA4}"/>
              </a:ext>
            </a:extLst>
          </p:cNvPr>
          <p:cNvCxnSpPr>
            <a:cxnSpLocks/>
          </p:cNvCxnSpPr>
          <p:nvPr/>
        </p:nvCxnSpPr>
        <p:spPr>
          <a:xfrm>
            <a:off x="698558" y="362423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024EBA7-6128-45AA-B135-046917EA4EBB}"/>
              </a:ext>
            </a:extLst>
          </p:cNvPr>
          <p:cNvCxnSpPr>
            <a:cxnSpLocks/>
          </p:cNvCxnSpPr>
          <p:nvPr/>
        </p:nvCxnSpPr>
        <p:spPr>
          <a:xfrm>
            <a:off x="698558" y="516935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6B62B97A-25F1-4A90-9719-06437999983D}"/>
              </a:ext>
            </a:extLst>
          </p:cNvPr>
          <p:cNvCxnSpPr>
            <a:cxnSpLocks/>
          </p:cNvCxnSpPr>
          <p:nvPr/>
        </p:nvCxnSpPr>
        <p:spPr>
          <a:xfrm>
            <a:off x="698558" y="645695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7AF246D0-C46E-49E6-B526-CA563BE3A2AA}"/>
              </a:ext>
            </a:extLst>
          </p:cNvPr>
          <p:cNvCxnSpPr>
            <a:cxnSpLocks/>
          </p:cNvCxnSpPr>
          <p:nvPr/>
        </p:nvCxnSpPr>
        <p:spPr>
          <a:xfrm>
            <a:off x="698558" y="156407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C02BD9F0-D3BB-4752-AB6C-1B85712A484D}"/>
              </a:ext>
            </a:extLst>
          </p:cNvPr>
          <p:cNvCxnSpPr>
            <a:cxnSpLocks/>
          </p:cNvCxnSpPr>
          <p:nvPr/>
        </p:nvCxnSpPr>
        <p:spPr>
          <a:xfrm>
            <a:off x="698558" y="207911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43282964-BCFE-442F-B194-4722AB7287D5}"/>
              </a:ext>
            </a:extLst>
          </p:cNvPr>
          <p:cNvCxnSpPr>
            <a:cxnSpLocks/>
          </p:cNvCxnSpPr>
          <p:nvPr/>
        </p:nvCxnSpPr>
        <p:spPr>
          <a:xfrm>
            <a:off x="698558" y="259415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E7A292FD-8D43-4890-BD7E-89BD27310F40}"/>
              </a:ext>
            </a:extLst>
          </p:cNvPr>
          <p:cNvCxnSpPr>
            <a:cxnSpLocks/>
          </p:cNvCxnSpPr>
          <p:nvPr/>
        </p:nvCxnSpPr>
        <p:spPr>
          <a:xfrm>
            <a:off x="698558" y="310919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EFB17799-55D7-4A90-98DA-45D74045B343}"/>
              </a:ext>
            </a:extLst>
          </p:cNvPr>
          <p:cNvCxnSpPr>
            <a:cxnSpLocks/>
          </p:cNvCxnSpPr>
          <p:nvPr/>
        </p:nvCxnSpPr>
        <p:spPr>
          <a:xfrm>
            <a:off x="698558" y="413927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1BD92B47-1BC6-4EDE-8CFC-BE98B01CFC5D}"/>
              </a:ext>
            </a:extLst>
          </p:cNvPr>
          <p:cNvCxnSpPr>
            <a:cxnSpLocks/>
          </p:cNvCxnSpPr>
          <p:nvPr/>
        </p:nvCxnSpPr>
        <p:spPr>
          <a:xfrm>
            <a:off x="698558" y="439679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F300A297-A19C-496A-8E7A-86048E9DAD89}"/>
              </a:ext>
            </a:extLst>
          </p:cNvPr>
          <p:cNvCxnSpPr>
            <a:cxnSpLocks/>
          </p:cNvCxnSpPr>
          <p:nvPr/>
        </p:nvCxnSpPr>
        <p:spPr>
          <a:xfrm>
            <a:off x="698558" y="465431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E92A2B28-1A07-414F-8739-4CBAC5F575FD}"/>
              </a:ext>
            </a:extLst>
          </p:cNvPr>
          <p:cNvCxnSpPr>
            <a:cxnSpLocks/>
          </p:cNvCxnSpPr>
          <p:nvPr/>
        </p:nvCxnSpPr>
        <p:spPr>
          <a:xfrm>
            <a:off x="698558" y="491183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C877F7A-0C38-4A9C-B9D6-3FC0D4E357E7}"/>
              </a:ext>
            </a:extLst>
          </p:cNvPr>
          <p:cNvCxnSpPr>
            <a:cxnSpLocks/>
          </p:cNvCxnSpPr>
          <p:nvPr/>
        </p:nvCxnSpPr>
        <p:spPr>
          <a:xfrm>
            <a:off x="698558" y="542687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3253F63-F59F-48D1-8462-F6DFCC11744A}"/>
              </a:ext>
            </a:extLst>
          </p:cNvPr>
          <p:cNvCxnSpPr>
            <a:cxnSpLocks/>
          </p:cNvCxnSpPr>
          <p:nvPr/>
        </p:nvCxnSpPr>
        <p:spPr>
          <a:xfrm>
            <a:off x="698558" y="568439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59A20E73-2788-4557-A4BA-6CB7EC1A8AB6}"/>
              </a:ext>
            </a:extLst>
          </p:cNvPr>
          <p:cNvCxnSpPr>
            <a:cxnSpLocks/>
          </p:cNvCxnSpPr>
          <p:nvPr/>
        </p:nvCxnSpPr>
        <p:spPr>
          <a:xfrm>
            <a:off x="698558" y="594191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A8F6F168-99B3-443F-B8ED-39D6328F5261}"/>
              </a:ext>
            </a:extLst>
          </p:cNvPr>
          <p:cNvCxnSpPr>
            <a:cxnSpLocks/>
          </p:cNvCxnSpPr>
          <p:nvPr/>
        </p:nvCxnSpPr>
        <p:spPr>
          <a:xfrm>
            <a:off x="698558" y="697199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2A875BDC-A4BA-4E9C-835B-0C20973938D1}"/>
              </a:ext>
            </a:extLst>
          </p:cNvPr>
          <p:cNvCxnSpPr>
            <a:cxnSpLocks/>
          </p:cNvCxnSpPr>
          <p:nvPr/>
        </p:nvCxnSpPr>
        <p:spPr>
          <a:xfrm>
            <a:off x="698558" y="619943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9F321286-3996-42C3-9799-8ADB19040EA6}"/>
              </a:ext>
            </a:extLst>
          </p:cNvPr>
          <p:cNvCxnSpPr>
            <a:cxnSpLocks/>
          </p:cNvCxnSpPr>
          <p:nvPr/>
        </p:nvCxnSpPr>
        <p:spPr>
          <a:xfrm>
            <a:off x="698558" y="671447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5276323-1EB7-4211-9308-F27A50E38361}"/>
              </a:ext>
            </a:extLst>
          </p:cNvPr>
          <p:cNvCxnSpPr>
            <a:cxnSpLocks/>
          </p:cNvCxnSpPr>
          <p:nvPr/>
        </p:nvCxnSpPr>
        <p:spPr>
          <a:xfrm>
            <a:off x="698558" y="79151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23FA7C6-4DAC-4E12-A5C7-F7A50A946A9D}"/>
              </a:ext>
            </a:extLst>
          </p:cNvPr>
          <p:cNvCxnSpPr>
            <a:cxnSpLocks/>
          </p:cNvCxnSpPr>
          <p:nvPr/>
        </p:nvCxnSpPr>
        <p:spPr>
          <a:xfrm>
            <a:off x="698558" y="130655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B188E01C-6995-4733-8AFB-B47B8333C3E1}"/>
              </a:ext>
            </a:extLst>
          </p:cNvPr>
          <p:cNvCxnSpPr>
            <a:cxnSpLocks/>
          </p:cNvCxnSpPr>
          <p:nvPr/>
        </p:nvCxnSpPr>
        <p:spPr>
          <a:xfrm>
            <a:off x="698558" y="388175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EE0C613C-4BAF-40DB-8727-D586770ED8E4}"/>
              </a:ext>
            </a:extLst>
          </p:cNvPr>
          <p:cNvCxnSpPr>
            <a:cxnSpLocks/>
          </p:cNvCxnSpPr>
          <p:nvPr/>
        </p:nvCxnSpPr>
        <p:spPr>
          <a:xfrm>
            <a:off x="698558" y="182159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0FD2E435-4CFC-4D19-BEB6-DAC8F889E226}"/>
              </a:ext>
            </a:extLst>
          </p:cNvPr>
          <p:cNvCxnSpPr>
            <a:cxnSpLocks/>
          </p:cNvCxnSpPr>
          <p:nvPr/>
        </p:nvCxnSpPr>
        <p:spPr>
          <a:xfrm>
            <a:off x="698558" y="233663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F643DA8-9053-4855-BCE3-BEB191EC6F6C}"/>
              </a:ext>
            </a:extLst>
          </p:cNvPr>
          <p:cNvCxnSpPr>
            <a:cxnSpLocks/>
          </p:cNvCxnSpPr>
          <p:nvPr/>
        </p:nvCxnSpPr>
        <p:spPr>
          <a:xfrm>
            <a:off x="698558" y="285167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7559B12-0AB2-49B7-9DC7-0BDD3C7F4F1A}"/>
              </a:ext>
            </a:extLst>
          </p:cNvPr>
          <p:cNvCxnSpPr>
            <a:cxnSpLocks/>
          </p:cNvCxnSpPr>
          <p:nvPr/>
        </p:nvCxnSpPr>
        <p:spPr>
          <a:xfrm>
            <a:off x="698558" y="3366712"/>
            <a:ext cx="2612393" cy="0"/>
          </a:xfrm>
          <a:prstGeom prst="line">
            <a:avLst/>
          </a:prstGeom>
          <a:ln w="31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32BE4F6-FC7D-45F9-8B34-B4E05052BBA7}"/>
              </a:ext>
            </a:extLst>
          </p:cNvPr>
          <p:cNvCxnSpPr>
            <a:cxnSpLocks/>
          </p:cNvCxnSpPr>
          <p:nvPr/>
        </p:nvCxnSpPr>
        <p:spPr>
          <a:xfrm>
            <a:off x="698558" y="533992"/>
            <a:ext cx="0" cy="6953039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F1A2CCD4-F94F-42BB-A089-3A8ADA52A281}"/>
              </a:ext>
            </a:extLst>
          </p:cNvPr>
          <p:cNvCxnSpPr>
            <a:cxnSpLocks/>
          </p:cNvCxnSpPr>
          <p:nvPr/>
        </p:nvCxnSpPr>
        <p:spPr>
          <a:xfrm>
            <a:off x="2429300" y="791512"/>
            <a:ext cx="0" cy="6695519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31BDD253-6F09-4532-8C79-316FB1D159E0}"/>
              </a:ext>
            </a:extLst>
          </p:cNvPr>
          <p:cNvCxnSpPr>
            <a:cxnSpLocks/>
          </p:cNvCxnSpPr>
          <p:nvPr/>
        </p:nvCxnSpPr>
        <p:spPr>
          <a:xfrm>
            <a:off x="1207581" y="791512"/>
            <a:ext cx="0" cy="6695519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A9A96D9F-6BD9-442A-BED0-3A264F1A6812}"/>
              </a:ext>
            </a:extLst>
          </p:cNvPr>
          <p:cNvSpPr txBox="1"/>
          <p:nvPr/>
        </p:nvSpPr>
        <p:spPr>
          <a:xfrm>
            <a:off x="2649428" y="802810"/>
            <a:ext cx="4251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NanumGothic" panose="020D0604000000000000" pitchFamily="34" charset="-127"/>
                <a:ea typeface="NanumGothic" panose="020D0604000000000000" pitchFamily="34" charset="-127"/>
              </a:rPr>
              <a:t>금액</a:t>
            </a:r>
          </a:p>
        </p:txBody>
      </p:sp>
      <p:sp>
        <p:nvSpPr>
          <p:cNvPr id="150" name="TextBox 184">
            <a:hlinkClick r:id="rId4"/>
            <a:extLst>
              <a:ext uri="{FF2B5EF4-FFF2-40B4-BE49-F238E27FC236}">
                <a16:creationId xmlns:a16="http://schemas.microsoft.com/office/drawing/2014/main" id="{F3ABC651-7786-45DD-B8D3-6E5CFA6D65D5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515</TotalTime>
  <Words>18</Words>
  <Application>Microsoft Office PowerPoint</Application>
  <PresentationFormat>사용자 지정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16</cp:revision>
  <dcterms:created xsi:type="dcterms:W3CDTF">2021-10-29T04:43:38Z</dcterms:created>
  <dcterms:modified xsi:type="dcterms:W3CDTF">2022-10-12T04:37:23Z</dcterms:modified>
</cp:coreProperties>
</file>
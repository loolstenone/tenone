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8" name="그룹 687">
            <a:extLst>
              <a:ext uri="{FF2B5EF4-FFF2-40B4-BE49-F238E27FC236}">
                <a16:creationId xmlns:a16="http://schemas.microsoft.com/office/drawing/2014/main" id="{BD91D920-2D8B-45F8-A0D1-9131725DEB9E}"/>
              </a:ext>
            </a:extLst>
          </p:cNvPr>
          <p:cNvGrpSpPr/>
          <p:nvPr/>
        </p:nvGrpSpPr>
        <p:grpSpPr>
          <a:xfrm>
            <a:off x="302419" y="462531"/>
            <a:ext cx="5472112" cy="7024500"/>
            <a:chOff x="230188" y="462531"/>
            <a:chExt cx="5472112" cy="7024500"/>
          </a:xfrm>
        </p:grpSpPr>
        <p:grpSp>
          <p:nvGrpSpPr>
            <p:cNvPr id="635" name="그룹 634">
              <a:extLst>
                <a:ext uri="{FF2B5EF4-FFF2-40B4-BE49-F238E27FC236}">
                  <a16:creationId xmlns:a16="http://schemas.microsoft.com/office/drawing/2014/main" id="{02B0E3EA-1FDC-4F77-93EB-C236A77B583F}"/>
                </a:ext>
              </a:extLst>
            </p:cNvPr>
            <p:cNvGrpSpPr/>
            <p:nvPr/>
          </p:nvGrpSpPr>
          <p:grpSpPr>
            <a:xfrm>
              <a:off x="291320" y="533400"/>
              <a:ext cx="5407920" cy="6953631"/>
              <a:chOff x="291320" y="533400"/>
              <a:chExt cx="5407920" cy="6953631"/>
            </a:xfrm>
          </p:grpSpPr>
          <p:cxnSp>
            <p:nvCxnSpPr>
              <p:cNvPr id="636" name="직선 연결선 635">
                <a:extLst>
                  <a:ext uri="{FF2B5EF4-FFF2-40B4-BE49-F238E27FC236}">
                    <a16:creationId xmlns:a16="http://schemas.microsoft.com/office/drawing/2014/main" id="{2601C335-74F1-4392-A04B-8D40E776FA4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66788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7" name="직선 연결선 636">
                <a:extLst>
                  <a:ext uri="{FF2B5EF4-FFF2-40B4-BE49-F238E27FC236}">
                    <a16:creationId xmlns:a16="http://schemas.microsoft.com/office/drawing/2014/main" id="{69D924A8-15A0-4005-9457-AB2FAC87602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9268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8" name="직선 연결선 637">
                <a:extLst>
                  <a:ext uri="{FF2B5EF4-FFF2-40B4-BE49-F238E27FC236}">
                    <a16:creationId xmlns:a16="http://schemas.microsoft.com/office/drawing/2014/main" id="{B74D3DD3-2334-44EF-B123-C359C886B94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45243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9" name="직선 연결선 638">
                <a:extLst>
                  <a:ext uri="{FF2B5EF4-FFF2-40B4-BE49-F238E27FC236}">
                    <a16:creationId xmlns:a16="http://schemas.microsoft.com/office/drawing/2014/main" id="{0E49F42D-7038-4D76-A8EF-83FA7EE097E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15284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0" name="직선 연결선 639">
                <a:extLst>
                  <a:ext uri="{FF2B5EF4-FFF2-40B4-BE49-F238E27FC236}">
                    <a16:creationId xmlns:a16="http://schemas.microsoft.com/office/drawing/2014/main" id="{B79984EC-0D00-4CEA-8A5C-0B87A37FDD9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63780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1" name="직선 연결선 640">
                <a:extLst>
                  <a:ext uri="{FF2B5EF4-FFF2-40B4-BE49-F238E27FC236}">
                    <a16:creationId xmlns:a16="http://schemas.microsoft.com/office/drawing/2014/main" id="{3505FDCE-0C43-43C0-A889-B02C1509378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12276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2" name="직선 연결선 641">
                <a:extLst>
                  <a:ext uri="{FF2B5EF4-FFF2-40B4-BE49-F238E27FC236}">
                    <a16:creationId xmlns:a16="http://schemas.microsoft.com/office/drawing/2014/main" id="{A64AFFA3-3577-483A-B213-242286D5F3E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60772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3" name="직선 연결선 642">
                <a:extLst>
                  <a:ext uri="{FF2B5EF4-FFF2-40B4-BE49-F238E27FC236}">
                    <a16:creationId xmlns:a16="http://schemas.microsoft.com/office/drawing/2014/main" id="{44242DD4-79E1-4FA1-B4F5-9E0D0706A3B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235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4" name="직선 연결선 643">
                <a:extLst>
                  <a:ext uri="{FF2B5EF4-FFF2-40B4-BE49-F238E27FC236}">
                    <a16:creationId xmlns:a16="http://schemas.microsoft.com/office/drawing/2014/main" id="{ACE90AEE-43AE-4501-80B3-9DD2B4B202E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67987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5" name="직선 연결선 644">
                <a:extLst>
                  <a:ext uri="{FF2B5EF4-FFF2-40B4-BE49-F238E27FC236}">
                    <a16:creationId xmlns:a16="http://schemas.microsoft.com/office/drawing/2014/main" id="{73C9BA29-4A4C-4137-BEDC-ED578E04AD3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3739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6" name="직선 연결선 645">
                <a:extLst>
                  <a:ext uri="{FF2B5EF4-FFF2-40B4-BE49-F238E27FC236}">
                    <a16:creationId xmlns:a16="http://schemas.microsoft.com/office/drawing/2014/main" id="{23E479EE-437E-4E35-9249-3CDDCA02C30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19491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7" name="직선 연결선 646">
                <a:extLst>
                  <a:ext uri="{FF2B5EF4-FFF2-40B4-BE49-F238E27FC236}">
                    <a16:creationId xmlns:a16="http://schemas.microsoft.com/office/drawing/2014/main" id="{623B0813-0CA2-4FC2-BF67-F2832ACEE41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0995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8" name="직선 연결선 647">
                <a:extLst>
                  <a:ext uri="{FF2B5EF4-FFF2-40B4-BE49-F238E27FC236}">
                    <a16:creationId xmlns:a16="http://schemas.microsoft.com/office/drawing/2014/main" id="{06437A33-3C59-4FDE-BEB5-13973E3B471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96747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9" name="직선 연결선 648">
                <a:extLst>
                  <a:ext uri="{FF2B5EF4-FFF2-40B4-BE49-F238E27FC236}">
                    <a16:creationId xmlns:a16="http://schemas.microsoft.com/office/drawing/2014/main" id="{978280B7-61DD-44A1-B2E6-1768D468771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92540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0" name="직선 연결선 649">
                <a:extLst>
                  <a:ext uri="{FF2B5EF4-FFF2-40B4-BE49-F238E27FC236}">
                    <a16:creationId xmlns:a16="http://schemas.microsoft.com/office/drawing/2014/main" id="{D1110C61-7420-4822-BEF7-B50D0F6A551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41036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1" name="직선 연결선 650">
                <a:extLst>
                  <a:ext uri="{FF2B5EF4-FFF2-40B4-BE49-F238E27FC236}">
                    <a16:creationId xmlns:a16="http://schemas.microsoft.com/office/drawing/2014/main" id="{EFE4BE27-B244-40C3-9936-734D89E5C99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483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2" name="직선 연결선 651">
                <a:extLst>
                  <a:ext uri="{FF2B5EF4-FFF2-40B4-BE49-F238E27FC236}">
                    <a16:creationId xmlns:a16="http://schemas.microsoft.com/office/drawing/2014/main" id="{8D553AEC-EF5D-4C04-8150-F3221155A7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89532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3" name="직선 연결선 652">
                <a:extLst>
                  <a:ext uri="{FF2B5EF4-FFF2-40B4-BE49-F238E27FC236}">
                    <a16:creationId xmlns:a16="http://schemas.microsoft.com/office/drawing/2014/main" id="{BEEFB8B2-4AD8-4484-AEC0-F09A05283CD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38028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4" name="직선 연결선 653">
                <a:extLst>
                  <a:ext uri="{FF2B5EF4-FFF2-40B4-BE49-F238E27FC236}">
                    <a16:creationId xmlns:a16="http://schemas.microsoft.com/office/drawing/2014/main" id="{CB2DAA18-7B38-4D70-BB97-7536AC543D6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86524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5" name="직선 연결선 654">
                <a:extLst>
                  <a:ext uri="{FF2B5EF4-FFF2-40B4-BE49-F238E27FC236}">
                    <a16:creationId xmlns:a16="http://schemas.microsoft.com/office/drawing/2014/main" id="{C8F3AC5F-738D-476B-8037-741CC940974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5020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6" name="직선 연결선 655">
                <a:extLst>
                  <a:ext uri="{FF2B5EF4-FFF2-40B4-BE49-F238E27FC236}">
                    <a16:creationId xmlns:a16="http://schemas.microsoft.com/office/drawing/2014/main" id="{4CF59705-931E-4EA8-A01B-F47F2CC46F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0490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7" name="직선 연결선 656">
                <a:extLst>
                  <a:ext uri="{FF2B5EF4-FFF2-40B4-BE49-F238E27FC236}">
                    <a16:creationId xmlns:a16="http://schemas.microsoft.com/office/drawing/2014/main" id="{ADE3309A-B294-409E-B9E7-C0FA3C2F35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6242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8" name="직선 연결선 657">
                <a:extLst>
                  <a:ext uri="{FF2B5EF4-FFF2-40B4-BE49-F238E27FC236}">
                    <a16:creationId xmlns:a16="http://schemas.microsoft.com/office/drawing/2014/main" id="{6829C035-BFC0-4273-81C5-B36788B881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1693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9" name="직선 연결선 658">
                <a:extLst>
                  <a:ext uri="{FF2B5EF4-FFF2-40B4-BE49-F238E27FC236}">
                    <a16:creationId xmlns:a16="http://schemas.microsoft.com/office/drawing/2014/main" id="{22951959-E625-405F-BA86-9965763BD7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4569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0" name="직선 연결선 659">
                <a:extLst>
                  <a:ext uri="{FF2B5EF4-FFF2-40B4-BE49-F238E27FC236}">
                    <a16:creationId xmlns:a16="http://schemas.microsoft.com/office/drawing/2014/main" id="{09AEE9A1-85B5-4324-8EF6-F2DF7DC6D9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5640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1" name="직선 연결선 660">
                <a:extLst>
                  <a:ext uri="{FF2B5EF4-FFF2-40B4-BE49-F238E27FC236}">
                    <a16:creationId xmlns:a16="http://schemas.microsoft.com/office/drawing/2014/main" id="{4F53C8A1-5E4A-425D-8040-B17BE3BE29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0791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2" name="직선 연결선 661">
                <a:extLst>
                  <a:ext uri="{FF2B5EF4-FFF2-40B4-BE49-F238E27FC236}">
                    <a16:creationId xmlns:a16="http://schemas.microsoft.com/office/drawing/2014/main" id="{278C8101-2876-4296-BE66-504C4A60BC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5941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3" name="직선 연결선 662">
                <a:extLst>
                  <a:ext uri="{FF2B5EF4-FFF2-40B4-BE49-F238E27FC236}">
                    <a16:creationId xmlns:a16="http://schemas.microsoft.com/office/drawing/2014/main" id="{0B58B1E6-7EB7-4BF5-82DB-C3A24D23EA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1091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4" name="직선 연결선 663">
                <a:extLst>
                  <a:ext uri="{FF2B5EF4-FFF2-40B4-BE49-F238E27FC236}">
                    <a16:creationId xmlns:a16="http://schemas.microsoft.com/office/drawing/2014/main" id="{D6A2EF89-78FA-448F-BF6C-9D129F38B9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1392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5" name="직선 연결선 664">
                <a:extLst>
                  <a:ext uri="{FF2B5EF4-FFF2-40B4-BE49-F238E27FC236}">
                    <a16:creationId xmlns:a16="http://schemas.microsoft.com/office/drawing/2014/main" id="{A631D5AE-1E4A-4820-9E30-AEE83F6AF9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3967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6" name="직선 연결선 665">
                <a:extLst>
                  <a:ext uri="{FF2B5EF4-FFF2-40B4-BE49-F238E27FC236}">
                    <a16:creationId xmlns:a16="http://schemas.microsoft.com/office/drawing/2014/main" id="{F4727C96-ED7D-429A-936E-FFCBCD767B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6543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7" name="직선 연결선 666">
                <a:extLst>
                  <a:ext uri="{FF2B5EF4-FFF2-40B4-BE49-F238E27FC236}">
                    <a16:creationId xmlns:a16="http://schemas.microsoft.com/office/drawing/2014/main" id="{C7776877-3985-449A-8FA6-404F7B8A79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9118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8" name="직선 연결선 667">
                <a:extLst>
                  <a:ext uri="{FF2B5EF4-FFF2-40B4-BE49-F238E27FC236}">
                    <a16:creationId xmlns:a16="http://schemas.microsoft.com/office/drawing/2014/main" id="{8994693B-E1AA-435E-A0C5-857FB346ED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4268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9" name="직선 연결선 668">
                <a:extLst>
                  <a:ext uri="{FF2B5EF4-FFF2-40B4-BE49-F238E27FC236}">
                    <a16:creationId xmlns:a16="http://schemas.microsoft.com/office/drawing/2014/main" id="{2C1B33D9-DC0E-4AC5-810A-5D65EDFFFB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6843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0" name="직선 연결선 669">
                <a:extLst>
                  <a:ext uri="{FF2B5EF4-FFF2-40B4-BE49-F238E27FC236}">
                    <a16:creationId xmlns:a16="http://schemas.microsoft.com/office/drawing/2014/main" id="{B5BFFC28-452D-401D-A302-4AD3E9EA71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9419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1" name="직선 연결선 670">
                <a:extLst>
                  <a:ext uri="{FF2B5EF4-FFF2-40B4-BE49-F238E27FC236}">
                    <a16:creationId xmlns:a16="http://schemas.microsoft.com/office/drawing/2014/main" id="{0E2565FD-F006-4D95-9289-872155193F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9719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2" name="직선 연결선 671">
                <a:extLst>
                  <a:ext uri="{FF2B5EF4-FFF2-40B4-BE49-F238E27FC236}">
                    <a16:creationId xmlns:a16="http://schemas.microsoft.com/office/drawing/2014/main" id="{B6340233-0981-4BF3-A945-5AEFDC1476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1994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3" name="직선 연결선 672">
                <a:extLst>
                  <a:ext uri="{FF2B5EF4-FFF2-40B4-BE49-F238E27FC236}">
                    <a16:creationId xmlns:a16="http://schemas.microsoft.com/office/drawing/2014/main" id="{4EA39D5D-FFF5-4F30-81B5-3F6D7ABF4D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7144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4" name="직선 연결선 673">
                <a:extLst>
                  <a:ext uri="{FF2B5EF4-FFF2-40B4-BE49-F238E27FC236}">
                    <a16:creationId xmlns:a16="http://schemas.microsoft.com/office/drawing/2014/main" id="{0922AB84-E12C-4A7B-B1C5-CEC2801087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2295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5" name="직선 연결선 674">
                <a:extLst>
                  <a:ext uri="{FF2B5EF4-FFF2-40B4-BE49-F238E27FC236}">
                    <a16:creationId xmlns:a16="http://schemas.microsoft.com/office/drawing/2014/main" id="{20F5F77D-2759-4FDE-9F1D-38476E3598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6" name="직선 연결선 675">
                <a:extLst>
                  <a:ext uri="{FF2B5EF4-FFF2-40B4-BE49-F238E27FC236}">
                    <a16:creationId xmlns:a16="http://schemas.microsoft.com/office/drawing/2014/main" id="{55F6BFE5-86D5-476F-922D-E9C8FEDEE3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3065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7" name="직선 연결선 676">
                <a:extLst>
                  <a:ext uri="{FF2B5EF4-FFF2-40B4-BE49-F238E27FC236}">
                    <a16:creationId xmlns:a16="http://schemas.microsoft.com/office/drawing/2014/main" id="{FA05F882-5195-4DE8-9B8B-EB7616B1A3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8817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8" name="직선 연결선 677">
                <a:extLst>
                  <a:ext uri="{FF2B5EF4-FFF2-40B4-BE49-F238E27FC236}">
                    <a16:creationId xmlns:a16="http://schemas.microsoft.com/office/drawing/2014/main" id="{96088851-F87B-4A51-9ABD-C623E74792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8215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9" name="직선 연결선 678">
                <a:extLst>
                  <a:ext uri="{FF2B5EF4-FFF2-40B4-BE49-F238E27FC236}">
                    <a16:creationId xmlns:a16="http://schemas.microsoft.com/office/drawing/2014/main" id="{1FC5CE54-1B80-4ADA-8A2B-EF7920C9FE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3366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0" name="직선 연결선 679">
                <a:extLst>
                  <a:ext uri="{FF2B5EF4-FFF2-40B4-BE49-F238E27FC236}">
                    <a16:creationId xmlns:a16="http://schemas.microsoft.com/office/drawing/2014/main" id="{53955183-FFCF-4C72-BA0C-C23F4C3547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8516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1" name="직선 연결선 680">
                <a:extLst>
                  <a:ext uri="{FF2B5EF4-FFF2-40B4-BE49-F238E27FC236}">
                    <a16:creationId xmlns:a16="http://schemas.microsoft.com/office/drawing/2014/main" id="{90EE6643-FD21-4192-9B97-42E9354B2E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3667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2" name="직선 연결선 681">
                <a:extLst>
                  <a:ext uri="{FF2B5EF4-FFF2-40B4-BE49-F238E27FC236}">
                    <a16:creationId xmlns:a16="http://schemas.microsoft.com/office/drawing/2014/main" id="{341EA549-F32D-4071-A773-C916CB00131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182924" y="4007644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3" name="직선 연결선 682">
                <a:extLst>
                  <a:ext uri="{FF2B5EF4-FFF2-40B4-BE49-F238E27FC236}">
                    <a16:creationId xmlns:a16="http://schemas.microsoft.com/office/drawing/2014/main" id="{FD566FB5-9F42-4EB2-A89E-764156F534D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224996" y="4007644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4" name="직선 연결선 683">
                <a:extLst>
                  <a:ext uri="{FF2B5EF4-FFF2-40B4-BE49-F238E27FC236}">
                    <a16:creationId xmlns:a16="http://schemas.microsoft.com/office/drawing/2014/main" id="{585D860D-9B96-41F2-8EDF-F7494D9432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5" name="직선 연결선 684">
                <a:extLst>
                  <a:ext uri="{FF2B5EF4-FFF2-40B4-BE49-F238E27FC236}">
                    <a16:creationId xmlns:a16="http://schemas.microsoft.com/office/drawing/2014/main" id="{E24DD9F8-7683-49B2-B704-A22A5F943B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487031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86" name="직선 연결선 685">
              <a:extLst>
                <a:ext uri="{FF2B5EF4-FFF2-40B4-BE49-F238E27FC236}">
                  <a16:creationId xmlns:a16="http://schemas.microsoft.com/office/drawing/2014/main" id="{0A907E69-2223-4BDE-884D-7AD6959D92D7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직선 연결선 686">
              <a:extLst>
                <a:ext uri="{FF2B5EF4-FFF2-40B4-BE49-F238E27FC236}">
                  <a16:creationId xmlns:a16="http://schemas.microsoft.com/office/drawing/2014/main" id="{080D4C65-C429-4BAC-9B9B-E3DF78C200F3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TextBox 185">
            <a:hlinkClick r:id="rId2"/>
            <a:extLst>
              <a:ext uri="{FF2B5EF4-FFF2-40B4-BE49-F238E27FC236}">
                <a16:creationId xmlns:a16="http://schemas.microsoft.com/office/drawing/2014/main" id="{7D032A30-6FF5-4F7B-A43C-1B7D0201D542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" name="TextBox 186">
            <a:hlinkClick r:id="rId3"/>
            <a:extLst>
              <a:ext uri="{FF2B5EF4-FFF2-40B4-BE49-F238E27FC236}">
                <a16:creationId xmlns:a16="http://schemas.microsoft.com/office/drawing/2014/main" id="{5CF8CDD6-DA34-4F2D-8F41-5BA0B948B038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9" name="TextBox 184">
            <a:hlinkClick r:id="rId4"/>
            <a:extLst>
              <a:ext uri="{FF2B5EF4-FFF2-40B4-BE49-F238E27FC236}">
                <a16:creationId xmlns:a16="http://schemas.microsoft.com/office/drawing/2014/main" id="{22F2C71D-68E9-4E4C-BDA1-EC1011D61EC7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28</cp:revision>
  <dcterms:created xsi:type="dcterms:W3CDTF">2021-10-29T04:43:38Z</dcterms:created>
  <dcterms:modified xsi:type="dcterms:W3CDTF">2021-12-19T07:59:03Z</dcterms:modified>
</cp:coreProperties>
</file>
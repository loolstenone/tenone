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그룹 1657">
            <a:extLst>
              <a:ext uri="{FF2B5EF4-FFF2-40B4-BE49-F238E27FC236}">
                <a16:creationId xmlns:a16="http://schemas.microsoft.com/office/drawing/2014/main" id="{CE100A6F-9400-4DDB-97E1-79D85C84C991}"/>
              </a:ext>
            </a:extLst>
          </p:cNvPr>
          <p:cNvGrpSpPr/>
          <p:nvPr/>
        </p:nvGrpSpPr>
        <p:grpSpPr>
          <a:xfrm>
            <a:off x="302419" y="462531"/>
            <a:ext cx="5472112" cy="7024500"/>
            <a:chOff x="230188" y="462531"/>
            <a:chExt cx="5472112" cy="7024500"/>
          </a:xfrm>
        </p:grpSpPr>
        <p:grpSp>
          <p:nvGrpSpPr>
            <p:cNvPr id="1659" name="그룹 1658">
              <a:extLst>
                <a:ext uri="{FF2B5EF4-FFF2-40B4-BE49-F238E27FC236}">
                  <a16:creationId xmlns:a16="http://schemas.microsoft.com/office/drawing/2014/main" id="{D7551A2E-9FF5-411E-8912-2536157EBF26}"/>
                </a:ext>
              </a:extLst>
            </p:cNvPr>
            <p:cNvGrpSpPr/>
            <p:nvPr/>
          </p:nvGrpSpPr>
          <p:grpSpPr>
            <a:xfrm>
              <a:off x="230188" y="533992"/>
              <a:ext cx="5472112" cy="6953039"/>
              <a:chOff x="230188" y="533992"/>
              <a:chExt cx="5161207" cy="6953039"/>
            </a:xfrm>
          </p:grpSpPr>
          <p:sp>
            <p:nvSpPr>
              <p:cNvPr id="1662" name="사각형: 둥근 모서리 1661">
                <a:extLst>
                  <a:ext uri="{FF2B5EF4-FFF2-40B4-BE49-F238E27FC236}">
                    <a16:creationId xmlns:a16="http://schemas.microsoft.com/office/drawing/2014/main" id="{6E0E0BB1-A23E-4DA7-94DA-7793B99CC6E2}"/>
                  </a:ext>
                </a:extLst>
              </p:cNvPr>
              <p:cNvSpPr/>
              <p:nvPr/>
            </p:nvSpPr>
            <p:spPr>
              <a:xfrm>
                <a:off x="230188" y="533992"/>
                <a:ext cx="1680065" cy="1728000"/>
              </a:xfrm>
              <a:prstGeom prst="roundRect">
                <a:avLst>
                  <a:gd name="adj" fmla="val 4274"/>
                </a:avLst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3" name="사각형: 둥근 모서리 1662">
                <a:extLst>
                  <a:ext uri="{FF2B5EF4-FFF2-40B4-BE49-F238E27FC236}">
                    <a16:creationId xmlns:a16="http://schemas.microsoft.com/office/drawing/2014/main" id="{BA43E6FD-F884-48F6-A143-F9DE2D140C02}"/>
                  </a:ext>
                </a:extLst>
              </p:cNvPr>
              <p:cNvSpPr/>
              <p:nvPr/>
            </p:nvSpPr>
            <p:spPr>
              <a:xfrm>
                <a:off x="230188" y="2275672"/>
                <a:ext cx="1680065" cy="1728000"/>
              </a:xfrm>
              <a:prstGeom prst="roundRect">
                <a:avLst>
                  <a:gd name="adj" fmla="val 4274"/>
                </a:avLst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4" name="사각형: 둥근 모서리 1663">
                <a:extLst>
                  <a:ext uri="{FF2B5EF4-FFF2-40B4-BE49-F238E27FC236}">
                    <a16:creationId xmlns:a16="http://schemas.microsoft.com/office/drawing/2014/main" id="{AF053105-4EDB-4A1D-A03C-9A6BF14E29B6}"/>
                  </a:ext>
                </a:extLst>
              </p:cNvPr>
              <p:cNvSpPr/>
              <p:nvPr/>
            </p:nvSpPr>
            <p:spPr>
              <a:xfrm>
                <a:off x="230188" y="4017352"/>
                <a:ext cx="1680065" cy="1728000"/>
              </a:xfrm>
              <a:prstGeom prst="roundRect">
                <a:avLst>
                  <a:gd name="adj" fmla="val 4274"/>
                </a:avLst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5" name="사각형: 둥근 모서리 1664">
                <a:extLst>
                  <a:ext uri="{FF2B5EF4-FFF2-40B4-BE49-F238E27FC236}">
                    <a16:creationId xmlns:a16="http://schemas.microsoft.com/office/drawing/2014/main" id="{497C8ADF-E0DA-489B-9129-52176369E126}"/>
                  </a:ext>
                </a:extLst>
              </p:cNvPr>
              <p:cNvSpPr/>
              <p:nvPr/>
            </p:nvSpPr>
            <p:spPr>
              <a:xfrm>
                <a:off x="230188" y="5759031"/>
                <a:ext cx="1680065" cy="1728000"/>
              </a:xfrm>
              <a:prstGeom prst="roundRect">
                <a:avLst>
                  <a:gd name="adj" fmla="val 4274"/>
                </a:avLst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6" name="사각형: 둥근 모서리 1665">
                <a:extLst>
                  <a:ext uri="{FF2B5EF4-FFF2-40B4-BE49-F238E27FC236}">
                    <a16:creationId xmlns:a16="http://schemas.microsoft.com/office/drawing/2014/main" id="{BC9A61B0-B951-4F99-BE88-C5274BAF375A}"/>
                  </a:ext>
                </a:extLst>
              </p:cNvPr>
              <p:cNvSpPr/>
              <p:nvPr/>
            </p:nvSpPr>
            <p:spPr>
              <a:xfrm>
                <a:off x="1977535" y="533992"/>
                <a:ext cx="1680065" cy="1728000"/>
              </a:xfrm>
              <a:prstGeom prst="roundRect">
                <a:avLst>
                  <a:gd name="adj" fmla="val 4274"/>
                </a:avLst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7" name="사각형: 둥근 모서리 1666">
                <a:extLst>
                  <a:ext uri="{FF2B5EF4-FFF2-40B4-BE49-F238E27FC236}">
                    <a16:creationId xmlns:a16="http://schemas.microsoft.com/office/drawing/2014/main" id="{EEB3A556-07AF-44B4-A6B0-06E06DEB9F43}"/>
                  </a:ext>
                </a:extLst>
              </p:cNvPr>
              <p:cNvSpPr/>
              <p:nvPr/>
            </p:nvSpPr>
            <p:spPr>
              <a:xfrm>
                <a:off x="1977535" y="2275672"/>
                <a:ext cx="1680065" cy="1728000"/>
              </a:xfrm>
              <a:prstGeom prst="roundRect">
                <a:avLst>
                  <a:gd name="adj" fmla="val 4274"/>
                </a:avLst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8" name="사각형: 둥근 모서리 1667">
                <a:extLst>
                  <a:ext uri="{FF2B5EF4-FFF2-40B4-BE49-F238E27FC236}">
                    <a16:creationId xmlns:a16="http://schemas.microsoft.com/office/drawing/2014/main" id="{44A9F200-7F84-4D98-B1B1-FB69A719A6BB}"/>
                  </a:ext>
                </a:extLst>
              </p:cNvPr>
              <p:cNvSpPr/>
              <p:nvPr/>
            </p:nvSpPr>
            <p:spPr>
              <a:xfrm>
                <a:off x="1977535" y="4017352"/>
                <a:ext cx="1680065" cy="1728000"/>
              </a:xfrm>
              <a:prstGeom prst="roundRect">
                <a:avLst>
                  <a:gd name="adj" fmla="val 4274"/>
                </a:avLst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9" name="사각형: 둥근 모서리 1668">
                <a:extLst>
                  <a:ext uri="{FF2B5EF4-FFF2-40B4-BE49-F238E27FC236}">
                    <a16:creationId xmlns:a16="http://schemas.microsoft.com/office/drawing/2014/main" id="{DF95F52E-93CF-4147-9588-7BC403437DDA}"/>
                  </a:ext>
                </a:extLst>
              </p:cNvPr>
              <p:cNvSpPr/>
              <p:nvPr/>
            </p:nvSpPr>
            <p:spPr>
              <a:xfrm>
                <a:off x="1977535" y="5759031"/>
                <a:ext cx="1680065" cy="1728000"/>
              </a:xfrm>
              <a:prstGeom prst="roundRect">
                <a:avLst>
                  <a:gd name="adj" fmla="val 4274"/>
                </a:avLst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0" name="사각형: 둥근 모서리 1669">
                <a:extLst>
                  <a:ext uri="{FF2B5EF4-FFF2-40B4-BE49-F238E27FC236}">
                    <a16:creationId xmlns:a16="http://schemas.microsoft.com/office/drawing/2014/main" id="{F9D574D3-1BEC-4AA6-BF27-C1D34D070486}"/>
                  </a:ext>
                </a:extLst>
              </p:cNvPr>
              <p:cNvSpPr/>
              <p:nvPr/>
            </p:nvSpPr>
            <p:spPr>
              <a:xfrm>
                <a:off x="3711330" y="533992"/>
                <a:ext cx="1680065" cy="1728000"/>
              </a:xfrm>
              <a:prstGeom prst="roundRect">
                <a:avLst>
                  <a:gd name="adj" fmla="val 4274"/>
                </a:avLst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1" name="사각형: 둥근 모서리 1670">
                <a:extLst>
                  <a:ext uri="{FF2B5EF4-FFF2-40B4-BE49-F238E27FC236}">
                    <a16:creationId xmlns:a16="http://schemas.microsoft.com/office/drawing/2014/main" id="{80F747F6-0651-4ECE-8A9B-9E9358DCA650}"/>
                  </a:ext>
                </a:extLst>
              </p:cNvPr>
              <p:cNvSpPr/>
              <p:nvPr/>
            </p:nvSpPr>
            <p:spPr>
              <a:xfrm>
                <a:off x="3711330" y="2275672"/>
                <a:ext cx="1680065" cy="1728000"/>
              </a:xfrm>
              <a:prstGeom prst="roundRect">
                <a:avLst>
                  <a:gd name="adj" fmla="val 4274"/>
                </a:avLst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2" name="사각형: 둥근 모서리 1671">
                <a:extLst>
                  <a:ext uri="{FF2B5EF4-FFF2-40B4-BE49-F238E27FC236}">
                    <a16:creationId xmlns:a16="http://schemas.microsoft.com/office/drawing/2014/main" id="{263A7663-F96E-432F-9BA1-D0D9A0CE9B96}"/>
                  </a:ext>
                </a:extLst>
              </p:cNvPr>
              <p:cNvSpPr/>
              <p:nvPr/>
            </p:nvSpPr>
            <p:spPr>
              <a:xfrm>
                <a:off x="3711330" y="4017352"/>
                <a:ext cx="1680065" cy="1728000"/>
              </a:xfrm>
              <a:prstGeom prst="roundRect">
                <a:avLst>
                  <a:gd name="adj" fmla="val 4274"/>
                </a:avLst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3" name="사각형: 둥근 모서리 1672">
                <a:extLst>
                  <a:ext uri="{FF2B5EF4-FFF2-40B4-BE49-F238E27FC236}">
                    <a16:creationId xmlns:a16="http://schemas.microsoft.com/office/drawing/2014/main" id="{92B9F49B-04BC-49BA-9680-09CF819FC3FC}"/>
                  </a:ext>
                </a:extLst>
              </p:cNvPr>
              <p:cNvSpPr/>
              <p:nvPr/>
            </p:nvSpPr>
            <p:spPr>
              <a:xfrm>
                <a:off x="3711330" y="5759031"/>
                <a:ext cx="1680065" cy="1728000"/>
              </a:xfrm>
              <a:prstGeom prst="roundRect">
                <a:avLst>
                  <a:gd name="adj" fmla="val 4274"/>
                </a:avLst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1660" name="직선 연결선 1659">
              <a:extLst>
                <a:ext uri="{FF2B5EF4-FFF2-40B4-BE49-F238E27FC236}">
                  <a16:creationId xmlns:a16="http://schemas.microsoft.com/office/drawing/2014/main" id="{F7B5CD43-9AA3-4C3A-9469-E81448155049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1" name="직선 연결선 1660">
              <a:extLst>
                <a:ext uri="{FF2B5EF4-FFF2-40B4-BE49-F238E27FC236}">
                  <a16:creationId xmlns:a16="http://schemas.microsoft.com/office/drawing/2014/main" id="{29FB6855-E773-4BBF-9E99-FE312ABB1227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5">
            <a:hlinkClick r:id="rId2"/>
            <a:extLst>
              <a:ext uri="{FF2B5EF4-FFF2-40B4-BE49-F238E27FC236}">
                <a16:creationId xmlns:a16="http://schemas.microsoft.com/office/drawing/2014/main" id="{F7F3C09D-2F82-41C5-9621-44FFAC80B8F8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" name="TextBox 186">
            <a:hlinkClick r:id="rId3"/>
            <a:extLst>
              <a:ext uri="{FF2B5EF4-FFF2-40B4-BE49-F238E27FC236}">
                <a16:creationId xmlns:a16="http://schemas.microsoft.com/office/drawing/2014/main" id="{A0AD123D-6157-43A3-8B6D-84C3866D4418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TextBox 184">
            <a:hlinkClick r:id="rId4"/>
            <a:extLst>
              <a:ext uri="{FF2B5EF4-FFF2-40B4-BE49-F238E27FC236}">
                <a16:creationId xmlns:a16="http://schemas.microsoft.com/office/drawing/2014/main" id="{0EAA49FD-BFD2-4B28-942D-84C052322F65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64</cp:revision>
  <dcterms:created xsi:type="dcterms:W3CDTF">2021-10-29T04:43:38Z</dcterms:created>
  <dcterms:modified xsi:type="dcterms:W3CDTF">2021-12-19T08:45:08Z</dcterms:modified>
</cp:coreProperties>
</file>
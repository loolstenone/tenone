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그룹 963">
            <a:extLst>
              <a:ext uri="{FF2B5EF4-FFF2-40B4-BE49-F238E27FC236}">
                <a16:creationId xmlns:a16="http://schemas.microsoft.com/office/drawing/2014/main" id="{C2723707-44A6-4259-9128-A281983774F1}"/>
              </a:ext>
            </a:extLst>
          </p:cNvPr>
          <p:cNvGrpSpPr/>
          <p:nvPr/>
        </p:nvGrpSpPr>
        <p:grpSpPr>
          <a:xfrm>
            <a:off x="330339" y="462531"/>
            <a:ext cx="5416272" cy="7024501"/>
            <a:chOff x="286028" y="462531"/>
            <a:chExt cx="5416272" cy="7024501"/>
          </a:xfrm>
        </p:grpSpPr>
        <p:grpSp>
          <p:nvGrpSpPr>
            <p:cNvPr id="861" name="그룹 860">
              <a:extLst>
                <a:ext uri="{FF2B5EF4-FFF2-40B4-BE49-F238E27FC236}">
                  <a16:creationId xmlns:a16="http://schemas.microsoft.com/office/drawing/2014/main" id="{313AC698-15C6-4150-B8F0-A2F7CBC31C32}"/>
                </a:ext>
              </a:extLst>
            </p:cNvPr>
            <p:cNvGrpSpPr/>
            <p:nvPr/>
          </p:nvGrpSpPr>
          <p:grpSpPr>
            <a:xfrm>
              <a:off x="291320" y="533399"/>
              <a:ext cx="5407920" cy="6953633"/>
              <a:chOff x="291320" y="533399"/>
              <a:chExt cx="5407920" cy="6953633"/>
            </a:xfrm>
          </p:grpSpPr>
          <p:cxnSp>
            <p:nvCxnSpPr>
              <p:cNvPr id="862" name="직선 연결선 861">
                <a:extLst>
                  <a:ext uri="{FF2B5EF4-FFF2-40B4-BE49-F238E27FC236}">
                    <a16:creationId xmlns:a16="http://schemas.microsoft.com/office/drawing/2014/main" id="{9FFA3103-CE2A-4015-AC59-108325BA75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90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3" name="직선 연결선 862">
                <a:extLst>
                  <a:ext uri="{FF2B5EF4-FFF2-40B4-BE49-F238E27FC236}">
                    <a16:creationId xmlns:a16="http://schemas.microsoft.com/office/drawing/2014/main" id="{5628A5B1-EC19-4A38-97B2-0C8C59BA8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2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4" name="직선 연결선 863">
                <a:extLst>
                  <a:ext uri="{FF2B5EF4-FFF2-40B4-BE49-F238E27FC236}">
                    <a16:creationId xmlns:a16="http://schemas.microsoft.com/office/drawing/2014/main" id="{A1860F36-7C07-4B06-8A09-4BA889AEF1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1693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5" name="직선 연결선 864">
                <a:extLst>
                  <a:ext uri="{FF2B5EF4-FFF2-40B4-BE49-F238E27FC236}">
                    <a16:creationId xmlns:a16="http://schemas.microsoft.com/office/drawing/2014/main" id="{D9FDA210-02FC-426E-BFCC-69BF7C4AF2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4569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6" name="직선 연결선 865">
                <a:extLst>
                  <a:ext uri="{FF2B5EF4-FFF2-40B4-BE49-F238E27FC236}">
                    <a16:creationId xmlns:a16="http://schemas.microsoft.com/office/drawing/2014/main" id="{EADB8BC5-3D70-4461-B983-338AF331EE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40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7" name="직선 연결선 866">
                <a:extLst>
                  <a:ext uri="{FF2B5EF4-FFF2-40B4-BE49-F238E27FC236}">
                    <a16:creationId xmlns:a16="http://schemas.microsoft.com/office/drawing/2014/main" id="{D8B0C2FA-3D69-4746-8DCF-846F0CB75A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1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8" name="직선 연결선 867">
                <a:extLst>
                  <a:ext uri="{FF2B5EF4-FFF2-40B4-BE49-F238E27FC236}">
                    <a16:creationId xmlns:a16="http://schemas.microsoft.com/office/drawing/2014/main" id="{B3167B82-EE43-4227-83C3-A2E841DE1E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1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9" name="직선 연결선 868">
                <a:extLst>
                  <a:ext uri="{FF2B5EF4-FFF2-40B4-BE49-F238E27FC236}">
                    <a16:creationId xmlns:a16="http://schemas.microsoft.com/office/drawing/2014/main" id="{71C0D378-DD05-4F2B-9D3D-063832757A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0" name="직선 연결선 869">
                <a:extLst>
                  <a:ext uri="{FF2B5EF4-FFF2-40B4-BE49-F238E27FC236}">
                    <a16:creationId xmlns:a16="http://schemas.microsoft.com/office/drawing/2014/main" id="{8A96DB90-8885-4E33-9FE0-9C4BC27611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92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1" name="직선 연결선 870">
                <a:extLst>
                  <a:ext uri="{FF2B5EF4-FFF2-40B4-BE49-F238E27FC236}">
                    <a16:creationId xmlns:a16="http://schemas.microsoft.com/office/drawing/2014/main" id="{258E7AD4-756D-460A-9C41-753C7EA67F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3967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2" name="직선 연결선 871">
                <a:extLst>
                  <a:ext uri="{FF2B5EF4-FFF2-40B4-BE49-F238E27FC236}">
                    <a16:creationId xmlns:a16="http://schemas.microsoft.com/office/drawing/2014/main" id="{BBBA4E9A-C672-427F-A855-9D99384DA1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6543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3" name="직선 연결선 872">
                <a:extLst>
                  <a:ext uri="{FF2B5EF4-FFF2-40B4-BE49-F238E27FC236}">
                    <a16:creationId xmlns:a16="http://schemas.microsoft.com/office/drawing/2014/main" id="{CBC582BD-BADC-42FF-BCB7-13A369B875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9118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4" name="직선 연결선 873">
                <a:extLst>
                  <a:ext uri="{FF2B5EF4-FFF2-40B4-BE49-F238E27FC236}">
                    <a16:creationId xmlns:a16="http://schemas.microsoft.com/office/drawing/2014/main" id="{7A72B6F0-920D-4686-A78D-A2C60F360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4268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5" name="직선 연결선 874">
                <a:extLst>
                  <a:ext uri="{FF2B5EF4-FFF2-40B4-BE49-F238E27FC236}">
                    <a16:creationId xmlns:a16="http://schemas.microsoft.com/office/drawing/2014/main" id="{74EE27C8-359F-4592-AC5A-ED10B13B1A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6843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6" name="직선 연결선 875">
                <a:extLst>
                  <a:ext uri="{FF2B5EF4-FFF2-40B4-BE49-F238E27FC236}">
                    <a16:creationId xmlns:a16="http://schemas.microsoft.com/office/drawing/2014/main" id="{E6F1581A-175A-4353-A0A0-59B942B47A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9419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7" name="직선 연결선 876">
                <a:extLst>
                  <a:ext uri="{FF2B5EF4-FFF2-40B4-BE49-F238E27FC236}">
                    <a16:creationId xmlns:a16="http://schemas.microsoft.com/office/drawing/2014/main" id="{6E78182E-3E02-4D40-AAED-8D8C1092C1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9719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8" name="직선 연결선 877">
                <a:extLst>
                  <a:ext uri="{FF2B5EF4-FFF2-40B4-BE49-F238E27FC236}">
                    <a16:creationId xmlns:a16="http://schemas.microsoft.com/office/drawing/2014/main" id="{0C385103-B2D5-4730-A5D2-207FD2F3D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1994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9" name="직선 연결선 878">
                <a:extLst>
                  <a:ext uri="{FF2B5EF4-FFF2-40B4-BE49-F238E27FC236}">
                    <a16:creationId xmlns:a16="http://schemas.microsoft.com/office/drawing/2014/main" id="{805412FA-9815-4418-951C-530582ECFB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7144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0" name="직선 연결선 879">
                <a:extLst>
                  <a:ext uri="{FF2B5EF4-FFF2-40B4-BE49-F238E27FC236}">
                    <a16:creationId xmlns:a16="http://schemas.microsoft.com/office/drawing/2014/main" id="{35AE3784-C908-4D8F-9BF6-73E6E1C0EA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229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1" name="직선 연결선 880">
                <a:extLst>
                  <a:ext uri="{FF2B5EF4-FFF2-40B4-BE49-F238E27FC236}">
                    <a16:creationId xmlns:a16="http://schemas.microsoft.com/office/drawing/2014/main" id="{10158DBF-5C2B-4601-AF3A-2123A2B56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2" name="직선 연결선 881">
                <a:extLst>
                  <a:ext uri="{FF2B5EF4-FFF2-40B4-BE49-F238E27FC236}">
                    <a16:creationId xmlns:a16="http://schemas.microsoft.com/office/drawing/2014/main" id="{27410A1D-BED2-4DE9-9E48-7BE007AFD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5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3" name="직선 연결선 882">
                <a:extLst>
                  <a:ext uri="{FF2B5EF4-FFF2-40B4-BE49-F238E27FC236}">
                    <a16:creationId xmlns:a16="http://schemas.microsoft.com/office/drawing/2014/main" id="{D719679F-54AC-4D40-ADE7-A132FE0CB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4" name="직선 연결선 883">
                <a:extLst>
                  <a:ext uri="{FF2B5EF4-FFF2-40B4-BE49-F238E27FC236}">
                    <a16:creationId xmlns:a16="http://schemas.microsoft.com/office/drawing/2014/main" id="{6FCDF5B6-4A74-4C3B-AC32-973CB8CF0D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5" name="직선 연결선 884">
                <a:extLst>
                  <a:ext uri="{FF2B5EF4-FFF2-40B4-BE49-F238E27FC236}">
                    <a16:creationId xmlns:a16="http://schemas.microsoft.com/office/drawing/2014/main" id="{C662CF95-3204-487F-8BD4-BE74A3B7BD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6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6" name="직선 연결선 885">
                <a:extLst>
                  <a:ext uri="{FF2B5EF4-FFF2-40B4-BE49-F238E27FC236}">
                    <a16:creationId xmlns:a16="http://schemas.microsoft.com/office/drawing/2014/main" id="{AFED858B-8093-450D-888C-0A6D95DB96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6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7" name="직선 연결선 886">
                <a:extLst>
                  <a:ext uri="{FF2B5EF4-FFF2-40B4-BE49-F238E27FC236}">
                    <a16:creationId xmlns:a16="http://schemas.microsoft.com/office/drawing/2014/main" id="{3BFB7A90-2251-426E-9085-4CDB02C08B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7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8" name="직선 연결선 887">
                <a:extLst>
                  <a:ext uri="{FF2B5EF4-FFF2-40B4-BE49-F238E27FC236}">
                    <a16:creationId xmlns:a16="http://schemas.microsoft.com/office/drawing/2014/main" id="{7DF6A43E-B702-4166-82A1-9800D1DAABA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5926" y="-2034931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" name="직선 연결선 888">
                <a:extLst>
                  <a:ext uri="{FF2B5EF4-FFF2-40B4-BE49-F238E27FC236}">
                    <a16:creationId xmlns:a16="http://schemas.microsoft.com/office/drawing/2014/main" id="{D9E91453-5B18-4EFB-8607-2D89B44029C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0660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0" name="직선 연결선 889">
                <a:extLst>
                  <a:ext uri="{FF2B5EF4-FFF2-40B4-BE49-F238E27FC236}">
                    <a16:creationId xmlns:a16="http://schemas.microsoft.com/office/drawing/2014/main" id="{EF4B7838-2D6D-42A9-A836-242D0ECDC0C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55100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1" name="직선 연결선 890">
                <a:extLst>
                  <a:ext uri="{FF2B5EF4-FFF2-40B4-BE49-F238E27FC236}">
                    <a16:creationId xmlns:a16="http://schemas.microsoft.com/office/drawing/2014/main" id="{68B7F7ED-EDCF-4C19-BCBA-B4F8BF3AC7B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41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2" name="직선 연결선 891">
                <a:extLst>
                  <a:ext uri="{FF2B5EF4-FFF2-40B4-BE49-F238E27FC236}">
                    <a16:creationId xmlns:a16="http://schemas.microsoft.com/office/drawing/2014/main" id="{7DB4FE93-0976-4219-BF8C-FDCC9ED0D0F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693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3" name="직선 연결선 892">
                <a:extLst>
                  <a:ext uri="{FF2B5EF4-FFF2-40B4-BE49-F238E27FC236}">
                    <a16:creationId xmlns:a16="http://schemas.microsoft.com/office/drawing/2014/main" id="{79945395-4D65-4DB9-9C2F-BE4D96FF634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03596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4" name="직선 연결선 893">
                <a:extLst>
                  <a:ext uri="{FF2B5EF4-FFF2-40B4-BE49-F238E27FC236}">
                    <a16:creationId xmlns:a16="http://schemas.microsoft.com/office/drawing/2014/main" id="{CA90EE9D-6E23-476D-A87A-FEE17BEE999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5209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5" name="직선 연결선 894">
                <a:extLst>
                  <a:ext uri="{FF2B5EF4-FFF2-40B4-BE49-F238E27FC236}">
                    <a16:creationId xmlns:a16="http://schemas.microsoft.com/office/drawing/2014/main" id="{3E4C9DA9-A31D-412F-9B77-7B34E4B1949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00588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6" name="직선 연결선 895">
                <a:extLst>
                  <a:ext uri="{FF2B5EF4-FFF2-40B4-BE49-F238E27FC236}">
                    <a16:creationId xmlns:a16="http://schemas.microsoft.com/office/drawing/2014/main" id="{A0B2C31A-5DC8-4B38-ABDA-9923663CC2E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4908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7" name="직선 연결선 896">
                <a:extLst>
                  <a:ext uri="{FF2B5EF4-FFF2-40B4-BE49-F238E27FC236}">
                    <a16:creationId xmlns:a16="http://schemas.microsoft.com/office/drawing/2014/main" id="{CF2BEAFB-99A0-4EA8-8842-803B6E2FE26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392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8" name="직선 연결선 897">
                <a:extLst>
                  <a:ext uri="{FF2B5EF4-FFF2-40B4-BE49-F238E27FC236}">
                    <a16:creationId xmlns:a16="http://schemas.microsoft.com/office/drawing/2014/main" id="{30CB15A8-ED3D-44AE-8240-B8337BA766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67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9" name="직선 연결선 898">
                <a:extLst>
                  <a:ext uri="{FF2B5EF4-FFF2-40B4-BE49-F238E27FC236}">
                    <a16:creationId xmlns:a16="http://schemas.microsoft.com/office/drawing/2014/main" id="{1159C9EE-54E9-46C3-891F-761F71CB735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427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0" name="직선 연결선 899">
                <a:extLst>
                  <a:ext uri="{FF2B5EF4-FFF2-40B4-BE49-F238E27FC236}">
                    <a16:creationId xmlns:a16="http://schemas.microsoft.com/office/drawing/2014/main" id="{016641B9-DAF4-4CD7-89C8-D7E9076D653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117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1" name="직선 연결선 900">
                <a:extLst>
                  <a:ext uri="{FF2B5EF4-FFF2-40B4-BE49-F238E27FC236}">
                    <a16:creationId xmlns:a16="http://schemas.microsoft.com/office/drawing/2014/main" id="{BAEC7231-EA5B-455A-92A5-5B23667EB1B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8268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2" name="직선 연결선 901">
                <a:extLst>
                  <a:ext uri="{FF2B5EF4-FFF2-40B4-BE49-F238E27FC236}">
                    <a16:creationId xmlns:a16="http://schemas.microsoft.com/office/drawing/2014/main" id="{2CA443F2-8723-4BC7-BEDF-B1B50825121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843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3" name="직선 연결선 902">
                <a:extLst>
                  <a:ext uri="{FF2B5EF4-FFF2-40B4-BE49-F238E27FC236}">
                    <a16:creationId xmlns:a16="http://schemas.microsoft.com/office/drawing/2014/main" id="{7F790BCC-67A1-4835-B95E-CA4215CFEA6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8085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4" name="직선 연결선 903">
                <a:extLst>
                  <a:ext uri="{FF2B5EF4-FFF2-40B4-BE49-F238E27FC236}">
                    <a16:creationId xmlns:a16="http://schemas.microsoft.com/office/drawing/2014/main" id="{42E8443E-9F46-4C67-B411-37D62E5958F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29348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5" name="직선 연결선 904">
                <a:extLst>
                  <a:ext uri="{FF2B5EF4-FFF2-40B4-BE49-F238E27FC236}">
                    <a16:creationId xmlns:a16="http://schemas.microsoft.com/office/drawing/2014/main" id="{F19446DD-6CB5-4A7E-A2B6-03ABDF5E447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17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6" name="직선 연결선 905">
                <a:extLst>
                  <a:ext uri="{FF2B5EF4-FFF2-40B4-BE49-F238E27FC236}">
                    <a16:creationId xmlns:a16="http://schemas.microsoft.com/office/drawing/2014/main" id="{936F1C3F-C32A-4333-AE7E-6B8E1831943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7784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7" name="직선 연결선 906">
                <a:extLst>
                  <a:ext uri="{FF2B5EF4-FFF2-40B4-BE49-F238E27FC236}">
                    <a16:creationId xmlns:a16="http://schemas.microsoft.com/office/drawing/2014/main" id="{4B01C538-D659-424C-AC54-3FEB300ADBC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26340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8" name="직선 연결선 907">
                <a:extLst>
                  <a:ext uri="{FF2B5EF4-FFF2-40B4-BE49-F238E27FC236}">
                    <a16:creationId xmlns:a16="http://schemas.microsoft.com/office/drawing/2014/main" id="{D374378F-A663-41A3-9212-151EEDC17EF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74836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9" name="직선 연결선 908">
                <a:extLst>
                  <a:ext uri="{FF2B5EF4-FFF2-40B4-BE49-F238E27FC236}">
                    <a16:creationId xmlns:a16="http://schemas.microsoft.com/office/drawing/2014/main" id="{E1D66AB0-184D-4FFE-B09C-18808DBC864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333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0" name="직선 연결선 909">
                <a:extLst>
                  <a:ext uri="{FF2B5EF4-FFF2-40B4-BE49-F238E27FC236}">
                    <a16:creationId xmlns:a16="http://schemas.microsoft.com/office/drawing/2014/main" id="{1B6AAA2F-8C6A-4F6C-8ADA-FD29936E88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64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1" name="직선 연결선 910">
                <a:extLst>
                  <a:ext uri="{FF2B5EF4-FFF2-40B4-BE49-F238E27FC236}">
                    <a16:creationId xmlns:a16="http://schemas.microsoft.com/office/drawing/2014/main" id="{52FD4D71-1450-43C7-871C-9A96FFD30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1796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2" name="직선 연결선 911">
                <a:extLst>
                  <a:ext uri="{FF2B5EF4-FFF2-40B4-BE49-F238E27FC236}">
                    <a16:creationId xmlns:a16="http://schemas.microsoft.com/office/drawing/2014/main" id="{F420E700-A67A-4059-B535-EBDA2F4A7F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7548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3" name="직선 연결선 912">
                <a:extLst>
                  <a:ext uri="{FF2B5EF4-FFF2-40B4-BE49-F238E27FC236}">
                    <a16:creationId xmlns:a16="http://schemas.microsoft.com/office/drawing/2014/main" id="{27644A0C-8004-49CF-A9D8-B77FE6A4F3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2999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4" name="직선 연결선 913">
                <a:extLst>
                  <a:ext uri="{FF2B5EF4-FFF2-40B4-BE49-F238E27FC236}">
                    <a16:creationId xmlns:a16="http://schemas.microsoft.com/office/drawing/2014/main" id="{BA523064-9506-4A2C-941F-1901A09F21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5875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5" name="직선 연결선 914">
                <a:extLst>
                  <a:ext uri="{FF2B5EF4-FFF2-40B4-BE49-F238E27FC236}">
                    <a16:creationId xmlns:a16="http://schemas.microsoft.com/office/drawing/2014/main" id="{70E10F88-C6DD-4BA3-A11E-6234AB99BC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6947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6" name="직선 연결선 915">
                <a:extLst>
                  <a:ext uri="{FF2B5EF4-FFF2-40B4-BE49-F238E27FC236}">
                    <a16:creationId xmlns:a16="http://schemas.microsoft.com/office/drawing/2014/main" id="{EDDFCA36-67B3-4037-A305-FEA9E889BC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2097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7" name="직선 연결선 916">
                <a:extLst>
                  <a:ext uri="{FF2B5EF4-FFF2-40B4-BE49-F238E27FC236}">
                    <a16:creationId xmlns:a16="http://schemas.microsoft.com/office/drawing/2014/main" id="{F986D4ED-7F84-44D1-8ECC-7AAB334B58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7247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8" name="직선 연결선 917">
                <a:extLst>
                  <a:ext uri="{FF2B5EF4-FFF2-40B4-BE49-F238E27FC236}">
                    <a16:creationId xmlns:a16="http://schemas.microsoft.com/office/drawing/2014/main" id="{1E9C149C-C72F-442C-ABEF-EAD31A5882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2398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9" name="직선 연결선 918">
                <a:extLst>
                  <a:ext uri="{FF2B5EF4-FFF2-40B4-BE49-F238E27FC236}">
                    <a16:creationId xmlns:a16="http://schemas.microsoft.com/office/drawing/2014/main" id="{00A05699-E52C-409E-B8B8-DFD8249ADC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2699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0" name="직선 연결선 919">
                <a:extLst>
                  <a:ext uri="{FF2B5EF4-FFF2-40B4-BE49-F238E27FC236}">
                    <a16:creationId xmlns:a16="http://schemas.microsoft.com/office/drawing/2014/main" id="{1520A951-EDA5-4CB9-8DC2-8E6596393F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5274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1" name="직선 연결선 920">
                <a:extLst>
                  <a:ext uri="{FF2B5EF4-FFF2-40B4-BE49-F238E27FC236}">
                    <a16:creationId xmlns:a16="http://schemas.microsoft.com/office/drawing/2014/main" id="{FA31FC25-6B99-41A9-A873-49AA16B2A1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7849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2" name="직선 연결선 921">
                <a:extLst>
                  <a:ext uri="{FF2B5EF4-FFF2-40B4-BE49-F238E27FC236}">
                    <a16:creationId xmlns:a16="http://schemas.microsoft.com/office/drawing/2014/main" id="{0FF59C0B-33B7-4A22-BBDF-364EF7267E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0424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3" name="직선 연결선 922">
                <a:extLst>
                  <a:ext uri="{FF2B5EF4-FFF2-40B4-BE49-F238E27FC236}">
                    <a16:creationId xmlns:a16="http://schemas.microsoft.com/office/drawing/2014/main" id="{A0E8A5B9-9828-4D52-A7BA-061CABBA79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5575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" name="직선 연결선 923">
                <a:extLst>
                  <a:ext uri="{FF2B5EF4-FFF2-40B4-BE49-F238E27FC236}">
                    <a16:creationId xmlns:a16="http://schemas.microsoft.com/office/drawing/2014/main" id="{B4DE2D8C-6990-49E8-84BE-22727DE507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8150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" name="직선 연결선 924">
                <a:extLst>
                  <a:ext uri="{FF2B5EF4-FFF2-40B4-BE49-F238E27FC236}">
                    <a16:creationId xmlns:a16="http://schemas.microsoft.com/office/drawing/2014/main" id="{076EA22C-B0DE-4691-A2B6-8518987655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0725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" name="직선 연결선 925">
                <a:extLst>
                  <a:ext uri="{FF2B5EF4-FFF2-40B4-BE49-F238E27FC236}">
                    <a16:creationId xmlns:a16="http://schemas.microsoft.com/office/drawing/2014/main" id="{02832325-FCC9-4416-A378-2A165F79C9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7102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" name="직선 연결선 926">
                <a:extLst>
                  <a:ext uri="{FF2B5EF4-FFF2-40B4-BE49-F238E27FC236}">
                    <a16:creationId xmlns:a16="http://schemas.microsoft.com/office/drawing/2014/main" id="{17D1DE3A-B7F3-41C2-93D6-BED2275DB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3300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" name="직선 연결선 927">
                <a:extLst>
                  <a:ext uri="{FF2B5EF4-FFF2-40B4-BE49-F238E27FC236}">
                    <a16:creationId xmlns:a16="http://schemas.microsoft.com/office/drawing/2014/main" id="{69BAAE85-9728-4AB6-A930-3281F7EFDE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8451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" name="직선 연결선 928">
                <a:extLst>
                  <a:ext uri="{FF2B5EF4-FFF2-40B4-BE49-F238E27FC236}">
                    <a16:creationId xmlns:a16="http://schemas.microsoft.com/office/drawing/2014/main" id="{16B8D553-4AB5-43ED-B155-E8C3902118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7360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" name="직선 연결선 929">
                <a:extLst>
                  <a:ext uri="{FF2B5EF4-FFF2-40B4-BE49-F238E27FC236}">
                    <a16:creationId xmlns:a16="http://schemas.microsoft.com/office/drawing/2014/main" id="{604EB0B1-2404-4756-A270-22B3EAE90E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922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1" name="직선 연결선 930">
                <a:extLst>
                  <a:ext uri="{FF2B5EF4-FFF2-40B4-BE49-F238E27FC236}">
                    <a16:creationId xmlns:a16="http://schemas.microsoft.com/office/drawing/2014/main" id="{DBC492A2-2583-49AF-AE63-8C68C20A0B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4371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2" name="직선 연결선 931">
                <a:extLst>
                  <a:ext uri="{FF2B5EF4-FFF2-40B4-BE49-F238E27FC236}">
                    <a16:creationId xmlns:a16="http://schemas.microsoft.com/office/drawing/2014/main" id="{4A53FBB4-5841-4470-86AA-82F55A199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0123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3" name="직선 연결선 932">
                <a:extLst>
                  <a:ext uri="{FF2B5EF4-FFF2-40B4-BE49-F238E27FC236}">
                    <a16:creationId xmlns:a16="http://schemas.microsoft.com/office/drawing/2014/main" id="{AF5F09AA-740F-4624-81D4-13815C25B9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9522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4" name="직선 연결선 933">
                <a:extLst>
                  <a:ext uri="{FF2B5EF4-FFF2-40B4-BE49-F238E27FC236}">
                    <a16:creationId xmlns:a16="http://schemas.microsoft.com/office/drawing/2014/main" id="{676A3A71-4719-4D7D-8228-5B1BE9E369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4672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5" name="직선 연결선 934">
                <a:extLst>
                  <a:ext uri="{FF2B5EF4-FFF2-40B4-BE49-F238E27FC236}">
                    <a16:creationId xmlns:a16="http://schemas.microsoft.com/office/drawing/2014/main" id="{9EF049EF-7C88-4878-94BD-7EA177B019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9823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6" name="직선 연결선 935">
                <a:extLst>
                  <a:ext uri="{FF2B5EF4-FFF2-40B4-BE49-F238E27FC236}">
                    <a16:creationId xmlns:a16="http://schemas.microsoft.com/office/drawing/2014/main" id="{C856F1C6-181B-450A-A4C8-3BDE403FC6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4973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7" name="직선 연결선 936">
                <a:extLst>
                  <a:ext uri="{FF2B5EF4-FFF2-40B4-BE49-F238E27FC236}">
                    <a16:creationId xmlns:a16="http://schemas.microsoft.com/office/drawing/2014/main" id="{2FAA7123-DC39-46F9-AF1F-79B1C435B9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59650" y="-1904302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8" name="직선 연결선 937">
                <a:extLst>
                  <a:ext uri="{FF2B5EF4-FFF2-40B4-BE49-F238E27FC236}">
                    <a16:creationId xmlns:a16="http://schemas.microsoft.com/office/drawing/2014/main" id="{BDF02A2B-99FD-4F7A-990A-259EF3EA7B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678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9" name="직선 연결선 938">
                <a:extLst>
                  <a:ext uri="{FF2B5EF4-FFF2-40B4-BE49-F238E27FC236}">
                    <a16:creationId xmlns:a16="http://schemas.microsoft.com/office/drawing/2014/main" id="{3AE9B507-D65E-4805-B4BC-8CD573D57C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0" name="직선 연결선 939">
                <a:extLst>
                  <a:ext uri="{FF2B5EF4-FFF2-40B4-BE49-F238E27FC236}">
                    <a16:creationId xmlns:a16="http://schemas.microsoft.com/office/drawing/2014/main" id="{62AA6605-0B26-49AF-B537-D6E7648116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1" name="직선 연결선 940">
                <a:extLst>
                  <a:ext uri="{FF2B5EF4-FFF2-40B4-BE49-F238E27FC236}">
                    <a16:creationId xmlns:a16="http://schemas.microsoft.com/office/drawing/2014/main" id="{E27BAA24-C4BC-4B81-81B8-B0FDC143ED7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528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2" name="직선 연결선 941">
                <a:extLst>
                  <a:ext uri="{FF2B5EF4-FFF2-40B4-BE49-F238E27FC236}">
                    <a16:creationId xmlns:a16="http://schemas.microsoft.com/office/drawing/2014/main" id="{3CB2CCFC-6B98-468F-9223-D0A75B90BCB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378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3" name="직선 연결선 942">
                <a:extLst>
                  <a:ext uri="{FF2B5EF4-FFF2-40B4-BE49-F238E27FC236}">
                    <a16:creationId xmlns:a16="http://schemas.microsoft.com/office/drawing/2014/main" id="{DCCA31EC-9AA4-44F2-9EE5-221647272F2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227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4" name="직선 연결선 943">
                <a:extLst>
                  <a:ext uri="{FF2B5EF4-FFF2-40B4-BE49-F238E27FC236}">
                    <a16:creationId xmlns:a16="http://schemas.microsoft.com/office/drawing/2014/main" id="{FD186A90-9C7C-4FF0-B375-52F2AEF8EA6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077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5" name="직선 연결선 944">
                <a:extLst>
                  <a:ext uri="{FF2B5EF4-FFF2-40B4-BE49-F238E27FC236}">
                    <a16:creationId xmlns:a16="http://schemas.microsoft.com/office/drawing/2014/main" id="{EDEB9778-48EF-47E7-83AB-C14F97F994B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6" name="직선 연결선 945">
                <a:extLst>
                  <a:ext uri="{FF2B5EF4-FFF2-40B4-BE49-F238E27FC236}">
                    <a16:creationId xmlns:a16="http://schemas.microsoft.com/office/drawing/2014/main" id="{EE297A7D-BD20-4E25-911D-5B226A5529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7" name="직선 연결선 946">
                <a:extLst>
                  <a:ext uri="{FF2B5EF4-FFF2-40B4-BE49-F238E27FC236}">
                    <a16:creationId xmlns:a16="http://schemas.microsoft.com/office/drawing/2014/main" id="{DBDA949D-6046-4DB0-AB1A-8628AE0668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8" name="직선 연결선 947">
                <a:extLst>
                  <a:ext uri="{FF2B5EF4-FFF2-40B4-BE49-F238E27FC236}">
                    <a16:creationId xmlns:a16="http://schemas.microsoft.com/office/drawing/2014/main" id="{C5123D15-C871-4765-8D0F-DEB8B044459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직선 연결선 948">
                <a:extLst>
                  <a:ext uri="{FF2B5EF4-FFF2-40B4-BE49-F238E27FC236}">
                    <a16:creationId xmlns:a16="http://schemas.microsoft.com/office/drawing/2014/main" id="{BB1FAFF8-39CD-4186-8DFC-31FCF1C509B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직선 연결선 949">
                <a:extLst>
                  <a:ext uri="{FF2B5EF4-FFF2-40B4-BE49-F238E27FC236}">
                    <a16:creationId xmlns:a16="http://schemas.microsoft.com/office/drawing/2014/main" id="{B7289ECE-8D2E-4CD4-94CD-FBB8AE81E66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1" name="직선 연결선 950">
                <a:extLst>
                  <a:ext uri="{FF2B5EF4-FFF2-40B4-BE49-F238E27FC236}">
                    <a16:creationId xmlns:a16="http://schemas.microsoft.com/office/drawing/2014/main" id="{AF78A096-903C-4570-B61D-21750AC1573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254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직선 연결선 951">
                <a:extLst>
                  <a:ext uri="{FF2B5EF4-FFF2-40B4-BE49-F238E27FC236}">
                    <a16:creationId xmlns:a16="http://schemas.microsoft.com/office/drawing/2014/main" id="{14B0E672-E131-4FF2-806A-4431E161845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103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직선 연결선 952">
                <a:extLst>
                  <a:ext uri="{FF2B5EF4-FFF2-40B4-BE49-F238E27FC236}">
                    <a16:creationId xmlns:a16="http://schemas.microsoft.com/office/drawing/2014/main" id="{61E91F4D-F3C7-4029-8A30-CDB801FEC9B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직선 연결선 953">
                <a:extLst>
                  <a:ext uri="{FF2B5EF4-FFF2-40B4-BE49-F238E27FC236}">
                    <a16:creationId xmlns:a16="http://schemas.microsoft.com/office/drawing/2014/main" id="{C80E4B64-99B3-4D46-B216-D6A41975D0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953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직선 연결선 954">
                <a:extLst>
                  <a:ext uri="{FF2B5EF4-FFF2-40B4-BE49-F238E27FC236}">
                    <a16:creationId xmlns:a16="http://schemas.microsoft.com/office/drawing/2014/main" id="{33555F10-2F0E-4310-B1DF-84EB64D690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802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6" name="직선 연결선 955">
                <a:extLst>
                  <a:ext uri="{FF2B5EF4-FFF2-40B4-BE49-F238E27FC236}">
                    <a16:creationId xmlns:a16="http://schemas.microsoft.com/office/drawing/2014/main" id="{43289ECB-5636-45B0-9DBA-72095804A01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652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" name="직선 연결선 956">
                <a:extLst>
                  <a:ext uri="{FF2B5EF4-FFF2-40B4-BE49-F238E27FC236}">
                    <a16:creationId xmlns:a16="http://schemas.microsoft.com/office/drawing/2014/main" id="{4E1882AC-6653-4079-9C56-EE28F2B3F2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8" name="직선 연결선 957">
                <a:extLst>
                  <a:ext uri="{FF2B5EF4-FFF2-40B4-BE49-F238E27FC236}">
                    <a16:creationId xmlns:a16="http://schemas.microsoft.com/office/drawing/2014/main" id="{CE149A2C-202E-409E-8834-BFADAC93A51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5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9" name="직선 연결선 958">
                <a:extLst>
                  <a:ext uri="{FF2B5EF4-FFF2-40B4-BE49-F238E27FC236}">
                    <a16:creationId xmlns:a16="http://schemas.microsoft.com/office/drawing/2014/main" id="{95CCFE92-53D7-4858-A3A4-040D69580F9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5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0" name="직선 연결선 959">
                <a:extLst>
                  <a:ext uri="{FF2B5EF4-FFF2-40B4-BE49-F238E27FC236}">
                    <a16:creationId xmlns:a16="http://schemas.microsoft.com/office/drawing/2014/main" id="{5F2E087A-B4D3-4480-BD9D-16A09B6985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1" name="직선 연결선 960">
                <a:extLst>
                  <a:ext uri="{FF2B5EF4-FFF2-40B4-BE49-F238E27FC236}">
                    <a16:creationId xmlns:a16="http://schemas.microsoft.com/office/drawing/2014/main" id="{2F3D4F45-F6AE-4FDE-BB7C-AECA99FF95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62" name="직선 연결선 961">
              <a:extLst>
                <a:ext uri="{FF2B5EF4-FFF2-40B4-BE49-F238E27FC236}">
                  <a16:creationId xmlns:a16="http://schemas.microsoft.com/office/drawing/2014/main" id="{C5AB9254-AFBB-47AC-8428-933C86C828FF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직선 연결선 962">
              <a:extLst>
                <a:ext uri="{FF2B5EF4-FFF2-40B4-BE49-F238E27FC236}">
                  <a16:creationId xmlns:a16="http://schemas.microsoft.com/office/drawing/2014/main" id="{8493CF2A-C87C-4664-A5E9-8F8D2F97B2B8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85">
            <a:hlinkClick r:id="rId2"/>
            <a:extLst>
              <a:ext uri="{FF2B5EF4-FFF2-40B4-BE49-F238E27FC236}">
                <a16:creationId xmlns:a16="http://schemas.microsoft.com/office/drawing/2014/main" id="{466E69F3-4488-4D0C-9831-04E27418A14C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TextBox 186">
            <a:hlinkClick r:id="rId3"/>
            <a:extLst>
              <a:ext uri="{FF2B5EF4-FFF2-40B4-BE49-F238E27FC236}">
                <a16:creationId xmlns:a16="http://schemas.microsoft.com/office/drawing/2014/main" id="{DB9CD917-454C-46B2-A8AD-F96EA8FAF412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9" name="TextBox 184">
            <a:hlinkClick r:id="rId4"/>
            <a:extLst>
              <a:ext uri="{FF2B5EF4-FFF2-40B4-BE49-F238E27FC236}">
                <a16:creationId xmlns:a16="http://schemas.microsoft.com/office/drawing/2014/main" id="{C026F21C-4A77-4319-95DF-A0F652718C8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34</cp:revision>
  <dcterms:created xsi:type="dcterms:W3CDTF">2021-10-29T04:43:38Z</dcterms:created>
  <dcterms:modified xsi:type="dcterms:W3CDTF">2021-12-19T07:59:23Z</dcterms:modified>
</cp:coreProperties>
</file>
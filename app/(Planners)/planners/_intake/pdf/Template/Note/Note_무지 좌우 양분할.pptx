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10" name="그룹 23909">
            <a:extLst>
              <a:ext uri="{FF2B5EF4-FFF2-40B4-BE49-F238E27FC236}">
                <a16:creationId xmlns:a16="http://schemas.microsoft.com/office/drawing/2014/main" id="{7D625E18-3518-487D-BCFC-6D30B544ED07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23905" name="직선 연결선 23904">
              <a:extLst>
                <a:ext uri="{FF2B5EF4-FFF2-40B4-BE49-F238E27FC236}">
                  <a16:creationId xmlns:a16="http://schemas.microsoft.com/office/drawing/2014/main" id="{0AD06F3E-1D08-4D32-AF57-DF0123D97F1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6" name="직선 연결선 23905">
              <a:extLst>
                <a:ext uri="{FF2B5EF4-FFF2-40B4-BE49-F238E27FC236}">
                  <a16:creationId xmlns:a16="http://schemas.microsoft.com/office/drawing/2014/main" id="{78EC8543-8DA3-4F11-BB14-800415A60EA6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7" name="직선 연결선 23906">
              <a:extLst>
                <a:ext uri="{FF2B5EF4-FFF2-40B4-BE49-F238E27FC236}">
                  <a16:creationId xmlns:a16="http://schemas.microsoft.com/office/drawing/2014/main" id="{05ED887A-BE4E-48BD-BADD-F69983808168}"/>
                </a:ext>
              </a:extLst>
            </p:cNvPr>
            <p:cNvCxnSpPr>
              <a:cxnSpLocks/>
            </p:cNvCxnSpPr>
            <p:nvPr/>
          </p:nvCxnSpPr>
          <p:spPr>
            <a:xfrm>
              <a:off x="2962237" y="533400"/>
              <a:ext cx="0" cy="694685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8" name="직선 연결선 23907">
              <a:extLst>
                <a:ext uri="{FF2B5EF4-FFF2-40B4-BE49-F238E27FC236}">
                  <a16:creationId xmlns:a16="http://schemas.microsoft.com/office/drawing/2014/main" id="{D8EF32EE-7D05-4AD6-AC84-89059D2B3324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09" name="직선 연결선 23908">
              <a:extLst>
                <a:ext uri="{FF2B5EF4-FFF2-40B4-BE49-F238E27FC236}">
                  <a16:creationId xmlns:a16="http://schemas.microsoft.com/office/drawing/2014/main" id="{07F258E4-33B8-4A32-B633-9862AFCB05FE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185">
            <a:hlinkClick r:id="rId2"/>
            <a:extLst>
              <a:ext uri="{FF2B5EF4-FFF2-40B4-BE49-F238E27FC236}">
                <a16:creationId xmlns:a16="http://schemas.microsoft.com/office/drawing/2014/main" id="{AB3B53A4-B80D-4659-84E0-C3046B2CAF26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" name="TextBox 186">
            <a:hlinkClick r:id="rId3"/>
            <a:extLst>
              <a:ext uri="{FF2B5EF4-FFF2-40B4-BE49-F238E27FC236}">
                <a16:creationId xmlns:a16="http://schemas.microsoft.com/office/drawing/2014/main" id="{4EB3D7CD-E5B5-4CB4-9A9D-F49E832C267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TextBox 184">
            <a:hlinkClick r:id="rId4"/>
            <a:extLst>
              <a:ext uri="{FF2B5EF4-FFF2-40B4-BE49-F238E27FC236}">
                <a16:creationId xmlns:a16="http://schemas.microsoft.com/office/drawing/2014/main" id="{9C377C51-B076-4DEB-9FDB-130F58E906E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47</cp:revision>
  <dcterms:created xsi:type="dcterms:W3CDTF">2021-10-29T04:43:38Z</dcterms:created>
  <dcterms:modified xsi:type="dcterms:W3CDTF">2021-12-19T07:41:17Z</dcterms:modified>
</cp:coreProperties>
</file>
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" name="그룹 817">
            <a:extLst>
              <a:ext uri="{FF2B5EF4-FFF2-40B4-BE49-F238E27FC236}">
                <a16:creationId xmlns:a16="http://schemas.microsoft.com/office/drawing/2014/main" id="{343CFDDC-E727-439B-94FF-B58979025566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777" name="그룹 776">
              <a:extLst>
                <a:ext uri="{FF2B5EF4-FFF2-40B4-BE49-F238E27FC236}">
                  <a16:creationId xmlns:a16="http://schemas.microsoft.com/office/drawing/2014/main" id="{8BC8E9CF-0676-4434-98F7-A78AC7F91770}"/>
                </a:ext>
              </a:extLst>
            </p:cNvPr>
            <p:cNvGrpSpPr/>
            <p:nvPr/>
          </p:nvGrpSpPr>
          <p:grpSpPr>
            <a:xfrm>
              <a:off x="291320" y="533400"/>
              <a:ext cx="5407920" cy="6953631"/>
              <a:chOff x="291320" y="533400"/>
              <a:chExt cx="5407920" cy="6953631"/>
            </a:xfrm>
          </p:grpSpPr>
          <p:cxnSp>
            <p:nvCxnSpPr>
              <p:cNvPr id="778" name="직선 연결선 777">
                <a:extLst>
                  <a:ext uri="{FF2B5EF4-FFF2-40B4-BE49-F238E27FC236}">
                    <a16:creationId xmlns:a16="http://schemas.microsoft.com/office/drawing/2014/main" id="{C8EB76AC-D9C9-4138-975A-7BE4467CDAD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93709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9" name="직선 연결선 778">
                <a:extLst>
                  <a:ext uri="{FF2B5EF4-FFF2-40B4-BE49-F238E27FC236}">
                    <a16:creationId xmlns:a16="http://schemas.microsoft.com/office/drawing/2014/main" id="{7ED379BA-578C-476A-BB56-7402D1E5B7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8149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0" name="직선 연결선 779">
                <a:extLst>
                  <a:ext uri="{FF2B5EF4-FFF2-40B4-BE49-F238E27FC236}">
                    <a16:creationId xmlns:a16="http://schemas.microsoft.com/office/drawing/2014/main" id="{D8CE72D7-6CE9-48B9-911A-55EEF85CA37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2661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1" name="직선 연결선 780">
                <a:extLst>
                  <a:ext uri="{FF2B5EF4-FFF2-40B4-BE49-F238E27FC236}">
                    <a16:creationId xmlns:a16="http://schemas.microsoft.com/office/drawing/2014/main" id="{56BD13AB-2D1E-46F6-B79E-7C468ED310F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478669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2" name="직선 연결선 781">
                <a:extLst>
                  <a:ext uri="{FF2B5EF4-FFF2-40B4-BE49-F238E27FC236}">
                    <a16:creationId xmlns:a16="http://schemas.microsoft.com/office/drawing/2014/main" id="{0864D8BC-E134-4760-8220-9B0158E883D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37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3" name="직선 연결선 782">
                <a:extLst>
                  <a:ext uri="{FF2B5EF4-FFF2-40B4-BE49-F238E27FC236}">
                    <a16:creationId xmlns:a16="http://schemas.microsoft.com/office/drawing/2014/main" id="{FBF2BED5-B1EA-4DE3-AF82-B03B166D65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141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4" name="직선 연결선 783">
                <a:extLst>
                  <a:ext uri="{FF2B5EF4-FFF2-40B4-BE49-F238E27FC236}">
                    <a16:creationId xmlns:a16="http://schemas.microsoft.com/office/drawing/2014/main" id="{2D193138-C420-45B0-9C11-ABF93F2586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645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5" name="직선 연결선 784">
                <a:extLst>
                  <a:ext uri="{FF2B5EF4-FFF2-40B4-BE49-F238E27FC236}">
                    <a16:creationId xmlns:a16="http://schemas.microsoft.com/office/drawing/2014/main" id="{EA7557BC-385B-4A5F-8D4C-DEB0AB9CC9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9653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6" name="직선 연결선 785">
                <a:extLst>
                  <a:ext uri="{FF2B5EF4-FFF2-40B4-BE49-F238E27FC236}">
                    <a16:creationId xmlns:a16="http://schemas.microsoft.com/office/drawing/2014/main" id="{9636C731-BB11-4324-8329-CB765227F9B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405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7" name="직선 연결선 786">
                <a:extLst>
                  <a:ext uri="{FF2B5EF4-FFF2-40B4-BE49-F238E27FC236}">
                    <a16:creationId xmlns:a16="http://schemas.microsoft.com/office/drawing/2014/main" id="{D07150F5-4D45-4D8D-8879-336B61A939E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1157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8" name="직선 연결선 787">
                <a:extLst>
                  <a:ext uri="{FF2B5EF4-FFF2-40B4-BE49-F238E27FC236}">
                    <a16:creationId xmlns:a16="http://schemas.microsoft.com/office/drawing/2014/main" id="{8A70C915-6738-465B-8C24-E52CED7526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909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9" name="직선 연결선 788">
                <a:extLst>
                  <a:ext uri="{FF2B5EF4-FFF2-40B4-BE49-F238E27FC236}">
                    <a16:creationId xmlns:a16="http://schemas.microsoft.com/office/drawing/2014/main" id="{F143C80E-8053-4F57-BD68-90DE4FB924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38413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0" name="직선 연결선 789">
                <a:extLst>
                  <a:ext uri="{FF2B5EF4-FFF2-40B4-BE49-F238E27FC236}">
                    <a16:creationId xmlns:a16="http://schemas.microsoft.com/office/drawing/2014/main" id="{DA6A01A4-FDCB-4561-9C9E-907F34E3B30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4165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" name="직선 연결선 790">
                <a:extLst>
                  <a:ext uri="{FF2B5EF4-FFF2-40B4-BE49-F238E27FC236}">
                    <a16:creationId xmlns:a16="http://schemas.microsoft.com/office/drawing/2014/main" id="{4FDC26C5-ED13-4D22-9462-321EF6804A6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51229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2" name="직선 연결선 791">
                <a:extLst>
                  <a:ext uri="{FF2B5EF4-FFF2-40B4-BE49-F238E27FC236}">
                    <a16:creationId xmlns:a16="http://schemas.microsoft.com/office/drawing/2014/main" id="{05DCE3FE-2931-4493-AD1D-A1DA635B1E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36189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3" name="직선 연결선 792">
                <a:extLst>
                  <a:ext uri="{FF2B5EF4-FFF2-40B4-BE49-F238E27FC236}">
                    <a16:creationId xmlns:a16="http://schemas.microsoft.com/office/drawing/2014/main" id="{996C0490-D4C5-4A14-A36D-22739F69D7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3901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4" name="직선 연결선 793">
                <a:extLst>
                  <a:ext uri="{FF2B5EF4-FFF2-40B4-BE49-F238E27FC236}">
                    <a16:creationId xmlns:a16="http://schemas.microsoft.com/office/drawing/2014/main" id="{F4C21CEA-6BC5-4356-93E8-9BEE4EA0C81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1149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5" name="직선 연결선 794">
                <a:extLst>
                  <a:ext uri="{FF2B5EF4-FFF2-40B4-BE49-F238E27FC236}">
                    <a16:creationId xmlns:a16="http://schemas.microsoft.com/office/drawing/2014/main" id="{B17E1352-6980-4175-88CB-D9662B2E74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89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6" name="직선 연결선 795">
                <a:extLst>
                  <a:ext uri="{FF2B5EF4-FFF2-40B4-BE49-F238E27FC236}">
                    <a16:creationId xmlns:a16="http://schemas.microsoft.com/office/drawing/2014/main" id="{00EDD9E5-3F5E-47C5-BB19-C52529C83BE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0893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7" name="직선 연결선 796">
                <a:extLst>
                  <a:ext uri="{FF2B5EF4-FFF2-40B4-BE49-F238E27FC236}">
                    <a16:creationId xmlns:a16="http://schemas.microsoft.com/office/drawing/2014/main" id="{94CDEAA0-9905-4B90-B385-60683B93B2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23972" y="5681819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8" name="직선 연결선 797">
                <a:extLst>
                  <a:ext uri="{FF2B5EF4-FFF2-40B4-BE49-F238E27FC236}">
                    <a16:creationId xmlns:a16="http://schemas.microsoft.com/office/drawing/2014/main" id="{C9AF6854-1290-4617-8B98-0DED23004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9" name="직선 연결선 798">
                <a:extLst>
                  <a:ext uri="{FF2B5EF4-FFF2-40B4-BE49-F238E27FC236}">
                    <a16:creationId xmlns:a16="http://schemas.microsoft.com/office/drawing/2014/main" id="{3227C9A9-564C-4385-A738-970C51EEDC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0" name="직선 연결선 799">
                <a:extLst>
                  <a:ext uri="{FF2B5EF4-FFF2-40B4-BE49-F238E27FC236}">
                    <a16:creationId xmlns:a16="http://schemas.microsoft.com/office/drawing/2014/main" id="{6838D738-2DE2-4655-9135-25148EB993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1" name="직선 연결선 800">
                <a:extLst>
                  <a:ext uri="{FF2B5EF4-FFF2-40B4-BE49-F238E27FC236}">
                    <a16:creationId xmlns:a16="http://schemas.microsoft.com/office/drawing/2014/main" id="{D381F9B6-226E-4D45-AED8-D994904C32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2" name="직선 연결선 801">
                <a:extLst>
                  <a:ext uri="{FF2B5EF4-FFF2-40B4-BE49-F238E27FC236}">
                    <a16:creationId xmlns:a16="http://schemas.microsoft.com/office/drawing/2014/main" id="{6DD0A945-6090-413D-A785-E65A53D5D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3" name="직선 연결선 802">
                <a:extLst>
                  <a:ext uri="{FF2B5EF4-FFF2-40B4-BE49-F238E27FC236}">
                    <a16:creationId xmlns:a16="http://schemas.microsoft.com/office/drawing/2014/main" id="{E13D9BAB-383A-4E02-9CB9-20EEA9490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4" name="직선 연결선 803">
                <a:extLst>
                  <a:ext uri="{FF2B5EF4-FFF2-40B4-BE49-F238E27FC236}">
                    <a16:creationId xmlns:a16="http://schemas.microsoft.com/office/drawing/2014/main" id="{C3D53F50-D3FE-41C2-802B-7DE25E2788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직선 연결선 804">
                <a:extLst>
                  <a:ext uri="{FF2B5EF4-FFF2-40B4-BE49-F238E27FC236}">
                    <a16:creationId xmlns:a16="http://schemas.microsoft.com/office/drawing/2014/main" id="{E080899C-26B2-4138-8601-D22728AB68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6" name="직선 연결선 805">
                <a:extLst>
                  <a:ext uri="{FF2B5EF4-FFF2-40B4-BE49-F238E27FC236}">
                    <a16:creationId xmlns:a16="http://schemas.microsoft.com/office/drawing/2014/main" id="{5C8D0BE0-98D3-4448-ABF6-7409AB4EA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7" name="직선 연결선 806">
                <a:extLst>
                  <a:ext uri="{FF2B5EF4-FFF2-40B4-BE49-F238E27FC236}">
                    <a16:creationId xmlns:a16="http://schemas.microsoft.com/office/drawing/2014/main" id="{8FA3F0B7-70B2-46FE-9AE2-83D975D2C7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직선 연결선 807">
                <a:extLst>
                  <a:ext uri="{FF2B5EF4-FFF2-40B4-BE49-F238E27FC236}">
                    <a16:creationId xmlns:a16="http://schemas.microsoft.com/office/drawing/2014/main" id="{95E32F7F-4920-4293-A938-5ACFF3B34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직선 연결선 808">
                <a:extLst>
                  <a:ext uri="{FF2B5EF4-FFF2-40B4-BE49-F238E27FC236}">
                    <a16:creationId xmlns:a16="http://schemas.microsoft.com/office/drawing/2014/main" id="{FF27DB9C-827E-47DD-AE7B-571CCE804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직선 연결선 809">
                <a:extLst>
                  <a:ext uri="{FF2B5EF4-FFF2-40B4-BE49-F238E27FC236}">
                    <a16:creationId xmlns:a16="http://schemas.microsoft.com/office/drawing/2014/main" id="{B0FCDFCD-9A67-4C9F-BD11-22030E73CD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직선 연결선 810">
                <a:extLst>
                  <a:ext uri="{FF2B5EF4-FFF2-40B4-BE49-F238E27FC236}">
                    <a16:creationId xmlns:a16="http://schemas.microsoft.com/office/drawing/2014/main" id="{6E0FE43F-FF41-4CDA-8558-46F5DB4BAC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2" name="직선 연결선 811">
                <a:extLst>
                  <a:ext uri="{FF2B5EF4-FFF2-40B4-BE49-F238E27FC236}">
                    <a16:creationId xmlns:a16="http://schemas.microsoft.com/office/drawing/2014/main" id="{EA5A4B15-9BBC-48A2-B5B1-F6DC776227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직선 연결선 812">
                <a:extLst>
                  <a:ext uri="{FF2B5EF4-FFF2-40B4-BE49-F238E27FC236}">
                    <a16:creationId xmlns:a16="http://schemas.microsoft.com/office/drawing/2014/main" id="{1EBB0CB3-9FD7-4B08-81C0-A97C7937F91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직선 연결선 813">
                <a:extLst>
                  <a:ext uri="{FF2B5EF4-FFF2-40B4-BE49-F238E27FC236}">
                    <a16:creationId xmlns:a16="http://schemas.microsoft.com/office/drawing/2014/main" id="{67A19863-F8C8-47DE-8796-D4BE8FDD0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직선 연결선 814">
                <a:extLst>
                  <a:ext uri="{FF2B5EF4-FFF2-40B4-BE49-F238E27FC236}">
                    <a16:creationId xmlns:a16="http://schemas.microsoft.com/office/drawing/2014/main" id="{55D64A1D-0210-4C39-BD0C-83251F1256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6" name="직선 연결선 815">
              <a:extLst>
                <a:ext uri="{FF2B5EF4-FFF2-40B4-BE49-F238E27FC236}">
                  <a16:creationId xmlns:a16="http://schemas.microsoft.com/office/drawing/2014/main" id="{50447D5A-FF4F-469B-8E15-C41C6FE8574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직선 연결선 816">
              <a:extLst>
                <a:ext uri="{FF2B5EF4-FFF2-40B4-BE49-F238E27FC236}">
                  <a16:creationId xmlns:a16="http://schemas.microsoft.com/office/drawing/2014/main" id="{07F0D192-33E1-4CCB-8361-12463A71269C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185">
            <a:hlinkClick r:id="rId2"/>
            <a:extLst>
              <a:ext uri="{FF2B5EF4-FFF2-40B4-BE49-F238E27FC236}">
                <a16:creationId xmlns:a16="http://schemas.microsoft.com/office/drawing/2014/main" id="{430D1F45-BA86-4659-B687-429E0101ECE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TextBox 186">
            <a:hlinkClick r:id="rId3"/>
            <a:extLst>
              <a:ext uri="{FF2B5EF4-FFF2-40B4-BE49-F238E27FC236}">
                <a16:creationId xmlns:a16="http://schemas.microsoft.com/office/drawing/2014/main" id="{00D4427C-D109-49D9-B443-8D51642C606F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184">
            <a:hlinkClick r:id="rId4"/>
            <a:extLst>
              <a:ext uri="{FF2B5EF4-FFF2-40B4-BE49-F238E27FC236}">
                <a16:creationId xmlns:a16="http://schemas.microsoft.com/office/drawing/2014/main" id="{7CF8648F-1713-4167-8356-EB00F512C6B9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31</cp:revision>
  <dcterms:created xsi:type="dcterms:W3CDTF">2021-10-29T04:43:38Z</dcterms:created>
  <dcterms:modified xsi:type="dcterms:W3CDTF">2021-12-19T07:54:33Z</dcterms:modified>
</cp:coreProperties>
</file>
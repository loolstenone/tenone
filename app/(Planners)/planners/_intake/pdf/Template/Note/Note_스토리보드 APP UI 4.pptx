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</p:sldIdLst>
  <p:sldSz cx="6076950" cy="776446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446" userDrawn="1">
          <p15:clr>
            <a:srgbClr val="A4A3A4"/>
          </p15:clr>
        </p15:guide>
        <p15:guide id="2" pos="1914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7EA531"/>
    <a:srgbClr val="FF5050"/>
    <a:srgbClr val="597422"/>
    <a:srgbClr val="B8D779"/>
    <a:srgbClr val="EBF68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7009" autoAdjust="0"/>
    <p:restoredTop sz="94660"/>
  </p:normalViewPr>
  <p:slideViewPr>
    <p:cSldViewPr snapToGrid="0" showGuides="1">
      <p:cViewPr varScale="1">
        <p:scale>
          <a:sx n="39" d="100"/>
          <a:sy n="39" d="100"/>
        </p:scale>
        <p:origin x="1674" y="30"/>
      </p:cViewPr>
      <p:guideLst>
        <p:guide orient="horz" pos="2446"/>
        <p:guide pos="1914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5771" y="1270713"/>
            <a:ext cx="5165408" cy="2703183"/>
          </a:xfrm>
        </p:spPr>
        <p:txBody>
          <a:bodyPr anchor="b"/>
          <a:lstStyle>
            <a:lvl1pPr algn="ctr">
              <a:defRPr sz="3988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759619" y="4078141"/>
            <a:ext cx="4557713" cy="1874614"/>
          </a:xfrm>
        </p:spPr>
        <p:txBody>
          <a:bodyPr/>
          <a:lstStyle>
            <a:lvl1pPr marL="0" indent="0" algn="ctr">
              <a:buNone/>
              <a:defRPr sz="1595"/>
            </a:lvl1pPr>
            <a:lvl2pPr marL="303855" indent="0" algn="ctr">
              <a:buNone/>
              <a:defRPr sz="1329"/>
            </a:lvl2pPr>
            <a:lvl3pPr marL="607710" indent="0" algn="ctr">
              <a:buNone/>
              <a:defRPr sz="1196"/>
            </a:lvl3pPr>
            <a:lvl4pPr marL="911565" indent="0" algn="ctr">
              <a:buNone/>
              <a:defRPr sz="1063"/>
            </a:lvl4pPr>
            <a:lvl5pPr marL="1215420" indent="0" algn="ctr">
              <a:buNone/>
              <a:defRPr sz="1063"/>
            </a:lvl5pPr>
            <a:lvl6pPr marL="1519276" indent="0" algn="ctr">
              <a:buNone/>
              <a:defRPr sz="1063"/>
            </a:lvl6pPr>
            <a:lvl7pPr marL="1823131" indent="0" algn="ctr">
              <a:buNone/>
              <a:defRPr sz="1063"/>
            </a:lvl7pPr>
            <a:lvl8pPr marL="2126986" indent="0" algn="ctr">
              <a:buNone/>
              <a:defRPr sz="1063"/>
            </a:lvl8pPr>
            <a:lvl9pPr marL="2430841" indent="0" algn="ctr">
              <a:buNone/>
              <a:defRPr sz="1063"/>
            </a:lvl9pPr>
          </a:lstStyle>
          <a:p>
            <a:r>
              <a:rPr lang="ko-KR" altLang="en-US"/>
              <a:t>클릭하여 마스터 부제목 스타일 편집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95CA8F-1D21-42DC-AF09-71A0703C83CE}" type="datetimeFigureOut">
              <a:rPr lang="ko-KR" altLang="en-US" smtClean="0"/>
              <a:t>2021-12-19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016FD8-11C2-4610-B8F5-6D1762E01B0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3725284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95CA8F-1D21-42DC-AF09-71A0703C83CE}" type="datetimeFigureOut">
              <a:rPr lang="ko-KR" altLang="en-US" smtClean="0"/>
              <a:t>2021-12-19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016FD8-11C2-4610-B8F5-6D1762E01B0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5269730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14626" y="1935726"/>
            <a:ext cx="5241369" cy="3229800"/>
          </a:xfrm>
        </p:spPr>
        <p:txBody>
          <a:bodyPr anchor="b"/>
          <a:lstStyle>
            <a:lvl1pPr>
              <a:defRPr sz="3988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14626" y="5196081"/>
            <a:ext cx="5241369" cy="1698476"/>
          </a:xfrm>
        </p:spPr>
        <p:txBody>
          <a:bodyPr/>
          <a:lstStyle>
            <a:lvl1pPr marL="0" indent="0">
              <a:buNone/>
              <a:defRPr sz="1595">
                <a:solidFill>
                  <a:schemeClr val="tx1"/>
                </a:solidFill>
              </a:defRPr>
            </a:lvl1pPr>
            <a:lvl2pPr marL="303855" indent="0">
              <a:buNone/>
              <a:defRPr sz="1329">
                <a:solidFill>
                  <a:schemeClr val="tx1">
                    <a:tint val="75000"/>
                  </a:schemeClr>
                </a:solidFill>
              </a:defRPr>
            </a:lvl2pPr>
            <a:lvl3pPr marL="607710" indent="0">
              <a:buNone/>
              <a:defRPr sz="1196">
                <a:solidFill>
                  <a:schemeClr val="tx1">
                    <a:tint val="75000"/>
                  </a:schemeClr>
                </a:solidFill>
              </a:defRPr>
            </a:lvl3pPr>
            <a:lvl4pPr marL="911565" indent="0">
              <a:buNone/>
              <a:defRPr sz="1063">
                <a:solidFill>
                  <a:schemeClr val="tx1">
                    <a:tint val="75000"/>
                  </a:schemeClr>
                </a:solidFill>
              </a:defRPr>
            </a:lvl4pPr>
            <a:lvl5pPr marL="1215420" indent="0">
              <a:buNone/>
              <a:defRPr sz="1063">
                <a:solidFill>
                  <a:schemeClr val="tx1">
                    <a:tint val="75000"/>
                  </a:schemeClr>
                </a:solidFill>
              </a:defRPr>
            </a:lvl5pPr>
            <a:lvl6pPr marL="1519276" indent="0">
              <a:buNone/>
              <a:defRPr sz="1063">
                <a:solidFill>
                  <a:schemeClr val="tx1">
                    <a:tint val="75000"/>
                  </a:schemeClr>
                </a:solidFill>
              </a:defRPr>
            </a:lvl6pPr>
            <a:lvl7pPr marL="1823131" indent="0">
              <a:buNone/>
              <a:defRPr sz="1063">
                <a:solidFill>
                  <a:schemeClr val="tx1">
                    <a:tint val="75000"/>
                  </a:schemeClr>
                </a:solidFill>
              </a:defRPr>
            </a:lvl7pPr>
            <a:lvl8pPr marL="2126986" indent="0">
              <a:buNone/>
              <a:defRPr sz="1063">
                <a:solidFill>
                  <a:schemeClr val="tx1">
                    <a:tint val="75000"/>
                  </a:schemeClr>
                </a:solidFill>
              </a:defRPr>
            </a:lvl8pPr>
            <a:lvl9pPr marL="2430841" indent="0">
              <a:buNone/>
              <a:defRPr sz="1063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95CA8F-1D21-42DC-AF09-71A0703C83CE}" type="datetimeFigureOut">
              <a:rPr lang="ko-KR" altLang="en-US" smtClean="0"/>
              <a:t>2021-12-19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016FD8-11C2-4610-B8F5-6D1762E01B0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2646298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17790" y="2066929"/>
            <a:ext cx="2582704" cy="4926480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076456" y="2066929"/>
            <a:ext cx="2582704" cy="4926480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95CA8F-1D21-42DC-AF09-71A0703C83CE}" type="datetimeFigureOut">
              <a:rPr lang="ko-KR" altLang="en-US" smtClean="0"/>
              <a:t>2021-12-19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016FD8-11C2-4610-B8F5-6D1762E01B0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2760434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18582" y="413387"/>
            <a:ext cx="5241369" cy="1500771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18583" y="1903373"/>
            <a:ext cx="2570834" cy="932813"/>
          </a:xfrm>
        </p:spPr>
        <p:txBody>
          <a:bodyPr anchor="b"/>
          <a:lstStyle>
            <a:lvl1pPr marL="0" indent="0">
              <a:buNone/>
              <a:defRPr sz="1595" b="1"/>
            </a:lvl1pPr>
            <a:lvl2pPr marL="303855" indent="0">
              <a:buNone/>
              <a:defRPr sz="1329" b="1"/>
            </a:lvl2pPr>
            <a:lvl3pPr marL="607710" indent="0">
              <a:buNone/>
              <a:defRPr sz="1196" b="1"/>
            </a:lvl3pPr>
            <a:lvl4pPr marL="911565" indent="0">
              <a:buNone/>
              <a:defRPr sz="1063" b="1"/>
            </a:lvl4pPr>
            <a:lvl5pPr marL="1215420" indent="0">
              <a:buNone/>
              <a:defRPr sz="1063" b="1"/>
            </a:lvl5pPr>
            <a:lvl6pPr marL="1519276" indent="0">
              <a:buNone/>
              <a:defRPr sz="1063" b="1"/>
            </a:lvl6pPr>
            <a:lvl7pPr marL="1823131" indent="0">
              <a:buNone/>
              <a:defRPr sz="1063" b="1"/>
            </a:lvl7pPr>
            <a:lvl8pPr marL="2126986" indent="0">
              <a:buNone/>
              <a:defRPr sz="1063" b="1"/>
            </a:lvl8pPr>
            <a:lvl9pPr marL="2430841" indent="0">
              <a:buNone/>
              <a:defRPr sz="1063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18583" y="2836186"/>
            <a:ext cx="2570834" cy="4171602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076456" y="1903373"/>
            <a:ext cx="2583495" cy="932813"/>
          </a:xfrm>
        </p:spPr>
        <p:txBody>
          <a:bodyPr anchor="b"/>
          <a:lstStyle>
            <a:lvl1pPr marL="0" indent="0">
              <a:buNone/>
              <a:defRPr sz="1595" b="1"/>
            </a:lvl1pPr>
            <a:lvl2pPr marL="303855" indent="0">
              <a:buNone/>
              <a:defRPr sz="1329" b="1"/>
            </a:lvl2pPr>
            <a:lvl3pPr marL="607710" indent="0">
              <a:buNone/>
              <a:defRPr sz="1196" b="1"/>
            </a:lvl3pPr>
            <a:lvl4pPr marL="911565" indent="0">
              <a:buNone/>
              <a:defRPr sz="1063" b="1"/>
            </a:lvl4pPr>
            <a:lvl5pPr marL="1215420" indent="0">
              <a:buNone/>
              <a:defRPr sz="1063" b="1"/>
            </a:lvl5pPr>
            <a:lvl6pPr marL="1519276" indent="0">
              <a:buNone/>
              <a:defRPr sz="1063" b="1"/>
            </a:lvl6pPr>
            <a:lvl7pPr marL="1823131" indent="0">
              <a:buNone/>
              <a:defRPr sz="1063" b="1"/>
            </a:lvl7pPr>
            <a:lvl8pPr marL="2126986" indent="0">
              <a:buNone/>
              <a:defRPr sz="1063" b="1"/>
            </a:lvl8pPr>
            <a:lvl9pPr marL="2430841" indent="0">
              <a:buNone/>
              <a:defRPr sz="1063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076456" y="2836186"/>
            <a:ext cx="2583495" cy="4171602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95CA8F-1D21-42DC-AF09-71A0703C83CE}" type="datetimeFigureOut">
              <a:rPr lang="ko-KR" altLang="en-US" smtClean="0"/>
              <a:t>2021-12-19</a:t>
            </a:fld>
            <a:endParaRPr lang="ko-KR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016FD8-11C2-4610-B8F5-6D1762E01B0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5728276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95CA8F-1D21-42DC-AF09-71A0703C83CE}" type="datetimeFigureOut">
              <a:rPr lang="ko-KR" altLang="en-US" smtClean="0"/>
              <a:t>2021-12-19</a:t>
            </a:fld>
            <a:endParaRPr lang="ko-KR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016FD8-11C2-4610-B8F5-6D1762E01B0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7901131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95CA8F-1D21-42DC-AF09-71A0703C83CE}" type="datetimeFigureOut">
              <a:rPr lang="ko-KR" altLang="en-US" smtClean="0"/>
              <a:t>2021-12-19</a:t>
            </a:fld>
            <a:endParaRPr lang="ko-KR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016FD8-11C2-4610-B8F5-6D1762E01B0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1738467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18582" y="517631"/>
            <a:ext cx="1959975" cy="1811708"/>
          </a:xfrm>
        </p:spPr>
        <p:txBody>
          <a:bodyPr anchor="b"/>
          <a:lstStyle>
            <a:lvl1pPr>
              <a:defRPr sz="2127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83495" y="1117941"/>
            <a:ext cx="3076456" cy="5517801"/>
          </a:xfrm>
        </p:spPr>
        <p:txBody>
          <a:bodyPr/>
          <a:lstStyle>
            <a:lvl1pPr>
              <a:defRPr sz="2127"/>
            </a:lvl1pPr>
            <a:lvl2pPr>
              <a:defRPr sz="1861"/>
            </a:lvl2pPr>
            <a:lvl3pPr>
              <a:defRPr sz="1595"/>
            </a:lvl3pPr>
            <a:lvl4pPr>
              <a:defRPr sz="1329"/>
            </a:lvl4pPr>
            <a:lvl5pPr>
              <a:defRPr sz="1329"/>
            </a:lvl5pPr>
            <a:lvl6pPr>
              <a:defRPr sz="1329"/>
            </a:lvl6pPr>
            <a:lvl7pPr>
              <a:defRPr sz="1329"/>
            </a:lvl7pPr>
            <a:lvl8pPr>
              <a:defRPr sz="1329"/>
            </a:lvl8pPr>
            <a:lvl9pPr>
              <a:defRPr sz="1329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18582" y="2329339"/>
            <a:ext cx="1959975" cy="4315388"/>
          </a:xfrm>
        </p:spPr>
        <p:txBody>
          <a:bodyPr/>
          <a:lstStyle>
            <a:lvl1pPr marL="0" indent="0">
              <a:buNone/>
              <a:defRPr sz="1063"/>
            </a:lvl1pPr>
            <a:lvl2pPr marL="303855" indent="0">
              <a:buNone/>
              <a:defRPr sz="930"/>
            </a:lvl2pPr>
            <a:lvl3pPr marL="607710" indent="0">
              <a:buNone/>
              <a:defRPr sz="798"/>
            </a:lvl3pPr>
            <a:lvl4pPr marL="911565" indent="0">
              <a:buNone/>
              <a:defRPr sz="665"/>
            </a:lvl4pPr>
            <a:lvl5pPr marL="1215420" indent="0">
              <a:buNone/>
              <a:defRPr sz="665"/>
            </a:lvl5pPr>
            <a:lvl6pPr marL="1519276" indent="0">
              <a:buNone/>
              <a:defRPr sz="665"/>
            </a:lvl6pPr>
            <a:lvl7pPr marL="1823131" indent="0">
              <a:buNone/>
              <a:defRPr sz="665"/>
            </a:lvl7pPr>
            <a:lvl8pPr marL="2126986" indent="0">
              <a:buNone/>
              <a:defRPr sz="665"/>
            </a:lvl8pPr>
            <a:lvl9pPr marL="2430841" indent="0">
              <a:buNone/>
              <a:defRPr sz="665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95CA8F-1D21-42DC-AF09-71A0703C83CE}" type="datetimeFigureOut">
              <a:rPr lang="ko-KR" altLang="en-US" smtClean="0"/>
              <a:t>2021-12-19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016FD8-11C2-4610-B8F5-6D1762E01B0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2521468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18582" y="517631"/>
            <a:ext cx="1959975" cy="1811708"/>
          </a:xfrm>
        </p:spPr>
        <p:txBody>
          <a:bodyPr anchor="b"/>
          <a:lstStyle>
            <a:lvl1pPr>
              <a:defRPr sz="2127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583495" y="1117941"/>
            <a:ext cx="3076456" cy="5517801"/>
          </a:xfrm>
        </p:spPr>
        <p:txBody>
          <a:bodyPr anchor="t"/>
          <a:lstStyle>
            <a:lvl1pPr marL="0" indent="0">
              <a:buNone/>
              <a:defRPr sz="2127"/>
            </a:lvl1pPr>
            <a:lvl2pPr marL="303855" indent="0">
              <a:buNone/>
              <a:defRPr sz="1861"/>
            </a:lvl2pPr>
            <a:lvl3pPr marL="607710" indent="0">
              <a:buNone/>
              <a:defRPr sz="1595"/>
            </a:lvl3pPr>
            <a:lvl4pPr marL="911565" indent="0">
              <a:buNone/>
              <a:defRPr sz="1329"/>
            </a:lvl4pPr>
            <a:lvl5pPr marL="1215420" indent="0">
              <a:buNone/>
              <a:defRPr sz="1329"/>
            </a:lvl5pPr>
            <a:lvl6pPr marL="1519276" indent="0">
              <a:buNone/>
              <a:defRPr sz="1329"/>
            </a:lvl6pPr>
            <a:lvl7pPr marL="1823131" indent="0">
              <a:buNone/>
              <a:defRPr sz="1329"/>
            </a:lvl7pPr>
            <a:lvl8pPr marL="2126986" indent="0">
              <a:buNone/>
              <a:defRPr sz="1329"/>
            </a:lvl8pPr>
            <a:lvl9pPr marL="2430841" indent="0">
              <a:buNone/>
              <a:defRPr sz="1329"/>
            </a:lvl9pPr>
          </a:lstStyle>
          <a:p>
            <a:r>
              <a:rPr lang="ko-KR" altLang="en-US"/>
              <a:t>그림을 추가하려면 아이콘을 클릭하십시오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18582" y="2329339"/>
            <a:ext cx="1959975" cy="4315388"/>
          </a:xfrm>
        </p:spPr>
        <p:txBody>
          <a:bodyPr/>
          <a:lstStyle>
            <a:lvl1pPr marL="0" indent="0">
              <a:buNone/>
              <a:defRPr sz="1063"/>
            </a:lvl1pPr>
            <a:lvl2pPr marL="303855" indent="0">
              <a:buNone/>
              <a:defRPr sz="930"/>
            </a:lvl2pPr>
            <a:lvl3pPr marL="607710" indent="0">
              <a:buNone/>
              <a:defRPr sz="798"/>
            </a:lvl3pPr>
            <a:lvl4pPr marL="911565" indent="0">
              <a:buNone/>
              <a:defRPr sz="665"/>
            </a:lvl4pPr>
            <a:lvl5pPr marL="1215420" indent="0">
              <a:buNone/>
              <a:defRPr sz="665"/>
            </a:lvl5pPr>
            <a:lvl6pPr marL="1519276" indent="0">
              <a:buNone/>
              <a:defRPr sz="665"/>
            </a:lvl6pPr>
            <a:lvl7pPr marL="1823131" indent="0">
              <a:buNone/>
              <a:defRPr sz="665"/>
            </a:lvl7pPr>
            <a:lvl8pPr marL="2126986" indent="0">
              <a:buNone/>
              <a:defRPr sz="665"/>
            </a:lvl8pPr>
            <a:lvl9pPr marL="2430841" indent="0">
              <a:buNone/>
              <a:defRPr sz="665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95CA8F-1D21-42DC-AF09-71A0703C83CE}" type="datetimeFigureOut">
              <a:rPr lang="ko-KR" altLang="en-US" smtClean="0"/>
              <a:t>2021-12-19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016FD8-11C2-4610-B8F5-6D1762E01B0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182667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95CA8F-1D21-42DC-AF09-71A0703C83CE}" type="datetimeFigureOut">
              <a:rPr lang="ko-KR" altLang="en-US" smtClean="0"/>
              <a:t>2021-12-19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016FD8-11C2-4610-B8F5-6D1762E01B0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732301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4348818" y="413386"/>
            <a:ext cx="1310342" cy="6580023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17791" y="413386"/>
            <a:ext cx="3855065" cy="6580023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95CA8F-1D21-42DC-AF09-71A0703C83CE}" type="datetimeFigureOut">
              <a:rPr lang="ko-KR" altLang="en-US" smtClean="0"/>
              <a:t>2021-12-19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016FD8-11C2-4610-B8F5-6D1762E01B0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3379397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17791" y="413387"/>
            <a:ext cx="5241369" cy="150077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17791" y="2066929"/>
            <a:ext cx="5241369" cy="492648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17790" y="7196508"/>
            <a:ext cx="1367314" cy="41338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98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095CA8F-1D21-42DC-AF09-71A0703C83CE}" type="datetimeFigureOut">
              <a:rPr lang="ko-KR" altLang="en-US" smtClean="0"/>
              <a:t>2021-12-19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012990" y="7196508"/>
            <a:ext cx="2050971" cy="41338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98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291846" y="7196508"/>
            <a:ext cx="1367314" cy="41338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798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F016FD8-11C2-4610-B8F5-6D1762E01B0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3535078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607710" rtl="0" eaLnBrk="1" latinLnBrk="1" hangingPunct="1">
        <a:lnSpc>
          <a:spcPct val="90000"/>
        </a:lnSpc>
        <a:spcBef>
          <a:spcPct val="0"/>
        </a:spcBef>
        <a:buNone/>
        <a:defRPr sz="2924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51928" indent="-151928" algn="l" defTabSz="607710" rtl="0" eaLnBrk="1" latinLnBrk="1" hangingPunct="1">
        <a:lnSpc>
          <a:spcPct val="90000"/>
        </a:lnSpc>
        <a:spcBef>
          <a:spcPts val="665"/>
        </a:spcBef>
        <a:buFont typeface="Arial" panose="020B0604020202020204" pitchFamily="34" charset="0"/>
        <a:buChar char="•"/>
        <a:defRPr sz="1861" kern="1200">
          <a:solidFill>
            <a:schemeClr val="tx1"/>
          </a:solidFill>
          <a:latin typeface="+mn-lt"/>
          <a:ea typeface="+mn-ea"/>
          <a:cs typeface="+mn-cs"/>
        </a:defRPr>
      </a:lvl1pPr>
      <a:lvl2pPr marL="455783" indent="-151928" algn="l" defTabSz="607710" rtl="0" eaLnBrk="1" latinLnBrk="1" hangingPunct="1">
        <a:lnSpc>
          <a:spcPct val="90000"/>
        </a:lnSpc>
        <a:spcBef>
          <a:spcPts val="332"/>
        </a:spcBef>
        <a:buFont typeface="Arial" panose="020B0604020202020204" pitchFamily="34" charset="0"/>
        <a:buChar char="•"/>
        <a:defRPr sz="1595" kern="1200">
          <a:solidFill>
            <a:schemeClr val="tx1"/>
          </a:solidFill>
          <a:latin typeface="+mn-lt"/>
          <a:ea typeface="+mn-ea"/>
          <a:cs typeface="+mn-cs"/>
        </a:defRPr>
      </a:lvl2pPr>
      <a:lvl3pPr marL="759638" indent="-151928" algn="l" defTabSz="607710" rtl="0" eaLnBrk="1" latinLnBrk="1" hangingPunct="1">
        <a:lnSpc>
          <a:spcPct val="90000"/>
        </a:lnSpc>
        <a:spcBef>
          <a:spcPts val="332"/>
        </a:spcBef>
        <a:buFont typeface="Arial" panose="020B0604020202020204" pitchFamily="34" charset="0"/>
        <a:buChar char="•"/>
        <a:defRPr sz="1329" kern="1200">
          <a:solidFill>
            <a:schemeClr val="tx1"/>
          </a:solidFill>
          <a:latin typeface="+mn-lt"/>
          <a:ea typeface="+mn-ea"/>
          <a:cs typeface="+mn-cs"/>
        </a:defRPr>
      </a:lvl3pPr>
      <a:lvl4pPr marL="1063493" indent="-151928" algn="l" defTabSz="607710" rtl="0" eaLnBrk="1" latinLnBrk="1" hangingPunct="1">
        <a:lnSpc>
          <a:spcPct val="90000"/>
        </a:lnSpc>
        <a:spcBef>
          <a:spcPts val="332"/>
        </a:spcBef>
        <a:buFont typeface="Arial" panose="020B0604020202020204" pitchFamily="34" charset="0"/>
        <a:buChar char="•"/>
        <a:defRPr sz="1196" kern="1200">
          <a:solidFill>
            <a:schemeClr val="tx1"/>
          </a:solidFill>
          <a:latin typeface="+mn-lt"/>
          <a:ea typeface="+mn-ea"/>
          <a:cs typeface="+mn-cs"/>
        </a:defRPr>
      </a:lvl4pPr>
      <a:lvl5pPr marL="1367348" indent="-151928" algn="l" defTabSz="607710" rtl="0" eaLnBrk="1" latinLnBrk="1" hangingPunct="1">
        <a:lnSpc>
          <a:spcPct val="90000"/>
        </a:lnSpc>
        <a:spcBef>
          <a:spcPts val="332"/>
        </a:spcBef>
        <a:buFont typeface="Arial" panose="020B0604020202020204" pitchFamily="34" charset="0"/>
        <a:buChar char="•"/>
        <a:defRPr sz="1196" kern="1200">
          <a:solidFill>
            <a:schemeClr val="tx1"/>
          </a:solidFill>
          <a:latin typeface="+mn-lt"/>
          <a:ea typeface="+mn-ea"/>
          <a:cs typeface="+mn-cs"/>
        </a:defRPr>
      </a:lvl5pPr>
      <a:lvl6pPr marL="1671203" indent="-151928" algn="l" defTabSz="607710" rtl="0" eaLnBrk="1" latinLnBrk="1" hangingPunct="1">
        <a:lnSpc>
          <a:spcPct val="90000"/>
        </a:lnSpc>
        <a:spcBef>
          <a:spcPts val="332"/>
        </a:spcBef>
        <a:buFont typeface="Arial" panose="020B0604020202020204" pitchFamily="34" charset="0"/>
        <a:buChar char="•"/>
        <a:defRPr sz="1196" kern="1200">
          <a:solidFill>
            <a:schemeClr val="tx1"/>
          </a:solidFill>
          <a:latin typeface="+mn-lt"/>
          <a:ea typeface="+mn-ea"/>
          <a:cs typeface="+mn-cs"/>
        </a:defRPr>
      </a:lvl6pPr>
      <a:lvl7pPr marL="1975058" indent="-151928" algn="l" defTabSz="607710" rtl="0" eaLnBrk="1" latinLnBrk="1" hangingPunct="1">
        <a:lnSpc>
          <a:spcPct val="90000"/>
        </a:lnSpc>
        <a:spcBef>
          <a:spcPts val="332"/>
        </a:spcBef>
        <a:buFont typeface="Arial" panose="020B0604020202020204" pitchFamily="34" charset="0"/>
        <a:buChar char="•"/>
        <a:defRPr sz="1196" kern="1200">
          <a:solidFill>
            <a:schemeClr val="tx1"/>
          </a:solidFill>
          <a:latin typeface="+mn-lt"/>
          <a:ea typeface="+mn-ea"/>
          <a:cs typeface="+mn-cs"/>
        </a:defRPr>
      </a:lvl7pPr>
      <a:lvl8pPr marL="2278913" indent="-151928" algn="l" defTabSz="607710" rtl="0" eaLnBrk="1" latinLnBrk="1" hangingPunct="1">
        <a:lnSpc>
          <a:spcPct val="90000"/>
        </a:lnSpc>
        <a:spcBef>
          <a:spcPts val="332"/>
        </a:spcBef>
        <a:buFont typeface="Arial" panose="020B0604020202020204" pitchFamily="34" charset="0"/>
        <a:buChar char="•"/>
        <a:defRPr sz="1196" kern="1200">
          <a:solidFill>
            <a:schemeClr val="tx1"/>
          </a:solidFill>
          <a:latin typeface="+mn-lt"/>
          <a:ea typeface="+mn-ea"/>
          <a:cs typeface="+mn-cs"/>
        </a:defRPr>
      </a:lvl8pPr>
      <a:lvl9pPr marL="2582769" indent="-151928" algn="l" defTabSz="607710" rtl="0" eaLnBrk="1" latinLnBrk="1" hangingPunct="1">
        <a:lnSpc>
          <a:spcPct val="90000"/>
        </a:lnSpc>
        <a:spcBef>
          <a:spcPts val="332"/>
        </a:spcBef>
        <a:buFont typeface="Arial" panose="020B0604020202020204" pitchFamily="34" charset="0"/>
        <a:buChar char="•"/>
        <a:defRPr sz="1196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07710" rtl="0" eaLnBrk="1" latinLnBrk="1" hangingPunct="1">
        <a:defRPr sz="1196" kern="1200">
          <a:solidFill>
            <a:schemeClr val="tx1"/>
          </a:solidFill>
          <a:latin typeface="+mn-lt"/>
          <a:ea typeface="+mn-ea"/>
          <a:cs typeface="+mn-cs"/>
        </a:defRPr>
      </a:lvl1pPr>
      <a:lvl2pPr marL="303855" algn="l" defTabSz="607710" rtl="0" eaLnBrk="1" latinLnBrk="1" hangingPunct="1">
        <a:defRPr sz="1196" kern="1200">
          <a:solidFill>
            <a:schemeClr val="tx1"/>
          </a:solidFill>
          <a:latin typeface="+mn-lt"/>
          <a:ea typeface="+mn-ea"/>
          <a:cs typeface="+mn-cs"/>
        </a:defRPr>
      </a:lvl2pPr>
      <a:lvl3pPr marL="607710" algn="l" defTabSz="607710" rtl="0" eaLnBrk="1" latinLnBrk="1" hangingPunct="1">
        <a:defRPr sz="1196" kern="1200">
          <a:solidFill>
            <a:schemeClr val="tx1"/>
          </a:solidFill>
          <a:latin typeface="+mn-lt"/>
          <a:ea typeface="+mn-ea"/>
          <a:cs typeface="+mn-cs"/>
        </a:defRPr>
      </a:lvl3pPr>
      <a:lvl4pPr marL="911565" algn="l" defTabSz="607710" rtl="0" eaLnBrk="1" latinLnBrk="1" hangingPunct="1">
        <a:defRPr sz="1196" kern="1200">
          <a:solidFill>
            <a:schemeClr val="tx1"/>
          </a:solidFill>
          <a:latin typeface="+mn-lt"/>
          <a:ea typeface="+mn-ea"/>
          <a:cs typeface="+mn-cs"/>
        </a:defRPr>
      </a:lvl4pPr>
      <a:lvl5pPr marL="1215420" algn="l" defTabSz="607710" rtl="0" eaLnBrk="1" latinLnBrk="1" hangingPunct="1">
        <a:defRPr sz="1196" kern="1200">
          <a:solidFill>
            <a:schemeClr val="tx1"/>
          </a:solidFill>
          <a:latin typeface="+mn-lt"/>
          <a:ea typeface="+mn-ea"/>
          <a:cs typeface="+mn-cs"/>
        </a:defRPr>
      </a:lvl5pPr>
      <a:lvl6pPr marL="1519276" algn="l" defTabSz="607710" rtl="0" eaLnBrk="1" latinLnBrk="1" hangingPunct="1">
        <a:defRPr sz="1196" kern="1200">
          <a:solidFill>
            <a:schemeClr val="tx1"/>
          </a:solidFill>
          <a:latin typeface="+mn-lt"/>
          <a:ea typeface="+mn-ea"/>
          <a:cs typeface="+mn-cs"/>
        </a:defRPr>
      </a:lvl6pPr>
      <a:lvl7pPr marL="1823131" algn="l" defTabSz="607710" rtl="0" eaLnBrk="1" latinLnBrk="1" hangingPunct="1">
        <a:defRPr sz="1196" kern="1200">
          <a:solidFill>
            <a:schemeClr val="tx1"/>
          </a:solidFill>
          <a:latin typeface="+mn-lt"/>
          <a:ea typeface="+mn-ea"/>
          <a:cs typeface="+mn-cs"/>
        </a:defRPr>
      </a:lvl7pPr>
      <a:lvl8pPr marL="2126986" algn="l" defTabSz="607710" rtl="0" eaLnBrk="1" latinLnBrk="1" hangingPunct="1">
        <a:defRPr sz="1196" kern="1200">
          <a:solidFill>
            <a:schemeClr val="tx1"/>
          </a:solidFill>
          <a:latin typeface="+mn-lt"/>
          <a:ea typeface="+mn-ea"/>
          <a:cs typeface="+mn-cs"/>
        </a:defRPr>
      </a:lvl8pPr>
      <a:lvl9pPr marL="2430841" algn="l" defTabSz="607710" rtl="0" eaLnBrk="1" latinLnBrk="1" hangingPunct="1">
        <a:defRPr sz="1196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https://planners.tenone.biz/" TargetMode="External"/><Relationship Id="rId2" Type="http://schemas.openxmlformats.org/officeDocument/2006/relationships/hyperlink" Target="https://badak.tenone.biz/" TargetMode="External"/><Relationship Id="rId1" Type="http://schemas.openxmlformats.org/officeDocument/2006/relationships/slideLayout" Target="../slideLayouts/slideLayout1.xml"/><Relationship Id="rId4" Type="http://schemas.openxmlformats.org/officeDocument/2006/relationships/hyperlink" Target="https://www.tenone.biz/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그룹 11">
            <a:extLst>
              <a:ext uri="{FF2B5EF4-FFF2-40B4-BE49-F238E27FC236}">
                <a16:creationId xmlns:a16="http://schemas.microsoft.com/office/drawing/2014/main" id="{FF174610-0FC7-4920-885B-8950943333E4}"/>
              </a:ext>
            </a:extLst>
          </p:cNvPr>
          <p:cNvGrpSpPr/>
          <p:nvPr/>
        </p:nvGrpSpPr>
        <p:grpSpPr>
          <a:xfrm>
            <a:off x="302419" y="533990"/>
            <a:ext cx="1733507" cy="3472561"/>
            <a:chOff x="302419" y="533990"/>
            <a:chExt cx="1733507" cy="3472561"/>
          </a:xfrm>
        </p:grpSpPr>
        <p:grpSp>
          <p:nvGrpSpPr>
            <p:cNvPr id="11" name="그룹 10">
              <a:extLst>
                <a:ext uri="{FF2B5EF4-FFF2-40B4-BE49-F238E27FC236}">
                  <a16:creationId xmlns:a16="http://schemas.microsoft.com/office/drawing/2014/main" id="{18874976-0B52-4886-8145-FDE2A5E89B26}"/>
                </a:ext>
              </a:extLst>
            </p:cNvPr>
            <p:cNvGrpSpPr/>
            <p:nvPr/>
          </p:nvGrpSpPr>
          <p:grpSpPr>
            <a:xfrm>
              <a:off x="382955" y="533990"/>
              <a:ext cx="1574577" cy="3471300"/>
              <a:chOff x="381628" y="533990"/>
              <a:chExt cx="1574577" cy="3471300"/>
            </a:xfrm>
          </p:grpSpPr>
          <p:cxnSp>
            <p:nvCxnSpPr>
              <p:cNvPr id="31" name="직선 연결선 30">
                <a:extLst>
                  <a:ext uri="{FF2B5EF4-FFF2-40B4-BE49-F238E27FC236}">
                    <a16:creationId xmlns:a16="http://schemas.microsoft.com/office/drawing/2014/main" id="{5076D1DC-600A-4F97-8EC2-903DFD246B7E}"/>
                  </a:ext>
                </a:extLst>
              </p:cNvPr>
              <p:cNvCxnSpPr/>
              <p:nvPr/>
            </p:nvCxnSpPr>
            <p:spPr>
              <a:xfrm rot="16200000">
                <a:off x="-1091593" y="2269640"/>
                <a:ext cx="3471299" cy="0"/>
              </a:xfrm>
              <a:prstGeom prst="line">
                <a:avLst/>
              </a:prstGeom>
              <a:ln>
                <a:solidFill>
                  <a:schemeClr val="bg1">
                    <a:lumMod val="9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2" name="직선 연결선 31">
                <a:extLst>
                  <a:ext uri="{FF2B5EF4-FFF2-40B4-BE49-F238E27FC236}">
                    <a16:creationId xmlns:a16="http://schemas.microsoft.com/office/drawing/2014/main" id="{3555BD11-5BC9-4ECC-8499-5D6655717D9A}"/>
                  </a:ext>
                </a:extLst>
              </p:cNvPr>
              <p:cNvCxnSpPr/>
              <p:nvPr/>
            </p:nvCxnSpPr>
            <p:spPr>
              <a:xfrm rot="16200000">
                <a:off x="-829164" y="2269640"/>
                <a:ext cx="3471299" cy="0"/>
              </a:xfrm>
              <a:prstGeom prst="line">
                <a:avLst/>
              </a:prstGeom>
              <a:ln>
                <a:solidFill>
                  <a:schemeClr val="bg1">
                    <a:lumMod val="9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3" name="직선 연결선 32">
                <a:extLst>
                  <a:ext uri="{FF2B5EF4-FFF2-40B4-BE49-F238E27FC236}">
                    <a16:creationId xmlns:a16="http://schemas.microsoft.com/office/drawing/2014/main" id="{4BE83709-D647-4D25-9345-2E7F88AD0F01}"/>
                  </a:ext>
                </a:extLst>
              </p:cNvPr>
              <p:cNvCxnSpPr/>
              <p:nvPr/>
            </p:nvCxnSpPr>
            <p:spPr>
              <a:xfrm rot="16200000">
                <a:off x="-566735" y="2269640"/>
                <a:ext cx="3471299" cy="0"/>
              </a:xfrm>
              <a:prstGeom prst="line">
                <a:avLst/>
              </a:prstGeom>
              <a:ln>
                <a:solidFill>
                  <a:schemeClr val="bg1">
                    <a:lumMod val="9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4" name="직선 연결선 33">
                <a:extLst>
                  <a:ext uri="{FF2B5EF4-FFF2-40B4-BE49-F238E27FC236}">
                    <a16:creationId xmlns:a16="http://schemas.microsoft.com/office/drawing/2014/main" id="{8DA8B3DA-8F9F-46AB-BF69-62D0E4D5C966}"/>
                  </a:ext>
                </a:extLst>
              </p:cNvPr>
              <p:cNvCxnSpPr/>
              <p:nvPr/>
            </p:nvCxnSpPr>
            <p:spPr>
              <a:xfrm rot="16200000">
                <a:off x="-304306" y="2269640"/>
                <a:ext cx="3471299" cy="0"/>
              </a:xfrm>
              <a:prstGeom prst="line">
                <a:avLst/>
              </a:prstGeom>
              <a:ln>
                <a:solidFill>
                  <a:schemeClr val="bg1">
                    <a:lumMod val="9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5" name="직선 연결선 34">
                <a:extLst>
                  <a:ext uri="{FF2B5EF4-FFF2-40B4-BE49-F238E27FC236}">
                    <a16:creationId xmlns:a16="http://schemas.microsoft.com/office/drawing/2014/main" id="{287758B5-DC0E-4126-892C-65BD032F9B3A}"/>
                  </a:ext>
                </a:extLst>
              </p:cNvPr>
              <p:cNvCxnSpPr/>
              <p:nvPr/>
            </p:nvCxnSpPr>
            <p:spPr>
              <a:xfrm rot="16200000">
                <a:off x="-41877" y="2269640"/>
                <a:ext cx="3471299" cy="0"/>
              </a:xfrm>
              <a:prstGeom prst="line">
                <a:avLst/>
              </a:prstGeom>
              <a:ln>
                <a:solidFill>
                  <a:schemeClr val="bg1">
                    <a:lumMod val="9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0" name="직선 연결선 89">
                <a:extLst>
                  <a:ext uri="{FF2B5EF4-FFF2-40B4-BE49-F238E27FC236}">
                    <a16:creationId xmlns:a16="http://schemas.microsoft.com/office/drawing/2014/main" id="{C9E0383C-1420-42E6-8EDD-710F0619AB6E}"/>
                  </a:ext>
                </a:extLst>
              </p:cNvPr>
              <p:cNvCxnSpPr/>
              <p:nvPr/>
            </p:nvCxnSpPr>
            <p:spPr>
              <a:xfrm rot="16200000">
                <a:off x="220555" y="2269640"/>
                <a:ext cx="3471299" cy="0"/>
              </a:xfrm>
              <a:prstGeom prst="line">
                <a:avLst/>
              </a:prstGeom>
              <a:ln>
                <a:solidFill>
                  <a:schemeClr val="bg1">
                    <a:lumMod val="9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1" name="직선 연결선 90">
                <a:extLst>
                  <a:ext uri="{FF2B5EF4-FFF2-40B4-BE49-F238E27FC236}">
                    <a16:creationId xmlns:a16="http://schemas.microsoft.com/office/drawing/2014/main" id="{EAB82B3C-4156-44FA-9BFA-001B3622A920}"/>
                  </a:ext>
                </a:extLst>
              </p:cNvPr>
              <p:cNvCxnSpPr/>
              <p:nvPr/>
            </p:nvCxnSpPr>
            <p:spPr>
              <a:xfrm rot="16200000">
                <a:off x="-1354022" y="2269641"/>
                <a:ext cx="3471299" cy="0"/>
              </a:xfrm>
              <a:prstGeom prst="line">
                <a:avLst/>
              </a:prstGeom>
              <a:ln>
                <a:solidFill>
                  <a:schemeClr val="bg1">
                    <a:lumMod val="9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10" name="그룹 9">
              <a:extLst>
                <a:ext uri="{FF2B5EF4-FFF2-40B4-BE49-F238E27FC236}">
                  <a16:creationId xmlns:a16="http://schemas.microsoft.com/office/drawing/2014/main" id="{117F7EA6-D1CE-4541-9663-6BD617AABC0D}"/>
                </a:ext>
              </a:extLst>
            </p:cNvPr>
            <p:cNvGrpSpPr/>
            <p:nvPr/>
          </p:nvGrpSpPr>
          <p:grpSpPr>
            <a:xfrm>
              <a:off x="302419" y="533990"/>
              <a:ext cx="1733507" cy="3472561"/>
              <a:chOff x="302419" y="533990"/>
              <a:chExt cx="1733507" cy="3472561"/>
            </a:xfrm>
          </p:grpSpPr>
          <p:cxnSp>
            <p:nvCxnSpPr>
              <p:cNvPr id="16" name="직선 연결선 15">
                <a:extLst>
                  <a:ext uri="{FF2B5EF4-FFF2-40B4-BE49-F238E27FC236}">
                    <a16:creationId xmlns:a16="http://schemas.microsoft.com/office/drawing/2014/main" id="{97F8D382-4287-45FA-941E-858E698AA066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02419" y="533990"/>
                <a:ext cx="1733507" cy="0"/>
              </a:xfrm>
              <a:prstGeom prst="line">
                <a:avLst/>
              </a:prstGeom>
              <a:ln>
                <a:solidFill>
                  <a:schemeClr val="bg1">
                    <a:lumMod val="9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" name="직선 연결선 16">
                <a:extLst>
                  <a:ext uri="{FF2B5EF4-FFF2-40B4-BE49-F238E27FC236}">
                    <a16:creationId xmlns:a16="http://schemas.microsoft.com/office/drawing/2014/main" id="{F3943E55-8CD9-4C11-9B09-B86CEAB4D34E}"/>
                  </a:ext>
                </a:extLst>
              </p:cNvPr>
              <p:cNvCxnSpPr/>
              <p:nvPr/>
            </p:nvCxnSpPr>
            <p:spPr>
              <a:xfrm>
                <a:off x="302419" y="1335350"/>
                <a:ext cx="1733507" cy="0"/>
              </a:xfrm>
              <a:prstGeom prst="line">
                <a:avLst/>
              </a:prstGeom>
              <a:ln>
                <a:solidFill>
                  <a:schemeClr val="bg1">
                    <a:lumMod val="9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" name="직선 연결선 17">
                <a:extLst>
                  <a:ext uri="{FF2B5EF4-FFF2-40B4-BE49-F238E27FC236}">
                    <a16:creationId xmlns:a16="http://schemas.microsoft.com/office/drawing/2014/main" id="{D9B0A968-4E9D-44E6-BAA0-5FD82559A303}"/>
                  </a:ext>
                </a:extLst>
              </p:cNvPr>
              <p:cNvCxnSpPr/>
              <p:nvPr/>
            </p:nvCxnSpPr>
            <p:spPr>
              <a:xfrm>
                <a:off x="302419" y="1602470"/>
                <a:ext cx="1733507" cy="0"/>
              </a:xfrm>
              <a:prstGeom prst="line">
                <a:avLst/>
              </a:prstGeom>
              <a:ln>
                <a:solidFill>
                  <a:schemeClr val="bg1">
                    <a:lumMod val="9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9" name="직선 연결선 18">
                <a:extLst>
                  <a:ext uri="{FF2B5EF4-FFF2-40B4-BE49-F238E27FC236}">
                    <a16:creationId xmlns:a16="http://schemas.microsoft.com/office/drawing/2014/main" id="{F0A1817D-98FE-4505-B20D-26FB8B4ECC42}"/>
                  </a:ext>
                </a:extLst>
              </p:cNvPr>
              <p:cNvCxnSpPr/>
              <p:nvPr/>
            </p:nvCxnSpPr>
            <p:spPr>
              <a:xfrm>
                <a:off x="302419" y="1869590"/>
                <a:ext cx="1733507" cy="0"/>
              </a:xfrm>
              <a:prstGeom prst="line">
                <a:avLst/>
              </a:prstGeom>
              <a:ln>
                <a:solidFill>
                  <a:schemeClr val="bg1">
                    <a:lumMod val="9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0" name="직선 연결선 19">
                <a:extLst>
                  <a:ext uri="{FF2B5EF4-FFF2-40B4-BE49-F238E27FC236}">
                    <a16:creationId xmlns:a16="http://schemas.microsoft.com/office/drawing/2014/main" id="{A1F4A51D-D089-48FC-8874-2DCF491A0E0C}"/>
                  </a:ext>
                </a:extLst>
              </p:cNvPr>
              <p:cNvCxnSpPr/>
              <p:nvPr/>
            </p:nvCxnSpPr>
            <p:spPr>
              <a:xfrm>
                <a:off x="302419" y="2136710"/>
                <a:ext cx="1733507" cy="0"/>
              </a:xfrm>
              <a:prstGeom prst="line">
                <a:avLst/>
              </a:prstGeom>
              <a:ln>
                <a:solidFill>
                  <a:schemeClr val="bg1">
                    <a:lumMod val="9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1" name="직선 연결선 20">
                <a:extLst>
                  <a:ext uri="{FF2B5EF4-FFF2-40B4-BE49-F238E27FC236}">
                    <a16:creationId xmlns:a16="http://schemas.microsoft.com/office/drawing/2014/main" id="{15AE473C-1C89-49DB-8950-1DA7AE8AA57E}"/>
                  </a:ext>
                </a:extLst>
              </p:cNvPr>
              <p:cNvCxnSpPr/>
              <p:nvPr/>
            </p:nvCxnSpPr>
            <p:spPr>
              <a:xfrm>
                <a:off x="302419" y="2403830"/>
                <a:ext cx="1733507" cy="0"/>
              </a:xfrm>
              <a:prstGeom prst="line">
                <a:avLst/>
              </a:prstGeom>
              <a:ln>
                <a:solidFill>
                  <a:schemeClr val="bg1">
                    <a:lumMod val="9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2" name="직선 연결선 21">
                <a:extLst>
                  <a:ext uri="{FF2B5EF4-FFF2-40B4-BE49-F238E27FC236}">
                    <a16:creationId xmlns:a16="http://schemas.microsoft.com/office/drawing/2014/main" id="{C8893EAC-DEEB-4CCA-8ACD-173D9CB0B36A}"/>
                  </a:ext>
                </a:extLst>
              </p:cNvPr>
              <p:cNvCxnSpPr/>
              <p:nvPr/>
            </p:nvCxnSpPr>
            <p:spPr>
              <a:xfrm>
                <a:off x="302419" y="2670950"/>
                <a:ext cx="1733507" cy="0"/>
              </a:xfrm>
              <a:prstGeom prst="line">
                <a:avLst/>
              </a:prstGeom>
              <a:ln>
                <a:solidFill>
                  <a:schemeClr val="bg1">
                    <a:lumMod val="9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3" name="직선 연결선 22">
                <a:extLst>
                  <a:ext uri="{FF2B5EF4-FFF2-40B4-BE49-F238E27FC236}">
                    <a16:creationId xmlns:a16="http://schemas.microsoft.com/office/drawing/2014/main" id="{3E5D8ED9-B3DF-418C-B7E8-CED7584F345A}"/>
                  </a:ext>
                </a:extLst>
              </p:cNvPr>
              <p:cNvCxnSpPr/>
              <p:nvPr/>
            </p:nvCxnSpPr>
            <p:spPr>
              <a:xfrm>
                <a:off x="302419" y="2938070"/>
                <a:ext cx="1733507" cy="0"/>
              </a:xfrm>
              <a:prstGeom prst="line">
                <a:avLst/>
              </a:prstGeom>
              <a:ln>
                <a:solidFill>
                  <a:schemeClr val="bg1">
                    <a:lumMod val="9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4" name="직선 연결선 23">
                <a:extLst>
                  <a:ext uri="{FF2B5EF4-FFF2-40B4-BE49-F238E27FC236}">
                    <a16:creationId xmlns:a16="http://schemas.microsoft.com/office/drawing/2014/main" id="{39B75B1A-1522-45F2-88D4-5F23B2E415B5}"/>
                  </a:ext>
                </a:extLst>
              </p:cNvPr>
              <p:cNvCxnSpPr/>
              <p:nvPr/>
            </p:nvCxnSpPr>
            <p:spPr>
              <a:xfrm>
                <a:off x="302419" y="3205190"/>
                <a:ext cx="1733507" cy="0"/>
              </a:xfrm>
              <a:prstGeom prst="line">
                <a:avLst/>
              </a:prstGeom>
              <a:ln>
                <a:solidFill>
                  <a:schemeClr val="bg1">
                    <a:lumMod val="9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5" name="직선 연결선 24">
                <a:extLst>
                  <a:ext uri="{FF2B5EF4-FFF2-40B4-BE49-F238E27FC236}">
                    <a16:creationId xmlns:a16="http://schemas.microsoft.com/office/drawing/2014/main" id="{BEB37645-6F9E-4204-A853-0388A02DE82E}"/>
                  </a:ext>
                </a:extLst>
              </p:cNvPr>
              <p:cNvCxnSpPr/>
              <p:nvPr/>
            </p:nvCxnSpPr>
            <p:spPr>
              <a:xfrm>
                <a:off x="302419" y="3472310"/>
                <a:ext cx="1733507" cy="0"/>
              </a:xfrm>
              <a:prstGeom prst="line">
                <a:avLst/>
              </a:prstGeom>
              <a:ln>
                <a:solidFill>
                  <a:schemeClr val="bg1">
                    <a:lumMod val="9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7" name="직선 연결선 26">
                <a:extLst>
                  <a:ext uri="{FF2B5EF4-FFF2-40B4-BE49-F238E27FC236}">
                    <a16:creationId xmlns:a16="http://schemas.microsoft.com/office/drawing/2014/main" id="{860F58D0-7818-47DC-B2EC-CF14A1966F00}"/>
                  </a:ext>
                </a:extLst>
              </p:cNvPr>
              <p:cNvCxnSpPr/>
              <p:nvPr/>
            </p:nvCxnSpPr>
            <p:spPr>
              <a:xfrm>
                <a:off x="302419" y="3739430"/>
                <a:ext cx="1733507" cy="0"/>
              </a:xfrm>
              <a:prstGeom prst="line">
                <a:avLst/>
              </a:prstGeom>
              <a:ln>
                <a:solidFill>
                  <a:schemeClr val="bg1">
                    <a:lumMod val="9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4" name="직선 연결선 103">
                <a:extLst>
                  <a:ext uri="{FF2B5EF4-FFF2-40B4-BE49-F238E27FC236}">
                    <a16:creationId xmlns:a16="http://schemas.microsoft.com/office/drawing/2014/main" id="{3E9D69F1-4C50-4C2D-9636-85A6258329B5}"/>
                  </a:ext>
                </a:extLst>
              </p:cNvPr>
              <p:cNvCxnSpPr/>
              <p:nvPr/>
            </p:nvCxnSpPr>
            <p:spPr>
              <a:xfrm>
                <a:off x="302419" y="801110"/>
                <a:ext cx="1733507" cy="0"/>
              </a:xfrm>
              <a:prstGeom prst="line">
                <a:avLst/>
              </a:prstGeom>
              <a:ln>
                <a:solidFill>
                  <a:schemeClr val="bg1">
                    <a:lumMod val="9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5" name="직선 연결선 104">
                <a:extLst>
                  <a:ext uri="{FF2B5EF4-FFF2-40B4-BE49-F238E27FC236}">
                    <a16:creationId xmlns:a16="http://schemas.microsoft.com/office/drawing/2014/main" id="{C0330410-FE48-4560-9444-675A239549E8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02419" y="4006551"/>
                <a:ext cx="1733507" cy="0"/>
              </a:xfrm>
              <a:prstGeom prst="line">
                <a:avLst/>
              </a:prstGeom>
              <a:ln>
                <a:solidFill>
                  <a:schemeClr val="bg1">
                    <a:lumMod val="9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6" name="직선 연결선 105">
                <a:extLst>
                  <a:ext uri="{FF2B5EF4-FFF2-40B4-BE49-F238E27FC236}">
                    <a16:creationId xmlns:a16="http://schemas.microsoft.com/office/drawing/2014/main" id="{D43598D6-D8D8-4200-B6CE-334A1063BD76}"/>
                  </a:ext>
                </a:extLst>
              </p:cNvPr>
              <p:cNvCxnSpPr/>
              <p:nvPr/>
            </p:nvCxnSpPr>
            <p:spPr>
              <a:xfrm>
                <a:off x="302419" y="1068230"/>
                <a:ext cx="1733507" cy="0"/>
              </a:xfrm>
              <a:prstGeom prst="line">
                <a:avLst/>
              </a:prstGeom>
              <a:ln>
                <a:solidFill>
                  <a:schemeClr val="bg1">
                    <a:lumMod val="9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sp>
        <p:nvSpPr>
          <p:cNvPr id="1648" name="사각형: 둥근 모서리 1647">
            <a:extLst>
              <a:ext uri="{FF2B5EF4-FFF2-40B4-BE49-F238E27FC236}">
                <a16:creationId xmlns:a16="http://schemas.microsoft.com/office/drawing/2014/main" id="{4889D2C3-4262-494B-B7C6-58A67C5F0E1A}"/>
              </a:ext>
            </a:extLst>
          </p:cNvPr>
          <p:cNvSpPr/>
          <p:nvPr/>
        </p:nvSpPr>
        <p:spPr>
          <a:xfrm>
            <a:off x="302419" y="533990"/>
            <a:ext cx="1735648" cy="3471297"/>
          </a:xfrm>
          <a:prstGeom prst="roundRect">
            <a:avLst>
              <a:gd name="adj" fmla="val 4274"/>
            </a:avLst>
          </a:prstGeom>
          <a:ln w="12700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1656" name="직선 연결선 1655">
            <a:extLst>
              <a:ext uri="{FF2B5EF4-FFF2-40B4-BE49-F238E27FC236}">
                <a16:creationId xmlns:a16="http://schemas.microsoft.com/office/drawing/2014/main" id="{9973A44A-C509-4FDF-96B9-2A0A178BF822}"/>
              </a:ext>
            </a:extLst>
          </p:cNvPr>
          <p:cNvCxnSpPr>
            <a:cxnSpLocks/>
          </p:cNvCxnSpPr>
          <p:nvPr/>
        </p:nvCxnSpPr>
        <p:spPr>
          <a:xfrm>
            <a:off x="3706971" y="462531"/>
            <a:ext cx="2067560" cy="0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57" name="직선 연결선 1656">
            <a:extLst>
              <a:ext uri="{FF2B5EF4-FFF2-40B4-BE49-F238E27FC236}">
                <a16:creationId xmlns:a16="http://schemas.microsoft.com/office/drawing/2014/main" id="{5C4037F3-1975-4FBF-9E13-CB1C964E576C}"/>
              </a:ext>
            </a:extLst>
          </p:cNvPr>
          <p:cNvCxnSpPr/>
          <p:nvPr/>
        </p:nvCxnSpPr>
        <p:spPr>
          <a:xfrm>
            <a:off x="302419" y="462531"/>
            <a:ext cx="2067560" cy="0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37" name="그룹 136">
            <a:extLst>
              <a:ext uri="{FF2B5EF4-FFF2-40B4-BE49-F238E27FC236}">
                <a16:creationId xmlns:a16="http://schemas.microsoft.com/office/drawing/2014/main" id="{65F28404-8ED3-483F-8F5E-B7C3D40051C3}"/>
              </a:ext>
            </a:extLst>
          </p:cNvPr>
          <p:cNvGrpSpPr/>
          <p:nvPr/>
        </p:nvGrpSpPr>
        <p:grpSpPr>
          <a:xfrm>
            <a:off x="3140286" y="533990"/>
            <a:ext cx="1735648" cy="3472561"/>
            <a:chOff x="302419" y="533990"/>
            <a:chExt cx="1735648" cy="3472561"/>
          </a:xfrm>
        </p:grpSpPr>
        <p:grpSp>
          <p:nvGrpSpPr>
            <p:cNvPr id="138" name="그룹 137">
              <a:extLst>
                <a:ext uri="{FF2B5EF4-FFF2-40B4-BE49-F238E27FC236}">
                  <a16:creationId xmlns:a16="http://schemas.microsoft.com/office/drawing/2014/main" id="{771F9470-49F8-454A-9278-8F5C9775EBC1}"/>
                </a:ext>
              </a:extLst>
            </p:cNvPr>
            <p:cNvGrpSpPr/>
            <p:nvPr/>
          </p:nvGrpSpPr>
          <p:grpSpPr>
            <a:xfrm>
              <a:off x="302419" y="533990"/>
              <a:ext cx="1733507" cy="3472561"/>
              <a:chOff x="302419" y="533990"/>
              <a:chExt cx="1733507" cy="3472561"/>
            </a:xfrm>
          </p:grpSpPr>
          <p:grpSp>
            <p:nvGrpSpPr>
              <p:cNvPr id="140" name="그룹 139">
                <a:extLst>
                  <a:ext uri="{FF2B5EF4-FFF2-40B4-BE49-F238E27FC236}">
                    <a16:creationId xmlns:a16="http://schemas.microsoft.com/office/drawing/2014/main" id="{FA109953-AAE7-43A0-AE67-1E87F465D0FF}"/>
                  </a:ext>
                </a:extLst>
              </p:cNvPr>
              <p:cNvGrpSpPr/>
              <p:nvPr/>
            </p:nvGrpSpPr>
            <p:grpSpPr>
              <a:xfrm>
                <a:off x="382955" y="533990"/>
                <a:ext cx="1574577" cy="3471300"/>
                <a:chOff x="381628" y="533990"/>
                <a:chExt cx="1574577" cy="3471300"/>
              </a:xfrm>
            </p:grpSpPr>
            <p:cxnSp>
              <p:nvCxnSpPr>
                <p:cNvPr id="156" name="직선 연결선 155">
                  <a:extLst>
                    <a:ext uri="{FF2B5EF4-FFF2-40B4-BE49-F238E27FC236}">
                      <a16:creationId xmlns:a16="http://schemas.microsoft.com/office/drawing/2014/main" id="{50E86D8F-59CE-4DFD-AF58-2725EC7B11DF}"/>
                    </a:ext>
                  </a:extLst>
                </p:cNvPr>
                <p:cNvCxnSpPr/>
                <p:nvPr/>
              </p:nvCxnSpPr>
              <p:spPr>
                <a:xfrm rot="16200000">
                  <a:off x="-1091593" y="2269640"/>
                  <a:ext cx="3471299" cy="0"/>
                </a:xfrm>
                <a:prstGeom prst="line">
                  <a:avLst/>
                </a:prstGeom>
                <a:ln>
                  <a:solidFill>
                    <a:schemeClr val="bg1">
                      <a:lumMod val="9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57" name="직선 연결선 156">
                  <a:extLst>
                    <a:ext uri="{FF2B5EF4-FFF2-40B4-BE49-F238E27FC236}">
                      <a16:creationId xmlns:a16="http://schemas.microsoft.com/office/drawing/2014/main" id="{C076BFC6-F059-4DD4-9A12-46F23397DD00}"/>
                    </a:ext>
                  </a:extLst>
                </p:cNvPr>
                <p:cNvCxnSpPr/>
                <p:nvPr/>
              </p:nvCxnSpPr>
              <p:spPr>
                <a:xfrm rot="16200000">
                  <a:off x="-829164" y="2269640"/>
                  <a:ext cx="3471299" cy="0"/>
                </a:xfrm>
                <a:prstGeom prst="line">
                  <a:avLst/>
                </a:prstGeom>
                <a:ln>
                  <a:solidFill>
                    <a:schemeClr val="bg1">
                      <a:lumMod val="9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58" name="직선 연결선 157">
                  <a:extLst>
                    <a:ext uri="{FF2B5EF4-FFF2-40B4-BE49-F238E27FC236}">
                      <a16:creationId xmlns:a16="http://schemas.microsoft.com/office/drawing/2014/main" id="{B323FC62-7B1D-4D84-AE19-9CAC8F41B4B6}"/>
                    </a:ext>
                  </a:extLst>
                </p:cNvPr>
                <p:cNvCxnSpPr/>
                <p:nvPr/>
              </p:nvCxnSpPr>
              <p:spPr>
                <a:xfrm rot="16200000">
                  <a:off x="-566735" y="2269640"/>
                  <a:ext cx="3471299" cy="0"/>
                </a:xfrm>
                <a:prstGeom prst="line">
                  <a:avLst/>
                </a:prstGeom>
                <a:ln>
                  <a:solidFill>
                    <a:schemeClr val="bg1">
                      <a:lumMod val="9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59" name="직선 연결선 158">
                  <a:extLst>
                    <a:ext uri="{FF2B5EF4-FFF2-40B4-BE49-F238E27FC236}">
                      <a16:creationId xmlns:a16="http://schemas.microsoft.com/office/drawing/2014/main" id="{ED0C4995-A6B5-4E38-9E01-7D3EBEA224B5}"/>
                    </a:ext>
                  </a:extLst>
                </p:cNvPr>
                <p:cNvCxnSpPr/>
                <p:nvPr/>
              </p:nvCxnSpPr>
              <p:spPr>
                <a:xfrm rot="16200000">
                  <a:off x="-304306" y="2269640"/>
                  <a:ext cx="3471299" cy="0"/>
                </a:xfrm>
                <a:prstGeom prst="line">
                  <a:avLst/>
                </a:prstGeom>
                <a:ln>
                  <a:solidFill>
                    <a:schemeClr val="bg1">
                      <a:lumMod val="9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60" name="직선 연결선 159">
                  <a:extLst>
                    <a:ext uri="{FF2B5EF4-FFF2-40B4-BE49-F238E27FC236}">
                      <a16:creationId xmlns:a16="http://schemas.microsoft.com/office/drawing/2014/main" id="{D112961B-B280-41D9-ADA1-E650C989101A}"/>
                    </a:ext>
                  </a:extLst>
                </p:cNvPr>
                <p:cNvCxnSpPr/>
                <p:nvPr/>
              </p:nvCxnSpPr>
              <p:spPr>
                <a:xfrm rot="16200000">
                  <a:off x="-41877" y="2269640"/>
                  <a:ext cx="3471299" cy="0"/>
                </a:xfrm>
                <a:prstGeom prst="line">
                  <a:avLst/>
                </a:prstGeom>
                <a:ln>
                  <a:solidFill>
                    <a:schemeClr val="bg1">
                      <a:lumMod val="9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61" name="직선 연결선 160">
                  <a:extLst>
                    <a:ext uri="{FF2B5EF4-FFF2-40B4-BE49-F238E27FC236}">
                      <a16:creationId xmlns:a16="http://schemas.microsoft.com/office/drawing/2014/main" id="{3149BD25-1552-4EEC-A9FD-1508BE13DB7B}"/>
                    </a:ext>
                  </a:extLst>
                </p:cNvPr>
                <p:cNvCxnSpPr/>
                <p:nvPr/>
              </p:nvCxnSpPr>
              <p:spPr>
                <a:xfrm rot="16200000">
                  <a:off x="220555" y="2269640"/>
                  <a:ext cx="3471299" cy="0"/>
                </a:xfrm>
                <a:prstGeom prst="line">
                  <a:avLst/>
                </a:prstGeom>
                <a:ln>
                  <a:solidFill>
                    <a:schemeClr val="bg1">
                      <a:lumMod val="9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62" name="직선 연결선 161">
                  <a:extLst>
                    <a:ext uri="{FF2B5EF4-FFF2-40B4-BE49-F238E27FC236}">
                      <a16:creationId xmlns:a16="http://schemas.microsoft.com/office/drawing/2014/main" id="{E3A77EBC-EF72-4275-9F18-207B7CC9F7F4}"/>
                    </a:ext>
                  </a:extLst>
                </p:cNvPr>
                <p:cNvCxnSpPr/>
                <p:nvPr/>
              </p:nvCxnSpPr>
              <p:spPr>
                <a:xfrm rot="16200000">
                  <a:off x="-1354022" y="2269641"/>
                  <a:ext cx="3471299" cy="0"/>
                </a:xfrm>
                <a:prstGeom prst="line">
                  <a:avLst/>
                </a:prstGeom>
                <a:ln>
                  <a:solidFill>
                    <a:schemeClr val="bg1">
                      <a:lumMod val="9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141" name="그룹 140">
                <a:extLst>
                  <a:ext uri="{FF2B5EF4-FFF2-40B4-BE49-F238E27FC236}">
                    <a16:creationId xmlns:a16="http://schemas.microsoft.com/office/drawing/2014/main" id="{BA35A069-2D93-4581-8937-D5E323A88520}"/>
                  </a:ext>
                </a:extLst>
              </p:cNvPr>
              <p:cNvGrpSpPr/>
              <p:nvPr/>
            </p:nvGrpSpPr>
            <p:grpSpPr>
              <a:xfrm>
                <a:off x="302419" y="533990"/>
                <a:ext cx="1733507" cy="3472561"/>
                <a:chOff x="302419" y="533990"/>
                <a:chExt cx="1733507" cy="3472561"/>
              </a:xfrm>
            </p:grpSpPr>
            <p:cxnSp>
              <p:nvCxnSpPr>
                <p:cNvPr id="142" name="직선 연결선 141">
                  <a:extLst>
                    <a:ext uri="{FF2B5EF4-FFF2-40B4-BE49-F238E27FC236}">
                      <a16:creationId xmlns:a16="http://schemas.microsoft.com/office/drawing/2014/main" id="{24166E8E-80F2-4DD0-BFE4-3BAAA15E5676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302419" y="533990"/>
                  <a:ext cx="1733507" cy="0"/>
                </a:xfrm>
                <a:prstGeom prst="line">
                  <a:avLst/>
                </a:prstGeom>
                <a:ln>
                  <a:solidFill>
                    <a:schemeClr val="bg1">
                      <a:lumMod val="9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43" name="직선 연결선 142">
                  <a:extLst>
                    <a:ext uri="{FF2B5EF4-FFF2-40B4-BE49-F238E27FC236}">
                      <a16:creationId xmlns:a16="http://schemas.microsoft.com/office/drawing/2014/main" id="{330B6FD6-BB02-48C6-9591-55834F778B44}"/>
                    </a:ext>
                  </a:extLst>
                </p:cNvPr>
                <p:cNvCxnSpPr/>
                <p:nvPr/>
              </p:nvCxnSpPr>
              <p:spPr>
                <a:xfrm>
                  <a:off x="302419" y="1335350"/>
                  <a:ext cx="1733507" cy="0"/>
                </a:xfrm>
                <a:prstGeom prst="line">
                  <a:avLst/>
                </a:prstGeom>
                <a:ln>
                  <a:solidFill>
                    <a:schemeClr val="bg1">
                      <a:lumMod val="9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44" name="직선 연결선 143">
                  <a:extLst>
                    <a:ext uri="{FF2B5EF4-FFF2-40B4-BE49-F238E27FC236}">
                      <a16:creationId xmlns:a16="http://schemas.microsoft.com/office/drawing/2014/main" id="{A57DD466-EDCC-41B0-AD8E-FF075A7424D9}"/>
                    </a:ext>
                  </a:extLst>
                </p:cNvPr>
                <p:cNvCxnSpPr/>
                <p:nvPr/>
              </p:nvCxnSpPr>
              <p:spPr>
                <a:xfrm>
                  <a:off x="302419" y="1602470"/>
                  <a:ext cx="1733507" cy="0"/>
                </a:xfrm>
                <a:prstGeom prst="line">
                  <a:avLst/>
                </a:prstGeom>
                <a:ln>
                  <a:solidFill>
                    <a:schemeClr val="bg1">
                      <a:lumMod val="9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45" name="직선 연결선 144">
                  <a:extLst>
                    <a:ext uri="{FF2B5EF4-FFF2-40B4-BE49-F238E27FC236}">
                      <a16:creationId xmlns:a16="http://schemas.microsoft.com/office/drawing/2014/main" id="{FEB8DF33-C8A5-4BA7-82F7-34D70ACC8898}"/>
                    </a:ext>
                  </a:extLst>
                </p:cNvPr>
                <p:cNvCxnSpPr/>
                <p:nvPr/>
              </p:nvCxnSpPr>
              <p:spPr>
                <a:xfrm>
                  <a:off x="302419" y="1869590"/>
                  <a:ext cx="1733507" cy="0"/>
                </a:xfrm>
                <a:prstGeom prst="line">
                  <a:avLst/>
                </a:prstGeom>
                <a:ln>
                  <a:solidFill>
                    <a:schemeClr val="bg1">
                      <a:lumMod val="9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46" name="직선 연결선 145">
                  <a:extLst>
                    <a:ext uri="{FF2B5EF4-FFF2-40B4-BE49-F238E27FC236}">
                      <a16:creationId xmlns:a16="http://schemas.microsoft.com/office/drawing/2014/main" id="{A2D187CC-D643-4588-A1E8-E819F6D844F6}"/>
                    </a:ext>
                  </a:extLst>
                </p:cNvPr>
                <p:cNvCxnSpPr/>
                <p:nvPr/>
              </p:nvCxnSpPr>
              <p:spPr>
                <a:xfrm>
                  <a:off x="302419" y="2136710"/>
                  <a:ext cx="1733507" cy="0"/>
                </a:xfrm>
                <a:prstGeom prst="line">
                  <a:avLst/>
                </a:prstGeom>
                <a:ln>
                  <a:solidFill>
                    <a:schemeClr val="bg1">
                      <a:lumMod val="9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47" name="직선 연결선 146">
                  <a:extLst>
                    <a:ext uri="{FF2B5EF4-FFF2-40B4-BE49-F238E27FC236}">
                      <a16:creationId xmlns:a16="http://schemas.microsoft.com/office/drawing/2014/main" id="{9D2F4124-7C9C-4926-8294-5BF3B371EC3F}"/>
                    </a:ext>
                  </a:extLst>
                </p:cNvPr>
                <p:cNvCxnSpPr/>
                <p:nvPr/>
              </p:nvCxnSpPr>
              <p:spPr>
                <a:xfrm>
                  <a:off x="302419" y="2403830"/>
                  <a:ext cx="1733507" cy="0"/>
                </a:xfrm>
                <a:prstGeom prst="line">
                  <a:avLst/>
                </a:prstGeom>
                <a:ln>
                  <a:solidFill>
                    <a:schemeClr val="bg1">
                      <a:lumMod val="9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48" name="직선 연결선 147">
                  <a:extLst>
                    <a:ext uri="{FF2B5EF4-FFF2-40B4-BE49-F238E27FC236}">
                      <a16:creationId xmlns:a16="http://schemas.microsoft.com/office/drawing/2014/main" id="{4B636843-F91A-4560-970A-B5CFC2CE55A6}"/>
                    </a:ext>
                  </a:extLst>
                </p:cNvPr>
                <p:cNvCxnSpPr/>
                <p:nvPr/>
              </p:nvCxnSpPr>
              <p:spPr>
                <a:xfrm>
                  <a:off x="302419" y="2670950"/>
                  <a:ext cx="1733507" cy="0"/>
                </a:xfrm>
                <a:prstGeom prst="line">
                  <a:avLst/>
                </a:prstGeom>
                <a:ln>
                  <a:solidFill>
                    <a:schemeClr val="bg1">
                      <a:lumMod val="9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49" name="직선 연결선 148">
                  <a:extLst>
                    <a:ext uri="{FF2B5EF4-FFF2-40B4-BE49-F238E27FC236}">
                      <a16:creationId xmlns:a16="http://schemas.microsoft.com/office/drawing/2014/main" id="{0AE10C95-A258-46C1-BEA3-6AB6D00B97CC}"/>
                    </a:ext>
                  </a:extLst>
                </p:cNvPr>
                <p:cNvCxnSpPr/>
                <p:nvPr/>
              </p:nvCxnSpPr>
              <p:spPr>
                <a:xfrm>
                  <a:off x="302419" y="2938070"/>
                  <a:ext cx="1733507" cy="0"/>
                </a:xfrm>
                <a:prstGeom prst="line">
                  <a:avLst/>
                </a:prstGeom>
                <a:ln>
                  <a:solidFill>
                    <a:schemeClr val="bg1">
                      <a:lumMod val="9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50" name="직선 연결선 149">
                  <a:extLst>
                    <a:ext uri="{FF2B5EF4-FFF2-40B4-BE49-F238E27FC236}">
                      <a16:creationId xmlns:a16="http://schemas.microsoft.com/office/drawing/2014/main" id="{C4B78740-CB07-4B2F-BA8B-D63DDF1B3C83}"/>
                    </a:ext>
                  </a:extLst>
                </p:cNvPr>
                <p:cNvCxnSpPr/>
                <p:nvPr/>
              </p:nvCxnSpPr>
              <p:spPr>
                <a:xfrm>
                  <a:off x="302419" y="3205190"/>
                  <a:ext cx="1733507" cy="0"/>
                </a:xfrm>
                <a:prstGeom prst="line">
                  <a:avLst/>
                </a:prstGeom>
                <a:ln>
                  <a:solidFill>
                    <a:schemeClr val="bg1">
                      <a:lumMod val="9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51" name="직선 연결선 150">
                  <a:extLst>
                    <a:ext uri="{FF2B5EF4-FFF2-40B4-BE49-F238E27FC236}">
                      <a16:creationId xmlns:a16="http://schemas.microsoft.com/office/drawing/2014/main" id="{23B2DAD6-A9EB-4A75-BCB6-D08E3FDF488E}"/>
                    </a:ext>
                  </a:extLst>
                </p:cNvPr>
                <p:cNvCxnSpPr/>
                <p:nvPr/>
              </p:nvCxnSpPr>
              <p:spPr>
                <a:xfrm>
                  <a:off x="302419" y="3472310"/>
                  <a:ext cx="1733507" cy="0"/>
                </a:xfrm>
                <a:prstGeom prst="line">
                  <a:avLst/>
                </a:prstGeom>
                <a:ln>
                  <a:solidFill>
                    <a:schemeClr val="bg1">
                      <a:lumMod val="9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52" name="직선 연결선 151">
                  <a:extLst>
                    <a:ext uri="{FF2B5EF4-FFF2-40B4-BE49-F238E27FC236}">
                      <a16:creationId xmlns:a16="http://schemas.microsoft.com/office/drawing/2014/main" id="{9C51625D-AB33-4883-8C7F-3D9F168E041A}"/>
                    </a:ext>
                  </a:extLst>
                </p:cNvPr>
                <p:cNvCxnSpPr/>
                <p:nvPr/>
              </p:nvCxnSpPr>
              <p:spPr>
                <a:xfrm>
                  <a:off x="302419" y="3739430"/>
                  <a:ext cx="1733507" cy="0"/>
                </a:xfrm>
                <a:prstGeom prst="line">
                  <a:avLst/>
                </a:prstGeom>
                <a:ln>
                  <a:solidFill>
                    <a:schemeClr val="bg1">
                      <a:lumMod val="9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53" name="직선 연결선 152">
                  <a:extLst>
                    <a:ext uri="{FF2B5EF4-FFF2-40B4-BE49-F238E27FC236}">
                      <a16:creationId xmlns:a16="http://schemas.microsoft.com/office/drawing/2014/main" id="{308B7949-1D19-4D1D-B005-7C7897031FE6}"/>
                    </a:ext>
                  </a:extLst>
                </p:cNvPr>
                <p:cNvCxnSpPr/>
                <p:nvPr/>
              </p:nvCxnSpPr>
              <p:spPr>
                <a:xfrm>
                  <a:off x="302419" y="801110"/>
                  <a:ext cx="1733507" cy="0"/>
                </a:xfrm>
                <a:prstGeom prst="line">
                  <a:avLst/>
                </a:prstGeom>
                <a:ln>
                  <a:solidFill>
                    <a:schemeClr val="bg1">
                      <a:lumMod val="9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54" name="직선 연결선 153">
                  <a:extLst>
                    <a:ext uri="{FF2B5EF4-FFF2-40B4-BE49-F238E27FC236}">
                      <a16:creationId xmlns:a16="http://schemas.microsoft.com/office/drawing/2014/main" id="{CBD57D85-9103-4FE8-9906-A537C2AFE172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302419" y="4006551"/>
                  <a:ext cx="1733507" cy="0"/>
                </a:xfrm>
                <a:prstGeom prst="line">
                  <a:avLst/>
                </a:prstGeom>
                <a:ln>
                  <a:solidFill>
                    <a:schemeClr val="bg1">
                      <a:lumMod val="9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55" name="직선 연결선 154">
                  <a:extLst>
                    <a:ext uri="{FF2B5EF4-FFF2-40B4-BE49-F238E27FC236}">
                      <a16:creationId xmlns:a16="http://schemas.microsoft.com/office/drawing/2014/main" id="{E0C057B7-A319-4A67-A76C-42FB8858EC60}"/>
                    </a:ext>
                  </a:extLst>
                </p:cNvPr>
                <p:cNvCxnSpPr/>
                <p:nvPr/>
              </p:nvCxnSpPr>
              <p:spPr>
                <a:xfrm>
                  <a:off x="302419" y="1068230"/>
                  <a:ext cx="1733507" cy="0"/>
                </a:xfrm>
                <a:prstGeom prst="line">
                  <a:avLst/>
                </a:prstGeom>
                <a:ln>
                  <a:solidFill>
                    <a:schemeClr val="bg1">
                      <a:lumMod val="9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</p:grpSp>
        <p:sp>
          <p:nvSpPr>
            <p:cNvPr id="139" name="사각형: 둥근 모서리 138">
              <a:extLst>
                <a:ext uri="{FF2B5EF4-FFF2-40B4-BE49-F238E27FC236}">
                  <a16:creationId xmlns:a16="http://schemas.microsoft.com/office/drawing/2014/main" id="{15DCC130-F3E8-466F-95AB-12CBD6E7BD8B}"/>
                </a:ext>
              </a:extLst>
            </p:cNvPr>
            <p:cNvSpPr/>
            <p:nvPr/>
          </p:nvSpPr>
          <p:spPr>
            <a:xfrm>
              <a:off x="302419" y="533990"/>
              <a:ext cx="1735648" cy="3471297"/>
            </a:xfrm>
            <a:prstGeom prst="roundRect">
              <a:avLst>
                <a:gd name="adj" fmla="val 4274"/>
              </a:avLst>
            </a:prstGeom>
            <a:ln w="12700"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grpSp>
        <p:nvGrpSpPr>
          <p:cNvPr id="15" name="그룹 14">
            <a:extLst>
              <a:ext uri="{FF2B5EF4-FFF2-40B4-BE49-F238E27FC236}">
                <a16:creationId xmlns:a16="http://schemas.microsoft.com/office/drawing/2014/main" id="{FBD5F48A-F366-4AA8-BE6A-5A14C6BBE2E4}"/>
              </a:ext>
            </a:extLst>
          </p:cNvPr>
          <p:cNvGrpSpPr/>
          <p:nvPr/>
        </p:nvGrpSpPr>
        <p:grpSpPr>
          <a:xfrm>
            <a:off x="2104444" y="533990"/>
            <a:ext cx="948050" cy="3472561"/>
            <a:chOff x="4127771" y="533990"/>
            <a:chExt cx="1733507" cy="3472561"/>
          </a:xfrm>
        </p:grpSpPr>
        <p:cxnSp>
          <p:nvCxnSpPr>
            <p:cNvPr id="245" name="직선 연결선 244">
              <a:extLst>
                <a:ext uri="{FF2B5EF4-FFF2-40B4-BE49-F238E27FC236}">
                  <a16:creationId xmlns:a16="http://schemas.microsoft.com/office/drawing/2014/main" id="{66F6993D-8944-43AD-963B-8E55674401C4}"/>
                </a:ext>
              </a:extLst>
            </p:cNvPr>
            <p:cNvCxnSpPr/>
            <p:nvPr/>
          </p:nvCxnSpPr>
          <p:spPr>
            <a:xfrm>
              <a:off x="4127771" y="1335350"/>
              <a:ext cx="1733507" cy="0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6" name="직선 연결선 245">
              <a:extLst>
                <a:ext uri="{FF2B5EF4-FFF2-40B4-BE49-F238E27FC236}">
                  <a16:creationId xmlns:a16="http://schemas.microsoft.com/office/drawing/2014/main" id="{58143C14-1663-4305-8B45-DDCB49408214}"/>
                </a:ext>
              </a:extLst>
            </p:cNvPr>
            <p:cNvCxnSpPr/>
            <p:nvPr/>
          </p:nvCxnSpPr>
          <p:spPr>
            <a:xfrm>
              <a:off x="4127771" y="1602470"/>
              <a:ext cx="1733507" cy="0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7" name="직선 연결선 246">
              <a:extLst>
                <a:ext uri="{FF2B5EF4-FFF2-40B4-BE49-F238E27FC236}">
                  <a16:creationId xmlns:a16="http://schemas.microsoft.com/office/drawing/2014/main" id="{36268C24-CE27-4B6B-8EAD-710C53D11F28}"/>
                </a:ext>
              </a:extLst>
            </p:cNvPr>
            <p:cNvCxnSpPr/>
            <p:nvPr/>
          </p:nvCxnSpPr>
          <p:spPr>
            <a:xfrm>
              <a:off x="4127771" y="1869590"/>
              <a:ext cx="1733507" cy="0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8" name="직선 연결선 247">
              <a:extLst>
                <a:ext uri="{FF2B5EF4-FFF2-40B4-BE49-F238E27FC236}">
                  <a16:creationId xmlns:a16="http://schemas.microsoft.com/office/drawing/2014/main" id="{47D01859-B42D-455F-BC8E-428229FFB84B}"/>
                </a:ext>
              </a:extLst>
            </p:cNvPr>
            <p:cNvCxnSpPr/>
            <p:nvPr/>
          </p:nvCxnSpPr>
          <p:spPr>
            <a:xfrm>
              <a:off x="4127771" y="2136710"/>
              <a:ext cx="1733507" cy="0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9" name="직선 연결선 248">
              <a:extLst>
                <a:ext uri="{FF2B5EF4-FFF2-40B4-BE49-F238E27FC236}">
                  <a16:creationId xmlns:a16="http://schemas.microsoft.com/office/drawing/2014/main" id="{BE392A60-1D55-4C75-A93C-A37E32A6E800}"/>
                </a:ext>
              </a:extLst>
            </p:cNvPr>
            <p:cNvCxnSpPr/>
            <p:nvPr/>
          </p:nvCxnSpPr>
          <p:spPr>
            <a:xfrm>
              <a:off x="4127771" y="2403830"/>
              <a:ext cx="1733507" cy="0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0" name="직선 연결선 249">
              <a:extLst>
                <a:ext uri="{FF2B5EF4-FFF2-40B4-BE49-F238E27FC236}">
                  <a16:creationId xmlns:a16="http://schemas.microsoft.com/office/drawing/2014/main" id="{62F0D6EC-8D35-46AA-9E72-D85DD03CD0CB}"/>
                </a:ext>
              </a:extLst>
            </p:cNvPr>
            <p:cNvCxnSpPr/>
            <p:nvPr/>
          </p:nvCxnSpPr>
          <p:spPr>
            <a:xfrm>
              <a:off x="4127771" y="2670950"/>
              <a:ext cx="1733507" cy="0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1" name="직선 연결선 250">
              <a:extLst>
                <a:ext uri="{FF2B5EF4-FFF2-40B4-BE49-F238E27FC236}">
                  <a16:creationId xmlns:a16="http://schemas.microsoft.com/office/drawing/2014/main" id="{A99C72BC-F1AA-423F-B4E5-B13BEC0CB48F}"/>
                </a:ext>
              </a:extLst>
            </p:cNvPr>
            <p:cNvCxnSpPr/>
            <p:nvPr/>
          </p:nvCxnSpPr>
          <p:spPr>
            <a:xfrm>
              <a:off x="4127771" y="2938070"/>
              <a:ext cx="1733507" cy="0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2" name="직선 연결선 251">
              <a:extLst>
                <a:ext uri="{FF2B5EF4-FFF2-40B4-BE49-F238E27FC236}">
                  <a16:creationId xmlns:a16="http://schemas.microsoft.com/office/drawing/2014/main" id="{03EC5C57-4016-40C8-A9F6-E07DEA160F30}"/>
                </a:ext>
              </a:extLst>
            </p:cNvPr>
            <p:cNvCxnSpPr/>
            <p:nvPr/>
          </p:nvCxnSpPr>
          <p:spPr>
            <a:xfrm>
              <a:off x="4127771" y="3205190"/>
              <a:ext cx="1733507" cy="0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3" name="직선 연결선 252">
              <a:extLst>
                <a:ext uri="{FF2B5EF4-FFF2-40B4-BE49-F238E27FC236}">
                  <a16:creationId xmlns:a16="http://schemas.microsoft.com/office/drawing/2014/main" id="{A4EBB948-7D94-493E-A724-85752D82C81C}"/>
                </a:ext>
              </a:extLst>
            </p:cNvPr>
            <p:cNvCxnSpPr/>
            <p:nvPr/>
          </p:nvCxnSpPr>
          <p:spPr>
            <a:xfrm>
              <a:off x="4127771" y="3472310"/>
              <a:ext cx="1733507" cy="0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4" name="직선 연결선 253">
              <a:extLst>
                <a:ext uri="{FF2B5EF4-FFF2-40B4-BE49-F238E27FC236}">
                  <a16:creationId xmlns:a16="http://schemas.microsoft.com/office/drawing/2014/main" id="{7209633A-65BD-4477-80C3-1606B3BD3A21}"/>
                </a:ext>
              </a:extLst>
            </p:cNvPr>
            <p:cNvCxnSpPr/>
            <p:nvPr/>
          </p:nvCxnSpPr>
          <p:spPr>
            <a:xfrm>
              <a:off x="4127771" y="3739430"/>
              <a:ext cx="1733507" cy="0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5" name="직선 연결선 254">
              <a:extLst>
                <a:ext uri="{FF2B5EF4-FFF2-40B4-BE49-F238E27FC236}">
                  <a16:creationId xmlns:a16="http://schemas.microsoft.com/office/drawing/2014/main" id="{8E967A67-A83F-4EFB-8028-1989A648F7C2}"/>
                </a:ext>
              </a:extLst>
            </p:cNvPr>
            <p:cNvCxnSpPr/>
            <p:nvPr/>
          </p:nvCxnSpPr>
          <p:spPr>
            <a:xfrm>
              <a:off x="4127771" y="801110"/>
              <a:ext cx="1733507" cy="0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7" name="직선 연결선 256">
              <a:extLst>
                <a:ext uri="{FF2B5EF4-FFF2-40B4-BE49-F238E27FC236}">
                  <a16:creationId xmlns:a16="http://schemas.microsoft.com/office/drawing/2014/main" id="{44787F9C-8F26-456C-B85D-437EC80470C4}"/>
                </a:ext>
              </a:extLst>
            </p:cNvPr>
            <p:cNvCxnSpPr/>
            <p:nvPr/>
          </p:nvCxnSpPr>
          <p:spPr>
            <a:xfrm>
              <a:off x="4127771" y="1068230"/>
              <a:ext cx="1733507" cy="0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3" name="직선 연결선 262">
              <a:extLst>
                <a:ext uri="{FF2B5EF4-FFF2-40B4-BE49-F238E27FC236}">
                  <a16:creationId xmlns:a16="http://schemas.microsoft.com/office/drawing/2014/main" id="{19406C39-31D5-4CAD-83A6-B674153D3DB7}"/>
                </a:ext>
              </a:extLst>
            </p:cNvPr>
            <p:cNvCxnSpPr>
              <a:cxnSpLocks/>
            </p:cNvCxnSpPr>
            <p:nvPr/>
          </p:nvCxnSpPr>
          <p:spPr>
            <a:xfrm rot="16200000">
              <a:off x="4125628" y="2269640"/>
              <a:ext cx="3471299" cy="0"/>
            </a:xfrm>
            <a:prstGeom prst="line">
              <a:avLst/>
            </a:prstGeom>
            <a:ln w="12700"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4" name="직선 연결선 263">
              <a:extLst>
                <a:ext uri="{FF2B5EF4-FFF2-40B4-BE49-F238E27FC236}">
                  <a16:creationId xmlns:a16="http://schemas.microsoft.com/office/drawing/2014/main" id="{D0A02A66-739F-4DBA-B8CC-9C0AAC5892AA}"/>
                </a:ext>
              </a:extLst>
            </p:cNvPr>
            <p:cNvCxnSpPr>
              <a:cxnSpLocks/>
            </p:cNvCxnSpPr>
            <p:nvPr/>
          </p:nvCxnSpPr>
          <p:spPr>
            <a:xfrm rot="16200000">
              <a:off x="2392122" y="2269641"/>
              <a:ext cx="3471299" cy="0"/>
            </a:xfrm>
            <a:prstGeom prst="line">
              <a:avLst/>
            </a:prstGeom>
            <a:ln w="12700"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4" name="직선 연결선 243">
              <a:extLst>
                <a:ext uri="{FF2B5EF4-FFF2-40B4-BE49-F238E27FC236}">
                  <a16:creationId xmlns:a16="http://schemas.microsoft.com/office/drawing/2014/main" id="{66BB7282-EB95-4D4C-AFEF-095084AE18F2}"/>
                </a:ext>
              </a:extLst>
            </p:cNvPr>
            <p:cNvCxnSpPr>
              <a:cxnSpLocks/>
            </p:cNvCxnSpPr>
            <p:nvPr/>
          </p:nvCxnSpPr>
          <p:spPr>
            <a:xfrm>
              <a:off x="4127771" y="533990"/>
              <a:ext cx="1733507" cy="0"/>
            </a:xfrm>
            <a:prstGeom prst="line">
              <a:avLst/>
            </a:prstGeom>
            <a:ln w="12700"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6" name="직선 연결선 255">
              <a:extLst>
                <a:ext uri="{FF2B5EF4-FFF2-40B4-BE49-F238E27FC236}">
                  <a16:creationId xmlns:a16="http://schemas.microsoft.com/office/drawing/2014/main" id="{8D674970-A835-4145-8717-D4E55BF166CE}"/>
                </a:ext>
              </a:extLst>
            </p:cNvPr>
            <p:cNvCxnSpPr>
              <a:cxnSpLocks/>
            </p:cNvCxnSpPr>
            <p:nvPr/>
          </p:nvCxnSpPr>
          <p:spPr>
            <a:xfrm>
              <a:off x="4127771" y="4006551"/>
              <a:ext cx="1733507" cy="0"/>
            </a:xfrm>
            <a:prstGeom prst="line">
              <a:avLst/>
            </a:prstGeom>
            <a:ln w="12700"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8" name="직선 연결선 257">
              <a:extLst>
                <a:ext uri="{FF2B5EF4-FFF2-40B4-BE49-F238E27FC236}">
                  <a16:creationId xmlns:a16="http://schemas.microsoft.com/office/drawing/2014/main" id="{AEAF1E53-336D-473B-ACBD-7AC1FC452E61}"/>
                </a:ext>
              </a:extLst>
            </p:cNvPr>
            <p:cNvCxnSpPr/>
            <p:nvPr/>
          </p:nvCxnSpPr>
          <p:spPr>
            <a:xfrm rot="16200000">
              <a:off x="2735086" y="2269640"/>
              <a:ext cx="3471299" cy="0"/>
            </a:xfrm>
            <a:prstGeom prst="line">
              <a:avLst/>
            </a:prstGeom>
            <a:ln w="12700"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66" name="그룹 265">
            <a:extLst>
              <a:ext uri="{FF2B5EF4-FFF2-40B4-BE49-F238E27FC236}">
                <a16:creationId xmlns:a16="http://schemas.microsoft.com/office/drawing/2014/main" id="{74A13A9A-EB49-4005-9DC4-DE2719BC6CB3}"/>
              </a:ext>
            </a:extLst>
          </p:cNvPr>
          <p:cNvGrpSpPr/>
          <p:nvPr/>
        </p:nvGrpSpPr>
        <p:grpSpPr>
          <a:xfrm>
            <a:off x="4943426" y="533990"/>
            <a:ext cx="948050" cy="3472561"/>
            <a:chOff x="4127771" y="533990"/>
            <a:chExt cx="1733507" cy="3472561"/>
          </a:xfrm>
        </p:grpSpPr>
        <p:cxnSp>
          <p:nvCxnSpPr>
            <p:cNvPr id="267" name="직선 연결선 266">
              <a:extLst>
                <a:ext uri="{FF2B5EF4-FFF2-40B4-BE49-F238E27FC236}">
                  <a16:creationId xmlns:a16="http://schemas.microsoft.com/office/drawing/2014/main" id="{93BE3D42-46D0-45FB-AC5E-55FF450AEC05}"/>
                </a:ext>
              </a:extLst>
            </p:cNvPr>
            <p:cNvCxnSpPr/>
            <p:nvPr/>
          </p:nvCxnSpPr>
          <p:spPr>
            <a:xfrm>
              <a:off x="4127771" y="1335350"/>
              <a:ext cx="1733507" cy="0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8" name="직선 연결선 267">
              <a:extLst>
                <a:ext uri="{FF2B5EF4-FFF2-40B4-BE49-F238E27FC236}">
                  <a16:creationId xmlns:a16="http://schemas.microsoft.com/office/drawing/2014/main" id="{4314E2AE-D06E-4B69-98D4-C1F61C11C7C2}"/>
                </a:ext>
              </a:extLst>
            </p:cNvPr>
            <p:cNvCxnSpPr/>
            <p:nvPr/>
          </p:nvCxnSpPr>
          <p:spPr>
            <a:xfrm>
              <a:off x="4127771" y="1602470"/>
              <a:ext cx="1733507" cy="0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9" name="직선 연결선 268">
              <a:extLst>
                <a:ext uri="{FF2B5EF4-FFF2-40B4-BE49-F238E27FC236}">
                  <a16:creationId xmlns:a16="http://schemas.microsoft.com/office/drawing/2014/main" id="{C2569413-6D61-4A03-95D0-8E9CDAE91C84}"/>
                </a:ext>
              </a:extLst>
            </p:cNvPr>
            <p:cNvCxnSpPr/>
            <p:nvPr/>
          </p:nvCxnSpPr>
          <p:spPr>
            <a:xfrm>
              <a:off x="4127771" y="1869590"/>
              <a:ext cx="1733507" cy="0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0" name="직선 연결선 269">
              <a:extLst>
                <a:ext uri="{FF2B5EF4-FFF2-40B4-BE49-F238E27FC236}">
                  <a16:creationId xmlns:a16="http://schemas.microsoft.com/office/drawing/2014/main" id="{53A92EBC-74B8-478D-9157-8E837B64D7F3}"/>
                </a:ext>
              </a:extLst>
            </p:cNvPr>
            <p:cNvCxnSpPr/>
            <p:nvPr/>
          </p:nvCxnSpPr>
          <p:spPr>
            <a:xfrm>
              <a:off x="4127771" y="2136710"/>
              <a:ext cx="1733507" cy="0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1" name="직선 연결선 270">
              <a:extLst>
                <a:ext uri="{FF2B5EF4-FFF2-40B4-BE49-F238E27FC236}">
                  <a16:creationId xmlns:a16="http://schemas.microsoft.com/office/drawing/2014/main" id="{1F61F6AA-41FD-486F-9013-7D5C82F6CBEC}"/>
                </a:ext>
              </a:extLst>
            </p:cNvPr>
            <p:cNvCxnSpPr/>
            <p:nvPr/>
          </p:nvCxnSpPr>
          <p:spPr>
            <a:xfrm>
              <a:off x="4127771" y="2403830"/>
              <a:ext cx="1733507" cy="0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2" name="직선 연결선 271">
              <a:extLst>
                <a:ext uri="{FF2B5EF4-FFF2-40B4-BE49-F238E27FC236}">
                  <a16:creationId xmlns:a16="http://schemas.microsoft.com/office/drawing/2014/main" id="{DFC7DDCA-F606-41D2-9AE5-335BC08D85C4}"/>
                </a:ext>
              </a:extLst>
            </p:cNvPr>
            <p:cNvCxnSpPr/>
            <p:nvPr/>
          </p:nvCxnSpPr>
          <p:spPr>
            <a:xfrm>
              <a:off x="4127771" y="2670950"/>
              <a:ext cx="1733507" cy="0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3" name="직선 연결선 272">
              <a:extLst>
                <a:ext uri="{FF2B5EF4-FFF2-40B4-BE49-F238E27FC236}">
                  <a16:creationId xmlns:a16="http://schemas.microsoft.com/office/drawing/2014/main" id="{1F7EE49E-E749-42A5-A8CA-C703F42CBDE3}"/>
                </a:ext>
              </a:extLst>
            </p:cNvPr>
            <p:cNvCxnSpPr/>
            <p:nvPr/>
          </p:nvCxnSpPr>
          <p:spPr>
            <a:xfrm>
              <a:off x="4127771" y="2938070"/>
              <a:ext cx="1733507" cy="0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4" name="직선 연결선 273">
              <a:extLst>
                <a:ext uri="{FF2B5EF4-FFF2-40B4-BE49-F238E27FC236}">
                  <a16:creationId xmlns:a16="http://schemas.microsoft.com/office/drawing/2014/main" id="{132F4BB1-3BBC-4473-BDAC-B7CABE392A77}"/>
                </a:ext>
              </a:extLst>
            </p:cNvPr>
            <p:cNvCxnSpPr/>
            <p:nvPr/>
          </p:nvCxnSpPr>
          <p:spPr>
            <a:xfrm>
              <a:off x="4127771" y="3205190"/>
              <a:ext cx="1733507" cy="0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5" name="직선 연결선 274">
              <a:extLst>
                <a:ext uri="{FF2B5EF4-FFF2-40B4-BE49-F238E27FC236}">
                  <a16:creationId xmlns:a16="http://schemas.microsoft.com/office/drawing/2014/main" id="{E675C69E-48DE-49A7-88FE-3565E57D9A6A}"/>
                </a:ext>
              </a:extLst>
            </p:cNvPr>
            <p:cNvCxnSpPr/>
            <p:nvPr/>
          </p:nvCxnSpPr>
          <p:spPr>
            <a:xfrm>
              <a:off x="4127771" y="3472310"/>
              <a:ext cx="1733507" cy="0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6" name="직선 연결선 275">
              <a:extLst>
                <a:ext uri="{FF2B5EF4-FFF2-40B4-BE49-F238E27FC236}">
                  <a16:creationId xmlns:a16="http://schemas.microsoft.com/office/drawing/2014/main" id="{93574307-EA80-4014-91AA-B1D2B8E7F5D2}"/>
                </a:ext>
              </a:extLst>
            </p:cNvPr>
            <p:cNvCxnSpPr/>
            <p:nvPr/>
          </p:nvCxnSpPr>
          <p:spPr>
            <a:xfrm>
              <a:off x="4127771" y="3739430"/>
              <a:ext cx="1733507" cy="0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7" name="직선 연결선 276">
              <a:extLst>
                <a:ext uri="{FF2B5EF4-FFF2-40B4-BE49-F238E27FC236}">
                  <a16:creationId xmlns:a16="http://schemas.microsoft.com/office/drawing/2014/main" id="{AD952BF5-EC22-4C89-98E8-C41AF2B09761}"/>
                </a:ext>
              </a:extLst>
            </p:cNvPr>
            <p:cNvCxnSpPr/>
            <p:nvPr/>
          </p:nvCxnSpPr>
          <p:spPr>
            <a:xfrm>
              <a:off x="4127771" y="801110"/>
              <a:ext cx="1733507" cy="0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8" name="직선 연결선 277">
              <a:extLst>
                <a:ext uri="{FF2B5EF4-FFF2-40B4-BE49-F238E27FC236}">
                  <a16:creationId xmlns:a16="http://schemas.microsoft.com/office/drawing/2014/main" id="{AE01C8FF-0D62-49D8-A013-E4A35A07F49C}"/>
                </a:ext>
              </a:extLst>
            </p:cNvPr>
            <p:cNvCxnSpPr/>
            <p:nvPr/>
          </p:nvCxnSpPr>
          <p:spPr>
            <a:xfrm>
              <a:off x="4127771" y="1068230"/>
              <a:ext cx="1733507" cy="0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9" name="직선 연결선 278">
              <a:extLst>
                <a:ext uri="{FF2B5EF4-FFF2-40B4-BE49-F238E27FC236}">
                  <a16:creationId xmlns:a16="http://schemas.microsoft.com/office/drawing/2014/main" id="{16FA0FB7-F1CB-425D-A8FA-73EE29EE988D}"/>
                </a:ext>
              </a:extLst>
            </p:cNvPr>
            <p:cNvCxnSpPr>
              <a:cxnSpLocks/>
            </p:cNvCxnSpPr>
            <p:nvPr/>
          </p:nvCxnSpPr>
          <p:spPr>
            <a:xfrm rot="16200000">
              <a:off x="4125628" y="2269640"/>
              <a:ext cx="3471299" cy="0"/>
            </a:xfrm>
            <a:prstGeom prst="line">
              <a:avLst/>
            </a:prstGeom>
            <a:ln w="12700"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0" name="직선 연결선 279">
              <a:extLst>
                <a:ext uri="{FF2B5EF4-FFF2-40B4-BE49-F238E27FC236}">
                  <a16:creationId xmlns:a16="http://schemas.microsoft.com/office/drawing/2014/main" id="{27BA7372-E11B-45E3-9A01-ED48BB637843}"/>
                </a:ext>
              </a:extLst>
            </p:cNvPr>
            <p:cNvCxnSpPr>
              <a:cxnSpLocks/>
            </p:cNvCxnSpPr>
            <p:nvPr/>
          </p:nvCxnSpPr>
          <p:spPr>
            <a:xfrm rot="16200000">
              <a:off x="2392122" y="2269641"/>
              <a:ext cx="3471299" cy="0"/>
            </a:xfrm>
            <a:prstGeom prst="line">
              <a:avLst/>
            </a:prstGeom>
            <a:ln w="12700"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1" name="직선 연결선 280">
              <a:extLst>
                <a:ext uri="{FF2B5EF4-FFF2-40B4-BE49-F238E27FC236}">
                  <a16:creationId xmlns:a16="http://schemas.microsoft.com/office/drawing/2014/main" id="{CDE4DA2B-C458-46E5-82A2-26B926F1C935}"/>
                </a:ext>
              </a:extLst>
            </p:cNvPr>
            <p:cNvCxnSpPr>
              <a:cxnSpLocks/>
            </p:cNvCxnSpPr>
            <p:nvPr/>
          </p:nvCxnSpPr>
          <p:spPr>
            <a:xfrm>
              <a:off x="4127771" y="533990"/>
              <a:ext cx="1733507" cy="0"/>
            </a:xfrm>
            <a:prstGeom prst="line">
              <a:avLst/>
            </a:prstGeom>
            <a:ln w="12700"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2" name="직선 연결선 281">
              <a:extLst>
                <a:ext uri="{FF2B5EF4-FFF2-40B4-BE49-F238E27FC236}">
                  <a16:creationId xmlns:a16="http://schemas.microsoft.com/office/drawing/2014/main" id="{0B7C10EF-FB51-4123-8734-5B01C84DD0FE}"/>
                </a:ext>
              </a:extLst>
            </p:cNvPr>
            <p:cNvCxnSpPr>
              <a:cxnSpLocks/>
            </p:cNvCxnSpPr>
            <p:nvPr/>
          </p:nvCxnSpPr>
          <p:spPr>
            <a:xfrm>
              <a:off x="4127771" y="4006551"/>
              <a:ext cx="1733507" cy="0"/>
            </a:xfrm>
            <a:prstGeom prst="line">
              <a:avLst/>
            </a:prstGeom>
            <a:ln w="12700"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3" name="직선 연결선 282">
              <a:extLst>
                <a:ext uri="{FF2B5EF4-FFF2-40B4-BE49-F238E27FC236}">
                  <a16:creationId xmlns:a16="http://schemas.microsoft.com/office/drawing/2014/main" id="{D644C05F-FB77-4FE4-A6CA-E84AFFCB4C63}"/>
                </a:ext>
              </a:extLst>
            </p:cNvPr>
            <p:cNvCxnSpPr/>
            <p:nvPr/>
          </p:nvCxnSpPr>
          <p:spPr>
            <a:xfrm rot="16200000">
              <a:off x="2735086" y="2269640"/>
              <a:ext cx="3471299" cy="0"/>
            </a:xfrm>
            <a:prstGeom prst="line">
              <a:avLst/>
            </a:prstGeom>
            <a:ln w="12700"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84" name="그룹 283">
            <a:extLst>
              <a:ext uri="{FF2B5EF4-FFF2-40B4-BE49-F238E27FC236}">
                <a16:creationId xmlns:a16="http://schemas.microsoft.com/office/drawing/2014/main" id="{9259A9F1-0310-458F-9A0C-7B0B0A097C16}"/>
              </a:ext>
            </a:extLst>
          </p:cNvPr>
          <p:cNvGrpSpPr/>
          <p:nvPr/>
        </p:nvGrpSpPr>
        <p:grpSpPr>
          <a:xfrm>
            <a:off x="302419" y="4076745"/>
            <a:ext cx="1733507" cy="3472561"/>
            <a:chOff x="302419" y="533990"/>
            <a:chExt cx="1733507" cy="3472561"/>
          </a:xfrm>
        </p:grpSpPr>
        <p:grpSp>
          <p:nvGrpSpPr>
            <p:cNvPr id="285" name="그룹 284">
              <a:extLst>
                <a:ext uri="{FF2B5EF4-FFF2-40B4-BE49-F238E27FC236}">
                  <a16:creationId xmlns:a16="http://schemas.microsoft.com/office/drawing/2014/main" id="{4B9CBD85-96B3-44ED-91DA-13F4FCCB3EDF}"/>
                </a:ext>
              </a:extLst>
            </p:cNvPr>
            <p:cNvGrpSpPr/>
            <p:nvPr/>
          </p:nvGrpSpPr>
          <p:grpSpPr>
            <a:xfrm>
              <a:off x="382955" y="533990"/>
              <a:ext cx="1574577" cy="3471300"/>
              <a:chOff x="381628" y="533990"/>
              <a:chExt cx="1574577" cy="3471300"/>
            </a:xfrm>
          </p:grpSpPr>
          <p:cxnSp>
            <p:nvCxnSpPr>
              <p:cNvPr id="301" name="직선 연결선 300">
                <a:extLst>
                  <a:ext uri="{FF2B5EF4-FFF2-40B4-BE49-F238E27FC236}">
                    <a16:creationId xmlns:a16="http://schemas.microsoft.com/office/drawing/2014/main" id="{C4676D67-8299-4F13-9BE1-63AF758694C5}"/>
                  </a:ext>
                </a:extLst>
              </p:cNvPr>
              <p:cNvCxnSpPr/>
              <p:nvPr/>
            </p:nvCxnSpPr>
            <p:spPr>
              <a:xfrm rot="16200000">
                <a:off x="-1091593" y="2269640"/>
                <a:ext cx="3471299" cy="0"/>
              </a:xfrm>
              <a:prstGeom prst="line">
                <a:avLst/>
              </a:prstGeom>
              <a:ln>
                <a:solidFill>
                  <a:schemeClr val="bg1">
                    <a:lumMod val="9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02" name="직선 연결선 301">
                <a:extLst>
                  <a:ext uri="{FF2B5EF4-FFF2-40B4-BE49-F238E27FC236}">
                    <a16:creationId xmlns:a16="http://schemas.microsoft.com/office/drawing/2014/main" id="{982714FB-D15B-494B-A496-D97E33F4B60A}"/>
                  </a:ext>
                </a:extLst>
              </p:cNvPr>
              <p:cNvCxnSpPr/>
              <p:nvPr/>
            </p:nvCxnSpPr>
            <p:spPr>
              <a:xfrm rot="16200000">
                <a:off x="-829164" y="2269640"/>
                <a:ext cx="3471299" cy="0"/>
              </a:xfrm>
              <a:prstGeom prst="line">
                <a:avLst/>
              </a:prstGeom>
              <a:ln>
                <a:solidFill>
                  <a:schemeClr val="bg1">
                    <a:lumMod val="9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03" name="직선 연결선 302">
                <a:extLst>
                  <a:ext uri="{FF2B5EF4-FFF2-40B4-BE49-F238E27FC236}">
                    <a16:creationId xmlns:a16="http://schemas.microsoft.com/office/drawing/2014/main" id="{BCC73521-88ED-4761-9108-9AEC1F0244C9}"/>
                  </a:ext>
                </a:extLst>
              </p:cNvPr>
              <p:cNvCxnSpPr/>
              <p:nvPr/>
            </p:nvCxnSpPr>
            <p:spPr>
              <a:xfrm rot="16200000">
                <a:off x="-566735" y="2269640"/>
                <a:ext cx="3471299" cy="0"/>
              </a:xfrm>
              <a:prstGeom prst="line">
                <a:avLst/>
              </a:prstGeom>
              <a:ln>
                <a:solidFill>
                  <a:schemeClr val="bg1">
                    <a:lumMod val="9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04" name="직선 연결선 303">
                <a:extLst>
                  <a:ext uri="{FF2B5EF4-FFF2-40B4-BE49-F238E27FC236}">
                    <a16:creationId xmlns:a16="http://schemas.microsoft.com/office/drawing/2014/main" id="{D2443032-5A22-4803-B1A3-D75448C843AF}"/>
                  </a:ext>
                </a:extLst>
              </p:cNvPr>
              <p:cNvCxnSpPr/>
              <p:nvPr/>
            </p:nvCxnSpPr>
            <p:spPr>
              <a:xfrm rot="16200000">
                <a:off x="-304306" y="2269640"/>
                <a:ext cx="3471299" cy="0"/>
              </a:xfrm>
              <a:prstGeom prst="line">
                <a:avLst/>
              </a:prstGeom>
              <a:ln>
                <a:solidFill>
                  <a:schemeClr val="bg1">
                    <a:lumMod val="9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05" name="직선 연결선 304">
                <a:extLst>
                  <a:ext uri="{FF2B5EF4-FFF2-40B4-BE49-F238E27FC236}">
                    <a16:creationId xmlns:a16="http://schemas.microsoft.com/office/drawing/2014/main" id="{B68548BF-6C73-42AA-B9B4-544CA3C87EAD}"/>
                  </a:ext>
                </a:extLst>
              </p:cNvPr>
              <p:cNvCxnSpPr/>
              <p:nvPr/>
            </p:nvCxnSpPr>
            <p:spPr>
              <a:xfrm rot="16200000">
                <a:off x="-41877" y="2269640"/>
                <a:ext cx="3471299" cy="0"/>
              </a:xfrm>
              <a:prstGeom prst="line">
                <a:avLst/>
              </a:prstGeom>
              <a:ln>
                <a:solidFill>
                  <a:schemeClr val="bg1">
                    <a:lumMod val="9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06" name="직선 연결선 305">
                <a:extLst>
                  <a:ext uri="{FF2B5EF4-FFF2-40B4-BE49-F238E27FC236}">
                    <a16:creationId xmlns:a16="http://schemas.microsoft.com/office/drawing/2014/main" id="{1FA3ECD3-1988-4D63-B01C-2B0BBDF6F818}"/>
                  </a:ext>
                </a:extLst>
              </p:cNvPr>
              <p:cNvCxnSpPr/>
              <p:nvPr/>
            </p:nvCxnSpPr>
            <p:spPr>
              <a:xfrm rot="16200000">
                <a:off x="220555" y="2269640"/>
                <a:ext cx="3471299" cy="0"/>
              </a:xfrm>
              <a:prstGeom prst="line">
                <a:avLst/>
              </a:prstGeom>
              <a:ln>
                <a:solidFill>
                  <a:schemeClr val="bg1">
                    <a:lumMod val="9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07" name="직선 연결선 306">
                <a:extLst>
                  <a:ext uri="{FF2B5EF4-FFF2-40B4-BE49-F238E27FC236}">
                    <a16:creationId xmlns:a16="http://schemas.microsoft.com/office/drawing/2014/main" id="{D30C5E41-5746-405C-9C8F-E55543DA9112}"/>
                  </a:ext>
                </a:extLst>
              </p:cNvPr>
              <p:cNvCxnSpPr/>
              <p:nvPr/>
            </p:nvCxnSpPr>
            <p:spPr>
              <a:xfrm rot="16200000">
                <a:off x="-1354022" y="2269641"/>
                <a:ext cx="3471299" cy="0"/>
              </a:xfrm>
              <a:prstGeom prst="line">
                <a:avLst/>
              </a:prstGeom>
              <a:ln>
                <a:solidFill>
                  <a:schemeClr val="bg1">
                    <a:lumMod val="9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286" name="그룹 285">
              <a:extLst>
                <a:ext uri="{FF2B5EF4-FFF2-40B4-BE49-F238E27FC236}">
                  <a16:creationId xmlns:a16="http://schemas.microsoft.com/office/drawing/2014/main" id="{BE550736-2942-4B91-BADB-8451966394D7}"/>
                </a:ext>
              </a:extLst>
            </p:cNvPr>
            <p:cNvGrpSpPr/>
            <p:nvPr/>
          </p:nvGrpSpPr>
          <p:grpSpPr>
            <a:xfrm>
              <a:off x="302419" y="533990"/>
              <a:ext cx="1733507" cy="3472561"/>
              <a:chOff x="302419" y="533990"/>
              <a:chExt cx="1733507" cy="3472561"/>
            </a:xfrm>
          </p:grpSpPr>
          <p:cxnSp>
            <p:nvCxnSpPr>
              <p:cNvPr id="287" name="직선 연결선 286">
                <a:extLst>
                  <a:ext uri="{FF2B5EF4-FFF2-40B4-BE49-F238E27FC236}">
                    <a16:creationId xmlns:a16="http://schemas.microsoft.com/office/drawing/2014/main" id="{9A3711FE-0FB3-436E-A016-25CA172E9EBA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02419" y="533990"/>
                <a:ext cx="1733507" cy="0"/>
              </a:xfrm>
              <a:prstGeom prst="line">
                <a:avLst/>
              </a:prstGeom>
              <a:ln>
                <a:solidFill>
                  <a:schemeClr val="bg1">
                    <a:lumMod val="9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88" name="직선 연결선 287">
                <a:extLst>
                  <a:ext uri="{FF2B5EF4-FFF2-40B4-BE49-F238E27FC236}">
                    <a16:creationId xmlns:a16="http://schemas.microsoft.com/office/drawing/2014/main" id="{F7722453-F775-40E0-810C-206E07F4C7AE}"/>
                  </a:ext>
                </a:extLst>
              </p:cNvPr>
              <p:cNvCxnSpPr/>
              <p:nvPr/>
            </p:nvCxnSpPr>
            <p:spPr>
              <a:xfrm>
                <a:off x="302419" y="1335350"/>
                <a:ext cx="1733507" cy="0"/>
              </a:xfrm>
              <a:prstGeom prst="line">
                <a:avLst/>
              </a:prstGeom>
              <a:ln>
                <a:solidFill>
                  <a:schemeClr val="bg1">
                    <a:lumMod val="9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89" name="직선 연결선 288">
                <a:extLst>
                  <a:ext uri="{FF2B5EF4-FFF2-40B4-BE49-F238E27FC236}">
                    <a16:creationId xmlns:a16="http://schemas.microsoft.com/office/drawing/2014/main" id="{DB2D76A7-222D-475B-84BD-497B7EFB8AAE}"/>
                  </a:ext>
                </a:extLst>
              </p:cNvPr>
              <p:cNvCxnSpPr/>
              <p:nvPr/>
            </p:nvCxnSpPr>
            <p:spPr>
              <a:xfrm>
                <a:off x="302419" y="1602470"/>
                <a:ext cx="1733507" cy="0"/>
              </a:xfrm>
              <a:prstGeom prst="line">
                <a:avLst/>
              </a:prstGeom>
              <a:ln>
                <a:solidFill>
                  <a:schemeClr val="bg1">
                    <a:lumMod val="9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90" name="직선 연결선 289">
                <a:extLst>
                  <a:ext uri="{FF2B5EF4-FFF2-40B4-BE49-F238E27FC236}">
                    <a16:creationId xmlns:a16="http://schemas.microsoft.com/office/drawing/2014/main" id="{00B49DED-051B-4D60-A303-0D33FFB389EA}"/>
                  </a:ext>
                </a:extLst>
              </p:cNvPr>
              <p:cNvCxnSpPr/>
              <p:nvPr/>
            </p:nvCxnSpPr>
            <p:spPr>
              <a:xfrm>
                <a:off x="302419" y="1869590"/>
                <a:ext cx="1733507" cy="0"/>
              </a:xfrm>
              <a:prstGeom prst="line">
                <a:avLst/>
              </a:prstGeom>
              <a:ln>
                <a:solidFill>
                  <a:schemeClr val="bg1">
                    <a:lumMod val="9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91" name="직선 연결선 290">
                <a:extLst>
                  <a:ext uri="{FF2B5EF4-FFF2-40B4-BE49-F238E27FC236}">
                    <a16:creationId xmlns:a16="http://schemas.microsoft.com/office/drawing/2014/main" id="{CCDD8EF0-E6B9-4EC3-9645-75F5C2C761E8}"/>
                  </a:ext>
                </a:extLst>
              </p:cNvPr>
              <p:cNvCxnSpPr/>
              <p:nvPr/>
            </p:nvCxnSpPr>
            <p:spPr>
              <a:xfrm>
                <a:off x="302419" y="2136710"/>
                <a:ext cx="1733507" cy="0"/>
              </a:xfrm>
              <a:prstGeom prst="line">
                <a:avLst/>
              </a:prstGeom>
              <a:ln>
                <a:solidFill>
                  <a:schemeClr val="bg1">
                    <a:lumMod val="9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92" name="직선 연결선 291">
                <a:extLst>
                  <a:ext uri="{FF2B5EF4-FFF2-40B4-BE49-F238E27FC236}">
                    <a16:creationId xmlns:a16="http://schemas.microsoft.com/office/drawing/2014/main" id="{07BBB071-50A2-4294-BD9F-ADCE639D4A46}"/>
                  </a:ext>
                </a:extLst>
              </p:cNvPr>
              <p:cNvCxnSpPr/>
              <p:nvPr/>
            </p:nvCxnSpPr>
            <p:spPr>
              <a:xfrm>
                <a:off x="302419" y="2403830"/>
                <a:ext cx="1733507" cy="0"/>
              </a:xfrm>
              <a:prstGeom prst="line">
                <a:avLst/>
              </a:prstGeom>
              <a:ln>
                <a:solidFill>
                  <a:schemeClr val="bg1">
                    <a:lumMod val="9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93" name="직선 연결선 292">
                <a:extLst>
                  <a:ext uri="{FF2B5EF4-FFF2-40B4-BE49-F238E27FC236}">
                    <a16:creationId xmlns:a16="http://schemas.microsoft.com/office/drawing/2014/main" id="{AADCBB19-657D-4427-8DF0-E075B215897D}"/>
                  </a:ext>
                </a:extLst>
              </p:cNvPr>
              <p:cNvCxnSpPr/>
              <p:nvPr/>
            </p:nvCxnSpPr>
            <p:spPr>
              <a:xfrm>
                <a:off x="302419" y="2670950"/>
                <a:ext cx="1733507" cy="0"/>
              </a:xfrm>
              <a:prstGeom prst="line">
                <a:avLst/>
              </a:prstGeom>
              <a:ln>
                <a:solidFill>
                  <a:schemeClr val="bg1">
                    <a:lumMod val="9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94" name="직선 연결선 293">
                <a:extLst>
                  <a:ext uri="{FF2B5EF4-FFF2-40B4-BE49-F238E27FC236}">
                    <a16:creationId xmlns:a16="http://schemas.microsoft.com/office/drawing/2014/main" id="{7160CCF2-4BA3-40AD-B38E-220AC215780A}"/>
                  </a:ext>
                </a:extLst>
              </p:cNvPr>
              <p:cNvCxnSpPr/>
              <p:nvPr/>
            </p:nvCxnSpPr>
            <p:spPr>
              <a:xfrm>
                <a:off x="302419" y="2938070"/>
                <a:ext cx="1733507" cy="0"/>
              </a:xfrm>
              <a:prstGeom prst="line">
                <a:avLst/>
              </a:prstGeom>
              <a:ln>
                <a:solidFill>
                  <a:schemeClr val="bg1">
                    <a:lumMod val="9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95" name="직선 연결선 294">
                <a:extLst>
                  <a:ext uri="{FF2B5EF4-FFF2-40B4-BE49-F238E27FC236}">
                    <a16:creationId xmlns:a16="http://schemas.microsoft.com/office/drawing/2014/main" id="{ED938B1D-C471-4964-AC9F-3A5C68F08639}"/>
                  </a:ext>
                </a:extLst>
              </p:cNvPr>
              <p:cNvCxnSpPr/>
              <p:nvPr/>
            </p:nvCxnSpPr>
            <p:spPr>
              <a:xfrm>
                <a:off x="302419" y="3205190"/>
                <a:ext cx="1733507" cy="0"/>
              </a:xfrm>
              <a:prstGeom prst="line">
                <a:avLst/>
              </a:prstGeom>
              <a:ln>
                <a:solidFill>
                  <a:schemeClr val="bg1">
                    <a:lumMod val="9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96" name="직선 연결선 295">
                <a:extLst>
                  <a:ext uri="{FF2B5EF4-FFF2-40B4-BE49-F238E27FC236}">
                    <a16:creationId xmlns:a16="http://schemas.microsoft.com/office/drawing/2014/main" id="{B12E67CB-1FBD-4A2D-B6E5-F1405793D6E9}"/>
                  </a:ext>
                </a:extLst>
              </p:cNvPr>
              <p:cNvCxnSpPr/>
              <p:nvPr/>
            </p:nvCxnSpPr>
            <p:spPr>
              <a:xfrm>
                <a:off x="302419" y="3472310"/>
                <a:ext cx="1733507" cy="0"/>
              </a:xfrm>
              <a:prstGeom prst="line">
                <a:avLst/>
              </a:prstGeom>
              <a:ln>
                <a:solidFill>
                  <a:schemeClr val="bg1">
                    <a:lumMod val="9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97" name="직선 연결선 296">
                <a:extLst>
                  <a:ext uri="{FF2B5EF4-FFF2-40B4-BE49-F238E27FC236}">
                    <a16:creationId xmlns:a16="http://schemas.microsoft.com/office/drawing/2014/main" id="{584C642A-83D1-4CC9-A481-89F114C0E8D4}"/>
                  </a:ext>
                </a:extLst>
              </p:cNvPr>
              <p:cNvCxnSpPr/>
              <p:nvPr/>
            </p:nvCxnSpPr>
            <p:spPr>
              <a:xfrm>
                <a:off x="302419" y="3739430"/>
                <a:ext cx="1733507" cy="0"/>
              </a:xfrm>
              <a:prstGeom prst="line">
                <a:avLst/>
              </a:prstGeom>
              <a:ln>
                <a:solidFill>
                  <a:schemeClr val="bg1">
                    <a:lumMod val="9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98" name="직선 연결선 297">
                <a:extLst>
                  <a:ext uri="{FF2B5EF4-FFF2-40B4-BE49-F238E27FC236}">
                    <a16:creationId xmlns:a16="http://schemas.microsoft.com/office/drawing/2014/main" id="{B117D661-DD9C-46CA-BC96-8D7F5B7BABB4}"/>
                  </a:ext>
                </a:extLst>
              </p:cNvPr>
              <p:cNvCxnSpPr/>
              <p:nvPr/>
            </p:nvCxnSpPr>
            <p:spPr>
              <a:xfrm>
                <a:off x="302419" y="801110"/>
                <a:ext cx="1733507" cy="0"/>
              </a:xfrm>
              <a:prstGeom prst="line">
                <a:avLst/>
              </a:prstGeom>
              <a:ln>
                <a:solidFill>
                  <a:schemeClr val="bg1">
                    <a:lumMod val="9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99" name="직선 연결선 298">
                <a:extLst>
                  <a:ext uri="{FF2B5EF4-FFF2-40B4-BE49-F238E27FC236}">
                    <a16:creationId xmlns:a16="http://schemas.microsoft.com/office/drawing/2014/main" id="{FC900E11-5F51-4FEA-8994-CDF6BE54D833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02419" y="4006551"/>
                <a:ext cx="1733507" cy="0"/>
              </a:xfrm>
              <a:prstGeom prst="line">
                <a:avLst/>
              </a:prstGeom>
              <a:ln>
                <a:solidFill>
                  <a:schemeClr val="bg1">
                    <a:lumMod val="9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00" name="직선 연결선 299">
                <a:extLst>
                  <a:ext uri="{FF2B5EF4-FFF2-40B4-BE49-F238E27FC236}">
                    <a16:creationId xmlns:a16="http://schemas.microsoft.com/office/drawing/2014/main" id="{7943BF74-607B-44B5-B394-6C1756B0C293}"/>
                  </a:ext>
                </a:extLst>
              </p:cNvPr>
              <p:cNvCxnSpPr/>
              <p:nvPr/>
            </p:nvCxnSpPr>
            <p:spPr>
              <a:xfrm>
                <a:off x="302419" y="1068230"/>
                <a:ext cx="1733507" cy="0"/>
              </a:xfrm>
              <a:prstGeom prst="line">
                <a:avLst/>
              </a:prstGeom>
              <a:ln>
                <a:solidFill>
                  <a:schemeClr val="bg1">
                    <a:lumMod val="9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sp>
        <p:nvSpPr>
          <p:cNvPr id="308" name="사각형: 둥근 모서리 307">
            <a:extLst>
              <a:ext uri="{FF2B5EF4-FFF2-40B4-BE49-F238E27FC236}">
                <a16:creationId xmlns:a16="http://schemas.microsoft.com/office/drawing/2014/main" id="{BBE82F9F-E762-47DD-9548-77B9554950A5}"/>
              </a:ext>
            </a:extLst>
          </p:cNvPr>
          <p:cNvSpPr/>
          <p:nvPr/>
        </p:nvSpPr>
        <p:spPr>
          <a:xfrm>
            <a:off x="302419" y="4076745"/>
            <a:ext cx="1735648" cy="3471297"/>
          </a:xfrm>
          <a:prstGeom prst="roundRect">
            <a:avLst>
              <a:gd name="adj" fmla="val 4274"/>
            </a:avLst>
          </a:prstGeom>
          <a:ln w="12700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309" name="그룹 308">
            <a:extLst>
              <a:ext uri="{FF2B5EF4-FFF2-40B4-BE49-F238E27FC236}">
                <a16:creationId xmlns:a16="http://schemas.microsoft.com/office/drawing/2014/main" id="{E589F87D-F317-45F0-961D-9E60AD403852}"/>
              </a:ext>
            </a:extLst>
          </p:cNvPr>
          <p:cNvGrpSpPr/>
          <p:nvPr/>
        </p:nvGrpSpPr>
        <p:grpSpPr>
          <a:xfrm>
            <a:off x="3140286" y="4076745"/>
            <a:ext cx="1735648" cy="3472561"/>
            <a:chOff x="302419" y="533990"/>
            <a:chExt cx="1735648" cy="3472561"/>
          </a:xfrm>
        </p:grpSpPr>
        <p:grpSp>
          <p:nvGrpSpPr>
            <p:cNvPr id="310" name="그룹 309">
              <a:extLst>
                <a:ext uri="{FF2B5EF4-FFF2-40B4-BE49-F238E27FC236}">
                  <a16:creationId xmlns:a16="http://schemas.microsoft.com/office/drawing/2014/main" id="{AE78F1DE-5025-4D35-8FE5-EFAA0A118CB6}"/>
                </a:ext>
              </a:extLst>
            </p:cNvPr>
            <p:cNvGrpSpPr/>
            <p:nvPr/>
          </p:nvGrpSpPr>
          <p:grpSpPr>
            <a:xfrm>
              <a:off x="302419" y="533990"/>
              <a:ext cx="1733507" cy="3472561"/>
              <a:chOff x="302419" y="533990"/>
              <a:chExt cx="1733507" cy="3472561"/>
            </a:xfrm>
          </p:grpSpPr>
          <p:grpSp>
            <p:nvGrpSpPr>
              <p:cNvPr id="312" name="그룹 311">
                <a:extLst>
                  <a:ext uri="{FF2B5EF4-FFF2-40B4-BE49-F238E27FC236}">
                    <a16:creationId xmlns:a16="http://schemas.microsoft.com/office/drawing/2014/main" id="{52F7EFDD-0E73-4F12-873F-0A969D6AF5F5}"/>
                  </a:ext>
                </a:extLst>
              </p:cNvPr>
              <p:cNvGrpSpPr/>
              <p:nvPr/>
            </p:nvGrpSpPr>
            <p:grpSpPr>
              <a:xfrm>
                <a:off x="382955" y="533990"/>
                <a:ext cx="1574577" cy="3471300"/>
                <a:chOff x="381628" y="533990"/>
                <a:chExt cx="1574577" cy="3471300"/>
              </a:xfrm>
            </p:grpSpPr>
            <p:cxnSp>
              <p:nvCxnSpPr>
                <p:cNvPr id="328" name="직선 연결선 327">
                  <a:extLst>
                    <a:ext uri="{FF2B5EF4-FFF2-40B4-BE49-F238E27FC236}">
                      <a16:creationId xmlns:a16="http://schemas.microsoft.com/office/drawing/2014/main" id="{7A416D80-2FBE-4CE3-9B43-D2F8B566F92D}"/>
                    </a:ext>
                  </a:extLst>
                </p:cNvPr>
                <p:cNvCxnSpPr/>
                <p:nvPr/>
              </p:nvCxnSpPr>
              <p:spPr>
                <a:xfrm rot="16200000">
                  <a:off x="-1091593" y="2269640"/>
                  <a:ext cx="3471299" cy="0"/>
                </a:xfrm>
                <a:prstGeom prst="line">
                  <a:avLst/>
                </a:prstGeom>
                <a:ln>
                  <a:solidFill>
                    <a:schemeClr val="bg1">
                      <a:lumMod val="9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29" name="직선 연결선 328">
                  <a:extLst>
                    <a:ext uri="{FF2B5EF4-FFF2-40B4-BE49-F238E27FC236}">
                      <a16:creationId xmlns:a16="http://schemas.microsoft.com/office/drawing/2014/main" id="{122FF190-5A72-48D7-B6F0-642DCC2E0490}"/>
                    </a:ext>
                  </a:extLst>
                </p:cNvPr>
                <p:cNvCxnSpPr/>
                <p:nvPr/>
              </p:nvCxnSpPr>
              <p:spPr>
                <a:xfrm rot="16200000">
                  <a:off x="-829164" y="2269640"/>
                  <a:ext cx="3471299" cy="0"/>
                </a:xfrm>
                <a:prstGeom prst="line">
                  <a:avLst/>
                </a:prstGeom>
                <a:ln>
                  <a:solidFill>
                    <a:schemeClr val="bg1">
                      <a:lumMod val="9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30" name="직선 연결선 329">
                  <a:extLst>
                    <a:ext uri="{FF2B5EF4-FFF2-40B4-BE49-F238E27FC236}">
                      <a16:creationId xmlns:a16="http://schemas.microsoft.com/office/drawing/2014/main" id="{06451E94-A05C-45EB-9F8F-BE1B62C681DD}"/>
                    </a:ext>
                  </a:extLst>
                </p:cNvPr>
                <p:cNvCxnSpPr/>
                <p:nvPr/>
              </p:nvCxnSpPr>
              <p:spPr>
                <a:xfrm rot="16200000">
                  <a:off x="-566735" y="2269640"/>
                  <a:ext cx="3471299" cy="0"/>
                </a:xfrm>
                <a:prstGeom prst="line">
                  <a:avLst/>
                </a:prstGeom>
                <a:ln>
                  <a:solidFill>
                    <a:schemeClr val="bg1">
                      <a:lumMod val="9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31" name="직선 연결선 330">
                  <a:extLst>
                    <a:ext uri="{FF2B5EF4-FFF2-40B4-BE49-F238E27FC236}">
                      <a16:creationId xmlns:a16="http://schemas.microsoft.com/office/drawing/2014/main" id="{E507D6ED-7BDB-422C-9B44-640C48C1D598}"/>
                    </a:ext>
                  </a:extLst>
                </p:cNvPr>
                <p:cNvCxnSpPr/>
                <p:nvPr/>
              </p:nvCxnSpPr>
              <p:spPr>
                <a:xfrm rot="16200000">
                  <a:off x="-304306" y="2269640"/>
                  <a:ext cx="3471299" cy="0"/>
                </a:xfrm>
                <a:prstGeom prst="line">
                  <a:avLst/>
                </a:prstGeom>
                <a:ln>
                  <a:solidFill>
                    <a:schemeClr val="bg1">
                      <a:lumMod val="9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32" name="직선 연결선 331">
                  <a:extLst>
                    <a:ext uri="{FF2B5EF4-FFF2-40B4-BE49-F238E27FC236}">
                      <a16:creationId xmlns:a16="http://schemas.microsoft.com/office/drawing/2014/main" id="{0337CE88-0030-4FF7-8688-CB7146544C44}"/>
                    </a:ext>
                  </a:extLst>
                </p:cNvPr>
                <p:cNvCxnSpPr/>
                <p:nvPr/>
              </p:nvCxnSpPr>
              <p:spPr>
                <a:xfrm rot="16200000">
                  <a:off x="-41877" y="2269640"/>
                  <a:ext cx="3471299" cy="0"/>
                </a:xfrm>
                <a:prstGeom prst="line">
                  <a:avLst/>
                </a:prstGeom>
                <a:ln>
                  <a:solidFill>
                    <a:schemeClr val="bg1">
                      <a:lumMod val="9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33" name="직선 연결선 332">
                  <a:extLst>
                    <a:ext uri="{FF2B5EF4-FFF2-40B4-BE49-F238E27FC236}">
                      <a16:creationId xmlns:a16="http://schemas.microsoft.com/office/drawing/2014/main" id="{50621C68-E7CD-4997-B534-4637B7332472}"/>
                    </a:ext>
                  </a:extLst>
                </p:cNvPr>
                <p:cNvCxnSpPr/>
                <p:nvPr/>
              </p:nvCxnSpPr>
              <p:spPr>
                <a:xfrm rot="16200000">
                  <a:off x="220555" y="2269640"/>
                  <a:ext cx="3471299" cy="0"/>
                </a:xfrm>
                <a:prstGeom prst="line">
                  <a:avLst/>
                </a:prstGeom>
                <a:ln>
                  <a:solidFill>
                    <a:schemeClr val="bg1">
                      <a:lumMod val="9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34" name="직선 연결선 333">
                  <a:extLst>
                    <a:ext uri="{FF2B5EF4-FFF2-40B4-BE49-F238E27FC236}">
                      <a16:creationId xmlns:a16="http://schemas.microsoft.com/office/drawing/2014/main" id="{65242B7E-BFC4-4A7D-B97D-2AFE31CE15C8}"/>
                    </a:ext>
                  </a:extLst>
                </p:cNvPr>
                <p:cNvCxnSpPr/>
                <p:nvPr/>
              </p:nvCxnSpPr>
              <p:spPr>
                <a:xfrm rot="16200000">
                  <a:off x="-1354022" y="2269641"/>
                  <a:ext cx="3471299" cy="0"/>
                </a:xfrm>
                <a:prstGeom prst="line">
                  <a:avLst/>
                </a:prstGeom>
                <a:ln>
                  <a:solidFill>
                    <a:schemeClr val="bg1">
                      <a:lumMod val="9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313" name="그룹 312">
                <a:extLst>
                  <a:ext uri="{FF2B5EF4-FFF2-40B4-BE49-F238E27FC236}">
                    <a16:creationId xmlns:a16="http://schemas.microsoft.com/office/drawing/2014/main" id="{2BCC281F-C0BA-44B9-88B2-F6D96E2E33FF}"/>
                  </a:ext>
                </a:extLst>
              </p:cNvPr>
              <p:cNvGrpSpPr/>
              <p:nvPr/>
            </p:nvGrpSpPr>
            <p:grpSpPr>
              <a:xfrm>
                <a:off x="302419" y="533990"/>
                <a:ext cx="1733507" cy="3472561"/>
                <a:chOff x="302419" y="533990"/>
                <a:chExt cx="1733507" cy="3472561"/>
              </a:xfrm>
            </p:grpSpPr>
            <p:cxnSp>
              <p:nvCxnSpPr>
                <p:cNvPr id="314" name="직선 연결선 313">
                  <a:extLst>
                    <a:ext uri="{FF2B5EF4-FFF2-40B4-BE49-F238E27FC236}">
                      <a16:creationId xmlns:a16="http://schemas.microsoft.com/office/drawing/2014/main" id="{4335EE01-3BC7-4D3F-B31F-27AEB3E19394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302419" y="533990"/>
                  <a:ext cx="1733507" cy="0"/>
                </a:xfrm>
                <a:prstGeom prst="line">
                  <a:avLst/>
                </a:prstGeom>
                <a:ln>
                  <a:solidFill>
                    <a:schemeClr val="bg1">
                      <a:lumMod val="9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15" name="직선 연결선 314">
                  <a:extLst>
                    <a:ext uri="{FF2B5EF4-FFF2-40B4-BE49-F238E27FC236}">
                      <a16:creationId xmlns:a16="http://schemas.microsoft.com/office/drawing/2014/main" id="{750D09FD-CF65-4414-96BA-E3A4C0225D3A}"/>
                    </a:ext>
                  </a:extLst>
                </p:cNvPr>
                <p:cNvCxnSpPr/>
                <p:nvPr/>
              </p:nvCxnSpPr>
              <p:spPr>
                <a:xfrm>
                  <a:off x="302419" y="1335350"/>
                  <a:ext cx="1733507" cy="0"/>
                </a:xfrm>
                <a:prstGeom prst="line">
                  <a:avLst/>
                </a:prstGeom>
                <a:ln>
                  <a:solidFill>
                    <a:schemeClr val="bg1">
                      <a:lumMod val="9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16" name="직선 연결선 315">
                  <a:extLst>
                    <a:ext uri="{FF2B5EF4-FFF2-40B4-BE49-F238E27FC236}">
                      <a16:creationId xmlns:a16="http://schemas.microsoft.com/office/drawing/2014/main" id="{71FC9C40-915B-4B4D-B404-49FAD0F410EF}"/>
                    </a:ext>
                  </a:extLst>
                </p:cNvPr>
                <p:cNvCxnSpPr/>
                <p:nvPr/>
              </p:nvCxnSpPr>
              <p:spPr>
                <a:xfrm>
                  <a:off x="302419" y="1602470"/>
                  <a:ext cx="1733507" cy="0"/>
                </a:xfrm>
                <a:prstGeom prst="line">
                  <a:avLst/>
                </a:prstGeom>
                <a:ln>
                  <a:solidFill>
                    <a:schemeClr val="bg1">
                      <a:lumMod val="9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17" name="직선 연결선 316">
                  <a:extLst>
                    <a:ext uri="{FF2B5EF4-FFF2-40B4-BE49-F238E27FC236}">
                      <a16:creationId xmlns:a16="http://schemas.microsoft.com/office/drawing/2014/main" id="{E11AA85D-F1AF-44F3-963E-D76A04C5FBAA}"/>
                    </a:ext>
                  </a:extLst>
                </p:cNvPr>
                <p:cNvCxnSpPr/>
                <p:nvPr/>
              </p:nvCxnSpPr>
              <p:spPr>
                <a:xfrm>
                  <a:off x="302419" y="1869590"/>
                  <a:ext cx="1733507" cy="0"/>
                </a:xfrm>
                <a:prstGeom prst="line">
                  <a:avLst/>
                </a:prstGeom>
                <a:ln>
                  <a:solidFill>
                    <a:schemeClr val="bg1">
                      <a:lumMod val="9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18" name="직선 연결선 317">
                  <a:extLst>
                    <a:ext uri="{FF2B5EF4-FFF2-40B4-BE49-F238E27FC236}">
                      <a16:creationId xmlns:a16="http://schemas.microsoft.com/office/drawing/2014/main" id="{8E96F5C7-0045-404E-A689-CE78F51FC8EE}"/>
                    </a:ext>
                  </a:extLst>
                </p:cNvPr>
                <p:cNvCxnSpPr/>
                <p:nvPr/>
              </p:nvCxnSpPr>
              <p:spPr>
                <a:xfrm>
                  <a:off x="302419" y="2136710"/>
                  <a:ext cx="1733507" cy="0"/>
                </a:xfrm>
                <a:prstGeom prst="line">
                  <a:avLst/>
                </a:prstGeom>
                <a:ln>
                  <a:solidFill>
                    <a:schemeClr val="bg1">
                      <a:lumMod val="9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19" name="직선 연결선 318">
                  <a:extLst>
                    <a:ext uri="{FF2B5EF4-FFF2-40B4-BE49-F238E27FC236}">
                      <a16:creationId xmlns:a16="http://schemas.microsoft.com/office/drawing/2014/main" id="{3169BB89-FB48-4C3E-AD48-E3163FAD88E6}"/>
                    </a:ext>
                  </a:extLst>
                </p:cNvPr>
                <p:cNvCxnSpPr/>
                <p:nvPr/>
              </p:nvCxnSpPr>
              <p:spPr>
                <a:xfrm>
                  <a:off x="302419" y="2403830"/>
                  <a:ext cx="1733507" cy="0"/>
                </a:xfrm>
                <a:prstGeom prst="line">
                  <a:avLst/>
                </a:prstGeom>
                <a:ln>
                  <a:solidFill>
                    <a:schemeClr val="bg1">
                      <a:lumMod val="9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20" name="직선 연결선 319">
                  <a:extLst>
                    <a:ext uri="{FF2B5EF4-FFF2-40B4-BE49-F238E27FC236}">
                      <a16:creationId xmlns:a16="http://schemas.microsoft.com/office/drawing/2014/main" id="{3E0370A9-2F37-4E28-A3FF-C3BA807C11A0}"/>
                    </a:ext>
                  </a:extLst>
                </p:cNvPr>
                <p:cNvCxnSpPr/>
                <p:nvPr/>
              </p:nvCxnSpPr>
              <p:spPr>
                <a:xfrm>
                  <a:off x="302419" y="2670950"/>
                  <a:ext cx="1733507" cy="0"/>
                </a:xfrm>
                <a:prstGeom prst="line">
                  <a:avLst/>
                </a:prstGeom>
                <a:ln>
                  <a:solidFill>
                    <a:schemeClr val="bg1">
                      <a:lumMod val="9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21" name="직선 연결선 320">
                  <a:extLst>
                    <a:ext uri="{FF2B5EF4-FFF2-40B4-BE49-F238E27FC236}">
                      <a16:creationId xmlns:a16="http://schemas.microsoft.com/office/drawing/2014/main" id="{F3EE6B65-4BCD-4E88-8D41-4F47DBED5FAF}"/>
                    </a:ext>
                  </a:extLst>
                </p:cNvPr>
                <p:cNvCxnSpPr/>
                <p:nvPr/>
              </p:nvCxnSpPr>
              <p:spPr>
                <a:xfrm>
                  <a:off x="302419" y="2938070"/>
                  <a:ext cx="1733507" cy="0"/>
                </a:xfrm>
                <a:prstGeom prst="line">
                  <a:avLst/>
                </a:prstGeom>
                <a:ln>
                  <a:solidFill>
                    <a:schemeClr val="bg1">
                      <a:lumMod val="9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22" name="직선 연결선 321">
                  <a:extLst>
                    <a:ext uri="{FF2B5EF4-FFF2-40B4-BE49-F238E27FC236}">
                      <a16:creationId xmlns:a16="http://schemas.microsoft.com/office/drawing/2014/main" id="{50C80D77-C63C-475E-B1F6-050F25DC1738}"/>
                    </a:ext>
                  </a:extLst>
                </p:cNvPr>
                <p:cNvCxnSpPr/>
                <p:nvPr/>
              </p:nvCxnSpPr>
              <p:spPr>
                <a:xfrm>
                  <a:off x="302419" y="3205190"/>
                  <a:ext cx="1733507" cy="0"/>
                </a:xfrm>
                <a:prstGeom prst="line">
                  <a:avLst/>
                </a:prstGeom>
                <a:ln>
                  <a:solidFill>
                    <a:schemeClr val="bg1">
                      <a:lumMod val="9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23" name="직선 연결선 322">
                  <a:extLst>
                    <a:ext uri="{FF2B5EF4-FFF2-40B4-BE49-F238E27FC236}">
                      <a16:creationId xmlns:a16="http://schemas.microsoft.com/office/drawing/2014/main" id="{DA6AD7F6-65E6-40F6-8F18-A78E8C7527BD}"/>
                    </a:ext>
                  </a:extLst>
                </p:cNvPr>
                <p:cNvCxnSpPr/>
                <p:nvPr/>
              </p:nvCxnSpPr>
              <p:spPr>
                <a:xfrm>
                  <a:off x="302419" y="3472310"/>
                  <a:ext cx="1733507" cy="0"/>
                </a:xfrm>
                <a:prstGeom prst="line">
                  <a:avLst/>
                </a:prstGeom>
                <a:ln>
                  <a:solidFill>
                    <a:schemeClr val="bg1">
                      <a:lumMod val="9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24" name="직선 연결선 323">
                  <a:extLst>
                    <a:ext uri="{FF2B5EF4-FFF2-40B4-BE49-F238E27FC236}">
                      <a16:creationId xmlns:a16="http://schemas.microsoft.com/office/drawing/2014/main" id="{F29A654C-9C83-4FAD-8488-CBE6654F3370}"/>
                    </a:ext>
                  </a:extLst>
                </p:cNvPr>
                <p:cNvCxnSpPr/>
                <p:nvPr/>
              </p:nvCxnSpPr>
              <p:spPr>
                <a:xfrm>
                  <a:off x="302419" y="3739430"/>
                  <a:ext cx="1733507" cy="0"/>
                </a:xfrm>
                <a:prstGeom prst="line">
                  <a:avLst/>
                </a:prstGeom>
                <a:ln>
                  <a:solidFill>
                    <a:schemeClr val="bg1">
                      <a:lumMod val="9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25" name="직선 연결선 324">
                  <a:extLst>
                    <a:ext uri="{FF2B5EF4-FFF2-40B4-BE49-F238E27FC236}">
                      <a16:creationId xmlns:a16="http://schemas.microsoft.com/office/drawing/2014/main" id="{E380A719-1B48-4382-AF0E-FF6A5DFE5193}"/>
                    </a:ext>
                  </a:extLst>
                </p:cNvPr>
                <p:cNvCxnSpPr/>
                <p:nvPr/>
              </p:nvCxnSpPr>
              <p:spPr>
                <a:xfrm>
                  <a:off x="302419" y="801110"/>
                  <a:ext cx="1733507" cy="0"/>
                </a:xfrm>
                <a:prstGeom prst="line">
                  <a:avLst/>
                </a:prstGeom>
                <a:ln>
                  <a:solidFill>
                    <a:schemeClr val="bg1">
                      <a:lumMod val="9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26" name="직선 연결선 325">
                  <a:extLst>
                    <a:ext uri="{FF2B5EF4-FFF2-40B4-BE49-F238E27FC236}">
                      <a16:creationId xmlns:a16="http://schemas.microsoft.com/office/drawing/2014/main" id="{5098C6CC-1B4B-4137-8B37-EA37398F6618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302419" y="4006551"/>
                  <a:ext cx="1733507" cy="0"/>
                </a:xfrm>
                <a:prstGeom prst="line">
                  <a:avLst/>
                </a:prstGeom>
                <a:ln>
                  <a:solidFill>
                    <a:schemeClr val="bg1">
                      <a:lumMod val="9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27" name="직선 연결선 326">
                  <a:extLst>
                    <a:ext uri="{FF2B5EF4-FFF2-40B4-BE49-F238E27FC236}">
                      <a16:creationId xmlns:a16="http://schemas.microsoft.com/office/drawing/2014/main" id="{AAE6606F-39DD-447C-9A96-06AE62BA505F}"/>
                    </a:ext>
                  </a:extLst>
                </p:cNvPr>
                <p:cNvCxnSpPr/>
                <p:nvPr/>
              </p:nvCxnSpPr>
              <p:spPr>
                <a:xfrm>
                  <a:off x="302419" y="1068230"/>
                  <a:ext cx="1733507" cy="0"/>
                </a:xfrm>
                <a:prstGeom prst="line">
                  <a:avLst/>
                </a:prstGeom>
                <a:ln>
                  <a:solidFill>
                    <a:schemeClr val="bg1">
                      <a:lumMod val="9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</p:grpSp>
        <p:sp>
          <p:nvSpPr>
            <p:cNvPr id="311" name="사각형: 둥근 모서리 310">
              <a:extLst>
                <a:ext uri="{FF2B5EF4-FFF2-40B4-BE49-F238E27FC236}">
                  <a16:creationId xmlns:a16="http://schemas.microsoft.com/office/drawing/2014/main" id="{1816ACC1-F8EB-4698-A03B-B05B701EC9BF}"/>
                </a:ext>
              </a:extLst>
            </p:cNvPr>
            <p:cNvSpPr/>
            <p:nvPr/>
          </p:nvSpPr>
          <p:spPr>
            <a:xfrm>
              <a:off x="302419" y="533990"/>
              <a:ext cx="1735648" cy="3471297"/>
            </a:xfrm>
            <a:prstGeom prst="roundRect">
              <a:avLst>
                <a:gd name="adj" fmla="val 4274"/>
              </a:avLst>
            </a:prstGeom>
            <a:ln w="12700"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grpSp>
        <p:nvGrpSpPr>
          <p:cNvPr id="335" name="그룹 334">
            <a:extLst>
              <a:ext uri="{FF2B5EF4-FFF2-40B4-BE49-F238E27FC236}">
                <a16:creationId xmlns:a16="http://schemas.microsoft.com/office/drawing/2014/main" id="{C96A71FA-B3E9-41B6-A5B0-4E3F5E00D606}"/>
              </a:ext>
            </a:extLst>
          </p:cNvPr>
          <p:cNvGrpSpPr/>
          <p:nvPr/>
        </p:nvGrpSpPr>
        <p:grpSpPr>
          <a:xfrm>
            <a:off x="2104444" y="4076745"/>
            <a:ext cx="948050" cy="3472561"/>
            <a:chOff x="4127771" y="533990"/>
            <a:chExt cx="1733507" cy="3472561"/>
          </a:xfrm>
        </p:grpSpPr>
        <p:cxnSp>
          <p:nvCxnSpPr>
            <p:cNvPr id="336" name="직선 연결선 335">
              <a:extLst>
                <a:ext uri="{FF2B5EF4-FFF2-40B4-BE49-F238E27FC236}">
                  <a16:creationId xmlns:a16="http://schemas.microsoft.com/office/drawing/2014/main" id="{C0F6270E-36D9-49DF-8292-608B484E4694}"/>
                </a:ext>
              </a:extLst>
            </p:cNvPr>
            <p:cNvCxnSpPr/>
            <p:nvPr/>
          </p:nvCxnSpPr>
          <p:spPr>
            <a:xfrm>
              <a:off x="4127771" y="1335350"/>
              <a:ext cx="1733507" cy="0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7" name="직선 연결선 336">
              <a:extLst>
                <a:ext uri="{FF2B5EF4-FFF2-40B4-BE49-F238E27FC236}">
                  <a16:creationId xmlns:a16="http://schemas.microsoft.com/office/drawing/2014/main" id="{96EB5EB1-909D-40CF-81F5-1459F4F07EB8}"/>
                </a:ext>
              </a:extLst>
            </p:cNvPr>
            <p:cNvCxnSpPr/>
            <p:nvPr/>
          </p:nvCxnSpPr>
          <p:spPr>
            <a:xfrm>
              <a:off x="4127771" y="1602470"/>
              <a:ext cx="1733507" cy="0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8" name="직선 연결선 337">
              <a:extLst>
                <a:ext uri="{FF2B5EF4-FFF2-40B4-BE49-F238E27FC236}">
                  <a16:creationId xmlns:a16="http://schemas.microsoft.com/office/drawing/2014/main" id="{94B52F27-F466-4EDF-B17F-6CF6EA5462DD}"/>
                </a:ext>
              </a:extLst>
            </p:cNvPr>
            <p:cNvCxnSpPr/>
            <p:nvPr/>
          </p:nvCxnSpPr>
          <p:spPr>
            <a:xfrm>
              <a:off x="4127771" y="1869590"/>
              <a:ext cx="1733507" cy="0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9" name="직선 연결선 338">
              <a:extLst>
                <a:ext uri="{FF2B5EF4-FFF2-40B4-BE49-F238E27FC236}">
                  <a16:creationId xmlns:a16="http://schemas.microsoft.com/office/drawing/2014/main" id="{D2E55269-FC92-4F99-AD01-B033A987EEC2}"/>
                </a:ext>
              </a:extLst>
            </p:cNvPr>
            <p:cNvCxnSpPr/>
            <p:nvPr/>
          </p:nvCxnSpPr>
          <p:spPr>
            <a:xfrm>
              <a:off x="4127771" y="2136710"/>
              <a:ext cx="1733507" cy="0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0" name="직선 연결선 339">
              <a:extLst>
                <a:ext uri="{FF2B5EF4-FFF2-40B4-BE49-F238E27FC236}">
                  <a16:creationId xmlns:a16="http://schemas.microsoft.com/office/drawing/2014/main" id="{35AF8E55-D4A3-4EC9-986F-CF063016E073}"/>
                </a:ext>
              </a:extLst>
            </p:cNvPr>
            <p:cNvCxnSpPr/>
            <p:nvPr/>
          </p:nvCxnSpPr>
          <p:spPr>
            <a:xfrm>
              <a:off x="4127771" y="2403830"/>
              <a:ext cx="1733507" cy="0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1" name="직선 연결선 340">
              <a:extLst>
                <a:ext uri="{FF2B5EF4-FFF2-40B4-BE49-F238E27FC236}">
                  <a16:creationId xmlns:a16="http://schemas.microsoft.com/office/drawing/2014/main" id="{F48CF052-8DAD-422A-BB40-E3E323800746}"/>
                </a:ext>
              </a:extLst>
            </p:cNvPr>
            <p:cNvCxnSpPr/>
            <p:nvPr/>
          </p:nvCxnSpPr>
          <p:spPr>
            <a:xfrm>
              <a:off x="4127771" y="2670950"/>
              <a:ext cx="1733507" cy="0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2" name="직선 연결선 341">
              <a:extLst>
                <a:ext uri="{FF2B5EF4-FFF2-40B4-BE49-F238E27FC236}">
                  <a16:creationId xmlns:a16="http://schemas.microsoft.com/office/drawing/2014/main" id="{5EAD1F9D-C2CD-4669-9E9B-12C85B43E204}"/>
                </a:ext>
              </a:extLst>
            </p:cNvPr>
            <p:cNvCxnSpPr/>
            <p:nvPr/>
          </p:nvCxnSpPr>
          <p:spPr>
            <a:xfrm>
              <a:off x="4127771" y="2938070"/>
              <a:ext cx="1733507" cy="0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3" name="직선 연결선 342">
              <a:extLst>
                <a:ext uri="{FF2B5EF4-FFF2-40B4-BE49-F238E27FC236}">
                  <a16:creationId xmlns:a16="http://schemas.microsoft.com/office/drawing/2014/main" id="{94EE725C-6186-4947-8A16-0BE277E88172}"/>
                </a:ext>
              </a:extLst>
            </p:cNvPr>
            <p:cNvCxnSpPr/>
            <p:nvPr/>
          </p:nvCxnSpPr>
          <p:spPr>
            <a:xfrm>
              <a:off x="4127771" y="3205190"/>
              <a:ext cx="1733507" cy="0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4" name="직선 연결선 343">
              <a:extLst>
                <a:ext uri="{FF2B5EF4-FFF2-40B4-BE49-F238E27FC236}">
                  <a16:creationId xmlns:a16="http://schemas.microsoft.com/office/drawing/2014/main" id="{18226D0D-33CC-4785-97F0-FBD263FCA652}"/>
                </a:ext>
              </a:extLst>
            </p:cNvPr>
            <p:cNvCxnSpPr/>
            <p:nvPr/>
          </p:nvCxnSpPr>
          <p:spPr>
            <a:xfrm>
              <a:off x="4127771" y="3472310"/>
              <a:ext cx="1733507" cy="0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5" name="직선 연결선 344">
              <a:extLst>
                <a:ext uri="{FF2B5EF4-FFF2-40B4-BE49-F238E27FC236}">
                  <a16:creationId xmlns:a16="http://schemas.microsoft.com/office/drawing/2014/main" id="{A5C3B565-EDA3-4F50-B77F-808E2A398A66}"/>
                </a:ext>
              </a:extLst>
            </p:cNvPr>
            <p:cNvCxnSpPr/>
            <p:nvPr/>
          </p:nvCxnSpPr>
          <p:spPr>
            <a:xfrm>
              <a:off x="4127771" y="3739430"/>
              <a:ext cx="1733507" cy="0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6" name="직선 연결선 345">
              <a:extLst>
                <a:ext uri="{FF2B5EF4-FFF2-40B4-BE49-F238E27FC236}">
                  <a16:creationId xmlns:a16="http://schemas.microsoft.com/office/drawing/2014/main" id="{B2BF523C-B586-4BEB-ACA9-002ED061B9D0}"/>
                </a:ext>
              </a:extLst>
            </p:cNvPr>
            <p:cNvCxnSpPr/>
            <p:nvPr/>
          </p:nvCxnSpPr>
          <p:spPr>
            <a:xfrm>
              <a:off x="4127771" y="801110"/>
              <a:ext cx="1733507" cy="0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7" name="직선 연결선 346">
              <a:extLst>
                <a:ext uri="{FF2B5EF4-FFF2-40B4-BE49-F238E27FC236}">
                  <a16:creationId xmlns:a16="http://schemas.microsoft.com/office/drawing/2014/main" id="{47783803-F917-4A00-A1B0-20A54FBE095D}"/>
                </a:ext>
              </a:extLst>
            </p:cNvPr>
            <p:cNvCxnSpPr/>
            <p:nvPr/>
          </p:nvCxnSpPr>
          <p:spPr>
            <a:xfrm>
              <a:off x="4127771" y="1068230"/>
              <a:ext cx="1733507" cy="0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8" name="직선 연결선 347">
              <a:extLst>
                <a:ext uri="{FF2B5EF4-FFF2-40B4-BE49-F238E27FC236}">
                  <a16:creationId xmlns:a16="http://schemas.microsoft.com/office/drawing/2014/main" id="{B3F05B44-7250-4B1E-BB35-15E0B3E3434D}"/>
                </a:ext>
              </a:extLst>
            </p:cNvPr>
            <p:cNvCxnSpPr>
              <a:cxnSpLocks/>
            </p:cNvCxnSpPr>
            <p:nvPr/>
          </p:nvCxnSpPr>
          <p:spPr>
            <a:xfrm rot="16200000">
              <a:off x="4125628" y="2269640"/>
              <a:ext cx="3471299" cy="0"/>
            </a:xfrm>
            <a:prstGeom prst="line">
              <a:avLst/>
            </a:prstGeom>
            <a:ln w="12700"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9" name="직선 연결선 348">
              <a:extLst>
                <a:ext uri="{FF2B5EF4-FFF2-40B4-BE49-F238E27FC236}">
                  <a16:creationId xmlns:a16="http://schemas.microsoft.com/office/drawing/2014/main" id="{0BDDEC0B-F921-4945-BCA8-0EC8FF9C932A}"/>
                </a:ext>
              </a:extLst>
            </p:cNvPr>
            <p:cNvCxnSpPr>
              <a:cxnSpLocks/>
            </p:cNvCxnSpPr>
            <p:nvPr/>
          </p:nvCxnSpPr>
          <p:spPr>
            <a:xfrm rot="16200000">
              <a:off x="2392122" y="2269641"/>
              <a:ext cx="3471299" cy="0"/>
            </a:xfrm>
            <a:prstGeom prst="line">
              <a:avLst/>
            </a:prstGeom>
            <a:ln w="12700"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0" name="직선 연결선 349">
              <a:extLst>
                <a:ext uri="{FF2B5EF4-FFF2-40B4-BE49-F238E27FC236}">
                  <a16:creationId xmlns:a16="http://schemas.microsoft.com/office/drawing/2014/main" id="{E271C847-23D7-4DCA-83F1-0F256D4B8FC7}"/>
                </a:ext>
              </a:extLst>
            </p:cNvPr>
            <p:cNvCxnSpPr>
              <a:cxnSpLocks/>
            </p:cNvCxnSpPr>
            <p:nvPr/>
          </p:nvCxnSpPr>
          <p:spPr>
            <a:xfrm>
              <a:off x="4127771" y="533990"/>
              <a:ext cx="1733507" cy="0"/>
            </a:xfrm>
            <a:prstGeom prst="line">
              <a:avLst/>
            </a:prstGeom>
            <a:ln w="12700"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1" name="직선 연결선 350">
              <a:extLst>
                <a:ext uri="{FF2B5EF4-FFF2-40B4-BE49-F238E27FC236}">
                  <a16:creationId xmlns:a16="http://schemas.microsoft.com/office/drawing/2014/main" id="{0EBB9EE3-F232-4331-8C03-21A3AB85E2F1}"/>
                </a:ext>
              </a:extLst>
            </p:cNvPr>
            <p:cNvCxnSpPr>
              <a:cxnSpLocks/>
            </p:cNvCxnSpPr>
            <p:nvPr/>
          </p:nvCxnSpPr>
          <p:spPr>
            <a:xfrm>
              <a:off x="4127771" y="4006551"/>
              <a:ext cx="1733507" cy="0"/>
            </a:xfrm>
            <a:prstGeom prst="line">
              <a:avLst/>
            </a:prstGeom>
            <a:ln w="12700"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2" name="직선 연결선 351">
              <a:extLst>
                <a:ext uri="{FF2B5EF4-FFF2-40B4-BE49-F238E27FC236}">
                  <a16:creationId xmlns:a16="http://schemas.microsoft.com/office/drawing/2014/main" id="{5B43C405-0124-4652-AA8F-CC24F6B36B5A}"/>
                </a:ext>
              </a:extLst>
            </p:cNvPr>
            <p:cNvCxnSpPr/>
            <p:nvPr/>
          </p:nvCxnSpPr>
          <p:spPr>
            <a:xfrm rot="16200000">
              <a:off x="2735086" y="2269640"/>
              <a:ext cx="3471299" cy="0"/>
            </a:xfrm>
            <a:prstGeom prst="line">
              <a:avLst/>
            </a:prstGeom>
            <a:ln w="12700"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53" name="그룹 352">
            <a:extLst>
              <a:ext uri="{FF2B5EF4-FFF2-40B4-BE49-F238E27FC236}">
                <a16:creationId xmlns:a16="http://schemas.microsoft.com/office/drawing/2014/main" id="{3477F1E1-39F4-42DC-ADE4-F7C9131AE94C}"/>
              </a:ext>
            </a:extLst>
          </p:cNvPr>
          <p:cNvGrpSpPr/>
          <p:nvPr/>
        </p:nvGrpSpPr>
        <p:grpSpPr>
          <a:xfrm>
            <a:off x="4943426" y="4076745"/>
            <a:ext cx="948050" cy="3472561"/>
            <a:chOff x="4127771" y="533990"/>
            <a:chExt cx="1733507" cy="3472561"/>
          </a:xfrm>
        </p:grpSpPr>
        <p:cxnSp>
          <p:nvCxnSpPr>
            <p:cNvPr id="354" name="직선 연결선 353">
              <a:extLst>
                <a:ext uri="{FF2B5EF4-FFF2-40B4-BE49-F238E27FC236}">
                  <a16:creationId xmlns:a16="http://schemas.microsoft.com/office/drawing/2014/main" id="{DDFFE4C8-4764-4AA7-884E-E0FF4D00277E}"/>
                </a:ext>
              </a:extLst>
            </p:cNvPr>
            <p:cNvCxnSpPr/>
            <p:nvPr/>
          </p:nvCxnSpPr>
          <p:spPr>
            <a:xfrm>
              <a:off x="4127771" y="1335350"/>
              <a:ext cx="1733507" cy="0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5" name="직선 연결선 354">
              <a:extLst>
                <a:ext uri="{FF2B5EF4-FFF2-40B4-BE49-F238E27FC236}">
                  <a16:creationId xmlns:a16="http://schemas.microsoft.com/office/drawing/2014/main" id="{C5CE3671-6A53-4B08-8863-E04E07F94F41}"/>
                </a:ext>
              </a:extLst>
            </p:cNvPr>
            <p:cNvCxnSpPr/>
            <p:nvPr/>
          </p:nvCxnSpPr>
          <p:spPr>
            <a:xfrm>
              <a:off x="4127771" y="1602470"/>
              <a:ext cx="1733507" cy="0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6" name="직선 연결선 355">
              <a:extLst>
                <a:ext uri="{FF2B5EF4-FFF2-40B4-BE49-F238E27FC236}">
                  <a16:creationId xmlns:a16="http://schemas.microsoft.com/office/drawing/2014/main" id="{A8723BBF-0394-43DD-A786-4045B229A905}"/>
                </a:ext>
              </a:extLst>
            </p:cNvPr>
            <p:cNvCxnSpPr/>
            <p:nvPr/>
          </p:nvCxnSpPr>
          <p:spPr>
            <a:xfrm>
              <a:off x="4127771" y="1869590"/>
              <a:ext cx="1733507" cy="0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7" name="직선 연결선 356">
              <a:extLst>
                <a:ext uri="{FF2B5EF4-FFF2-40B4-BE49-F238E27FC236}">
                  <a16:creationId xmlns:a16="http://schemas.microsoft.com/office/drawing/2014/main" id="{7F9A1A3B-DB59-4FA8-9DFC-2C6DC717EDC0}"/>
                </a:ext>
              </a:extLst>
            </p:cNvPr>
            <p:cNvCxnSpPr/>
            <p:nvPr/>
          </p:nvCxnSpPr>
          <p:spPr>
            <a:xfrm>
              <a:off x="4127771" y="2136710"/>
              <a:ext cx="1733507" cy="0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8" name="직선 연결선 357">
              <a:extLst>
                <a:ext uri="{FF2B5EF4-FFF2-40B4-BE49-F238E27FC236}">
                  <a16:creationId xmlns:a16="http://schemas.microsoft.com/office/drawing/2014/main" id="{5811725D-BC33-47D8-A292-16A53583616B}"/>
                </a:ext>
              </a:extLst>
            </p:cNvPr>
            <p:cNvCxnSpPr/>
            <p:nvPr/>
          </p:nvCxnSpPr>
          <p:spPr>
            <a:xfrm>
              <a:off x="4127771" y="2403830"/>
              <a:ext cx="1733507" cy="0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9" name="직선 연결선 358">
              <a:extLst>
                <a:ext uri="{FF2B5EF4-FFF2-40B4-BE49-F238E27FC236}">
                  <a16:creationId xmlns:a16="http://schemas.microsoft.com/office/drawing/2014/main" id="{F49BA854-4EFF-4103-96F4-A137A374B4CF}"/>
                </a:ext>
              </a:extLst>
            </p:cNvPr>
            <p:cNvCxnSpPr/>
            <p:nvPr/>
          </p:nvCxnSpPr>
          <p:spPr>
            <a:xfrm>
              <a:off x="4127771" y="2670950"/>
              <a:ext cx="1733507" cy="0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0" name="직선 연결선 359">
              <a:extLst>
                <a:ext uri="{FF2B5EF4-FFF2-40B4-BE49-F238E27FC236}">
                  <a16:creationId xmlns:a16="http://schemas.microsoft.com/office/drawing/2014/main" id="{8082672B-9B1F-4B6F-921B-3417ACBB4D64}"/>
                </a:ext>
              </a:extLst>
            </p:cNvPr>
            <p:cNvCxnSpPr/>
            <p:nvPr/>
          </p:nvCxnSpPr>
          <p:spPr>
            <a:xfrm>
              <a:off x="4127771" y="2938070"/>
              <a:ext cx="1733507" cy="0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1" name="직선 연결선 360">
              <a:extLst>
                <a:ext uri="{FF2B5EF4-FFF2-40B4-BE49-F238E27FC236}">
                  <a16:creationId xmlns:a16="http://schemas.microsoft.com/office/drawing/2014/main" id="{D42D44E8-B678-4584-A5F7-37B7652B44D7}"/>
                </a:ext>
              </a:extLst>
            </p:cNvPr>
            <p:cNvCxnSpPr/>
            <p:nvPr/>
          </p:nvCxnSpPr>
          <p:spPr>
            <a:xfrm>
              <a:off x="4127771" y="3205190"/>
              <a:ext cx="1733507" cy="0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2" name="직선 연결선 361">
              <a:extLst>
                <a:ext uri="{FF2B5EF4-FFF2-40B4-BE49-F238E27FC236}">
                  <a16:creationId xmlns:a16="http://schemas.microsoft.com/office/drawing/2014/main" id="{26DED9BC-F932-4A6C-9073-D840E09DA71F}"/>
                </a:ext>
              </a:extLst>
            </p:cNvPr>
            <p:cNvCxnSpPr/>
            <p:nvPr/>
          </p:nvCxnSpPr>
          <p:spPr>
            <a:xfrm>
              <a:off x="4127771" y="3472310"/>
              <a:ext cx="1733507" cy="0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3" name="직선 연결선 362">
              <a:extLst>
                <a:ext uri="{FF2B5EF4-FFF2-40B4-BE49-F238E27FC236}">
                  <a16:creationId xmlns:a16="http://schemas.microsoft.com/office/drawing/2014/main" id="{0D8AFAD2-2690-47F6-B1D2-D620E10776A9}"/>
                </a:ext>
              </a:extLst>
            </p:cNvPr>
            <p:cNvCxnSpPr/>
            <p:nvPr/>
          </p:nvCxnSpPr>
          <p:spPr>
            <a:xfrm>
              <a:off x="4127771" y="3739430"/>
              <a:ext cx="1733507" cy="0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4" name="직선 연결선 363">
              <a:extLst>
                <a:ext uri="{FF2B5EF4-FFF2-40B4-BE49-F238E27FC236}">
                  <a16:creationId xmlns:a16="http://schemas.microsoft.com/office/drawing/2014/main" id="{7BD3FB26-DD69-4E21-96B3-9C3E1B58C873}"/>
                </a:ext>
              </a:extLst>
            </p:cNvPr>
            <p:cNvCxnSpPr/>
            <p:nvPr/>
          </p:nvCxnSpPr>
          <p:spPr>
            <a:xfrm>
              <a:off x="4127771" y="801110"/>
              <a:ext cx="1733507" cy="0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5" name="직선 연결선 364">
              <a:extLst>
                <a:ext uri="{FF2B5EF4-FFF2-40B4-BE49-F238E27FC236}">
                  <a16:creationId xmlns:a16="http://schemas.microsoft.com/office/drawing/2014/main" id="{EFA6D61E-6AFB-4B23-93C6-D94A2B2A8C7C}"/>
                </a:ext>
              </a:extLst>
            </p:cNvPr>
            <p:cNvCxnSpPr/>
            <p:nvPr/>
          </p:nvCxnSpPr>
          <p:spPr>
            <a:xfrm>
              <a:off x="4127771" y="1068230"/>
              <a:ext cx="1733507" cy="0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6" name="직선 연결선 365">
              <a:extLst>
                <a:ext uri="{FF2B5EF4-FFF2-40B4-BE49-F238E27FC236}">
                  <a16:creationId xmlns:a16="http://schemas.microsoft.com/office/drawing/2014/main" id="{10081BFB-286A-4C22-86FA-EEA7DDF35ABB}"/>
                </a:ext>
              </a:extLst>
            </p:cNvPr>
            <p:cNvCxnSpPr>
              <a:cxnSpLocks/>
            </p:cNvCxnSpPr>
            <p:nvPr/>
          </p:nvCxnSpPr>
          <p:spPr>
            <a:xfrm rot="16200000">
              <a:off x="4125628" y="2269640"/>
              <a:ext cx="3471299" cy="0"/>
            </a:xfrm>
            <a:prstGeom prst="line">
              <a:avLst/>
            </a:prstGeom>
            <a:ln w="12700"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7" name="직선 연결선 366">
              <a:extLst>
                <a:ext uri="{FF2B5EF4-FFF2-40B4-BE49-F238E27FC236}">
                  <a16:creationId xmlns:a16="http://schemas.microsoft.com/office/drawing/2014/main" id="{56631D84-7D44-471F-B795-DDF467A07AD7}"/>
                </a:ext>
              </a:extLst>
            </p:cNvPr>
            <p:cNvCxnSpPr>
              <a:cxnSpLocks/>
            </p:cNvCxnSpPr>
            <p:nvPr/>
          </p:nvCxnSpPr>
          <p:spPr>
            <a:xfrm rot="16200000">
              <a:off x="2392122" y="2269641"/>
              <a:ext cx="3471299" cy="0"/>
            </a:xfrm>
            <a:prstGeom prst="line">
              <a:avLst/>
            </a:prstGeom>
            <a:ln w="12700"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8" name="직선 연결선 367">
              <a:extLst>
                <a:ext uri="{FF2B5EF4-FFF2-40B4-BE49-F238E27FC236}">
                  <a16:creationId xmlns:a16="http://schemas.microsoft.com/office/drawing/2014/main" id="{D56684C7-4558-4052-855F-44264D79882D}"/>
                </a:ext>
              </a:extLst>
            </p:cNvPr>
            <p:cNvCxnSpPr>
              <a:cxnSpLocks/>
            </p:cNvCxnSpPr>
            <p:nvPr/>
          </p:nvCxnSpPr>
          <p:spPr>
            <a:xfrm>
              <a:off x="4127771" y="533990"/>
              <a:ext cx="1733507" cy="0"/>
            </a:xfrm>
            <a:prstGeom prst="line">
              <a:avLst/>
            </a:prstGeom>
            <a:ln w="12700"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9" name="직선 연결선 368">
              <a:extLst>
                <a:ext uri="{FF2B5EF4-FFF2-40B4-BE49-F238E27FC236}">
                  <a16:creationId xmlns:a16="http://schemas.microsoft.com/office/drawing/2014/main" id="{65663F3F-D55D-4CE5-9AAD-456BBD8A73B0}"/>
                </a:ext>
              </a:extLst>
            </p:cNvPr>
            <p:cNvCxnSpPr>
              <a:cxnSpLocks/>
            </p:cNvCxnSpPr>
            <p:nvPr/>
          </p:nvCxnSpPr>
          <p:spPr>
            <a:xfrm>
              <a:off x="4127771" y="4006551"/>
              <a:ext cx="1733507" cy="0"/>
            </a:xfrm>
            <a:prstGeom prst="line">
              <a:avLst/>
            </a:prstGeom>
            <a:ln w="12700"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0" name="직선 연결선 369">
              <a:extLst>
                <a:ext uri="{FF2B5EF4-FFF2-40B4-BE49-F238E27FC236}">
                  <a16:creationId xmlns:a16="http://schemas.microsoft.com/office/drawing/2014/main" id="{B2A37378-1D5A-4D44-910F-6021599B8EA5}"/>
                </a:ext>
              </a:extLst>
            </p:cNvPr>
            <p:cNvCxnSpPr/>
            <p:nvPr/>
          </p:nvCxnSpPr>
          <p:spPr>
            <a:xfrm rot="16200000">
              <a:off x="2735086" y="2269640"/>
              <a:ext cx="3471299" cy="0"/>
            </a:xfrm>
            <a:prstGeom prst="line">
              <a:avLst/>
            </a:prstGeom>
            <a:ln w="12700"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79" name="TextBox 185">
            <a:hlinkClick r:id="rId2"/>
            <a:extLst>
              <a:ext uri="{FF2B5EF4-FFF2-40B4-BE49-F238E27FC236}">
                <a16:creationId xmlns:a16="http://schemas.microsoft.com/office/drawing/2014/main" id="{98A5B182-5822-4697-B856-6B1082A7330C}"/>
              </a:ext>
            </a:extLst>
          </p:cNvPr>
          <p:cNvSpPr txBox="1"/>
          <p:nvPr/>
        </p:nvSpPr>
        <p:spPr>
          <a:xfrm>
            <a:off x="5233839" y="7555443"/>
            <a:ext cx="530915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sz="800" dirty="0">
                <a:solidFill>
                  <a:schemeClr val="bg1">
                    <a:lumMod val="65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_</a:t>
            </a:r>
            <a:r>
              <a:rPr lang="en-US" altLang="ko-KR" sz="800" dirty="0" err="1">
                <a:solidFill>
                  <a:schemeClr val="bg1">
                    <a:lumMod val="65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Badak</a:t>
            </a:r>
            <a:endParaRPr lang="ko-KR" altLang="en-US" sz="800" dirty="0">
              <a:solidFill>
                <a:schemeClr val="bg1">
                  <a:lumMod val="65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180" name="TextBox 186">
            <a:hlinkClick r:id="rId3"/>
            <a:extLst>
              <a:ext uri="{FF2B5EF4-FFF2-40B4-BE49-F238E27FC236}">
                <a16:creationId xmlns:a16="http://schemas.microsoft.com/office/drawing/2014/main" id="{869065E5-60C8-4CDD-9A30-F5E842273FC7}"/>
              </a:ext>
            </a:extLst>
          </p:cNvPr>
          <p:cNvSpPr txBox="1"/>
          <p:nvPr/>
        </p:nvSpPr>
        <p:spPr>
          <a:xfrm>
            <a:off x="2525732" y="7555443"/>
            <a:ext cx="990977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sz="800" dirty="0">
                <a:solidFill>
                  <a:schemeClr val="bg1">
                    <a:lumMod val="65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Planner’s Planner</a:t>
            </a:r>
            <a:endParaRPr lang="ko-KR" altLang="en-US" sz="800" dirty="0">
              <a:solidFill>
                <a:schemeClr val="bg1">
                  <a:lumMod val="65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181" name="TextBox 184">
            <a:hlinkClick r:id="rId4"/>
            <a:extLst>
              <a:ext uri="{FF2B5EF4-FFF2-40B4-BE49-F238E27FC236}">
                <a16:creationId xmlns:a16="http://schemas.microsoft.com/office/drawing/2014/main" id="{DF0D0EFF-CACD-4564-A1C1-4871FAECF584}"/>
              </a:ext>
            </a:extLst>
          </p:cNvPr>
          <p:cNvSpPr txBox="1"/>
          <p:nvPr/>
        </p:nvSpPr>
        <p:spPr>
          <a:xfrm>
            <a:off x="312196" y="7553348"/>
            <a:ext cx="713657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>
              <a:defRPr sz="800">
                <a:solidFill>
                  <a:schemeClr val="bg1">
                    <a:lumMod val="65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dirty="0"/>
              <a:t>Ten: One</a:t>
            </a:r>
            <a:r>
              <a:rPr lang="ko-KR" altLang="en-US" dirty="0"/>
              <a:t>™</a:t>
            </a:r>
          </a:p>
        </p:txBody>
      </p:sp>
    </p:spTree>
    <p:extLst>
      <p:ext uri="{BB962C8B-B14F-4D97-AF65-F5344CB8AC3E}">
        <p14:creationId xmlns:p14="http://schemas.microsoft.com/office/powerpoint/2010/main" val="285927057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 테마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테마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테마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250</TotalTime>
  <Words>8</Words>
  <Application>Microsoft Office PowerPoint</Application>
  <PresentationFormat>사용자 지정</PresentationFormat>
  <Paragraphs>3</Paragraphs>
  <Slides>1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4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</vt:i4>
      </vt:variant>
    </vt:vector>
  </HeadingPairs>
  <TitlesOfParts>
    <vt:vector size="6" baseType="lpstr">
      <vt:lpstr>NanumGothic</vt:lpstr>
      <vt:lpstr>Arial</vt:lpstr>
      <vt:lpstr>Calibri</vt:lpstr>
      <vt:lpstr>Calibri Light</vt:lpstr>
      <vt:lpstr>Office 테마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JeonCheonil</dc:creator>
  <cp:lastModifiedBy>JeonCheonil</cp:lastModifiedBy>
  <cp:revision>64</cp:revision>
  <dcterms:created xsi:type="dcterms:W3CDTF">2021-10-29T04:43:38Z</dcterms:created>
  <dcterms:modified xsi:type="dcterms:W3CDTF">2021-12-19T08:43:41Z</dcterms:modified>
</cp:coreProperties>
</file>
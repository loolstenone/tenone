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사각형: 둥근 모서리 1661">
            <a:extLst>
              <a:ext uri="{FF2B5EF4-FFF2-40B4-BE49-F238E27FC236}">
                <a16:creationId xmlns:a16="http://schemas.microsoft.com/office/drawing/2014/main" id="{6E0E0BB1-A23E-4DA7-94DA-7793B99CC6E2}"/>
              </a:ext>
            </a:extLst>
          </p:cNvPr>
          <p:cNvSpPr/>
          <p:nvPr/>
        </p:nvSpPr>
        <p:spPr>
          <a:xfrm>
            <a:off x="302419" y="515965"/>
            <a:ext cx="1781270" cy="1152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3" name="사각형: 둥근 모서리 1662">
            <a:extLst>
              <a:ext uri="{FF2B5EF4-FFF2-40B4-BE49-F238E27FC236}">
                <a16:creationId xmlns:a16="http://schemas.microsoft.com/office/drawing/2014/main" id="{BA43E6FD-F884-48F6-A143-F9DE2D140C02}"/>
              </a:ext>
            </a:extLst>
          </p:cNvPr>
          <p:cNvSpPr/>
          <p:nvPr/>
        </p:nvSpPr>
        <p:spPr>
          <a:xfrm>
            <a:off x="302419" y="1670946"/>
            <a:ext cx="1781270" cy="1152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4" name="사각형: 둥근 모서리 1663">
            <a:extLst>
              <a:ext uri="{FF2B5EF4-FFF2-40B4-BE49-F238E27FC236}">
                <a16:creationId xmlns:a16="http://schemas.microsoft.com/office/drawing/2014/main" id="{AF053105-4EDB-4A1D-A03C-9A6BF14E29B6}"/>
              </a:ext>
            </a:extLst>
          </p:cNvPr>
          <p:cNvSpPr/>
          <p:nvPr/>
        </p:nvSpPr>
        <p:spPr>
          <a:xfrm>
            <a:off x="302419" y="2825927"/>
            <a:ext cx="1781270" cy="1152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5" name="사각형: 둥근 모서리 1664">
            <a:extLst>
              <a:ext uri="{FF2B5EF4-FFF2-40B4-BE49-F238E27FC236}">
                <a16:creationId xmlns:a16="http://schemas.microsoft.com/office/drawing/2014/main" id="{497C8ADF-E0DA-489B-9129-52176369E126}"/>
              </a:ext>
            </a:extLst>
          </p:cNvPr>
          <p:cNvSpPr/>
          <p:nvPr/>
        </p:nvSpPr>
        <p:spPr>
          <a:xfrm>
            <a:off x="302419" y="3980908"/>
            <a:ext cx="1781270" cy="1152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60" name="직선 연결선 1659">
            <a:extLst>
              <a:ext uri="{FF2B5EF4-FFF2-40B4-BE49-F238E27FC236}">
                <a16:creationId xmlns:a16="http://schemas.microsoft.com/office/drawing/2014/main" id="{F7B5CD43-9AA3-4C3A-9469-E81448155049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1" name="직선 연결선 1660">
            <a:extLst>
              <a:ext uri="{FF2B5EF4-FFF2-40B4-BE49-F238E27FC236}">
                <a16:creationId xmlns:a16="http://schemas.microsoft.com/office/drawing/2014/main" id="{29FB6855-E773-4BBF-9E99-FE312ABB1227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5">
            <a:hlinkClick r:id="rId2"/>
            <a:extLst>
              <a:ext uri="{FF2B5EF4-FFF2-40B4-BE49-F238E27FC236}">
                <a16:creationId xmlns:a16="http://schemas.microsoft.com/office/drawing/2014/main" id="{F7F3C09D-2F82-41C5-9621-44FFAC80B8F8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0" name="TextBox 186">
            <a:hlinkClick r:id="rId3"/>
            <a:extLst>
              <a:ext uri="{FF2B5EF4-FFF2-40B4-BE49-F238E27FC236}">
                <a16:creationId xmlns:a16="http://schemas.microsoft.com/office/drawing/2014/main" id="{A0AD123D-6157-43A3-8B6D-84C3866D4418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1F4E0F3-7795-4670-B2DF-89BAC2144A65}"/>
              </a:ext>
            </a:extLst>
          </p:cNvPr>
          <p:cNvSpPr/>
          <p:nvPr/>
        </p:nvSpPr>
        <p:spPr>
          <a:xfrm>
            <a:off x="302419" y="6290870"/>
            <a:ext cx="1781270" cy="1152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EEB577C-1554-4958-85DB-85CB4E4D60EF}"/>
              </a:ext>
            </a:extLst>
          </p:cNvPr>
          <p:cNvSpPr/>
          <p:nvPr/>
        </p:nvSpPr>
        <p:spPr>
          <a:xfrm>
            <a:off x="302419" y="5135889"/>
            <a:ext cx="1781270" cy="1152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63851871-7BA5-4015-ACB7-3679E8ACBEDB}"/>
              </a:ext>
            </a:extLst>
          </p:cNvPr>
          <p:cNvSpPr/>
          <p:nvPr/>
        </p:nvSpPr>
        <p:spPr>
          <a:xfrm>
            <a:off x="2134993" y="515965"/>
            <a:ext cx="1781270" cy="1152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39F04B9-768D-4566-A33F-1C9276007239}"/>
              </a:ext>
            </a:extLst>
          </p:cNvPr>
          <p:cNvSpPr/>
          <p:nvPr/>
        </p:nvSpPr>
        <p:spPr>
          <a:xfrm>
            <a:off x="2134993" y="1670946"/>
            <a:ext cx="1781270" cy="1152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CC36E6B1-197F-4857-A40D-B66B36F54329}"/>
              </a:ext>
            </a:extLst>
          </p:cNvPr>
          <p:cNvSpPr/>
          <p:nvPr/>
        </p:nvSpPr>
        <p:spPr>
          <a:xfrm>
            <a:off x="2134993" y="2825927"/>
            <a:ext cx="1781270" cy="1152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49770CB-7F5C-4CE5-8CAB-B42261FF55A9}"/>
              </a:ext>
            </a:extLst>
          </p:cNvPr>
          <p:cNvSpPr/>
          <p:nvPr/>
        </p:nvSpPr>
        <p:spPr>
          <a:xfrm>
            <a:off x="2134993" y="3980908"/>
            <a:ext cx="1781270" cy="1152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8214428B-3CBB-4032-A906-83B6BDA7B3F4}"/>
              </a:ext>
            </a:extLst>
          </p:cNvPr>
          <p:cNvSpPr/>
          <p:nvPr/>
        </p:nvSpPr>
        <p:spPr>
          <a:xfrm>
            <a:off x="2134993" y="6290870"/>
            <a:ext cx="1781270" cy="1152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51B74435-0C7B-4EA7-9DB9-E626A8B49F28}"/>
              </a:ext>
            </a:extLst>
          </p:cNvPr>
          <p:cNvSpPr/>
          <p:nvPr/>
        </p:nvSpPr>
        <p:spPr>
          <a:xfrm>
            <a:off x="2134993" y="5135889"/>
            <a:ext cx="1781270" cy="1152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0321DA3-ADD1-4308-B95B-C4073EC558CC}"/>
              </a:ext>
            </a:extLst>
          </p:cNvPr>
          <p:cNvSpPr/>
          <p:nvPr/>
        </p:nvSpPr>
        <p:spPr>
          <a:xfrm>
            <a:off x="3983484" y="515965"/>
            <a:ext cx="1781270" cy="1152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5A6BF6CD-E999-43DA-B9DE-012E7330C5C9}"/>
              </a:ext>
            </a:extLst>
          </p:cNvPr>
          <p:cNvSpPr/>
          <p:nvPr/>
        </p:nvSpPr>
        <p:spPr>
          <a:xfrm>
            <a:off x="3983484" y="1670946"/>
            <a:ext cx="1781270" cy="1152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2CEF7898-A752-4238-9FD4-FE67832ACAF2}"/>
              </a:ext>
            </a:extLst>
          </p:cNvPr>
          <p:cNvSpPr/>
          <p:nvPr/>
        </p:nvSpPr>
        <p:spPr>
          <a:xfrm>
            <a:off x="3983484" y="2825927"/>
            <a:ext cx="1781270" cy="1152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000E613B-4159-4F70-A71F-D176433220CE}"/>
              </a:ext>
            </a:extLst>
          </p:cNvPr>
          <p:cNvSpPr/>
          <p:nvPr/>
        </p:nvSpPr>
        <p:spPr>
          <a:xfrm>
            <a:off x="3983484" y="3980908"/>
            <a:ext cx="1781270" cy="1152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A644B3C1-6A1A-4598-BC81-862A5C3D9253}"/>
              </a:ext>
            </a:extLst>
          </p:cNvPr>
          <p:cNvSpPr/>
          <p:nvPr/>
        </p:nvSpPr>
        <p:spPr>
          <a:xfrm>
            <a:off x="3983484" y="6290870"/>
            <a:ext cx="1781270" cy="1152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CFB5583B-4934-4C7B-849A-B3B90E092393}"/>
              </a:ext>
            </a:extLst>
          </p:cNvPr>
          <p:cNvSpPr/>
          <p:nvPr/>
        </p:nvSpPr>
        <p:spPr>
          <a:xfrm>
            <a:off x="3983484" y="5135889"/>
            <a:ext cx="1781270" cy="1152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184">
            <a:hlinkClick r:id="rId4"/>
            <a:extLst>
              <a:ext uri="{FF2B5EF4-FFF2-40B4-BE49-F238E27FC236}">
                <a16:creationId xmlns:a16="http://schemas.microsoft.com/office/drawing/2014/main" id="{D5C0985B-40CF-4370-97A8-124B09CA2FB5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180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66</cp:revision>
  <dcterms:created xsi:type="dcterms:W3CDTF">2021-10-29T04:43:38Z</dcterms:created>
  <dcterms:modified xsi:type="dcterms:W3CDTF">2021-12-19T08:44:27Z</dcterms:modified>
</cp:coreProperties>
</file>
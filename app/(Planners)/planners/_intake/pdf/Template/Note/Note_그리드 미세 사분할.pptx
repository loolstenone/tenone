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그룹 1273">
            <a:extLst>
              <a:ext uri="{FF2B5EF4-FFF2-40B4-BE49-F238E27FC236}">
                <a16:creationId xmlns:a16="http://schemas.microsoft.com/office/drawing/2014/main" id="{E593FBA3-FBEA-4CE2-80DB-EACFEBBB1682}"/>
              </a:ext>
            </a:extLst>
          </p:cNvPr>
          <p:cNvGrpSpPr/>
          <p:nvPr/>
        </p:nvGrpSpPr>
        <p:grpSpPr>
          <a:xfrm>
            <a:off x="330339" y="462531"/>
            <a:ext cx="5416272" cy="7024500"/>
            <a:chOff x="286028" y="462531"/>
            <a:chExt cx="5416272" cy="7024500"/>
          </a:xfrm>
        </p:grpSpPr>
        <p:grpSp>
          <p:nvGrpSpPr>
            <p:cNvPr id="1172" name="그룹 1171">
              <a:extLst>
                <a:ext uri="{FF2B5EF4-FFF2-40B4-BE49-F238E27FC236}">
                  <a16:creationId xmlns:a16="http://schemas.microsoft.com/office/drawing/2014/main" id="{E19784DA-E275-4E2D-82B7-17D9FE67BDE0}"/>
                </a:ext>
              </a:extLst>
            </p:cNvPr>
            <p:cNvGrpSpPr/>
            <p:nvPr/>
          </p:nvGrpSpPr>
          <p:grpSpPr>
            <a:xfrm>
              <a:off x="291320" y="533399"/>
              <a:ext cx="5407920" cy="6953632"/>
              <a:chOff x="291320" y="533399"/>
              <a:chExt cx="5407920" cy="6953632"/>
            </a:xfrm>
          </p:grpSpPr>
          <p:cxnSp>
            <p:nvCxnSpPr>
              <p:cNvPr id="1173" name="직선 연결선 1172">
                <a:extLst>
                  <a:ext uri="{FF2B5EF4-FFF2-40B4-BE49-F238E27FC236}">
                    <a16:creationId xmlns:a16="http://schemas.microsoft.com/office/drawing/2014/main" id="{CD5BD147-46DF-4DD6-9D34-D90150B18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4" name="직선 연결선 1173">
                <a:extLst>
                  <a:ext uri="{FF2B5EF4-FFF2-40B4-BE49-F238E27FC236}">
                    <a16:creationId xmlns:a16="http://schemas.microsoft.com/office/drawing/2014/main" id="{7949B8BF-F7D1-4729-8277-42BFFDA26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5" name="직선 연결선 1174">
                <a:extLst>
                  <a:ext uri="{FF2B5EF4-FFF2-40B4-BE49-F238E27FC236}">
                    <a16:creationId xmlns:a16="http://schemas.microsoft.com/office/drawing/2014/main" id="{BD1213B7-5B55-4988-B8F3-E03BFEC38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6" name="직선 연결선 1175">
                <a:extLst>
                  <a:ext uri="{FF2B5EF4-FFF2-40B4-BE49-F238E27FC236}">
                    <a16:creationId xmlns:a16="http://schemas.microsoft.com/office/drawing/2014/main" id="{55681B92-EB38-4B02-BE51-D54285C5A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7" name="직선 연결선 1176">
                <a:extLst>
                  <a:ext uri="{FF2B5EF4-FFF2-40B4-BE49-F238E27FC236}">
                    <a16:creationId xmlns:a16="http://schemas.microsoft.com/office/drawing/2014/main" id="{A3339E01-3CAD-46E9-8ACF-876A8ECB3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8" name="직선 연결선 1177">
                <a:extLst>
                  <a:ext uri="{FF2B5EF4-FFF2-40B4-BE49-F238E27FC236}">
                    <a16:creationId xmlns:a16="http://schemas.microsoft.com/office/drawing/2014/main" id="{C2C87A7B-4A1C-4160-82B5-DC970F6A3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9" name="직선 연결선 1178">
                <a:extLst>
                  <a:ext uri="{FF2B5EF4-FFF2-40B4-BE49-F238E27FC236}">
                    <a16:creationId xmlns:a16="http://schemas.microsoft.com/office/drawing/2014/main" id="{58A6D9E2-91FD-4E7C-9EC6-C565EAF88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0" name="직선 연결선 1179">
                <a:extLst>
                  <a:ext uri="{FF2B5EF4-FFF2-40B4-BE49-F238E27FC236}">
                    <a16:creationId xmlns:a16="http://schemas.microsoft.com/office/drawing/2014/main" id="{CE73486A-B9F0-46D2-BF91-BAF3C03D7D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1" name="직선 연결선 1180">
                <a:extLst>
                  <a:ext uri="{FF2B5EF4-FFF2-40B4-BE49-F238E27FC236}">
                    <a16:creationId xmlns:a16="http://schemas.microsoft.com/office/drawing/2014/main" id="{9997D85E-5690-4F64-9D6F-062FE1B1D9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2" name="직선 연결선 1181">
                <a:extLst>
                  <a:ext uri="{FF2B5EF4-FFF2-40B4-BE49-F238E27FC236}">
                    <a16:creationId xmlns:a16="http://schemas.microsoft.com/office/drawing/2014/main" id="{AC868F54-84A4-49E5-A487-A2D9D5C576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3" name="직선 연결선 1182">
                <a:extLst>
                  <a:ext uri="{FF2B5EF4-FFF2-40B4-BE49-F238E27FC236}">
                    <a16:creationId xmlns:a16="http://schemas.microsoft.com/office/drawing/2014/main" id="{F0CB25B0-B252-4112-A3C1-EDEE68C95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4" name="직선 연결선 1183">
                <a:extLst>
                  <a:ext uri="{FF2B5EF4-FFF2-40B4-BE49-F238E27FC236}">
                    <a16:creationId xmlns:a16="http://schemas.microsoft.com/office/drawing/2014/main" id="{77651994-6B29-434F-A972-C8B4013AFE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5" name="직선 연결선 1184">
                <a:extLst>
                  <a:ext uri="{FF2B5EF4-FFF2-40B4-BE49-F238E27FC236}">
                    <a16:creationId xmlns:a16="http://schemas.microsoft.com/office/drawing/2014/main" id="{B5A7ECF6-8DD8-4A19-A666-AD5E2A9F1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6" name="직선 연결선 1185">
                <a:extLst>
                  <a:ext uri="{FF2B5EF4-FFF2-40B4-BE49-F238E27FC236}">
                    <a16:creationId xmlns:a16="http://schemas.microsoft.com/office/drawing/2014/main" id="{FAB713E6-6B9F-4512-B182-8F6713AD3E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7" name="직선 연결선 1186">
                <a:extLst>
                  <a:ext uri="{FF2B5EF4-FFF2-40B4-BE49-F238E27FC236}">
                    <a16:creationId xmlns:a16="http://schemas.microsoft.com/office/drawing/2014/main" id="{DF40B9F2-DB6B-44B4-B515-5A8EFA1F03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8" name="직선 연결선 1187">
                <a:extLst>
                  <a:ext uri="{FF2B5EF4-FFF2-40B4-BE49-F238E27FC236}">
                    <a16:creationId xmlns:a16="http://schemas.microsoft.com/office/drawing/2014/main" id="{CCFC38E4-B0A7-4E02-AB4D-F75A19B21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9" name="직선 연결선 1188">
                <a:extLst>
                  <a:ext uri="{FF2B5EF4-FFF2-40B4-BE49-F238E27FC236}">
                    <a16:creationId xmlns:a16="http://schemas.microsoft.com/office/drawing/2014/main" id="{99835ABD-7BD0-4C50-A02F-967F6A449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0" name="직선 연결선 1189">
                <a:extLst>
                  <a:ext uri="{FF2B5EF4-FFF2-40B4-BE49-F238E27FC236}">
                    <a16:creationId xmlns:a16="http://schemas.microsoft.com/office/drawing/2014/main" id="{4E2E73C7-4116-4667-834B-981CCFFBB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1" name="직선 연결선 1190">
                <a:extLst>
                  <a:ext uri="{FF2B5EF4-FFF2-40B4-BE49-F238E27FC236}">
                    <a16:creationId xmlns:a16="http://schemas.microsoft.com/office/drawing/2014/main" id="{30B5E350-E7F5-4C89-BABE-40D9A78062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2" name="직선 연결선 1191">
                <a:extLst>
                  <a:ext uri="{FF2B5EF4-FFF2-40B4-BE49-F238E27FC236}">
                    <a16:creationId xmlns:a16="http://schemas.microsoft.com/office/drawing/2014/main" id="{C4D8EB8A-986F-4FF2-B940-55569C687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3" name="직선 연결선 1192">
                <a:extLst>
                  <a:ext uri="{FF2B5EF4-FFF2-40B4-BE49-F238E27FC236}">
                    <a16:creationId xmlns:a16="http://schemas.microsoft.com/office/drawing/2014/main" id="{41EB6246-11FD-44BE-8982-261527C1E1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" name="직선 연결선 1193">
                <a:extLst>
                  <a:ext uri="{FF2B5EF4-FFF2-40B4-BE49-F238E27FC236}">
                    <a16:creationId xmlns:a16="http://schemas.microsoft.com/office/drawing/2014/main" id="{0CEBC32B-29C9-4CFC-BD55-DE318FF13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5" name="직선 연결선 1194">
                <a:extLst>
                  <a:ext uri="{FF2B5EF4-FFF2-40B4-BE49-F238E27FC236}">
                    <a16:creationId xmlns:a16="http://schemas.microsoft.com/office/drawing/2014/main" id="{866C94F4-9C26-4675-A17D-AF158C069C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6" name="직선 연결선 1195">
                <a:extLst>
                  <a:ext uri="{FF2B5EF4-FFF2-40B4-BE49-F238E27FC236}">
                    <a16:creationId xmlns:a16="http://schemas.microsoft.com/office/drawing/2014/main" id="{59AF2DA5-3F6C-4DC3-A4B0-93062C84A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직선 연결선 1196">
                <a:extLst>
                  <a:ext uri="{FF2B5EF4-FFF2-40B4-BE49-F238E27FC236}">
                    <a16:creationId xmlns:a16="http://schemas.microsoft.com/office/drawing/2014/main" id="{38992008-7A96-424A-87D7-2EB18C185D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0660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8" name="직선 연결선 1197">
                <a:extLst>
                  <a:ext uri="{FF2B5EF4-FFF2-40B4-BE49-F238E27FC236}">
                    <a16:creationId xmlns:a16="http://schemas.microsoft.com/office/drawing/2014/main" id="{74620A1B-AD57-4643-B1FE-14AB2E6477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5510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직선 연결선 1198">
                <a:extLst>
                  <a:ext uri="{FF2B5EF4-FFF2-40B4-BE49-F238E27FC236}">
                    <a16:creationId xmlns:a16="http://schemas.microsoft.com/office/drawing/2014/main" id="{A46DE001-21AD-46D7-AE51-3AE46E53609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0" name="직선 연결선 1199">
                <a:extLst>
                  <a:ext uri="{FF2B5EF4-FFF2-40B4-BE49-F238E27FC236}">
                    <a16:creationId xmlns:a16="http://schemas.microsoft.com/office/drawing/2014/main" id="{7AB46A4F-BF46-4A69-960D-E4259B36109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693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1" name="직선 연결선 1200">
                <a:extLst>
                  <a:ext uri="{FF2B5EF4-FFF2-40B4-BE49-F238E27FC236}">
                    <a16:creationId xmlns:a16="http://schemas.microsoft.com/office/drawing/2014/main" id="{DC92FF3E-4938-4175-BCAA-3AB1DE9D4B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0359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2" name="직선 연결선 1201">
                <a:extLst>
                  <a:ext uri="{FF2B5EF4-FFF2-40B4-BE49-F238E27FC236}">
                    <a16:creationId xmlns:a16="http://schemas.microsoft.com/office/drawing/2014/main" id="{7E3A1A78-1F40-492D-BBDA-9A7BFAAE33C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5209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3" name="직선 연결선 1202">
                <a:extLst>
                  <a:ext uri="{FF2B5EF4-FFF2-40B4-BE49-F238E27FC236}">
                    <a16:creationId xmlns:a16="http://schemas.microsoft.com/office/drawing/2014/main" id="{6B79EB7B-3111-49C3-9657-71D9DC41DF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0058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4" name="직선 연결선 1203">
                <a:extLst>
                  <a:ext uri="{FF2B5EF4-FFF2-40B4-BE49-F238E27FC236}">
                    <a16:creationId xmlns:a16="http://schemas.microsoft.com/office/drawing/2014/main" id="{2C31862D-AC06-43EB-8B11-338BE70B331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908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5" name="직선 연결선 1204">
                <a:extLst>
                  <a:ext uri="{FF2B5EF4-FFF2-40B4-BE49-F238E27FC236}">
                    <a16:creationId xmlns:a16="http://schemas.microsoft.com/office/drawing/2014/main" id="{632105A9-1957-4102-A68F-9945A6122D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92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6" name="직선 연결선 1205">
                <a:extLst>
                  <a:ext uri="{FF2B5EF4-FFF2-40B4-BE49-F238E27FC236}">
                    <a16:creationId xmlns:a16="http://schemas.microsoft.com/office/drawing/2014/main" id="{DEF4C740-FF56-44D9-83E4-EBDCF4303F3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67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7" name="직선 연결선 1206">
                <a:extLst>
                  <a:ext uri="{FF2B5EF4-FFF2-40B4-BE49-F238E27FC236}">
                    <a16:creationId xmlns:a16="http://schemas.microsoft.com/office/drawing/2014/main" id="{46E4D210-2618-4A68-98DB-2CDE130DAB9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427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8" name="직선 연결선 1207">
                <a:extLst>
                  <a:ext uri="{FF2B5EF4-FFF2-40B4-BE49-F238E27FC236}">
                    <a16:creationId xmlns:a16="http://schemas.microsoft.com/office/drawing/2014/main" id="{8620E489-CCFB-4D89-B783-3D765396BEE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117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9" name="직선 연결선 1208">
                <a:extLst>
                  <a:ext uri="{FF2B5EF4-FFF2-40B4-BE49-F238E27FC236}">
                    <a16:creationId xmlns:a16="http://schemas.microsoft.com/office/drawing/2014/main" id="{47D7E0A7-61CB-4720-B11E-68E7681244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268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0" name="직선 연결선 1209">
                <a:extLst>
                  <a:ext uri="{FF2B5EF4-FFF2-40B4-BE49-F238E27FC236}">
                    <a16:creationId xmlns:a16="http://schemas.microsoft.com/office/drawing/2014/main" id="{DF292BB2-1811-4615-B053-DAC9F74C3B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843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1" name="직선 연결선 1210">
                <a:extLst>
                  <a:ext uri="{FF2B5EF4-FFF2-40B4-BE49-F238E27FC236}">
                    <a16:creationId xmlns:a16="http://schemas.microsoft.com/office/drawing/2014/main" id="{17AB32CC-3B81-4084-876F-780143ABDC4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8085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2" name="직선 연결선 1211">
                <a:extLst>
                  <a:ext uri="{FF2B5EF4-FFF2-40B4-BE49-F238E27FC236}">
                    <a16:creationId xmlns:a16="http://schemas.microsoft.com/office/drawing/2014/main" id="{8AA04FDA-F85C-4DD2-B32F-A6BDA9F369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934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3" name="직선 연결선 1212">
                <a:extLst>
                  <a:ext uri="{FF2B5EF4-FFF2-40B4-BE49-F238E27FC236}">
                    <a16:creationId xmlns:a16="http://schemas.microsoft.com/office/drawing/2014/main" id="{CCE0023C-8FB9-46FD-AF2B-8D0F64FE21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17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4" name="직선 연결선 1213">
                <a:extLst>
                  <a:ext uri="{FF2B5EF4-FFF2-40B4-BE49-F238E27FC236}">
                    <a16:creationId xmlns:a16="http://schemas.microsoft.com/office/drawing/2014/main" id="{34473252-082B-4177-8BF6-254A2753CA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7784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5" name="직선 연결선 1214">
                <a:extLst>
                  <a:ext uri="{FF2B5EF4-FFF2-40B4-BE49-F238E27FC236}">
                    <a16:creationId xmlns:a16="http://schemas.microsoft.com/office/drawing/2014/main" id="{5BE92F3E-C1FD-44EB-BD97-42A4494F3D1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634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6" name="직선 연결선 1215">
                <a:extLst>
                  <a:ext uri="{FF2B5EF4-FFF2-40B4-BE49-F238E27FC236}">
                    <a16:creationId xmlns:a16="http://schemas.microsoft.com/office/drawing/2014/main" id="{11CF1D65-1231-4512-B173-F5B6ADAD55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483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7" name="직선 연결선 1216">
                <a:extLst>
                  <a:ext uri="{FF2B5EF4-FFF2-40B4-BE49-F238E27FC236}">
                    <a16:creationId xmlns:a16="http://schemas.microsoft.com/office/drawing/2014/main" id="{2FCC4DDC-260A-408F-A42E-5E011DFAF1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333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8" name="직선 연결선 1217">
                <a:extLst>
                  <a:ext uri="{FF2B5EF4-FFF2-40B4-BE49-F238E27FC236}">
                    <a16:creationId xmlns:a16="http://schemas.microsoft.com/office/drawing/2014/main" id="{CA83A207-5B4B-4EEC-A207-97FF4D7C4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64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9" name="직선 연결선 1218">
                <a:extLst>
                  <a:ext uri="{FF2B5EF4-FFF2-40B4-BE49-F238E27FC236}">
                    <a16:creationId xmlns:a16="http://schemas.microsoft.com/office/drawing/2014/main" id="{72402C04-D187-47E1-B533-23D5D4AA76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1796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0" name="직선 연결선 1219">
                <a:extLst>
                  <a:ext uri="{FF2B5EF4-FFF2-40B4-BE49-F238E27FC236}">
                    <a16:creationId xmlns:a16="http://schemas.microsoft.com/office/drawing/2014/main" id="{C6B24690-795D-4517-B9CB-72B431BF9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7548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1" name="직선 연결선 1220">
                <a:extLst>
                  <a:ext uri="{FF2B5EF4-FFF2-40B4-BE49-F238E27FC236}">
                    <a16:creationId xmlns:a16="http://schemas.microsoft.com/office/drawing/2014/main" id="{A067155D-18FA-4ED0-9E0B-DD5E928405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2999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2" name="직선 연결선 1221">
                <a:extLst>
                  <a:ext uri="{FF2B5EF4-FFF2-40B4-BE49-F238E27FC236}">
                    <a16:creationId xmlns:a16="http://schemas.microsoft.com/office/drawing/2014/main" id="{C78CDB39-106A-4C60-9E8B-04A22CC19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5875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직선 연결선 1222">
                <a:extLst>
                  <a:ext uri="{FF2B5EF4-FFF2-40B4-BE49-F238E27FC236}">
                    <a16:creationId xmlns:a16="http://schemas.microsoft.com/office/drawing/2014/main" id="{CDF2400D-93BA-4A35-AF6B-5FDADA892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6947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4" name="직선 연결선 1223">
                <a:extLst>
                  <a:ext uri="{FF2B5EF4-FFF2-40B4-BE49-F238E27FC236}">
                    <a16:creationId xmlns:a16="http://schemas.microsoft.com/office/drawing/2014/main" id="{DBF5D3B3-CB93-4AD1-B50A-78975A3BD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2097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5" name="직선 연결선 1224">
                <a:extLst>
                  <a:ext uri="{FF2B5EF4-FFF2-40B4-BE49-F238E27FC236}">
                    <a16:creationId xmlns:a16="http://schemas.microsoft.com/office/drawing/2014/main" id="{8C0C9092-B2AE-40A7-BED3-F851D0366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7247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6" name="직선 연결선 1225">
                <a:extLst>
                  <a:ext uri="{FF2B5EF4-FFF2-40B4-BE49-F238E27FC236}">
                    <a16:creationId xmlns:a16="http://schemas.microsoft.com/office/drawing/2014/main" id="{C5ABC84D-A979-47DE-A0D2-EFBB3A9CB0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2398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7" name="직선 연결선 1226">
                <a:extLst>
                  <a:ext uri="{FF2B5EF4-FFF2-40B4-BE49-F238E27FC236}">
                    <a16:creationId xmlns:a16="http://schemas.microsoft.com/office/drawing/2014/main" id="{A60EE3A5-ED74-499F-BD11-D1F1DECE15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2699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8" name="직선 연결선 1227">
                <a:extLst>
                  <a:ext uri="{FF2B5EF4-FFF2-40B4-BE49-F238E27FC236}">
                    <a16:creationId xmlns:a16="http://schemas.microsoft.com/office/drawing/2014/main" id="{7B81FFF3-7AEE-45C4-A0AD-464E21BD4C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5274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9" name="직선 연결선 1228">
                <a:extLst>
                  <a:ext uri="{FF2B5EF4-FFF2-40B4-BE49-F238E27FC236}">
                    <a16:creationId xmlns:a16="http://schemas.microsoft.com/office/drawing/2014/main" id="{8F9D488B-9EED-4AA7-9E9E-11A9AD4F6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7849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0" name="직선 연결선 1229">
                <a:extLst>
                  <a:ext uri="{FF2B5EF4-FFF2-40B4-BE49-F238E27FC236}">
                    <a16:creationId xmlns:a16="http://schemas.microsoft.com/office/drawing/2014/main" id="{9D09325B-341F-4AE3-820C-0A8AA8890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0424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1" name="직선 연결선 1230">
                <a:extLst>
                  <a:ext uri="{FF2B5EF4-FFF2-40B4-BE49-F238E27FC236}">
                    <a16:creationId xmlns:a16="http://schemas.microsoft.com/office/drawing/2014/main" id="{70FFF7B7-AEFB-4284-A5C8-B0916393E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5575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2" name="직선 연결선 1231">
                <a:extLst>
                  <a:ext uri="{FF2B5EF4-FFF2-40B4-BE49-F238E27FC236}">
                    <a16:creationId xmlns:a16="http://schemas.microsoft.com/office/drawing/2014/main" id="{DACD6787-4C4D-4A1F-8EB9-6FECCFBC62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8150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3" name="직선 연결선 1232">
                <a:extLst>
                  <a:ext uri="{FF2B5EF4-FFF2-40B4-BE49-F238E27FC236}">
                    <a16:creationId xmlns:a16="http://schemas.microsoft.com/office/drawing/2014/main" id="{D02D1046-0047-45C4-9110-74CC95C55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0725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4" name="직선 연결선 1233">
                <a:extLst>
                  <a:ext uri="{FF2B5EF4-FFF2-40B4-BE49-F238E27FC236}">
                    <a16:creationId xmlns:a16="http://schemas.microsoft.com/office/drawing/2014/main" id="{23B68CDE-CB4D-4D6B-92A0-D5902E9DD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102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5" name="직선 연결선 1234">
                <a:extLst>
                  <a:ext uri="{FF2B5EF4-FFF2-40B4-BE49-F238E27FC236}">
                    <a16:creationId xmlns:a16="http://schemas.microsoft.com/office/drawing/2014/main" id="{7698DAA0-6064-4073-8ADA-2D8AAF94C4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3300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6" name="직선 연결선 1235">
                <a:extLst>
                  <a:ext uri="{FF2B5EF4-FFF2-40B4-BE49-F238E27FC236}">
                    <a16:creationId xmlns:a16="http://schemas.microsoft.com/office/drawing/2014/main" id="{3995A4A7-8318-45C8-863D-E8F49E0575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8451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7" name="직선 연결선 1236">
                <a:extLst>
                  <a:ext uri="{FF2B5EF4-FFF2-40B4-BE49-F238E27FC236}">
                    <a16:creationId xmlns:a16="http://schemas.microsoft.com/office/drawing/2014/main" id="{DB0C8AC4-BA7D-4E12-8A25-2F58878C70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360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8" name="직선 연결선 1237">
                <a:extLst>
                  <a:ext uri="{FF2B5EF4-FFF2-40B4-BE49-F238E27FC236}">
                    <a16:creationId xmlns:a16="http://schemas.microsoft.com/office/drawing/2014/main" id="{BC96E977-5B1B-47D1-9492-DD91F27AC9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922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" name="직선 연결선 1238">
                <a:extLst>
                  <a:ext uri="{FF2B5EF4-FFF2-40B4-BE49-F238E27FC236}">
                    <a16:creationId xmlns:a16="http://schemas.microsoft.com/office/drawing/2014/main" id="{33B55568-C99E-4BB5-A40E-0CEA7138C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4371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0" name="직선 연결선 1239">
                <a:extLst>
                  <a:ext uri="{FF2B5EF4-FFF2-40B4-BE49-F238E27FC236}">
                    <a16:creationId xmlns:a16="http://schemas.microsoft.com/office/drawing/2014/main" id="{8F2716CD-0888-45BC-A6D1-1DDD7CD66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0123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1" name="직선 연결선 1240">
                <a:extLst>
                  <a:ext uri="{FF2B5EF4-FFF2-40B4-BE49-F238E27FC236}">
                    <a16:creationId xmlns:a16="http://schemas.microsoft.com/office/drawing/2014/main" id="{3927900B-53B1-4F42-BD94-7FFF62CB3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9522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2" name="직선 연결선 1241">
                <a:extLst>
                  <a:ext uri="{FF2B5EF4-FFF2-40B4-BE49-F238E27FC236}">
                    <a16:creationId xmlns:a16="http://schemas.microsoft.com/office/drawing/2014/main" id="{F669DE3D-4D45-4106-9EA0-D25E4A4E2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4672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3" name="직선 연결선 1242">
                <a:extLst>
                  <a:ext uri="{FF2B5EF4-FFF2-40B4-BE49-F238E27FC236}">
                    <a16:creationId xmlns:a16="http://schemas.microsoft.com/office/drawing/2014/main" id="{B135D1C3-D42C-4EEE-8067-1A0DED974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9823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" name="직선 연결선 1243">
                <a:extLst>
                  <a:ext uri="{FF2B5EF4-FFF2-40B4-BE49-F238E27FC236}">
                    <a16:creationId xmlns:a16="http://schemas.microsoft.com/office/drawing/2014/main" id="{0A00C0B5-916A-4F95-8059-8C08094BA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4973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" name="직선 연결선 1244">
                <a:extLst>
                  <a:ext uri="{FF2B5EF4-FFF2-40B4-BE49-F238E27FC236}">
                    <a16:creationId xmlns:a16="http://schemas.microsoft.com/office/drawing/2014/main" id="{08314CA6-B9AC-458C-B643-9C176E5F23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59650" y="-1904302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6" name="직선 연결선 1245">
                <a:extLst>
                  <a:ext uri="{FF2B5EF4-FFF2-40B4-BE49-F238E27FC236}">
                    <a16:creationId xmlns:a16="http://schemas.microsoft.com/office/drawing/2014/main" id="{0952573E-FA5C-41B5-BA65-8A142FB696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7" name="직선 연결선 1246">
                <a:extLst>
                  <a:ext uri="{FF2B5EF4-FFF2-40B4-BE49-F238E27FC236}">
                    <a16:creationId xmlns:a16="http://schemas.microsoft.com/office/drawing/2014/main" id="{089D1438-FB5D-4544-8F6B-1FC364AE72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8" name="직선 연결선 1247">
                <a:extLst>
                  <a:ext uri="{FF2B5EF4-FFF2-40B4-BE49-F238E27FC236}">
                    <a16:creationId xmlns:a16="http://schemas.microsoft.com/office/drawing/2014/main" id="{DD7DCF20-076C-45BB-8B69-5BF8904F9E3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9" name="직선 연결선 1248">
                <a:extLst>
                  <a:ext uri="{FF2B5EF4-FFF2-40B4-BE49-F238E27FC236}">
                    <a16:creationId xmlns:a16="http://schemas.microsoft.com/office/drawing/2014/main" id="{89B19DF0-6071-46F7-8135-A747EF6C05E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" name="직선 연결선 1249">
                <a:extLst>
                  <a:ext uri="{FF2B5EF4-FFF2-40B4-BE49-F238E27FC236}">
                    <a16:creationId xmlns:a16="http://schemas.microsoft.com/office/drawing/2014/main" id="{F1B02E2D-883A-49F4-B9CF-66DE85AC8C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1" name="직선 연결선 1250">
                <a:extLst>
                  <a:ext uri="{FF2B5EF4-FFF2-40B4-BE49-F238E27FC236}">
                    <a16:creationId xmlns:a16="http://schemas.microsoft.com/office/drawing/2014/main" id="{00BACEEE-5B95-4835-B896-71EB0FDBC10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2" name="직선 연결선 1251">
                <a:extLst>
                  <a:ext uri="{FF2B5EF4-FFF2-40B4-BE49-F238E27FC236}">
                    <a16:creationId xmlns:a16="http://schemas.microsoft.com/office/drawing/2014/main" id="{A26BCEBC-E683-4082-8A79-9015D5FC75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직선 연결선 1252">
                <a:extLst>
                  <a:ext uri="{FF2B5EF4-FFF2-40B4-BE49-F238E27FC236}">
                    <a16:creationId xmlns:a16="http://schemas.microsoft.com/office/drawing/2014/main" id="{D00F1781-3953-4A1D-B92D-61E1D852F4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직선 연결선 1253">
                <a:extLst>
                  <a:ext uri="{FF2B5EF4-FFF2-40B4-BE49-F238E27FC236}">
                    <a16:creationId xmlns:a16="http://schemas.microsoft.com/office/drawing/2014/main" id="{E78338B0-7431-47DA-8154-F0EBA00E2C5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5" name="직선 연결선 1254">
                <a:extLst>
                  <a:ext uri="{FF2B5EF4-FFF2-40B4-BE49-F238E27FC236}">
                    <a16:creationId xmlns:a16="http://schemas.microsoft.com/office/drawing/2014/main" id="{64F771A5-BEE8-46EC-AE9E-41C40E058E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6" name="직선 연결선 1255">
                <a:extLst>
                  <a:ext uri="{FF2B5EF4-FFF2-40B4-BE49-F238E27FC236}">
                    <a16:creationId xmlns:a16="http://schemas.microsoft.com/office/drawing/2014/main" id="{56E6DA55-4307-4641-AC8C-27AAB1B778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7" name="직선 연결선 1256">
                <a:extLst>
                  <a:ext uri="{FF2B5EF4-FFF2-40B4-BE49-F238E27FC236}">
                    <a16:creationId xmlns:a16="http://schemas.microsoft.com/office/drawing/2014/main" id="{1C7E16D7-42AC-4420-B601-94D0CF33DE8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8" name="직선 연결선 1257">
                <a:extLst>
                  <a:ext uri="{FF2B5EF4-FFF2-40B4-BE49-F238E27FC236}">
                    <a16:creationId xmlns:a16="http://schemas.microsoft.com/office/drawing/2014/main" id="{A6E16DAA-995C-42E1-B011-12F7085F19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9" name="직선 연결선 1258">
                <a:extLst>
                  <a:ext uri="{FF2B5EF4-FFF2-40B4-BE49-F238E27FC236}">
                    <a16:creationId xmlns:a16="http://schemas.microsoft.com/office/drawing/2014/main" id="{2AAF6717-470F-4E7B-A5F6-5E2C330460A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0" name="직선 연결선 1259">
                <a:extLst>
                  <a:ext uri="{FF2B5EF4-FFF2-40B4-BE49-F238E27FC236}">
                    <a16:creationId xmlns:a16="http://schemas.microsoft.com/office/drawing/2014/main" id="{69B3927D-90CA-42EE-98A5-D319CE25DA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1" name="직선 연결선 1260">
                <a:extLst>
                  <a:ext uri="{FF2B5EF4-FFF2-40B4-BE49-F238E27FC236}">
                    <a16:creationId xmlns:a16="http://schemas.microsoft.com/office/drawing/2014/main" id="{355A1125-5145-40FF-BD1E-5326D2D8C4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2" name="직선 연결선 1261">
                <a:extLst>
                  <a:ext uri="{FF2B5EF4-FFF2-40B4-BE49-F238E27FC236}">
                    <a16:creationId xmlns:a16="http://schemas.microsoft.com/office/drawing/2014/main" id="{3181CADC-72DC-4D7B-8718-C2A7527CAE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3" name="직선 연결선 1262">
                <a:extLst>
                  <a:ext uri="{FF2B5EF4-FFF2-40B4-BE49-F238E27FC236}">
                    <a16:creationId xmlns:a16="http://schemas.microsoft.com/office/drawing/2014/main" id="{938B4078-393B-4D3F-9060-F69578560A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4" name="직선 연결선 1263">
                <a:extLst>
                  <a:ext uri="{FF2B5EF4-FFF2-40B4-BE49-F238E27FC236}">
                    <a16:creationId xmlns:a16="http://schemas.microsoft.com/office/drawing/2014/main" id="{8BE4ED94-E1DF-479B-B584-B253FAF97A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5" name="직선 연결선 1264">
                <a:extLst>
                  <a:ext uri="{FF2B5EF4-FFF2-40B4-BE49-F238E27FC236}">
                    <a16:creationId xmlns:a16="http://schemas.microsoft.com/office/drawing/2014/main" id="{1331DF36-7A5F-4904-80A3-D33C75804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6" name="직선 연결선 1265">
                <a:extLst>
                  <a:ext uri="{FF2B5EF4-FFF2-40B4-BE49-F238E27FC236}">
                    <a16:creationId xmlns:a16="http://schemas.microsoft.com/office/drawing/2014/main" id="{903E5A11-6835-42F9-831A-FEBD457666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7" name="직선 연결선 1266">
                <a:extLst>
                  <a:ext uri="{FF2B5EF4-FFF2-40B4-BE49-F238E27FC236}">
                    <a16:creationId xmlns:a16="http://schemas.microsoft.com/office/drawing/2014/main" id="{9C0CCC32-FFC1-48C5-8C61-414CB30D29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8" name="직선 연결선 1267">
                <a:extLst>
                  <a:ext uri="{FF2B5EF4-FFF2-40B4-BE49-F238E27FC236}">
                    <a16:creationId xmlns:a16="http://schemas.microsoft.com/office/drawing/2014/main" id="{4A91F01D-D386-4392-8EC1-EBB1BCA2E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9" name="직선 연결선 1268">
                <a:extLst>
                  <a:ext uri="{FF2B5EF4-FFF2-40B4-BE49-F238E27FC236}">
                    <a16:creationId xmlns:a16="http://schemas.microsoft.com/office/drawing/2014/main" id="{1747F496-552E-4317-A74B-A0FFFAEEF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0" name="직선 연결선 1269">
                <a:extLst>
                  <a:ext uri="{FF2B5EF4-FFF2-40B4-BE49-F238E27FC236}">
                    <a16:creationId xmlns:a16="http://schemas.microsoft.com/office/drawing/2014/main" id="{C497649C-7945-494E-9309-F609AEF6408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1" name="직선 연결선 1270">
                <a:extLst>
                  <a:ext uri="{FF2B5EF4-FFF2-40B4-BE49-F238E27FC236}">
                    <a16:creationId xmlns:a16="http://schemas.microsoft.com/office/drawing/2014/main" id="{0F33D77D-86B9-4D79-A993-65DCA0E39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2" name="직선 연결선 1271">
              <a:extLst>
                <a:ext uri="{FF2B5EF4-FFF2-40B4-BE49-F238E27FC236}">
                  <a16:creationId xmlns:a16="http://schemas.microsoft.com/office/drawing/2014/main" id="{C9AF0BA4-4F80-4692-8A8E-7E8C54F3DFB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3" name="직선 연결선 1272">
              <a:extLst>
                <a:ext uri="{FF2B5EF4-FFF2-40B4-BE49-F238E27FC236}">
                  <a16:creationId xmlns:a16="http://schemas.microsoft.com/office/drawing/2014/main" id="{21F0C300-8E37-490B-B5EB-FEA9A02E18E2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85">
            <a:hlinkClick r:id="rId2"/>
            <a:extLst>
              <a:ext uri="{FF2B5EF4-FFF2-40B4-BE49-F238E27FC236}">
                <a16:creationId xmlns:a16="http://schemas.microsoft.com/office/drawing/2014/main" id="{CC3FF22E-8CCD-402D-A84A-F2FAD3FD4BD7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TextBox 186">
            <a:hlinkClick r:id="rId3"/>
            <a:extLst>
              <a:ext uri="{FF2B5EF4-FFF2-40B4-BE49-F238E27FC236}">
                <a16:creationId xmlns:a16="http://schemas.microsoft.com/office/drawing/2014/main" id="{55EC4993-5B22-4512-A8E7-20AB63996B5B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xtBox 184">
            <a:hlinkClick r:id="rId4"/>
            <a:extLst>
              <a:ext uri="{FF2B5EF4-FFF2-40B4-BE49-F238E27FC236}">
                <a16:creationId xmlns:a16="http://schemas.microsoft.com/office/drawing/2014/main" id="{83183E90-2205-42A9-9AC9-EA6F94814F4A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37</cp:revision>
  <dcterms:created xsi:type="dcterms:W3CDTF">2021-10-29T04:43:38Z</dcterms:created>
  <dcterms:modified xsi:type="dcterms:W3CDTF">2021-12-19T08:01:57Z</dcterms:modified>
</cp:coreProperties>
</file>
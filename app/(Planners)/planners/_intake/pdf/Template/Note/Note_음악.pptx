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그룹 1444">
            <a:extLst>
              <a:ext uri="{FF2B5EF4-FFF2-40B4-BE49-F238E27FC236}">
                <a16:creationId xmlns:a16="http://schemas.microsoft.com/office/drawing/2014/main" id="{1C153648-1A7B-42D6-8578-CEAA5E83C04F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1446" name="그룹 1445">
              <a:extLst>
                <a:ext uri="{FF2B5EF4-FFF2-40B4-BE49-F238E27FC236}">
                  <a16:creationId xmlns:a16="http://schemas.microsoft.com/office/drawing/2014/main" id="{D4F212BE-C508-42BA-AADE-328F2701118A}"/>
                </a:ext>
              </a:extLst>
            </p:cNvPr>
            <p:cNvGrpSpPr/>
            <p:nvPr/>
          </p:nvGrpSpPr>
          <p:grpSpPr>
            <a:xfrm>
              <a:off x="230188" y="2256678"/>
              <a:ext cx="5472112" cy="335924"/>
              <a:chOff x="230188" y="802183"/>
              <a:chExt cx="2656294" cy="1030080"/>
            </a:xfrm>
          </p:grpSpPr>
          <p:cxnSp>
            <p:nvCxnSpPr>
              <p:cNvPr id="1503" name="직선 연결선 1502">
                <a:extLst>
                  <a:ext uri="{FF2B5EF4-FFF2-40B4-BE49-F238E27FC236}">
                    <a16:creationId xmlns:a16="http://schemas.microsoft.com/office/drawing/2014/main" id="{D43BE1AE-DC1D-4EBB-BE4E-FF32AB36A3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직선 연결선 1503">
                <a:extLst>
                  <a:ext uri="{FF2B5EF4-FFF2-40B4-BE49-F238E27FC236}">
                    <a16:creationId xmlns:a16="http://schemas.microsoft.com/office/drawing/2014/main" id="{506A217B-4193-4866-B39E-5FDA0F09E6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직선 연결선 1504">
                <a:extLst>
                  <a:ext uri="{FF2B5EF4-FFF2-40B4-BE49-F238E27FC236}">
                    <a16:creationId xmlns:a16="http://schemas.microsoft.com/office/drawing/2014/main" id="{76136351-B9CE-41EC-A8DF-FE10BD93F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직선 연결선 1505">
                <a:extLst>
                  <a:ext uri="{FF2B5EF4-FFF2-40B4-BE49-F238E27FC236}">
                    <a16:creationId xmlns:a16="http://schemas.microsoft.com/office/drawing/2014/main" id="{30BA2BC5-43EB-433A-9378-D7ECE3A7D3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직선 연결선 1506">
                <a:extLst>
                  <a:ext uri="{FF2B5EF4-FFF2-40B4-BE49-F238E27FC236}">
                    <a16:creationId xmlns:a16="http://schemas.microsoft.com/office/drawing/2014/main" id="{3EC45A2C-6003-49EA-85F1-7BE2E6E4C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7" name="그룹 1446">
              <a:extLst>
                <a:ext uri="{FF2B5EF4-FFF2-40B4-BE49-F238E27FC236}">
                  <a16:creationId xmlns:a16="http://schemas.microsoft.com/office/drawing/2014/main" id="{F226A356-E2DB-4F2B-87AC-645832B061E2}"/>
                </a:ext>
              </a:extLst>
            </p:cNvPr>
            <p:cNvGrpSpPr/>
            <p:nvPr/>
          </p:nvGrpSpPr>
          <p:grpSpPr>
            <a:xfrm>
              <a:off x="230188" y="3653618"/>
              <a:ext cx="5472112" cy="335924"/>
              <a:chOff x="230188" y="802183"/>
              <a:chExt cx="2656294" cy="1030080"/>
            </a:xfrm>
          </p:grpSpPr>
          <p:cxnSp>
            <p:nvCxnSpPr>
              <p:cNvPr id="1498" name="직선 연결선 1497">
                <a:extLst>
                  <a:ext uri="{FF2B5EF4-FFF2-40B4-BE49-F238E27FC236}">
                    <a16:creationId xmlns:a16="http://schemas.microsoft.com/office/drawing/2014/main" id="{4FF42C6E-88F5-4D98-A4D8-27F9C45338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9" name="직선 연결선 1498">
                <a:extLst>
                  <a:ext uri="{FF2B5EF4-FFF2-40B4-BE49-F238E27FC236}">
                    <a16:creationId xmlns:a16="http://schemas.microsoft.com/office/drawing/2014/main" id="{5F972CC8-593A-491D-A359-FFBB17D10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0" name="직선 연결선 1499">
                <a:extLst>
                  <a:ext uri="{FF2B5EF4-FFF2-40B4-BE49-F238E27FC236}">
                    <a16:creationId xmlns:a16="http://schemas.microsoft.com/office/drawing/2014/main" id="{51AFA8A2-77F8-4091-BB74-50D060601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1" name="직선 연결선 1500">
                <a:extLst>
                  <a:ext uri="{FF2B5EF4-FFF2-40B4-BE49-F238E27FC236}">
                    <a16:creationId xmlns:a16="http://schemas.microsoft.com/office/drawing/2014/main" id="{227CF6AB-8CEB-45E1-8B98-67705187AF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직선 연결선 1501">
                <a:extLst>
                  <a:ext uri="{FF2B5EF4-FFF2-40B4-BE49-F238E27FC236}">
                    <a16:creationId xmlns:a16="http://schemas.microsoft.com/office/drawing/2014/main" id="{FAAD175B-4038-4DC9-A916-3F4077D9AC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8" name="그룹 1447">
              <a:extLst>
                <a:ext uri="{FF2B5EF4-FFF2-40B4-BE49-F238E27FC236}">
                  <a16:creationId xmlns:a16="http://schemas.microsoft.com/office/drawing/2014/main" id="{6FD4FD62-A929-45E9-927C-6D3912166981}"/>
                </a:ext>
              </a:extLst>
            </p:cNvPr>
            <p:cNvGrpSpPr/>
            <p:nvPr/>
          </p:nvGrpSpPr>
          <p:grpSpPr>
            <a:xfrm>
              <a:off x="230188" y="4352088"/>
              <a:ext cx="5472112" cy="335924"/>
              <a:chOff x="230188" y="802183"/>
              <a:chExt cx="2656294" cy="1030080"/>
            </a:xfrm>
          </p:grpSpPr>
          <p:cxnSp>
            <p:nvCxnSpPr>
              <p:cNvPr id="1493" name="직선 연결선 1492">
                <a:extLst>
                  <a:ext uri="{FF2B5EF4-FFF2-40B4-BE49-F238E27FC236}">
                    <a16:creationId xmlns:a16="http://schemas.microsoft.com/office/drawing/2014/main" id="{1F25C303-8306-43C3-B38B-D0C28BD212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4" name="직선 연결선 1493">
                <a:extLst>
                  <a:ext uri="{FF2B5EF4-FFF2-40B4-BE49-F238E27FC236}">
                    <a16:creationId xmlns:a16="http://schemas.microsoft.com/office/drawing/2014/main" id="{C73C891E-5564-48BD-A967-3E2B0F5AC5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5" name="직선 연결선 1494">
                <a:extLst>
                  <a:ext uri="{FF2B5EF4-FFF2-40B4-BE49-F238E27FC236}">
                    <a16:creationId xmlns:a16="http://schemas.microsoft.com/office/drawing/2014/main" id="{18C5FD5F-198C-402A-A0F1-B865B6586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6" name="직선 연결선 1495">
                <a:extLst>
                  <a:ext uri="{FF2B5EF4-FFF2-40B4-BE49-F238E27FC236}">
                    <a16:creationId xmlns:a16="http://schemas.microsoft.com/office/drawing/2014/main" id="{7D04B782-AE30-41D8-990A-157005158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7" name="직선 연결선 1496">
                <a:extLst>
                  <a:ext uri="{FF2B5EF4-FFF2-40B4-BE49-F238E27FC236}">
                    <a16:creationId xmlns:a16="http://schemas.microsoft.com/office/drawing/2014/main" id="{04DBBA33-5464-4A03-84F2-AE45D3ACB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9" name="그룹 1448">
              <a:extLst>
                <a:ext uri="{FF2B5EF4-FFF2-40B4-BE49-F238E27FC236}">
                  <a16:creationId xmlns:a16="http://schemas.microsoft.com/office/drawing/2014/main" id="{08E7B035-6DDD-4E73-A431-131E956C55EE}"/>
                </a:ext>
              </a:extLst>
            </p:cNvPr>
            <p:cNvGrpSpPr/>
            <p:nvPr/>
          </p:nvGrpSpPr>
          <p:grpSpPr>
            <a:xfrm>
              <a:off x="230188" y="5050558"/>
              <a:ext cx="5472112" cy="335924"/>
              <a:chOff x="230188" y="802183"/>
              <a:chExt cx="2656294" cy="1030080"/>
            </a:xfrm>
          </p:grpSpPr>
          <p:cxnSp>
            <p:nvCxnSpPr>
              <p:cNvPr id="1488" name="직선 연결선 1487">
                <a:extLst>
                  <a:ext uri="{FF2B5EF4-FFF2-40B4-BE49-F238E27FC236}">
                    <a16:creationId xmlns:a16="http://schemas.microsoft.com/office/drawing/2014/main" id="{0DC958E3-E110-4CC3-BABB-1802B80C54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9" name="직선 연결선 1488">
                <a:extLst>
                  <a:ext uri="{FF2B5EF4-FFF2-40B4-BE49-F238E27FC236}">
                    <a16:creationId xmlns:a16="http://schemas.microsoft.com/office/drawing/2014/main" id="{FE9CDC38-ABD3-4008-9021-77C79A1F5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0" name="직선 연결선 1489">
                <a:extLst>
                  <a:ext uri="{FF2B5EF4-FFF2-40B4-BE49-F238E27FC236}">
                    <a16:creationId xmlns:a16="http://schemas.microsoft.com/office/drawing/2014/main" id="{C4B6F971-A8A9-40B4-BE73-69C643B16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1" name="직선 연결선 1490">
                <a:extLst>
                  <a:ext uri="{FF2B5EF4-FFF2-40B4-BE49-F238E27FC236}">
                    <a16:creationId xmlns:a16="http://schemas.microsoft.com/office/drawing/2014/main" id="{F8C90317-9A71-4771-8643-37F89C5E7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2" name="직선 연결선 1491">
                <a:extLst>
                  <a:ext uri="{FF2B5EF4-FFF2-40B4-BE49-F238E27FC236}">
                    <a16:creationId xmlns:a16="http://schemas.microsoft.com/office/drawing/2014/main" id="{C1437FE9-33D7-4326-94AD-0F54EE18B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0" name="그룹 1449">
              <a:extLst>
                <a:ext uri="{FF2B5EF4-FFF2-40B4-BE49-F238E27FC236}">
                  <a16:creationId xmlns:a16="http://schemas.microsoft.com/office/drawing/2014/main" id="{BBA95E74-17CE-42EB-B0CE-A6198EC6459B}"/>
                </a:ext>
              </a:extLst>
            </p:cNvPr>
            <p:cNvGrpSpPr/>
            <p:nvPr/>
          </p:nvGrpSpPr>
          <p:grpSpPr>
            <a:xfrm>
              <a:off x="230188" y="5749028"/>
              <a:ext cx="5472112" cy="335924"/>
              <a:chOff x="230188" y="802183"/>
              <a:chExt cx="2656294" cy="1030080"/>
            </a:xfrm>
          </p:grpSpPr>
          <p:cxnSp>
            <p:nvCxnSpPr>
              <p:cNvPr id="1483" name="직선 연결선 1482">
                <a:extLst>
                  <a:ext uri="{FF2B5EF4-FFF2-40B4-BE49-F238E27FC236}">
                    <a16:creationId xmlns:a16="http://schemas.microsoft.com/office/drawing/2014/main" id="{74400905-6C2E-4144-9B9C-D641260F9D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4" name="직선 연결선 1483">
                <a:extLst>
                  <a:ext uri="{FF2B5EF4-FFF2-40B4-BE49-F238E27FC236}">
                    <a16:creationId xmlns:a16="http://schemas.microsoft.com/office/drawing/2014/main" id="{39B3E5FF-4CA6-4EFF-8897-8FDF5E4B35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5" name="직선 연결선 1484">
                <a:extLst>
                  <a:ext uri="{FF2B5EF4-FFF2-40B4-BE49-F238E27FC236}">
                    <a16:creationId xmlns:a16="http://schemas.microsoft.com/office/drawing/2014/main" id="{8C3010CC-A2CA-4E79-8B86-90DAA70E06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6" name="직선 연결선 1485">
                <a:extLst>
                  <a:ext uri="{FF2B5EF4-FFF2-40B4-BE49-F238E27FC236}">
                    <a16:creationId xmlns:a16="http://schemas.microsoft.com/office/drawing/2014/main" id="{8B4E9F16-BB8F-49F7-9473-AD9DC3376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7" name="직선 연결선 1486">
                <a:extLst>
                  <a:ext uri="{FF2B5EF4-FFF2-40B4-BE49-F238E27FC236}">
                    <a16:creationId xmlns:a16="http://schemas.microsoft.com/office/drawing/2014/main" id="{FC096EC0-9438-417C-AF31-7B060E7742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1" name="그룹 1450">
              <a:extLst>
                <a:ext uri="{FF2B5EF4-FFF2-40B4-BE49-F238E27FC236}">
                  <a16:creationId xmlns:a16="http://schemas.microsoft.com/office/drawing/2014/main" id="{F787A86F-9267-4388-A999-948EFC472E99}"/>
                </a:ext>
              </a:extLst>
            </p:cNvPr>
            <p:cNvGrpSpPr/>
            <p:nvPr/>
          </p:nvGrpSpPr>
          <p:grpSpPr>
            <a:xfrm>
              <a:off x="230188" y="6447498"/>
              <a:ext cx="5472112" cy="335924"/>
              <a:chOff x="230188" y="802183"/>
              <a:chExt cx="2656294" cy="1030080"/>
            </a:xfrm>
          </p:grpSpPr>
          <p:cxnSp>
            <p:nvCxnSpPr>
              <p:cNvPr id="1478" name="직선 연결선 1477">
                <a:extLst>
                  <a:ext uri="{FF2B5EF4-FFF2-40B4-BE49-F238E27FC236}">
                    <a16:creationId xmlns:a16="http://schemas.microsoft.com/office/drawing/2014/main" id="{3655FC82-93E8-4160-A2FD-096B20F630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9" name="직선 연결선 1478">
                <a:extLst>
                  <a:ext uri="{FF2B5EF4-FFF2-40B4-BE49-F238E27FC236}">
                    <a16:creationId xmlns:a16="http://schemas.microsoft.com/office/drawing/2014/main" id="{E7F85509-EB8C-4D1E-9E58-5D1753D4C6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0" name="직선 연결선 1479">
                <a:extLst>
                  <a:ext uri="{FF2B5EF4-FFF2-40B4-BE49-F238E27FC236}">
                    <a16:creationId xmlns:a16="http://schemas.microsoft.com/office/drawing/2014/main" id="{6BE2E217-88B2-42FE-895B-E584037264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1" name="직선 연결선 1480">
                <a:extLst>
                  <a:ext uri="{FF2B5EF4-FFF2-40B4-BE49-F238E27FC236}">
                    <a16:creationId xmlns:a16="http://schemas.microsoft.com/office/drawing/2014/main" id="{91D50922-19F5-4F3E-96FD-4FB96A8026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2" name="직선 연결선 1481">
                <a:extLst>
                  <a:ext uri="{FF2B5EF4-FFF2-40B4-BE49-F238E27FC236}">
                    <a16:creationId xmlns:a16="http://schemas.microsoft.com/office/drawing/2014/main" id="{47E05D12-B9AF-4F20-B120-3D14370F1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2" name="그룹 1451">
              <a:extLst>
                <a:ext uri="{FF2B5EF4-FFF2-40B4-BE49-F238E27FC236}">
                  <a16:creationId xmlns:a16="http://schemas.microsoft.com/office/drawing/2014/main" id="{3D28EDEF-8DFB-40D6-9266-AF079D008754}"/>
                </a:ext>
              </a:extLst>
            </p:cNvPr>
            <p:cNvGrpSpPr/>
            <p:nvPr/>
          </p:nvGrpSpPr>
          <p:grpSpPr>
            <a:xfrm>
              <a:off x="230188" y="7145964"/>
              <a:ext cx="5472112" cy="335924"/>
              <a:chOff x="230188" y="802183"/>
              <a:chExt cx="2656294" cy="1030080"/>
            </a:xfrm>
          </p:grpSpPr>
          <p:cxnSp>
            <p:nvCxnSpPr>
              <p:cNvPr id="1473" name="직선 연결선 1472">
                <a:extLst>
                  <a:ext uri="{FF2B5EF4-FFF2-40B4-BE49-F238E27FC236}">
                    <a16:creationId xmlns:a16="http://schemas.microsoft.com/office/drawing/2014/main" id="{8978D91F-1719-4519-A7B6-2140EA820F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4" name="직선 연결선 1473">
                <a:extLst>
                  <a:ext uri="{FF2B5EF4-FFF2-40B4-BE49-F238E27FC236}">
                    <a16:creationId xmlns:a16="http://schemas.microsoft.com/office/drawing/2014/main" id="{9169DDCC-5D85-4334-A42A-63EAB189F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5" name="직선 연결선 1474">
                <a:extLst>
                  <a:ext uri="{FF2B5EF4-FFF2-40B4-BE49-F238E27FC236}">
                    <a16:creationId xmlns:a16="http://schemas.microsoft.com/office/drawing/2014/main" id="{1F593D52-C5ED-4DFD-B901-98573AC6B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6" name="직선 연결선 1475">
                <a:extLst>
                  <a:ext uri="{FF2B5EF4-FFF2-40B4-BE49-F238E27FC236}">
                    <a16:creationId xmlns:a16="http://schemas.microsoft.com/office/drawing/2014/main" id="{77C66D50-5F56-446E-ABDD-E5B2553EA0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7" name="직선 연결선 1476">
                <a:extLst>
                  <a:ext uri="{FF2B5EF4-FFF2-40B4-BE49-F238E27FC236}">
                    <a16:creationId xmlns:a16="http://schemas.microsoft.com/office/drawing/2014/main" id="{2FD7D4A5-6F2C-417F-80DA-B1284069B6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3" name="그룹 1452">
              <a:extLst>
                <a:ext uri="{FF2B5EF4-FFF2-40B4-BE49-F238E27FC236}">
                  <a16:creationId xmlns:a16="http://schemas.microsoft.com/office/drawing/2014/main" id="{53A9BC3C-8AD2-4032-B4D0-AC146C5B1A44}"/>
                </a:ext>
              </a:extLst>
            </p:cNvPr>
            <p:cNvGrpSpPr/>
            <p:nvPr/>
          </p:nvGrpSpPr>
          <p:grpSpPr>
            <a:xfrm>
              <a:off x="230188" y="1558208"/>
              <a:ext cx="5472112" cy="335924"/>
              <a:chOff x="230188" y="802183"/>
              <a:chExt cx="2656294" cy="1030080"/>
            </a:xfrm>
          </p:grpSpPr>
          <p:cxnSp>
            <p:nvCxnSpPr>
              <p:cNvPr id="1468" name="직선 연결선 1467">
                <a:extLst>
                  <a:ext uri="{FF2B5EF4-FFF2-40B4-BE49-F238E27FC236}">
                    <a16:creationId xmlns:a16="http://schemas.microsoft.com/office/drawing/2014/main" id="{74382E00-BEA1-4AF1-9F02-060716F8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9" name="직선 연결선 1468">
                <a:extLst>
                  <a:ext uri="{FF2B5EF4-FFF2-40B4-BE49-F238E27FC236}">
                    <a16:creationId xmlns:a16="http://schemas.microsoft.com/office/drawing/2014/main" id="{2EB96FDF-2029-4FCB-9809-EA86D6A33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0" name="직선 연결선 1469">
                <a:extLst>
                  <a:ext uri="{FF2B5EF4-FFF2-40B4-BE49-F238E27FC236}">
                    <a16:creationId xmlns:a16="http://schemas.microsoft.com/office/drawing/2014/main" id="{D81AD6BE-3942-4243-ACAD-F52565089E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1" name="직선 연결선 1470">
                <a:extLst>
                  <a:ext uri="{FF2B5EF4-FFF2-40B4-BE49-F238E27FC236}">
                    <a16:creationId xmlns:a16="http://schemas.microsoft.com/office/drawing/2014/main" id="{CD66129C-FBCB-480B-B29D-6399CAADD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2" name="직선 연결선 1471">
                <a:extLst>
                  <a:ext uri="{FF2B5EF4-FFF2-40B4-BE49-F238E27FC236}">
                    <a16:creationId xmlns:a16="http://schemas.microsoft.com/office/drawing/2014/main" id="{200D45A0-626F-463D-A7D2-C09F36299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4" name="그룹 1453">
              <a:extLst>
                <a:ext uri="{FF2B5EF4-FFF2-40B4-BE49-F238E27FC236}">
                  <a16:creationId xmlns:a16="http://schemas.microsoft.com/office/drawing/2014/main" id="{F5CCAAE2-DF94-49CD-BEAC-D78F7AC425F7}"/>
                </a:ext>
              </a:extLst>
            </p:cNvPr>
            <p:cNvGrpSpPr/>
            <p:nvPr/>
          </p:nvGrpSpPr>
          <p:grpSpPr>
            <a:xfrm>
              <a:off x="230188" y="2955148"/>
              <a:ext cx="5472112" cy="335924"/>
              <a:chOff x="230188" y="802183"/>
              <a:chExt cx="2656294" cy="1030080"/>
            </a:xfrm>
          </p:grpSpPr>
          <p:cxnSp>
            <p:nvCxnSpPr>
              <p:cNvPr id="1463" name="직선 연결선 1462">
                <a:extLst>
                  <a:ext uri="{FF2B5EF4-FFF2-40B4-BE49-F238E27FC236}">
                    <a16:creationId xmlns:a16="http://schemas.microsoft.com/office/drawing/2014/main" id="{4CEEA0A5-1B95-4082-A1EE-AFF15B1F11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4" name="직선 연결선 1463">
                <a:extLst>
                  <a:ext uri="{FF2B5EF4-FFF2-40B4-BE49-F238E27FC236}">
                    <a16:creationId xmlns:a16="http://schemas.microsoft.com/office/drawing/2014/main" id="{1E9A2C60-148F-41D0-8375-249A0110E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5" name="직선 연결선 1464">
                <a:extLst>
                  <a:ext uri="{FF2B5EF4-FFF2-40B4-BE49-F238E27FC236}">
                    <a16:creationId xmlns:a16="http://schemas.microsoft.com/office/drawing/2014/main" id="{CC4C873D-5493-4A1A-BF79-C958F3FE5C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6" name="직선 연결선 1465">
                <a:extLst>
                  <a:ext uri="{FF2B5EF4-FFF2-40B4-BE49-F238E27FC236}">
                    <a16:creationId xmlns:a16="http://schemas.microsoft.com/office/drawing/2014/main" id="{B5737CE6-D770-4594-9818-8295907D0D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7" name="직선 연결선 1466">
                <a:extLst>
                  <a:ext uri="{FF2B5EF4-FFF2-40B4-BE49-F238E27FC236}">
                    <a16:creationId xmlns:a16="http://schemas.microsoft.com/office/drawing/2014/main" id="{A6BA4EB6-77CE-4E07-98F6-65F56880B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5" name="그룹 1454">
              <a:extLst>
                <a:ext uri="{FF2B5EF4-FFF2-40B4-BE49-F238E27FC236}">
                  <a16:creationId xmlns:a16="http://schemas.microsoft.com/office/drawing/2014/main" id="{BD77E043-2B1E-4C55-BD0F-526B7A142473}"/>
                </a:ext>
              </a:extLst>
            </p:cNvPr>
            <p:cNvGrpSpPr/>
            <p:nvPr/>
          </p:nvGrpSpPr>
          <p:grpSpPr>
            <a:xfrm>
              <a:off x="230188" y="859738"/>
              <a:ext cx="5472112" cy="335924"/>
              <a:chOff x="230188" y="802183"/>
              <a:chExt cx="2656294" cy="1030080"/>
            </a:xfrm>
          </p:grpSpPr>
          <p:cxnSp>
            <p:nvCxnSpPr>
              <p:cNvPr id="1458" name="직선 연결선 1457">
                <a:extLst>
                  <a:ext uri="{FF2B5EF4-FFF2-40B4-BE49-F238E27FC236}">
                    <a16:creationId xmlns:a16="http://schemas.microsoft.com/office/drawing/2014/main" id="{F126EC7D-AD2E-485A-A0E3-6CB3114B5A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83226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9" name="직선 연결선 1458">
                <a:extLst>
                  <a:ext uri="{FF2B5EF4-FFF2-40B4-BE49-F238E27FC236}">
                    <a16:creationId xmlns:a16="http://schemas.microsoft.com/office/drawing/2014/main" id="{C339B90E-7CC6-4699-892C-F2E6A771AD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80218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0" name="직선 연결선 1459">
                <a:extLst>
                  <a:ext uri="{FF2B5EF4-FFF2-40B4-BE49-F238E27FC236}">
                    <a16:creationId xmlns:a16="http://schemas.microsoft.com/office/drawing/2014/main" id="{AB1DDD98-35F8-4CB7-A715-D437CFF1D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5970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1" name="직선 연결선 1460">
                <a:extLst>
                  <a:ext uri="{FF2B5EF4-FFF2-40B4-BE49-F238E27FC236}">
                    <a16:creationId xmlns:a16="http://schemas.microsoft.com/office/drawing/2014/main" id="{DB410F07-A7D7-4875-9F71-F8947E3C1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31722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2" name="직선 연결선 1461">
                <a:extLst>
                  <a:ext uri="{FF2B5EF4-FFF2-40B4-BE49-F238E27FC236}">
                    <a16:creationId xmlns:a16="http://schemas.microsoft.com/office/drawing/2014/main" id="{C65CEDA8-5F32-4BDC-AFB2-DA1B35D9AA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574743"/>
                <a:ext cx="265629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56" name="직선 연결선 1455">
              <a:extLst>
                <a:ext uri="{FF2B5EF4-FFF2-40B4-BE49-F238E27FC236}">
                  <a16:creationId xmlns:a16="http://schemas.microsoft.com/office/drawing/2014/main" id="{3C201BAA-C42B-4C3A-968C-145669504BD9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직선 연결선 1456">
              <a:extLst>
                <a:ext uri="{FF2B5EF4-FFF2-40B4-BE49-F238E27FC236}">
                  <a16:creationId xmlns:a16="http://schemas.microsoft.com/office/drawing/2014/main" id="{889D5A86-437C-4112-A40B-D47EBBD3E7B7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185">
            <a:hlinkClick r:id="rId2"/>
            <a:extLst>
              <a:ext uri="{FF2B5EF4-FFF2-40B4-BE49-F238E27FC236}">
                <a16:creationId xmlns:a16="http://schemas.microsoft.com/office/drawing/2014/main" id="{EC5BAB6C-30A6-4EBF-8777-ADEA194DF72B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TextBox 186">
            <a:hlinkClick r:id="rId3"/>
            <a:extLst>
              <a:ext uri="{FF2B5EF4-FFF2-40B4-BE49-F238E27FC236}">
                <a16:creationId xmlns:a16="http://schemas.microsoft.com/office/drawing/2014/main" id="{449A4A92-E3A6-4DDD-A903-F93F06828964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" name="TextBox 184">
            <a:hlinkClick r:id="rId4"/>
            <a:extLst>
              <a:ext uri="{FF2B5EF4-FFF2-40B4-BE49-F238E27FC236}">
                <a16:creationId xmlns:a16="http://schemas.microsoft.com/office/drawing/2014/main" id="{BEE3AACC-24F8-495A-8CF7-3C5FA1D75459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59</cp:revision>
  <dcterms:created xsi:type="dcterms:W3CDTF">2021-10-29T04:43:38Z</dcterms:created>
  <dcterms:modified xsi:type="dcterms:W3CDTF">2021-12-19T08:41:16Z</dcterms:modified>
</cp:coreProperties>
</file>
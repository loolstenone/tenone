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그룹 525">
            <a:extLst>
              <a:ext uri="{FF2B5EF4-FFF2-40B4-BE49-F238E27FC236}">
                <a16:creationId xmlns:a16="http://schemas.microsoft.com/office/drawing/2014/main" id="{EDB7EF9B-8247-49E6-8916-C1F7D4C9A4F1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cxnSp>
          <p:nvCxnSpPr>
            <p:cNvPr id="474" name="직선 연결선 473">
              <a:extLst>
                <a:ext uri="{FF2B5EF4-FFF2-40B4-BE49-F238E27FC236}">
                  <a16:creationId xmlns:a16="http://schemas.microsoft.com/office/drawing/2014/main" id="{3A866629-F565-45E0-9499-D582B2F6A8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66788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직선 연결선 474">
              <a:extLst>
                <a:ext uri="{FF2B5EF4-FFF2-40B4-BE49-F238E27FC236}">
                  <a16:creationId xmlns:a16="http://schemas.microsoft.com/office/drawing/2014/main" id="{ABAD0941-F4A2-4827-AEFA-D3B42FEFE3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9268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직선 연결선 475">
              <a:extLst>
                <a:ext uri="{FF2B5EF4-FFF2-40B4-BE49-F238E27FC236}">
                  <a16:creationId xmlns:a16="http://schemas.microsoft.com/office/drawing/2014/main" id="{9B59A92F-D2AF-4C4A-9AA8-110FCA12817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452436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직선 연결선 476">
              <a:extLst>
                <a:ext uri="{FF2B5EF4-FFF2-40B4-BE49-F238E27FC236}">
                  <a16:creationId xmlns:a16="http://schemas.microsoft.com/office/drawing/2014/main" id="{98F219BA-B8AA-47A2-B243-64173CB688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15284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직선 연결선 477">
              <a:extLst>
                <a:ext uri="{FF2B5EF4-FFF2-40B4-BE49-F238E27FC236}">
                  <a16:creationId xmlns:a16="http://schemas.microsoft.com/office/drawing/2014/main" id="{9D196698-DF77-4A0A-BF27-13083A9EBCB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63780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직선 연결선 478">
              <a:extLst>
                <a:ext uri="{FF2B5EF4-FFF2-40B4-BE49-F238E27FC236}">
                  <a16:creationId xmlns:a16="http://schemas.microsoft.com/office/drawing/2014/main" id="{DE6FE396-6E01-40A4-8770-8F46470396C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12276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직선 연결선 479">
              <a:extLst>
                <a:ext uri="{FF2B5EF4-FFF2-40B4-BE49-F238E27FC236}">
                  <a16:creationId xmlns:a16="http://schemas.microsoft.com/office/drawing/2014/main" id="{B821A51D-FBBC-4710-960D-0A6B1CCC3E9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60772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직선 연결선 480">
              <a:extLst>
                <a:ext uri="{FF2B5EF4-FFF2-40B4-BE49-F238E27FC236}">
                  <a16:creationId xmlns:a16="http://schemas.microsoft.com/office/drawing/2014/main" id="{DF3D178E-18CD-43E7-917B-8F4B1A502B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2356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직선 연결선 481">
              <a:extLst>
                <a:ext uri="{FF2B5EF4-FFF2-40B4-BE49-F238E27FC236}">
                  <a16:creationId xmlns:a16="http://schemas.microsoft.com/office/drawing/2014/main" id="{1FB34162-1282-408F-86A1-3723C281766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79876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직선 연결선 482">
              <a:extLst>
                <a:ext uri="{FF2B5EF4-FFF2-40B4-BE49-F238E27FC236}">
                  <a16:creationId xmlns:a16="http://schemas.microsoft.com/office/drawing/2014/main" id="{7817749A-C413-4359-8252-6466D010CFB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37396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직선 연결선 483">
              <a:extLst>
                <a:ext uri="{FF2B5EF4-FFF2-40B4-BE49-F238E27FC236}">
                  <a16:creationId xmlns:a16="http://schemas.microsoft.com/office/drawing/2014/main" id="{2908D8ED-DF6C-4D1B-903A-CE650FDE74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94916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직선 연결선 484">
              <a:extLst>
                <a:ext uri="{FF2B5EF4-FFF2-40B4-BE49-F238E27FC236}">
                  <a16:creationId xmlns:a16="http://schemas.microsoft.com/office/drawing/2014/main" id="{8694A5B5-AC14-401D-A965-98EAEE97D17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09956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직선 연결선 485">
              <a:extLst>
                <a:ext uri="{FF2B5EF4-FFF2-40B4-BE49-F238E27FC236}">
                  <a16:creationId xmlns:a16="http://schemas.microsoft.com/office/drawing/2014/main" id="{F8649164-FAC3-46C7-99DE-EC2829AE57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67476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직선 연결선 486">
              <a:extLst>
                <a:ext uri="{FF2B5EF4-FFF2-40B4-BE49-F238E27FC236}">
                  <a16:creationId xmlns:a16="http://schemas.microsoft.com/office/drawing/2014/main" id="{897E5B5F-2248-4029-946C-2FBE90095F7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92540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직선 연결선 487">
              <a:extLst>
                <a:ext uri="{FF2B5EF4-FFF2-40B4-BE49-F238E27FC236}">
                  <a16:creationId xmlns:a16="http://schemas.microsoft.com/office/drawing/2014/main" id="{87CC186D-F40B-4CA5-B214-C778A5C531A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1036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직선 연결선 488">
              <a:extLst>
                <a:ext uri="{FF2B5EF4-FFF2-40B4-BE49-F238E27FC236}">
                  <a16:creationId xmlns:a16="http://schemas.microsoft.com/office/drawing/2014/main" id="{4960FFAD-3381-430F-9C4B-2C8413C6E71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4836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직선 연결선 489">
              <a:extLst>
                <a:ext uri="{FF2B5EF4-FFF2-40B4-BE49-F238E27FC236}">
                  <a16:creationId xmlns:a16="http://schemas.microsoft.com/office/drawing/2014/main" id="{430214F8-1042-446E-9475-F4CF020762C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89532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직선 연결선 490">
              <a:extLst>
                <a:ext uri="{FF2B5EF4-FFF2-40B4-BE49-F238E27FC236}">
                  <a16:creationId xmlns:a16="http://schemas.microsoft.com/office/drawing/2014/main" id="{5E09B918-6C0F-4A43-A15B-C4451E2165E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38028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직선 연결선 491">
              <a:extLst>
                <a:ext uri="{FF2B5EF4-FFF2-40B4-BE49-F238E27FC236}">
                  <a16:creationId xmlns:a16="http://schemas.microsoft.com/office/drawing/2014/main" id="{2C9B5DAA-5AC1-4F0F-A1C6-E408C8F13A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86524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직선 연결선 492">
              <a:extLst>
                <a:ext uri="{FF2B5EF4-FFF2-40B4-BE49-F238E27FC236}">
                  <a16:creationId xmlns:a16="http://schemas.microsoft.com/office/drawing/2014/main" id="{1F287F0A-0BF3-4F5F-AE5A-5E11313195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50204" y="4007644"/>
              <a:ext cx="694848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직선 연결선 493">
              <a:extLst>
                <a:ext uri="{FF2B5EF4-FFF2-40B4-BE49-F238E27FC236}">
                  <a16:creationId xmlns:a16="http://schemas.microsoft.com/office/drawing/2014/main" id="{D1F80D16-0C21-4828-8791-AD6C4456C4F7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104903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직선 연결선 494">
              <a:extLst>
                <a:ext uri="{FF2B5EF4-FFF2-40B4-BE49-F238E27FC236}">
                  <a16:creationId xmlns:a16="http://schemas.microsoft.com/office/drawing/2014/main" id="{48E10E25-0380-4ECE-9B2D-5B4DB4B751DF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362423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직선 연결선 495">
              <a:extLst>
                <a:ext uri="{FF2B5EF4-FFF2-40B4-BE49-F238E27FC236}">
                  <a16:creationId xmlns:a16="http://schemas.microsoft.com/office/drawing/2014/main" id="{9C6401DE-9CB7-476E-8811-FBE872FE0111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16935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직선 연결선 496">
              <a:extLst>
                <a:ext uri="{FF2B5EF4-FFF2-40B4-BE49-F238E27FC236}">
                  <a16:creationId xmlns:a16="http://schemas.microsoft.com/office/drawing/2014/main" id="{87083CB3-4D7B-44EB-92B3-6EF56399AC15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645695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0463CFA0-A7A4-4EA1-B384-08C27082B4A8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156407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직선 연결선 498">
              <a:extLst>
                <a:ext uri="{FF2B5EF4-FFF2-40B4-BE49-F238E27FC236}">
                  <a16:creationId xmlns:a16="http://schemas.microsoft.com/office/drawing/2014/main" id="{4B904C06-8E47-4B4E-98CD-DE08ED9D51F6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20791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2A6CC7A3-2853-4DF6-9C59-5D87EF697CE3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259415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직선 연결선 500">
              <a:extLst>
                <a:ext uri="{FF2B5EF4-FFF2-40B4-BE49-F238E27FC236}">
                  <a16:creationId xmlns:a16="http://schemas.microsoft.com/office/drawing/2014/main" id="{69062765-7CFE-46DB-95DB-2E8BDC177FBB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31091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2EAB3AB8-6B6E-485C-B139-2D0EE7CA6924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413927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직선 연결선 502">
              <a:extLst>
                <a:ext uri="{FF2B5EF4-FFF2-40B4-BE49-F238E27FC236}">
                  <a16:creationId xmlns:a16="http://schemas.microsoft.com/office/drawing/2014/main" id="{142A6F3A-340B-474B-92E5-65B89308F5B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43967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직선 연결선 503">
              <a:extLst>
                <a:ext uri="{FF2B5EF4-FFF2-40B4-BE49-F238E27FC236}">
                  <a16:creationId xmlns:a16="http://schemas.microsoft.com/office/drawing/2014/main" id="{76422687-148C-4261-AA97-AA0D27F8789F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46543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직선 연결선 504">
              <a:extLst>
                <a:ext uri="{FF2B5EF4-FFF2-40B4-BE49-F238E27FC236}">
                  <a16:creationId xmlns:a16="http://schemas.microsoft.com/office/drawing/2014/main" id="{A4DEA752-9D60-4235-B360-6CBAC0C2CD3F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491183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직선 연결선 505">
              <a:extLst>
                <a:ext uri="{FF2B5EF4-FFF2-40B4-BE49-F238E27FC236}">
                  <a16:creationId xmlns:a16="http://schemas.microsoft.com/office/drawing/2014/main" id="{8D77CC19-F8A6-4BE6-8D79-4AD829D41E48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42687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직선 연결선 506">
              <a:extLst>
                <a:ext uri="{FF2B5EF4-FFF2-40B4-BE49-F238E27FC236}">
                  <a16:creationId xmlns:a16="http://schemas.microsoft.com/office/drawing/2014/main" id="{4F4AC5D4-5CFF-42DD-8132-A00289D603C3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6843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직선 연결선 507">
              <a:extLst>
                <a:ext uri="{FF2B5EF4-FFF2-40B4-BE49-F238E27FC236}">
                  <a16:creationId xmlns:a16="http://schemas.microsoft.com/office/drawing/2014/main" id="{F5739869-D5C6-4586-8C8F-B94CCFE05A7E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9419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직선 연결선 508">
              <a:extLst>
                <a:ext uri="{FF2B5EF4-FFF2-40B4-BE49-F238E27FC236}">
                  <a16:creationId xmlns:a16="http://schemas.microsoft.com/office/drawing/2014/main" id="{AE05ECC9-4157-47A0-A5D7-199D1FDCDC8F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6971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직선 연결선 509">
              <a:extLst>
                <a:ext uri="{FF2B5EF4-FFF2-40B4-BE49-F238E27FC236}">
                  <a16:creationId xmlns:a16="http://schemas.microsoft.com/office/drawing/2014/main" id="{B870E2EA-8C58-441B-91D3-2A7D9C891DFD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619943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직선 연결선 510">
              <a:extLst>
                <a:ext uri="{FF2B5EF4-FFF2-40B4-BE49-F238E27FC236}">
                  <a16:creationId xmlns:a16="http://schemas.microsoft.com/office/drawing/2014/main" id="{B83C55A5-790C-4E25-92C6-D3C32306C1D7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671447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직선 연결선 511">
              <a:extLst>
                <a:ext uri="{FF2B5EF4-FFF2-40B4-BE49-F238E27FC236}">
                  <a16:creationId xmlns:a16="http://schemas.microsoft.com/office/drawing/2014/main" id="{F05BDE7F-E297-4A84-9ED9-EEE16344F24A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229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직선 연결선 512">
              <a:extLst>
                <a:ext uri="{FF2B5EF4-FFF2-40B4-BE49-F238E27FC236}">
                  <a16:creationId xmlns:a16="http://schemas.microsoft.com/office/drawing/2014/main" id="{2DB0B723-B692-413E-B2D8-C9F66AA32A01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직선 연결선 513">
              <a:extLst>
                <a:ext uri="{FF2B5EF4-FFF2-40B4-BE49-F238E27FC236}">
                  <a16:creationId xmlns:a16="http://schemas.microsoft.com/office/drawing/2014/main" id="{529D743F-B412-48DA-81BB-D11562CA596E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130655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직선 연결선 514">
              <a:extLst>
                <a:ext uri="{FF2B5EF4-FFF2-40B4-BE49-F238E27FC236}">
                  <a16:creationId xmlns:a16="http://schemas.microsoft.com/office/drawing/2014/main" id="{45F47F69-4DDA-4396-851B-B25E9F629C23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388175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직선 연결선 515">
              <a:extLst>
                <a:ext uri="{FF2B5EF4-FFF2-40B4-BE49-F238E27FC236}">
                  <a16:creationId xmlns:a16="http://schemas.microsoft.com/office/drawing/2014/main" id="{B77CEF70-BB9A-44E0-B9FF-BD52E2545C7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18215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직선 연결선 516">
              <a:extLst>
                <a:ext uri="{FF2B5EF4-FFF2-40B4-BE49-F238E27FC236}">
                  <a16:creationId xmlns:a16="http://schemas.microsoft.com/office/drawing/2014/main" id="{492F4C92-01D6-4707-BB28-43699621AEFD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233663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직선 연결선 517">
              <a:extLst>
                <a:ext uri="{FF2B5EF4-FFF2-40B4-BE49-F238E27FC236}">
                  <a16:creationId xmlns:a16="http://schemas.microsoft.com/office/drawing/2014/main" id="{3546C0A0-3B84-4401-B330-5BB959990F37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285167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직선 연결선 518">
              <a:extLst>
                <a:ext uri="{FF2B5EF4-FFF2-40B4-BE49-F238E27FC236}">
                  <a16:creationId xmlns:a16="http://schemas.microsoft.com/office/drawing/2014/main" id="{53AEEC7B-F701-4B61-8B0E-E3C36A5C3455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33667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직선 연결선 519">
              <a:extLst>
                <a:ext uri="{FF2B5EF4-FFF2-40B4-BE49-F238E27FC236}">
                  <a16:creationId xmlns:a16="http://schemas.microsoft.com/office/drawing/2014/main" id="{9F5B002E-F43B-41E0-893A-07EA3413E4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2924" y="4007644"/>
              <a:ext cx="694848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직선 연결선 520">
              <a:extLst>
                <a:ext uri="{FF2B5EF4-FFF2-40B4-BE49-F238E27FC236}">
                  <a16:creationId xmlns:a16="http://schemas.microsoft.com/office/drawing/2014/main" id="{DEAB1051-FB3B-425F-8C8E-62CB1A03657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224996" y="4007644"/>
              <a:ext cx="694848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직선 연결선 521">
              <a:extLst>
                <a:ext uri="{FF2B5EF4-FFF2-40B4-BE49-F238E27FC236}">
                  <a16:creationId xmlns:a16="http://schemas.microsoft.com/office/drawing/2014/main" id="{9F3266B2-0B8C-49F0-9D5E-583D1A129EF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직선 연결선 522">
              <a:extLst>
                <a:ext uri="{FF2B5EF4-FFF2-40B4-BE49-F238E27FC236}">
                  <a16:creationId xmlns:a16="http://schemas.microsoft.com/office/drawing/2014/main" id="{72FCC32E-D365-41B9-93CE-3C9C4562A9A0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487031"/>
              <a:ext cx="540107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직선 연결선 523">
              <a:extLst>
                <a:ext uri="{FF2B5EF4-FFF2-40B4-BE49-F238E27FC236}">
                  <a16:creationId xmlns:a16="http://schemas.microsoft.com/office/drawing/2014/main" id="{1368B096-E3D3-4A4B-9606-FF986ABCEB9A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직선 연결선 524">
              <a:extLst>
                <a:ext uri="{FF2B5EF4-FFF2-40B4-BE49-F238E27FC236}">
                  <a16:creationId xmlns:a16="http://schemas.microsoft.com/office/drawing/2014/main" id="{75B95C8B-A7D2-42CB-B7DD-5A690787E831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185">
            <a:hlinkClick r:id="rId2"/>
            <a:extLst>
              <a:ext uri="{FF2B5EF4-FFF2-40B4-BE49-F238E27FC236}">
                <a16:creationId xmlns:a16="http://schemas.microsoft.com/office/drawing/2014/main" id="{B9B7D21F-2E49-4DD5-8D09-E534A40C677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" name="TextBox 186">
            <a:hlinkClick r:id="rId3"/>
            <a:extLst>
              <a:ext uri="{FF2B5EF4-FFF2-40B4-BE49-F238E27FC236}">
                <a16:creationId xmlns:a16="http://schemas.microsoft.com/office/drawing/2014/main" id="{3B4FD513-3FDA-4ACC-A209-480F6DD93E36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Box 184">
            <a:hlinkClick r:id="rId4"/>
            <a:extLst>
              <a:ext uri="{FF2B5EF4-FFF2-40B4-BE49-F238E27FC236}">
                <a16:creationId xmlns:a16="http://schemas.microsoft.com/office/drawing/2014/main" id="{4E0DDA1D-24E6-48F5-A5C6-C08DCB98411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25</cp:revision>
  <dcterms:created xsi:type="dcterms:W3CDTF">2021-10-29T04:43:38Z</dcterms:created>
  <dcterms:modified xsi:type="dcterms:W3CDTF">2021-12-19T07:54:04Z</dcterms:modified>
</cp:coreProperties>
</file>
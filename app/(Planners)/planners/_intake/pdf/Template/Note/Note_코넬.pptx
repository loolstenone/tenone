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21B1A8F4-9866-45BF-8E8C-6F12CFC2BC25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84D51F0-339D-4772-85EE-C0DFBD29F11D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7578B38C-C322-4621-884A-01EF904DAB9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BD15BA6D-3263-41F5-92FD-9E8790BB8D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69D3EA9B-5B41-4F74-A34E-28A4AEE045B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18C7713B-62BE-4265-9243-D8F1272720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129FC097-5972-427A-BC9C-286B386C045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C32EEECD-1A25-4C05-85C8-2D01FD58E4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D06AA276-078C-462A-9ECB-F14C3E132E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5D5AFDF9-11BD-4A40-A477-552217FF858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A3B53F85-19BF-48CE-AF54-06C95154B74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B140D489-A132-4EFF-A888-5FAE5935621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10AD1F58-AC15-4B37-AC2A-E7766BC390A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9A5913F8-E4B3-4177-955D-E3F04F8A6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F55434F6-DDE6-4E3B-9D75-DEBFA07EFBB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188A9D8C-71A3-4939-AFC0-118665337A0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98A2BA34-B5B5-4C29-872A-571049AB04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71FCA1A9-BEFD-467B-A176-0D699399E6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3E63200F-EFF0-4852-93F5-7667FC8586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6DDB46CB-C875-45F5-8459-A59CF874697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1B3A3599-93FC-43EC-8F9F-9F4BEEE048F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7788E3EA-B1BF-4CE0-BACC-223AB59C6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AA9DE372-AFA6-4136-B418-34144B6E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2E6FDC3D-DF2E-461C-BFE3-42739C33298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BDE3DBBF-EF95-46BB-AAB6-80AE51BD895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6C2A6E20-0B98-40A8-890B-6459D0F8310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10A2AEAD-D331-4A89-9260-F403DADF6CA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61F4340-1E8D-4461-A47C-17B339C6F12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6B794033-0674-4BA6-94E7-2E854B4D6AA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E708B59D-8C2F-470E-98A3-B589329A1E5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6FDED784-1615-437D-860E-85B99D36BEA8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721F63B2-CCCD-4D5E-B691-B594F20CCB09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hlinkClick r:id="rId2"/>
            <a:extLst>
              <a:ext uri="{FF2B5EF4-FFF2-40B4-BE49-F238E27FC236}">
                <a16:creationId xmlns:a16="http://schemas.microsoft.com/office/drawing/2014/main" id="{A35A7B14-31F6-443D-81E4-30B006E6356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35">
            <a:hlinkClick r:id="rId3"/>
            <a:extLst>
              <a:ext uri="{FF2B5EF4-FFF2-40B4-BE49-F238E27FC236}">
                <a16:creationId xmlns:a16="http://schemas.microsoft.com/office/drawing/2014/main" id="{BFC63DD0-3744-4419-ADE0-D10C3AA7512F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184">
            <a:hlinkClick r:id="rId4"/>
            <a:extLst>
              <a:ext uri="{FF2B5EF4-FFF2-40B4-BE49-F238E27FC236}">
                <a16:creationId xmlns:a16="http://schemas.microsoft.com/office/drawing/2014/main" id="{70CF0265-7ECD-4FCE-9AE3-63D30E29CC1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12</cp:revision>
  <dcterms:created xsi:type="dcterms:W3CDTF">2021-10-29T04:43:38Z</dcterms:created>
  <dcterms:modified xsi:type="dcterms:W3CDTF">2021-12-19T08:36:37Z</dcterms:modified>
</cp:coreProperties>
</file>
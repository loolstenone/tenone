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7" name="그룹 1646">
            <a:extLst>
              <a:ext uri="{FF2B5EF4-FFF2-40B4-BE49-F238E27FC236}">
                <a16:creationId xmlns:a16="http://schemas.microsoft.com/office/drawing/2014/main" id="{0FB1CBA9-B74C-42C2-8230-A3896B93F55F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sp>
          <p:nvSpPr>
            <p:cNvPr id="1648" name="사각형: 둥근 모서리 1647">
              <a:extLst>
                <a:ext uri="{FF2B5EF4-FFF2-40B4-BE49-F238E27FC236}">
                  <a16:creationId xmlns:a16="http://schemas.microsoft.com/office/drawing/2014/main" id="{4889D2C3-4262-494B-B7C6-58A67C5F0E1A}"/>
                </a:ext>
              </a:extLst>
            </p:cNvPr>
            <p:cNvSpPr/>
            <p:nvPr/>
          </p:nvSpPr>
          <p:spPr>
            <a:xfrm>
              <a:off x="230188" y="53399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9" name="사각형: 둥근 모서리 1648">
              <a:extLst>
                <a:ext uri="{FF2B5EF4-FFF2-40B4-BE49-F238E27FC236}">
                  <a16:creationId xmlns:a16="http://schemas.microsoft.com/office/drawing/2014/main" id="{2DD11040-729C-4815-A099-8180EE6FC620}"/>
                </a:ext>
              </a:extLst>
            </p:cNvPr>
            <p:cNvSpPr/>
            <p:nvPr/>
          </p:nvSpPr>
          <p:spPr>
            <a:xfrm>
              <a:off x="230188" y="227567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0" name="사각형: 둥근 모서리 1649">
              <a:extLst>
                <a:ext uri="{FF2B5EF4-FFF2-40B4-BE49-F238E27FC236}">
                  <a16:creationId xmlns:a16="http://schemas.microsoft.com/office/drawing/2014/main" id="{815844D4-85C4-4675-A5F3-1C145FC65D91}"/>
                </a:ext>
              </a:extLst>
            </p:cNvPr>
            <p:cNvSpPr/>
            <p:nvPr/>
          </p:nvSpPr>
          <p:spPr>
            <a:xfrm>
              <a:off x="230188" y="401735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1" name="사각형: 둥근 모서리 1650">
              <a:extLst>
                <a:ext uri="{FF2B5EF4-FFF2-40B4-BE49-F238E27FC236}">
                  <a16:creationId xmlns:a16="http://schemas.microsoft.com/office/drawing/2014/main" id="{0E7A11A4-90B6-4087-9034-2C4C1BF47A94}"/>
                </a:ext>
              </a:extLst>
            </p:cNvPr>
            <p:cNvSpPr/>
            <p:nvPr/>
          </p:nvSpPr>
          <p:spPr>
            <a:xfrm>
              <a:off x="230188" y="5759031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2" name="사각형: 둥근 모서리 1651">
              <a:extLst>
                <a:ext uri="{FF2B5EF4-FFF2-40B4-BE49-F238E27FC236}">
                  <a16:creationId xmlns:a16="http://schemas.microsoft.com/office/drawing/2014/main" id="{7739FF28-028A-4CBD-A152-D134545DD0AD}"/>
                </a:ext>
              </a:extLst>
            </p:cNvPr>
            <p:cNvSpPr/>
            <p:nvPr/>
          </p:nvSpPr>
          <p:spPr>
            <a:xfrm>
              <a:off x="3019955" y="53399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3" name="사각형: 둥근 모서리 1652">
              <a:extLst>
                <a:ext uri="{FF2B5EF4-FFF2-40B4-BE49-F238E27FC236}">
                  <a16:creationId xmlns:a16="http://schemas.microsoft.com/office/drawing/2014/main" id="{D79852A0-F9C0-45F3-B85E-9EC94CED645D}"/>
                </a:ext>
              </a:extLst>
            </p:cNvPr>
            <p:cNvSpPr/>
            <p:nvPr/>
          </p:nvSpPr>
          <p:spPr>
            <a:xfrm>
              <a:off x="3019955" y="227567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4" name="사각형: 둥근 모서리 1653">
              <a:extLst>
                <a:ext uri="{FF2B5EF4-FFF2-40B4-BE49-F238E27FC236}">
                  <a16:creationId xmlns:a16="http://schemas.microsoft.com/office/drawing/2014/main" id="{A1FB9A58-2199-47CB-A90A-89526237B764}"/>
                </a:ext>
              </a:extLst>
            </p:cNvPr>
            <p:cNvSpPr/>
            <p:nvPr/>
          </p:nvSpPr>
          <p:spPr>
            <a:xfrm>
              <a:off x="3019955" y="401735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5" name="사각형: 둥근 모서리 1654">
              <a:extLst>
                <a:ext uri="{FF2B5EF4-FFF2-40B4-BE49-F238E27FC236}">
                  <a16:creationId xmlns:a16="http://schemas.microsoft.com/office/drawing/2014/main" id="{5EFC6D4F-3014-4DF7-9963-D9860463C3B3}"/>
                </a:ext>
              </a:extLst>
            </p:cNvPr>
            <p:cNvSpPr/>
            <p:nvPr/>
          </p:nvSpPr>
          <p:spPr>
            <a:xfrm>
              <a:off x="3019955" y="5759031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56" name="직선 연결선 1655">
              <a:extLst>
                <a:ext uri="{FF2B5EF4-FFF2-40B4-BE49-F238E27FC236}">
                  <a16:creationId xmlns:a16="http://schemas.microsoft.com/office/drawing/2014/main" id="{9973A44A-C509-4FDF-96B9-2A0A178BF822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7" name="직선 연결선 1656">
              <a:extLst>
                <a:ext uri="{FF2B5EF4-FFF2-40B4-BE49-F238E27FC236}">
                  <a16:creationId xmlns:a16="http://schemas.microsoft.com/office/drawing/2014/main" id="{5C4037F3-1975-4FBF-9E13-CB1C964E576C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85">
            <a:hlinkClick r:id="rId2"/>
            <a:extLst>
              <a:ext uri="{FF2B5EF4-FFF2-40B4-BE49-F238E27FC236}">
                <a16:creationId xmlns:a16="http://schemas.microsoft.com/office/drawing/2014/main" id="{388BD0AA-DB1D-4350-83F0-25F311D8A3F4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Box 186">
            <a:hlinkClick r:id="rId3"/>
            <a:extLst>
              <a:ext uri="{FF2B5EF4-FFF2-40B4-BE49-F238E27FC236}">
                <a16:creationId xmlns:a16="http://schemas.microsoft.com/office/drawing/2014/main" id="{0C22F0ED-72CA-455B-8BBE-CE35D3EDEC9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Box 184">
            <a:hlinkClick r:id="rId4"/>
            <a:extLst>
              <a:ext uri="{FF2B5EF4-FFF2-40B4-BE49-F238E27FC236}">
                <a16:creationId xmlns:a16="http://schemas.microsoft.com/office/drawing/2014/main" id="{7204A605-67C0-454A-866D-7E0559A79512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62</cp:revision>
  <dcterms:created xsi:type="dcterms:W3CDTF">2021-10-29T04:43:38Z</dcterms:created>
  <dcterms:modified xsi:type="dcterms:W3CDTF">2021-12-19T08:45:30Z</dcterms:modified>
</cp:coreProperties>
</file>
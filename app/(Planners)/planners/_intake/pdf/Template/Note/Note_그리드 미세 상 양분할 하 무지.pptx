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그룹 1591">
            <a:extLst>
              <a:ext uri="{FF2B5EF4-FFF2-40B4-BE49-F238E27FC236}">
                <a16:creationId xmlns:a16="http://schemas.microsoft.com/office/drawing/2014/main" id="{0A7151CE-1F70-4F17-BE5B-253BB0DB9989}"/>
              </a:ext>
            </a:extLst>
          </p:cNvPr>
          <p:cNvGrpSpPr/>
          <p:nvPr/>
        </p:nvGrpSpPr>
        <p:grpSpPr>
          <a:xfrm>
            <a:off x="330339" y="462531"/>
            <a:ext cx="5416272" cy="7024501"/>
            <a:chOff x="286028" y="462531"/>
            <a:chExt cx="5416272" cy="7024501"/>
          </a:xfrm>
        </p:grpSpPr>
        <p:grpSp>
          <p:nvGrpSpPr>
            <p:cNvPr id="1515" name="그룹 1514">
              <a:extLst>
                <a:ext uri="{FF2B5EF4-FFF2-40B4-BE49-F238E27FC236}">
                  <a16:creationId xmlns:a16="http://schemas.microsoft.com/office/drawing/2014/main" id="{D8496F72-69AB-44B6-AF33-57F03A821301}"/>
                </a:ext>
              </a:extLst>
            </p:cNvPr>
            <p:cNvGrpSpPr/>
            <p:nvPr/>
          </p:nvGrpSpPr>
          <p:grpSpPr>
            <a:xfrm>
              <a:off x="291320" y="533399"/>
              <a:ext cx="5407920" cy="6953633"/>
              <a:chOff x="291320" y="533399"/>
              <a:chExt cx="5407920" cy="6953633"/>
            </a:xfrm>
          </p:grpSpPr>
          <p:cxnSp>
            <p:nvCxnSpPr>
              <p:cNvPr id="1516" name="직선 연결선 1515">
                <a:extLst>
                  <a:ext uri="{FF2B5EF4-FFF2-40B4-BE49-F238E27FC236}">
                    <a16:creationId xmlns:a16="http://schemas.microsoft.com/office/drawing/2014/main" id="{7436E23F-7AAB-4609-A48D-04A419A349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0490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7" name="직선 연결선 1516">
                <a:extLst>
                  <a:ext uri="{FF2B5EF4-FFF2-40B4-BE49-F238E27FC236}">
                    <a16:creationId xmlns:a16="http://schemas.microsoft.com/office/drawing/2014/main" id="{7AC14DFC-D651-454F-97B3-5939D1343F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6242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8" name="직선 연결선 1517">
                <a:extLst>
                  <a:ext uri="{FF2B5EF4-FFF2-40B4-BE49-F238E27FC236}">
                    <a16:creationId xmlns:a16="http://schemas.microsoft.com/office/drawing/2014/main" id="{46A5748A-5865-40D0-BCC6-6815E8CDE5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5640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9" name="직선 연결선 1518">
                <a:extLst>
                  <a:ext uri="{FF2B5EF4-FFF2-40B4-BE49-F238E27FC236}">
                    <a16:creationId xmlns:a16="http://schemas.microsoft.com/office/drawing/2014/main" id="{29F08B69-466F-42E1-B6DD-F194B32850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0791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0" name="직선 연결선 1519">
                <a:extLst>
                  <a:ext uri="{FF2B5EF4-FFF2-40B4-BE49-F238E27FC236}">
                    <a16:creationId xmlns:a16="http://schemas.microsoft.com/office/drawing/2014/main" id="{0D8FBDCF-8AB7-412E-98D4-54388F01DF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5941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1" name="직선 연결선 1520">
                <a:extLst>
                  <a:ext uri="{FF2B5EF4-FFF2-40B4-BE49-F238E27FC236}">
                    <a16:creationId xmlns:a16="http://schemas.microsoft.com/office/drawing/2014/main" id="{E4E272AC-B12D-4832-9B60-E710ECB3E9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1091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2" name="직선 연결선 1521">
                <a:extLst>
                  <a:ext uri="{FF2B5EF4-FFF2-40B4-BE49-F238E27FC236}">
                    <a16:creationId xmlns:a16="http://schemas.microsoft.com/office/drawing/2014/main" id="{700FF945-41B0-4E74-B816-9398481DA5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3" name="직선 연결선 1522">
                <a:extLst>
                  <a:ext uri="{FF2B5EF4-FFF2-40B4-BE49-F238E27FC236}">
                    <a16:creationId xmlns:a16="http://schemas.microsoft.com/office/drawing/2014/main" id="{B8995BEC-F7B2-4D81-8E99-5C55D6A20D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3065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4" name="직선 연결선 1523">
                <a:extLst>
                  <a:ext uri="{FF2B5EF4-FFF2-40B4-BE49-F238E27FC236}">
                    <a16:creationId xmlns:a16="http://schemas.microsoft.com/office/drawing/2014/main" id="{98B8553A-4A9A-4612-AB79-56A5744384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8817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5" name="직선 연결선 1524">
                <a:extLst>
                  <a:ext uri="{FF2B5EF4-FFF2-40B4-BE49-F238E27FC236}">
                    <a16:creationId xmlns:a16="http://schemas.microsoft.com/office/drawing/2014/main" id="{2451CCEB-55EB-4222-A358-6AEE24F22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8215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6" name="직선 연결선 1525">
                <a:extLst>
                  <a:ext uri="{FF2B5EF4-FFF2-40B4-BE49-F238E27FC236}">
                    <a16:creationId xmlns:a16="http://schemas.microsoft.com/office/drawing/2014/main" id="{71F79930-E1B5-466A-B503-A8812EED7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3366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7" name="직선 연결선 1526">
                <a:extLst>
                  <a:ext uri="{FF2B5EF4-FFF2-40B4-BE49-F238E27FC236}">
                    <a16:creationId xmlns:a16="http://schemas.microsoft.com/office/drawing/2014/main" id="{421EE7E3-62D1-4A54-8676-9CCD68E6A0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8516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8" name="직선 연결선 1527">
                <a:extLst>
                  <a:ext uri="{FF2B5EF4-FFF2-40B4-BE49-F238E27FC236}">
                    <a16:creationId xmlns:a16="http://schemas.microsoft.com/office/drawing/2014/main" id="{49A2D917-4C70-4698-A1C2-172625B4B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3667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9" name="직선 연결선 1528">
                <a:extLst>
                  <a:ext uri="{FF2B5EF4-FFF2-40B4-BE49-F238E27FC236}">
                    <a16:creationId xmlns:a16="http://schemas.microsoft.com/office/drawing/2014/main" id="{9BA8A94F-2206-421D-802E-97D2527C9FA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5926" y="-2034931"/>
                <a:ext cx="0" cy="5136659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0" name="직선 연결선 1529">
                <a:extLst>
                  <a:ext uri="{FF2B5EF4-FFF2-40B4-BE49-F238E27FC236}">
                    <a16:creationId xmlns:a16="http://schemas.microsoft.com/office/drawing/2014/main" id="{0EEC7DD2-CC75-4475-BB21-2844CD0996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646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1" name="직선 연결선 1530">
                <a:extLst>
                  <a:ext uri="{FF2B5EF4-FFF2-40B4-BE49-F238E27FC236}">
                    <a16:creationId xmlns:a16="http://schemas.microsoft.com/office/drawing/2014/main" id="{DB6068B5-5FF9-410B-B1EF-17FA7F42DE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1796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2" name="직선 연결선 1531">
                <a:extLst>
                  <a:ext uri="{FF2B5EF4-FFF2-40B4-BE49-F238E27FC236}">
                    <a16:creationId xmlns:a16="http://schemas.microsoft.com/office/drawing/2014/main" id="{CECE1463-6925-4CEB-BFF9-FF987E6E2D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7548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3" name="직선 연결선 1532">
                <a:extLst>
                  <a:ext uri="{FF2B5EF4-FFF2-40B4-BE49-F238E27FC236}">
                    <a16:creationId xmlns:a16="http://schemas.microsoft.com/office/drawing/2014/main" id="{39E3B38C-CB13-47DF-8A48-E989066FF2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6947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4" name="직선 연결선 1533">
                <a:extLst>
                  <a:ext uri="{FF2B5EF4-FFF2-40B4-BE49-F238E27FC236}">
                    <a16:creationId xmlns:a16="http://schemas.microsoft.com/office/drawing/2014/main" id="{C146476F-144C-49A4-B53D-62DBE73DA3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2097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5" name="직선 연결선 1534">
                <a:extLst>
                  <a:ext uri="{FF2B5EF4-FFF2-40B4-BE49-F238E27FC236}">
                    <a16:creationId xmlns:a16="http://schemas.microsoft.com/office/drawing/2014/main" id="{51E52C0C-49F0-43F9-BBE3-E69D0C3C39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7247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6" name="직선 연결선 1535">
                <a:extLst>
                  <a:ext uri="{FF2B5EF4-FFF2-40B4-BE49-F238E27FC236}">
                    <a16:creationId xmlns:a16="http://schemas.microsoft.com/office/drawing/2014/main" id="{332E80E5-3354-4EE8-A923-611AB57B20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2398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" name="직선 연결선 1536">
                <a:extLst>
                  <a:ext uri="{FF2B5EF4-FFF2-40B4-BE49-F238E27FC236}">
                    <a16:creationId xmlns:a16="http://schemas.microsoft.com/office/drawing/2014/main" id="{10AE2F3C-03E1-49FF-968F-669DDF3E7E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9221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" name="직선 연결선 1537">
                <a:extLst>
                  <a:ext uri="{FF2B5EF4-FFF2-40B4-BE49-F238E27FC236}">
                    <a16:creationId xmlns:a16="http://schemas.microsoft.com/office/drawing/2014/main" id="{C21D3D5D-7DAD-4B8E-B76C-BC466BC82B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4371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" name="직선 연결선 1538">
                <a:extLst>
                  <a:ext uri="{FF2B5EF4-FFF2-40B4-BE49-F238E27FC236}">
                    <a16:creationId xmlns:a16="http://schemas.microsoft.com/office/drawing/2014/main" id="{3A93A059-EB31-4065-A627-7757C1725C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9522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" name="직선 연결선 1539">
                <a:extLst>
                  <a:ext uri="{FF2B5EF4-FFF2-40B4-BE49-F238E27FC236}">
                    <a16:creationId xmlns:a16="http://schemas.microsoft.com/office/drawing/2014/main" id="{E6ED1A7F-9C18-4353-BE64-BC983CC218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4672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" name="직선 연결선 1540">
                <a:extLst>
                  <a:ext uri="{FF2B5EF4-FFF2-40B4-BE49-F238E27FC236}">
                    <a16:creationId xmlns:a16="http://schemas.microsoft.com/office/drawing/2014/main" id="{66221DDF-A3CA-42FD-874C-C4EB7B021B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9823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" name="직선 연결선 1541">
                <a:extLst>
                  <a:ext uri="{FF2B5EF4-FFF2-40B4-BE49-F238E27FC236}">
                    <a16:creationId xmlns:a16="http://schemas.microsoft.com/office/drawing/2014/main" id="{834C935E-D110-4DC9-9722-2E9B044EE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4973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3" name="직선 연결선 1542">
                <a:extLst>
                  <a:ext uri="{FF2B5EF4-FFF2-40B4-BE49-F238E27FC236}">
                    <a16:creationId xmlns:a16="http://schemas.microsoft.com/office/drawing/2014/main" id="{D85A4BF7-B9E2-47C9-B90E-BCC2DA1BE60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59650" y="-1904302"/>
                <a:ext cx="0" cy="5136659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4" name="그룹 1543">
                <a:extLst>
                  <a:ext uri="{FF2B5EF4-FFF2-40B4-BE49-F238E27FC236}">
                    <a16:creationId xmlns:a16="http://schemas.microsoft.com/office/drawing/2014/main" id="{03E11FCF-F666-4D19-AF35-38116B520ED0}"/>
                  </a:ext>
                </a:extLst>
              </p:cNvPr>
              <p:cNvGrpSpPr/>
              <p:nvPr/>
            </p:nvGrpSpPr>
            <p:grpSpPr>
              <a:xfrm>
                <a:off x="408198" y="533399"/>
                <a:ext cx="5150400" cy="3349626"/>
                <a:chOff x="408198" y="533399"/>
                <a:chExt cx="5150400" cy="3474648"/>
              </a:xfrm>
            </p:grpSpPr>
            <p:cxnSp>
              <p:nvCxnSpPr>
                <p:cNvPr id="1549" name="직선 연결선 1548">
                  <a:extLst>
                    <a:ext uri="{FF2B5EF4-FFF2-40B4-BE49-F238E27FC236}">
                      <a16:creationId xmlns:a16="http://schemas.microsoft.com/office/drawing/2014/main" id="{5FF5F8E6-E8BE-4F6D-908F-1954A19DE6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1329126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0" name="직선 연결선 1549">
                  <a:extLst>
                    <a:ext uri="{FF2B5EF4-FFF2-40B4-BE49-F238E27FC236}">
                      <a16:creationId xmlns:a16="http://schemas.microsoft.com/office/drawing/2014/main" id="{68F5B2AD-CD8D-4EEC-AE1E-F717FE9927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814086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1" name="직선 연결선 1550">
                  <a:extLst>
                    <a:ext uri="{FF2B5EF4-FFF2-40B4-BE49-F238E27FC236}">
                      <a16:creationId xmlns:a16="http://schemas.microsoft.com/office/drawing/2014/main" id="{DFD72F62-306E-4F46-83A3-7F991F0893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76111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2" name="직선 연결선 1551">
                  <a:extLst>
                    <a:ext uri="{FF2B5EF4-FFF2-40B4-BE49-F238E27FC236}">
                      <a16:creationId xmlns:a16="http://schemas.microsoft.com/office/drawing/2014/main" id="{E17AA347-F1B6-4F40-A45F-1CAAAB93A0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30623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3" name="직선 연결선 1552">
                  <a:extLst>
                    <a:ext uri="{FF2B5EF4-FFF2-40B4-BE49-F238E27FC236}">
                      <a16:creationId xmlns:a16="http://schemas.microsoft.com/office/drawing/2014/main" id="{923BB82C-A1AE-41C9-A691-426A60660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299046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4" name="직선 연결선 1553">
                  <a:extLst>
                    <a:ext uri="{FF2B5EF4-FFF2-40B4-BE49-F238E27FC236}">
                      <a16:creationId xmlns:a16="http://schemas.microsoft.com/office/drawing/2014/main" id="{546209CC-F142-41ED-B6C3-2D0E73C208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1599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5" name="직선 연결선 1554">
                  <a:extLst>
                    <a:ext uri="{FF2B5EF4-FFF2-40B4-BE49-F238E27FC236}">
                      <a16:creationId xmlns:a16="http://schemas.microsoft.com/office/drawing/2014/main" id="{B9DDE5B4-55D2-4343-B5F7-B86480B937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73103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6" name="직선 연결선 1555">
                  <a:extLst>
                    <a:ext uri="{FF2B5EF4-FFF2-40B4-BE49-F238E27FC236}">
                      <a16:creationId xmlns:a16="http://schemas.microsoft.com/office/drawing/2014/main" id="{2EEA6635-98C9-4F79-9BD3-16994CBD62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24607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7" name="직선 연결선 1556">
                  <a:extLst>
                    <a:ext uri="{FF2B5EF4-FFF2-40B4-BE49-F238E27FC236}">
                      <a16:creationId xmlns:a16="http://schemas.microsoft.com/office/drawing/2014/main" id="{F23CA617-146B-487F-8B30-30EAA8C0E2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27615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8" name="직선 연결선 1557">
                  <a:extLst>
                    <a:ext uri="{FF2B5EF4-FFF2-40B4-BE49-F238E27FC236}">
                      <a16:creationId xmlns:a16="http://schemas.microsoft.com/office/drawing/2014/main" id="{43FA0FAA-72F3-4392-AFF4-38378FD1DB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53367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9" name="직선 연결선 1558">
                  <a:extLst>
                    <a:ext uri="{FF2B5EF4-FFF2-40B4-BE49-F238E27FC236}">
                      <a16:creationId xmlns:a16="http://schemas.microsoft.com/office/drawing/2014/main" id="{20E183B5-DAE2-4FFD-9ECF-4BC07866D7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79119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0" name="직선 연결선 1559">
                  <a:extLst>
                    <a:ext uri="{FF2B5EF4-FFF2-40B4-BE49-F238E27FC236}">
                      <a16:creationId xmlns:a16="http://schemas.microsoft.com/office/drawing/2014/main" id="{A3E80FA9-D858-47E9-8EF2-8D035AFB47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04871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1" name="직선 연결선 1560">
                  <a:extLst>
                    <a:ext uri="{FF2B5EF4-FFF2-40B4-BE49-F238E27FC236}">
                      <a16:creationId xmlns:a16="http://schemas.microsoft.com/office/drawing/2014/main" id="{FCC0BB0B-02B3-4085-8D17-C238A6DFAF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56375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2" name="직선 연결선 1561">
                  <a:extLst>
                    <a:ext uri="{FF2B5EF4-FFF2-40B4-BE49-F238E27FC236}">
                      <a16:creationId xmlns:a16="http://schemas.microsoft.com/office/drawing/2014/main" id="{5D07CC14-8621-433F-9C60-B4298E2391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82127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3" name="직선 연결선 1562">
                  <a:extLst>
                    <a:ext uri="{FF2B5EF4-FFF2-40B4-BE49-F238E27FC236}">
                      <a16:creationId xmlns:a16="http://schemas.microsoft.com/office/drawing/2014/main" id="{0EC365F1-E26F-4A35-9B78-45815DF2D7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1071606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4" name="직선 연결선 1563">
                  <a:extLst>
                    <a:ext uri="{FF2B5EF4-FFF2-40B4-BE49-F238E27FC236}">
                      <a16:creationId xmlns:a16="http://schemas.microsoft.com/office/drawing/2014/main" id="{12E60980-725B-4423-9213-5B3306DA17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556566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5" name="직선 연결선 1564">
                  <a:extLst>
                    <a:ext uri="{FF2B5EF4-FFF2-40B4-BE49-F238E27FC236}">
                      <a16:creationId xmlns:a16="http://schemas.microsoft.com/office/drawing/2014/main" id="{01766C1F-82E9-4F03-BC78-8624738B43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01863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6" name="직선 연결선 1565">
                  <a:extLst>
                    <a:ext uri="{FF2B5EF4-FFF2-40B4-BE49-F238E27FC236}">
                      <a16:creationId xmlns:a16="http://schemas.microsoft.com/office/drawing/2014/main" id="{36262C16-C078-4326-ABD3-7BED354879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41526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7" name="직선 연결선 1566">
                  <a:extLst>
                    <a:ext uri="{FF2B5EF4-FFF2-40B4-BE49-F238E27FC236}">
                      <a16:creationId xmlns:a16="http://schemas.microsoft.com/office/drawing/2014/main" id="{B4F92BAC-3786-4A8A-9B6D-DFBF4F027E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47351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8" name="직선 연결선 1567">
                  <a:extLst>
                    <a:ext uri="{FF2B5EF4-FFF2-40B4-BE49-F238E27FC236}">
                      <a16:creationId xmlns:a16="http://schemas.microsoft.com/office/drawing/2014/main" id="{D4EB7A26-1DB5-43AE-BEF2-0E692C3248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8855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9" name="직선 연결선 1568">
                  <a:extLst>
                    <a:ext uri="{FF2B5EF4-FFF2-40B4-BE49-F238E27FC236}">
                      <a16:creationId xmlns:a16="http://schemas.microsoft.com/office/drawing/2014/main" id="{84D2918B-3CB5-400D-9214-FC7C57DC30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03594" y="2270723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0" name="직선 연결선 1569">
                  <a:extLst>
                    <a:ext uri="{FF2B5EF4-FFF2-40B4-BE49-F238E27FC236}">
                      <a16:creationId xmlns:a16="http://schemas.microsoft.com/office/drawing/2014/main" id="{61739294-D5B1-4E38-8D86-37C82CA5EE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930964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1" name="직선 연결선 1570">
                  <a:extLst>
                    <a:ext uri="{FF2B5EF4-FFF2-40B4-BE49-F238E27FC236}">
                      <a16:creationId xmlns:a16="http://schemas.microsoft.com/office/drawing/2014/main" id="{3F259A2B-2562-4D99-AABA-0B2360B40F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64423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2" name="직선 연결선 1571">
                  <a:extLst>
                    <a:ext uri="{FF2B5EF4-FFF2-40B4-BE49-F238E27FC236}">
                      <a16:creationId xmlns:a16="http://schemas.microsoft.com/office/drawing/2014/main" id="{0804A2F3-904F-4150-A769-D7C0D92AEF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18935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3" name="직선 연결선 1572">
                  <a:extLst>
                    <a:ext uri="{FF2B5EF4-FFF2-40B4-BE49-F238E27FC236}">
                      <a16:creationId xmlns:a16="http://schemas.microsoft.com/office/drawing/2014/main" id="{487BA704-F9EF-4957-95A3-1F885DE513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415924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4" name="직선 연결선 1573">
                  <a:extLst>
                    <a:ext uri="{FF2B5EF4-FFF2-40B4-BE49-F238E27FC236}">
                      <a16:creationId xmlns:a16="http://schemas.microsoft.com/office/drawing/2014/main" id="{54FDEEF6-F3B1-4C4C-9F9B-6DAEC4EE46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911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5" name="직선 연결선 1574">
                  <a:extLst>
                    <a:ext uri="{FF2B5EF4-FFF2-40B4-BE49-F238E27FC236}">
                      <a16:creationId xmlns:a16="http://schemas.microsoft.com/office/drawing/2014/main" id="{DA88AC11-A084-44CB-B7AA-06A78FDB45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61415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6" name="직선 연결선 1575">
                  <a:extLst>
                    <a:ext uri="{FF2B5EF4-FFF2-40B4-BE49-F238E27FC236}">
                      <a16:creationId xmlns:a16="http://schemas.microsoft.com/office/drawing/2014/main" id="{4DB22337-1376-42A5-9432-D5E3332945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2919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7" name="직선 연결선 1576">
                  <a:extLst>
                    <a:ext uri="{FF2B5EF4-FFF2-40B4-BE49-F238E27FC236}">
                      <a16:creationId xmlns:a16="http://schemas.microsoft.com/office/drawing/2014/main" id="{ADFD008C-4B19-4939-AF07-AFF8A0E4DF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15927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8" name="직선 연결선 1577">
                  <a:extLst>
                    <a:ext uri="{FF2B5EF4-FFF2-40B4-BE49-F238E27FC236}">
                      <a16:creationId xmlns:a16="http://schemas.microsoft.com/office/drawing/2014/main" id="{8ABAFB9C-63C6-4BCD-97DF-BEF5D1B0DA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41679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9" name="직선 연결선 1578">
                  <a:extLst>
                    <a:ext uri="{FF2B5EF4-FFF2-40B4-BE49-F238E27FC236}">
                      <a16:creationId xmlns:a16="http://schemas.microsoft.com/office/drawing/2014/main" id="{DE32247B-097E-4AE9-AAFB-77DFBC787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67431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0" name="직선 연결선 1579">
                  <a:extLst>
                    <a:ext uri="{FF2B5EF4-FFF2-40B4-BE49-F238E27FC236}">
                      <a16:creationId xmlns:a16="http://schemas.microsoft.com/office/drawing/2014/main" id="{11BA6AB4-3772-42F7-9C79-A4D50FB2FD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93183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1" name="직선 연결선 1580">
                  <a:extLst>
                    <a:ext uri="{FF2B5EF4-FFF2-40B4-BE49-F238E27FC236}">
                      <a16:creationId xmlns:a16="http://schemas.microsoft.com/office/drawing/2014/main" id="{546DAD5A-23AE-4041-A825-AD89C7DDC5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44687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2" name="직선 연결선 1581">
                  <a:extLst>
                    <a:ext uri="{FF2B5EF4-FFF2-40B4-BE49-F238E27FC236}">
                      <a16:creationId xmlns:a16="http://schemas.microsoft.com/office/drawing/2014/main" id="{FD08B75B-CF5B-47CD-9FDF-1DBECC7128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70439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3" name="직선 연결선 1582">
                  <a:extLst>
                    <a:ext uri="{FF2B5EF4-FFF2-40B4-BE49-F238E27FC236}">
                      <a16:creationId xmlns:a16="http://schemas.microsoft.com/office/drawing/2014/main" id="{8EFEFB67-064F-41D7-9297-571BB8AAAD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1188484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4" name="직선 연결선 1583">
                  <a:extLst>
                    <a:ext uri="{FF2B5EF4-FFF2-40B4-BE49-F238E27FC236}">
                      <a16:creationId xmlns:a16="http://schemas.microsoft.com/office/drawing/2014/main" id="{AC0D05B9-6466-4B27-9626-8427949982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673444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5" name="직선 연결선 1584">
                  <a:extLst>
                    <a:ext uri="{FF2B5EF4-FFF2-40B4-BE49-F238E27FC236}">
                      <a16:creationId xmlns:a16="http://schemas.microsoft.com/office/drawing/2014/main" id="{6E32CF1E-9D51-4697-8D97-09A83905E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90175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6" name="직선 연결선 1585">
                  <a:extLst>
                    <a:ext uri="{FF2B5EF4-FFF2-40B4-BE49-F238E27FC236}">
                      <a16:creationId xmlns:a16="http://schemas.microsoft.com/office/drawing/2014/main" id="{C5EF5C5B-5103-4666-8203-E0D10B670F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-158404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7" name="직선 연결선 1586">
                  <a:extLst>
                    <a:ext uri="{FF2B5EF4-FFF2-40B4-BE49-F238E27FC236}">
                      <a16:creationId xmlns:a16="http://schemas.microsoft.com/office/drawing/2014/main" id="{92F89537-235C-416C-A495-DFE97F104E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5663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8" name="직선 연결선 1587">
                  <a:extLst>
                    <a:ext uri="{FF2B5EF4-FFF2-40B4-BE49-F238E27FC236}">
                      <a16:creationId xmlns:a16="http://schemas.microsoft.com/office/drawing/2014/main" id="{15A29537-4B5D-47AE-BF47-F996B8D427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87167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9" name="직선 연결선 1588">
                  <a:extLst>
                    <a:ext uri="{FF2B5EF4-FFF2-40B4-BE49-F238E27FC236}">
                      <a16:creationId xmlns:a16="http://schemas.microsoft.com/office/drawing/2014/main" id="{80190597-3107-4B7F-9893-2FA6574A18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386716" y="2270724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45" name="직선 연결선 1544">
                <a:extLst>
                  <a:ext uri="{FF2B5EF4-FFF2-40B4-BE49-F238E27FC236}">
                    <a16:creationId xmlns:a16="http://schemas.microsoft.com/office/drawing/2014/main" id="{738778C5-6340-4815-BFD8-0D93D9FE4FC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5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6" name="직선 연결선 1545">
                <a:extLst>
                  <a:ext uri="{FF2B5EF4-FFF2-40B4-BE49-F238E27FC236}">
                    <a16:creationId xmlns:a16="http://schemas.microsoft.com/office/drawing/2014/main" id="{10637826-8537-489C-AC23-DEB32BBA2E1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5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7" name="직선 연결선 1546">
                <a:extLst>
                  <a:ext uri="{FF2B5EF4-FFF2-40B4-BE49-F238E27FC236}">
                    <a16:creationId xmlns:a16="http://schemas.microsoft.com/office/drawing/2014/main" id="{70078B6B-C81F-4D76-A984-CC5EA90FA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8" name="직선 연결선 1547">
                <a:extLst>
                  <a:ext uri="{FF2B5EF4-FFF2-40B4-BE49-F238E27FC236}">
                    <a16:creationId xmlns:a16="http://schemas.microsoft.com/office/drawing/2014/main" id="{D47189F3-F0C1-4266-A568-A50B38DCB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0" name="직선 연결선 1589">
              <a:extLst>
                <a:ext uri="{FF2B5EF4-FFF2-40B4-BE49-F238E27FC236}">
                  <a16:creationId xmlns:a16="http://schemas.microsoft.com/office/drawing/2014/main" id="{BFCD9EF8-5416-4CE3-8B4E-0D9EB4524025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1" name="직선 연결선 1590">
              <a:extLst>
                <a:ext uri="{FF2B5EF4-FFF2-40B4-BE49-F238E27FC236}">
                  <a16:creationId xmlns:a16="http://schemas.microsoft.com/office/drawing/2014/main" id="{0FD20A7B-6909-45C8-AD78-45FC995AB4A7}"/>
                </a:ext>
              </a:extLst>
            </p:cNvPr>
            <p:cNvCxnSpPr/>
            <p:nvPr/>
          </p:nvCxnSpPr>
          <p:spPr>
            <a:xfrm>
              <a:off x="28602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185">
            <a:hlinkClick r:id="rId2"/>
            <a:extLst>
              <a:ext uri="{FF2B5EF4-FFF2-40B4-BE49-F238E27FC236}">
                <a16:creationId xmlns:a16="http://schemas.microsoft.com/office/drawing/2014/main" id="{BE23635A-C073-4A6C-8C9A-77C22DB2B206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TextBox 186">
            <a:hlinkClick r:id="rId3"/>
            <a:extLst>
              <a:ext uri="{FF2B5EF4-FFF2-40B4-BE49-F238E27FC236}">
                <a16:creationId xmlns:a16="http://schemas.microsoft.com/office/drawing/2014/main" id="{9A95FF6B-85A8-45A5-A822-258ED1C24F4D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3" name="TextBox 184">
            <a:hlinkClick r:id="rId4"/>
            <a:extLst>
              <a:ext uri="{FF2B5EF4-FFF2-40B4-BE49-F238E27FC236}">
                <a16:creationId xmlns:a16="http://schemas.microsoft.com/office/drawing/2014/main" id="{AF323886-C32F-48D1-B130-0A151D28FA5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41</cp:revision>
  <dcterms:created xsi:type="dcterms:W3CDTF">2021-10-29T04:43:38Z</dcterms:created>
  <dcterms:modified xsi:type="dcterms:W3CDTF">2021-12-19T08:01:51Z</dcterms:modified>
</cp:coreProperties>
</file>
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2BC89CDC-1F6B-47E7-967F-F6DB5DE78001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cxnSp>
          <p:nvCxnSpPr>
            <p:cNvPr id="386" name="직선 연결선 385">
              <a:extLst>
                <a:ext uri="{FF2B5EF4-FFF2-40B4-BE49-F238E27FC236}">
                  <a16:creationId xmlns:a16="http://schemas.microsoft.com/office/drawing/2014/main" id="{4F71D6CF-7B66-44B3-8A47-543D50F972A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533992"/>
              <a:ext cx="545306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직선 연결선 386">
              <a:extLst>
                <a:ext uri="{FF2B5EF4-FFF2-40B4-BE49-F238E27FC236}">
                  <a16:creationId xmlns:a16="http://schemas.microsoft.com/office/drawing/2014/main" id="{6D129707-F7C3-4924-B172-D565BBFDB2A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7487031"/>
              <a:ext cx="545306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직선 연결선 387">
              <a:extLst>
                <a:ext uri="{FF2B5EF4-FFF2-40B4-BE49-F238E27FC236}">
                  <a16:creationId xmlns:a16="http://schemas.microsoft.com/office/drawing/2014/main" id="{151C91B9-88FD-4AF3-9801-643B5F12ABD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104903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직선 연결선 388">
              <a:extLst>
                <a:ext uri="{FF2B5EF4-FFF2-40B4-BE49-F238E27FC236}">
                  <a16:creationId xmlns:a16="http://schemas.microsoft.com/office/drawing/2014/main" id="{08751DA9-01C8-445F-B0E5-3EE598EAACA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362423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직선 연결선 389">
              <a:extLst>
                <a:ext uri="{FF2B5EF4-FFF2-40B4-BE49-F238E27FC236}">
                  <a16:creationId xmlns:a16="http://schemas.microsoft.com/office/drawing/2014/main" id="{9A632AF1-405E-44E8-BF5A-859DC85B861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516935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직선 연결선 390">
              <a:extLst>
                <a:ext uri="{FF2B5EF4-FFF2-40B4-BE49-F238E27FC236}">
                  <a16:creationId xmlns:a16="http://schemas.microsoft.com/office/drawing/2014/main" id="{9C9FC852-8674-4397-87A2-63FB7495369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645695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연결선 391">
              <a:extLst>
                <a:ext uri="{FF2B5EF4-FFF2-40B4-BE49-F238E27FC236}">
                  <a16:creationId xmlns:a16="http://schemas.microsoft.com/office/drawing/2014/main" id="{9D6D82DB-91C9-41A0-93D7-A956B30DBA27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156407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연결선 392">
              <a:extLst>
                <a:ext uri="{FF2B5EF4-FFF2-40B4-BE49-F238E27FC236}">
                  <a16:creationId xmlns:a16="http://schemas.microsoft.com/office/drawing/2014/main" id="{5758C4E2-21A4-458B-84B8-EC559133E272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2079112"/>
              <a:ext cx="545306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직선 연결선 393">
              <a:extLst>
                <a:ext uri="{FF2B5EF4-FFF2-40B4-BE49-F238E27FC236}">
                  <a16:creationId xmlns:a16="http://schemas.microsoft.com/office/drawing/2014/main" id="{9F82D177-257D-4575-A954-94D4889EE33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259415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연결선 394">
              <a:extLst>
                <a:ext uri="{FF2B5EF4-FFF2-40B4-BE49-F238E27FC236}">
                  <a16:creationId xmlns:a16="http://schemas.microsoft.com/office/drawing/2014/main" id="{D6D6D738-D11D-4A96-9DB3-71FECA7D5F3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310919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연결선 395">
              <a:extLst>
                <a:ext uri="{FF2B5EF4-FFF2-40B4-BE49-F238E27FC236}">
                  <a16:creationId xmlns:a16="http://schemas.microsoft.com/office/drawing/2014/main" id="{0D6E44FD-0E82-4B84-ADD9-EC8BAFA2766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413927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직선 연결선 396">
              <a:extLst>
                <a:ext uri="{FF2B5EF4-FFF2-40B4-BE49-F238E27FC236}">
                  <a16:creationId xmlns:a16="http://schemas.microsoft.com/office/drawing/2014/main" id="{D995F84A-9D31-41C2-A7D2-1FAEA52DE6C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439679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직선 연결선 397">
              <a:extLst>
                <a:ext uri="{FF2B5EF4-FFF2-40B4-BE49-F238E27FC236}">
                  <a16:creationId xmlns:a16="http://schemas.microsoft.com/office/drawing/2014/main" id="{D04F8A03-84F7-4F24-AEA7-171AC70D4703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465431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직선 연결선 398">
              <a:extLst>
                <a:ext uri="{FF2B5EF4-FFF2-40B4-BE49-F238E27FC236}">
                  <a16:creationId xmlns:a16="http://schemas.microsoft.com/office/drawing/2014/main" id="{34220C0B-19F6-4469-A726-4BE5F7A66FF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491183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직선 연결선 399">
              <a:extLst>
                <a:ext uri="{FF2B5EF4-FFF2-40B4-BE49-F238E27FC236}">
                  <a16:creationId xmlns:a16="http://schemas.microsoft.com/office/drawing/2014/main" id="{6B13F10B-7202-47A7-B03E-7050CCE051A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542687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직선 연결선 400">
              <a:extLst>
                <a:ext uri="{FF2B5EF4-FFF2-40B4-BE49-F238E27FC236}">
                  <a16:creationId xmlns:a16="http://schemas.microsoft.com/office/drawing/2014/main" id="{E76B9286-C199-4DE4-9EFB-05F56B605F7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5684392"/>
              <a:ext cx="545306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직선 연결선 401">
              <a:extLst>
                <a:ext uri="{FF2B5EF4-FFF2-40B4-BE49-F238E27FC236}">
                  <a16:creationId xmlns:a16="http://schemas.microsoft.com/office/drawing/2014/main" id="{56943780-9C01-4858-B7EB-C8CE44247DF3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594191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직선 연결선 402">
              <a:extLst>
                <a:ext uri="{FF2B5EF4-FFF2-40B4-BE49-F238E27FC236}">
                  <a16:creationId xmlns:a16="http://schemas.microsoft.com/office/drawing/2014/main" id="{3EFE63B2-6BAD-42CC-9E49-01601D125BC7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697199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직선 연결선 403">
              <a:extLst>
                <a:ext uri="{FF2B5EF4-FFF2-40B4-BE49-F238E27FC236}">
                  <a16:creationId xmlns:a16="http://schemas.microsoft.com/office/drawing/2014/main" id="{2E76AD36-290A-4DB2-A11D-2CD646EFB72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619943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직선 연결선 404">
              <a:extLst>
                <a:ext uri="{FF2B5EF4-FFF2-40B4-BE49-F238E27FC236}">
                  <a16:creationId xmlns:a16="http://schemas.microsoft.com/office/drawing/2014/main" id="{393349AA-D79E-4295-9A7F-1844F13CA59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671447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직선 연결선 405">
              <a:extLst>
                <a:ext uri="{FF2B5EF4-FFF2-40B4-BE49-F238E27FC236}">
                  <a16:creationId xmlns:a16="http://schemas.microsoft.com/office/drawing/2014/main" id="{9AE776C9-720F-487E-B1B4-04A3AB58CC64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722951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직선 연결선 406">
              <a:extLst>
                <a:ext uri="{FF2B5EF4-FFF2-40B4-BE49-F238E27FC236}">
                  <a16:creationId xmlns:a16="http://schemas.microsoft.com/office/drawing/2014/main" id="{63938464-7036-47FE-BDF8-656AFD75A9B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79151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직선 연결선 407">
              <a:extLst>
                <a:ext uri="{FF2B5EF4-FFF2-40B4-BE49-F238E27FC236}">
                  <a16:creationId xmlns:a16="http://schemas.microsoft.com/office/drawing/2014/main" id="{5BF7A582-BDDA-410F-B993-708B250DD1C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130655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직선 연결선 408">
              <a:extLst>
                <a:ext uri="{FF2B5EF4-FFF2-40B4-BE49-F238E27FC236}">
                  <a16:creationId xmlns:a16="http://schemas.microsoft.com/office/drawing/2014/main" id="{FB1554FC-7362-46DC-827C-43ADE2F3A1ED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3881752"/>
              <a:ext cx="545306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직선 연결선 409">
              <a:extLst>
                <a:ext uri="{FF2B5EF4-FFF2-40B4-BE49-F238E27FC236}">
                  <a16:creationId xmlns:a16="http://schemas.microsoft.com/office/drawing/2014/main" id="{25CFABA6-DFF4-4994-9516-524D4E6DBBC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182159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직선 연결선 410">
              <a:extLst>
                <a:ext uri="{FF2B5EF4-FFF2-40B4-BE49-F238E27FC236}">
                  <a16:creationId xmlns:a16="http://schemas.microsoft.com/office/drawing/2014/main" id="{BC364E7A-6233-46A1-855E-9D3AC281E67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233663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직선 연결선 411">
              <a:extLst>
                <a:ext uri="{FF2B5EF4-FFF2-40B4-BE49-F238E27FC236}">
                  <a16:creationId xmlns:a16="http://schemas.microsoft.com/office/drawing/2014/main" id="{E233BBBD-3FD4-44EA-8F64-C613BBA6052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285167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직선 연결선 412">
              <a:extLst>
                <a:ext uri="{FF2B5EF4-FFF2-40B4-BE49-F238E27FC236}">
                  <a16:creationId xmlns:a16="http://schemas.microsoft.com/office/drawing/2014/main" id="{C4CB1A08-29F3-4AA6-8134-1323603F43D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9" y="3366712"/>
              <a:ext cx="545306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직선 연결선 413">
              <a:extLst>
                <a:ext uri="{FF2B5EF4-FFF2-40B4-BE49-F238E27FC236}">
                  <a16:creationId xmlns:a16="http://schemas.microsoft.com/office/drawing/2014/main" id="{FB2167A3-19A0-41F9-940A-2B846C3DE1DF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직선 연결선 414">
              <a:extLst>
                <a:ext uri="{FF2B5EF4-FFF2-40B4-BE49-F238E27FC236}">
                  <a16:creationId xmlns:a16="http://schemas.microsoft.com/office/drawing/2014/main" id="{C3D2ABAE-5D10-4796-9413-D9422237B32C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185">
            <a:hlinkClick r:id="rId2"/>
            <a:extLst>
              <a:ext uri="{FF2B5EF4-FFF2-40B4-BE49-F238E27FC236}">
                <a16:creationId xmlns:a16="http://schemas.microsoft.com/office/drawing/2014/main" id="{78F1B683-24B9-4F7E-AA9E-67736B43C00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186">
            <a:hlinkClick r:id="rId3"/>
            <a:extLst>
              <a:ext uri="{FF2B5EF4-FFF2-40B4-BE49-F238E27FC236}">
                <a16:creationId xmlns:a16="http://schemas.microsoft.com/office/drawing/2014/main" id="{6E9D8740-4D5B-46FA-8059-7DC8A72AECF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4">
            <a:hlinkClick r:id="rId4"/>
            <a:extLst>
              <a:ext uri="{FF2B5EF4-FFF2-40B4-BE49-F238E27FC236}">
                <a16:creationId xmlns:a16="http://schemas.microsoft.com/office/drawing/2014/main" id="{3F2D4194-A328-4136-998D-C046FFA5534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22</cp:revision>
  <dcterms:created xsi:type="dcterms:W3CDTF">2021-10-29T04:43:38Z</dcterms:created>
  <dcterms:modified xsi:type="dcterms:W3CDTF">2021-12-19T07:50:35Z</dcterms:modified>
</cp:coreProperties>
</file>
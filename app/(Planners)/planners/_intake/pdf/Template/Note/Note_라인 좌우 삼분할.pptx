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414" y="12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FF303FE9-456D-4374-B843-AD3F847AD82B}"/>
              </a:ext>
            </a:extLst>
          </p:cNvPr>
          <p:cNvCxnSpPr>
            <a:cxnSpLocks/>
          </p:cNvCxnSpPr>
          <p:nvPr/>
        </p:nvCxnSpPr>
        <p:spPr>
          <a:xfrm>
            <a:off x="302178" y="533992"/>
            <a:ext cx="546506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C4730EF6-6C49-46EA-9AD7-6D96B27AD08D}"/>
              </a:ext>
            </a:extLst>
          </p:cNvPr>
          <p:cNvCxnSpPr>
            <a:cxnSpLocks/>
          </p:cNvCxnSpPr>
          <p:nvPr/>
        </p:nvCxnSpPr>
        <p:spPr>
          <a:xfrm>
            <a:off x="302178" y="7487031"/>
            <a:ext cx="546506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60A13B63-710E-4203-ABFC-DF93C19804EC}"/>
              </a:ext>
            </a:extLst>
          </p:cNvPr>
          <p:cNvGrpSpPr/>
          <p:nvPr/>
        </p:nvGrpSpPr>
        <p:grpSpPr>
          <a:xfrm>
            <a:off x="302177" y="791512"/>
            <a:ext cx="1764000" cy="6438000"/>
            <a:chOff x="229705" y="791512"/>
            <a:chExt cx="5465064" cy="6438000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67F4895-A5CB-4FFE-A75F-FC685A292D4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>
              <a:extLst>
                <a:ext uri="{FF2B5EF4-FFF2-40B4-BE49-F238E27FC236}">
                  <a16:creationId xmlns:a16="http://schemas.microsoft.com/office/drawing/2014/main" id="{D64292EB-9790-40D4-AA7C-67F60ACE67C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7894C577-A7F3-4391-8FE3-4E795D9952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34BFDD3D-AB28-4DBB-A4E8-E1CD4B0C1D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>
              <a:extLst>
                <a:ext uri="{FF2B5EF4-FFF2-40B4-BE49-F238E27FC236}">
                  <a16:creationId xmlns:a16="http://schemas.microsoft.com/office/drawing/2014/main" id="{729E3BCA-F17D-4FF2-B44A-44223B4DBA2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직선 연결선 334">
              <a:extLst>
                <a:ext uri="{FF2B5EF4-FFF2-40B4-BE49-F238E27FC236}">
                  <a16:creationId xmlns:a16="http://schemas.microsoft.com/office/drawing/2014/main" id="{EE140415-A25E-4CB7-9597-7C5AA1C8F90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연결선 335">
              <a:extLst>
                <a:ext uri="{FF2B5EF4-FFF2-40B4-BE49-F238E27FC236}">
                  <a16:creationId xmlns:a16="http://schemas.microsoft.com/office/drawing/2014/main" id="{6FA8CC69-1903-41D0-B4C9-5FD3D030715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연결선 336">
              <a:extLst>
                <a:ext uri="{FF2B5EF4-FFF2-40B4-BE49-F238E27FC236}">
                  <a16:creationId xmlns:a16="http://schemas.microsoft.com/office/drawing/2014/main" id="{8166785F-7850-4957-B7C1-BD326B6FD8F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ADF588C9-27D1-401D-8201-7D76D2AA034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>
              <a:extLst>
                <a:ext uri="{FF2B5EF4-FFF2-40B4-BE49-F238E27FC236}">
                  <a16:creationId xmlns:a16="http://schemas.microsoft.com/office/drawing/2014/main" id="{DE347FC0-EE5B-4EAF-9059-EF21BD0CC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2CF7C122-D763-4067-B5D3-130C2632DA1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>
              <a:extLst>
                <a:ext uri="{FF2B5EF4-FFF2-40B4-BE49-F238E27FC236}">
                  <a16:creationId xmlns:a16="http://schemas.microsoft.com/office/drawing/2014/main" id="{AAA174D6-E8F0-4D68-A243-68CAA7FE7E4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>
              <a:extLst>
                <a:ext uri="{FF2B5EF4-FFF2-40B4-BE49-F238E27FC236}">
                  <a16:creationId xmlns:a16="http://schemas.microsoft.com/office/drawing/2014/main" id="{95E36923-99F1-48B2-B561-17867CD9B00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>
              <a:extLst>
                <a:ext uri="{FF2B5EF4-FFF2-40B4-BE49-F238E27FC236}">
                  <a16:creationId xmlns:a16="http://schemas.microsoft.com/office/drawing/2014/main" id="{D7B204B7-9006-4486-ABB2-E483B1568E9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연결선 343">
              <a:extLst>
                <a:ext uri="{FF2B5EF4-FFF2-40B4-BE49-F238E27FC236}">
                  <a16:creationId xmlns:a16="http://schemas.microsoft.com/office/drawing/2014/main" id="{CAB732CA-9EAF-41D4-B938-42CF1B310F7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연결선 344">
              <a:extLst>
                <a:ext uri="{FF2B5EF4-FFF2-40B4-BE49-F238E27FC236}">
                  <a16:creationId xmlns:a16="http://schemas.microsoft.com/office/drawing/2014/main" id="{9A0F5DC1-5767-4BB0-9D06-9F12C5CAC92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>
              <a:extLst>
                <a:ext uri="{FF2B5EF4-FFF2-40B4-BE49-F238E27FC236}">
                  <a16:creationId xmlns:a16="http://schemas.microsoft.com/office/drawing/2014/main" id="{84BD4657-C581-4FA9-8283-5E9DDC32E0F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직선 연결선 346">
              <a:extLst>
                <a:ext uri="{FF2B5EF4-FFF2-40B4-BE49-F238E27FC236}">
                  <a16:creationId xmlns:a16="http://schemas.microsoft.com/office/drawing/2014/main" id="{448FD1DF-1A8D-4388-BE91-B722413B7D6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직선 연결선 347">
              <a:extLst>
                <a:ext uri="{FF2B5EF4-FFF2-40B4-BE49-F238E27FC236}">
                  <a16:creationId xmlns:a16="http://schemas.microsoft.com/office/drawing/2014/main" id="{7A099636-1BFB-411C-9D3C-E30DE176CFF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C86AF49C-18E9-4126-A734-EE8DC2EE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1626F81E-05D8-43B5-9598-B199CED7DF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직선 연결선 350">
              <a:extLst>
                <a:ext uri="{FF2B5EF4-FFF2-40B4-BE49-F238E27FC236}">
                  <a16:creationId xmlns:a16="http://schemas.microsoft.com/office/drawing/2014/main" id="{9E768DCB-7F90-4123-94AD-1C2CD0FF97D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7982330D-D9B4-449E-86B7-C259D567C94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A87475AD-ABD3-4A08-8D4B-CD1FAF29301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연결선 353">
              <a:extLst>
                <a:ext uri="{FF2B5EF4-FFF2-40B4-BE49-F238E27FC236}">
                  <a16:creationId xmlns:a16="http://schemas.microsoft.com/office/drawing/2014/main" id="{5AD8DD82-2E3D-4690-AD01-27C9D9F5F89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직선 연결선 354">
              <a:extLst>
                <a:ext uri="{FF2B5EF4-FFF2-40B4-BE49-F238E27FC236}">
                  <a16:creationId xmlns:a16="http://schemas.microsoft.com/office/drawing/2014/main" id="{66311AAB-9CFB-4D00-99BF-44CB3B0F983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E2E8A4CB-0DB7-4009-B27A-26C59832331E}"/>
              </a:ext>
            </a:extLst>
          </p:cNvPr>
          <p:cNvGrpSpPr/>
          <p:nvPr/>
        </p:nvGrpSpPr>
        <p:grpSpPr>
          <a:xfrm>
            <a:off x="4003242" y="791512"/>
            <a:ext cx="1764000" cy="6438000"/>
            <a:chOff x="229705" y="791512"/>
            <a:chExt cx="5465064" cy="6438000"/>
          </a:xfrm>
        </p:grpSpPr>
        <p:cxnSp>
          <p:nvCxnSpPr>
            <p:cNvPr id="357" name="직선 연결선 356">
              <a:extLst>
                <a:ext uri="{FF2B5EF4-FFF2-40B4-BE49-F238E27FC236}">
                  <a16:creationId xmlns:a16="http://schemas.microsoft.com/office/drawing/2014/main" id="{2BF2CD68-BFC6-47A6-AA1C-44BAA5090B5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87D993C8-FA61-4302-874B-8BF87FAFA60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E6B47C71-9383-4C59-B783-A4591372EB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B093CCC9-D4FF-4DFB-97BB-0253905F43D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직선 연결선 360">
              <a:extLst>
                <a:ext uri="{FF2B5EF4-FFF2-40B4-BE49-F238E27FC236}">
                  <a16:creationId xmlns:a16="http://schemas.microsoft.com/office/drawing/2014/main" id="{2AB4EB16-52F9-4F04-864F-141EBD161E1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277B8D2D-39EF-40F7-A3CF-08445B9F28F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>
              <a:extLst>
                <a:ext uri="{FF2B5EF4-FFF2-40B4-BE49-F238E27FC236}">
                  <a16:creationId xmlns:a16="http://schemas.microsoft.com/office/drawing/2014/main" id="{EB6BC899-8B60-43DD-8CB6-7E887C61406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E58A8EB1-DF6A-45E9-8C3D-67013AAF5E4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직선 연결선 364">
              <a:extLst>
                <a:ext uri="{FF2B5EF4-FFF2-40B4-BE49-F238E27FC236}">
                  <a16:creationId xmlns:a16="http://schemas.microsoft.com/office/drawing/2014/main" id="{8FEFBBB0-14A0-40C5-97AE-BE27C45386A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8F45B737-EB11-4613-8E33-EE539F966FA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642B729D-AA52-4A66-A97A-A2F7C5E974F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직선 연결선 367">
              <a:extLst>
                <a:ext uri="{FF2B5EF4-FFF2-40B4-BE49-F238E27FC236}">
                  <a16:creationId xmlns:a16="http://schemas.microsoft.com/office/drawing/2014/main" id="{347B00B0-6EB0-4A46-BF8B-7815CBD5B0F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직선 연결선 368">
              <a:extLst>
                <a:ext uri="{FF2B5EF4-FFF2-40B4-BE49-F238E27FC236}">
                  <a16:creationId xmlns:a16="http://schemas.microsoft.com/office/drawing/2014/main" id="{9DEDBB63-66F2-403D-B7E3-67DD0DDDF3D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직선 연결선 369">
              <a:extLst>
                <a:ext uri="{FF2B5EF4-FFF2-40B4-BE49-F238E27FC236}">
                  <a16:creationId xmlns:a16="http://schemas.microsoft.com/office/drawing/2014/main" id="{ADB159E0-B84A-4FF6-84BF-4D26275F1DA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직선 연결선 370">
              <a:extLst>
                <a:ext uri="{FF2B5EF4-FFF2-40B4-BE49-F238E27FC236}">
                  <a16:creationId xmlns:a16="http://schemas.microsoft.com/office/drawing/2014/main" id="{E5BAA2AA-08E0-425F-B10D-9BECFF302CF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직선 연결선 371">
              <a:extLst>
                <a:ext uri="{FF2B5EF4-FFF2-40B4-BE49-F238E27FC236}">
                  <a16:creationId xmlns:a16="http://schemas.microsoft.com/office/drawing/2014/main" id="{BAC53C26-C00D-46F4-941C-FC013A6E783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직선 연결선 372">
              <a:extLst>
                <a:ext uri="{FF2B5EF4-FFF2-40B4-BE49-F238E27FC236}">
                  <a16:creationId xmlns:a16="http://schemas.microsoft.com/office/drawing/2014/main" id="{0ACEDD36-5450-42CC-B68E-CAA95A1B2D3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직선 연결선 373">
              <a:extLst>
                <a:ext uri="{FF2B5EF4-FFF2-40B4-BE49-F238E27FC236}">
                  <a16:creationId xmlns:a16="http://schemas.microsoft.com/office/drawing/2014/main" id="{F62D1E25-8D96-4318-964D-42AE1318EFF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23980FE2-B946-4B34-B175-32DACEC62B1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연결선 375">
              <a:extLst>
                <a:ext uri="{FF2B5EF4-FFF2-40B4-BE49-F238E27FC236}">
                  <a16:creationId xmlns:a16="http://schemas.microsoft.com/office/drawing/2014/main" id="{45085C36-E30F-4ADB-94A1-E50377CF9AF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연결선 376">
              <a:extLst>
                <a:ext uri="{FF2B5EF4-FFF2-40B4-BE49-F238E27FC236}">
                  <a16:creationId xmlns:a16="http://schemas.microsoft.com/office/drawing/2014/main" id="{1789B4D3-2427-4F64-9CAF-9061AE9CAE1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연결선 377">
              <a:extLst>
                <a:ext uri="{FF2B5EF4-FFF2-40B4-BE49-F238E27FC236}">
                  <a16:creationId xmlns:a16="http://schemas.microsoft.com/office/drawing/2014/main" id="{63E7172A-F566-42D4-BB57-35657BE7E70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>
              <a:extLst>
                <a:ext uri="{FF2B5EF4-FFF2-40B4-BE49-F238E27FC236}">
                  <a16:creationId xmlns:a16="http://schemas.microsoft.com/office/drawing/2014/main" id="{DCE9F944-B00B-433C-9C34-E0A88626D52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연결선 379">
              <a:extLst>
                <a:ext uri="{FF2B5EF4-FFF2-40B4-BE49-F238E27FC236}">
                  <a16:creationId xmlns:a16="http://schemas.microsoft.com/office/drawing/2014/main" id="{D39A871A-1E11-48B9-BED0-98AA91FDBAC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직선 연결선 380">
              <a:extLst>
                <a:ext uri="{FF2B5EF4-FFF2-40B4-BE49-F238E27FC236}">
                  <a16:creationId xmlns:a16="http://schemas.microsoft.com/office/drawing/2014/main" id="{66B2AD6D-0A2E-48B2-9B8E-A3E72F1ED1B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직선 연결선 381">
              <a:extLst>
                <a:ext uri="{FF2B5EF4-FFF2-40B4-BE49-F238E27FC236}">
                  <a16:creationId xmlns:a16="http://schemas.microsoft.com/office/drawing/2014/main" id="{623961E3-5FA3-4A9E-804D-66CCF257B8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A356B89D-0931-41E8-AD04-A034B9978AB7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13D4DF9D-916E-4C0F-8E05-87F6BAEE5336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85">
            <a:hlinkClick r:id="rId2"/>
            <a:extLst>
              <a:ext uri="{FF2B5EF4-FFF2-40B4-BE49-F238E27FC236}">
                <a16:creationId xmlns:a16="http://schemas.microsoft.com/office/drawing/2014/main" id="{1F1034F3-EC5D-4A31-B588-B42E33D5BE2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186">
            <a:hlinkClick r:id="rId3"/>
            <a:extLst>
              <a:ext uri="{FF2B5EF4-FFF2-40B4-BE49-F238E27FC236}">
                <a16:creationId xmlns:a16="http://schemas.microsoft.com/office/drawing/2014/main" id="{46490AC8-B094-4E5A-B1D0-06C5AF9B4D23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xtBox 184">
            <a:hlinkClick r:id="rId4"/>
            <a:extLst>
              <a:ext uri="{FF2B5EF4-FFF2-40B4-BE49-F238E27FC236}">
                <a16:creationId xmlns:a16="http://schemas.microsoft.com/office/drawing/2014/main" id="{35955DC0-4048-41CE-BEF1-544BD9B37B5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67D2934-DEA1-48C9-BEDD-0B365B840030}"/>
              </a:ext>
            </a:extLst>
          </p:cNvPr>
          <p:cNvGrpSpPr/>
          <p:nvPr/>
        </p:nvGrpSpPr>
        <p:grpSpPr>
          <a:xfrm>
            <a:off x="2152709" y="791512"/>
            <a:ext cx="1764000" cy="6438000"/>
            <a:chOff x="229705" y="791512"/>
            <a:chExt cx="5465064" cy="6438000"/>
          </a:xfrm>
        </p:grpSpPr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FE895DB-C58C-4E90-8E3F-CAD80075C43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DD58C11-21BC-4AAA-A4D5-353F5CCD470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00629A8B-FEB8-48AB-A499-5D2A0371185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2594CF78-2EDD-4788-9FCA-E4C7489DB45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0559BFBA-9142-4EBD-B560-74EE9F32218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579E22BA-5F03-40B7-AE73-54BD50ECDB1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75DE99A-B83E-4699-8416-536FAF6A36E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04D71708-1EBE-4C3D-8D4A-9669E30A647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D1AA7990-70FE-4C0E-AB3E-99F02218720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871E2EA-3983-49F7-9463-9F9BD4AFE0E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A02E50B-B01A-454E-A71E-A910AC77DCB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39C59022-1B2D-4178-9862-EA146EB5766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096DA586-2FE5-46EB-9456-B2B2ECFFF57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0569509-AC41-467E-9089-60E953417B8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5C2FF2A1-B6FB-47D2-8BD9-2A1E99F1F3D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A160325-B185-4F97-AD55-5854AB2EC1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9280989B-D82A-4B9A-AE3F-BEDBCC9969D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6D49E0F-1BD4-488D-A729-707CB265E4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FDC7AC64-170D-466E-A5A0-503D6778B76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643AF73-3CE7-471C-B3AE-1BA9BEFB4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0AB710B0-59AC-4259-B6E7-E3CB45CCE58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C271B2E1-E30F-4291-ACA9-891033DED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6F8AE73-4958-4896-92EC-B276CF85703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30353220-B7D8-4CC0-B787-1E735A3C739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986AAB31-5365-45E4-B870-8E218FDFE3A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AF2F5261-A9E2-451E-B253-A613CB87C5F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23</cp:revision>
  <dcterms:created xsi:type="dcterms:W3CDTF">2021-10-29T04:43:38Z</dcterms:created>
  <dcterms:modified xsi:type="dcterms:W3CDTF">2021-12-19T08:05:43Z</dcterms:modified>
</cp:coreProperties>
</file>
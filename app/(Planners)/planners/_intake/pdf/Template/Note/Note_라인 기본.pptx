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E28AB6A-5D88-486E-AEF4-85B5715D746D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D927361C-A959-497E-83EF-A1E9E18DC56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173EB28A-8082-4019-AFF5-7358197EE0A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74CC9D31-4991-4E67-A36E-4E59820B6CA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A024EBA7-6128-45AA-B135-046917EA4EB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8032D060-D3C5-4115-9B24-1CCAF9FBA4A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6B62B97A-25F1-4A90-9719-06437999983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7AF246D0-C46E-49E6-B526-CA563BE3A2A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C02BD9F0-D3BB-4752-AB6C-1B85712A484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43282964-BCFE-442F-B194-4722AB7287D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7A292FD-8D43-4890-BD7E-89BD27310F4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FB17799-55D7-4A90-98DA-45D74045B34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BD92B47-1BC6-4EDE-8CFC-BE98B01CFC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F300A297-A19C-496A-8E7A-86048E9DAD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A2B28-1A07-414F-8739-4CBAC5F575F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6C877F7A-0C38-4A9C-B9D6-3FC0D4E357E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3253F63-F59F-48D1-8462-F6DFCC11744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59A20E73-2788-4557-A4BA-6CB7EC1A8AB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8F6F168-99B3-443F-B8ED-39D6328F526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2A875BDC-A4BA-4E9C-835B-0C20973938D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9F321286-3996-42C3-9799-8ADB19040EA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4E641AEE-7516-40F5-8499-47A19745638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D5276323-1EB7-4211-9308-F27A50E3836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823FA7C6-4DAC-4E12-A5C7-F7A50A946A9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B188E01C-6995-4733-8AFB-B47B833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E0C613C-4BAF-40DB-8727-D586770ED8E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0FD2E435-4CFC-4D19-BEB6-DAC8F889E22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F643DA8-9053-4855-BCE3-BEB191EC6F6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7559B12-0AB2-49B7-9DC7-0BDD3C7F4F1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B478E3D3-ED52-4762-BE91-0C71EC662B27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D9FBD21E-8912-4221-BFDA-9B3DB1A84D02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185">
            <a:hlinkClick r:id="rId2"/>
            <a:extLst>
              <a:ext uri="{FF2B5EF4-FFF2-40B4-BE49-F238E27FC236}">
                <a16:creationId xmlns:a16="http://schemas.microsoft.com/office/drawing/2014/main" id="{8EB09459-656C-4D94-9418-41FF3240991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6">
            <a:hlinkClick r:id="rId3"/>
            <a:extLst>
              <a:ext uri="{FF2B5EF4-FFF2-40B4-BE49-F238E27FC236}">
                <a16:creationId xmlns:a16="http://schemas.microsoft.com/office/drawing/2014/main" id="{E04AF608-5457-4453-B294-C3BA9890E859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4">
            <a:hlinkClick r:id="rId4"/>
            <a:extLst>
              <a:ext uri="{FF2B5EF4-FFF2-40B4-BE49-F238E27FC236}">
                <a16:creationId xmlns:a16="http://schemas.microsoft.com/office/drawing/2014/main" id="{99091E83-CFA0-4EF9-BED6-AC4A0F5F356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</cp:revision>
  <dcterms:created xsi:type="dcterms:W3CDTF">2021-10-29T04:43:38Z</dcterms:created>
  <dcterms:modified xsi:type="dcterms:W3CDTF">2021-12-19T07:44:31Z</dcterms:modified>
</cp:coreProperties>
</file>
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AD99AE57-8D5A-4AA5-ACBB-82CC49BB8F74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6C5AD686-7031-4ED4-B0A2-2433F806A1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5F8E5200-7D72-4433-9DAB-48BEDBEF264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E8E16A37-29F0-46A3-99C3-E53E85A8FEF6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388175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BDB02A13-39FB-463D-AB90-E6C4CC28BD85}"/>
                </a:ext>
              </a:extLst>
            </p:cNvPr>
            <p:cNvCxnSpPr>
              <a:cxnSpLocks/>
            </p:cNvCxnSpPr>
            <p:nvPr/>
          </p:nvCxnSpPr>
          <p:spPr>
            <a:xfrm>
              <a:off x="2962237" y="533400"/>
              <a:ext cx="0" cy="694685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2617063-6567-4A6E-B456-6960D8CAAE86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4304E651-838E-4052-90A7-5A797600BECB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85">
            <a:hlinkClick r:id="rId2"/>
            <a:extLst>
              <a:ext uri="{FF2B5EF4-FFF2-40B4-BE49-F238E27FC236}">
                <a16:creationId xmlns:a16="http://schemas.microsoft.com/office/drawing/2014/main" id="{3EC12C5F-C3CE-44FD-8051-FC12F93E738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TextBox 186">
            <a:hlinkClick r:id="rId3"/>
            <a:extLst>
              <a:ext uri="{FF2B5EF4-FFF2-40B4-BE49-F238E27FC236}">
                <a16:creationId xmlns:a16="http://schemas.microsoft.com/office/drawing/2014/main" id="{F46EEE50-942E-4F0F-B250-C84AC43856BB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TextBox 184">
            <a:hlinkClick r:id="rId4"/>
            <a:extLst>
              <a:ext uri="{FF2B5EF4-FFF2-40B4-BE49-F238E27FC236}">
                <a16:creationId xmlns:a16="http://schemas.microsoft.com/office/drawing/2014/main" id="{8B40F19A-89F2-49F0-B6C7-D59476F9BA18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51</cp:revision>
  <dcterms:created xsi:type="dcterms:W3CDTF">2021-10-29T04:43:38Z</dcterms:created>
  <dcterms:modified xsi:type="dcterms:W3CDTF">2021-12-19T07:43:59Z</dcterms:modified>
</cp:coreProperties>
</file>
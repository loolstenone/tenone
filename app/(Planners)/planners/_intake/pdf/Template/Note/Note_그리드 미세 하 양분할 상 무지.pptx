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39" d="100"/>
          <a:sy n="39" d="100"/>
        </p:scale>
        <p:origin x="1674" y="54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4" name="그룹 1513">
            <a:extLst>
              <a:ext uri="{FF2B5EF4-FFF2-40B4-BE49-F238E27FC236}">
                <a16:creationId xmlns:a16="http://schemas.microsoft.com/office/drawing/2014/main" id="{028D78C7-ABFB-41B9-BC3E-E216B913CDFC}"/>
              </a:ext>
            </a:extLst>
          </p:cNvPr>
          <p:cNvGrpSpPr/>
          <p:nvPr/>
        </p:nvGrpSpPr>
        <p:grpSpPr>
          <a:xfrm>
            <a:off x="330339" y="462531"/>
            <a:ext cx="5416272" cy="7024502"/>
            <a:chOff x="286028" y="462531"/>
            <a:chExt cx="5416272" cy="7024502"/>
          </a:xfrm>
        </p:grpSpPr>
        <p:grpSp>
          <p:nvGrpSpPr>
            <p:cNvPr id="1437" name="그룹 1436">
              <a:extLst>
                <a:ext uri="{FF2B5EF4-FFF2-40B4-BE49-F238E27FC236}">
                  <a16:creationId xmlns:a16="http://schemas.microsoft.com/office/drawing/2014/main" id="{00395456-E0AA-42A1-BA57-04AB77A1D7A8}"/>
                </a:ext>
              </a:extLst>
            </p:cNvPr>
            <p:cNvGrpSpPr/>
            <p:nvPr/>
          </p:nvGrpSpPr>
          <p:grpSpPr>
            <a:xfrm>
              <a:off x="291321" y="533399"/>
              <a:ext cx="5407920" cy="6953634"/>
              <a:chOff x="291321" y="533399"/>
              <a:chExt cx="5407920" cy="6953634"/>
            </a:xfrm>
          </p:grpSpPr>
          <p:cxnSp>
            <p:nvCxnSpPr>
              <p:cNvPr id="1438" name="직선 연결선 1437">
                <a:extLst>
                  <a:ext uri="{FF2B5EF4-FFF2-40B4-BE49-F238E27FC236}">
                    <a16:creationId xmlns:a16="http://schemas.microsoft.com/office/drawing/2014/main" id="{0749323E-BE91-4745-B1B1-A1367CECE996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292366" y="6971399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9" name="직선 연결선 1438">
                <a:extLst>
                  <a:ext uri="{FF2B5EF4-FFF2-40B4-BE49-F238E27FC236}">
                    <a16:creationId xmlns:a16="http://schemas.microsoft.com/office/drawing/2014/main" id="{43004785-1103-41BC-B44E-60CA91FB22EE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292366" y="4396199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0" name="직선 연결선 1439">
                <a:extLst>
                  <a:ext uri="{FF2B5EF4-FFF2-40B4-BE49-F238E27FC236}">
                    <a16:creationId xmlns:a16="http://schemas.microsoft.com/office/drawing/2014/main" id="{78CEC346-77D7-46CB-9D28-595DE5B16C66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292366" y="6456359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1" name="직선 연결선 1440">
                <a:extLst>
                  <a:ext uri="{FF2B5EF4-FFF2-40B4-BE49-F238E27FC236}">
                    <a16:creationId xmlns:a16="http://schemas.microsoft.com/office/drawing/2014/main" id="{590AFD0B-0452-487B-9733-EF4BA2B4D4CD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292366" y="5941319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2" name="직선 연결선 1441">
                <a:extLst>
                  <a:ext uri="{FF2B5EF4-FFF2-40B4-BE49-F238E27FC236}">
                    <a16:creationId xmlns:a16="http://schemas.microsoft.com/office/drawing/2014/main" id="{1E1FA596-5C9C-4015-A2D5-481450D11FC0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292366" y="5426279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3" name="직선 연결선 1442">
                <a:extLst>
                  <a:ext uri="{FF2B5EF4-FFF2-40B4-BE49-F238E27FC236}">
                    <a16:creationId xmlns:a16="http://schemas.microsoft.com/office/drawing/2014/main" id="{9DA0F6EA-A5B2-4F81-A60E-507C71957763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292366" y="4911239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4" name="직선 연결선 1443">
                <a:extLst>
                  <a:ext uri="{FF2B5EF4-FFF2-40B4-BE49-F238E27FC236}">
                    <a16:creationId xmlns:a16="http://schemas.microsoft.com/office/drawing/2014/main" id="{2E25F171-33B9-4E09-9645-E937495F89CC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292366" y="7228919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5" name="직선 연결선 1444">
                <a:extLst>
                  <a:ext uri="{FF2B5EF4-FFF2-40B4-BE49-F238E27FC236}">
                    <a16:creationId xmlns:a16="http://schemas.microsoft.com/office/drawing/2014/main" id="{8574E382-C3CD-4463-A46D-2B24AE2E645E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292366" y="6713879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6" name="직선 연결선 1445">
                <a:extLst>
                  <a:ext uri="{FF2B5EF4-FFF2-40B4-BE49-F238E27FC236}">
                    <a16:creationId xmlns:a16="http://schemas.microsoft.com/office/drawing/2014/main" id="{64E73D01-5287-48DE-8DBB-FA00FE0196AA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292366" y="4138679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7" name="직선 연결선 1446">
                <a:extLst>
                  <a:ext uri="{FF2B5EF4-FFF2-40B4-BE49-F238E27FC236}">
                    <a16:creationId xmlns:a16="http://schemas.microsoft.com/office/drawing/2014/main" id="{032F113A-B64B-4CB9-8E0D-3B030DFCF361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292366" y="6198839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8" name="직선 연결선 1447">
                <a:extLst>
                  <a:ext uri="{FF2B5EF4-FFF2-40B4-BE49-F238E27FC236}">
                    <a16:creationId xmlns:a16="http://schemas.microsoft.com/office/drawing/2014/main" id="{0DFEA909-2E53-4E3B-88B4-ECCD0A62561A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292366" y="5683799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9" name="직선 연결선 1448">
                <a:extLst>
                  <a:ext uri="{FF2B5EF4-FFF2-40B4-BE49-F238E27FC236}">
                    <a16:creationId xmlns:a16="http://schemas.microsoft.com/office/drawing/2014/main" id="{B302F442-2EF2-4833-B75C-1385FEF2C788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292366" y="5168759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0" name="직선 연결선 1449">
                <a:extLst>
                  <a:ext uri="{FF2B5EF4-FFF2-40B4-BE49-F238E27FC236}">
                    <a16:creationId xmlns:a16="http://schemas.microsoft.com/office/drawing/2014/main" id="{2F10FD4D-92ED-4521-97E6-D7EA9B4F8B0B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292366" y="4653719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1" name="직선 연결선 1450">
                <a:extLst>
                  <a:ext uri="{FF2B5EF4-FFF2-40B4-BE49-F238E27FC236}">
                    <a16:creationId xmlns:a16="http://schemas.microsoft.com/office/drawing/2014/main" id="{964262ED-913E-44AF-8F9F-74B868E7B534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3124634" y="4918703"/>
                <a:ext cx="0" cy="5136659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2" name="직선 연결선 1451">
                <a:extLst>
                  <a:ext uri="{FF2B5EF4-FFF2-40B4-BE49-F238E27FC236}">
                    <a16:creationId xmlns:a16="http://schemas.microsoft.com/office/drawing/2014/main" id="{DBB3795A-FE81-470B-AD44-5047DCEC841B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298166" y="7355810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3" name="직선 연결선 1452">
                <a:extLst>
                  <a:ext uri="{FF2B5EF4-FFF2-40B4-BE49-F238E27FC236}">
                    <a16:creationId xmlns:a16="http://schemas.microsoft.com/office/drawing/2014/main" id="{3E929210-649A-4D36-8B22-AD3757AC3C64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298166" y="6840770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4" name="직선 연결선 1453">
                <a:extLst>
                  <a:ext uri="{FF2B5EF4-FFF2-40B4-BE49-F238E27FC236}">
                    <a16:creationId xmlns:a16="http://schemas.microsoft.com/office/drawing/2014/main" id="{86D11E3D-B1E3-4509-9134-9A580CEC0344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298166" y="4265570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5" name="직선 연결선 1454">
                <a:extLst>
                  <a:ext uri="{FF2B5EF4-FFF2-40B4-BE49-F238E27FC236}">
                    <a16:creationId xmlns:a16="http://schemas.microsoft.com/office/drawing/2014/main" id="{8E52D202-860A-4003-9378-7666A36E1405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298166" y="6325730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6" name="직선 연결선 1455">
                <a:extLst>
                  <a:ext uri="{FF2B5EF4-FFF2-40B4-BE49-F238E27FC236}">
                    <a16:creationId xmlns:a16="http://schemas.microsoft.com/office/drawing/2014/main" id="{9094DAEF-1B80-435E-A67E-57D4405973E3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298166" y="5810690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7" name="직선 연결선 1456">
                <a:extLst>
                  <a:ext uri="{FF2B5EF4-FFF2-40B4-BE49-F238E27FC236}">
                    <a16:creationId xmlns:a16="http://schemas.microsoft.com/office/drawing/2014/main" id="{242BE6A3-AD3D-493E-A9BB-1D5502EDAB76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298166" y="5295650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8" name="직선 연결선 1457">
                <a:extLst>
                  <a:ext uri="{FF2B5EF4-FFF2-40B4-BE49-F238E27FC236}">
                    <a16:creationId xmlns:a16="http://schemas.microsoft.com/office/drawing/2014/main" id="{296985AE-AAD2-4343-9769-9B3C993DAD02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298166" y="4780610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9" name="직선 연결선 1458">
                <a:extLst>
                  <a:ext uri="{FF2B5EF4-FFF2-40B4-BE49-F238E27FC236}">
                    <a16:creationId xmlns:a16="http://schemas.microsoft.com/office/drawing/2014/main" id="{0EB6C7B2-C410-41F1-9D16-1BA32F14BD42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298166" y="7098290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0" name="직선 연결선 1459">
                <a:extLst>
                  <a:ext uri="{FF2B5EF4-FFF2-40B4-BE49-F238E27FC236}">
                    <a16:creationId xmlns:a16="http://schemas.microsoft.com/office/drawing/2014/main" id="{F1DBBADA-1CC3-4D66-A0E2-B5D877DDE6A1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298166" y="6583250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1" name="직선 연결선 1460">
                <a:extLst>
                  <a:ext uri="{FF2B5EF4-FFF2-40B4-BE49-F238E27FC236}">
                    <a16:creationId xmlns:a16="http://schemas.microsoft.com/office/drawing/2014/main" id="{103AB01D-9181-4FC7-B6EE-7FF0C1254573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298166" y="6068210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2" name="직선 연결선 1461">
                <a:extLst>
                  <a:ext uri="{FF2B5EF4-FFF2-40B4-BE49-F238E27FC236}">
                    <a16:creationId xmlns:a16="http://schemas.microsoft.com/office/drawing/2014/main" id="{0C94ADA5-96C0-4C56-BA42-5053C04AC3BE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298166" y="5553170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3" name="직선 연결선 1462">
                <a:extLst>
                  <a:ext uri="{FF2B5EF4-FFF2-40B4-BE49-F238E27FC236}">
                    <a16:creationId xmlns:a16="http://schemas.microsoft.com/office/drawing/2014/main" id="{3D7A6ACF-799F-4FB9-BD17-419369A1C664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298166" y="5038130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4" name="직선 연결선 1463">
                <a:extLst>
                  <a:ext uri="{FF2B5EF4-FFF2-40B4-BE49-F238E27FC236}">
                    <a16:creationId xmlns:a16="http://schemas.microsoft.com/office/drawing/2014/main" id="{BBA5F99D-D295-455A-898E-318E0C6FC428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298166" y="4523090"/>
                <a:ext cx="540107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5" name="직선 연결선 1464">
                <a:extLst>
                  <a:ext uri="{FF2B5EF4-FFF2-40B4-BE49-F238E27FC236}">
                    <a16:creationId xmlns:a16="http://schemas.microsoft.com/office/drawing/2014/main" id="{7D5CD609-4CBC-4929-8816-ECE6F725623F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3130910" y="4788074"/>
                <a:ext cx="0" cy="5136659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466" name="그룹 1465">
                <a:extLst>
                  <a:ext uri="{FF2B5EF4-FFF2-40B4-BE49-F238E27FC236}">
                    <a16:creationId xmlns:a16="http://schemas.microsoft.com/office/drawing/2014/main" id="{29253151-293A-4741-A8F5-672254F49779}"/>
                  </a:ext>
                </a:extLst>
              </p:cNvPr>
              <p:cNvGrpSpPr/>
              <p:nvPr/>
            </p:nvGrpSpPr>
            <p:grpSpPr>
              <a:xfrm>
                <a:off x="431963" y="4134039"/>
                <a:ext cx="5150400" cy="3352992"/>
                <a:chOff x="431963" y="4012383"/>
                <a:chExt cx="5150400" cy="3474648"/>
              </a:xfrm>
            </p:grpSpPr>
            <p:cxnSp>
              <p:nvCxnSpPr>
                <p:cNvPr id="1471" name="직선 연결선 1470">
                  <a:extLst>
                    <a:ext uri="{FF2B5EF4-FFF2-40B4-BE49-F238E27FC236}">
                      <a16:creationId xmlns:a16="http://schemas.microsoft.com/office/drawing/2014/main" id="{6FBA525F-982D-471E-B571-3DCBC5AF2A4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3845039" y="5749708"/>
                  <a:ext cx="3474647" cy="0"/>
                </a:xfrm>
                <a:prstGeom prst="line">
                  <a:avLst/>
                </a:prstGeom>
                <a:ln w="3175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72" name="직선 연결선 1471">
                  <a:extLst>
                    <a:ext uri="{FF2B5EF4-FFF2-40B4-BE49-F238E27FC236}">
                      <a16:creationId xmlns:a16="http://schemas.microsoft.com/office/drawing/2014/main" id="{420EA034-5795-4EBC-9D87-351C86DC99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3329999" y="5749708"/>
                  <a:ext cx="3474647" cy="0"/>
                </a:xfrm>
                <a:prstGeom prst="line">
                  <a:avLst/>
                </a:prstGeom>
                <a:ln w="3175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73" name="직선 연결선 1472">
                  <a:extLst>
                    <a:ext uri="{FF2B5EF4-FFF2-40B4-BE49-F238E27FC236}">
                      <a16:creationId xmlns:a16="http://schemas.microsoft.com/office/drawing/2014/main" id="{60E4E761-C044-448A-8DCC-84EF182AB6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754799" y="5749708"/>
                  <a:ext cx="3474647" cy="0"/>
                </a:xfrm>
                <a:prstGeom prst="line">
                  <a:avLst/>
                </a:prstGeom>
                <a:ln w="3175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74" name="직선 연결선 1473">
                  <a:extLst>
                    <a:ext uri="{FF2B5EF4-FFF2-40B4-BE49-F238E27FC236}">
                      <a16:creationId xmlns:a16="http://schemas.microsoft.com/office/drawing/2014/main" id="{E7391CEC-6413-4914-A08F-44CF2FCCE24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-790321" y="5749708"/>
                  <a:ext cx="3474647" cy="0"/>
                </a:xfrm>
                <a:prstGeom prst="line">
                  <a:avLst/>
                </a:prstGeom>
                <a:ln w="3175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75" name="직선 연결선 1474">
                  <a:extLst>
                    <a:ext uri="{FF2B5EF4-FFF2-40B4-BE49-F238E27FC236}">
                      <a16:creationId xmlns:a16="http://schemas.microsoft.com/office/drawing/2014/main" id="{1A2A71BA-1096-4DE9-855B-1706629034F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2814959" y="5749708"/>
                  <a:ext cx="3474647" cy="0"/>
                </a:xfrm>
                <a:prstGeom prst="line">
                  <a:avLst/>
                </a:prstGeom>
                <a:ln w="3175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76" name="직선 연결선 1475">
                  <a:extLst>
                    <a:ext uri="{FF2B5EF4-FFF2-40B4-BE49-F238E27FC236}">
                      <a16:creationId xmlns:a16="http://schemas.microsoft.com/office/drawing/2014/main" id="{A4B4A9E1-4942-43AB-A088-3DCE83B2A31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2299919" y="5749708"/>
                  <a:ext cx="3474647" cy="0"/>
                </a:xfrm>
                <a:prstGeom prst="line">
                  <a:avLst/>
                </a:prstGeom>
                <a:ln w="3175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77" name="직선 연결선 1476">
                  <a:extLst>
                    <a:ext uri="{FF2B5EF4-FFF2-40B4-BE49-F238E27FC236}">
                      <a16:creationId xmlns:a16="http://schemas.microsoft.com/office/drawing/2014/main" id="{9D1A2000-F4C0-4512-8522-67155D8DB75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1784879" y="5749708"/>
                  <a:ext cx="3474647" cy="0"/>
                </a:xfrm>
                <a:prstGeom prst="line">
                  <a:avLst/>
                </a:prstGeom>
                <a:ln w="3175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78" name="직선 연결선 1477">
                  <a:extLst>
                    <a:ext uri="{FF2B5EF4-FFF2-40B4-BE49-F238E27FC236}">
                      <a16:creationId xmlns:a16="http://schemas.microsoft.com/office/drawing/2014/main" id="{636CDD28-7166-4BA2-B435-381C703FF37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1269839" y="5749708"/>
                  <a:ext cx="3474647" cy="0"/>
                </a:xfrm>
                <a:prstGeom prst="line">
                  <a:avLst/>
                </a:prstGeom>
                <a:ln w="3175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79" name="직선 연결선 1478">
                  <a:extLst>
                    <a:ext uri="{FF2B5EF4-FFF2-40B4-BE49-F238E27FC236}">
                      <a16:creationId xmlns:a16="http://schemas.microsoft.com/office/drawing/2014/main" id="{C3F98A23-18A9-4359-A2C8-38D772FA50C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239759" y="5749708"/>
                  <a:ext cx="3474647" cy="0"/>
                </a:xfrm>
                <a:prstGeom prst="line">
                  <a:avLst/>
                </a:prstGeom>
                <a:ln w="3175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80" name="직선 연결선 1479">
                  <a:extLst>
                    <a:ext uri="{FF2B5EF4-FFF2-40B4-BE49-F238E27FC236}">
                      <a16:creationId xmlns:a16="http://schemas.microsoft.com/office/drawing/2014/main" id="{C7A22461-9699-4A0B-83DB-9501D56602C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-17761" y="5749708"/>
                  <a:ext cx="3474647" cy="0"/>
                </a:xfrm>
                <a:prstGeom prst="line">
                  <a:avLst/>
                </a:prstGeom>
                <a:ln w="3175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81" name="직선 연결선 1480">
                  <a:extLst>
                    <a:ext uri="{FF2B5EF4-FFF2-40B4-BE49-F238E27FC236}">
                      <a16:creationId xmlns:a16="http://schemas.microsoft.com/office/drawing/2014/main" id="{E34F4F04-8D53-47FD-A739-382781599E8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-275281" y="5749708"/>
                  <a:ext cx="3474647" cy="0"/>
                </a:xfrm>
                <a:prstGeom prst="line">
                  <a:avLst/>
                </a:prstGeom>
                <a:ln w="3175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82" name="직선 연결선 1481">
                  <a:extLst>
                    <a:ext uri="{FF2B5EF4-FFF2-40B4-BE49-F238E27FC236}">
                      <a16:creationId xmlns:a16="http://schemas.microsoft.com/office/drawing/2014/main" id="{5372DCB9-D905-4C48-B414-D11F668F350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-532801" y="5749708"/>
                  <a:ext cx="3474647" cy="0"/>
                </a:xfrm>
                <a:prstGeom prst="line">
                  <a:avLst/>
                </a:prstGeom>
                <a:ln w="3175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83" name="직선 연결선 1482">
                  <a:extLst>
                    <a:ext uri="{FF2B5EF4-FFF2-40B4-BE49-F238E27FC236}">
                      <a16:creationId xmlns:a16="http://schemas.microsoft.com/office/drawing/2014/main" id="{9C810016-19F8-4272-B249-96EB432A709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-1047841" y="5749708"/>
                  <a:ext cx="3474647" cy="0"/>
                </a:xfrm>
                <a:prstGeom prst="line">
                  <a:avLst/>
                </a:prstGeom>
                <a:ln w="3175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84" name="직선 연결선 1483">
                  <a:extLst>
                    <a:ext uri="{FF2B5EF4-FFF2-40B4-BE49-F238E27FC236}">
                      <a16:creationId xmlns:a16="http://schemas.microsoft.com/office/drawing/2014/main" id="{0F2754CC-52A5-4AD6-8458-1C93985A8E7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-1305361" y="5749708"/>
                  <a:ext cx="3474647" cy="0"/>
                </a:xfrm>
                <a:prstGeom prst="line">
                  <a:avLst/>
                </a:prstGeom>
                <a:ln w="3175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85" name="직선 연결선 1484">
                  <a:extLst>
                    <a:ext uri="{FF2B5EF4-FFF2-40B4-BE49-F238E27FC236}">
                      <a16:creationId xmlns:a16="http://schemas.microsoft.com/office/drawing/2014/main" id="{9FB8928A-92A2-4097-B189-1AAE93B11EA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3587519" y="5749708"/>
                  <a:ext cx="3474647" cy="0"/>
                </a:xfrm>
                <a:prstGeom prst="line">
                  <a:avLst/>
                </a:prstGeom>
                <a:ln w="3175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86" name="직선 연결선 1485">
                  <a:extLst>
                    <a:ext uri="{FF2B5EF4-FFF2-40B4-BE49-F238E27FC236}">
                      <a16:creationId xmlns:a16="http://schemas.microsoft.com/office/drawing/2014/main" id="{EC5F8386-0EDB-41C8-868D-E901A3E764E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3072479" y="5749708"/>
                  <a:ext cx="3474647" cy="0"/>
                </a:xfrm>
                <a:prstGeom prst="line">
                  <a:avLst/>
                </a:prstGeom>
                <a:ln w="3175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87" name="직선 연결선 1486">
                  <a:extLst>
                    <a:ext uri="{FF2B5EF4-FFF2-40B4-BE49-F238E27FC236}">
                      <a16:creationId xmlns:a16="http://schemas.microsoft.com/office/drawing/2014/main" id="{5B0A5BD9-CA73-4C7D-BA7A-C01922E7A1B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497279" y="5749708"/>
                  <a:ext cx="3474647" cy="0"/>
                </a:xfrm>
                <a:prstGeom prst="line">
                  <a:avLst/>
                </a:prstGeom>
                <a:ln w="3175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88" name="직선 연결선 1487">
                  <a:extLst>
                    <a:ext uri="{FF2B5EF4-FFF2-40B4-BE49-F238E27FC236}">
                      <a16:creationId xmlns:a16="http://schemas.microsoft.com/office/drawing/2014/main" id="{47831EA1-F272-43D9-92AD-2BA30D1DC0A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2557439" y="5749708"/>
                  <a:ext cx="3474647" cy="0"/>
                </a:xfrm>
                <a:prstGeom prst="line">
                  <a:avLst/>
                </a:prstGeom>
                <a:ln w="3175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89" name="직선 연결선 1488">
                  <a:extLst>
                    <a:ext uri="{FF2B5EF4-FFF2-40B4-BE49-F238E27FC236}">
                      <a16:creationId xmlns:a16="http://schemas.microsoft.com/office/drawing/2014/main" id="{9E738D78-C3D2-45E7-A4E9-D8697D5C97F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2042399" y="5749708"/>
                  <a:ext cx="3474647" cy="0"/>
                </a:xfrm>
                <a:prstGeom prst="line">
                  <a:avLst/>
                </a:prstGeom>
                <a:ln w="3175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90" name="직선 연결선 1489">
                  <a:extLst>
                    <a:ext uri="{FF2B5EF4-FFF2-40B4-BE49-F238E27FC236}">
                      <a16:creationId xmlns:a16="http://schemas.microsoft.com/office/drawing/2014/main" id="{511EF22C-CF88-4C40-8981-C06EC0EA6AA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1527359" y="5749708"/>
                  <a:ext cx="3474647" cy="0"/>
                </a:xfrm>
                <a:prstGeom prst="line">
                  <a:avLst/>
                </a:prstGeom>
                <a:ln w="3175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91" name="직선 연결선 1490">
                  <a:extLst>
                    <a:ext uri="{FF2B5EF4-FFF2-40B4-BE49-F238E27FC236}">
                      <a16:creationId xmlns:a16="http://schemas.microsoft.com/office/drawing/2014/main" id="{8D7BFE59-2BF0-4B5D-A1D3-C22CDC49728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1012319" y="5749708"/>
                  <a:ext cx="3474647" cy="0"/>
                </a:xfrm>
                <a:prstGeom prst="line">
                  <a:avLst/>
                </a:prstGeom>
                <a:ln w="3175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92" name="직선 연결선 1491">
                  <a:extLst>
                    <a:ext uri="{FF2B5EF4-FFF2-40B4-BE49-F238E27FC236}">
                      <a16:creationId xmlns:a16="http://schemas.microsoft.com/office/drawing/2014/main" id="{55411E90-784D-4695-8D58-C7FD30DDF41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3446877" y="5749707"/>
                  <a:ext cx="3474647" cy="0"/>
                </a:xfrm>
                <a:prstGeom prst="line">
                  <a:avLst/>
                </a:prstGeom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93" name="직선 연결선 1492">
                  <a:extLst>
                    <a:ext uri="{FF2B5EF4-FFF2-40B4-BE49-F238E27FC236}">
                      <a16:creationId xmlns:a16="http://schemas.microsoft.com/office/drawing/2014/main" id="{D8C3CE07-6572-4D2E-A216-E4526EA8254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871677" y="5749707"/>
                  <a:ext cx="3474647" cy="0"/>
                </a:xfrm>
                <a:prstGeom prst="line">
                  <a:avLst/>
                </a:prstGeom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94" name="직선 연결선 1493">
                  <a:extLst>
                    <a:ext uri="{FF2B5EF4-FFF2-40B4-BE49-F238E27FC236}">
                      <a16:creationId xmlns:a16="http://schemas.microsoft.com/office/drawing/2014/main" id="{A1FC109F-7535-4559-8881-DF3A46A4975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-673443" y="5749707"/>
                  <a:ext cx="3474647" cy="0"/>
                </a:xfrm>
                <a:prstGeom prst="line">
                  <a:avLst/>
                </a:prstGeom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95" name="직선 연결선 1494">
                  <a:extLst>
                    <a:ext uri="{FF2B5EF4-FFF2-40B4-BE49-F238E27FC236}">
                      <a16:creationId xmlns:a16="http://schemas.microsoft.com/office/drawing/2014/main" id="{A63C8633-8B0F-4426-A8B3-BA21648AF82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2931837" y="5749707"/>
                  <a:ext cx="3474647" cy="0"/>
                </a:xfrm>
                <a:prstGeom prst="line">
                  <a:avLst/>
                </a:prstGeom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96" name="직선 연결선 1495">
                  <a:extLst>
                    <a:ext uri="{FF2B5EF4-FFF2-40B4-BE49-F238E27FC236}">
                      <a16:creationId xmlns:a16="http://schemas.microsoft.com/office/drawing/2014/main" id="{D4173272-6E68-4124-A4D8-98DAF4362C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2416797" y="5749707"/>
                  <a:ext cx="3474647" cy="0"/>
                </a:xfrm>
                <a:prstGeom prst="line">
                  <a:avLst/>
                </a:prstGeom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97" name="직선 연결선 1496">
                  <a:extLst>
                    <a:ext uri="{FF2B5EF4-FFF2-40B4-BE49-F238E27FC236}">
                      <a16:creationId xmlns:a16="http://schemas.microsoft.com/office/drawing/2014/main" id="{98872EFC-A759-4C41-97FE-B297A1320C6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1901757" y="5749707"/>
                  <a:ext cx="3474647" cy="0"/>
                </a:xfrm>
                <a:prstGeom prst="line">
                  <a:avLst/>
                </a:prstGeom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98" name="직선 연결선 1497">
                  <a:extLst>
                    <a:ext uri="{FF2B5EF4-FFF2-40B4-BE49-F238E27FC236}">
                      <a16:creationId xmlns:a16="http://schemas.microsoft.com/office/drawing/2014/main" id="{3961A432-3EA7-415E-8912-D4074A7759B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1386717" y="5749707"/>
                  <a:ext cx="3474647" cy="0"/>
                </a:xfrm>
                <a:prstGeom prst="line">
                  <a:avLst/>
                </a:prstGeom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99" name="직선 연결선 1498">
                  <a:extLst>
                    <a:ext uri="{FF2B5EF4-FFF2-40B4-BE49-F238E27FC236}">
                      <a16:creationId xmlns:a16="http://schemas.microsoft.com/office/drawing/2014/main" id="{F9D05EFD-1943-4B62-B750-13F8D44393B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356637" y="5749707"/>
                  <a:ext cx="3474647" cy="0"/>
                </a:xfrm>
                <a:prstGeom prst="line">
                  <a:avLst/>
                </a:prstGeom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00" name="직선 연결선 1499">
                  <a:extLst>
                    <a:ext uri="{FF2B5EF4-FFF2-40B4-BE49-F238E27FC236}">
                      <a16:creationId xmlns:a16="http://schemas.microsoft.com/office/drawing/2014/main" id="{6706CBC6-F955-4D41-8920-6F15B8F7AA6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99117" y="5749707"/>
                  <a:ext cx="3474647" cy="0"/>
                </a:xfrm>
                <a:prstGeom prst="line">
                  <a:avLst/>
                </a:prstGeom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01" name="직선 연결선 1500">
                  <a:extLst>
                    <a:ext uri="{FF2B5EF4-FFF2-40B4-BE49-F238E27FC236}">
                      <a16:creationId xmlns:a16="http://schemas.microsoft.com/office/drawing/2014/main" id="{C111C8EB-E0C0-4E4D-AC36-EC103EA60F1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-158403" y="5749707"/>
                  <a:ext cx="3474647" cy="0"/>
                </a:xfrm>
                <a:prstGeom prst="line">
                  <a:avLst/>
                </a:prstGeom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02" name="직선 연결선 1501">
                  <a:extLst>
                    <a:ext uri="{FF2B5EF4-FFF2-40B4-BE49-F238E27FC236}">
                      <a16:creationId xmlns:a16="http://schemas.microsoft.com/office/drawing/2014/main" id="{2462767C-C8CD-4798-A046-06A9169CA15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-415923" y="5749707"/>
                  <a:ext cx="3474647" cy="0"/>
                </a:xfrm>
                <a:prstGeom prst="line">
                  <a:avLst/>
                </a:prstGeom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03" name="직선 연결선 1502">
                  <a:extLst>
                    <a:ext uri="{FF2B5EF4-FFF2-40B4-BE49-F238E27FC236}">
                      <a16:creationId xmlns:a16="http://schemas.microsoft.com/office/drawing/2014/main" id="{DB874514-FE61-4768-A5E2-3F4DC159967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-930963" y="5749707"/>
                  <a:ext cx="3474647" cy="0"/>
                </a:xfrm>
                <a:prstGeom prst="line">
                  <a:avLst/>
                </a:prstGeom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04" name="직선 연결선 1503">
                  <a:extLst>
                    <a:ext uri="{FF2B5EF4-FFF2-40B4-BE49-F238E27FC236}">
                      <a16:creationId xmlns:a16="http://schemas.microsoft.com/office/drawing/2014/main" id="{C32C9EA1-655F-43B9-8B4E-C7DBCE053B1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-1188483" y="5749707"/>
                  <a:ext cx="3474647" cy="0"/>
                </a:xfrm>
                <a:prstGeom prst="line">
                  <a:avLst/>
                </a:prstGeom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05" name="직선 연결선 1504">
                  <a:extLst>
                    <a:ext uri="{FF2B5EF4-FFF2-40B4-BE49-F238E27FC236}">
                      <a16:creationId xmlns:a16="http://schemas.microsoft.com/office/drawing/2014/main" id="{A677BF13-B8FC-471B-8457-F02C74A89B2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3704397" y="5749707"/>
                  <a:ext cx="3474647" cy="0"/>
                </a:xfrm>
                <a:prstGeom prst="line">
                  <a:avLst/>
                </a:prstGeom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06" name="직선 연결선 1505">
                  <a:extLst>
                    <a:ext uri="{FF2B5EF4-FFF2-40B4-BE49-F238E27FC236}">
                      <a16:creationId xmlns:a16="http://schemas.microsoft.com/office/drawing/2014/main" id="{6F33FA4B-1EFE-46FD-B5DF-9FF5D43482B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3189357" y="5749707"/>
                  <a:ext cx="3474647" cy="0"/>
                </a:xfrm>
                <a:prstGeom prst="line">
                  <a:avLst/>
                </a:prstGeom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07" name="직선 연결선 1506">
                  <a:extLst>
                    <a:ext uri="{FF2B5EF4-FFF2-40B4-BE49-F238E27FC236}">
                      <a16:creationId xmlns:a16="http://schemas.microsoft.com/office/drawing/2014/main" id="{D0043DD0-27D3-4BC2-B9C1-F95A1DCB5AC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614157" y="5749707"/>
                  <a:ext cx="3474647" cy="0"/>
                </a:xfrm>
                <a:prstGeom prst="line">
                  <a:avLst/>
                </a:prstGeom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08" name="직선 연결선 1507">
                  <a:extLst>
                    <a:ext uri="{FF2B5EF4-FFF2-40B4-BE49-F238E27FC236}">
                      <a16:creationId xmlns:a16="http://schemas.microsoft.com/office/drawing/2014/main" id="{B6B70551-CE2F-4075-B585-DDB79E99327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2674317" y="5749707"/>
                  <a:ext cx="3474647" cy="0"/>
                </a:xfrm>
                <a:prstGeom prst="line">
                  <a:avLst/>
                </a:prstGeom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09" name="직선 연결선 1508">
                  <a:extLst>
                    <a:ext uri="{FF2B5EF4-FFF2-40B4-BE49-F238E27FC236}">
                      <a16:creationId xmlns:a16="http://schemas.microsoft.com/office/drawing/2014/main" id="{5E96D442-33C8-48FC-B923-E679A792079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2159277" y="5749707"/>
                  <a:ext cx="3474647" cy="0"/>
                </a:xfrm>
                <a:prstGeom prst="line">
                  <a:avLst/>
                </a:prstGeom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10" name="직선 연결선 1509">
                  <a:extLst>
                    <a:ext uri="{FF2B5EF4-FFF2-40B4-BE49-F238E27FC236}">
                      <a16:creationId xmlns:a16="http://schemas.microsoft.com/office/drawing/2014/main" id="{4651AEEA-381B-45B4-9D42-13784B94363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1644237" y="5749708"/>
                  <a:ext cx="3474647" cy="0"/>
                </a:xfrm>
                <a:prstGeom prst="line">
                  <a:avLst/>
                </a:prstGeom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11" name="직선 연결선 1510">
                  <a:extLst>
                    <a:ext uri="{FF2B5EF4-FFF2-40B4-BE49-F238E27FC236}">
                      <a16:creationId xmlns:a16="http://schemas.microsoft.com/office/drawing/2014/main" id="{59562431-B72F-4DDC-8AA7-19F3AC27234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1129197" y="5749707"/>
                  <a:ext cx="3474647" cy="0"/>
                </a:xfrm>
                <a:prstGeom prst="line">
                  <a:avLst/>
                </a:prstGeom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467" name="직선 연결선 1466">
                <a:extLst>
                  <a:ext uri="{FF2B5EF4-FFF2-40B4-BE49-F238E27FC236}">
                    <a16:creationId xmlns:a16="http://schemas.microsoft.com/office/drawing/2014/main" id="{7D7B44E2-CB44-421D-8695-823E3B7A8735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2224997" y="4012786"/>
                <a:ext cx="6948487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8" name="직선 연결선 1467">
                <a:extLst>
                  <a:ext uri="{FF2B5EF4-FFF2-40B4-BE49-F238E27FC236}">
                    <a16:creationId xmlns:a16="http://schemas.microsoft.com/office/drawing/2014/main" id="{9ACEA32E-3900-45C2-8206-D1DA0E599E43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-3182923" y="4012786"/>
                <a:ext cx="6948487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9" name="직선 연결선 1468">
                <a:extLst>
                  <a:ext uri="{FF2B5EF4-FFF2-40B4-BE49-F238E27FC236}">
                    <a16:creationId xmlns:a16="http://schemas.microsoft.com/office/drawing/2014/main" id="{9B5C7896-A10C-482A-A3E3-751DFD0A9A21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292366" y="7486439"/>
                <a:ext cx="5401074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0" name="직선 연결선 1469">
                <a:extLst>
                  <a:ext uri="{FF2B5EF4-FFF2-40B4-BE49-F238E27FC236}">
                    <a16:creationId xmlns:a16="http://schemas.microsoft.com/office/drawing/2014/main" id="{3157861C-E989-458D-94AD-50BCB5667B9B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292366" y="533399"/>
                <a:ext cx="5401074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12" name="직선 연결선 1511">
              <a:extLst>
                <a:ext uri="{FF2B5EF4-FFF2-40B4-BE49-F238E27FC236}">
                  <a16:creationId xmlns:a16="http://schemas.microsoft.com/office/drawing/2014/main" id="{28D24745-5353-4303-BA57-03030831C2B4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3" name="직선 연결선 1512">
              <a:extLst>
                <a:ext uri="{FF2B5EF4-FFF2-40B4-BE49-F238E27FC236}">
                  <a16:creationId xmlns:a16="http://schemas.microsoft.com/office/drawing/2014/main" id="{F3D0A0CF-B321-4DC3-8B87-CE4190C90191}"/>
                </a:ext>
              </a:extLst>
            </p:cNvPr>
            <p:cNvCxnSpPr/>
            <p:nvPr/>
          </p:nvCxnSpPr>
          <p:spPr>
            <a:xfrm>
              <a:off x="28602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1" name="TextBox 185">
            <a:hlinkClick r:id="rId2"/>
            <a:extLst>
              <a:ext uri="{FF2B5EF4-FFF2-40B4-BE49-F238E27FC236}">
                <a16:creationId xmlns:a16="http://schemas.microsoft.com/office/drawing/2014/main" id="{500BC25E-D772-49D2-9070-9C597D70A3B8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2" name="TextBox 186">
            <a:hlinkClick r:id="rId3"/>
            <a:extLst>
              <a:ext uri="{FF2B5EF4-FFF2-40B4-BE49-F238E27FC236}">
                <a16:creationId xmlns:a16="http://schemas.microsoft.com/office/drawing/2014/main" id="{866EA6E0-A320-4FFC-A6EB-EF7C3AE10D84}"/>
              </a:ext>
            </a:extLst>
          </p:cNvPr>
          <p:cNvSpPr txBox="1"/>
          <p:nvPr/>
        </p:nvSpPr>
        <p:spPr>
          <a:xfrm>
            <a:off x="2525732" y="7555443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3" name="TextBox 184">
            <a:hlinkClick r:id="rId4"/>
            <a:extLst>
              <a:ext uri="{FF2B5EF4-FFF2-40B4-BE49-F238E27FC236}">
                <a16:creationId xmlns:a16="http://schemas.microsoft.com/office/drawing/2014/main" id="{86908938-17D4-458C-A00C-8245B8CA3B63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134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40</cp:revision>
  <dcterms:created xsi:type="dcterms:W3CDTF">2021-10-29T04:43:38Z</dcterms:created>
  <dcterms:modified xsi:type="dcterms:W3CDTF">2021-12-19T08:00:03Z</dcterms:modified>
</cp:coreProperties>
</file>
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23" name="그룹 23922">
            <a:extLst>
              <a:ext uri="{FF2B5EF4-FFF2-40B4-BE49-F238E27FC236}">
                <a16:creationId xmlns:a16="http://schemas.microsoft.com/office/drawing/2014/main" id="{701A97DF-339E-4713-89FF-FEABC8002AA7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23918" name="직선 연결선 23917">
              <a:extLst>
                <a:ext uri="{FF2B5EF4-FFF2-40B4-BE49-F238E27FC236}">
                  <a16:creationId xmlns:a16="http://schemas.microsoft.com/office/drawing/2014/main" id="{B1E26339-D37A-431D-AFB1-DCFAB5F6862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19" name="직선 연결선 23918">
              <a:extLst>
                <a:ext uri="{FF2B5EF4-FFF2-40B4-BE49-F238E27FC236}">
                  <a16:creationId xmlns:a16="http://schemas.microsoft.com/office/drawing/2014/main" id="{8495E193-3853-4B2F-8F80-1CA555A828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20" name="직선 연결선 23919">
              <a:extLst>
                <a:ext uri="{FF2B5EF4-FFF2-40B4-BE49-F238E27FC236}">
                  <a16:creationId xmlns:a16="http://schemas.microsoft.com/office/drawing/2014/main" id="{F6F2FD26-9E71-4ABF-A4E2-12C67B0C3C49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388175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21" name="직선 연결선 23920">
              <a:extLst>
                <a:ext uri="{FF2B5EF4-FFF2-40B4-BE49-F238E27FC236}">
                  <a16:creationId xmlns:a16="http://schemas.microsoft.com/office/drawing/2014/main" id="{1B379B41-5E4B-4470-9B03-F6586A23F196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22" name="직선 연결선 23921">
              <a:extLst>
                <a:ext uri="{FF2B5EF4-FFF2-40B4-BE49-F238E27FC236}">
                  <a16:creationId xmlns:a16="http://schemas.microsoft.com/office/drawing/2014/main" id="{7037AC7F-6AE4-49A7-86F4-3AA2605A3C46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185">
            <a:hlinkClick r:id="rId2"/>
            <a:extLst>
              <a:ext uri="{FF2B5EF4-FFF2-40B4-BE49-F238E27FC236}">
                <a16:creationId xmlns:a16="http://schemas.microsoft.com/office/drawing/2014/main" id="{A7467467-CCD7-4B38-A842-1617F92C8326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Box 186">
            <a:hlinkClick r:id="rId3"/>
            <a:extLst>
              <a:ext uri="{FF2B5EF4-FFF2-40B4-BE49-F238E27FC236}">
                <a16:creationId xmlns:a16="http://schemas.microsoft.com/office/drawing/2014/main" id="{2CA92533-6800-4FD7-A142-7723EFF66502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Box 184">
            <a:hlinkClick r:id="rId4"/>
            <a:extLst>
              <a:ext uri="{FF2B5EF4-FFF2-40B4-BE49-F238E27FC236}">
                <a16:creationId xmlns:a16="http://schemas.microsoft.com/office/drawing/2014/main" id="{AA32CC0D-D469-4D6C-BC07-7D01E2ADCD42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49</cp:revision>
  <dcterms:created xsi:type="dcterms:W3CDTF">2021-10-29T04:43:38Z</dcterms:created>
  <dcterms:modified xsi:type="dcterms:W3CDTF">2021-12-19T07:39:19Z</dcterms:modified>
</cp:coreProperties>
</file>
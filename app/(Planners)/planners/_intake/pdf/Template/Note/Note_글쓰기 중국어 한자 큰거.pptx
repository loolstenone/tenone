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그룹 1188">
            <a:extLst>
              <a:ext uri="{FF2B5EF4-FFF2-40B4-BE49-F238E27FC236}">
                <a16:creationId xmlns:a16="http://schemas.microsoft.com/office/drawing/2014/main" id="{FB77DE36-D656-4BF5-8142-8B640B98AFC2}"/>
              </a:ext>
            </a:extLst>
          </p:cNvPr>
          <p:cNvGrpSpPr/>
          <p:nvPr/>
        </p:nvGrpSpPr>
        <p:grpSpPr>
          <a:xfrm>
            <a:off x="251619" y="462531"/>
            <a:ext cx="5573712" cy="6768586"/>
            <a:chOff x="166688" y="462531"/>
            <a:chExt cx="5573712" cy="6768586"/>
          </a:xfrm>
        </p:grpSpPr>
        <p:grpSp>
          <p:nvGrpSpPr>
            <p:cNvPr id="1190" name="그룹 1189">
              <a:extLst>
                <a:ext uri="{FF2B5EF4-FFF2-40B4-BE49-F238E27FC236}">
                  <a16:creationId xmlns:a16="http://schemas.microsoft.com/office/drawing/2014/main" id="{E4878B77-9B51-4D52-AB5C-8C2EE2ED0B06}"/>
                </a:ext>
              </a:extLst>
            </p:cNvPr>
            <p:cNvGrpSpPr/>
            <p:nvPr/>
          </p:nvGrpSpPr>
          <p:grpSpPr>
            <a:xfrm>
              <a:off x="166688" y="533454"/>
              <a:ext cx="1085850" cy="1085850"/>
              <a:chOff x="1373188" y="1310640"/>
              <a:chExt cx="862256" cy="862256"/>
            </a:xfrm>
          </p:grpSpPr>
          <p:cxnSp>
            <p:nvCxnSpPr>
              <p:cNvPr id="1367" name="직선 연결선 1366">
                <a:extLst>
                  <a:ext uri="{FF2B5EF4-FFF2-40B4-BE49-F238E27FC236}">
                    <a16:creationId xmlns:a16="http://schemas.microsoft.com/office/drawing/2014/main" id="{C7078C2C-EF3C-406C-9B15-E589A08E6083}"/>
                  </a:ext>
                </a:extLst>
              </p:cNvPr>
              <p:cNvCxnSpPr>
                <a:cxnSpLocks/>
                <a:stCxn id="1371" idx="0"/>
                <a:endCxn id="137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8" name="직선 연결선 1367">
                <a:extLst>
                  <a:ext uri="{FF2B5EF4-FFF2-40B4-BE49-F238E27FC236}">
                    <a16:creationId xmlns:a16="http://schemas.microsoft.com/office/drawing/2014/main" id="{4EDF0488-160C-44DF-A1BF-3E0F174CB80E}"/>
                  </a:ext>
                </a:extLst>
              </p:cNvPr>
              <p:cNvCxnSpPr>
                <a:cxnSpLocks/>
                <a:stCxn id="1371" idx="1"/>
                <a:endCxn id="137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9" name="직선 연결선 1368">
                <a:extLst>
                  <a:ext uri="{FF2B5EF4-FFF2-40B4-BE49-F238E27FC236}">
                    <a16:creationId xmlns:a16="http://schemas.microsoft.com/office/drawing/2014/main" id="{5B936D25-88F7-444F-A69F-F3D06A303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0" name="직선 연결선 1369">
                <a:extLst>
                  <a:ext uri="{FF2B5EF4-FFF2-40B4-BE49-F238E27FC236}">
                    <a16:creationId xmlns:a16="http://schemas.microsoft.com/office/drawing/2014/main" id="{FB92FAE7-B6BB-4D3C-8964-D25F341F84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1" name="직사각형 1370">
                <a:extLst>
                  <a:ext uri="{FF2B5EF4-FFF2-40B4-BE49-F238E27FC236}">
                    <a16:creationId xmlns:a16="http://schemas.microsoft.com/office/drawing/2014/main" id="{1FA21D1E-4F18-4922-A38B-14C72A4A2EA2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1" name="그룹 1190">
              <a:extLst>
                <a:ext uri="{FF2B5EF4-FFF2-40B4-BE49-F238E27FC236}">
                  <a16:creationId xmlns:a16="http://schemas.microsoft.com/office/drawing/2014/main" id="{3179192C-B7AB-492D-A469-25F9B4D5CB33}"/>
                </a:ext>
              </a:extLst>
            </p:cNvPr>
            <p:cNvGrpSpPr/>
            <p:nvPr/>
          </p:nvGrpSpPr>
          <p:grpSpPr>
            <a:xfrm>
              <a:off x="1288653" y="533454"/>
              <a:ext cx="1085850" cy="1085850"/>
              <a:chOff x="1373188" y="1310640"/>
              <a:chExt cx="862256" cy="862256"/>
            </a:xfrm>
          </p:grpSpPr>
          <p:cxnSp>
            <p:nvCxnSpPr>
              <p:cNvPr id="1362" name="직선 연결선 1361">
                <a:extLst>
                  <a:ext uri="{FF2B5EF4-FFF2-40B4-BE49-F238E27FC236}">
                    <a16:creationId xmlns:a16="http://schemas.microsoft.com/office/drawing/2014/main" id="{5B78A7D1-BDD1-46A9-B909-8458DEE6E031}"/>
                  </a:ext>
                </a:extLst>
              </p:cNvPr>
              <p:cNvCxnSpPr>
                <a:cxnSpLocks/>
                <a:stCxn id="1366" idx="0"/>
                <a:endCxn id="136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3" name="직선 연결선 1362">
                <a:extLst>
                  <a:ext uri="{FF2B5EF4-FFF2-40B4-BE49-F238E27FC236}">
                    <a16:creationId xmlns:a16="http://schemas.microsoft.com/office/drawing/2014/main" id="{62DD55AB-C5F8-4449-BD56-25F70D30606E}"/>
                  </a:ext>
                </a:extLst>
              </p:cNvPr>
              <p:cNvCxnSpPr>
                <a:cxnSpLocks/>
                <a:stCxn id="1366" idx="1"/>
                <a:endCxn id="136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4" name="직선 연결선 1363">
                <a:extLst>
                  <a:ext uri="{FF2B5EF4-FFF2-40B4-BE49-F238E27FC236}">
                    <a16:creationId xmlns:a16="http://schemas.microsoft.com/office/drawing/2014/main" id="{F2400B93-397E-4A5B-843B-E19310E417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5" name="직선 연결선 1364">
                <a:extLst>
                  <a:ext uri="{FF2B5EF4-FFF2-40B4-BE49-F238E27FC236}">
                    <a16:creationId xmlns:a16="http://schemas.microsoft.com/office/drawing/2014/main" id="{8662F668-6E1E-4BED-B9CB-A4DE62344B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6" name="직사각형 1365">
                <a:extLst>
                  <a:ext uri="{FF2B5EF4-FFF2-40B4-BE49-F238E27FC236}">
                    <a16:creationId xmlns:a16="http://schemas.microsoft.com/office/drawing/2014/main" id="{1B1845D7-AF2E-4BF9-8C49-6D6481A07396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2" name="그룹 1191">
              <a:extLst>
                <a:ext uri="{FF2B5EF4-FFF2-40B4-BE49-F238E27FC236}">
                  <a16:creationId xmlns:a16="http://schemas.microsoft.com/office/drawing/2014/main" id="{12A86B73-8C1E-414C-B4DF-2F123202CD9F}"/>
                </a:ext>
              </a:extLst>
            </p:cNvPr>
            <p:cNvGrpSpPr/>
            <p:nvPr/>
          </p:nvGrpSpPr>
          <p:grpSpPr>
            <a:xfrm>
              <a:off x="2410619" y="533454"/>
              <a:ext cx="1085850" cy="1085850"/>
              <a:chOff x="1373188" y="1310640"/>
              <a:chExt cx="862256" cy="862256"/>
            </a:xfrm>
          </p:grpSpPr>
          <p:cxnSp>
            <p:nvCxnSpPr>
              <p:cNvPr id="1357" name="직선 연결선 1356">
                <a:extLst>
                  <a:ext uri="{FF2B5EF4-FFF2-40B4-BE49-F238E27FC236}">
                    <a16:creationId xmlns:a16="http://schemas.microsoft.com/office/drawing/2014/main" id="{AFBEF6A4-CEF0-497B-AE56-B9B977090AF5}"/>
                  </a:ext>
                </a:extLst>
              </p:cNvPr>
              <p:cNvCxnSpPr>
                <a:cxnSpLocks/>
                <a:stCxn id="1361" idx="0"/>
                <a:endCxn id="136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8" name="직선 연결선 1357">
                <a:extLst>
                  <a:ext uri="{FF2B5EF4-FFF2-40B4-BE49-F238E27FC236}">
                    <a16:creationId xmlns:a16="http://schemas.microsoft.com/office/drawing/2014/main" id="{70BECB00-7A68-45D5-83A2-A31C8D8272E1}"/>
                  </a:ext>
                </a:extLst>
              </p:cNvPr>
              <p:cNvCxnSpPr>
                <a:cxnSpLocks/>
                <a:stCxn id="1361" idx="1"/>
                <a:endCxn id="136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9" name="직선 연결선 1358">
                <a:extLst>
                  <a:ext uri="{FF2B5EF4-FFF2-40B4-BE49-F238E27FC236}">
                    <a16:creationId xmlns:a16="http://schemas.microsoft.com/office/drawing/2014/main" id="{879A7332-6C45-4EC2-9C4E-C7ACD9476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0" name="직선 연결선 1359">
                <a:extLst>
                  <a:ext uri="{FF2B5EF4-FFF2-40B4-BE49-F238E27FC236}">
                    <a16:creationId xmlns:a16="http://schemas.microsoft.com/office/drawing/2014/main" id="{DA0A62C1-576F-498B-B665-2E05CDFFE9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1" name="직사각형 1360">
                <a:extLst>
                  <a:ext uri="{FF2B5EF4-FFF2-40B4-BE49-F238E27FC236}">
                    <a16:creationId xmlns:a16="http://schemas.microsoft.com/office/drawing/2014/main" id="{E508A65B-88F8-4669-8942-E5B3F670825A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3" name="그룹 1192">
              <a:extLst>
                <a:ext uri="{FF2B5EF4-FFF2-40B4-BE49-F238E27FC236}">
                  <a16:creationId xmlns:a16="http://schemas.microsoft.com/office/drawing/2014/main" id="{6A31CD7C-1DBC-4B26-B865-E5EB25566877}"/>
                </a:ext>
              </a:extLst>
            </p:cNvPr>
            <p:cNvGrpSpPr/>
            <p:nvPr/>
          </p:nvGrpSpPr>
          <p:grpSpPr>
            <a:xfrm>
              <a:off x="3532585" y="533454"/>
              <a:ext cx="1085850" cy="1085850"/>
              <a:chOff x="1373188" y="1310640"/>
              <a:chExt cx="862256" cy="862256"/>
            </a:xfrm>
          </p:grpSpPr>
          <p:cxnSp>
            <p:nvCxnSpPr>
              <p:cNvPr id="1352" name="직선 연결선 1351">
                <a:extLst>
                  <a:ext uri="{FF2B5EF4-FFF2-40B4-BE49-F238E27FC236}">
                    <a16:creationId xmlns:a16="http://schemas.microsoft.com/office/drawing/2014/main" id="{7E84972F-29E5-4205-B2BF-179F9A9680AD}"/>
                  </a:ext>
                </a:extLst>
              </p:cNvPr>
              <p:cNvCxnSpPr>
                <a:cxnSpLocks/>
                <a:stCxn id="1356" idx="0"/>
                <a:endCxn id="135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3" name="직선 연결선 1352">
                <a:extLst>
                  <a:ext uri="{FF2B5EF4-FFF2-40B4-BE49-F238E27FC236}">
                    <a16:creationId xmlns:a16="http://schemas.microsoft.com/office/drawing/2014/main" id="{1CB31B3E-77E7-44E4-8298-A58E1FA01500}"/>
                  </a:ext>
                </a:extLst>
              </p:cNvPr>
              <p:cNvCxnSpPr>
                <a:cxnSpLocks/>
                <a:stCxn id="1356" idx="1"/>
                <a:endCxn id="135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4" name="직선 연결선 1353">
                <a:extLst>
                  <a:ext uri="{FF2B5EF4-FFF2-40B4-BE49-F238E27FC236}">
                    <a16:creationId xmlns:a16="http://schemas.microsoft.com/office/drawing/2014/main" id="{8D8A7849-DF16-4641-A222-38F8D6EA2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5" name="직선 연결선 1354">
                <a:extLst>
                  <a:ext uri="{FF2B5EF4-FFF2-40B4-BE49-F238E27FC236}">
                    <a16:creationId xmlns:a16="http://schemas.microsoft.com/office/drawing/2014/main" id="{6E07F540-6B06-4FD6-A588-95D5A25ED9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6" name="직사각형 1355">
                <a:extLst>
                  <a:ext uri="{FF2B5EF4-FFF2-40B4-BE49-F238E27FC236}">
                    <a16:creationId xmlns:a16="http://schemas.microsoft.com/office/drawing/2014/main" id="{AD31844B-9386-41AB-98C9-59E6492614D5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4" name="그룹 1193">
              <a:extLst>
                <a:ext uri="{FF2B5EF4-FFF2-40B4-BE49-F238E27FC236}">
                  <a16:creationId xmlns:a16="http://schemas.microsoft.com/office/drawing/2014/main" id="{6453F8CE-D270-4C63-B1BD-8B539B44E142}"/>
                </a:ext>
              </a:extLst>
            </p:cNvPr>
            <p:cNvGrpSpPr/>
            <p:nvPr/>
          </p:nvGrpSpPr>
          <p:grpSpPr>
            <a:xfrm>
              <a:off x="4654550" y="533454"/>
              <a:ext cx="1085850" cy="1085850"/>
              <a:chOff x="1373188" y="1310640"/>
              <a:chExt cx="862256" cy="862256"/>
            </a:xfrm>
          </p:grpSpPr>
          <p:cxnSp>
            <p:nvCxnSpPr>
              <p:cNvPr id="1347" name="직선 연결선 1346">
                <a:extLst>
                  <a:ext uri="{FF2B5EF4-FFF2-40B4-BE49-F238E27FC236}">
                    <a16:creationId xmlns:a16="http://schemas.microsoft.com/office/drawing/2014/main" id="{A8DE736D-8D35-45BA-BF95-0AB4E0C831D9}"/>
                  </a:ext>
                </a:extLst>
              </p:cNvPr>
              <p:cNvCxnSpPr>
                <a:cxnSpLocks/>
                <a:stCxn id="1351" idx="0"/>
                <a:endCxn id="135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8" name="직선 연결선 1347">
                <a:extLst>
                  <a:ext uri="{FF2B5EF4-FFF2-40B4-BE49-F238E27FC236}">
                    <a16:creationId xmlns:a16="http://schemas.microsoft.com/office/drawing/2014/main" id="{14CB2912-8D10-446A-842B-7AAD894206F4}"/>
                  </a:ext>
                </a:extLst>
              </p:cNvPr>
              <p:cNvCxnSpPr>
                <a:cxnSpLocks/>
                <a:stCxn id="1351" idx="1"/>
                <a:endCxn id="135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9" name="직선 연결선 1348">
                <a:extLst>
                  <a:ext uri="{FF2B5EF4-FFF2-40B4-BE49-F238E27FC236}">
                    <a16:creationId xmlns:a16="http://schemas.microsoft.com/office/drawing/2014/main" id="{3F8B8F4E-7C71-4B3C-BB66-27CB5209A8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0" name="직선 연결선 1349">
                <a:extLst>
                  <a:ext uri="{FF2B5EF4-FFF2-40B4-BE49-F238E27FC236}">
                    <a16:creationId xmlns:a16="http://schemas.microsoft.com/office/drawing/2014/main" id="{F2C180A7-B11F-4553-B333-13A4C2739A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1" name="직사각형 1350">
                <a:extLst>
                  <a:ext uri="{FF2B5EF4-FFF2-40B4-BE49-F238E27FC236}">
                    <a16:creationId xmlns:a16="http://schemas.microsoft.com/office/drawing/2014/main" id="{3A5B6AA8-D74F-4413-9473-2118E1558896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236F692B-3FB6-4E5D-8270-A269C77B556D}"/>
                </a:ext>
              </a:extLst>
            </p:cNvPr>
            <p:cNvGrpSpPr/>
            <p:nvPr/>
          </p:nvGrpSpPr>
          <p:grpSpPr>
            <a:xfrm>
              <a:off x="166688" y="1655817"/>
              <a:ext cx="1085850" cy="1085850"/>
              <a:chOff x="1373188" y="1310640"/>
              <a:chExt cx="862256" cy="862256"/>
            </a:xfrm>
          </p:grpSpPr>
          <p:cxnSp>
            <p:nvCxnSpPr>
              <p:cNvPr id="1342" name="직선 연결선 1341">
                <a:extLst>
                  <a:ext uri="{FF2B5EF4-FFF2-40B4-BE49-F238E27FC236}">
                    <a16:creationId xmlns:a16="http://schemas.microsoft.com/office/drawing/2014/main" id="{189E650B-75F5-42C9-BAE7-5074A168A1E6}"/>
                  </a:ext>
                </a:extLst>
              </p:cNvPr>
              <p:cNvCxnSpPr>
                <a:cxnSpLocks/>
                <a:stCxn id="1346" idx="0"/>
                <a:endCxn id="134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3" name="직선 연결선 1342">
                <a:extLst>
                  <a:ext uri="{FF2B5EF4-FFF2-40B4-BE49-F238E27FC236}">
                    <a16:creationId xmlns:a16="http://schemas.microsoft.com/office/drawing/2014/main" id="{794A246D-3ACB-439B-8D63-CBFD788013C2}"/>
                  </a:ext>
                </a:extLst>
              </p:cNvPr>
              <p:cNvCxnSpPr>
                <a:cxnSpLocks/>
                <a:stCxn id="1346" idx="1"/>
                <a:endCxn id="134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4" name="직선 연결선 1343">
                <a:extLst>
                  <a:ext uri="{FF2B5EF4-FFF2-40B4-BE49-F238E27FC236}">
                    <a16:creationId xmlns:a16="http://schemas.microsoft.com/office/drawing/2014/main" id="{5DC27361-3ECC-431C-A589-9DD09C3275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5" name="직선 연결선 1344">
                <a:extLst>
                  <a:ext uri="{FF2B5EF4-FFF2-40B4-BE49-F238E27FC236}">
                    <a16:creationId xmlns:a16="http://schemas.microsoft.com/office/drawing/2014/main" id="{FA8D5FD8-C4CE-424C-8298-3B99F00CEA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6" name="직사각형 1345">
                <a:extLst>
                  <a:ext uri="{FF2B5EF4-FFF2-40B4-BE49-F238E27FC236}">
                    <a16:creationId xmlns:a16="http://schemas.microsoft.com/office/drawing/2014/main" id="{C0AD9D04-7A37-45BC-B842-D0FA51E926CD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6" name="그룹 1195">
              <a:extLst>
                <a:ext uri="{FF2B5EF4-FFF2-40B4-BE49-F238E27FC236}">
                  <a16:creationId xmlns:a16="http://schemas.microsoft.com/office/drawing/2014/main" id="{AF15B62D-DBF4-42B8-BE8D-7ED14ECC20BB}"/>
                </a:ext>
              </a:extLst>
            </p:cNvPr>
            <p:cNvGrpSpPr/>
            <p:nvPr/>
          </p:nvGrpSpPr>
          <p:grpSpPr>
            <a:xfrm>
              <a:off x="1288653" y="1655817"/>
              <a:ext cx="1085850" cy="1085850"/>
              <a:chOff x="1373188" y="1310640"/>
              <a:chExt cx="862256" cy="862256"/>
            </a:xfrm>
          </p:grpSpPr>
          <p:cxnSp>
            <p:nvCxnSpPr>
              <p:cNvPr id="1337" name="직선 연결선 1336">
                <a:extLst>
                  <a:ext uri="{FF2B5EF4-FFF2-40B4-BE49-F238E27FC236}">
                    <a16:creationId xmlns:a16="http://schemas.microsoft.com/office/drawing/2014/main" id="{7D52D9A2-DD22-4A8A-B412-DB343A7A5B6F}"/>
                  </a:ext>
                </a:extLst>
              </p:cNvPr>
              <p:cNvCxnSpPr>
                <a:cxnSpLocks/>
                <a:stCxn id="1341" idx="0"/>
                <a:endCxn id="134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8" name="직선 연결선 1337">
                <a:extLst>
                  <a:ext uri="{FF2B5EF4-FFF2-40B4-BE49-F238E27FC236}">
                    <a16:creationId xmlns:a16="http://schemas.microsoft.com/office/drawing/2014/main" id="{55DBF14D-2638-4990-A682-FC52A2CE26C0}"/>
                  </a:ext>
                </a:extLst>
              </p:cNvPr>
              <p:cNvCxnSpPr>
                <a:cxnSpLocks/>
                <a:stCxn id="1341" idx="1"/>
                <a:endCxn id="134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9" name="직선 연결선 1338">
                <a:extLst>
                  <a:ext uri="{FF2B5EF4-FFF2-40B4-BE49-F238E27FC236}">
                    <a16:creationId xmlns:a16="http://schemas.microsoft.com/office/drawing/2014/main" id="{05253587-50BF-4491-9134-E09FE5891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0" name="직선 연결선 1339">
                <a:extLst>
                  <a:ext uri="{FF2B5EF4-FFF2-40B4-BE49-F238E27FC236}">
                    <a16:creationId xmlns:a16="http://schemas.microsoft.com/office/drawing/2014/main" id="{DA63085B-2C74-42DE-BF59-E7839FD720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1" name="직사각형 1340">
                <a:extLst>
                  <a:ext uri="{FF2B5EF4-FFF2-40B4-BE49-F238E27FC236}">
                    <a16:creationId xmlns:a16="http://schemas.microsoft.com/office/drawing/2014/main" id="{463798A1-E469-443A-BFE2-C280618D2242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7" name="그룹 1196">
              <a:extLst>
                <a:ext uri="{FF2B5EF4-FFF2-40B4-BE49-F238E27FC236}">
                  <a16:creationId xmlns:a16="http://schemas.microsoft.com/office/drawing/2014/main" id="{4154AF07-FE9F-4C19-AC0F-A07E415BE58A}"/>
                </a:ext>
              </a:extLst>
            </p:cNvPr>
            <p:cNvGrpSpPr/>
            <p:nvPr/>
          </p:nvGrpSpPr>
          <p:grpSpPr>
            <a:xfrm>
              <a:off x="2410618" y="1655817"/>
              <a:ext cx="1085850" cy="1085850"/>
              <a:chOff x="1373188" y="1310640"/>
              <a:chExt cx="862256" cy="862256"/>
            </a:xfrm>
          </p:grpSpPr>
          <p:cxnSp>
            <p:nvCxnSpPr>
              <p:cNvPr id="1332" name="직선 연결선 1331">
                <a:extLst>
                  <a:ext uri="{FF2B5EF4-FFF2-40B4-BE49-F238E27FC236}">
                    <a16:creationId xmlns:a16="http://schemas.microsoft.com/office/drawing/2014/main" id="{4951CC39-89AB-4CB9-89A7-2B18E05191DF}"/>
                  </a:ext>
                </a:extLst>
              </p:cNvPr>
              <p:cNvCxnSpPr>
                <a:cxnSpLocks/>
                <a:stCxn id="1336" idx="0"/>
                <a:endCxn id="133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" name="직선 연결선 1332">
                <a:extLst>
                  <a:ext uri="{FF2B5EF4-FFF2-40B4-BE49-F238E27FC236}">
                    <a16:creationId xmlns:a16="http://schemas.microsoft.com/office/drawing/2014/main" id="{46128093-2DEC-45DD-87D9-EEBF0828D05C}"/>
                  </a:ext>
                </a:extLst>
              </p:cNvPr>
              <p:cNvCxnSpPr>
                <a:cxnSpLocks/>
                <a:stCxn id="1336" idx="1"/>
                <a:endCxn id="133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" name="직선 연결선 1333">
                <a:extLst>
                  <a:ext uri="{FF2B5EF4-FFF2-40B4-BE49-F238E27FC236}">
                    <a16:creationId xmlns:a16="http://schemas.microsoft.com/office/drawing/2014/main" id="{86E157B0-975B-46F7-9375-4F6C08A29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" name="직선 연결선 1334">
                <a:extLst>
                  <a:ext uri="{FF2B5EF4-FFF2-40B4-BE49-F238E27FC236}">
                    <a16:creationId xmlns:a16="http://schemas.microsoft.com/office/drawing/2014/main" id="{9FC5E193-21D1-4543-942C-FDE0B1A4A4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6" name="직사각형 1335">
                <a:extLst>
                  <a:ext uri="{FF2B5EF4-FFF2-40B4-BE49-F238E27FC236}">
                    <a16:creationId xmlns:a16="http://schemas.microsoft.com/office/drawing/2014/main" id="{E5BA700D-0653-4606-9FA1-FB37D0B117DC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8" name="그룹 1197">
              <a:extLst>
                <a:ext uri="{FF2B5EF4-FFF2-40B4-BE49-F238E27FC236}">
                  <a16:creationId xmlns:a16="http://schemas.microsoft.com/office/drawing/2014/main" id="{0A2D6E70-8DFF-4848-B901-E6F280218C46}"/>
                </a:ext>
              </a:extLst>
            </p:cNvPr>
            <p:cNvGrpSpPr/>
            <p:nvPr/>
          </p:nvGrpSpPr>
          <p:grpSpPr>
            <a:xfrm>
              <a:off x="3532584" y="1655817"/>
              <a:ext cx="1085850" cy="1085850"/>
              <a:chOff x="1373188" y="1310640"/>
              <a:chExt cx="862256" cy="862256"/>
            </a:xfrm>
          </p:grpSpPr>
          <p:cxnSp>
            <p:nvCxnSpPr>
              <p:cNvPr id="1327" name="직선 연결선 1326">
                <a:extLst>
                  <a:ext uri="{FF2B5EF4-FFF2-40B4-BE49-F238E27FC236}">
                    <a16:creationId xmlns:a16="http://schemas.microsoft.com/office/drawing/2014/main" id="{202F9738-CA86-4095-BA92-5D98EFA30FCD}"/>
                  </a:ext>
                </a:extLst>
              </p:cNvPr>
              <p:cNvCxnSpPr>
                <a:cxnSpLocks/>
                <a:stCxn id="1331" idx="0"/>
                <a:endCxn id="133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8" name="직선 연결선 1327">
                <a:extLst>
                  <a:ext uri="{FF2B5EF4-FFF2-40B4-BE49-F238E27FC236}">
                    <a16:creationId xmlns:a16="http://schemas.microsoft.com/office/drawing/2014/main" id="{6674B80F-B3D6-4017-988A-9AD048A850AB}"/>
                  </a:ext>
                </a:extLst>
              </p:cNvPr>
              <p:cNvCxnSpPr>
                <a:cxnSpLocks/>
                <a:stCxn id="1331" idx="1"/>
                <a:endCxn id="133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직선 연결선 1328">
                <a:extLst>
                  <a:ext uri="{FF2B5EF4-FFF2-40B4-BE49-F238E27FC236}">
                    <a16:creationId xmlns:a16="http://schemas.microsoft.com/office/drawing/2014/main" id="{F9D4CA6A-98E3-4036-9AB2-3B158C07E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0" name="직선 연결선 1329">
                <a:extLst>
                  <a:ext uri="{FF2B5EF4-FFF2-40B4-BE49-F238E27FC236}">
                    <a16:creationId xmlns:a16="http://schemas.microsoft.com/office/drawing/2014/main" id="{B5B42DD1-0762-4E4B-A4AB-0E4973CC4C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1" name="직사각형 1330">
                <a:extLst>
                  <a:ext uri="{FF2B5EF4-FFF2-40B4-BE49-F238E27FC236}">
                    <a16:creationId xmlns:a16="http://schemas.microsoft.com/office/drawing/2014/main" id="{7BCEB325-86A1-446B-8986-52324AAD6F42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99" name="그룹 1198">
              <a:extLst>
                <a:ext uri="{FF2B5EF4-FFF2-40B4-BE49-F238E27FC236}">
                  <a16:creationId xmlns:a16="http://schemas.microsoft.com/office/drawing/2014/main" id="{03C9B2DE-925D-4BCD-96EB-D4B881B26627}"/>
                </a:ext>
              </a:extLst>
            </p:cNvPr>
            <p:cNvGrpSpPr/>
            <p:nvPr/>
          </p:nvGrpSpPr>
          <p:grpSpPr>
            <a:xfrm>
              <a:off x="4654550" y="1655817"/>
              <a:ext cx="1085850" cy="1085850"/>
              <a:chOff x="1373188" y="1310640"/>
              <a:chExt cx="862256" cy="862256"/>
            </a:xfrm>
          </p:grpSpPr>
          <p:cxnSp>
            <p:nvCxnSpPr>
              <p:cNvPr id="1322" name="직선 연결선 1321">
                <a:extLst>
                  <a:ext uri="{FF2B5EF4-FFF2-40B4-BE49-F238E27FC236}">
                    <a16:creationId xmlns:a16="http://schemas.microsoft.com/office/drawing/2014/main" id="{8CFA4C4F-ACD3-474C-A92E-2E4FE5A66719}"/>
                  </a:ext>
                </a:extLst>
              </p:cNvPr>
              <p:cNvCxnSpPr>
                <a:cxnSpLocks/>
                <a:stCxn id="1326" idx="0"/>
                <a:endCxn id="132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3" name="직선 연결선 1322">
                <a:extLst>
                  <a:ext uri="{FF2B5EF4-FFF2-40B4-BE49-F238E27FC236}">
                    <a16:creationId xmlns:a16="http://schemas.microsoft.com/office/drawing/2014/main" id="{3566E683-0CC3-4002-AB87-9CBEF6AF2AE4}"/>
                  </a:ext>
                </a:extLst>
              </p:cNvPr>
              <p:cNvCxnSpPr>
                <a:cxnSpLocks/>
                <a:stCxn id="1326" idx="1"/>
                <a:endCxn id="132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4" name="직선 연결선 1323">
                <a:extLst>
                  <a:ext uri="{FF2B5EF4-FFF2-40B4-BE49-F238E27FC236}">
                    <a16:creationId xmlns:a16="http://schemas.microsoft.com/office/drawing/2014/main" id="{07321F50-D279-4EF8-A0EF-00C312A16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5" name="직선 연결선 1324">
                <a:extLst>
                  <a:ext uri="{FF2B5EF4-FFF2-40B4-BE49-F238E27FC236}">
                    <a16:creationId xmlns:a16="http://schemas.microsoft.com/office/drawing/2014/main" id="{D2ECAAE5-F849-49A9-A555-7F13A73347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6" name="직사각형 1325">
                <a:extLst>
                  <a:ext uri="{FF2B5EF4-FFF2-40B4-BE49-F238E27FC236}">
                    <a16:creationId xmlns:a16="http://schemas.microsoft.com/office/drawing/2014/main" id="{46C446E9-B43B-4C58-84A9-7D2B7505BF2C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0" name="그룹 1199">
              <a:extLst>
                <a:ext uri="{FF2B5EF4-FFF2-40B4-BE49-F238E27FC236}">
                  <a16:creationId xmlns:a16="http://schemas.microsoft.com/office/drawing/2014/main" id="{0D05CD86-42F7-4981-A28F-FFBAC00FFEA9}"/>
                </a:ext>
              </a:extLst>
            </p:cNvPr>
            <p:cNvGrpSpPr/>
            <p:nvPr/>
          </p:nvGrpSpPr>
          <p:grpSpPr>
            <a:xfrm>
              <a:off x="166688" y="2778180"/>
              <a:ext cx="1085850" cy="1085850"/>
              <a:chOff x="1373188" y="1310640"/>
              <a:chExt cx="862256" cy="862256"/>
            </a:xfrm>
          </p:grpSpPr>
          <p:cxnSp>
            <p:nvCxnSpPr>
              <p:cNvPr id="1317" name="직선 연결선 1316">
                <a:extLst>
                  <a:ext uri="{FF2B5EF4-FFF2-40B4-BE49-F238E27FC236}">
                    <a16:creationId xmlns:a16="http://schemas.microsoft.com/office/drawing/2014/main" id="{5BEFCA1C-6CD1-4144-9073-66CD7C86B08E}"/>
                  </a:ext>
                </a:extLst>
              </p:cNvPr>
              <p:cNvCxnSpPr>
                <a:cxnSpLocks/>
                <a:stCxn id="1321" idx="0"/>
                <a:endCxn id="132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8" name="직선 연결선 1317">
                <a:extLst>
                  <a:ext uri="{FF2B5EF4-FFF2-40B4-BE49-F238E27FC236}">
                    <a16:creationId xmlns:a16="http://schemas.microsoft.com/office/drawing/2014/main" id="{6781E043-FDF0-4718-92A5-62766E26EB62}"/>
                  </a:ext>
                </a:extLst>
              </p:cNvPr>
              <p:cNvCxnSpPr>
                <a:cxnSpLocks/>
                <a:stCxn id="1321" idx="1"/>
                <a:endCxn id="132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9" name="직선 연결선 1318">
                <a:extLst>
                  <a:ext uri="{FF2B5EF4-FFF2-40B4-BE49-F238E27FC236}">
                    <a16:creationId xmlns:a16="http://schemas.microsoft.com/office/drawing/2014/main" id="{92FC4589-4BFB-4BEA-B47F-5F29098A0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0" name="직선 연결선 1319">
                <a:extLst>
                  <a:ext uri="{FF2B5EF4-FFF2-40B4-BE49-F238E27FC236}">
                    <a16:creationId xmlns:a16="http://schemas.microsoft.com/office/drawing/2014/main" id="{1259C58B-5DC3-42DF-8C8A-32DA05A5D1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1" name="직사각형 1320">
                <a:extLst>
                  <a:ext uri="{FF2B5EF4-FFF2-40B4-BE49-F238E27FC236}">
                    <a16:creationId xmlns:a16="http://schemas.microsoft.com/office/drawing/2014/main" id="{94E82DEC-4911-4354-8C43-5526053626AD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1" name="그룹 1200">
              <a:extLst>
                <a:ext uri="{FF2B5EF4-FFF2-40B4-BE49-F238E27FC236}">
                  <a16:creationId xmlns:a16="http://schemas.microsoft.com/office/drawing/2014/main" id="{90C31A93-8D19-498A-8B66-B2D1B2AFFD35}"/>
                </a:ext>
              </a:extLst>
            </p:cNvPr>
            <p:cNvGrpSpPr/>
            <p:nvPr/>
          </p:nvGrpSpPr>
          <p:grpSpPr>
            <a:xfrm>
              <a:off x="1288653" y="2778180"/>
              <a:ext cx="1085850" cy="1085850"/>
              <a:chOff x="1373188" y="1310640"/>
              <a:chExt cx="862256" cy="862256"/>
            </a:xfrm>
          </p:grpSpPr>
          <p:cxnSp>
            <p:nvCxnSpPr>
              <p:cNvPr id="1312" name="직선 연결선 1311">
                <a:extLst>
                  <a:ext uri="{FF2B5EF4-FFF2-40B4-BE49-F238E27FC236}">
                    <a16:creationId xmlns:a16="http://schemas.microsoft.com/office/drawing/2014/main" id="{C64BAEF0-2FFC-4B86-8487-04B5D6B41BF5}"/>
                  </a:ext>
                </a:extLst>
              </p:cNvPr>
              <p:cNvCxnSpPr>
                <a:cxnSpLocks/>
                <a:stCxn id="1316" idx="0"/>
                <a:endCxn id="131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3" name="직선 연결선 1312">
                <a:extLst>
                  <a:ext uri="{FF2B5EF4-FFF2-40B4-BE49-F238E27FC236}">
                    <a16:creationId xmlns:a16="http://schemas.microsoft.com/office/drawing/2014/main" id="{13E31339-9DDC-4D01-B95D-C22DC4039492}"/>
                  </a:ext>
                </a:extLst>
              </p:cNvPr>
              <p:cNvCxnSpPr>
                <a:cxnSpLocks/>
                <a:stCxn id="1316" idx="1"/>
                <a:endCxn id="131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4" name="직선 연결선 1313">
                <a:extLst>
                  <a:ext uri="{FF2B5EF4-FFF2-40B4-BE49-F238E27FC236}">
                    <a16:creationId xmlns:a16="http://schemas.microsoft.com/office/drawing/2014/main" id="{DEB7AF29-454A-499A-A2FA-DCC999E6C1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5" name="직선 연결선 1314">
                <a:extLst>
                  <a:ext uri="{FF2B5EF4-FFF2-40B4-BE49-F238E27FC236}">
                    <a16:creationId xmlns:a16="http://schemas.microsoft.com/office/drawing/2014/main" id="{A00649EF-663E-4734-8136-87347885FA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6" name="직사각형 1315">
                <a:extLst>
                  <a:ext uri="{FF2B5EF4-FFF2-40B4-BE49-F238E27FC236}">
                    <a16:creationId xmlns:a16="http://schemas.microsoft.com/office/drawing/2014/main" id="{EA8ACBC5-75BE-446B-891A-B2AB11C6B36F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2" name="그룹 1201">
              <a:extLst>
                <a:ext uri="{FF2B5EF4-FFF2-40B4-BE49-F238E27FC236}">
                  <a16:creationId xmlns:a16="http://schemas.microsoft.com/office/drawing/2014/main" id="{96ECF980-ECF9-4FB8-900E-52574651FB65}"/>
                </a:ext>
              </a:extLst>
            </p:cNvPr>
            <p:cNvGrpSpPr/>
            <p:nvPr/>
          </p:nvGrpSpPr>
          <p:grpSpPr>
            <a:xfrm>
              <a:off x="2410618" y="2778180"/>
              <a:ext cx="1085850" cy="1085850"/>
              <a:chOff x="1373188" y="1310640"/>
              <a:chExt cx="862256" cy="862256"/>
            </a:xfrm>
          </p:grpSpPr>
          <p:cxnSp>
            <p:nvCxnSpPr>
              <p:cNvPr id="1307" name="직선 연결선 1306">
                <a:extLst>
                  <a:ext uri="{FF2B5EF4-FFF2-40B4-BE49-F238E27FC236}">
                    <a16:creationId xmlns:a16="http://schemas.microsoft.com/office/drawing/2014/main" id="{EEAB3FFA-D8A9-471F-B32A-6ADC2E8D8905}"/>
                  </a:ext>
                </a:extLst>
              </p:cNvPr>
              <p:cNvCxnSpPr>
                <a:cxnSpLocks/>
                <a:stCxn id="1311" idx="0"/>
                <a:endCxn id="131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8" name="직선 연결선 1307">
                <a:extLst>
                  <a:ext uri="{FF2B5EF4-FFF2-40B4-BE49-F238E27FC236}">
                    <a16:creationId xmlns:a16="http://schemas.microsoft.com/office/drawing/2014/main" id="{367AC5FF-7AA7-4075-B221-98B77E356FB6}"/>
                  </a:ext>
                </a:extLst>
              </p:cNvPr>
              <p:cNvCxnSpPr>
                <a:cxnSpLocks/>
                <a:stCxn id="1311" idx="1"/>
                <a:endCxn id="131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9" name="직선 연결선 1308">
                <a:extLst>
                  <a:ext uri="{FF2B5EF4-FFF2-40B4-BE49-F238E27FC236}">
                    <a16:creationId xmlns:a16="http://schemas.microsoft.com/office/drawing/2014/main" id="{86540C3A-57C7-4544-A8EF-AD87BFCB3F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0" name="직선 연결선 1309">
                <a:extLst>
                  <a:ext uri="{FF2B5EF4-FFF2-40B4-BE49-F238E27FC236}">
                    <a16:creationId xmlns:a16="http://schemas.microsoft.com/office/drawing/2014/main" id="{2949B876-4B4E-4DB3-85E4-BCB86E8D64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1" name="직사각형 1310">
                <a:extLst>
                  <a:ext uri="{FF2B5EF4-FFF2-40B4-BE49-F238E27FC236}">
                    <a16:creationId xmlns:a16="http://schemas.microsoft.com/office/drawing/2014/main" id="{A5369214-6591-4654-971A-26D22A296BF2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3" name="그룹 1202">
              <a:extLst>
                <a:ext uri="{FF2B5EF4-FFF2-40B4-BE49-F238E27FC236}">
                  <a16:creationId xmlns:a16="http://schemas.microsoft.com/office/drawing/2014/main" id="{AD1142B2-2514-4B79-B28E-7BC9E3B75036}"/>
                </a:ext>
              </a:extLst>
            </p:cNvPr>
            <p:cNvGrpSpPr/>
            <p:nvPr/>
          </p:nvGrpSpPr>
          <p:grpSpPr>
            <a:xfrm>
              <a:off x="3532584" y="2778180"/>
              <a:ext cx="1085850" cy="1085850"/>
              <a:chOff x="1373188" y="1310640"/>
              <a:chExt cx="862256" cy="862256"/>
            </a:xfrm>
          </p:grpSpPr>
          <p:cxnSp>
            <p:nvCxnSpPr>
              <p:cNvPr id="1302" name="직선 연결선 1301">
                <a:extLst>
                  <a:ext uri="{FF2B5EF4-FFF2-40B4-BE49-F238E27FC236}">
                    <a16:creationId xmlns:a16="http://schemas.microsoft.com/office/drawing/2014/main" id="{96F7581A-0C42-44C9-A102-EE6084B499C6}"/>
                  </a:ext>
                </a:extLst>
              </p:cNvPr>
              <p:cNvCxnSpPr>
                <a:cxnSpLocks/>
                <a:stCxn id="1306" idx="0"/>
                <a:endCxn id="130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3" name="직선 연결선 1302">
                <a:extLst>
                  <a:ext uri="{FF2B5EF4-FFF2-40B4-BE49-F238E27FC236}">
                    <a16:creationId xmlns:a16="http://schemas.microsoft.com/office/drawing/2014/main" id="{E64741FB-3E7C-4F1C-9243-2CEDEF954368}"/>
                  </a:ext>
                </a:extLst>
              </p:cNvPr>
              <p:cNvCxnSpPr>
                <a:cxnSpLocks/>
                <a:stCxn id="1306" idx="1"/>
                <a:endCxn id="130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4" name="직선 연결선 1303">
                <a:extLst>
                  <a:ext uri="{FF2B5EF4-FFF2-40B4-BE49-F238E27FC236}">
                    <a16:creationId xmlns:a16="http://schemas.microsoft.com/office/drawing/2014/main" id="{017A042F-DC97-46FF-91EF-7223A1BD2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5" name="직선 연결선 1304">
                <a:extLst>
                  <a:ext uri="{FF2B5EF4-FFF2-40B4-BE49-F238E27FC236}">
                    <a16:creationId xmlns:a16="http://schemas.microsoft.com/office/drawing/2014/main" id="{3D559EA9-2FED-4F37-99E0-BA7E16C1F2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6" name="직사각형 1305">
                <a:extLst>
                  <a:ext uri="{FF2B5EF4-FFF2-40B4-BE49-F238E27FC236}">
                    <a16:creationId xmlns:a16="http://schemas.microsoft.com/office/drawing/2014/main" id="{BE721C3B-0A0E-4C92-BE23-27995FA008E5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4" name="그룹 1203">
              <a:extLst>
                <a:ext uri="{FF2B5EF4-FFF2-40B4-BE49-F238E27FC236}">
                  <a16:creationId xmlns:a16="http://schemas.microsoft.com/office/drawing/2014/main" id="{B5724242-0144-4FDA-95E8-8E43FF761105}"/>
                </a:ext>
              </a:extLst>
            </p:cNvPr>
            <p:cNvGrpSpPr/>
            <p:nvPr/>
          </p:nvGrpSpPr>
          <p:grpSpPr>
            <a:xfrm>
              <a:off x="4654550" y="2778180"/>
              <a:ext cx="1085850" cy="1085850"/>
              <a:chOff x="1373188" y="1310640"/>
              <a:chExt cx="862256" cy="862256"/>
            </a:xfrm>
          </p:grpSpPr>
          <p:cxnSp>
            <p:nvCxnSpPr>
              <p:cNvPr id="1297" name="직선 연결선 1296">
                <a:extLst>
                  <a:ext uri="{FF2B5EF4-FFF2-40B4-BE49-F238E27FC236}">
                    <a16:creationId xmlns:a16="http://schemas.microsoft.com/office/drawing/2014/main" id="{401EFA75-ADDB-4DBA-A77D-D867E379605C}"/>
                  </a:ext>
                </a:extLst>
              </p:cNvPr>
              <p:cNvCxnSpPr>
                <a:cxnSpLocks/>
                <a:stCxn id="1301" idx="0"/>
                <a:endCxn id="130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8" name="직선 연결선 1297">
                <a:extLst>
                  <a:ext uri="{FF2B5EF4-FFF2-40B4-BE49-F238E27FC236}">
                    <a16:creationId xmlns:a16="http://schemas.microsoft.com/office/drawing/2014/main" id="{9531E4AC-0F4C-43E8-82A8-F8761E281366}"/>
                  </a:ext>
                </a:extLst>
              </p:cNvPr>
              <p:cNvCxnSpPr>
                <a:cxnSpLocks/>
                <a:stCxn id="1301" idx="1"/>
                <a:endCxn id="130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9" name="직선 연결선 1298">
                <a:extLst>
                  <a:ext uri="{FF2B5EF4-FFF2-40B4-BE49-F238E27FC236}">
                    <a16:creationId xmlns:a16="http://schemas.microsoft.com/office/drawing/2014/main" id="{76CD9378-93EA-4C29-AC72-CBB336158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0" name="직선 연결선 1299">
                <a:extLst>
                  <a:ext uri="{FF2B5EF4-FFF2-40B4-BE49-F238E27FC236}">
                    <a16:creationId xmlns:a16="http://schemas.microsoft.com/office/drawing/2014/main" id="{FB6D6867-BBB2-45D1-8960-B5E7599160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1" name="직사각형 1300">
                <a:extLst>
                  <a:ext uri="{FF2B5EF4-FFF2-40B4-BE49-F238E27FC236}">
                    <a16:creationId xmlns:a16="http://schemas.microsoft.com/office/drawing/2014/main" id="{F2AB8A86-DEAB-42C9-8884-8D416FC21F32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5" name="그룹 1204">
              <a:extLst>
                <a:ext uri="{FF2B5EF4-FFF2-40B4-BE49-F238E27FC236}">
                  <a16:creationId xmlns:a16="http://schemas.microsoft.com/office/drawing/2014/main" id="{318A77C9-FD0F-407F-A832-4D5F380E9BE3}"/>
                </a:ext>
              </a:extLst>
            </p:cNvPr>
            <p:cNvGrpSpPr/>
            <p:nvPr/>
          </p:nvGrpSpPr>
          <p:grpSpPr>
            <a:xfrm>
              <a:off x="166688" y="3900543"/>
              <a:ext cx="1085850" cy="1085850"/>
              <a:chOff x="1373188" y="1310640"/>
              <a:chExt cx="862256" cy="862256"/>
            </a:xfrm>
          </p:grpSpPr>
          <p:cxnSp>
            <p:nvCxnSpPr>
              <p:cNvPr id="1292" name="직선 연결선 1291">
                <a:extLst>
                  <a:ext uri="{FF2B5EF4-FFF2-40B4-BE49-F238E27FC236}">
                    <a16:creationId xmlns:a16="http://schemas.microsoft.com/office/drawing/2014/main" id="{5949971C-F9A8-44B8-83B4-3D705E0DC708}"/>
                  </a:ext>
                </a:extLst>
              </p:cNvPr>
              <p:cNvCxnSpPr>
                <a:cxnSpLocks/>
                <a:stCxn id="1296" idx="0"/>
                <a:endCxn id="129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3" name="직선 연결선 1292">
                <a:extLst>
                  <a:ext uri="{FF2B5EF4-FFF2-40B4-BE49-F238E27FC236}">
                    <a16:creationId xmlns:a16="http://schemas.microsoft.com/office/drawing/2014/main" id="{9D66ADEE-902C-44F0-92C8-EE34489476D3}"/>
                  </a:ext>
                </a:extLst>
              </p:cNvPr>
              <p:cNvCxnSpPr>
                <a:cxnSpLocks/>
                <a:stCxn id="1296" idx="1"/>
                <a:endCxn id="129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4" name="직선 연결선 1293">
                <a:extLst>
                  <a:ext uri="{FF2B5EF4-FFF2-40B4-BE49-F238E27FC236}">
                    <a16:creationId xmlns:a16="http://schemas.microsoft.com/office/drawing/2014/main" id="{D42309BF-23C0-49E9-8A44-7BC9ED185B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5" name="직선 연결선 1294">
                <a:extLst>
                  <a:ext uri="{FF2B5EF4-FFF2-40B4-BE49-F238E27FC236}">
                    <a16:creationId xmlns:a16="http://schemas.microsoft.com/office/drawing/2014/main" id="{51403158-7C87-410D-86A9-BD3354C448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6" name="직사각형 1295">
                <a:extLst>
                  <a:ext uri="{FF2B5EF4-FFF2-40B4-BE49-F238E27FC236}">
                    <a16:creationId xmlns:a16="http://schemas.microsoft.com/office/drawing/2014/main" id="{783FB752-C61E-454E-9FDA-94C93BCE1AB5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6" name="그룹 1205">
              <a:extLst>
                <a:ext uri="{FF2B5EF4-FFF2-40B4-BE49-F238E27FC236}">
                  <a16:creationId xmlns:a16="http://schemas.microsoft.com/office/drawing/2014/main" id="{B55959F1-131B-48D8-A25F-24039FA5D2C0}"/>
                </a:ext>
              </a:extLst>
            </p:cNvPr>
            <p:cNvGrpSpPr/>
            <p:nvPr/>
          </p:nvGrpSpPr>
          <p:grpSpPr>
            <a:xfrm>
              <a:off x="1288653" y="3900543"/>
              <a:ext cx="1085850" cy="1085850"/>
              <a:chOff x="1373188" y="1310640"/>
              <a:chExt cx="862256" cy="862256"/>
            </a:xfrm>
          </p:grpSpPr>
          <p:cxnSp>
            <p:nvCxnSpPr>
              <p:cNvPr id="1287" name="직선 연결선 1286">
                <a:extLst>
                  <a:ext uri="{FF2B5EF4-FFF2-40B4-BE49-F238E27FC236}">
                    <a16:creationId xmlns:a16="http://schemas.microsoft.com/office/drawing/2014/main" id="{73D4BCC8-79A5-4D02-AAD2-DA53D1931076}"/>
                  </a:ext>
                </a:extLst>
              </p:cNvPr>
              <p:cNvCxnSpPr>
                <a:cxnSpLocks/>
                <a:stCxn id="1291" idx="0"/>
                <a:endCxn id="129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8" name="직선 연결선 1287">
                <a:extLst>
                  <a:ext uri="{FF2B5EF4-FFF2-40B4-BE49-F238E27FC236}">
                    <a16:creationId xmlns:a16="http://schemas.microsoft.com/office/drawing/2014/main" id="{4A0403D7-6F71-4830-88A4-70A09097F039}"/>
                  </a:ext>
                </a:extLst>
              </p:cNvPr>
              <p:cNvCxnSpPr>
                <a:cxnSpLocks/>
                <a:stCxn id="1291" idx="1"/>
                <a:endCxn id="129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9" name="직선 연결선 1288">
                <a:extLst>
                  <a:ext uri="{FF2B5EF4-FFF2-40B4-BE49-F238E27FC236}">
                    <a16:creationId xmlns:a16="http://schemas.microsoft.com/office/drawing/2014/main" id="{1F160148-9177-49A4-A2D7-1135F9AD9E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0" name="직선 연결선 1289">
                <a:extLst>
                  <a:ext uri="{FF2B5EF4-FFF2-40B4-BE49-F238E27FC236}">
                    <a16:creationId xmlns:a16="http://schemas.microsoft.com/office/drawing/2014/main" id="{970667BC-0CC3-4D88-A372-0FEBE6A65A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1" name="직사각형 1290">
                <a:extLst>
                  <a:ext uri="{FF2B5EF4-FFF2-40B4-BE49-F238E27FC236}">
                    <a16:creationId xmlns:a16="http://schemas.microsoft.com/office/drawing/2014/main" id="{4CB07107-92FE-4D9B-A916-EB4A9FBD652D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7" name="그룹 1206">
              <a:extLst>
                <a:ext uri="{FF2B5EF4-FFF2-40B4-BE49-F238E27FC236}">
                  <a16:creationId xmlns:a16="http://schemas.microsoft.com/office/drawing/2014/main" id="{44532E3F-012F-4CF9-87B9-FA4260EE1463}"/>
                </a:ext>
              </a:extLst>
            </p:cNvPr>
            <p:cNvGrpSpPr/>
            <p:nvPr/>
          </p:nvGrpSpPr>
          <p:grpSpPr>
            <a:xfrm>
              <a:off x="2410618" y="3900543"/>
              <a:ext cx="1085850" cy="1085850"/>
              <a:chOff x="1373188" y="1310640"/>
              <a:chExt cx="862256" cy="862256"/>
            </a:xfrm>
          </p:grpSpPr>
          <p:cxnSp>
            <p:nvCxnSpPr>
              <p:cNvPr id="1282" name="직선 연결선 1281">
                <a:extLst>
                  <a:ext uri="{FF2B5EF4-FFF2-40B4-BE49-F238E27FC236}">
                    <a16:creationId xmlns:a16="http://schemas.microsoft.com/office/drawing/2014/main" id="{7A570EB0-501C-4242-AC8F-52D7CDF8A3EA}"/>
                  </a:ext>
                </a:extLst>
              </p:cNvPr>
              <p:cNvCxnSpPr>
                <a:cxnSpLocks/>
                <a:stCxn id="1286" idx="0"/>
                <a:endCxn id="128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3" name="직선 연결선 1282">
                <a:extLst>
                  <a:ext uri="{FF2B5EF4-FFF2-40B4-BE49-F238E27FC236}">
                    <a16:creationId xmlns:a16="http://schemas.microsoft.com/office/drawing/2014/main" id="{BBF271F5-D7FA-46DD-A65C-C2BE3015BC01}"/>
                  </a:ext>
                </a:extLst>
              </p:cNvPr>
              <p:cNvCxnSpPr>
                <a:cxnSpLocks/>
                <a:stCxn id="1286" idx="1"/>
                <a:endCxn id="128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4" name="직선 연결선 1283">
                <a:extLst>
                  <a:ext uri="{FF2B5EF4-FFF2-40B4-BE49-F238E27FC236}">
                    <a16:creationId xmlns:a16="http://schemas.microsoft.com/office/drawing/2014/main" id="{60622D38-D546-4DA1-B179-13223EABF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5" name="직선 연결선 1284">
                <a:extLst>
                  <a:ext uri="{FF2B5EF4-FFF2-40B4-BE49-F238E27FC236}">
                    <a16:creationId xmlns:a16="http://schemas.microsoft.com/office/drawing/2014/main" id="{AC3E6185-A634-42C0-B0DF-B965F63C6E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6" name="직사각형 1285">
                <a:extLst>
                  <a:ext uri="{FF2B5EF4-FFF2-40B4-BE49-F238E27FC236}">
                    <a16:creationId xmlns:a16="http://schemas.microsoft.com/office/drawing/2014/main" id="{185B4A63-7EBE-4D49-882C-FCAE0EF390F3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8" name="그룹 1207">
              <a:extLst>
                <a:ext uri="{FF2B5EF4-FFF2-40B4-BE49-F238E27FC236}">
                  <a16:creationId xmlns:a16="http://schemas.microsoft.com/office/drawing/2014/main" id="{2210D12B-33B9-4298-854D-8AC269077EC8}"/>
                </a:ext>
              </a:extLst>
            </p:cNvPr>
            <p:cNvGrpSpPr/>
            <p:nvPr/>
          </p:nvGrpSpPr>
          <p:grpSpPr>
            <a:xfrm>
              <a:off x="3532584" y="3900543"/>
              <a:ext cx="1085850" cy="1085850"/>
              <a:chOff x="1373188" y="1310640"/>
              <a:chExt cx="862256" cy="862256"/>
            </a:xfrm>
          </p:grpSpPr>
          <p:cxnSp>
            <p:nvCxnSpPr>
              <p:cNvPr id="1277" name="직선 연결선 1276">
                <a:extLst>
                  <a:ext uri="{FF2B5EF4-FFF2-40B4-BE49-F238E27FC236}">
                    <a16:creationId xmlns:a16="http://schemas.microsoft.com/office/drawing/2014/main" id="{F2E6A329-CBAA-4D2D-A392-DD7931092E25}"/>
                  </a:ext>
                </a:extLst>
              </p:cNvPr>
              <p:cNvCxnSpPr>
                <a:cxnSpLocks/>
                <a:stCxn id="1281" idx="0"/>
                <a:endCxn id="128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8" name="직선 연결선 1277">
                <a:extLst>
                  <a:ext uri="{FF2B5EF4-FFF2-40B4-BE49-F238E27FC236}">
                    <a16:creationId xmlns:a16="http://schemas.microsoft.com/office/drawing/2014/main" id="{1390D9A4-030A-47E1-82D6-CB31FCA1007A}"/>
                  </a:ext>
                </a:extLst>
              </p:cNvPr>
              <p:cNvCxnSpPr>
                <a:cxnSpLocks/>
                <a:stCxn id="1281" idx="1"/>
                <a:endCxn id="128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9" name="직선 연결선 1278">
                <a:extLst>
                  <a:ext uri="{FF2B5EF4-FFF2-40B4-BE49-F238E27FC236}">
                    <a16:creationId xmlns:a16="http://schemas.microsoft.com/office/drawing/2014/main" id="{18989AC0-626D-404D-AF25-CCC1AB090E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0" name="직선 연결선 1279">
                <a:extLst>
                  <a:ext uri="{FF2B5EF4-FFF2-40B4-BE49-F238E27FC236}">
                    <a16:creationId xmlns:a16="http://schemas.microsoft.com/office/drawing/2014/main" id="{E8D10E84-66D8-40A8-B634-8123CD915B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1" name="직사각형 1280">
                <a:extLst>
                  <a:ext uri="{FF2B5EF4-FFF2-40B4-BE49-F238E27FC236}">
                    <a16:creationId xmlns:a16="http://schemas.microsoft.com/office/drawing/2014/main" id="{D4889576-C395-41F8-AA4D-DF6D7D0FBD38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09" name="그룹 1208">
              <a:extLst>
                <a:ext uri="{FF2B5EF4-FFF2-40B4-BE49-F238E27FC236}">
                  <a16:creationId xmlns:a16="http://schemas.microsoft.com/office/drawing/2014/main" id="{B6F04DD8-79FF-48ED-80E5-E30AD77DDD24}"/>
                </a:ext>
              </a:extLst>
            </p:cNvPr>
            <p:cNvGrpSpPr/>
            <p:nvPr/>
          </p:nvGrpSpPr>
          <p:grpSpPr>
            <a:xfrm>
              <a:off x="4654550" y="3900543"/>
              <a:ext cx="1085850" cy="1085850"/>
              <a:chOff x="1373188" y="1310640"/>
              <a:chExt cx="862256" cy="862256"/>
            </a:xfrm>
          </p:grpSpPr>
          <p:cxnSp>
            <p:nvCxnSpPr>
              <p:cNvPr id="1272" name="직선 연결선 1271">
                <a:extLst>
                  <a:ext uri="{FF2B5EF4-FFF2-40B4-BE49-F238E27FC236}">
                    <a16:creationId xmlns:a16="http://schemas.microsoft.com/office/drawing/2014/main" id="{4CFCAF5A-C166-4861-9AEB-00C4ECAE5839}"/>
                  </a:ext>
                </a:extLst>
              </p:cNvPr>
              <p:cNvCxnSpPr>
                <a:cxnSpLocks/>
                <a:stCxn id="1276" idx="0"/>
                <a:endCxn id="127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3" name="직선 연결선 1272">
                <a:extLst>
                  <a:ext uri="{FF2B5EF4-FFF2-40B4-BE49-F238E27FC236}">
                    <a16:creationId xmlns:a16="http://schemas.microsoft.com/office/drawing/2014/main" id="{955A8F43-12EC-4D21-89F5-4EE1B2DFF4DD}"/>
                  </a:ext>
                </a:extLst>
              </p:cNvPr>
              <p:cNvCxnSpPr>
                <a:cxnSpLocks/>
                <a:stCxn id="1276" idx="1"/>
                <a:endCxn id="127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4" name="직선 연결선 1273">
                <a:extLst>
                  <a:ext uri="{FF2B5EF4-FFF2-40B4-BE49-F238E27FC236}">
                    <a16:creationId xmlns:a16="http://schemas.microsoft.com/office/drawing/2014/main" id="{CCBFA6C5-5675-4A53-B401-B0C0DAF4B6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5" name="직선 연결선 1274">
                <a:extLst>
                  <a:ext uri="{FF2B5EF4-FFF2-40B4-BE49-F238E27FC236}">
                    <a16:creationId xmlns:a16="http://schemas.microsoft.com/office/drawing/2014/main" id="{467400CA-C9BD-4DB7-80D6-EAEF13CF0B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6" name="직사각형 1275">
                <a:extLst>
                  <a:ext uri="{FF2B5EF4-FFF2-40B4-BE49-F238E27FC236}">
                    <a16:creationId xmlns:a16="http://schemas.microsoft.com/office/drawing/2014/main" id="{79929138-B110-40FA-9AA0-5E5737CA3855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0" name="그룹 1209">
              <a:extLst>
                <a:ext uri="{FF2B5EF4-FFF2-40B4-BE49-F238E27FC236}">
                  <a16:creationId xmlns:a16="http://schemas.microsoft.com/office/drawing/2014/main" id="{A4D75456-1519-4A19-8FA8-9ECBBB98D85E}"/>
                </a:ext>
              </a:extLst>
            </p:cNvPr>
            <p:cNvGrpSpPr/>
            <p:nvPr/>
          </p:nvGrpSpPr>
          <p:grpSpPr>
            <a:xfrm>
              <a:off x="166688" y="5022906"/>
              <a:ext cx="1085850" cy="1085850"/>
              <a:chOff x="1373188" y="1310640"/>
              <a:chExt cx="862256" cy="862256"/>
            </a:xfrm>
          </p:grpSpPr>
          <p:cxnSp>
            <p:nvCxnSpPr>
              <p:cNvPr id="1267" name="직선 연결선 1266">
                <a:extLst>
                  <a:ext uri="{FF2B5EF4-FFF2-40B4-BE49-F238E27FC236}">
                    <a16:creationId xmlns:a16="http://schemas.microsoft.com/office/drawing/2014/main" id="{8672B42B-A0FE-4825-967B-CB26BFF8BBF1}"/>
                  </a:ext>
                </a:extLst>
              </p:cNvPr>
              <p:cNvCxnSpPr>
                <a:cxnSpLocks/>
                <a:stCxn id="1271" idx="0"/>
                <a:endCxn id="127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8" name="직선 연결선 1267">
                <a:extLst>
                  <a:ext uri="{FF2B5EF4-FFF2-40B4-BE49-F238E27FC236}">
                    <a16:creationId xmlns:a16="http://schemas.microsoft.com/office/drawing/2014/main" id="{1FD48CD0-0297-4301-8EF7-C042E4F111D5}"/>
                  </a:ext>
                </a:extLst>
              </p:cNvPr>
              <p:cNvCxnSpPr>
                <a:cxnSpLocks/>
                <a:stCxn id="1271" idx="1"/>
                <a:endCxn id="127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9" name="직선 연결선 1268">
                <a:extLst>
                  <a:ext uri="{FF2B5EF4-FFF2-40B4-BE49-F238E27FC236}">
                    <a16:creationId xmlns:a16="http://schemas.microsoft.com/office/drawing/2014/main" id="{5AD02E3C-6700-4756-9B2D-311BED624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0" name="직선 연결선 1269">
                <a:extLst>
                  <a:ext uri="{FF2B5EF4-FFF2-40B4-BE49-F238E27FC236}">
                    <a16:creationId xmlns:a16="http://schemas.microsoft.com/office/drawing/2014/main" id="{0E16CDDA-6127-4B5F-A69E-DF0780A6AC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1" name="직사각형 1270">
                <a:extLst>
                  <a:ext uri="{FF2B5EF4-FFF2-40B4-BE49-F238E27FC236}">
                    <a16:creationId xmlns:a16="http://schemas.microsoft.com/office/drawing/2014/main" id="{10DFD322-FE5D-4BC1-ABD9-5615E4A600A2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1" name="그룹 1210">
              <a:extLst>
                <a:ext uri="{FF2B5EF4-FFF2-40B4-BE49-F238E27FC236}">
                  <a16:creationId xmlns:a16="http://schemas.microsoft.com/office/drawing/2014/main" id="{0FDFC758-94BA-4086-96A1-C8F3B4447918}"/>
                </a:ext>
              </a:extLst>
            </p:cNvPr>
            <p:cNvGrpSpPr/>
            <p:nvPr/>
          </p:nvGrpSpPr>
          <p:grpSpPr>
            <a:xfrm>
              <a:off x="1288653" y="5022906"/>
              <a:ext cx="1085850" cy="1085850"/>
              <a:chOff x="1373188" y="1310640"/>
              <a:chExt cx="862256" cy="862256"/>
            </a:xfrm>
          </p:grpSpPr>
          <p:cxnSp>
            <p:nvCxnSpPr>
              <p:cNvPr id="1262" name="직선 연결선 1261">
                <a:extLst>
                  <a:ext uri="{FF2B5EF4-FFF2-40B4-BE49-F238E27FC236}">
                    <a16:creationId xmlns:a16="http://schemas.microsoft.com/office/drawing/2014/main" id="{77A14D0D-E628-4BE0-863B-0557A8BC0476}"/>
                  </a:ext>
                </a:extLst>
              </p:cNvPr>
              <p:cNvCxnSpPr>
                <a:cxnSpLocks/>
                <a:stCxn id="1266" idx="0"/>
                <a:endCxn id="126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3" name="직선 연결선 1262">
                <a:extLst>
                  <a:ext uri="{FF2B5EF4-FFF2-40B4-BE49-F238E27FC236}">
                    <a16:creationId xmlns:a16="http://schemas.microsoft.com/office/drawing/2014/main" id="{ACEF4BAD-1FF7-4484-BCD3-934FDCE96173}"/>
                  </a:ext>
                </a:extLst>
              </p:cNvPr>
              <p:cNvCxnSpPr>
                <a:cxnSpLocks/>
                <a:stCxn id="1266" idx="1"/>
                <a:endCxn id="126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4" name="직선 연결선 1263">
                <a:extLst>
                  <a:ext uri="{FF2B5EF4-FFF2-40B4-BE49-F238E27FC236}">
                    <a16:creationId xmlns:a16="http://schemas.microsoft.com/office/drawing/2014/main" id="{B17C507E-6F91-44C9-8D14-1A9E4F31E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5" name="직선 연결선 1264">
                <a:extLst>
                  <a:ext uri="{FF2B5EF4-FFF2-40B4-BE49-F238E27FC236}">
                    <a16:creationId xmlns:a16="http://schemas.microsoft.com/office/drawing/2014/main" id="{7FB5F7D3-C170-4906-8E8F-044901B740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6" name="직사각형 1265">
                <a:extLst>
                  <a:ext uri="{FF2B5EF4-FFF2-40B4-BE49-F238E27FC236}">
                    <a16:creationId xmlns:a16="http://schemas.microsoft.com/office/drawing/2014/main" id="{6792DF73-8934-47D7-A7F9-C0A6C98FA64F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2" name="그룹 1211">
              <a:extLst>
                <a:ext uri="{FF2B5EF4-FFF2-40B4-BE49-F238E27FC236}">
                  <a16:creationId xmlns:a16="http://schemas.microsoft.com/office/drawing/2014/main" id="{C3A05707-BE08-4C93-970F-1F0458C9B8DA}"/>
                </a:ext>
              </a:extLst>
            </p:cNvPr>
            <p:cNvGrpSpPr/>
            <p:nvPr/>
          </p:nvGrpSpPr>
          <p:grpSpPr>
            <a:xfrm>
              <a:off x="2410618" y="5022906"/>
              <a:ext cx="1085850" cy="1085850"/>
              <a:chOff x="1373188" y="1310640"/>
              <a:chExt cx="862256" cy="862256"/>
            </a:xfrm>
          </p:grpSpPr>
          <p:cxnSp>
            <p:nvCxnSpPr>
              <p:cNvPr id="1257" name="직선 연결선 1256">
                <a:extLst>
                  <a:ext uri="{FF2B5EF4-FFF2-40B4-BE49-F238E27FC236}">
                    <a16:creationId xmlns:a16="http://schemas.microsoft.com/office/drawing/2014/main" id="{5E6FF389-3A88-42C3-AB12-51523E69789F}"/>
                  </a:ext>
                </a:extLst>
              </p:cNvPr>
              <p:cNvCxnSpPr>
                <a:cxnSpLocks/>
                <a:stCxn id="1261" idx="0"/>
                <a:endCxn id="126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8" name="직선 연결선 1257">
                <a:extLst>
                  <a:ext uri="{FF2B5EF4-FFF2-40B4-BE49-F238E27FC236}">
                    <a16:creationId xmlns:a16="http://schemas.microsoft.com/office/drawing/2014/main" id="{BC46F9E8-BCF2-4CA6-85A7-4FBC5112E106}"/>
                  </a:ext>
                </a:extLst>
              </p:cNvPr>
              <p:cNvCxnSpPr>
                <a:cxnSpLocks/>
                <a:stCxn id="1261" idx="1"/>
                <a:endCxn id="126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9" name="직선 연결선 1258">
                <a:extLst>
                  <a:ext uri="{FF2B5EF4-FFF2-40B4-BE49-F238E27FC236}">
                    <a16:creationId xmlns:a16="http://schemas.microsoft.com/office/drawing/2014/main" id="{0BE3BEA0-3B38-4938-993F-6F5A6947D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0" name="직선 연결선 1259">
                <a:extLst>
                  <a:ext uri="{FF2B5EF4-FFF2-40B4-BE49-F238E27FC236}">
                    <a16:creationId xmlns:a16="http://schemas.microsoft.com/office/drawing/2014/main" id="{D9043A4B-CEB6-4F52-A176-B0128BD189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1" name="직사각형 1260">
                <a:extLst>
                  <a:ext uri="{FF2B5EF4-FFF2-40B4-BE49-F238E27FC236}">
                    <a16:creationId xmlns:a16="http://schemas.microsoft.com/office/drawing/2014/main" id="{69D68B49-383B-489E-A6A5-A01D4FEC0350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3" name="그룹 1212">
              <a:extLst>
                <a:ext uri="{FF2B5EF4-FFF2-40B4-BE49-F238E27FC236}">
                  <a16:creationId xmlns:a16="http://schemas.microsoft.com/office/drawing/2014/main" id="{F360810D-E480-45FD-92E7-2D5C83B638DD}"/>
                </a:ext>
              </a:extLst>
            </p:cNvPr>
            <p:cNvGrpSpPr/>
            <p:nvPr/>
          </p:nvGrpSpPr>
          <p:grpSpPr>
            <a:xfrm>
              <a:off x="3532584" y="5022906"/>
              <a:ext cx="1085850" cy="1085850"/>
              <a:chOff x="1373188" y="1310640"/>
              <a:chExt cx="862256" cy="862256"/>
            </a:xfrm>
          </p:grpSpPr>
          <p:cxnSp>
            <p:nvCxnSpPr>
              <p:cNvPr id="1252" name="직선 연결선 1251">
                <a:extLst>
                  <a:ext uri="{FF2B5EF4-FFF2-40B4-BE49-F238E27FC236}">
                    <a16:creationId xmlns:a16="http://schemas.microsoft.com/office/drawing/2014/main" id="{E0853690-4788-4FB7-AB7E-8BBEF83B9D96}"/>
                  </a:ext>
                </a:extLst>
              </p:cNvPr>
              <p:cNvCxnSpPr>
                <a:cxnSpLocks/>
                <a:stCxn id="1256" idx="0"/>
                <a:endCxn id="125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3" name="직선 연결선 1252">
                <a:extLst>
                  <a:ext uri="{FF2B5EF4-FFF2-40B4-BE49-F238E27FC236}">
                    <a16:creationId xmlns:a16="http://schemas.microsoft.com/office/drawing/2014/main" id="{3BB980D7-E792-4F64-84B6-33C2D2A9A8DC}"/>
                  </a:ext>
                </a:extLst>
              </p:cNvPr>
              <p:cNvCxnSpPr>
                <a:cxnSpLocks/>
                <a:stCxn id="1256" idx="1"/>
                <a:endCxn id="125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4" name="직선 연결선 1253">
                <a:extLst>
                  <a:ext uri="{FF2B5EF4-FFF2-40B4-BE49-F238E27FC236}">
                    <a16:creationId xmlns:a16="http://schemas.microsoft.com/office/drawing/2014/main" id="{C8D61089-31A9-4947-BD29-67B0B6AFC3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5" name="직선 연결선 1254">
                <a:extLst>
                  <a:ext uri="{FF2B5EF4-FFF2-40B4-BE49-F238E27FC236}">
                    <a16:creationId xmlns:a16="http://schemas.microsoft.com/office/drawing/2014/main" id="{8DDDEA85-DE8B-42C8-8AC7-3114A901B7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6" name="직사각형 1255">
                <a:extLst>
                  <a:ext uri="{FF2B5EF4-FFF2-40B4-BE49-F238E27FC236}">
                    <a16:creationId xmlns:a16="http://schemas.microsoft.com/office/drawing/2014/main" id="{7C5CFC6C-B884-47DE-9E1E-23C692B34C20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4" name="그룹 1213">
              <a:extLst>
                <a:ext uri="{FF2B5EF4-FFF2-40B4-BE49-F238E27FC236}">
                  <a16:creationId xmlns:a16="http://schemas.microsoft.com/office/drawing/2014/main" id="{33E30EA0-5085-4451-8983-DE78E366B4AB}"/>
                </a:ext>
              </a:extLst>
            </p:cNvPr>
            <p:cNvGrpSpPr/>
            <p:nvPr/>
          </p:nvGrpSpPr>
          <p:grpSpPr>
            <a:xfrm>
              <a:off x="4654550" y="5022906"/>
              <a:ext cx="1085850" cy="1085850"/>
              <a:chOff x="1373188" y="1310640"/>
              <a:chExt cx="862256" cy="862256"/>
            </a:xfrm>
          </p:grpSpPr>
          <p:cxnSp>
            <p:nvCxnSpPr>
              <p:cNvPr id="1247" name="직선 연결선 1246">
                <a:extLst>
                  <a:ext uri="{FF2B5EF4-FFF2-40B4-BE49-F238E27FC236}">
                    <a16:creationId xmlns:a16="http://schemas.microsoft.com/office/drawing/2014/main" id="{FF502DFE-A34E-4710-BA7F-502A75C07297}"/>
                  </a:ext>
                </a:extLst>
              </p:cNvPr>
              <p:cNvCxnSpPr>
                <a:cxnSpLocks/>
                <a:stCxn id="1251" idx="0"/>
                <a:endCxn id="125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8" name="직선 연결선 1247">
                <a:extLst>
                  <a:ext uri="{FF2B5EF4-FFF2-40B4-BE49-F238E27FC236}">
                    <a16:creationId xmlns:a16="http://schemas.microsoft.com/office/drawing/2014/main" id="{24DD0DCB-BE5A-4361-A7F9-59C08E2CD2E0}"/>
                  </a:ext>
                </a:extLst>
              </p:cNvPr>
              <p:cNvCxnSpPr>
                <a:cxnSpLocks/>
                <a:stCxn id="1251" idx="1"/>
                <a:endCxn id="125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9" name="직선 연결선 1248">
                <a:extLst>
                  <a:ext uri="{FF2B5EF4-FFF2-40B4-BE49-F238E27FC236}">
                    <a16:creationId xmlns:a16="http://schemas.microsoft.com/office/drawing/2014/main" id="{CB84FF18-698A-4EF7-AB67-908316F681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0" name="직선 연결선 1249">
                <a:extLst>
                  <a:ext uri="{FF2B5EF4-FFF2-40B4-BE49-F238E27FC236}">
                    <a16:creationId xmlns:a16="http://schemas.microsoft.com/office/drawing/2014/main" id="{571BDDBA-75B7-47F3-B911-0398AB1C14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1" name="직사각형 1250">
                <a:extLst>
                  <a:ext uri="{FF2B5EF4-FFF2-40B4-BE49-F238E27FC236}">
                    <a16:creationId xmlns:a16="http://schemas.microsoft.com/office/drawing/2014/main" id="{C84559EB-7FD2-4476-8336-E8058B34B6AB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5" name="그룹 1214">
              <a:extLst>
                <a:ext uri="{FF2B5EF4-FFF2-40B4-BE49-F238E27FC236}">
                  <a16:creationId xmlns:a16="http://schemas.microsoft.com/office/drawing/2014/main" id="{80107102-0A61-4F8E-8700-D9595E406D55}"/>
                </a:ext>
              </a:extLst>
            </p:cNvPr>
            <p:cNvGrpSpPr/>
            <p:nvPr/>
          </p:nvGrpSpPr>
          <p:grpSpPr>
            <a:xfrm>
              <a:off x="166688" y="6145267"/>
              <a:ext cx="1085850" cy="1085850"/>
              <a:chOff x="1373188" y="1310640"/>
              <a:chExt cx="862256" cy="862256"/>
            </a:xfrm>
          </p:grpSpPr>
          <p:cxnSp>
            <p:nvCxnSpPr>
              <p:cNvPr id="1242" name="직선 연결선 1241">
                <a:extLst>
                  <a:ext uri="{FF2B5EF4-FFF2-40B4-BE49-F238E27FC236}">
                    <a16:creationId xmlns:a16="http://schemas.microsoft.com/office/drawing/2014/main" id="{C1A5BD44-5CA0-43E1-B081-306090EBF5D5}"/>
                  </a:ext>
                </a:extLst>
              </p:cNvPr>
              <p:cNvCxnSpPr>
                <a:cxnSpLocks/>
                <a:stCxn id="1246" idx="0"/>
                <a:endCxn id="124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" name="직선 연결선 1242">
                <a:extLst>
                  <a:ext uri="{FF2B5EF4-FFF2-40B4-BE49-F238E27FC236}">
                    <a16:creationId xmlns:a16="http://schemas.microsoft.com/office/drawing/2014/main" id="{32999EAC-F1CC-4CFA-9480-0C6A441DD7D6}"/>
                  </a:ext>
                </a:extLst>
              </p:cNvPr>
              <p:cNvCxnSpPr>
                <a:cxnSpLocks/>
                <a:stCxn id="1246" idx="1"/>
                <a:endCxn id="124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" name="직선 연결선 1243">
                <a:extLst>
                  <a:ext uri="{FF2B5EF4-FFF2-40B4-BE49-F238E27FC236}">
                    <a16:creationId xmlns:a16="http://schemas.microsoft.com/office/drawing/2014/main" id="{90E478FE-4A7A-48B0-B5CA-01CDC9FC04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" name="직선 연결선 1244">
                <a:extLst>
                  <a:ext uri="{FF2B5EF4-FFF2-40B4-BE49-F238E27FC236}">
                    <a16:creationId xmlns:a16="http://schemas.microsoft.com/office/drawing/2014/main" id="{09CF3F81-4126-40F8-A0ED-02BFEC6FFB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6" name="직사각형 1245">
                <a:extLst>
                  <a:ext uri="{FF2B5EF4-FFF2-40B4-BE49-F238E27FC236}">
                    <a16:creationId xmlns:a16="http://schemas.microsoft.com/office/drawing/2014/main" id="{5220E9F4-7E4D-417E-9620-B79A5E0DF1A5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6" name="그룹 1215">
              <a:extLst>
                <a:ext uri="{FF2B5EF4-FFF2-40B4-BE49-F238E27FC236}">
                  <a16:creationId xmlns:a16="http://schemas.microsoft.com/office/drawing/2014/main" id="{985A9484-E884-44A6-A5C5-5ACDD32BC352}"/>
                </a:ext>
              </a:extLst>
            </p:cNvPr>
            <p:cNvGrpSpPr/>
            <p:nvPr/>
          </p:nvGrpSpPr>
          <p:grpSpPr>
            <a:xfrm>
              <a:off x="1288653" y="6145267"/>
              <a:ext cx="1085850" cy="1085850"/>
              <a:chOff x="1373188" y="1310640"/>
              <a:chExt cx="862256" cy="862256"/>
            </a:xfrm>
          </p:grpSpPr>
          <p:cxnSp>
            <p:nvCxnSpPr>
              <p:cNvPr id="1237" name="직선 연결선 1236">
                <a:extLst>
                  <a:ext uri="{FF2B5EF4-FFF2-40B4-BE49-F238E27FC236}">
                    <a16:creationId xmlns:a16="http://schemas.microsoft.com/office/drawing/2014/main" id="{31567CDF-EAC3-48C6-8DDF-DA6F268E6927}"/>
                  </a:ext>
                </a:extLst>
              </p:cNvPr>
              <p:cNvCxnSpPr>
                <a:cxnSpLocks/>
                <a:stCxn id="1241" idx="0"/>
                <a:endCxn id="124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8" name="직선 연결선 1237">
                <a:extLst>
                  <a:ext uri="{FF2B5EF4-FFF2-40B4-BE49-F238E27FC236}">
                    <a16:creationId xmlns:a16="http://schemas.microsoft.com/office/drawing/2014/main" id="{EC2BBD9F-C824-4CC0-BF78-54E506278003}"/>
                  </a:ext>
                </a:extLst>
              </p:cNvPr>
              <p:cNvCxnSpPr>
                <a:cxnSpLocks/>
                <a:stCxn id="1241" idx="1"/>
                <a:endCxn id="124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" name="직선 연결선 1238">
                <a:extLst>
                  <a:ext uri="{FF2B5EF4-FFF2-40B4-BE49-F238E27FC236}">
                    <a16:creationId xmlns:a16="http://schemas.microsoft.com/office/drawing/2014/main" id="{B1868640-0CAD-46F6-A7D9-2CA5C1D709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" name="직선 연결선 1239">
                <a:extLst>
                  <a:ext uri="{FF2B5EF4-FFF2-40B4-BE49-F238E27FC236}">
                    <a16:creationId xmlns:a16="http://schemas.microsoft.com/office/drawing/2014/main" id="{59229D36-85C5-4E54-AD7C-233F8C5C53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1" name="직사각형 1240">
                <a:extLst>
                  <a:ext uri="{FF2B5EF4-FFF2-40B4-BE49-F238E27FC236}">
                    <a16:creationId xmlns:a16="http://schemas.microsoft.com/office/drawing/2014/main" id="{C116BD40-31BD-409B-89B8-C042811CC3EA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7" name="그룹 1216">
              <a:extLst>
                <a:ext uri="{FF2B5EF4-FFF2-40B4-BE49-F238E27FC236}">
                  <a16:creationId xmlns:a16="http://schemas.microsoft.com/office/drawing/2014/main" id="{FA11073D-AD63-4835-BEF4-AB232F7D8A8E}"/>
                </a:ext>
              </a:extLst>
            </p:cNvPr>
            <p:cNvGrpSpPr/>
            <p:nvPr/>
          </p:nvGrpSpPr>
          <p:grpSpPr>
            <a:xfrm>
              <a:off x="2410618" y="6145267"/>
              <a:ext cx="1085850" cy="1085850"/>
              <a:chOff x="1373188" y="1310640"/>
              <a:chExt cx="862256" cy="862256"/>
            </a:xfrm>
          </p:grpSpPr>
          <p:cxnSp>
            <p:nvCxnSpPr>
              <p:cNvPr id="1232" name="직선 연결선 1231">
                <a:extLst>
                  <a:ext uri="{FF2B5EF4-FFF2-40B4-BE49-F238E27FC236}">
                    <a16:creationId xmlns:a16="http://schemas.microsoft.com/office/drawing/2014/main" id="{3056CD9E-F839-490F-8A98-A19FD1A49818}"/>
                  </a:ext>
                </a:extLst>
              </p:cNvPr>
              <p:cNvCxnSpPr>
                <a:cxnSpLocks/>
                <a:stCxn id="1236" idx="0"/>
                <a:endCxn id="123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3" name="직선 연결선 1232">
                <a:extLst>
                  <a:ext uri="{FF2B5EF4-FFF2-40B4-BE49-F238E27FC236}">
                    <a16:creationId xmlns:a16="http://schemas.microsoft.com/office/drawing/2014/main" id="{33A30F8C-FB0C-4F0F-89BF-42C2B929492A}"/>
                  </a:ext>
                </a:extLst>
              </p:cNvPr>
              <p:cNvCxnSpPr>
                <a:cxnSpLocks/>
                <a:stCxn id="1236" idx="1"/>
                <a:endCxn id="123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4" name="직선 연결선 1233">
                <a:extLst>
                  <a:ext uri="{FF2B5EF4-FFF2-40B4-BE49-F238E27FC236}">
                    <a16:creationId xmlns:a16="http://schemas.microsoft.com/office/drawing/2014/main" id="{7F203F2B-CFC0-4651-9C7B-FD6EBDA2E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5" name="직선 연결선 1234">
                <a:extLst>
                  <a:ext uri="{FF2B5EF4-FFF2-40B4-BE49-F238E27FC236}">
                    <a16:creationId xmlns:a16="http://schemas.microsoft.com/office/drawing/2014/main" id="{4E2938F1-B402-4AC4-B47B-FF86F53EBF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6" name="직사각형 1235">
                <a:extLst>
                  <a:ext uri="{FF2B5EF4-FFF2-40B4-BE49-F238E27FC236}">
                    <a16:creationId xmlns:a16="http://schemas.microsoft.com/office/drawing/2014/main" id="{4DEA62DE-D976-41A8-BA23-F118AB66F291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8" name="그룹 1217">
              <a:extLst>
                <a:ext uri="{FF2B5EF4-FFF2-40B4-BE49-F238E27FC236}">
                  <a16:creationId xmlns:a16="http://schemas.microsoft.com/office/drawing/2014/main" id="{9C90163A-83E8-41AE-93B1-2400E34187A6}"/>
                </a:ext>
              </a:extLst>
            </p:cNvPr>
            <p:cNvGrpSpPr/>
            <p:nvPr/>
          </p:nvGrpSpPr>
          <p:grpSpPr>
            <a:xfrm>
              <a:off x="3532584" y="6145267"/>
              <a:ext cx="1085850" cy="1085850"/>
              <a:chOff x="1373188" y="1310640"/>
              <a:chExt cx="862256" cy="862256"/>
            </a:xfrm>
          </p:grpSpPr>
          <p:cxnSp>
            <p:nvCxnSpPr>
              <p:cNvPr id="1227" name="직선 연결선 1226">
                <a:extLst>
                  <a:ext uri="{FF2B5EF4-FFF2-40B4-BE49-F238E27FC236}">
                    <a16:creationId xmlns:a16="http://schemas.microsoft.com/office/drawing/2014/main" id="{D95AB8AC-755F-493A-882D-8B6B3AC77B45}"/>
                  </a:ext>
                </a:extLst>
              </p:cNvPr>
              <p:cNvCxnSpPr>
                <a:cxnSpLocks/>
                <a:stCxn id="1231" idx="0"/>
                <a:endCxn id="1231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8" name="직선 연결선 1227">
                <a:extLst>
                  <a:ext uri="{FF2B5EF4-FFF2-40B4-BE49-F238E27FC236}">
                    <a16:creationId xmlns:a16="http://schemas.microsoft.com/office/drawing/2014/main" id="{C4B03D37-B0DE-4EC3-8B6A-FB6F3398A8F4}"/>
                  </a:ext>
                </a:extLst>
              </p:cNvPr>
              <p:cNvCxnSpPr>
                <a:cxnSpLocks/>
                <a:stCxn id="1231" idx="1"/>
                <a:endCxn id="1231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9" name="직선 연결선 1228">
                <a:extLst>
                  <a:ext uri="{FF2B5EF4-FFF2-40B4-BE49-F238E27FC236}">
                    <a16:creationId xmlns:a16="http://schemas.microsoft.com/office/drawing/2014/main" id="{5EE552D1-17E8-4DCD-BE25-44C63BA04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0" name="직선 연결선 1229">
                <a:extLst>
                  <a:ext uri="{FF2B5EF4-FFF2-40B4-BE49-F238E27FC236}">
                    <a16:creationId xmlns:a16="http://schemas.microsoft.com/office/drawing/2014/main" id="{B2D7B7F5-D171-4C93-8E62-7F9BD84766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1" name="직사각형 1230">
                <a:extLst>
                  <a:ext uri="{FF2B5EF4-FFF2-40B4-BE49-F238E27FC236}">
                    <a16:creationId xmlns:a16="http://schemas.microsoft.com/office/drawing/2014/main" id="{A83A8E3A-E0DE-4C96-84A9-3C7E3B89AB1E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19" name="그룹 1218">
              <a:extLst>
                <a:ext uri="{FF2B5EF4-FFF2-40B4-BE49-F238E27FC236}">
                  <a16:creationId xmlns:a16="http://schemas.microsoft.com/office/drawing/2014/main" id="{318769EB-C0B0-4E6F-B673-39CED3D5DB18}"/>
                </a:ext>
              </a:extLst>
            </p:cNvPr>
            <p:cNvGrpSpPr/>
            <p:nvPr/>
          </p:nvGrpSpPr>
          <p:grpSpPr>
            <a:xfrm>
              <a:off x="4654550" y="6145267"/>
              <a:ext cx="1085850" cy="1085850"/>
              <a:chOff x="1373188" y="1310640"/>
              <a:chExt cx="862256" cy="862256"/>
            </a:xfrm>
          </p:grpSpPr>
          <p:cxnSp>
            <p:nvCxnSpPr>
              <p:cNvPr id="1222" name="직선 연결선 1221">
                <a:extLst>
                  <a:ext uri="{FF2B5EF4-FFF2-40B4-BE49-F238E27FC236}">
                    <a16:creationId xmlns:a16="http://schemas.microsoft.com/office/drawing/2014/main" id="{DCBFDEC5-4A5D-4536-9967-FB11D438C901}"/>
                  </a:ext>
                </a:extLst>
              </p:cNvPr>
              <p:cNvCxnSpPr>
                <a:cxnSpLocks/>
                <a:stCxn id="1226" idx="0"/>
                <a:endCxn id="1226" idx="2"/>
              </p:cNvCxnSpPr>
              <p:nvPr/>
            </p:nvCxnSpPr>
            <p:spPr>
              <a:xfrm>
                <a:off x="1804316" y="1310640"/>
                <a:ext cx="0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3" name="직선 연결선 1222">
                <a:extLst>
                  <a:ext uri="{FF2B5EF4-FFF2-40B4-BE49-F238E27FC236}">
                    <a16:creationId xmlns:a16="http://schemas.microsoft.com/office/drawing/2014/main" id="{6B83DED7-707E-4FF7-AE46-3B50BCEE7D78}"/>
                  </a:ext>
                </a:extLst>
              </p:cNvPr>
              <p:cNvCxnSpPr>
                <a:cxnSpLocks/>
                <a:stCxn id="1226" idx="1"/>
                <a:endCxn id="1226" idx="3"/>
              </p:cNvCxnSpPr>
              <p:nvPr/>
            </p:nvCxnSpPr>
            <p:spPr>
              <a:xfrm>
                <a:off x="1373188" y="1741768"/>
                <a:ext cx="862256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4" name="직선 연결선 1223">
                <a:extLst>
                  <a:ext uri="{FF2B5EF4-FFF2-40B4-BE49-F238E27FC236}">
                    <a16:creationId xmlns:a16="http://schemas.microsoft.com/office/drawing/2014/main" id="{E43793CB-FED7-4D7C-B909-8DFD0E68E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5" name="직선 연결선 1224">
                <a:extLst>
                  <a:ext uri="{FF2B5EF4-FFF2-40B4-BE49-F238E27FC236}">
                    <a16:creationId xmlns:a16="http://schemas.microsoft.com/office/drawing/2014/main" id="{E6C164B0-26A6-4F41-B3CB-C21FF4CB07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73188" y="1310640"/>
                <a:ext cx="862256" cy="862256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6" name="직사각형 1225">
                <a:extLst>
                  <a:ext uri="{FF2B5EF4-FFF2-40B4-BE49-F238E27FC236}">
                    <a16:creationId xmlns:a16="http://schemas.microsoft.com/office/drawing/2014/main" id="{7317CD41-05EB-40D3-B7F3-5B5034D23C59}"/>
                  </a:ext>
                </a:extLst>
              </p:cNvPr>
              <p:cNvSpPr/>
              <p:nvPr/>
            </p:nvSpPr>
            <p:spPr>
              <a:xfrm>
                <a:off x="1373188" y="1310640"/>
                <a:ext cx="862256" cy="86225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220" name="직선 연결선 1219">
              <a:extLst>
                <a:ext uri="{FF2B5EF4-FFF2-40B4-BE49-F238E27FC236}">
                  <a16:creationId xmlns:a16="http://schemas.microsoft.com/office/drawing/2014/main" id="{45BF3333-0125-4F2B-839C-37577E08426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직선 연결선 1220">
              <a:extLst>
                <a:ext uri="{FF2B5EF4-FFF2-40B4-BE49-F238E27FC236}">
                  <a16:creationId xmlns:a16="http://schemas.microsoft.com/office/drawing/2014/main" id="{A7DFEDC9-7BE7-40DA-AB1C-FBA9416F3B24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hlinkClick r:id="rId2"/>
            <a:extLst>
              <a:ext uri="{FF2B5EF4-FFF2-40B4-BE49-F238E27FC236}">
                <a16:creationId xmlns:a16="http://schemas.microsoft.com/office/drawing/2014/main" id="{1570AC40-8236-469F-AC20-4CA5335BFBF0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7" name="TextBox 186">
            <a:hlinkClick r:id="rId3"/>
            <a:extLst>
              <a:ext uri="{FF2B5EF4-FFF2-40B4-BE49-F238E27FC236}">
                <a16:creationId xmlns:a16="http://schemas.microsoft.com/office/drawing/2014/main" id="{E9434916-2CE6-428C-BD90-F922EF2F6CB2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8" name="TextBox 184">
            <a:hlinkClick r:id="rId4"/>
            <a:extLst>
              <a:ext uri="{FF2B5EF4-FFF2-40B4-BE49-F238E27FC236}">
                <a16:creationId xmlns:a16="http://schemas.microsoft.com/office/drawing/2014/main" id="{645C41F7-3AA3-4EB9-BB8C-39F18673852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189" name="TextBox 184">
            <a:hlinkClick r:id="rId4"/>
            <a:extLst>
              <a:ext uri="{FF2B5EF4-FFF2-40B4-BE49-F238E27FC236}">
                <a16:creationId xmlns:a16="http://schemas.microsoft.com/office/drawing/2014/main" id="{953B3561-99CB-45E6-8FCE-0076204B3707}"/>
              </a:ext>
            </a:extLst>
          </p:cNvPr>
          <p:cNvSpPr txBox="1"/>
          <p:nvPr/>
        </p:nvSpPr>
        <p:spPr>
          <a:xfrm>
            <a:off x="464596" y="77057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12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57</cp:revision>
  <dcterms:created xsi:type="dcterms:W3CDTF">2021-10-29T04:43:38Z</dcterms:created>
  <dcterms:modified xsi:type="dcterms:W3CDTF">2021-12-19T07:51:51Z</dcterms:modified>
</cp:coreProperties>
</file>
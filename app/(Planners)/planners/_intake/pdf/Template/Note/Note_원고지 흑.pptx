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90" y="-434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75E643-9E64-40CC-8B46-1C73275EC082}"/>
              </a:ext>
            </a:extLst>
          </p:cNvPr>
          <p:cNvCxnSpPr>
            <a:cxnSpLocks/>
          </p:cNvCxnSpPr>
          <p:nvPr/>
        </p:nvCxnSpPr>
        <p:spPr>
          <a:xfrm>
            <a:off x="308285" y="794430"/>
            <a:ext cx="546212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DD10673-6C7C-4CE9-992F-61E062936A41}"/>
              </a:ext>
            </a:extLst>
          </p:cNvPr>
          <p:cNvCxnSpPr>
            <a:cxnSpLocks/>
          </p:cNvCxnSpPr>
          <p:nvPr/>
        </p:nvCxnSpPr>
        <p:spPr>
          <a:xfrm rot="16200000">
            <a:off x="718809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7808B2E-CBF4-40C9-96B2-41E47AB09F23}"/>
              </a:ext>
            </a:extLst>
          </p:cNvPr>
          <p:cNvCxnSpPr>
            <a:cxnSpLocks/>
          </p:cNvCxnSpPr>
          <p:nvPr/>
        </p:nvCxnSpPr>
        <p:spPr>
          <a:xfrm rot="16200000">
            <a:off x="3453335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C48CEBE-8CC5-4E81-9F30-53F37FA772B4}"/>
              </a:ext>
            </a:extLst>
          </p:cNvPr>
          <p:cNvCxnSpPr>
            <a:cxnSpLocks/>
          </p:cNvCxnSpPr>
          <p:nvPr/>
        </p:nvCxnSpPr>
        <p:spPr>
          <a:xfrm rot="16200000">
            <a:off x="5094051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BBD689B-453D-4E99-B25B-E1082769C090}"/>
              </a:ext>
            </a:extLst>
          </p:cNvPr>
          <p:cNvCxnSpPr>
            <a:cxnSpLocks/>
          </p:cNvCxnSpPr>
          <p:nvPr/>
        </p:nvCxnSpPr>
        <p:spPr>
          <a:xfrm rot="16200000">
            <a:off x="1265714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14E6AF0-5F27-42E6-9EE6-AA82C5365482}"/>
              </a:ext>
            </a:extLst>
          </p:cNvPr>
          <p:cNvCxnSpPr>
            <a:cxnSpLocks/>
          </p:cNvCxnSpPr>
          <p:nvPr/>
        </p:nvCxnSpPr>
        <p:spPr>
          <a:xfrm rot="16200000">
            <a:off x="1812620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EB351DD-C68A-4BCD-86D9-A57B5CACCCFC}"/>
              </a:ext>
            </a:extLst>
          </p:cNvPr>
          <p:cNvCxnSpPr>
            <a:cxnSpLocks/>
          </p:cNvCxnSpPr>
          <p:nvPr/>
        </p:nvCxnSpPr>
        <p:spPr>
          <a:xfrm rot="16200000">
            <a:off x="2359525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424224F-FC26-4B99-A159-051889A53C70}"/>
              </a:ext>
            </a:extLst>
          </p:cNvPr>
          <p:cNvCxnSpPr>
            <a:cxnSpLocks/>
          </p:cNvCxnSpPr>
          <p:nvPr/>
        </p:nvCxnSpPr>
        <p:spPr>
          <a:xfrm rot="16200000">
            <a:off x="2906430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59E43C3-A3CB-4BA3-A486-10542312CEA7}"/>
              </a:ext>
            </a:extLst>
          </p:cNvPr>
          <p:cNvCxnSpPr>
            <a:cxnSpLocks/>
          </p:cNvCxnSpPr>
          <p:nvPr/>
        </p:nvCxnSpPr>
        <p:spPr>
          <a:xfrm rot="16200000">
            <a:off x="4000240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EE4B53-C4A0-4A0F-800C-8D0B654709EF}"/>
              </a:ext>
            </a:extLst>
          </p:cNvPr>
          <p:cNvCxnSpPr>
            <a:cxnSpLocks/>
          </p:cNvCxnSpPr>
          <p:nvPr/>
        </p:nvCxnSpPr>
        <p:spPr>
          <a:xfrm rot="16200000">
            <a:off x="4273693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5CE30A5-7F6C-4D42-BF00-87A497B2698D}"/>
              </a:ext>
            </a:extLst>
          </p:cNvPr>
          <p:cNvCxnSpPr>
            <a:cxnSpLocks/>
          </p:cNvCxnSpPr>
          <p:nvPr/>
        </p:nvCxnSpPr>
        <p:spPr>
          <a:xfrm rot="16200000">
            <a:off x="4547146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4D21A8C-0B0C-4981-AD1B-488207870830}"/>
              </a:ext>
            </a:extLst>
          </p:cNvPr>
          <p:cNvCxnSpPr>
            <a:cxnSpLocks/>
          </p:cNvCxnSpPr>
          <p:nvPr/>
        </p:nvCxnSpPr>
        <p:spPr>
          <a:xfrm rot="16200000">
            <a:off x="4820598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3FDDF1D-D215-45F1-AF00-E66D3769C164}"/>
              </a:ext>
            </a:extLst>
          </p:cNvPr>
          <p:cNvCxnSpPr>
            <a:cxnSpLocks/>
          </p:cNvCxnSpPr>
          <p:nvPr/>
        </p:nvCxnSpPr>
        <p:spPr>
          <a:xfrm rot="16200000">
            <a:off x="5367503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32A08AB-1526-4D2B-AC1A-28CEF0F04487}"/>
              </a:ext>
            </a:extLst>
          </p:cNvPr>
          <p:cNvCxnSpPr>
            <a:cxnSpLocks/>
          </p:cNvCxnSpPr>
          <p:nvPr/>
        </p:nvCxnSpPr>
        <p:spPr>
          <a:xfrm rot="16200000">
            <a:off x="445357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42615524-CF9E-4662-8CB2-0E797B9521AB}"/>
              </a:ext>
            </a:extLst>
          </p:cNvPr>
          <p:cNvCxnSpPr>
            <a:cxnSpLocks/>
          </p:cNvCxnSpPr>
          <p:nvPr/>
        </p:nvCxnSpPr>
        <p:spPr>
          <a:xfrm rot="16200000">
            <a:off x="992262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3493A8E-104A-4DD0-BF58-D8FCAE71FE99}"/>
              </a:ext>
            </a:extLst>
          </p:cNvPr>
          <p:cNvCxnSpPr>
            <a:cxnSpLocks/>
          </p:cNvCxnSpPr>
          <p:nvPr/>
        </p:nvCxnSpPr>
        <p:spPr>
          <a:xfrm rot="16200000">
            <a:off x="3726788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11AE95E-E782-4ADB-B909-B2B58164DA38}"/>
              </a:ext>
            </a:extLst>
          </p:cNvPr>
          <p:cNvCxnSpPr>
            <a:cxnSpLocks/>
          </p:cNvCxnSpPr>
          <p:nvPr/>
        </p:nvCxnSpPr>
        <p:spPr>
          <a:xfrm rot="16200000">
            <a:off x="1539167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6815C7B-AAB6-4D38-8A56-0DA57D4DBA88}"/>
              </a:ext>
            </a:extLst>
          </p:cNvPr>
          <p:cNvCxnSpPr>
            <a:cxnSpLocks/>
          </p:cNvCxnSpPr>
          <p:nvPr/>
        </p:nvCxnSpPr>
        <p:spPr>
          <a:xfrm rot="16200000">
            <a:off x="2086072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759E72E-B0EB-4E3F-B3B0-4640C18203B9}"/>
              </a:ext>
            </a:extLst>
          </p:cNvPr>
          <p:cNvCxnSpPr>
            <a:cxnSpLocks/>
          </p:cNvCxnSpPr>
          <p:nvPr/>
        </p:nvCxnSpPr>
        <p:spPr>
          <a:xfrm rot="16200000">
            <a:off x="2632977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BAE9117-3D7D-4D10-B888-1FAB62EAAE74}"/>
              </a:ext>
            </a:extLst>
          </p:cNvPr>
          <p:cNvCxnSpPr>
            <a:cxnSpLocks/>
          </p:cNvCxnSpPr>
          <p:nvPr/>
        </p:nvCxnSpPr>
        <p:spPr>
          <a:xfrm rot="16200000">
            <a:off x="3179883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8FACD89-0B95-4334-8431-31CD3B0A2B8D}"/>
              </a:ext>
            </a:extLst>
          </p:cNvPr>
          <p:cNvCxnSpPr>
            <a:cxnSpLocks/>
          </p:cNvCxnSpPr>
          <p:nvPr/>
        </p:nvCxnSpPr>
        <p:spPr>
          <a:xfrm rot="16200000">
            <a:off x="171904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7FE507F-9A7A-4783-88F0-79AFCC8A85F5}"/>
              </a:ext>
            </a:extLst>
          </p:cNvPr>
          <p:cNvCxnSpPr>
            <a:cxnSpLocks/>
          </p:cNvCxnSpPr>
          <p:nvPr/>
        </p:nvCxnSpPr>
        <p:spPr>
          <a:xfrm rot="16200000">
            <a:off x="5640956" y="663916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6C4B7A5-3D8B-4E0C-8E34-C80972A272DE}"/>
              </a:ext>
            </a:extLst>
          </p:cNvPr>
          <p:cNvCxnSpPr>
            <a:cxnSpLocks/>
          </p:cNvCxnSpPr>
          <p:nvPr/>
        </p:nvCxnSpPr>
        <p:spPr>
          <a:xfrm>
            <a:off x="308285" y="533999"/>
            <a:ext cx="546212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8F281FA-0600-458B-BF53-9D5370B48D19}"/>
              </a:ext>
            </a:extLst>
          </p:cNvPr>
          <p:cNvGrpSpPr/>
          <p:nvPr/>
        </p:nvGrpSpPr>
        <p:grpSpPr>
          <a:xfrm>
            <a:off x="302419" y="837215"/>
            <a:ext cx="5469052" cy="261030"/>
            <a:chOff x="291320" y="533401"/>
            <a:chExt cx="5407920" cy="258112"/>
          </a:xfrm>
        </p:grpSpPr>
        <p:cxnSp>
          <p:nvCxnSpPr>
            <p:cNvPr id="555" name="직선 연결선 554">
              <a:extLst>
                <a:ext uri="{FF2B5EF4-FFF2-40B4-BE49-F238E27FC236}">
                  <a16:creationId xmlns:a16="http://schemas.microsoft.com/office/drawing/2014/main" id="{4B9A380C-5570-45FA-A935-64DF8CA1ED6D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직선 연결선 555">
              <a:extLst>
                <a:ext uri="{FF2B5EF4-FFF2-40B4-BE49-F238E27FC236}">
                  <a16:creationId xmlns:a16="http://schemas.microsoft.com/office/drawing/2014/main" id="{ED209D08-C7B2-4133-A4C6-2E00951529A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직선 연결선 556">
              <a:extLst>
                <a:ext uri="{FF2B5EF4-FFF2-40B4-BE49-F238E27FC236}">
                  <a16:creationId xmlns:a16="http://schemas.microsoft.com/office/drawing/2014/main" id="{4507351A-6A5B-4C88-926E-73867FEEBED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직선 연결선 557">
              <a:extLst>
                <a:ext uri="{FF2B5EF4-FFF2-40B4-BE49-F238E27FC236}">
                  <a16:creationId xmlns:a16="http://schemas.microsoft.com/office/drawing/2014/main" id="{74CF4BE1-B073-49AC-8D69-A0ACEC78DE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직선 연결선 558">
              <a:extLst>
                <a:ext uri="{FF2B5EF4-FFF2-40B4-BE49-F238E27FC236}">
                  <a16:creationId xmlns:a16="http://schemas.microsoft.com/office/drawing/2014/main" id="{D620710C-D7A5-4A8F-926E-ADD33007B8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직선 연결선 559">
              <a:extLst>
                <a:ext uri="{FF2B5EF4-FFF2-40B4-BE49-F238E27FC236}">
                  <a16:creationId xmlns:a16="http://schemas.microsoft.com/office/drawing/2014/main" id="{B43855E1-10AD-4D64-BC55-4CD9173636B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직선 연결선 560">
              <a:extLst>
                <a:ext uri="{FF2B5EF4-FFF2-40B4-BE49-F238E27FC236}">
                  <a16:creationId xmlns:a16="http://schemas.microsoft.com/office/drawing/2014/main" id="{D28590CB-B260-4DF9-9E9D-57C5B10EEE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직선 연결선 561">
              <a:extLst>
                <a:ext uri="{FF2B5EF4-FFF2-40B4-BE49-F238E27FC236}">
                  <a16:creationId xmlns:a16="http://schemas.microsoft.com/office/drawing/2014/main" id="{5160937B-F69B-4EFB-8439-FE159AA305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직선 연결선 562">
              <a:extLst>
                <a:ext uri="{FF2B5EF4-FFF2-40B4-BE49-F238E27FC236}">
                  <a16:creationId xmlns:a16="http://schemas.microsoft.com/office/drawing/2014/main" id="{CEA4B754-992F-433A-85D1-2F9E91DD40A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직선 연결선 563">
              <a:extLst>
                <a:ext uri="{FF2B5EF4-FFF2-40B4-BE49-F238E27FC236}">
                  <a16:creationId xmlns:a16="http://schemas.microsoft.com/office/drawing/2014/main" id="{F653E102-A6DA-4D81-81E9-AA0B10C4AF9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직선 연결선 564">
              <a:extLst>
                <a:ext uri="{FF2B5EF4-FFF2-40B4-BE49-F238E27FC236}">
                  <a16:creationId xmlns:a16="http://schemas.microsoft.com/office/drawing/2014/main" id="{157B3880-1CA2-447C-94F1-9DA37D1427C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직선 연결선 565">
              <a:extLst>
                <a:ext uri="{FF2B5EF4-FFF2-40B4-BE49-F238E27FC236}">
                  <a16:creationId xmlns:a16="http://schemas.microsoft.com/office/drawing/2014/main" id="{0B548A71-3E75-4A95-B99D-484F8B582A3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직선 연결선 566">
              <a:extLst>
                <a:ext uri="{FF2B5EF4-FFF2-40B4-BE49-F238E27FC236}">
                  <a16:creationId xmlns:a16="http://schemas.microsoft.com/office/drawing/2014/main" id="{658063A3-916D-40F2-9E4E-71E7DD7B717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직선 연결선 567">
              <a:extLst>
                <a:ext uri="{FF2B5EF4-FFF2-40B4-BE49-F238E27FC236}">
                  <a16:creationId xmlns:a16="http://schemas.microsoft.com/office/drawing/2014/main" id="{F2325737-B0BE-43EF-9398-F37FDEFC6E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직선 연결선 568">
              <a:extLst>
                <a:ext uri="{FF2B5EF4-FFF2-40B4-BE49-F238E27FC236}">
                  <a16:creationId xmlns:a16="http://schemas.microsoft.com/office/drawing/2014/main" id="{A4733886-1971-45C1-9AA7-C185C18C61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직선 연결선 569">
              <a:extLst>
                <a:ext uri="{FF2B5EF4-FFF2-40B4-BE49-F238E27FC236}">
                  <a16:creationId xmlns:a16="http://schemas.microsoft.com/office/drawing/2014/main" id="{9D3AF48B-0712-4F7B-BAAE-8ED8FE03B67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직선 연결선 570">
              <a:extLst>
                <a:ext uri="{FF2B5EF4-FFF2-40B4-BE49-F238E27FC236}">
                  <a16:creationId xmlns:a16="http://schemas.microsoft.com/office/drawing/2014/main" id="{3E146BEC-D926-4601-A22F-274352A6114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직선 연결선 571">
              <a:extLst>
                <a:ext uri="{FF2B5EF4-FFF2-40B4-BE49-F238E27FC236}">
                  <a16:creationId xmlns:a16="http://schemas.microsoft.com/office/drawing/2014/main" id="{41217C02-23F6-42D1-A2BB-73FB3AA590F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직선 연결선 572">
              <a:extLst>
                <a:ext uri="{FF2B5EF4-FFF2-40B4-BE49-F238E27FC236}">
                  <a16:creationId xmlns:a16="http://schemas.microsoft.com/office/drawing/2014/main" id="{8F84636D-0ED9-40B4-9D24-E3564A2342E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직선 연결선 573">
              <a:extLst>
                <a:ext uri="{FF2B5EF4-FFF2-40B4-BE49-F238E27FC236}">
                  <a16:creationId xmlns:a16="http://schemas.microsoft.com/office/drawing/2014/main" id="{AEFBB3FE-354A-434C-BC1A-582C30FDED3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직선 연결선 574">
              <a:extLst>
                <a:ext uri="{FF2B5EF4-FFF2-40B4-BE49-F238E27FC236}">
                  <a16:creationId xmlns:a16="http://schemas.microsoft.com/office/drawing/2014/main" id="{8B6B64D2-1923-4879-A8E4-FDB14F0F1DF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직선 연결선 575">
              <a:extLst>
                <a:ext uri="{FF2B5EF4-FFF2-40B4-BE49-F238E27FC236}">
                  <a16:creationId xmlns:a16="http://schemas.microsoft.com/office/drawing/2014/main" id="{C0FBC2BA-F8E4-40D7-ABD2-79192E9B936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직선 연결선 576">
              <a:extLst>
                <a:ext uri="{FF2B5EF4-FFF2-40B4-BE49-F238E27FC236}">
                  <a16:creationId xmlns:a16="http://schemas.microsoft.com/office/drawing/2014/main" id="{28D6D028-5FB6-444E-B7C9-1A9251780C1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7F66CB3-D03A-4EAA-87B7-E48DB47ECC94}"/>
              </a:ext>
            </a:extLst>
          </p:cNvPr>
          <p:cNvGrpSpPr/>
          <p:nvPr/>
        </p:nvGrpSpPr>
        <p:grpSpPr>
          <a:xfrm>
            <a:off x="302419" y="1141029"/>
            <a:ext cx="5469052" cy="261030"/>
            <a:chOff x="291320" y="533401"/>
            <a:chExt cx="5407920" cy="258112"/>
          </a:xfrm>
        </p:grpSpPr>
        <p:cxnSp>
          <p:nvCxnSpPr>
            <p:cNvPr id="532" name="직선 연결선 531">
              <a:extLst>
                <a:ext uri="{FF2B5EF4-FFF2-40B4-BE49-F238E27FC236}">
                  <a16:creationId xmlns:a16="http://schemas.microsoft.com/office/drawing/2014/main" id="{0C1E5662-9E25-496F-B76B-6F9B88D37B5E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직선 연결선 532">
              <a:extLst>
                <a:ext uri="{FF2B5EF4-FFF2-40B4-BE49-F238E27FC236}">
                  <a16:creationId xmlns:a16="http://schemas.microsoft.com/office/drawing/2014/main" id="{AC36387B-B13D-4BD2-BE8B-39FDF57E3A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직선 연결선 533">
              <a:extLst>
                <a:ext uri="{FF2B5EF4-FFF2-40B4-BE49-F238E27FC236}">
                  <a16:creationId xmlns:a16="http://schemas.microsoft.com/office/drawing/2014/main" id="{7505950D-704E-4964-8E99-8B785D49281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직선 연결선 534">
              <a:extLst>
                <a:ext uri="{FF2B5EF4-FFF2-40B4-BE49-F238E27FC236}">
                  <a16:creationId xmlns:a16="http://schemas.microsoft.com/office/drawing/2014/main" id="{0E7D35B8-D453-4E85-AAE6-D883585798C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직선 연결선 535">
              <a:extLst>
                <a:ext uri="{FF2B5EF4-FFF2-40B4-BE49-F238E27FC236}">
                  <a16:creationId xmlns:a16="http://schemas.microsoft.com/office/drawing/2014/main" id="{DBD1AC7C-4243-444E-B1C5-10320F78AE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직선 연결선 536">
              <a:extLst>
                <a:ext uri="{FF2B5EF4-FFF2-40B4-BE49-F238E27FC236}">
                  <a16:creationId xmlns:a16="http://schemas.microsoft.com/office/drawing/2014/main" id="{ADFE9176-8CFF-459D-8CC0-33B434F0EEA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직선 연결선 537">
              <a:extLst>
                <a:ext uri="{FF2B5EF4-FFF2-40B4-BE49-F238E27FC236}">
                  <a16:creationId xmlns:a16="http://schemas.microsoft.com/office/drawing/2014/main" id="{A5377E37-9B13-4C68-9900-AC91F93E1EE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직선 연결선 538">
              <a:extLst>
                <a:ext uri="{FF2B5EF4-FFF2-40B4-BE49-F238E27FC236}">
                  <a16:creationId xmlns:a16="http://schemas.microsoft.com/office/drawing/2014/main" id="{A82411F5-B24A-483F-801C-9484B60D1D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직선 연결선 539">
              <a:extLst>
                <a:ext uri="{FF2B5EF4-FFF2-40B4-BE49-F238E27FC236}">
                  <a16:creationId xmlns:a16="http://schemas.microsoft.com/office/drawing/2014/main" id="{9D632503-EFC8-47F6-9802-7B5C31032E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직선 연결선 540">
              <a:extLst>
                <a:ext uri="{FF2B5EF4-FFF2-40B4-BE49-F238E27FC236}">
                  <a16:creationId xmlns:a16="http://schemas.microsoft.com/office/drawing/2014/main" id="{4374DC8E-4AC0-49F5-A795-47D9FC57D97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직선 연결선 541">
              <a:extLst>
                <a:ext uri="{FF2B5EF4-FFF2-40B4-BE49-F238E27FC236}">
                  <a16:creationId xmlns:a16="http://schemas.microsoft.com/office/drawing/2014/main" id="{D5EC750B-DFF0-4BDA-8244-1E85D3F123C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직선 연결선 542">
              <a:extLst>
                <a:ext uri="{FF2B5EF4-FFF2-40B4-BE49-F238E27FC236}">
                  <a16:creationId xmlns:a16="http://schemas.microsoft.com/office/drawing/2014/main" id="{3EF41644-F67B-4D3C-B1F2-9433DAD8180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직선 연결선 543">
              <a:extLst>
                <a:ext uri="{FF2B5EF4-FFF2-40B4-BE49-F238E27FC236}">
                  <a16:creationId xmlns:a16="http://schemas.microsoft.com/office/drawing/2014/main" id="{97A496B6-7E4D-4570-9D37-162B7F2D372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직선 연결선 544">
              <a:extLst>
                <a:ext uri="{FF2B5EF4-FFF2-40B4-BE49-F238E27FC236}">
                  <a16:creationId xmlns:a16="http://schemas.microsoft.com/office/drawing/2014/main" id="{83EAF25B-8DE4-411A-A712-48DC2FE8E0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직선 연결선 545">
              <a:extLst>
                <a:ext uri="{FF2B5EF4-FFF2-40B4-BE49-F238E27FC236}">
                  <a16:creationId xmlns:a16="http://schemas.microsoft.com/office/drawing/2014/main" id="{F9014E7F-0A25-4E25-BA3E-6F4483AE7B7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직선 연결선 546">
              <a:extLst>
                <a:ext uri="{FF2B5EF4-FFF2-40B4-BE49-F238E27FC236}">
                  <a16:creationId xmlns:a16="http://schemas.microsoft.com/office/drawing/2014/main" id="{83140E87-9321-4EFB-ACF2-21A6C0764BC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직선 연결선 547">
              <a:extLst>
                <a:ext uri="{FF2B5EF4-FFF2-40B4-BE49-F238E27FC236}">
                  <a16:creationId xmlns:a16="http://schemas.microsoft.com/office/drawing/2014/main" id="{6DEEECB4-B156-49A4-B83B-BBE1FBCE89F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직선 연결선 548">
              <a:extLst>
                <a:ext uri="{FF2B5EF4-FFF2-40B4-BE49-F238E27FC236}">
                  <a16:creationId xmlns:a16="http://schemas.microsoft.com/office/drawing/2014/main" id="{BBE9B1D2-F31A-4B25-A1E5-3B0408107B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761009F5-3D74-4B4C-948E-88DE1EF5709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직선 연결선 550">
              <a:extLst>
                <a:ext uri="{FF2B5EF4-FFF2-40B4-BE49-F238E27FC236}">
                  <a16:creationId xmlns:a16="http://schemas.microsoft.com/office/drawing/2014/main" id="{A4A16C64-536B-4B62-B190-978167D7E6B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직선 연결선 551">
              <a:extLst>
                <a:ext uri="{FF2B5EF4-FFF2-40B4-BE49-F238E27FC236}">
                  <a16:creationId xmlns:a16="http://schemas.microsoft.com/office/drawing/2014/main" id="{495CC032-3A20-401F-BCAD-5061DA48D9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직선 연결선 552">
              <a:extLst>
                <a:ext uri="{FF2B5EF4-FFF2-40B4-BE49-F238E27FC236}">
                  <a16:creationId xmlns:a16="http://schemas.microsoft.com/office/drawing/2014/main" id="{186AEC98-8501-4FEF-B47F-2061BAEE56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직선 연결선 553">
              <a:extLst>
                <a:ext uri="{FF2B5EF4-FFF2-40B4-BE49-F238E27FC236}">
                  <a16:creationId xmlns:a16="http://schemas.microsoft.com/office/drawing/2014/main" id="{8619F792-E464-4014-8A5E-F3CED5C5069D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7C185BE-931C-4464-B80C-DF3F4808278E}"/>
              </a:ext>
            </a:extLst>
          </p:cNvPr>
          <p:cNvGrpSpPr/>
          <p:nvPr/>
        </p:nvGrpSpPr>
        <p:grpSpPr>
          <a:xfrm>
            <a:off x="302419" y="1444843"/>
            <a:ext cx="5469052" cy="261030"/>
            <a:chOff x="291320" y="533401"/>
            <a:chExt cx="5407920" cy="258112"/>
          </a:xfrm>
        </p:grpSpPr>
        <p:cxnSp>
          <p:nvCxnSpPr>
            <p:cNvPr id="509" name="직선 연결선 508">
              <a:extLst>
                <a:ext uri="{FF2B5EF4-FFF2-40B4-BE49-F238E27FC236}">
                  <a16:creationId xmlns:a16="http://schemas.microsoft.com/office/drawing/2014/main" id="{B5A17E6B-64B5-48FD-B9EE-9962A15E8A86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직선 연결선 509">
              <a:extLst>
                <a:ext uri="{FF2B5EF4-FFF2-40B4-BE49-F238E27FC236}">
                  <a16:creationId xmlns:a16="http://schemas.microsoft.com/office/drawing/2014/main" id="{51757B59-737C-4952-BEBA-02892AD0BA0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직선 연결선 510">
              <a:extLst>
                <a:ext uri="{FF2B5EF4-FFF2-40B4-BE49-F238E27FC236}">
                  <a16:creationId xmlns:a16="http://schemas.microsoft.com/office/drawing/2014/main" id="{FBE97D87-D5DD-48D2-8BEF-FE759DD944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직선 연결선 511">
              <a:extLst>
                <a:ext uri="{FF2B5EF4-FFF2-40B4-BE49-F238E27FC236}">
                  <a16:creationId xmlns:a16="http://schemas.microsoft.com/office/drawing/2014/main" id="{87574548-6713-4651-B76F-FA85E93468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직선 연결선 512">
              <a:extLst>
                <a:ext uri="{FF2B5EF4-FFF2-40B4-BE49-F238E27FC236}">
                  <a16:creationId xmlns:a16="http://schemas.microsoft.com/office/drawing/2014/main" id="{7699F509-FEC3-4659-9318-FD5593096CA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직선 연결선 513">
              <a:extLst>
                <a:ext uri="{FF2B5EF4-FFF2-40B4-BE49-F238E27FC236}">
                  <a16:creationId xmlns:a16="http://schemas.microsoft.com/office/drawing/2014/main" id="{AEAB65A4-8BE3-4F6D-BD6A-9BC3566FE96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직선 연결선 514">
              <a:extLst>
                <a:ext uri="{FF2B5EF4-FFF2-40B4-BE49-F238E27FC236}">
                  <a16:creationId xmlns:a16="http://schemas.microsoft.com/office/drawing/2014/main" id="{CB1DB7A3-DCF6-4796-A8FA-32C9B27D2A9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직선 연결선 515">
              <a:extLst>
                <a:ext uri="{FF2B5EF4-FFF2-40B4-BE49-F238E27FC236}">
                  <a16:creationId xmlns:a16="http://schemas.microsoft.com/office/drawing/2014/main" id="{0B1A11F4-6A11-42FE-A160-1B78F51C7B8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직선 연결선 516">
              <a:extLst>
                <a:ext uri="{FF2B5EF4-FFF2-40B4-BE49-F238E27FC236}">
                  <a16:creationId xmlns:a16="http://schemas.microsoft.com/office/drawing/2014/main" id="{CFB3DD6D-344F-4FA8-9316-2BF9BDA7BB0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직선 연결선 517">
              <a:extLst>
                <a:ext uri="{FF2B5EF4-FFF2-40B4-BE49-F238E27FC236}">
                  <a16:creationId xmlns:a16="http://schemas.microsoft.com/office/drawing/2014/main" id="{A25D89DA-DA3E-48A6-8640-6A422F6B7E0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직선 연결선 518">
              <a:extLst>
                <a:ext uri="{FF2B5EF4-FFF2-40B4-BE49-F238E27FC236}">
                  <a16:creationId xmlns:a16="http://schemas.microsoft.com/office/drawing/2014/main" id="{08B9CD74-4091-4858-A32A-5CE61527D6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직선 연결선 519">
              <a:extLst>
                <a:ext uri="{FF2B5EF4-FFF2-40B4-BE49-F238E27FC236}">
                  <a16:creationId xmlns:a16="http://schemas.microsoft.com/office/drawing/2014/main" id="{2204009C-B110-45DA-ABA2-0656B62DC8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직선 연결선 520">
              <a:extLst>
                <a:ext uri="{FF2B5EF4-FFF2-40B4-BE49-F238E27FC236}">
                  <a16:creationId xmlns:a16="http://schemas.microsoft.com/office/drawing/2014/main" id="{21E2068B-02DB-454B-8A2D-E3F12FE5233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직선 연결선 521">
              <a:extLst>
                <a:ext uri="{FF2B5EF4-FFF2-40B4-BE49-F238E27FC236}">
                  <a16:creationId xmlns:a16="http://schemas.microsoft.com/office/drawing/2014/main" id="{73005737-1341-43D8-9003-60BB0B43EB9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직선 연결선 522">
              <a:extLst>
                <a:ext uri="{FF2B5EF4-FFF2-40B4-BE49-F238E27FC236}">
                  <a16:creationId xmlns:a16="http://schemas.microsoft.com/office/drawing/2014/main" id="{6839FBCC-32C3-4565-A292-FC1D816AE9E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직선 연결선 523">
              <a:extLst>
                <a:ext uri="{FF2B5EF4-FFF2-40B4-BE49-F238E27FC236}">
                  <a16:creationId xmlns:a16="http://schemas.microsoft.com/office/drawing/2014/main" id="{D147019C-0074-40F9-ACEF-293989F48A9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직선 연결선 524">
              <a:extLst>
                <a:ext uri="{FF2B5EF4-FFF2-40B4-BE49-F238E27FC236}">
                  <a16:creationId xmlns:a16="http://schemas.microsoft.com/office/drawing/2014/main" id="{6DC0C292-ED88-48D1-AE2A-23EB918A448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직선 연결선 525">
              <a:extLst>
                <a:ext uri="{FF2B5EF4-FFF2-40B4-BE49-F238E27FC236}">
                  <a16:creationId xmlns:a16="http://schemas.microsoft.com/office/drawing/2014/main" id="{42075804-40FB-48A1-B893-9297919D58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직선 연결선 526">
              <a:extLst>
                <a:ext uri="{FF2B5EF4-FFF2-40B4-BE49-F238E27FC236}">
                  <a16:creationId xmlns:a16="http://schemas.microsoft.com/office/drawing/2014/main" id="{04AB26F3-B9E7-49B6-8F40-A534796E1A5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직선 연결선 527">
              <a:extLst>
                <a:ext uri="{FF2B5EF4-FFF2-40B4-BE49-F238E27FC236}">
                  <a16:creationId xmlns:a16="http://schemas.microsoft.com/office/drawing/2014/main" id="{74E9BCD4-6B75-4CE1-8F77-983672C6303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직선 연결선 528">
              <a:extLst>
                <a:ext uri="{FF2B5EF4-FFF2-40B4-BE49-F238E27FC236}">
                  <a16:creationId xmlns:a16="http://schemas.microsoft.com/office/drawing/2014/main" id="{32D2138F-6710-4C9C-81E7-327032C0AC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직선 연결선 529">
              <a:extLst>
                <a:ext uri="{FF2B5EF4-FFF2-40B4-BE49-F238E27FC236}">
                  <a16:creationId xmlns:a16="http://schemas.microsoft.com/office/drawing/2014/main" id="{3200A3B5-3F78-4C5A-9A51-4ECCF9E010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직선 연결선 530">
              <a:extLst>
                <a:ext uri="{FF2B5EF4-FFF2-40B4-BE49-F238E27FC236}">
                  <a16:creationId xmlns:a16="http://schemas.microsoft.com/office/drawing/2014/main" id="{C729383D-4FA8-4E68-871D-7D3E5ED2A539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79C5EAF-3F05-47C8-AA79-3F8B115981E2}"/>
              </a:ext>
            </a:extLst>
          </p:cNvPr>
          <p:cNvGrpSpPr/>
          <p:nvPr/>
        </p:nvGrpSpPr>
        <p:grpSpPr>
          <a:xfrm>
            <a:off x="302419" y="1748657"/>
            <a:ext cx="5469052" cy="261030"/>
            <a:chOff x="291320" y="533401"/>
            <a:chExt cx="5407920" cy="258112"/>
          </a:xfrm>
        </p:grpSpPr>
        <p:cxnSp>
          <p:nvCxnSpPr>
            <p:cNvPr id="486" name="직선 연결선 485">
              <a:extLst>
                <a:ext uri="{FF2B5EF4-FFF2-40B4-BE49-F238E27FC236}">
                  <a16:creationId xmlns:a16="http://schemas.microsoft.com/office/drawing/2014/main" id="{2B0A214E-99FA-49C7-82DB-C3109589BEA3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직선 연결선 486">
              <a:extLst>
                <a:ext uri="{FF2B5EF4-FFF2-40B4-BE49-F238E27FC236}">
                  <a16:creationId xmlns:a16="http://schemas.microsoft.com/office/drawing/2014/main" id="{4645A93C-F056-4694-AD17-3E0D0B14DDD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직선 연결선 487">
              <a:extLst>
                <a:ext uri="{FF2B5EF4-FFF2-40B4-BE49-F238E27FC236}">
                  <a16:creationId xmlns:a16="http://schemas.microsoft.com/office/drawing/2014/main" id="{4BF7DC74-09A6-4C59-87CD-67BB77D6A57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직선 연결선 488">
              <a:extLst>
                <a:ext uri="{FF2B5EF4-FFF2-40B4-BE49-F238E27FC236}">
                  <a16:creationId xmlns:a16="http://schemas.microsoft.com/office/drawing/2014/main" id="{5008986B-0189-4618-BC7D-E701DE28A50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직선 연결선 489">
              <a:extLst>
                <a:ext uri="{FF2B5EF4-FFF2-40B4-BE49-F238E27FC236}">
                  <a16:creationId xmlns:a16="http://schemas.microsoft.com/office/drawing/2014/main" id="{C46F81A5-9268-4424-A14F-2035AF891F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직선 연결선 490">
              <a:extLst>
                <a:ext uri="{FF2B5EF4-FFF2-40B4-BE49-F238E27FC236}">
                  <a16:creationId xmlns:a16="http://schemas.microsoft.com/office/drawing/2014/main" id="{D66C321A-2F7D-47FA-BFDD-FFAA44AAD0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직선 연결선 491">
              <a:extLst>
                <a:ext uri="{FF2B5EF4-FFF2-40B4-BE49-F238E27FC236}">
                  <a16:creationId xmlns:a16="http://schemas.microsoft.com/office/drawing/2014/main" id="{5BB5F7A7-95EA-4137-8BD3-03E6EB65D0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직선 연결선 492">
              <a:extLst>
                <a:ext uri="{FF2B5EF4-FFF2-40B4-BE49-F238E27FC236}">
                  <a16:creationId xmlns:a16="http://schemas.microsoft.com/office/drawing/2014/main" id="{CF0B8BC9-EAD6-4DCA-A1F5-B4F4BC9B11A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직선 연결선 493">
              <a:extLst>
                <a:ext uri="{FF2B5EF4-FFF2-40B4-BE49-F238E27FC236}">
                  <a16:creationId xmlns:a16="http://schemas.microsoft.com/office/drawing/2014/main" id="{8416B635-DC38-410C-99D8-9C0605B66A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직선 연결선 494">
              <a:extLst>
                <a:ext uri="{FF2B5EF4-FFF2-40B4-BE49-F238E27FC236}">
                  <a16:creationId xmlns:a16="http://schemas.microsoft.com/office/drawing/2014/main" id="{A8F62BBB-45B3-45D5-BE55-CAF15765E82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직선 연결선 495">
              <a:extLst>
                <a:ext uri="{FF2B5EF4-FFF2-40B4-BE49-F238E27FC236}">
                  <a16:creationId xmlns:a16="http://schemas.microsoft.com/office/drawing/2014/main" id="{635704B6-547B-4097-9DC8-7B010A38D24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직선 연결선 496">
              <a:extLst>
                <a:ext uri="{FF2B5EF4-FFF2-40B4-BE49-F238E27FC236}">
                  <a16:creationId xmlns:a16="http://schemas.microsoft.com/office/drawing/2014/main" id="{C475ECC3-AF93-4B5C-9ACB-EFA54EE760F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EC1BBDC8-161A-400E-A635-C6E6CE86B8A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직선 연결선 498">
              <a:extLst>
                <a:ext uri="{FF2B5EF4-FFF2-40B4-BE49-F238E27FC236}">
                  <a16:creationId xmlns:a16="http://schemas.microsoft.com/office/drawing/2014/main" id="{D3732875-03E5-4176-B33B-EFAA10D33DC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AB778641-DA28-488A-BD11-1E018A9235E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직선 연결선 500">
              <a:extLst>
                <a:ext uri="{FF2B5EF4-FFF2-40B4-BE49-F238E27FC236}">
                  <a16:creationId xmlns:a16="http://schemas.microsoft.com/office/drawing/2014/main" id="{8A76579F-2F55-408A-B644-EF42E141415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4AA7AD78-2271-4414-AFF9-3E41641546C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직선 연결선 502">
              <a:extLst>
                <a:ext uri="{FF2B5EF4-FFF2-40B4-BE49-F238E27FC236}">
                  <a16:creationId xmlns:a16="http://schemas.microsoft.com/office/drawing/2014/main" id="{3FF9C40B-1B88-4ADC-9E56-6DC81A866EA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직선 연결선 503">
              <a:extLst>
                <a:ext uri="{FF2B5EF4-FFF2-40B4-BE49-F238E27FC236}">
                  <a16:creationId xmlns:a16="http://schemas.microsoft.com/office/drawing/2014/main" id="{14293BB9-30DE-4B66-9AAC-05613366102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직선 연결선 504">
              <a:extLst>
                <a:ext uri="{FF2B5EF4-FFF2-40B4-BE49-F238E27FC236}">
                  <a16:creationId xmlns:a16="http://schemas.microsoft.com/office/drawing/2014/main" id="{C3BADA95-3B0E-4A9F-8BC7-B327A966D20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직선 연결선 505">
              <a:extLst>
                <a:ext uri="{FF2B5EF4-FFF2-40B4-BE49-F238E27FC236}">
                  <a16:creationId xmlns:a16="http://schemas.microsoft.com/office/drawing/2014/main" id="{B3CBE7C1-7BFD-41B3-8ECA-592C13DA17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직선 연결선 506">
              <a:extLst>
                <a:ext uri="{FF2B5EF4-FFF2-40B4-BE49-F238E27FC236}">
                  <a16:creationId xmlns:a16="http://schemas.microsoft.com/office/drawing/2014/main" id="{E73B44A2-1E02-4DC3-B8DA-6DD0F58138F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직선 연결선 507">
              <a:extLst>
                <a:ext uri="{FF2B5EF4-FFF2-40B4-BE49-F238E27FC236}">
                  <a16:creationId xmlns:a16="http://schemas.microsoft.com/office/drawing/2014/main" id="{86A0C05F-098A-4E49-91D4-A66FDC311436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C3621C-1EE0-4EA4-A406-6C74F0C0EEF5}"/>
              </a:ext>
            </a:extLst>
          </p:cNvPr>
          <p:cNvGrpSpPr/>
          <p:nvPr/>
        </p:nvGrpSpPr>
        <p:grpSpPr>
          <a:xfrm>
            <a:off x="302419" y="2052471"/>
            <a:ext cx="5469052" cy="261030"/>
            <a:chOff x="291320" y="533401"/>
            <a:chExt cx="5407920" cy="258112"/>
          </a:xfrm>
        </p:grpSpPr>
        <p:cxnSp>
          <p:nvCxnSpPr>
            <p:cNvPr id="463" name="직선 연결선 462">
              <a:extLst>
                <a:ext uri="{FF2B5EF4-FFF2-40B4-BE49-F238E27FC236}">
                  <a16:creationId xmlns:a16="http://schemas.microsoft.com/office/drawing/2014/main" id="{0D0DC3C0-728F-4973-BDF2-DDE603CEC80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직선 연결선 463">
              <a:extLst>
                <a:ext uri="{FF2B5EF4-FFF2-40B4-BE49-F238E27FC236}">
                  <a16:creationId xmlns:a16="http://schemas.microsoft.com/office/drawing/2014/main" id="{3EAAE787-1B87-4306-ACBA-CC0006E8D95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직선 연결선 464">
              <a:extLst>
                <a:ext uri="{FF2B5EF4-FFF2-40B4-BE49-F238E27FC236}">
                  <a16:creationId xmlns:a16="http://schemas.microsoft.com/office/drawing/2014/main" id="{FE07D5B7-9A3E-49F7-904C-93C40B6356F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직선 연결선 465">
              <a:extLst>
                <a:ext uri="{FF2B5EF4-FFF2-40B4-BE49-F238E27FC236}">
                  <a16:creationId xmlns:a16="http://schemas.microsoft.com/office/drawing/2014/main" id="{E19E5DDB-BCE6-49CE-80CB-9F7CBFD51A0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직선 연결선 466">
              <a:extLst>
                <a:ext uri="{FF2B5EF4-FFF2-40B4-BE49-F238E27FC236}">
                  <a16:creationId xmlns:a16="http://schemas.microsoft.com/office/drawing/2014/main" id="{C3D2E625-8361-4A63-B469-0B5EF65175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직선 연결선 467">
              <a:extLst>
                <a:ext uri="{FF2B5EF4-FFF2-40B4-BE49-F238E27FC236}">
                  <a16:creationId xmlns:a16="http://schemas.microsoft.com/office/drawing/2014/main" id="{E39ED833-6925-47A2-8584-01D8397B60B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직선 연결선 468">
              <a:extLst>
                <a:ext uri="{FF2B5EF4-FFF2-40B4-BE49-F238E27FC236}">
                  <a16:creationId xmlns:a16="http://schemas.microsoft.com/office/drawing/2014/main" id="{CD33E963-E28D-433F-A6E4-4A5D1415B5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직선 연결선 469">
              <a:extLst>
                <a:ext uri="{FF2B5EF4-FFF2-40B4-BE49-F238E27FC236}">
                  <a16:creationId xmlns:a16="http://schemas.microsoft.com/office/drawing/2014/main" id="{A5884421-8690-4436-AD36-5969A0EAE1B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직선 연결선 470">
              <a:extLst>
                <a:ext uri="{FF2B5EF4-FFF2-40B4-BE49-F238E27FC236}">
                  <a16:creationId xmlns:a16="http://schemas.microsoft.com/office/drawing/2014/main" id="{D5FEFBBA-DF84-4915-AAEA-EA3B1915A69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직선 연결선 471">
              <a:extLst>
                <a:ext uri="{FF2B5EF4-FFF2-40B4-BE49-F238E27FC236}">
                  <a16:creationId xmlns:a16="http://schemas.microsoft.com/office/drawing/2014/main" id="{54FCA6B8-127A-458D-8C3E-26C60B8392F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직선 연결선 472">
              <a:extLst>
                <a:ext uri="{FF2B5EF4-FFF2-40B4-BE49-F238E27FC236}">
                  <a16:creationId xmlns:a16="http://schemas.microsoft.com/office/drawing/2014/main" id="{5B5534BF-1A7D-4AC5-AE29-A4A9744C3E9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직선 연결선 473">
              <a:extLst>
                <a:ext uri="{FF2B5EF4-FFF2-40B4-BE49-F238E27FC236}">
                  <a16:creationId xmlns:a16="http://schemas.microsoft.com/office/drawing/2014/main" id="{CC842395-6507-4B1C-B96D-C6D2274E38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직선 연결선 474">
              <a:extLst>
                <a:ext uri="{FF2B5EF4-FFF2-40B4-BE49-F238E27FC236}">
                  <a16:creationId xmlns:a16="http://schemas.microsoft.com/office/drawing/2014/main" id="{9E0C7825-DF86-416B-BF87-0C2537B2D19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직선 연결선 475">
              <a:extLst>
                <a:ext uri="{FF2B5EF4-FFF2-40B4-BE49-F238E27FC236}">
                  <a16:creationId xmlns:a16="http://schemas.microsoft.com/office/drawing/2014/main" id="{9338A25A-83F5-4F03-BBEF-3A69F94EBA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직선 연결선 476">
              <a:extLst>
                <a:ext uri="{FF2B5EF4-FFF2-40B4-BE49-F238E27FC236}">
                  <a16:creationId xmlns:a16="http://schemas.microsoft.com/office/drawing/2014/main" id="{75E2E917-F4CB-4D17-9334-D181136480D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직선 연결선 477">
              <a:extLst>
                <a:ext uri="{FF2B5EF4-FFF2-40B4-BE49-F238E27FC236}">
                  <a16:creationId xmlns:a16="http://schemas.microsoft.com/office/drawing/2014/main" id="{3FF1942C-E8C9-44D5-B3D8-3C4EA60B1C3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직선 연결선 478">
              <a:extLst>
                <a:ext uri="{FF2B5EF4-FFF2-40B4-BE49-F238E27FC236}">
                  <a16:creationId xmlns:a16="http://schemas.microsoft.com/office/drawing/2014/main" id="{7E1B01B9-A759-4D63-8D1A-6A8916E49C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직선 연결선 479">
              <a:extLst>
                <a:ext uri="{FF2B5EF4-FFF2-40B4-BE49-F238E27FC236}">
                  <a16:creationId xmlns:a16="http://schemas.microsoft.com/office/drawing/2014/main" id="{634AB3CF-FF07-48B3-8A90-D69540F4E57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직선 연결선 480">
              <a:extLst>
                <a:ext uri="{FF2B5EF4-FFF2-40B4-BE49-F238E27FC236}">
                  <a16:creationId xmlns:a16="http://schemas.microsoft.com/office/drawing/2014/main" id="{10F20C56-3DDF-4007-B078-1E758ABCD8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직선 연결선 481">
              <a:extLst>
                <a:ext uri="{FF2B5EF4-FFF2-40B4-BE49-F238E27FC236}">
                  <a16:creationId xmlns:a16="http://schemas.microsoft.com/office/drawing/2014/main" id="{104101BB-8975-4930-AEA9-79E34D2816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직선 연결선 482">
              <a:extLst>
                <a:ext uri="{FF2B5EF4-FFF2-40B4-BE49-F238E27FC236}">
                  <a16:creationId xmlns:a16="http://schemas.microsoft.com/office/drawing/2014/main" id="{D108F84C-796B-438A-8972-6ADB997389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직선 연결선 483">
              <a:extLst>
                <a:ext uri="{FF2B5EF4-FFF2-40B4-BE49-F238E27FC236}">
                  <a16:creationId xmlns:a16="http://schemas.microsoft.com/office/drawing/2014/main" id="{E809A2EE-D1AB-4514-A79A-81D9CC3EB60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직선 연결선 484">
              <a:extLst>
                <a:ext uri="{FF2B5EF4-FFF2-40B4-BE49-F238E27FC236}">
                  <a16:creationId xmlns:a16="http://schemas.microsoft.com/office/drawing/2014/main" id="{73BCDBBA-1DD9-4F2A-B47F-5868DE30045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3D264F2-E2B5-498D-9F4E-9C15D15315E0}"/>
              </a:ext>
            </a:extLst>
          </p:cNvPr>
          <p:cNvGrpSpPr/>
          <p:nvPr/>
        </p:nvGrpSpPr>
        <p:grpSpPr>
          <a:xfrm>
            <a:off x="302419" y="2356285"/>
            <a:ext cx="5469052" cy="261030"/>
            <a:chOff x="291320" y="533401"/>
            <a:chExt cx="5407920" cy="258112"/>
          </a:xfrm>
        </p:grpSpPr>
        <p:cxnSp>
          <p:nvCxnSpPr>
            <p:cNvPr id="440" name="직선 연결선 439">
              <a:extLst>
                <a:ext uri="{FF2B5EF4-FFF2-40B4-BE49-F238E27FC236}">
                  <a16:creationId xmlns:a16="http://schemas.microsoft.com/office/drawing/2014/main" id="{9B078135-A78F-460E-A956-EF89F47E33E0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직선 연결선 440">
              <a:extLst>
                <a:ext uri="{FF2B5EF4-FFF2-40B4-BE49-F238E27FC236}">
                  <a16:creationId xmlns:a16="http://schemas.microsoft.com/office/drawing/2014/main" id="{66206D9C-C0C1-46C5-A5E1-A2E6BC9ED5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직선 연결선 441">
              <a:extLst>
                <a:ext uri="{FF2B5EF4-FFF2-40B4-BE49-F238E27FC236}">
                  <a16:creationId xmlns:a16="http://schemas.microsoft.com/office/drawing/2014/main" id="{F594D0D6-376F-4F1C-BA62-FBE020A6519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직선 연결선 442">
              <a:extLst>
                <a:ext uri="{FF2B5EF4-FFF2-40B4-BE49-F238E27FC236}">
                  <a16:creationId xmlns:a16="http://schemas.microsoft.com/office/drawing/2014/main" id="{2A32E9BF-2B10-4305-AF69-835646D7229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직선 연결선 443">
              <a:extLst>
                <a:ext uri="{FF2B5EF4-FFF2-40B4-BE49-F238E27FC236}">
                  <a16:creationId xmlns:a16="http://schemas.microsoft.com/office/drawing/2014/main" id="{BC510189-5850-4E6C-8A05-828FA2C9B69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직선 연결선 444">
              <a:extLst>
                <a:ext uri="{FF2B5EF4-FFF2-40B4-BE49-F238E27FC236}">
                  <a16:creationId xmlns:a16="http://schemas.microsoft.com/office/drawing/2014/main" id="{5B882864-E72A-418F-A3F4-44160B7F321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직선 연결선 445">
              <a:extLst>
                <a:ext uri="{FF2B5EF4-FFF2-40B4-BE49-F238E27FC236}">
                  <a16:creationId xmlns:a16="http://schemas.microsoft.com/office/drawing/2014/main" id="{2DE3A73B-A3AB-43D5-864C-00C33BA4BE5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직선 연결선 446">
              <a:extLst>
                <a:ext uri="{FF2B5EF4-FFF2-40B4-BE49-F238E27FC236}">
                  <a16:creationId xmlns:a16="http://schemas.microsoft.com/office/drawing/2014/main" id="{CF6A26BC-25B9-4B74-ADFE-7242F74A8BA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직선 연결선 447">
              <a:extLst>
                <a:ext uri="{FF2B5EF4-FFF2-40B4-BE49-F238E27FC236}">
                  <a16:creationId xmlns:a16="http://schemas.microsoft.com/office/drawing/2014/main" id="{76651CB6-B0DD-48FA-9B01-EA7F4A2E602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직선 연결선 448">
              <a:extLst>
                <a:ext uri="{FF2B5EF4-FFF2-40B4-BE49-F238E27FC236}">
                  <a16:creationId xmlns:a16="http://schemas.microsoft.com/office/drawing/2014/main" id="{5DA19754-1743-48E1-A4F9-04114FAAC62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직선 연결선 449">
              <a:extLst>
                <a:ext uri="{FF2B5EF4-FFF2-40B4-BE49-F238E27FC236}">
                  <a16:creationId xmlns:a16="http://schemas.microsoft.com/office/drawing/2014/main" id="{6715F1D9-4AB0-4B85-8778-BCB27F10B0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직선 연결선 450">
              <a:extLst>
                <a:ext uri="{FF2B5EF4-FFF2-40B4-BE49-F238E27FC236}">
                  <a16:creationId xmlns:a16="http://schemas.microsoft.com/office/drawing/2014/main" id="{027C301C-67D8-4FF1-8504-636B5888AD1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직선 연결선 451">
              <a:extLst>
                <a:ext uri="{FF2B5EF4-FFF2-40B4-BE49-F238E27FC236}">
                  <a16:creationId xmlns:a16="http://schemas.microsoft.com/office/drawing/2014/main" id="{D064D0FF-9BD2-40BF-B53A-AF6819D23A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직선 연결선 452">
              <a:extLst>
                <a:ext uri="{FF2B5EF4-FFF2-40B4-BE49-F238E27FC236}">
                  <a16:creationId xmlns:a16="http://schemas.microsoft.com/office/drawing/2014/main" id="{C518D5EF-F9B2-4F4A-B0FA-D9333C90B5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직선 연결선 453">
              <a:extLst>
                <a:ext uri="{FF2B5EF4-FFF2-40B4-BE49-F238E27FC236}">
                  <a16:creationId xmlns:a16="http://schemas.microsoft.com/office/drawing/2014/main" id="{154BBCE8-B9A4-4B61-987A-4124522B2D0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직선 연결선 454">
              <a:extLst>
                <a:ext uri="{FF2B5EF4-FFF2-40B4-BE49-F238E27FC236}">
                  <a16:creationId xmlns:a16="http://schemas.microsoft.com/office/drawing/2014/main" id="{1BE77A8A-B6CD-4BDA-A253-5CECA1E81F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직선 연결선 455">
              <a:extLst>
                <a:ext uri="{FF2B5EF4-FFF2-40B4-BE49-F238E27FC236}">
                  <a16:creationId xmlns:a16="http://schemas.microsoft.com/office/drawing/2014/main" id="{0DA334E7-4F81-48E3-A9E9-8B4E2433B61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직선 연결선 456">
              <a:extLst>
                <a:ext uri="{FF2B5EF4-FFF2-40B4-BE49-F238E27FC236}">
                  <a16:creationId xmlns:a16="http://schemas.microsoft.com/office/drawing/2014/main" id="{22FBA6F0-8B5A-4F6A-BEEC-5F4A85D9F73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직선 연결선 457">
              <a:extLst>
                <a:ext uri="{FF2B5EF4-FFF2-40B4-BE49-F238E27FC236}">
                  <a16:creationId xmlns:a16="http://schemas.microsoft.com/office/drawing/2014/main" id="{E25EDEFF-3EDB-4863-B1AC-6DD69BA5A03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직선 연결선 458">
              <a:extLst>
                <a:ext uri="{FF2B5EF4-FFF2-40B4-BE49-F238E27FC236}">
                  <a16:creationId xmlns:a16="http://schemas.microsoft.com/office/drawing/2014/main" id="{E73CB03F-8034-4FD3-9868-E2304C5507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직선 연결선 459">
              <a:extLst>
                <a:ext uri="{FF2B5EF4-FFF2-40B4-BE49-F238E27FC236}">
                  <a16:creationId xmlns:a16="http://schemas.microsoft.com/office/drawing/2014/main" id="{9843E66A-B5FB-4B6C-9895-592F9A3061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직선 연결선 460">
              <a:extLst>
                <a:ext uri="{FF2B5EF4-FFF2-40B4-BE49-F238E27FC236}">
                  <a16:creationId xmlns:a16="http://schemas.microsoft.com/office/drawing/2014/main" id="{B006074D-A27F-480D-8841-645C6DABEA9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직선 연결선 461">
              <a:extLst>
                <a:ext uri="{FF2B5EF4-FFF2-40B4-BE49-F238E27FC236}">
                  <a16:creationId xmlns:a16="http://schemas.microsoft.com/office/drawing/2014/main" id="{A2D8CF17-FE06-40A8-92C4-760D0EDF0E1A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D9717AC-870A-4CB9-8FBF-9576B911756E}"/>
              </a:ext>
            </a:extLst>
          </p:cNvPr>
          <p:cNvGrpSpPr/>
          <p:nvPr/>
        </p:nvGrpSpPr>
        <p:grpSpPr>
          <a:xfrm>
            <a:off x="302419" y="2660099"/>
            <a:ext cx="5469052" cy="261030"/>
            <a:chOff x="291320" y="533401"/>
            <a:chExt cx="5407920" cy="258112"/>
          </a:xfrm>
        </p:grpSpPr>
        <p:cxnSp>
          <p:nvCxnSpPr>
            <p:cNvPr id="417" name="직선 연결선 416">
              <a:extLst>
                <a:ext uri="{FF2B5EF4-FFF2-40B4-BE49-F238E27FC236}">
                  <a16:creationId xmlns:a16="http://schemas.microsoft.com/office/drawing/2014/main" id="{B63442FF-FEBC-45AE-85DB-E866F0B8B805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직선 연결선 417">
              <a:extLst>
                <a:ext uri="{FF2B5EF4-FFF2-40B4-BE49-F238E27FC236}">
                  <a16:creationId xmlns:a16="http://schemas.microsoft.com/office/drawing/2014/main" id="{C58952B7-CDAF-48D7-BF71-237520DDD9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직선 연결선 418">
              <a:extLst>
                <a:ext uri="{FF2B5EF4-FFF2-40B4-BE49-F238E27FC236}">
                  <a16:creationId xmlns:a16="http://schemas.microsoft.com/office/drawing/2014/main" id="{060054BF-2083-4B48-B1FD-BD2F3880151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직선 연결선 419">
              <a:extLst>
                <a:ext uri="{FF2B5EF4-FFF2-40B4-BE49-F238E27FC236}">
                  <a16:creationId xmlns:a16="http://schemas.microsoft.com/office/drawing/2014/main" id="{66A12399-4E61-4B7A-834B-5CEA072606B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직선 연결선 420">
              <a:extLst>
                <a:ext uri="{FF2B5EF4-FFF2-40B4-BE49-F238E27FC236}">
                  <a16:creationId xmlns:a16="http://schemas.microsoft.com/office/drawing/2014/main" id="{2C8CCE1F-51A1-41DD-8078-4CA5EAE5C50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직선 연결선 421">
              <a:extLst>
                <a:ext uri="{FF2B5EF4-FFF2-40B4-BE49-F238E27FC236}">
                  <a16:creationId xmlns:a16="http://schemas.microsoft.com/office/drawing/2014/main" id="{4773F8D1-C04B-4203-AC44-69B9EA9F37E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직선 연결선 422">
              <a:extLst>
                <a:ext uri="{FF2B5EF4-FFF2-40B4-BE49-F238E27FC236}">
                  <a16:creationId xmlns:a16="http://schemas.microsoft.com/office/drawing/2014/main" id="{784ABC3E-9C8E-4CE6-BEE6-167921897CC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직선 연결선 423">
              <a:extLst>
                <a:ext uri="{FF2B5EF4-FFF2-40B4-BE49-F238E27FC236}">
                  <a16:creationId xmlns:a16="http://schemas.microsoft.com/office/drawing/2014/main" id="{96502F96-3A34-475C-9058-135CDC0FEAE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직선 연결선 424">
              <a:extLst>
                <a:ext uri="{FF2B5EF4-FFF2-40B4-BE49-F238E27FC236}">
                  <a16:creationId xmlns:a16="http://schemas.microsoft.com/office/drawing/2014/main" id="{0B8A41A6-0B78-4FB3-AC3D-A4B7467BC9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직선 연결선 425">
              <a:extLst>
                <a:ext uri="{FF2B5EF4-FFF2-40B4-BE49-F238E27FC236}">
                  <a16:creationId xmlns:a16="http://schemas.microsoft.com/office/drawing/2014/main" id="{B81EA01F-4995-4F29-9C5C-8CB9B56BFDB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직선 연결선 426">
              <a:extLst>
                <a:ext uri="{FF2B5EF4-FFF2-40B4-BE49-F238E27FC236}">
                  <a16:creationId xmlns:a16="http://schemas.microsoft.com/office/drawing/2014/main" id="{794DA066-6F53-45F7-9F03-1FE63CF507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직선 연결선 427">
              <a:extLst>
                <a:ext uri="{FF2B5EF4-FFF2-40B4-BE49-F238E27FC236}">
                  <a16:creationId xmlns:a16="http://schemas.microsoft.com/office/drawing/2014/main" id="{F00B1AA4-5242-4846-972A-9A74A192E1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직선 연결선 428">
              <a:extLst>
                <a:ext uri="{FF2B5EF4-FFF2-40B4-BE49-F238E27FC236}">
                  <a16:creationId xmlns:a16="http://schemas.microsoft.com/office/drawing/2014/main" id="{B8E728FF-AF5E-444F-A10E-1C0DA800076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직선 연결선 429">
              <a:extLst>
                <a:ext uri="{FF2B5EF4-FFF2-40B4-BE49-F238E27FC236}">
                  <a16:creationId xmlns:a16="http://schemas.microsoft.com/office/drawing/2014/main" id="{94CFA207-1992-4F13-A497-1450B54D587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직선 연결선 430">
              <a:extLst>
                <a:ext uri="{FF2B5EF4-FFF2-40B4-BE49-F238E27FC236}">
                  <a16:creationId xmlns:a16="http://schemas.microsoft.com/office/drawing/2014/main" id="{9FF10ACC-998B-4B17-978D-D61B157F2E7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직선 연결선 431">
              <a:extLst>
                <a:ext uri="{FF2B5EF4-FFF2-40B4-BE49-F238E27FC236}">
                  <a16:creationId xmlns:a16="http://schemas.microsoft.com/office/drawing/2014/main" id="{7C77436F-69BA-4B1B-B0B9-AC6FC2F8BAC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직선 연결선 432">
              <a:extLst>
                <a:ext uri="{FF2B5EF4-FFF2-40B4-BE49-F238E27FC236}">
                  <a16:creationId xmlns:a16="http://schemas.microsoft.com/office/drawing/2014/main" id="{3A73CD31-FB7A-4D3A-B705-7BBAB5B2A6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직선 연결선 433">
              <a:extLst>
                <a:ext uri="{FF2B5EF4-FFF2-40B4-BE49-F238E27FC236}">
                  <a16:creationId xmlns:a16="http://schemas.microsoft.com/office/drawing/2014/main" id="{493C05C0-44DE-4984-99EE-0DD498671B9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직선 연결선 434">
              <a:extLst>
                <a:ext uri="{FF2B5EF4-FFF2-40B4-BE49-F238E27FC236}">
                  <a16:creationId xmlns:a16="http://schemas.microsoft.com/office/drawing/2014/main" id="{3D3FA69D-0DFC-4B6E-BF81-A14FBA9E582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직선 연결선 435">
              <a:extLst>
                <a:ext uri="{FF2B5EF4-FFF2-40B4-BE49-F238E27FC236}">
                  <a16:creationId xmlns:a16="http://schemas.microsoft.com/office/drawing/2014/main" id="{8E709531-0EE0-4AF3-B9CA-6AA2D39C7DC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직선 연결선 436">
              <a:extLst>
                <a:ext uri="{FF2B5EF4-FFF2-40B4-BE49-F238E27FC236}">
                  <a16:creationId xmlns:a16="http://schemas.microsoft.com/office/drawing/2014/main" id="{6DA755E6-8E4D-4A67-903D-47DBE9ECF6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직선 연결선 437">
              <a:extLst>
                <a:ext uri="{FF2B5EF4-FFF2-40B4-BE49-F238E27FC236}">
                  <a16:creationId xmlns:a16="http://schemas.microsoft.com/office/drawing/2014/main" id="{FF524589-18D1-43A9-89DE-0858E9A9BC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직선 연결선 438">
              <a:extLst>
                <a:ext uri="{FF2B5EF4-FFF2-40B4-BE49-F238E27FC236}">
                  <a16:creationId xmlns:a16="http://schemas.microsoft.com/office/drawing/2014/main" id="{41929EFE-632E-4B1F-80FC-E453FB3BB17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BEE9FDD-EF91-49A5-BCDF-86ED49294D45}"/>
              </a:ext>
            </a:extLst>
          </p:cNvPr>
          <p:cNvGrpSpPr/>
          <p:nvPr/>
        </p:nvGrpSpPr>
        <p:grpSpPr>
          <a:xfrm>
            <a:off x="302419" y="2963913"/>
            <a:ext cx="5469052" cy="261030"/>
            <a:chOff x="291320" y="533401"/>
            <a:chExt cx="5407920" cy="258112"/>
          </a:xfrm>
        </p:grpSpPr>
        <p:cxnSp>
          <p:nvCxnSpPr>
            <p:cNvPr id="394" name="직선 연결선 393">
              <a:extLst>
                <a:ext uri="{FF2B5EF4-FFF2-40B4-BE49-F238E27FC236}">
                  <a16:creationId xmlns:a16="http://schemas.microsoft.com/office/drawing/2014/main" id="{2AC0FDB5-1EF1-4E49-ADF4-FFBF79AEE02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연결선 394">
              <a:extLst>
                <a:ext uri="{FF2B5EF4-FFF2-40B4-BE49-F238E27FC236}">
                  <a16:creationId xmlns:a16="http://schemas.microsoft.com/office/drawing/2014/main" id="{0B9D6DE4-C786-4F58-BFB3-5ED9A90972C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연결선 395">
              <a:extLst>
                <a:ext uri="{FF2B5EF4-FFF2-40B4-BE49-F238E27FC236}">
                  <a16:creationId xmlns:a16="http://schemas.microsoft.com/office/drawing/2014/main" id="{58C77117-8870-4904-8F80-561761E955A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직선 연결선 396">
              <a:extLst>
                <a:ext uri="{FF2B5EF4-FFF2-40B4-BE49-F238E27FC236}">
                  <a16:creationId xmlns:a16="http://schemas.microsoft.com/office/drawing/2014/main" id="{0A7DC018-E7C7-4554-BDBA-C825FB8619D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직선 연결선 397">
              <a:extLst>
                <a:ext uri="{FF2B5EF4-FFF2-40B4-BE49-F238E27FC236}">
                  <a16:creationId xmlns:a16="http://schemas.microsoft.com/office/drawing/2014/main" id="{0099B562-B788-4BCC-A4B7-03888C6A4B2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직선 연결선 398">
              <a:extLst>
                <a:ext uri="{FF2B5EF4-FFF2-40B4-BE49-F238E27FC236}">
                  <a16:creationId xmlns:a16="http://schemas.microsoft.com/office/drawing/2014/main" id="{7C5D4355-60CC-461A-991F-F8CFA5106A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직선 연결선 399">
              <a:extLst>
                <a:ext uri="{FF2B5EF4-FFF2-40B4-BE49-F238E27FC236}">
                  <a16:creationId xmlns:a16="http://schemas.microsoft.com/office/drawing/2014/main" id="{A6AC0D26-B18E-418A-BD37-F39BDA6A24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직선 연결선 400">
              <a:extLst>
                <a:ext uri="{FF2B5EF4-FFF2-40B4-BE49-F238E27FC236}">
                  <a16:creationId xmlns:a16="http://schemas.microsoft.com/office/drawing/2014/main" id="{2B45D956-FBCE-466C-A757-7E9DFCD05DB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직선 연결선 401">
              <a:extLst>
                <a:ext uri="{FF2B5EF4-FFF2-40B4-BE49-F238E27FC236}">
                  <a16:creationId xmlns:a16="http://schemas.microsoft.com/office/drawing/2014/main" id="{980E9EB5-8097-41D7-B6AC-7B943DFE42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직선 연결선 402">
              <a:extLst>
                <a:ext uri="{FF2B5EF4-FFF2-40B4-BE49-F238E27FC236}">
                  <a16:creationId xmlns:a16="http://schemas.microsoft.com/office/drawing/2014/main" id="{4B631786-19FF-4919-BE23-4D0D3720FA9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직선 연결선 403">
              <a:extLst>
                <a:ext uri="{FF2B5EF4-FFF2-40B4-BE49-F238E27FC236}">
                  <a16:creationId xmlns:a16="http://schemas.microsoft.com/office/drawing/2014/main" id="{39738FF1-B86C-4C49-9B19-A149D55C82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직선 연결선 404">
              <a:extLst>
                <a:ext uri="{FF2B5EF4-FFF2-40B4-BE49-F238E27FC236}">
                  <a16:creationId xmlns:a16="http://schemas.microsoft.com/office/drawing/2014/main" id="{86249119-7C8E-4204-A91B-A03D8993454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직선 연결선 405">
              <a:extLst>
                <a:ext uri="{FF2B5EF4-FFF2-40B4-BE49-F238E27FC236}">
                  <a16:creationId xmlns:a16="http://schemas.microsoft.com/office/drawing/2014/main" id="{F06D539E-78F5-4044-8D15-06FBF7F34E6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직선 연결선 406">
              <a:extLst>
                <a:ext uri="{FF2B5EF4-FFF2-40B4-BE49-F238E27FC236}">
                  <a16:creationId xmlns:a16="http://schemas.microsoft.com/office/drawing/2014/main" id="{0D44EFB0-1723-48BD-A760-46784072A5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직선 연결선 407">
              <a:extLst>
                <a:ext uri="{FF2B5EF4-FFF2-40B4-BE49-F238E27FC236}">
                  <a16:creationId xmlns:a16="http://schemas.microsoft.com/office/drawing/2014/main" id="{E6006677-1BB8-4FBD-8435-4A1E0B95EE7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직선 연결선 408">
              <a:extLst>
                <a:ext uri="{FF2B5EF4-FFF2-40B4-BE49-F238E27FC236}">
                  <a16:creationId xmlns:a16="http://schemas.microsoft.com/office/drawing/2014/main" id="{5F9BD1BC-34CE-4353-A0DE-B5BC836200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직선 연결선 409">
              <a:extLst>
                <a:ext uri="{FF2B5EF4-FFF2-40B4-BE49-F238E27FC236}">
                  <a16:creationId xmlns:a16="http://schemas.microsoft.com/office/drawing/2014/main" id="{3FDB0E8B-B13E-48A9-BCB8-2959E8AA6A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직선 연결선 410">
              <a:extLst>
                <a:ext uri="{FF2B5EF4-FFF2-40B4-BE49-F238E27FC236}">
                  <a16:creationId xmlns:a16="http://schemas.microsoft.com/office/drawing/2014/main" id="{097F4997-40DD-4456-A4C4-40422D582DA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직선 연결선 411">
              <a:extLst>
                <a:ext uri="{FF2B5EF4-FFF2-40B4-BE49-F238E27FC236}">
                  <a16:creationId xmlns:a16="http://schemas.microsoft.com/office/drawing/2014/main" id="{F0D07F68-AC64-4CEE-8230-1CCBC466DE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직선 연결선 412">
              <a:extLst>
                <a:ext uri="{FF2B5EF4-FFF2-40B4-BE49-F238E27FC236}">
                  <a16:creationId xmlns:a16="http://schemas.microsoft.com/office/drawing/2014/main" id="{84154FA1-82B1-4EB3-89DD-6605BEAB8BD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직선 연결선 413">
              <a:extLst>
                <a:ext uri="{FF2B5EF4-FFF2-40B4-BE49-F238E27FC236}">
                  <a16:creationId xmlns:a16="http://schemas.microsoft.com/office/drawing/2014/main" id="{4D140E9E-B974-439C-A4DF-5462617BF82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직선 연결선 414">
              <a:extLst>
                <a:ext uri="{FF2B5EF4-FFF2-40B4-BE49-F238E27FC236}">
                  <a16:creationId xmlns:a16="http://schemas.microsoft.com/office/drawing/2014/main" id="{05064061-4382-4816-99C0-0E51436F035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직선 연결선 415">
              <a:extLst>
                <a:ext uri="{FF2B5EF4-FFF2-40B4-BE49-F238E27FC236}">
                  <a16:creationId xmlns:a16="http://schemas.microsoft.com/office/drawing/2014/main" id="{D2F40FDA-0A5D-4288-9A6A-EA99D276E87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9C48306-DD9B-4CFC-B992-35FE495E6C4A}"/>
              </a:ext>
            </a:extLst>
          </p:cNvPr>
          <p:cNvGrpSpPr/>
          <p:nvPr/>
        </p:nvGrpSpPr>
        <p:grpSpPr>
          <a:xfrm>
            <a:off x="302419" y="3267727"/>
            <a:ext cx="5469052" cy="261030"/>
            <a:chOff x="291320" y="533401"/>
            <a:chExt cx="5407920" cy="258112"/>
          </a:xfrm>
        </p:grpSpPr>
        <p:cxnSp>
          <p:nvCxnSpPr>
            <p:cNvPr id="371" name="직선 연결선 370">
              <a:extLst>
                <a:ext uri="{FF2B5EF4-FFF2-40B4-BE49-F238E27FC236}">
                  <a16:creationId xmlns:a16="http://schemas.microsoft.com/office/drawing/2014/main" id="{CC07DCAE-C931-4D8F-A9E8-27C13D3270D6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직선 연결선 371">
              <a:extLst>
                <a:ext uri="{FF2B5EF4-FFF2-40B4-BE49-F238E27FC236}">
                  <a16:creationId xmlns:a16="http://schemas.microsoft.com/office/drawing/2014/main" id="{D9592CF0-A101-48C7-954E-E4B0CD75F1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직선 연결선 372">
              <a:extLst>
                <a:ext uri="{FF2B5EF4-FFF2-40B4-BE49-F238E27FC236}">
                  <a16:creationId xmlns:a16="http://schemas.microsoft.com/office/drawing/2014/main" id="{FACD1895-63A0-4DD8-BAC7-F190B3244E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직선 연결선 373">
              <a:extLst>
                <a:ext uri="{FF2B5EF4-FFF2-40B4-BE49-F238E27FC236}">
                  <a16:creationId xmlns:a16="http://schemas.microsoft.com/office/drawing/2014/main" id="{6C9D3BBA-0F09-4D00-B956-24CBA58E28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직선 연결선 374">
              <a:extLst>
                <a:ext uri="{FF2B5EF4-FFF2-40B4-BE49-F238E27FC236}">
                  <a16:creationId xmlns:a16="http://schemas.microsoft.com/office/drawing/2014/main" id="{38A5555F-F697-4781-9D92-5D457695E9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직선 연결선 375">
              <a:extLst>
                <a:ext uri="{FF2B5EF4-FFF2-40B4-BE49-F238E27FC236}">
                  <a16:creationId xmlns:a16="http://schemas.microsoft.com/office/drawing/2014/main" id="{9FF52C7E-A4ED-4F20-9B7F-4DFCFBD52A9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직선 연결선 376">
              <a:extLst>
                <a:ext uri="{FF2B5EF4-FFF2-40B4-BE49-F238E27FC236}">
                  <a16:creationId xmlns:a16="http://schemas.microsoft.com/office/drawing/2014/main" id="{50F18C18-49D8-4E3A-ABA0-C3D9985A67C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직선 연결선 377">
              <a:extLst>
                <a:ext uri="{FF2B5EF4-FFF2-40B4-BE49-F238E27FC236}">
                  <a16:creationId xmlns:a16="http://schemas.microsoft.com/office/drawing/2014/main" id="{D2455736-2ABF-4015-B9DE-87B8EB6251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>
              <a:extLst>
                <a:ext uri="{FF2B5EF4-FFF2-40B4-BE49-F238E27FC236}">
                  <a16:creationId xmlns:a16="http://schemas.microsoft.com/office/drawing/2014/main" id="{DAA13EA9-6561-4268-8CF1-EA831E36B4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연결선 379">
              <a:extLst>
                <a:ext uri="{FF2B5EF4-FFF2-40B4-BE49-F238E27FC236}">
                  <a16:creationId xmlns:a16="http://schemas.microsoft.com/office/drawing/2014/main" id="{AB874513-B9D8-4C64-AF1A-B377E8185B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직선 연결선 380">
              <a:extLst>
                <a:ext uri="{FF2B5EF4-FFF2-40B4-BE49-F238E27FC236}">
                  <a16:creationId xmlns:a16="http://schemas.microsoft.com/office/drawing/2014/main" id="{F4445AFF-A3BE-4482-8E68-5AB671A12B3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직선 연결선 381">
              <a:extLst>
                <a:ext uri="{FF2B5EF4-FFF2-40B4-BE49-F238E27FC236}">
                  <a16:creationId xmlns:a16="http://schemas.microsoft.com/office/drawing/2014/main" id="{004761F3-0A46-4A0C-BFC1-26FD19B0D40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직선 연결선 382">
              <a:extLst>
                <a:ext uri="{FF2B5EF4-FFF2-40B4-BE49-F238E27FC236}">
                  <a16:creationId xmlns:a16="http://schemas.microsoft.com/office/drawing/2014/main" id="{985F12A5-4449-4574-A2B9-3C87EE5075D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직선 연결선 383">
              <a:extLst>
                <a:ext uri="{FF2B5EF4-FFF2-40B4-BE49-F238E27FC236}">
                  <a16:creationId xmlns:a16="http://schemas.microsoft.com/office/drawing/2014/main" id="{90B2FA36-8F65-4954-A058-830D7A8B25F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직선 연결선 384">
              <a:extLst>
                <a:ext uri="{FF2B5EF4-FFF2-40B4-BE49-F238E27FC236}">
                  <a16:creationId xmlns:a16="http://schemas.microsoft.com/office/drawing/2014/main" id="{E7FD49F4-319E-4214-98A4-D5D3096D9A2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직선 연결선 385">
              <a:extLst>
                <a:ext uri="{FF2B5EF4-FFF2-40B4-BE49-F238E27FC236}">
                  <a16:creationId xmlns:a16="http://schemas.microsoft.com/office/drawing/2014/main" id="{DCB66501-DB10-4268-8AF0-07819ACAB12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직선 연결선 386">
              <a:extLst>
                <a:ext uri="{FF2B5EF4-FFF2-40B4-BE49-F238E27FC236}">
                  <a16:creationId xmlns:a16="http://schemas.microsoft.com/office/drawing/2014/main" id="{3F401BE1-0046-4975-9966-86A8D2A646C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직선 연결선 387">
              <a:extLst>
                <a:ext uri="{FF2B5EF4-FFF2-40B4-BE49-F238E27FC236}">
                  <a16:creationId xmlns:a16="http://schemas.microsoft.com/office/drawing/2014/main" id="{E98F7ECC-D82E-45DB-9E22-E199444693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직선 연결선 388">
              <a:extLst>
                <a:ext uri="{FF2B5EF4-FFF2-40B4-BE49-F238E27FC236}">
                  <a16:creationId xmlns:a16="http://schemas.microsoft.com/office/drawing/2014/main" id="{388E3936-5D4D-4438-BC63-EBA1525674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직선 연결선 389">
              <a:extLst>
                <a:ext uri="{FF2B5EF4-FFF2-40B4-BE49-F238E27FC236}">
                  <a16:creationId xmlns:a16="http://schemas.microsoft.com/office/drawing/2014/main" id="{D1E1D266-994A-4C3C-B01C-AD6111C24F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직선 연결선 390">
              <a:extLst>
                <a:ext uri="{FF2B5EF4-FFF2-40B4-BE49-F238E27FC236}">
                  <a16:creationId xmlns:a16="http://schemas.microsoft.com/office/drawing/2014/main" id="{4A8BF3A4-7223-41A2-BFF5-0A03B2EE2F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연결선 391">
              <a:extLst>
                <a:ext uri="{FF2B5EF4-FFF2-40B4-BE49-F238E27FC236}">
                  <a16:creationId xmlns:a16="http://schemas.microsoft.com/office/drawing/2014/main" id="{44FDADBB-C8DC-4082-AEFA-E559DDCF4EF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연결선 392">
              <a:extLst>
                <a:ext uri="{FF2B5EF4-FFF2-40B4-BE49-F238E27FC236}">
                  <a16:creationId xmlns:a16="http://schemas.microsoft.com/office/drawing/2014/main" id="{40A6AA05-4950-43AE-A967-ADA8C8406685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75B0453-F8FD-42AB-9C33-17498121765B}"/>
              </a:ext>
            </a:extLst>
          </p:cNvPr>
          <p:cNvGrpSpPr/>
          <p:nvPr/>
        </p:nvGrpSpPr>
        <p:grpSpPr>
          <a:xfrm>
            <a:off x="302419" y="3571541"/>
            <a:ext cx="5469052" cy="261030"/>
            <a:chOff x="291320" y="533401"/>
            <a:chExt cx="5407920" cy="258112"/>
          </a:xfrm>
        </p:grpSpPr>
        <p:cxnSp>
          <p:nvCxnSpPr>
            <p:cNvPr id="348" name="직선 연결선 347">
              <a:extLst>
                <a:ext uri="{FF2B5EF4-FFF2-40B4-BE49-F238E27FC236}">
                  <a16:creationId xmlns:a16="http://schemas.microsoft.com/office/drawing/2014/main" id="{1B34AB4F-71C2-4AB1-AF12-A096DB2C7E3B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2A70738C-E4BC-479B-B94C-85685A939E4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직선 연결선 349">
              <a:extLst>
                <a:ext uri="{FF2B5EF4-FFF2-40B4-BE49-F238E27FC236}">
                  <a16:creationId xmlns:a16="http://schemas.microsoft.com/office/drawing/2014/main" id="{34242ECA-8FAC-407E-A433-0A4967B65A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직선 연결선 350">
              <a:extLst>
                <a:ext uri="{FF2B5EF4-FFF2-40B4-BE49-F238E27FC236}">
                  <a16:creationId xmlns:a16="http://schemas.microsoft.com/office/drawing/2014/main" id="{7966AD8B-388C-4D5E-899E-2B63426DAA2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E340CB66-4890-4A6E-B7EC-B24B9B2CAF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직선 연결선 352">
              <a:extLst>
                <a:ext uri="{FF2B5EF4-FFF2-40B4-BE49-F238E27FC236}">
                  <a16:creationId xmlns:a16="http://schemas.microsoft.com/office/drawing/2014/main" id="{CA1F3E25-D3A9-4B9B-AA72-22FD15062C2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직선 연결선 353">
              <a:extLst>
                <a:ext uri="{FF2B5EF4-FFF2-40B4-BE49-F238E27FC236}">
                  <a16:creationId xmlns:a16="http://schemas.microsoft.com/office/drawing/2014/main" id="{1835A791-AE8F-4326-BF82-10810031CE6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직선 연결선 354">
              <a:extLst>
                <a:ext uri="{FF2B5EF4-FFF2-40B4-BE49-F238E27FC236}">
                  <a16:creationId xmlns:a16="http://schemas.microsoft.com/office/drawing/2014/main" id="{D3D79F2B-E647-427F-B532-6C36C8929C2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직선 연결선 355">
              <a:extLst>
                <a:ext uri="{FF2B5EF4-FFF2-40B4-BE49-F238E27FC236}">
                  <a16:creationId xmlns:a16="http://schemas.microsoft.com/office/drawing/2014/main" id="{1FB7B570-DE12-41E1-84D1-726301AC517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직선 연결선 356">
              <a:extLst>
                <a:ext uri="{FF2B5EF4-FFF2-40B4-BE49-F238E27FC236}">
                  <a16:creationId xmlns:a16="http://schemas.microsoft.com/office/drawing/2014/main" id="{BB72E34D-9CAB-4DBA-B460-F68C6D8F025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직선 연결선 357">
              <a:extLst>
                <a:ext uri="{FF2B5EF4-FFF2-40B4-BE49-F238E27FC236}">
                  <a16:creationId xmlns:a16="http://schemas.microsoft.com/office/drawing/2014/main" id="{ECE2F26B-E3C1-4C4A-8A6B-71750A37EB2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>
              <a:extLst>
                <a:ext uri="{FF2B5EF4-FFF2-40B4-BE49-F238E27FC236}">
                  <a16:creationId xmlns:a16="http://schemas.microsoft.com/office/drawing/2014/main" id="{B1816AE3-C52C-4A5D-B486-12DD5A9182F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직선 연결선 359">
              <a:extLst>
                <a:ext uri="{FF2B5EF4-FFF2-40B4-BE49-F238E27FC236}">
                  <a16:creationId xmlns:a16="http://schemas.microsoft.com/office/drawing/2014/main" id="{F52A43E5-F2C7-4923-B02D-E9FF721FB6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직선 연결선 360">
              <a:extLst>
                <a:ext uri="{FF2B5EF4-FFF2-40B4-BE49-F238E27FC236}">
                  <a16:creationId xmlns:a16="http://schemas.microsoft.com/office/drawing/2014/main" id="{02FBA86E-0571-4847-A64C-11BAB39B652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직선 연결선 361">
              <a:extLst>
                <a:ext uri="{FF2B5EF4-FFF2-40B4-BE49-F238E27FC236}">
                  <a16:creationId xmlns:a16="http://schemas.microsoft.com/office/drawing/2014/main" id="{41F961BB-A92E-4618-A1EF-BC7B9774642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>
              <a:extLst>
                <a:ext uri="{FF2B5EF4-FFF2-40B4-BE49-F238E27FC236}">
                  <a16:creationId xmlns:a16="http://schemas.microsoft.com/office/drawing/2014/main" id="{AC309A94-070D-4DF5-ABA5-1003878F65F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직선 연결선 363">
              <a:extLst>
                <a:ext uri="{FF2B5EF4-FFF2-40B4-BE49-F238E27FC236}">
                  <a16:creationId xmlns:a16="http://schemas.microsoft.com/office/drawing/2014/main" id="{92C83611-A0CA-4AA8-9965-B4C5064F99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직선 연결선 364">
              <a:extLst>
                <a:ext uri="{FF2B5EF4-FFF2-40B4-BE49-F238E27FC236}">
                  <a16:creationId xmlns:a16="http://schemas.microsoft.com/office/drawing/2014/main" id="{615CCC7C-FFC5-4B2F-8151-443BD296677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직선 연결선 365">
              <a:extLst>
                <a:ext uri="{FF2B5EF4-FFF2-40B4-BE49-F238E27FC236}">
                  <a16:creationId xmlns:a16="http://schemas.microsoft.com/office/drawing/2014/main" id="{E307A658-38AC-4473-834E-C00C5DC8A65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>
              <a:extLst>
                <a:ext uri="{FF2B5EF4-FFF2-40B4-BE49-F238E27FC236}">
                  <a16:creationId xmlns:a16="http://schemas.microsoft.com/office/drawing/2014/main" id="{5334DDF4-7EF5-4618-8D39-2B311FC972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직선 연결선 367">
              <a:extLst>
                <a:ext uri="{FF2B5EF4-FFF2-40B4-BE49-F238E27FC236}">
                  <a16:creationId xmlns:a16="http://schemas.microsoft.com/office/drawing/2014/main" id="{1F2C9A6A-A9DE-4C41-B84C-C1DD5955189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직선 연결선 368">
              <a:extLst>
                <a:ext uri="{FF2B5EF4-FFF2-40B4-BE49-F238E27FC236}">
                  <a16:creationId xmlns:a16="http://schemas.microsoft.com/office/drawing/2014/main" id="{28752258-AA80-4B62-B68C-5F367E715A9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직선 연결선 369">
              <a:extLst>
                <a:ext uri="{FF2B5EF4-FFF2-40B4-BE49-F238E27FC236}">
                  <a16:creationId xmlns:a16="http://schemas.microsoft.com/office/drawing/2014/main" id="{78F4D961-49E2-452D-9DE1-FEE8BA6D10A7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A0D5D429-BAA7-43A8-8F1A-F25C8FBAF1A1}"/>
              </a:ext>
            </a:extLst>
          </p:cNvPr>
          <p:cNvGrpSpPr/>
          <p:nvPr/>
        </p:nvGrpSpPr>
        <p:grpSpPr>
          <a:xfrm>
            <a:off x="302419" y="3875355"/>
            <a:ext cx="5469052" cy="261030"/>
            <a:chOff x="291320" y="533401"/>
            <a:chExt cx="5407920" cy="258112"/>
          </a:xfrm>
        </p:grpSpPr>
        <p:cxnSp>
          <p:nvCxnSpPr>
            <p:cNvPr id="325" name="직선 연결선 324">
              <a:extLst>
                <a:ext uri="{FF2B5EF4-FFF2-40B4-BE49-F238E27FC236}">
                  <a16:creationId xmlns:a16="http://schemas.microsoft.com/office/drawing/2014/main" id="{DB11D9BC-FDAD-43B4-BB9D-A0C8987F0859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직선 연결선 325">
              <a:extLst>
                <a:ext uri="{FF2B5EF4-FFF2-40B4-BE49-F238E27FC236}">
                  <a16:creationId xmlns:a16="http://schemas.microsoft.com/office/drawing/2014/main" id="{D43C1788-D518-4FD2-8876-F69D9860ECE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직선 연결선 326">
              <a:extLst>
                <a:ext uri="{FF2B5EF4-FFF2-40B4-BE49-F238E27FC236}">
                  <a16:creationId xmlns:a16="http://schemas.microsoft.com/office/drawing/2014/main" id="{27A86AD7-04B6-46EA-B5E9-8CC14914FAC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76279CC6-0C84-4020-B023-795B5ED31E4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직선 연결선 328">
              <a:extLst>
                <a:ext uri="{FF2B5EF4-FFF2-40B4-BE49-F238E27FC236}">
                  <a16:creationId xmlns:a16="http://schemas.microsoft.com/office/drawing/2014/main" id="{7F71FF67-3C22-41BA-9603-B69705E11DD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FFDA6D13-6AF8-43AC-84DA-0558ADA44BA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직선 연결선 330">
              <a:extLst>
                <a:ext uri="{FF2B5EF4-FFF2-40B4-BE49-F238E27FC236}">
                  <a16:creationId xmlns:a16="http://schemas.microsoft.com/office/drawing/2014/main" id="{53C5A8D3-41ED-46E8-BAB2-758B13B3453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60220807-7E5A-4C53-B6FA-B50DC742FAC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ED5749D5-DF8D-4F73-9FE4-7EE2E0ED4AC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직선 연결선 333">
              <a:extLst>
                <a:ext uri="{FF2B5EF4-FFF2-40B4-BE49-F238E27FC236}">
                  <a16:creationId xmlns:a16="http://schemas.microsoft.com/office/drawing/2014/main" id="{5406946E-396E-4764-9920-AA0CFB4705C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직선 연결선 334">
              <a:extLst>
                <a:ext uri="{FF2B5EF4-FFF2-40B4-BE49-F238E27FC236}">
                  <a16:creationId xmlns:a16="http://schemas.microsoft.com/office/drawing/2014/main" id="{F2AD501B-25EF-4644-9331-1511127FBC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직선 연결선 335">
              <a:extLst>
                <a:ext uri="{FF2B5EF4-FFF2-40B4-BE49-F238E27FC236}">
                  <a16:creationId xmlns:a16="http://schemas.microsoft.com/office/drawing/2014/main" id="{B1E9E157-9AC5-4B4E-A5FB-A2D026900A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직선 연결선 336">
              <a:extLst>
                <a:ext uri="{FF2B5EF4-FFF2-40B4-BE49-F238E27FC236}">
                  <a16:creationId xmlns:a16="http://schemas.microsoft.com/office/drawing/2014/main" id="{A5DEAA22-2575-495B-8C6B-00318971A69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3DFFE8AE-F459-4174-9E31-9C6D67A6161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>
              <a:extLst>
                <a:ext uri="{FF2B5EF4-FFF2-40B4-BE49-F238E27FC236}">
                  <a16:creationId xmlns:a16="http://schemas.microsoft.com/office/drawing/2014/main" id="{A571ADB7-C819-4979-8539-D8F2146EF48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직선 연결선 339">
              <a:extLst>
                <a:ext uri="{FF2B5EF4-FFF2-40B4-BE49-F238E27FC236}">
                  <a16:creationId xmlns:a16="http://schemas.microsoft.com/office/drawing/2014/main" id="{EF6413C0-9F1B-4609-8545-8831366825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직선 연결선 340">
              <a:extLst>
                <a:ext uri="{FF2B5EF4-FFF2-40B4-BE49-F238E27FC236}">
                  <a16:creationId xmlns:a16="http://schemas.microsoft.com/office/drawing/2014/main" id="{DF923E13-A8C6-42A4-840E-91034AA953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직선 연결선 341">
              <a:extLst>
                <a:ext uri="{FF2B5EF4-FFF2-40B4-BE49-F238E27FC236}">
                  <a16:creationId xmlns:a16="http://schemas.microsoft.com/office/drawing/2014/main" id="{48C7A17C-5186-439E-9778-4F79D999881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>
              <a:extLst>
                <a:ext uri="{FF2B5EF4-FFF2-40B4-BE49-F238E27FC236}">
                  <a16:creationId xmlns:a16="http://schemas.microsoft.com/office/drawing/2014/main" id="{51179362-9E6D-494B-87FF-63BF13D9B54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직선 연결선 343">
              <a:extLst>
                <a:ext uri="{FF2B5EF4-FFF2-40B4-BE49-F238E27FC236}">
                  <a16:creationId xmlns:a16="http://schemas.microsoft.com/office/drawing/2014/main" id="{CCE95FAD-BBEB-40C8-B3D2-03F0C79D1E3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직선 연결선 344">
              <a:extLst>
                <a:ext uri="{FF2B5EF4-FFF2-40B4-BE49-F238E27FC236}">
                  <a16:creationId xmlns:a16="http://schemas.microsoft.com/office/drawing/2014/main" id="{23ED175A-2278-4DE7-9CFF-0BC56267213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>
              <a:extLst>
                <a:ext uri="{FF2B5EF4-FFF2-40B4-BE49-F238E27FC236}">
                  <a16:creationId xmlns:a16="http://schemas.microsoft.com/office/drawing/2014/main" id="{B76D80C1-E396-4CA0-BE6E-78876A9CF3F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직선 연결선 346">
              <a:extLst>
                <a:ext uri="{FF2B5EF4-FFF2-40B4-BE49-F238E27FC236}">
                  <a16:creationId xmlns:a16="http://schemas.microsoft.com/office/drawing/2014/main" id="{4220F4CC-BB6C-428B-8E81-E041B650E5BA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0BBB5A0-C79C-4362-B1F7-B0C3609A700C}"/>
              </a:ext>
            </a:extLst>
          </p:cNvPr>
          <p:cNvGrpSpPr/>
          <p:nvPr/>
        </p:nvGrpSpPr>
        <p:grpSpPr>
          <a:xfrm>
            <a:off x="302419" y="4179169"/>
            <a:ext cx="5469052" cy="261030"/>
            <a:chOff x="291320" y="533401"/>
            <a:chExt cx="5407920" cy="258112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47290D13-FAFF-479C-BD29-DFE5FA8FD0E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6B477120-7CC1-4B8B-ADA8-7D52F146BB2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9BB225A3-9E73-448D-BCDB-DDABB260BA3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연결선 304">
              <a:extLst>
                <a:ext uri="{FF2B5EF4-FFF2-40B4-BE49-F238E27FC236}">
                  <a16:creationId xmlns:a16="http://schemas.microsoft.com/office/drawing/2014/main" id="{0ACCFFD6-C78F-4E98-9F31-AF660C4A9AC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6969FA0E-7960-41B6-B27A-0F33EFD430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연결선 306">
              <a:extLst>
                <a:ext uri="{FF2B5EF4-FFF2-40B4-BE49-F238E27FC236}">
                  <a16:creationId xmlns:a16="http://schemas.microsoft.com/office/drawing/2014/main" id="{2D81BED0-CB47-47E0-B29C-45564B11D46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연결선 307">
              <a:extLst>
                <a:ext uri="{FF2B5EF4-FFF2-40B4-BE49-F238E27FC236}">
                  <a16:creationId xmlns:a16="http://schemas.microsoft.com/office/drawing/2014/main" id="{6DF28DE8-28A6-4D46-A3B8-C17EA275C0F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1689D3E6-717C-4093-95D7-79BB9B4F3B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직선 연결선 309">
              <a:extLst>
                <a:ext uri="{FF2B5EF4-FFF2-40B4-BE49-F238E27FC236}">
                  <a16:creationId xmlns:a16="http://schemas.microsoft.com/office/drawing/2014/main" id="{29A71DCD-5D37-4ECC-A28F-D7C29527893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직선 연결선 310">
              <a:extLst>
                <a:ext uri="{FF2B5EF4-FFF2-40B4-BE49-F238E27FC236}">
                  <a16:creationId xmlns:a16="http://schemas.microsoft.com/office/drawing/2014/main" id="{A4BFE9D0-1CF6-4D42-8194-354DD07EE9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CD5012B1-1D15-4132-B003-6B2783826C2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BEA718A1-1439-429A-88E4-27A3103F279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직선 연결선 313">
              <a:extLst>
                <a:ext uri="{FF2B5EF4-FFF2-40B4-BE49-F238E27FC236}">
                  <a16:creationId xmlns:a16="http://schemas.microsoft.com/office/drawing/2014/main" id="{765B75A9-F461-4B28-94C7-28B326820C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직선 연결선 314">
              <a:extLst>
                <a:ext uri="{FF2B5EF4-FFF2-40B4-BE49-F238E27FC236}">
                  <a16:creationId xmlns:a16="http://schemas.microsoft.com/office/drawing/2014/main" id="{D525FCAC-A552-4999-9359-44C067D4B24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직선 연결선 315">
              <a:extLst>
                <a:ext uri="{FF2B5EF4-FFF2-40B4-BE49-F238E27FC236}">
                  <a16:creationId xmlns:a16="http://schemas.microsoft.com/office/drawing/2014/main" id="{10EF0D9E-17A8-48A6-ADC6-C7FB9309D87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직선 연결선 316">
              <a:extLst>
                <a:ext uri="{FF2B5EF4-FFF2-40B4-BE49-F238E27FC236}">
                  <a16:creationId xmlns:a16="http://schemas.microsoft.com/office/drawing/2014/main" id="{53BC4B81-8968-42CF-833D-1A24B9FC6E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직선 연결선 317">
              <a:extLst>
                <a:ext uri="{FF2B5EF4-FFF2-40B4-BE49-F238E27FC236}">
                  <a16:creationId xmlns:a16="http://schemas.microsoft.com/office/drawing/2014/main" id="{DD1EFABB-BCB1-43B0-A8A4-A61210D211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직선 연결선 318">
              <a:extLst>
                <a:ext uri="{FF2B5EF4-FFF2-40B4-BE49-F238E27FC236}">
                  <a16:creationId xmlns:a16="http://schemas.microsoft.com/office/drawing/2014/main" id="{92CE81FA-57E7-424E-AD16-A6A267AAB6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직선 연결선 319">
              <a:extLst>
                <a:ext uri="{FF2B5EF4-FFF2-40B4-BE49-F238E27FC236}">
                  <a16:creationId xmlns:a16="http://schemas.microsoft.com/office/drawing/2014/main" id="{85E854F5-40A4-45A4-B390-44417AF39D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B1E81CC6-2B2A-4C4C-BA17-A564423C8C0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>
              <a:extLst>
                <a:ext uri="{FF2B5EF4-FFF2-40B4-BE49-F238E27FC236}">
                  <a16:creationId xmlns:a16="http://schemas.microsoft.com/office/drawing/2014/main" id="{EDBB0FF6-7774-4088-B08A-802771E7830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직선 연결선 322">
              <a:extLst>
                <a:ext uri="{FF2B5EF4-FFF2-40B4-BE49-F238E27FC236}">
                  <a16:creationId xmlns:a16="http://schemas.microsoft.com/office/drawing/2014/main" id="{AE584659-203F-4C20-94A8-7C3BC36CD53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직선 연결선 323">
              <a:extLst>
                <a:ext uri="{FF2B5EF4-FFF2-40B4-BE49-F238E27FC236}">
                  <a16:creationId xmlns:a16="http://schemas.microsoft.com/office/drawing/2014/main" id="{36905181-6E9D-4892-8F55-BB381511FCE4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E063665-3C6E-4D50-9ED2-17AD66403B41}"/>
              </a:ext>
            </a:extLst>
          </p:cNvPr>
          <p:cNvGrpSpPr/>
          <p:nvPr/>
        </p:nvGrpSpPr>
        <p:grpSpPr>
          <a:xfrm>
            <a:off x="302419" y="4482983"/>
            <a:ext cx="5469052" cy="261030"/>
            <a:chOff x="291320" y="533401"/>
            <a:chExt cx="5407920" cy="258112"/>
          </a:xfrm>
        </p:grpSpPr>
        <p:cxnSp>
          <p:nvCxnSpPr>
            <p:cNvPr id="279" name="직선 연결선 278">
              <a:extLst>
                <a:ext uri="{FF2B5EF4-FFF2-40B4-BE49-F238E27FC236}">
                  <a16:creationId xmlns:a16="http://schemas.microsoft.com/office/drawing/2014/main" id="{0342084F-D790-4E28-9950-DDEBF016E618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>
              <a:extLst>
                <a:ext uri="{FF2B5EF4-FFF2-40B4-BE49-F238E27FC236}">
                  <a16:creationId xmlns:a16="http://schemas.microsoft.com/office/drawing/2014/main" id="{7B126DB0-B792-455B-A7E7-B10F1459025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42F84EC1-7AB6-4945-A2FA-5782FC240F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직선 연결선 281">
              <a:extLst>
                <a:ext uri="{FF2B5EF4-FFF2-40B4-BE49-F238E27FC236}">
                  <a16:creationId xmlns:a16="http://schemas.microsoft.com/office/drawing/2014/main" id="{EFDC13DB-58F1-4D90-8F9A-B8789627D04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A6516C31-77F9-40CD-9F6A-C3FFA583301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연결선 283">
              <a:extLst>
                <a:ext uri="{FF2B5EF4-FFF2-40B4-BE49-F238E27FC236}">
                  <a16:creationId xmlns:a16="http://schemas.microsoft.com/office/drawing/2014/main" id="{6376423F-1E9B-4686-B91B-F2D50A90CD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6841FE74-9DCA-4EB7-90C4-FDD30566389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연결선 285">
              <a:extLst>
                <a:ext uri="{FF2B5EF4-FFF2-40B4-BE49-F238E27FC236}">
                  <a16:creationId xmlns:a16="http://schemas.microsoft.com/office/drawing/2014/main" id="{8E2865CE-853A-4E1B-BAAC-1D5E7C17202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연결선 286">
              <a:extLst>
                <a:ext uri="{FF2B5EF4-FFF2-40B4-BE49-F238E27FC236}">
                  <a16:creationId xmlns:a16="http://schemas.microsoft.com/office/drawing/2014/main" id="{E0BB5575-0BDF-4FD9-B629-43EA8907AF4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>
              <a:extLst>
                <a:ext uri="{FF2B5EF4-FFF2-40B4-BE49-F238E27FC236}">
                  <a16:creationId xmlns:a16="http://schemas.microsoft.com/office/drawing/2014/main" id="{D4FC0EF3-CA69-4888-B801-7026E5188D4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>
              <a:extLst>
                <a:ext uri="{FF2B5EF4-FFF2-40B4-BE49-F238E27FC236}">
                  <a16:creationId xmlns:a16="http://schemas.microsoft.com/office/drawing/2014/main" id="{7D41CFF0-BDF1-4EAA-BFD3-48FFD897CD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연결선 289">
              <a:extLst>
                <a:ext uri="{FF2B5EF4-FFF2-40B4-BE49-F238E27FC236}">
                  <a16:creationId xmlns:a16="http://schemas.microsoft.com/office/drawing/2014/main" id="{47CF9664-02DC-4761-BFC3-E9167A727DC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>
              <a:extLst>
                <a:ext uri="{FF2B5EF4-FFF2-40B4-BE49-F238E27FC236}">
                  <a16:creationId xmlns:a16="http://schemas.microsoft.com/office/drawing/2014/main" id="{DAA9021E-0A86-46E2-BB37-950F45982D7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직선 연결선 291">
              <a:extLst>
                <a:ext uri="{FF2B5EF4-FFF2-40B4-BE49-F238E27FC236}">
                  <a16:creationId xmlns:a16="http://schemas.microsoft.com/office/drawing/2014/main" id="{3FB693C3-7111-43A4-85B2-0C5FA8E0291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연결선 292">
              <a:extLst>
                <a:ext uri="{FF2B5EF4-FFF2-40B4-BE49-F238E27FC236}">
                  <a16:creationId xmlns:a16="http://schemas.microsoft.com/office/drawing/2014/main" id="{F796DA30-B647-4876-B196-19ECAB70CD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직선 연결선 293">
              <a:extLst>
                <a:ext uri="{FF2B5EF4-FFF2-40B4-BE49-F238E27FC236}">
                  <a16:creationId xmlns:a16="http://schemas.microsoft.com/office/drawing/2014/main" id="{A6C7241B-15FB-4C37-908E-3D3C8E7EC80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F33395A5-FACC-4952-AB3D-81474B3B5FD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>
              <a:extLst>
                <a:ext uri="{FF2B5EF4-FFF2-40B4-BE49-F238E27FC236}">
                  <a16:creationId xmlns:a16="http://schemas.microsoft.com/office/drawing/2014/main" id="{0B0B5DB3-45EC-4B0D-9A80-141FBFD594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5FA40725-3F37-4A80-B207-AD8DD6B0E94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연결선 297">
              <a:extLst>
                <a:ext uri="{FF2B5EF4-FFF2-40B4-BE49-F238E27FC236}">
                  <a16:creationId xmlns:a16="http://schemas.microsoft.com/office/drawing/2014/main" id="{AE0FE70E-35CE-4A7D-95F9-801148B640D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연결선 298">
              <a:extLst>
                <a:ext uri="{FF2B5EF4-FFF2-40B4-BE49-F238E27FC236}">
                  <a16:creationId xmlns:a16="http://schemas.microsoft.com/office/drawing/2014/main" id="{05591D9E-3528-440A-A9CB-CB19F0E6DEE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직선 연결선 299">
              <a:extLst>
                <a:ext uri="{FF2B5EF4-FFF2-40B4-BE49-F238E27FC236}">
                  <a16:creationId xmlns:a16="http://schemas.microsoft.com/office/drawing/2014/main" id="{F6D0826C-90B4-48A2-8245-7AE9ACA5BD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연결선 300">
              <a:extLst>
                <a:ext uri="{FF2B5EF4-FFF2-40B4-BE49-F238E27FC236}">
                  <a16:creationId xmlns:a16="http://schemas.microsoft.com/office/drawing/2014/main" id="{34E0FD59-A301-4EEA-A6B5-7EC63198A924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DDEF95D-040B-4227-97A2-D4C224BD580A}"/>
              </a:ext>
            </a:extLst>
          </p:cNvPr>
          <p:cNvGrpSpPr/>
          <p:nvPr/>
        </p:nvGrpSpPr>
        <p:grpSpPr>
          <a:xfrm>
            <a:off x="302419" y="4786797"/>
            <a:ext cx="5469052" cy="261030"/>
            <a:chOff x="291320" y="533401"/>
            <a:chExt cx="5407920" cy="258112"/>
          </a:xfrm>
        </p:grpSpPr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F82C7AEB-9DED-43A7-B75B-254D7E409CAB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연결선 256">
              <a:extLst>
                <a:ext uri="{FF2B5EF4-FFF2-40B4-BE49-F238E27FC236}">
                  <a16:creationId xmlns:a16="http://schemas.microsoft.com/office/drawing/2014/main" id="{D7D4A442-D1FF-46D7-917F-6C6A27997E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00C666FD-B843-4A51-B31A-42F196D7774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직선 연결선 258">
              <a:extLst>
                <a:ext uri="{FF2B5EF4-FFF2-40B4-BE49-F238E27FC236}">
                  <a16:creationId xmlns:a16="http://schemas.microsoft.com/office/drawing/2014/main" id="{2E7D9A9F-8D09-45BC-B872-2EB1E4B9458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A9EACB96-074B-4128-87B9-AFA03FE52D6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직선 연결선 260">
              <a:extLst>
                <a:ext uri="{FF2B5EF4-FFF2-40B4-BE49-F238E27FC236}">
                  <a16:creationId xmlns:a16="http://schemas.microsoft.com/office/drawing/2014/main" id="{C8E9D3D0-B175-48C4-AE88-749C981EC66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7FEAD479-0E73-4E13-AD62-D82AF38E4EB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4A5DF552-00BF-4B43-9CEE-FB679ECFB1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84078BDE-9B36-412F-A7B2-C01941923DF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74993DA4-8E8D-404A-B97C-175D0D86C53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1236361D-653B-4929-8071-9898A8E203F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연결선 266">
              <a:extLst>
                <a:ext uri="{FF2B5EF4-FFF2-40B4-BE49-F238E27FC236}">
                  <a16:creationId xmlns:a16="http://schemas.microsoft.com/office/drawing/2014/main" id="{9EA829D9-E249-4D4E-94ED-08F82B3CDCC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97294367-1460-4BD4-A9ED-8006FC5D723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연결선 268">
              <a:extLst>
                <a:ext uri="{FF2B5EF4-FFF2-40B4-BE49-F238E27FC236}">
                  <a16:creationId xmlns:a16="http://schemas.microsoft.com/office/drawing/2014/main" id="{0F4D186B-A40B-4C05-BF64-B9ECAC4BD02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직선 연결선 269">
              <a:extLst>
                <a:ext uri="{FF2B5EF4-FFF2-40B4-BE49-F238E27FC236}">
                  <a16:creationId xmlns:a16="http://schemas.microsoft.com/office/drawing/2014/main" id="{F0BF2394-F26A-46E7-AB6E-05A898FC5D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연결선 270">
              <a:extLst>
                <a:ext uri="{FF2B5EF4-FFF2-40B4-BE49-F238E27FC236}">
                  <a16:creationId xmlns:a16="http://schemas.microsoft.com/office/drawing/2014/main" id="{319F3EBB-130E-4181-8E2E-150EE898A35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271">
              <a:extLst>
                <a:ext uri="{FF2B5EF4-FFF2-40B4-BE49-F238E27FC236}">
                  <a16:creationId xmlns:a16="http://schemas.microsoft.com/office/drawing/2014/main" id="{D11E0E53-8633-42B4-9141-452497F5B70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연결선 272">
              <a:extLst>
                <a:ext uri="{FF2B5EF4-FFF2-40B4-BE49-F238E27FC236}">
                  <a16:creationId xmlns:a16="http://schemas.microsoft.com/office/drawing/2014/main" id="{C95F182A-9102-4FBD-A33B-CCD0AAD5580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32F946E1-F542-4BD6-BB9D-C1B8674979A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>
              <a:extLst>
                <a:ext uri="{FF2B5EF4-FFF2-40B4-BE49-F238E27FC236}">
                  <a16:creationId xmlns:a16="http://schemas.microsoft.com/office/drawing/2014/main" id="{A1A9C0F6-E329-42DC-899F-78B98851A94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직선 연결선 275">
              <a:extLst>
                <a:ext uri="{FF2B5EF4-FFF2-40B4-BE49-F238E27FC236}">
                  <a16:creationId xmlns:a16="http://schemas.microsoft.com/office/drawing/2014/main" id="{75FD3854-4E81-46DD-93A2-9DCD93CA49D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2BB3F3F4-6F9B-415B-BB04-44F8CC2DA9B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47907D1E-EB8B-47E6-B935-2DCF577A0BB2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B2536A1-5E31-4645-B6F7-FFBC2754052E}"/>
              </a:ext>
            </a:extLst>
          </p:cNvPr>
          <p:cNvGrpSpPr/>
          <p:nvPr/>
        </p:nvGrpSpPr>
        <p:grpSpPr>
          <a:xfrm>
            <a:off x="302419" y="5090611"/>
            <a:ext cx="5469052" cy="261030"/>
            <a:chOff x="291320" y="533401"/>
            <a:chExt cx="5407920" cy="258112"/>
          </a:xfrm>
        </p:grpSpPr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397C00C9-CCDB-455A-B4FC-1D40757A6AD5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D9382601-4345-46A8-A988-DED974A2392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AA52E48-DC37-4032-B50E-9CFC53BB05B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>
              <a:extLst>
                <a:ext uri="{FF2B5EF4-FFF2-40B4-BE49-F238E27FC236}">
                  <a16:creationId xmlns:a16="http://schemas.microsoft.com/office/drawing/2014/main" id="{DEEEC740-5E96-4714-BF2E-7182CA4A47C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6F38194A-92BD-4B9B-B676-B40D66E095E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연결선 237">
              <a:extLst>
                <a:ext uri="{FF2B5EF4-FFF2-40B4-BE49-F238E27FC236}">
                  <a16:creationId xmlns:a16="http://schemas.microsoft.com/office/drawing/2014/main" id="{95BF183E-AA14-4111-97C6-45515E34612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73ED2320-9741-45B0-BF40-441D9A30663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연결선 239">
              <a:extLst>
                <a:ext uri="{FF2B5EF4-FFF2-40B4-BE49-F238E27FC236}">
                  <a16:creationId xmlns:a16="http://schemas.microsoft.com/office/drawing/2014/main" id="{D2F80B30-8CB5-4BE5-BF42-5194EEE7296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연결선 240">
              <a:extLst>
                <a:ext uri="{FF2B5EF4-FFF2-40B4-BE49-F238E27FC236}">
                  <a16:creationId xmlns:a16="http://schemas.microsoft.com/office/drawing/2014/main" id="{715AF4EF-3552-40FD-9E7D-33226280616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892F55D9-D006-4E4C-87CE-253CF0B730D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직선 연결선 242">
              <a:extLst>
                <a:ext uri="{FF2B5EF4-FFF2-40B4-BE49-F238E27FC236}">
                  <a16:creationId xmlns:a16="http://schemas.microsoft.com/office/drawing/2014/main" id="{E4CEC932-34F1-47BF-BC8A-0285E6D737D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4F73DF3E-30B4-49D7-B615-106B4263B37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202EF3A3-80E8-48D6-9177-4A07FCB530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589E5BB8-E933-4BA0-8DCF-983E0620E11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36368AF0-BD47-4DCD-8771-4B0EB46F851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6123F9AB-A630-4EE3-A9DC-35C79511DD4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직선 연결선 248">
              <a:extLst>
                <a:ext uri="{FF2B5EF4-FFF2-40B4-BE49-F238E27FC236}">
                  <a16:creationId xmlns:a16="http://schemas.microsoft.com/office/drawing/2014/main" id="{03287FD3-DDB7-4EC6-9850-F312A77FC1A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F180F6ED-38C2-46FE-8D4B-73390AED2B3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02C6FC6D-B62E-48A3-BFAC-2FC28C4C5E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직선 연결선 251">
              <a:extLst>
                <a:ext uri="{FF2B5EF4-FFF2-40B4-BE49-F238E27FC236}">
                  <a16:creationId xmlns:a16="http://schemas.microsoft.com/office/drawing/2014/main" id="{AE1E22C4-1BD8-41A4-95E1-61B626023C2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직선 연결선 252">
              <a:extLst>
                <a:ext uri="{FF2B5EF4-FFF2-40B4-BE49-F238E27FC236}">
                  <a16:creationId xmlns:a16="http://schemas.microsoft.com/office/drawing/2014/main" id="{2A998FEC-693C-409C-A89D-CF9499A0FC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E34574F4-3C4D-42AC-8012-86DE000962A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6711D267-7272-453B-A5E4-DC5A37F78D8D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B68E1B0-14BD-44B1-9831-63B94A42E319}"/>
              </a:ext>
            </a:extLst>
          </p:cNvPr>
          <p:cNvGrpSpPr/>
          <p:nvPr/>
        </p:nvGrpSpPr>
        <p:grpSpPr>
          <a:xfrm>
            <a:off x="302419" y="5394425"/>
            <a:ext cx="5469052" cy="261030"/>
            <a:chOff x="291320" y="533401"/>
            <a:chExt cx="5407920" cy="258112"/>
          </a:xfrm>
        </p:grpSpPr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A8D51CC2-E952-4C28-8BD3-AC5210625276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11C677D0-14CC-4004-A766-3A6F35CCD98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6DFE7FDE-7153-4D0E-B2D8-226E7F14E69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075DBAD6-7165-4F68-A25C-49B51415B46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C7C1573C-EBCF-4FEC-909D-3EEE003387A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0AB4132A-7026-402A-BEA8-EFF9D9ADBD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C3F97F24-1987-4303-8429-C69B15B20C8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2E379003-FDA0-4032-9D8F-243884C6D7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21FF73DF-35DA-48A0-AE73-27B0E224AA1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AE457F88-CC94-4209-9156-82EA2A9BAB2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409D20C0-EB52-4CA5-99DC-F9A3CBCFBA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218FE009-B18A-4108-8FBC-796E8B6082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B17E3AA1-CED5-469F-AE97-1A217533BCD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37DA6C1B-94B1-421C-A29E-C857892D325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0574A455-2AE9-42D9-AB2B-DB2298C77A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AF5FC11D-38D5-440F-9967-2721FB2C831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B4288DF7-F543-4C7A-A222-759544975A9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25D81870-74B3-484B-A9B5-A8A911011A2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6C01D13D-BB71-42CF-AF0C-92640EE8FDC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72B8F724-4D45-4AE5-9870-4F3B197AFA3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3E7457B1-DE77-40AA-9571-9925FFC6E66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6FCF533C-970B-447A-8936-84DDE86F12F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B7479EDD-2F33-4B15-A7A6-ED342ED47855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D041C1C-11F8-46AE-9FD1-FE9B448F9185}"/>
              </a:ext>
            </a:extLst>
          </p:cNvPr>
          <p:cNvGrpSpPr/>
          <p:nvPr/>
        </p:nvGrpSpPr>
        <p:grpSpPr>
          <a:xfrm>
            <a:off x="302419" y="5698239"/>
            <a:ext cx="5469052" cy="261030"/>
            <a:chOff x="291320" y="533401"/>
            <a:chExt cx="5407920" cy="258112"/>
          </a:xfrm>
        </p:grpSpPr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91F6CFD7-2BE3-46D1-AE33-AE7549059BD7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B4E23831-B762-4ED4-9D63-902DBE18D8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54A1FD23-161F-4179-A029-B00B6770281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F2191AD7-195B-46F9-805E-2386D89D09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20819AF-CFB5-4E85-9FC4-6E29990BA86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E48BC0F8-7B09-405C-9536-7BF3BFCA8A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3DD9D594-5284-4E26-974F-9D32F433008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570DCEBA-2659-4025-B5C9-D4A3422AA1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DEE33B16-B297-4BA3-B0E9-D11F1890550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직선 연결선 195">
              <a:extLst>
                <a:ext uri="{FF2B5EF4-FFF2-40B4-BE49-F238E27FC236}">
                  <a16:creationId xmlns:a16="http://schemas.microsoft.com/office/drawing/2014/main" id="{6430B970-6AE3-4C37-82FD-8432B243893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95E9C771-AAF2-4DC2-94EE-EE2F677970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DEBD6677-F209-4125-8BAC-EECA8103992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BC9FDFC6-3D23-4994-ABF0-93453AB03A1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BA85E940-E591-4C2A-8218-3B5EFE2DE21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0CD0968E-4A3D-4D3D-BB25-5A7D005DBFA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D9CF8031-7B48-4D3D-9F1D-5043AAF0B4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F6DBE9BF-871F-43A7-9C49-EF1D479B50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1368D58E-0345-477B-B00F-AA898BAD7BE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7171D39A-5DA3-4D0A-9547-CFABCFA08B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>
              <a:extLst>
                <a:ext uri="{FF2B5EF4-FFF2-40B4-BE49-F238E27FC236}">
                  <a16:creationId xmlns:a16="http://schemas.microsoft.com/office/drawing/2014/main" id="{A087F4C8-A54F-41BF-8954-1A57FBB073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A6632705-556B-42AF-936D-0391CFD8D9E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직선 연결선 207">
              <a:extLst>
                <a:ext uri="{FF2B5EF4-FFF2-40B4-BE49-F238E27FC236}">
                  <a16:creationId xmlns:a16="http://schemas.microsoft.com/office/drawing/2014/main" id="{82684C52-8E4A-4125-88FB-D12F5E8AE58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E5B9B8BA-0CF7-44B8-BEEC-D6BFFAD6A88B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7ED9E7C-9F76-4D07-955E-9704082DB036}"/>
              </a:ext>
            </a:extLst>
          </p:cNvPr>
          <p:cNvGrpSpPr/>
          <p:nvPr/>
        </p:nvGrpSpPr>
        <p:grpSpPr>
          <a:xfrm>
            <a:off x="302419" y="6002053"/>
            <a:ext cx="5469052" cy="261030"/>
            <a:chOff x="291320" y="533401"/>
            <a:chExt cx="5407920" cy="258112"/>
          </a:xfrm>
        </p:grpSpPr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CC79CAA4-BB69-432D-9E9E-B18F5457B121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1093CD15-381A-4D7C-B652-ECA93555F2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82BB5D28-3CE9-4507-A474-1299E44C38F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D3F71DCC-6445-4A18-B8A3-3205D94D51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01A2E13B-F049-4118-B659-C556251A1EB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24FE0860-89DC-4448-9E62-AE6C85E9A2F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BBAC94E8-764A-4447-8134-C696544DAC0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75C6688B-0EA0-43BD-9281-D91BFC9DD6D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F26F557D-106B-4BE4-B3DC-A0378CA58B6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A4BFA77E-8A21-4B99-AC0D-79416578F3B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8ABDFC47-4FC3-4124-87BC-52D84C01F5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5E7DB577-A7C9-4846-9007-681BE14DA35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603FC3BB-431A-41D3-A001-34D6AAE4AC1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A31820C7-EEF6-4F6B-B9D3-A5F9551BA9F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68198568-9789-4E61-A86E-FB16DA90451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F76457FE-61A1-40DF-8801-E412F3A8A18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65C70D53-6941-4A7C-BE9C-57F1E2BF77E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537D7B7D-E4FB-4580-B782-17A4EB83176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14EDEC9C-9D18-41ED-BA3A-A63A2FA2D27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415F34C1-C2B0-47AD-BBDF-4FAD548E99D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033C5130-DEAE-4EB8-93DB-5226BAA907B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8153ED2E-FE36-46F4-995F-6F8E9D88DC2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D343F18B-2407-4D4E-97AA-5455B4811C9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4605D90-1A95-4D72-BD1D-AF437DD76F6F}"/>
              </a:ext>
            </a:extLst>
          </p:cNvPr>
          <p:cNvGrpSpPr/>
          <p:nvPr/>
        </p:nvGrpSpPr>
        <p:grpSpPr>
          <a:xfrm>
            <a:off x="302419" y="6305867"/>
            <a:ext cx="5469052" cy="261030"/>
            <a:chOff x="291320" y="533401"/>
            <a:chExt cx="5407920" cy="258112"/>
          </a:xfrm>
        </p:grpSpPr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8402D1C8-2F97-4993-AECF-64787A6644D4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0A37257D-E6A3-4FF9-ABE2-7C6EB4C95F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7F59E395-7E1C-493D-B17B-AE7B08CC9D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DEBC480B-46FA-4C93-9A50-A9722455F01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A2566C01-1003-4C3C-805A-3C3439E0167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7DFC5C46-0139-4A7F-ABF1-8ACBFD309F1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5C5E9766-6ADA-4F51-AFC8-7D856FE1B8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47C161A3-A24C-48C8-8B2A-BCE70392102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F126C500-169C-4F1D-A6E1-B031F5E93E7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6DC55F28-02E5-439C-B3B9-9624DC1BD64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36C1BD1A-9B83-48F7-BB1C-7673AFAEF1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5F54B343-52E9-4CEF-8BF8-314AE300A93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CE68137B-8035-4504-8C59-2BD791B0C10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69671AD9-0079-445B-92C2-1DF8CB622A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C5772229-A006-45C3-858A-15279AF7AB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7703FE3F-A37C-47E8-BCDE-72243D8BDF3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6B0BB596-2EAB-498F-9B54-E48366D5C1F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B8D967A6-1B28-4600-8ED2-17D92653168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0D36007D-1DD8-4F0B-AB37-13230E2C638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F8B54C94-1779-4DB0-A770-3CE4D3EC44B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58293AC6-A98B-4FEA-BE50-AEC034521FD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2319DC21-ACED-45E0-81F3-B2BA95EDC6C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85B6148C-5A92-4FF5-8BCB-C8D1EA263588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BB5ED62-69E1-4DDF-A194-ADFA192FEC60}"/>
              </a:ext>
            </a:extLst>
          </p:cNvPr>
          <p:cNvGrpSpPr/>
          <p:nvPr/>
        </p:nvGrpSpPr>
        <p:grpSpPr>
          <a:xfrm>
            <a:off x="302419" y="6609681"/>
            <a:ext cx="5469052" cy="261030"/>
            <a:chOff x="291320" y="533401"/>
            <a:chExt cx="5407920" cy="258112"/>
          </a:xfrm>
        </p:grpSpPr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5C1DF763-842C-4EC3-81F6-795FC1E03B0E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43BC0519-BC33-47E0-9B40-769B299477D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B32C0E68-F002-4FDF-8944-66F739D0295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6AA8DB16-8804-4E95-B705-86DBFA48DC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16749B65-00F8-4524-B74B-5641C00371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91F4B98-FF89-4F1C-9DC5-00129C2AAF2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B594BE47-1B3D-4C0F-876D-8FA6F2A3701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DD43E178-65CE-41F0-BE4E-3A60DCE066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243EB1FE-EDE0-4CDD-8CE3-362F989539F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FCC1EB8D-A8ED-4A9B-970A-DF67F303435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CD96D196-3697-4487-B446-AB4CE49E3C6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7600DF73-C27C-4735-ACB3-B08A4C587E2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DC8839FB-B93E-434C-8551-BD3C5EF0CE2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68712113-317B-435B-9E94-B3351EFB80D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30178C09-6835-43B2-B488-8890D9DB544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B72DFA40-D214-4AD1-BE70-16FADCEEC48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334045AD-F181-4C03-84FF-431765DF902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373C5E3A-1A89-4FC2-8360-C32531B506C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94DAAC63-F1A0-48FB-B248-9E3B9440C6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1E9DF5DD-4735-43F2-9043-EFD9B77443B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BEBC5A92-E006-4E6F-86BF-6D2C988A3B4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71418712-72E5-43F3-B4AA-CC96E3FC162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4A454AEC-9AA3-447A-B8F5-97B4BC0EEF27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3B71FF1-8C91-4DA2-83B6-05631EA655B2}"/>
              </a:ext>
            </a:extLst>
          </p:cNvPr>
          <p:cNvGrpSpPr/>
          <p:nvPr/>
        </p:nvGrpSpPr>
        <p:grpSpPr>
          <a:xfrm>
            <a:off x="302419" y="6913495"/>
            <a:ext cx="5469052" cy="261030"/>
            <a:chOff x="291320" y="533401"/>
            <a:chExt cx="5407920" cy="258112"/>
          </a:xfrm>
        </p:grpSpPr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F0217E22-822C-47D0-A390-03D2EA129AD3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79151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EEB767-49E2-4F56-A09D-6EE9085F86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0305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8C22994-8B9F-44C5-8BE7-14880E10332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0701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C49FA9F2-39D1-4961-80F9-9C36C9F57CE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02939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B50B833C-6F05-4DA2-AE23-EED6B3BCD0A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24384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C62DFFE7-490C-433D-8DD4-38172FC8A27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78464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1F207F40-126A-4377-8E82-5BD86D7C5EB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32543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F85841A3-3FE1-4048-B3A4-6139BA01A12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86622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05A61F97-7E55-4401-A08C-A06E4BB360C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4780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235DEB59-56B4-428B-A626-2FEFD9CD337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21820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AA813B7B-A6A6-475E-B6C3-E24CC1BFA57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48860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DC4DDC24-BDAD-4722-9EB3-9BCDB988E7E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5899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82680E05-C466-47E5-899E-1BDBDADFA3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9978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24E6125D-E2E9-4F95-A67A-35702703BC2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3266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8F0D7276-37AD-4AC4-936E-28A01DE112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7345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066780E6-C379-48B9-A9BC-96C96AFE9BC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77412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95E20A88-710D-44CC-B638-F7116CA959B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51424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5473FB3F-2F25-4CD2-A888-1715F423940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055036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1E01D6A3-6C4A-4A8F-9CE0-34B8102A7D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595828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CE2AA092-FA51-457E-A31E-0465F06655A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136620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52AA0261-EF1F-4FA7-83A2-95B1125C28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226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CE3D28EF-E6E7-4F40-A2A4-76BFEF41232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570184" y="662457"/>
              <a:ext cx="25811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A63C533E-731F-4941-9A3B-13125645CC6F}"/>
                </a:ext>
              </a:extLst>
            </p:cNvPr>
            <p:cNvCxnSpPr>
              <a:cxnSpLocks/>
            </p:cNvCxnSpPr>
            <p:nvPr/>
          </p:nvCxnSpPr>
          <p:spPr>
            <a:xfrm>
              <a:off x="297120" y="53399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B73013B8-974C-494D-B057-1EC9499305D1}"/>
              </a:ext>
            </a:extLst>
          </p:cNvPr>
          <p:cNvCxnSpPr>
            <a:cxnSpLocks/>
          </p:cNvCxnSpPr>
          <p:nvPr/>
        </p:nvCxnSpPr>
        <p:spPr>
          <a:xfrm>
            <a:off x="308285" y="7478337"/>
            <a:ext cx="546212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10999F9-FC59-4C09-AD31-7C9CD57B6B0A}"/>
              </a:ext>
            </a:extLst>
          </p:cNvPr>
          <p:cNvCxnSpPr>
            <a:cxnSpLocks/>
          </p:cNvCxnSpPr>
          <p:nvPr/>
        </p:nvCxnSpPr>
        <p:spPr>
          <a:xfrm rot="16200000">
            <a:off x="718809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DC051E0-6662-4E28-8CAD-911CA2D83B32}"/>
              </a:ext>
            </a:extLst>
          </p:cNvPr>
          <p:cNvCxnSpPr>
            <a:cxnSpLocks/>
          </p:cNvCxnSpPr>
          <p:nvPr/>
        </p:nvCxnSpPr>
        <p:spPr>
          <a:xfrm rot="16200000">
            <a:off x="3453335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2C039998-5B7D-4419-8AAE-8004B1C577D6}"/>
              </a:ext>
            </a:extLst>
          </p:cNvPr>
          <p:cNvCxnSpPr>
            <a:cxnSpLocks/>
          </p:cNvCxnSpPr>
          <p:nvPr/>
        </p:nvCxnSpPr>
        <p:spPr>
          <a:xfrm rot="16200000">
            <a:off x="5094051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148B9F3B-191C-487E-ACE6-1ABFD27E28CD}"/>
              </a:ext>
            </a:extLst>
          </p:cNvPr>
          <p:cNvCxnSpPr>
            <a:cxnSpLocks/>
          </p:cNvCxnSpPr>
          <p:nvPr/>
        </p:nvCxnSpPr>
        <p:spPr>
          <a:xfrm rot="16200000">
            <a:off x="1265714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3A80EB3-8D19-44BE-AD18-F17A4D88C3AC}"/>
              </a:ext>
            </a:extLst>
          </p:cNvPr>
          <p:cNvCxnSpPr>
            <a:cxnSpLocks/>
          </p:cNvCxnSpPr>
          <p:nvPr/>
        </p:nvCxnSpPr>
        <p:spPr>
          <a:xfrm rot="16200000">
            <a:off x="1812620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F6C5332-BF40-420F-AEBB-619BFF30F29C}"/>
              </a:ext>
            </a:extLst>
          </p:cNvPr>
          <p:cNvCxnSpPr>
            <a:cxnSpLocks/>
          </p:cNvCxnSpPr>
          <p:nvPr/>
        </p:nvCxnSpPr>
        <p:spPr>
          <a:xfrm rot="16200000">
            <a:off x="2359525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5E86E8C9-C8EF-45F8-A443-3AA773335020}"/>
              </a:ext>
            </a:extLst>
          </p:cNvPr>
          <p:cNvCxnSpPr>
            <a:cxnSpLocks/>
          </p:cNvCxnSpPr>
          <p:nvPr/>
        </p:nvCxnSpPr>
        <p:spPr>
          <a:xfrm rot="16200000">
            <a:off x="2906430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13DFF9C-E41D-4E50-9387-C79D590E5C2B}"/>
              </a:ext>
            </a:extLst>
          </p:cNvPr>
          <p:cNvCxnSpPr>
            <a:cxnSpLocks/>
          </p:cNvCxnSpPr>
          <p:nvPr/>
        </p:nvCxnSpPr>
        <p:spPr>
          <a:xfrm rot="16200000">
            <a:off x="4000240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BDE1581-6498-4372-A7C1-8AD691B51554}"/>
              </a:ext>
            </a:extLst>
          </p:cNvPr>
          <p:cNvCxnSpPr>
            <a:cxnSpLocks/>
          </p:cNvCxnSpPr>
          <p:nvPr/>
        </p:nvCxnSpPr>
        <p:spPr>
          <a:xfrm rot="16200000">
            <a:off x="4273693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D3FF0735-E202-45C6-97CC-60DA43B1E2BC}"/>
              </a:ext>
            </a:extLst>
          </p:cNvPr>
          <p:cNvCxnSpPr>
            <a:cxnSpLocks/>
          </p:cNvCxnSpPr>
          <p:nvPr/>
        </p:nvCxnSpPr>
        <p:spPr>
          <a:xfrm rot="16200000">
            <a:off x="4547146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03216AFB-86CA-4C59-AAE1-4612CAA211C1}"/>
              </a:ext>
            </a:extLst>
          </p:cNvPr>
          <p:cNvCxnSpPr>
            <a:cxnSpLocks/>
          </p:cNvCxnSpPr>
          <p:nvPr/>
        </p:nvCxnSpPr>
        <p:spPr>
          <a:xfrm rot="16200000">
            <a:off x="4820598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35A31D33-EFE7-4333-9A90-FFD081607831}"/>
              </a:ext>
            </a:extLst>
          </p:cNvPr>
          <p:cNvCxnSpPr>
            <a:cxnSpLocks/>
          </p:cNvCxnSpPr>
          <p:nvPr/>
        </p:nvCxnSpPr>
        <p:spPr>
          <a:xfrm rot="16200000">
            <a:off x="5367503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D220D78-10A4-44A2-81DA-282EAED6B4FF}"/>
              </a:ext>
            </a:extLst>
          </p:cNvPr>
          <p:cNvCxnSpPr>
            <a:cxnSpLocks/>
          </p:cNvCxnSpPr>
          <p:nvPr/>
        </p:nvCxnSpPr>
        <p:spPr>
          <a:xfrm rot="16200000">
            <a:off x="445357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69EFEA7D-4B93-4972-897D-52D43E4DAB9D}"/>
              </a:ext>
            </a:extLst>
          </p:cNvPr>
          <p:cNvCxnSpPr>
            <a:cxnSpLocks/>
          </p:cNvCxnSpPr>
          <p:nvPr/>
        </p:nvCxnSpPr>
        <p:spPr>
          <a:xfrm rot="16200000">
            <a:off x="992262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47E2D69-4713-4EDB-95CF-32445C41CD73}"/>
              </a:ext>
            </a:extLst>
          </p:cNvPr>
          <p:cNvCxnSpPr>
            <a:cxnSpLocks/>
          </p:cNvCxnSpPr>
          <p:nvPr/>
        </p:nvCxnSpPr>
        <p:spPr>
          <a:xfrm rot="16200000">
            <a:off x="3726788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F6B788A3-CB35-4343-A550-2C59C4F8BFCC}"/>
              </a:ext>
            </a:extLst>
          </p:cNvPr>
          <p:cNvCxnSpPr>
            <a:cxnSpLocks/>
          </p:cNvCxnSpPr>
          <p:nvPr/>
        </p:nvCxnSpPr>
        <p:spPr>
          <a:xfrm rot="16200000">
            <a:off x="1539167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B0719946-D336-4A38-B9B9-00B256682B94}"/>
              </a:ext>
            </a:extLst>
          </p:cNvPr>
          <p:cNvCxnSpPr>
            <a:cxnSpLocks/>
          </p:cNvCxnSpPr>
          <p:nvPr/>
        </p:nvCxnSpPr>
        <p:spPr>
          <a:xfrm rot="16200000">
            <a:off x="2086072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BC812540-39EF-41C0-9823-117440DE10B7}"/>
              </a:ext>
            </a:extLst>
          </p:cNvPr>
          <p:cNvCxnSpPr>
            <a:cxnSpLocks/>
          </p:cNvCxnSpPr>
          <p:nvPr/>
        </p:nvCxnSpPr>
        <p:spPr>
          <a:xfrm rot="16200000">
            <a:off x="2632977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8D06176-ED30-4054-8859-8634817EF98F}"/>
              </a:ext>
            </a:extLst>
          </p:cNvPr>
          <p:cNvCxnSpPr>
            <a:cxnSpLocks/>
          </p:cNvCxnSpPr>
          <p:nvPr/>
        </p:nvCxnSpPr>
        <p:spPr>
          <a:xfrm rot="16200000">
            <a:off x="3179883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F80B5F73-9A23-4A3C-A9DD-974589FDAF0F}"/>
              </a:ext>
            </a:extLst>
          </p:cNvPr>
          <p:cNvCxnSpPr>
            <a:cxnSpLocks/>
          </p:cNvCxnSpPr>
          <p:nvPr/>
        </p:nvCxnSpPr>
        <p:spPr>
          <a:xfrm rot="16200000">
            <a:off x="171904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66F5948-E066-4D9B-ACCF-E796E43D56D4}"/>
              </a:ext>
            </a:extLst>
          </p:cNvPr>
          <p:cNvCxnSpPr>
            <a:cxnSpLocks/>
          </p:cNvCxnSpPr>
          <p:nvPr/>
        </p:nvCxnSpPr>
        <p:spPr>
          <a:xfrm rot="16200000">
            <a:off x="5640956" y="7347823"/>
            <a:ext cx="26103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4843572-888C-4AA0-94EF-6A7B2F61D3EF}"/>
              </a:ext>
            </a:extLst>
          </p:cNvPr>
          <p:cNvCxnSpPr>
            <a:cxnSpLocks/>
          </p:cNvCxnSpPr>
          <p:nvPr/>
        </p:nvCxnSpPr>
        <p:spPr>
          <a:xfrm>
            <a:off x="308285" y="7217906"/>
            <a:ext cx="546212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CBDB0D6-7C00-4A4E-B035-9FDB1B4CE7BE}"/>
              </a:ext>
            </a:extLst>
          </p:cNvPr>
          <p:cNvCxnSpPr>
            <a:cxnSpLocks/>
          </p:cNvCxnSpPr>
          <p:nvPr/>
        </p:nvCxnSpPr>
        <p:spPr>
          <a:xfrm>
            <a:off x="308285" y="501106"/>
            <a:ext cx="546212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01230247-245C-41C6-A26C-E29E98ED43C2}"/>
              </a:ext>
            </a:extLst>
          </p:cNvPr>
          <p:cNvCxnSpPr>
            <a:cxnSpLocks/>
          </p:cNvCxnSpPr>
          <p:nvPr/>
        </p:nvCxnSpPr>
        <p:spPr>
          <a:xfrm>
            <a:off x="308285" y="7517809"/>
            <a:ext cx="546212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A978D97F-C172-4D6A-9CA6-72E923896B53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ADCCDD8-B05B-43EA-A2AF-9A9C5602AE26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9" name="TextBox 185">
            <a:hlinkClick r:id="rId2"/>
            <a:extLst>
              <a:ext uri="{FF2B5EF4-FFF2-40B4-BE49-F238E27FC236}">
                <a16:creationId xmlns:a16="http://schemas.microsoft.com/office/drawing/2014/main" id="{2332B4A8-E618-4183-95AC-FC10A505DE75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0" name="TextBox 186">
            <a:hlinkClick r:id="rId3"/>
            <a:extLst>
              <a:ext uri="{FF2B5EF4-FFF2-40B4-BE49-F238E27FC236}">
                <a16:creationId xmlns:a16="http://schemas.microsoft.com/office/drawing/2014/main" id="{234F1167-D233-4B3F-B210-8C1D8BE089A3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1" name="TextBox 184">
            <a:hlinkClick r:id="rId4"/>
            <a:extLst>
              <a:ext uri="{FF2B5EF4-FFF2-40B4-BE49-F238E27FC236}">
                <a16:creationId xmlns:a16="http://schemas.microsoft.com/office/drawing/2014/main" id="{7185D62B-1376-41E2-855D-8B9C83DF104F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53</cp:revision>
  <dcterms:created xsi:type="dcterms:W3CDTF">2021-10-29T04:43:38Z</dcterms:created>
  <dcterms:modified xsi:type="dcterms:W3CDTF">2021-12-19T08:41:46Z</dcterms:modified>
</cp:coreProperties>
</file>
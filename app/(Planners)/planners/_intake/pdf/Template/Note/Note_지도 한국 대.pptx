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enone.biz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8" name="Picture 2" descr="우리나라 한국지도, 세계지도 백지도 : 네이버 블로그">
            <a:extLst>
              <a:ext uri="{FF2B5EF4-FFF2-40B4-BE49-F238E27FC236}">
                <a16:creationId xmlns:a16="http://schemas.microsoft.com/office/drawing/2014/main" id="{E0AE648A-1C5A-4668-9858-F7756F92C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7" t="39938" r="19555" b="-1638"/>
          <a:stretch/>
        </p:blipFill>
        <p:spPr bwMode="auto">
          <a:xfrm>
            <a:off x="390525" y="634232"/>
            <a:ext cx="5295900" cy="713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84">
            <a:hlinkClick r:id="rId5"/>
            <a:extLst>
              <a:ext uri="{FF2B5EF4-FFF2-40B4-BE49-F238E27FC236}">
                <a16:creationId xmlns:a16="http://schemas.microsoft.com/office/drawing/2014/main" id="{83CDEC7A-18E1-47E1-8F81-FA76D56FC9A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17</cp:revision>
  <dcterms:created xsi:type="dcterms:W3CDTF">2021-10-29T04:43:38Z</dcterms:created>
  <dcterms:modified xsi:type="dcterms:W3CDTF">2021-12-19T08:38:59Z</dcterms:modified>
</cp:coreProperties>
</file>
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17" name="그룹 23916">
            <a:extLst>
              <a:ext uri="{FF2B5EF4-FFF2-40B4-BE49-F238E27FC236}">
                <a16:creationId xmlns:a16="http://schemas.microsoft.com/office/drawing/2014/main" id="{781D31E9-676F-4EB0-BF51-21FECAE8FAD8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23911" name="직선 연결선 23910">
              <a:extLst>
                <a:ext uri="{FF2B5EF4-FFF2-40B4-BE49-F238E27FC236}">
                  <a16:creationId xmlns:a16="http://schemas.microsoft.com/office/drawing/2014/main" id="{DBA35D9D-21E2-4A40-AA54-BA6E9675F31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2" name="직선 연결선 23911">
              <a:extLst>
                <a:ext uri="{FF2B5EF4-FFF2-40B4-BE49-F238E27FC236}">
                  <a16:creationId xmlns:a16="http://schemas.microsoft.com/office/drawing/2014/main" id="{F6E6DB66-CA63-4A8D-98C6-35CE5B11E7E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3" name="직선 연결선 23912">
              <a:extLst>
                <a:ext uri="{FF2B5EF4-FFF2-40B4-BE49-F238E27FC236}">
                  <a16:creationId xmlns:a16="http://schemas.microsoft.com/office/drawing/2014/main" id="{2F64E97C-62E7-4BFB-8687-F36062D1133D}"/>
                </a:ext>
              </a:extLst>
            </p:cNvPr>
            <p:cNvCxnSpPr>
              <a:cxnSpLocks/>
            </p:cNvCxnSpPr>
            <p:nvPr/>
          </p:nvCxnSpPr>
          <p:spPr>
            <a:xfrm>
              <a:off x="2051393" y="533992"/>
              <a:ext cx="0" cy="694685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4" name="직선 연결선 23913">
              <a:extLst>
                <a:ext uri="{FF2B5EF4-FFF2-40B4-BE49-F238E27FC236}">
                  <a16:creationId xmlns:a16="http://schemas.microsoft.com/office/drawing/2014/main" id="{989F8E63-97C7-4555-9508-EE6E37346247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81" y="533992"/>
              <a:ext cx="0" cy="694685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5" name="직선 연결선 23914">
              <a:extLst>
                <a:ext uri="{FF2B5EF4-FFF2-40B4-BE49-F238E27FC236}">
                  <a16:creationId xmlns:a16="http://schemas.microsoft.com/office/drawing/2014/main" id="{81D7A134-92E9-44E3-BDBB-15D2B2BA8373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6" name="직선 연결선 23915">
              <a:extLst>
                <a:ext uri="{FF2B5EF4-FFF2-40B4-BE49-F238E27FC236}">
                  <a16:creationId xmlns:a16="http://schemas.microsoft.com/office/drawing/2014/main" id="{23EB3256-BA34-405C-8BB4-CB19F96D1D60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185">
            <a:hlinkClick r:id="rId2"/>
            <a:extLst>
              <a:ext uri="{FF2B5EF4-FFF2-40B4-BE49-F238E27FC236}">
                <a16:creationId xmlns:a16="http://schemas.microsoft.com/office/drawing/2014/main" id="{67DDA601-10FF-4082-8FE9-54A0AEE25CD4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86">
            <a:hlinkClick r:id="rId3"/>
            <a:extLst>
              <a:ext uri="{FF2B5EF4-FFF2-40B4-BE49-F238E27FC236}">
                <a16:creationId xmlns:a16="http://schemas.microsoft.com/office/drawing/2014/main" id="{D300CE43-C5AA-4934-80CB-5D97F512018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Box 184">
            <a:hlinkClick r:id="rId4"/>
            <a:extLst>
              <a:ext uri="{FF2B5EF4-FFF2-40B4-BE49-F238E27FC236}">
                <a16:creationId xmlns:a16="http://schemas.microsoft.com/office/drawing/2014/main" id="{EE3A78A8-52BD-4461-A0F6-E124E3F79609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48</cp:revision>
  <dcterms:created xsi:type="dcterms:W3CDTF">2021-10-29T04:43:38Z</dcterms:created>
  <dcterms:modified xsi:type="dcterms:W3CDTF">2021-12-19T07:42:33Z</dcterms:modified>
</cp:coreProperties>
</file>
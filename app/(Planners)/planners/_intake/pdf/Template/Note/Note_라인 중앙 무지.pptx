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4FD6411D-296F-4003-9A4C-AB8ED726049C}"/>
              </a:ext>
            </a:extLst>
          </p:cNvPr>
          <p:cNvGrpSpPr/>
          <p:nvPr/>
        </p:nvGrpSpPr>
        <p:grpSpPr>
          <a:xfrm>
            <a:off x="302178" y="462531"/>
            <a:ext cx="5472595" cy="7024500"/>
            <a:chOff x="229705" y="462531"/>
            <a:chExt cx="5472595" cy="7024500"/>
          </a:xfrm>
        </p:grpSpPr>
        <p:cxnSp>
          <p:nvCxnSpPr>
            <p:cNvPr id="295" name="직선 연결선 294">
              <a:extLst>
                <a:ext uri="{FF2B5EF4-FFF2-40B4-BE49-F238E27FC236}">
                  <a16:creationId xmlns:a16="http://schemas.microsoft.com/office/drawing/2014/main" id="{E83CEA25-6B6F-4773-9ED8-EFCFF11B36E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33992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직선 연결선 295">
              <a:extLst>
                <a:ext uri="{FF2B5EF4-FFF2-40B4-BE49-F238E27FC236}">
                  <a16:creationId xmlns:a16="http://schemas.microsoft.com/office/drawing/2014/main" id="{78A432CD-D752-4721-B4E5-B20998C5EB4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0490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직선 연결선 296">
              <a:extLst>
                <a:ext uri="{FF2B5EF4-FFF2-40B4-BE49-F238E27FC236}">
                  <a16:creationId xmlns:a16="http://schemas.microsoft.com/office/drawing/2014/main" id="{81028897-D036-481D-874C-0844463153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6242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직선 연결선 297">
              <a:extLst>
                <a:ext uri="{FF2B5EF4-FFF2-40B4-BE49-F238E27FC236}">
                  <a16:creationId xmlns:a16="http://schemas.microsoft.com/office/drawing/2014/main" id="{DBFBC2D8-B116-440D-9165-0853A493F20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1693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직선 연결선 298">
              <a:extLst>
                <a:ext uri="{FF2B5EF4-FFF2-40B4-BE49-F238E27FC236}">
                  <a16:creationId xmlns:a16="http://schemas.microsoft.com/office/drawing/2014/main" id="{F4D9EC93-9B9E-45FE-A41B-8BF1A6CF66A1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487031"/>
              <a:ext cx="546506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직선 연결선 299">
              <a:extLst>
                <a:ext uri="{FF2B5EF4-FFF2-40B4-BE49-F238E27FC236}">
                  <a16:creationId xmlns:a16="http://schemas.microsoft.com/office/drawing/2014/main" id="{1B71E765-A4F3-4FBF-9D96-AE036851E99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4569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직선 연결선 300">
              <a:extLst>
                <a:ext uri="{FF2B5EF4-FFF2-40B4-BE49-F238E27FC236}">
                  <a16:creationId xmlns:a16="http://schemas.microsoft.com/office/drawing/2014/main" id="{93A03EC4-EB8A-4AD7-859C-5C19F7C4637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5640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직선 연결선 301">
              <a:extLst>
                <a:ext uri="{FF2B5EF4-FFF2-40B4-BE49-F238E27FC236}">
                  <a16:creationId xmlns:a16="http://schemas.microsoft.com/office/drawing/2014/main" id="{1985C488-204D-4E1D-8F58-0B38ECA724C8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0791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직선 연결선 302">
              <a:extLst>
                <a:ext uri="{FF2B5EF4-FFF2-40B4-BE49-F238E27FC236}">
                  <a16:creationId xmlns:a16="http://schemas.microsoft.com/office/drawing/2014/main" id="{1C665210-B327-44A9-84FB-0C764CA6B342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5941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직선 연결선 303">
              <a:extLst>
                <a:ext uri="{FF2B5EF4-FFF2-40B4-BE49-F238E27FC236}">
                  <a16:creationId xmlns:a16="http://schemas.microsoft.com/office/drawing/2014/main" id="{2815A406-9042-4488-A0B9-5CEA6DDDBC1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1091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직선 연결선 304">
              <a:extLst>
                <a:ext uri="{FF2B5EF4-FFF2-40B4-BE49-F238E27FC236}">
                  <a16:creationId xmlns:a16="http://schemas.microsoft.com/office/drawing/2014/main" id="{90F14D54-99C9-4E98-AF90-61C4CDD4D52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1392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직선 연결선 305">
              <a:extLst>
                <a:ext uri="{FF2B5EF4-FFF2-40B4-BE49-F238E27FC236}">
                  <a16:creationId xmlns:a16="http://schemas.microsoft.com/office/drawing/2014/main" id="{66043BFA-AA13-486E-B577-BF587C5098A0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3967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직선 연결선 306">
              <a:extLst>
                <a:ext uri="{FF2B5EF4-FFF2-40B4-BE49-F238E27FC236}">
                  <a16:creationId xmlns:a16="http://schemas.microsoft.com/office/drawing/2014/main" id="{234E58DE-97EA-40F4-B31E-09B88A2C2A3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6543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직선 연결선 307">
              <a:extLst>
                <a:ext uri="{FF2B5EF4-FFF2-40B4-BE49-F238E27FC236}">
                  <a16:creationId xmlns:a16="http://schemas.microsoft.com/office/drawing/2014/main" id="{8450C9E8-C25E-41B6-9449-8A737313193B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49118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직선 연결선 308">
              <a:extLst>
                <a:ext uri="{FF2B5EF4-FFF2-40B4-BE49-F238E27FC236}">
                  <a16:creationId xmlns:a16="http://schemas.microsoft.com/office/drawing/2014/main" id="{4F01B63C-A6C0-4A4A-B180-9337FF29331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4268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직선 연결선 309">
              <a:extLst>
                <a:ext uri="{FF2B5EF4-FFF2-40B4-BE49-F238E27FC236}">
                  <a16:creationId xmlns:a16="http://schemas.microsoft.com/office/drawing/2014/main" id="{47A4EA7C-EB61-40D9-B695-B7223983679A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6843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직선 연결선 310">
              <a:extLst>
                <a:ext uri="{FF2B5EF4-FFF2-40B4-BE49-F238E27FC236}">
                  <a16:creationId xmlns:a16="http://schemas.microsoft.com/office/drawing/2014/main" id="{82F65DA6-E1F0-4EF5-A2CF-A7E9EE4F63A9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59419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직선 연결선 311">
              <a:extLst>
                <a:ext uri="{FF2B5EF4-FFF2-40B4-BE49-F238E27FC236}">
                  <a16:creationId xmlns:a16="http://schemas.microsoft.com/office/drawing/2014/main" id="{070AEE0B-FD06-4935-A869-FB65D724555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9719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직선 연결선 312">
              <a:extLst>
                <a:ext uri="{FF2B5EF4-FFF2-40B4-BE49-F238E27FC236}">
                  <a16:creationId xmlns:a16="http://schemas.microsoft.com/office/drawing/2014/main" id="{2E661831-9655-4B64-9409-819E553213BF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1994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직선 연결선 313">
              <a:extLst>
                <a:ext uri="{FF2B5EF4-FFF2-40B4-BE49-F238E27FC236}">
                  <a16:creationId xmlns:a16="http://schemas.microsoft.com/office/drawing/2014/main" id="{2FD4AD3A-1402-4492-BFD7-DAA02BBD9F34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67144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직선 연결선 314">
              <a:extLst>
                <a:ext uri="{FF2B5EF4-FFF2-40B4-BE49-F238E27FC236}">
                  <a16:creationId xmlns:a16="http://schemas.microsoft.com/office/drawing/2014/main" id="{BEA7E8F5-7804-4953-8892-13A4F41B5A13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229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직선 연결선 315">
              <a:extLst>
                <a:ext uri="{FF2B5EF4-FFF2-40B4-BE49-F238E27FC236}">
                  <a16:creationId xmlns:a16="http://schemas.microsoft.com/office/drawing/2014/main" id="{38ACBBB4-31DB-428B-A73E-DB4CF14FF30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7915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직선 연결선 316">
              <a:extLst>
                <a:ext uri="{FF2B5EF4-FFF2-40B4-BE49-F238E27FC236}">
                  <a16:creationId xmlns:a16="http://schemas.microsoft.com/office/drawing/2014/main" id="{21762A55-4383-42AA-A5AC-49A719BB6E9D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3065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직선 연결선 317">
              <a:extLst>
                <a:ext uri="{FF2B5EF4-FFF2-40B4-BE49-F238E27FC236}">
                  <a16:creationId xmlns:a16="http://schemas.microsoft.com/office/drawing/2014/main" id="{2EDF2892-9EE8-4177-8E8B-A42B13176A67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88175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직선 연결선 318">
              <a:extLst>
                <a:ext uri="{FF2B5EF4-FFF2-40B4-BE49-F238E27FC236}">
                  <a16:creationId xmlns:a16="http://schemas.microsoft.com/office/drawing/2014/main" id="{8F27AC80-A546-4596-94C6-A963FE0B277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182159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직선 연결선 319">
              <a:extLst>
                <a:ext uri="{FF2B5EF4-FFF2-40B4-BE49-F238E27FC236}">
                  <a16:creationId xmlns:a16="http://schemas.microsoft.com/office/drawing/2014/main" id="{0C5D4AA0-069B-4B0B-AE86-0E8B799401E5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33663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직선 연결선 320">
              <a:extLst>
                <a:ext uri="{FF2B5EF4-FFF2-40B4-BE49-F238E27FC236}">
                  <a16:creationId xmlns:a16="http://schemas.microsoft.com/office/drawing/2014/main" id="{1952EE30-B4E7-437C-B4A6-8D01EA87547E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285167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직선 연결선 321">
              <a:extLst>
                <a:ext uri="{FF2B5EF4-FFF2-40B4-BE49-F238E27FC236}">
                  <a16:creationId xmlns:a16="http://schemas.microsoft.com/office/drawing/2014/main" id="{744F8074-B106-48A6-A06D-01D70DC3F54C}"/>
                </a:ext>
              </a:extLst>
            </p:cNvPr>
            <p:cNvCxnSpPr>
              <a:cxnSpLocks/>
            </p:cNvCxnSpPr>
            <p:nvPr/>
          </p:nvCxnSpPr>
          <p:spPr>
            <a:xfrm>
              <a:off x="229705" y="3366712"/>
              <a:ext cx="5465064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타원 322">
              <a:extLst>
                <a:ext uri="{FF2B5EF4-FFF2-40B4-BE49-F238E27FC236}">
                  <a16:creationId xmlns:a16="http://schemas.microsoft.com/office/drawing/2014/main" id="{274CD86A-C67A-4048-B28A-C550E00A52B2}"/>
                </a:ext>
              </a:extLst>
            </p:cNvPr>
            <p:cNvSpPr/>
            <p:nvPr/>
          </p:nvSpPr>
          <p:spPr>
            <a:xfrm>
              <a:off x="1593774" y="1943900"/>
              <a:ext cx="2736926" cy="336066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4" name="직선 연결선 323">
              <a:extLst>
                <a:ext uri="{FF2B5EF4-FFF2-40B4-BE49-F238E27FC236}">
                  <a16:creationId xmlns:a16="http://schemas.microsoft.com/office/drawing/2014/main" id="{FE9F5B36-3840-4617-BC5D-94FD13C94556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직선 연결선 324">
              <a:extLst>
                <a:ext uri="{FF2B5EF4-FFF2-40B4-BE49-F238E27FC236}">
                  <a16:creationId xmlns:a16="http://schemas.microsoft.com/office/drawing/2014/main" id="{6EAB8B01-2D25-4776-842F-98158319841A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185">
            <a:hlinkClick r:id="rId2"/>
            <a:extLst>
              <a:ext uri="{FF2B5EF4-FFF2-40B4-BE49-F238E27FC236}">
                <a16:creationId xmlns:a16="http://schemas.microsoft.com/office/drawing/2014/main" id="{716D61BE-166A-42A3-AB2A-E956B7C75249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6" name="TextBox 186">
            <a:hlinkClick r:id="rId3"/>
            <a:extLst>
              <a:ext uri="{FF2B5EF4-FFF2-40B4-BE49-F238E27FC236}">
                <a16:creationId xmlns:a16="http://schemas.microsoft.com/office/drawing/2014/main" id="{BFC83DB6-4589-42AE-9B2B-1322DE53B12C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7" name="TextBox 184">
            <a:hlinkClick r:id="rId4"/>
            <a:extLst>
              <a:ext uri="{FF2B5EF4-FFF2-40B4-BE49-F238E27FC236}">
                <a16:creationId xmlns:a16="http://schemas.microsoft.com/office/drawing/2014/main" id="{229B1DFB-B840-4FE9-8D1A-54C45DAF261A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20</cp:revision>
  <dcterms:created xsi:type="dcterms:W3CDTF">2021-10-29T04:43:38Z</dcterms:created>
  <dcterms:modified xsi:type="dcterms:W3CDTF">2021-12-19T07:45:19Z</dcterms:modified>
</cp:coreProperties>
</file>
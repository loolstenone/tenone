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54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3" name="그룹 472">
            <a:extLst>
              <a:ext uri="{FF2B5EF4-FFF2-40B4-BE49-F238E27FC236}">
                <a16:creationId xmlns:a16="http://schemas.microsoft.com/office/drawing/2014/main" id="{A9D3F440-A592-466D-A6B1-FC21EB70511E}"/>
              </a:ext>
            </a:extLst>
          </p:cNvPr>
          <p:cNvGrpSpPr/>
          <p:nvPr/>
        </p:nvGrpSpPr>
        <p:grpSpPr>
          <a:xfrm>
            <a:off x="302419" y="462531"/>
            <a:ext cx="5472112" cy="7019357"/>
            <a:chOff x="230188" y="462531"/>
            <a:chExt cx="5472112" cy="7019357"/>
          </a:xfrm>
        </p:grpSpPr>
        <p:grpSp>
          <p:nvGrpSpPr>
            <p:cNvPr id="437" name="그룹 436">
              <a:extLst>
                <a:ext uri="{FF2B5EF4-FFF2-40B4-BE49-F238E27FC236}">
                  <a16:creationId xmlns:a16="http://schemas.microsoft.com/office/drawing/2014/main" id="{ADB5BBCF-F56A-46D1-82A9-63428E07E2D0}"/>
                </a:ext>
              </a:extLst>
            </p:cNvPr>
            <p:cNvGrpSpPr/>
            <p:nvPr/>
          </p:nvGrpSpPr>
          <p:grpSpPr>
            <a:xfrm>
              <a:off x="231140" y="533400"/>
              <a:ext cx="5471160" cy="6948488"/>
              <a:chOff x="231140" y="533400"/>
              <a:chExt cx="5471160" cy="6948488"/>
            </a:xfrm>
          </p:grpSpPr>
          <p:cxnSp>
            <p:nvCxnSpPr>
              <p:cNvPr id="438" name="직선 연결선 437">
                <a:extLst>
                  <a:ext uri="{FF2B5EF4-FFF2-40B4-BE49-F238E27FC236}">
                    <a16:creationId xmlns:a16="http://schemas.microsoft.com/office/drawing/2014/main" id="{444C9FC0-C8D5-4C16-A52E-A07B1CFAB21D}"/>
                  </a:ext>
                </a:extLst>
              </p:cNvPr>
              <p:cNvCxnSpPr/>
              <p:nvPr/>
            </p:nvCxnSpPr>
            <p:spPr>
              <a:xfrm>
                <a:off x="5702300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39" name="직선 연결선 438">
                <a:extLst>
                  <a:ext uri="{FF2B5EF4-FFF2-40B4-BE49-F238E27FC236}">
                    <a16:creationId xmlns:a16="http://schemas.microsoft.com/office/drawing/2014/main" id="{4D624722-A103-45B4-9E4F-C9288922D771}"/>
                  </a:ext>
                </a:extLst>
              </p:cNvPr>
              <p:cNvCxnSpPr/>
              <p:nvPr/>
            </p:nvCxnSpPr>
            <p:spPr>
              <a:xfrm>
                <a:off x="5360360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0" name="직선 연결선 439">
                <a:extLst>
                  <a:ext uri="{FF2B5EF4-FFF2-40B4-BE49-F238E27FC236}">
                    <a16:creationId xmlns:a16="http://schemas.microsoft.com/office/drawing/2014/main" id="{4E504871-5CF5-4637-9D84-944529E2A278}"/>
                  </a:ext>
                </a:extLst>
              </p:cNvPr>
              <p:cNvCxnSpPr/>
              <p:nvPr/>
            </p:nvCxnSpPr>
            <p:spPr>
              <a:xfrm>
                <a:off x="5018412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1" name="직선 연결선 440">
                <a:extLst>
                  <a:ext uri="{FF2B5EF4-FFF2-40B4-BE49-F238E27FC236}">
                    <a16:creationId xmlns:a16="http://schemas.microsoft.com/office/drawing/2014/main" id="{9CF566C3-4C9B-412A-918B-4016CA47834A}"/>
                  </a:ext>
                </a:extLst>
              </p:cNvPr>
              <p:cNvCxnSpPr/>
              <p:nvPr/>
            </p:nvCxnSpPr>
            <p:spPr>
              <a:xfrm>
                <a:off x="4334516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2" name="직선 연결선 441">
                <a:extLst>
                  <a:ext uri="{FF2B5EF4-FFF2-40B4-BE49-F238E27FC236}">
                    <a16:creationId xmlns:a16="http://schemas.microsoft.com/office/drawing/2014/main" id="{77B237F4-3054-48AE-B544-A6899A4E6D7E}"/>
                  </a:ext>
                </a:extLst>
              </p:cNvPr>
              <p:cNvCxnSpPr/>
              <p:nvPr/>
            </p:nvCxnSpPr>
            <p:spPr>
              <a:xfrm>
                <a:off x="4676464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3" name="직선 연결선 442">
                <a:extLst>
                  <a:ext uri="{FF2B5EF4-FFF2-40B4-BE49-F238E27FC236}">
                    <a16:creationId xmlns:a16="http://schemas.microsoft.com/office/drawing/2014/main" id="{7403B531-EAAF-403A-9FDE-7BA9A33797E2}"/>
                  </a:ext>
                </a:extLst>
              </p:cNvPr>
              <p:cNvCxnSpPr/>
              <p:nvPr/>
            </p:nvCxnSpPr>
            <p:spPr>
              <a:xfrm>
                <a:off x="3650620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4" name="직선 연결선 443">
                <a:extLst>
                  <a:ext uri="{FF2B5EF4-FFF2-40B4-BE49-F238E27FC236}">
                    <a16:creationId xmlns:a16="http://schemas.microsoft.com/office/drawing/2014/main" id="{A9DE9781-DF87-40DF-B6CA-73E840901741}"/>
                  </a:ext>
                </a:extLst>
              </p:cNvPr>
              <p:cNvCxnSpPr/>
              <p:nvPr/>
            </p:nvCxnSpPr>
            <p:spPr>
              <a:xfrm>
                <a:off x="3992568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5" name="직선 연결선 444">
                <a:extLst>
                  <a:ext uri="{FF2B5EF4-FFF2-40B4-BE49-F238E27FC236}">
                    <a16:creationId xmlns:a16="http://schemas.microsoft.com/office/drawing/2014/main" id="{70EE6A1F-11F8-495D-A025-BF8FD9B53324}"/>
                  </a:ext>
                </a:extLst>
              </p:cNvPr>
              <p:cNvCxnSpPr/>
              <p:nvPr/>
            </p:nvCxnSpPr>
            <p:spPr>
              <a:xfrm>
                <a:off x="2624776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6" name="직선 연결선 445">
                <a:extLst>
                  <a:ext uri="{FF2B5EF4-FFF2-40B4-BE49-F238E27FC236}">
                    <a16:creationId xmlns:a16="http://schemas.microsoft.com/office/drawing/2014/main" id="{88325261-2A37-4711-9220-208F193FA20E}"/>
                  </a:ext>
                </a:extLst>
              </p:cNvPr>
              <p:cNvCxnSpPr/>
              <p:nvPr/>
            </p:nvCxnSpPr>
            <p:spPr>
              <a:xfrm>
                <a:off x="3308672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7" name="직선 연결선 446">
                <a:extLst>
                  <a:ext uri="{FF2B5EF4-FFF2-40B4-BE49-F238E27FC236}">
                    <a16:creationId xmlns:a16="http://schemas.microsoft.com/office/drawing/2014/main" id="{E83F81A4-E94A-46D4-B55D-46CB2BD8C89A}"/>
                  </a:ext>
                </a:extLst>
              </p:cNvPr>
              <p:cNvCxnSpPr/>
              <p:nvPr/>
            </p:nvCxnSpPr>
            <p:spPr>
              <a:xfrm>
                <a:off x="2966724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8" name="직선 연결선 447">
                <a:extLst>
                  <a:ext uri="{FF2B5EF4-FFF2-40B4-BE49-F238E27FC236}">
                    <a16:creationId xmlns:a16="http://schemas.microsoft.com/office/drawing/2014/main" id="{F52AF2F4-8F42-43FA-9EE4-AC89C7FB0A85}"/>
                  </a:ext>
                </a:extLst>
              </p:cNvPr>
              <p:cNvCxnSpPr/>
              <p:nvPr/>
            </p:nvCxnSpPr>
            <p:spPr>
              <a:xfrm>
                <a:off x="2282828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49" name="직선 연결선 448">
                <a:extLst>
                  <a:ext uri="{FF2B5EF4-FFF2-40B4-BE49-F238E27FC236}">
                    <a16:creationId xmlns:a16="http://schemas.microsoft.com/office/drawing/2014/main" id="{27945C93-CEEC-4E90-8548-2BEC187089C7}"/>
                  </a:ext>
                </a:extLst>
              </p:cNvPr>
              <p:cNvCxnSpPr/>
              <p:nvPr/>
            </p:nvCxnSpPr>
            <p:spPr>
              <a:xfrm>
                <a:off x="1256984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50" name="직선 연결선 449">
                <a:extLst>
                  <a:ext uri="{FF2B5EF4-FFF2-40B4-BE49-F238E27FC236}">
                    <a16:creationId xmlns:a16="http://schemas.microsoft.com/office/drawing/2014/main" id="{AC7BC5C6-C027-46C6-B271-7BA40B49D374}"/>
                  </a:ext>
                </a:extLst>
              </p:cNvPr>
              <p:cNvCxnSpPr/>
              <p:nvPr/>
            </p:nvCxnSpPr>
            <p:spPr>
              <a:xfrm>
                <a:off x="1940880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51" name="직선 연결선 450">
                <a:extLst>
                  <a:ext uri="{FF2B5EF4-FFF2-40B4-BE49-F238E27FC236}">
                    <a16:creationId xmlns:a16="http://schemas.microsoft.com/office/drawing/2014/main" id="{4884374C-E28D-4FFA-83D2-BB3B22AAC7DB}"/>
                  </a:ext>
                </a:extLst>
              </p:cNvPr>
              <p:cNvCxnSpPr/>
              <p:nvPr/>
            </p:nvCxnSpPr>
            <p:spPr>
              <a:xfrm>
                <a:off x="1598932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52" name="직선 연결선 451">
                <a:extLst>
                  <a:ext uri="{FF2B5EF4-FFF2-40B4-BE49-F238E27FC236}">
                    <a16:creationId xmlns:a16="http://schemas.microsoft.com/office/drawing/2014/main" id="{E45A02A2-4CEF-4D4A-A010-46640A56E89C}"/>
                  </a:ext>
                </a:extLst>
              </p:cNvPr>
              <p:cNvCxnSpPr/>
              <p:nvPr/>
            </p:nvCxnSpPr>
            <p:spPr>
              <a:xfrm>
                <a:off x="915036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53" name="직선 연결선 452">
                <a:extLst>
                  <a:ext uri="{FF2B5EF4-FFF2-40B4-BE49-F238E27FC236}">
                    <a16:creationId xmlns:a16="http://schemas.microsoft.com/office/drawing/2014/main" id="{97DE9ECD-AE4D-4019-A186-1EA7FBE9E674}"/>
                  </a:ext>
                </a:extLst>
              </p:cNvPr>
              <p:cNvCxnSpPr/>
              <p:nvPr/>
            </p:nvCxnSpPr>
            <p:spPr>
              <a:xfrm>
                <a:off x="231140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54" name="직선 연결선 453">
                <a:extLst>
                  <a:ext uri="{FF2B5EF4-FFF2-40B4-BE49-F238E27FC236}">
                    <a16:creationId xmlns:a16="http://schemas.microsoft.com/office/drawing/2014/main" id="{A0347721-111A-48C2-9470-B06B4127C646}"/>
                  </a:ext>
                </a:extLst>
              </p:cNvPr>
              <p:cNvCxnSpPr/>
              <p:nvPr/>
            </p:nvCxnSpPr>
            <p:spPr>
              <a:xfrm>
                <a:off x="573088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55" name="직선 연결선 454">
                <a:extLst>
                  <a:ext uri="{FF2B5EF4-FFF2-40B4-BE49-F238E27FC236}">
                    <a16:creationId xmlns:a16="http://schemas.microsoft.com/office/drawing/2014/main" id="{5E4F6FED-0F39-459D-B05C-C3BF5C11CC3A}"/>
                  </a:ext>
                </a:extLst>
              </p:cNvPr>
              <p:cNvCxnSpPr/>
              <p:nvPr/>
            </p:nvCxnSpPr>
            <p:spPr>
              <a:xfrm>
                <a:off x="5531334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56" name="직선 연결선 455">
                <a:extLst>
                  <a:ext uri="{FF2B5EF4-FFF2-40B4-BE49-F238E27FC236}">
                    <a16:creationId xmlns:a16="http://schemas.microsoft.com/office/drawing/2014/main" id="{2A3F249D-D32A-4190-B45C-3386301FBA08}"/>
                  </a:ext>
                </a:extLst>
              </p:cNvPr>
              <p:cNvCxnSpPr/>
              <p:nvPr/>
            </p:nvCxnSpPr>
            <p:spPr>
              <a:xfrm>
                <a:off x="5189386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57" name="직선 연결선 456">
                <a:extLst>
                  <a:ext uri="{FF2B5EF4-FFF2-40B4-BE49-F238E27FC236}">
                    <a16:creationId xmlns:a16="http://schemas.microsoft.com/office/drawing/2014/main" id="{F49B64AE-3CD6-4953-8818-E706457676FA}"/>
                  </a:ext>
                </a:extLst>
              </p:cNvPr>
              <p:cNvCxnSpPr/>
              <p:nvPr/>
            </p:nvCxnSpPr>
            <p:spPr>
              <a:xfrm>
                <a:off x="4847438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58" name="직선 연결선 457">
                <a:extLst>
                  <a:ext uri="{FF2B5EF4-FFF2-40B4-BE49-F238E27FC236}">
                    <a16:creationId xmlns:a16="http://schemas.microsoft.com/office/drawing/2014/main" id="{377AF406-F27B-4566-B2F4-CF8B4721459B}"/>
                  </a:ext>
                </a:extLst>
              </p:cNvPr>
              <p:cNvCxnSpPr/>
              <p:nvPr/>
            </p:nvCxnSpPr>
            <p:spPr>
              <a:xfrm>
                <a:off x="4163542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59" name="직선 연결선 458">
                <a:extLst>
                  <a:ext uri="{FF2B5EF4-FFF2-40B4-BE49-F238E27FC236}">
                    <a16:creationId xmlns:a16="http://schemas.microsoft.com/office/drawing/2014/main" id="{24177EC7-77AB-42A2-B5AA-3A3E32417F66}"/>
                  </a:ext>
                </a:extLst>
              </p:cNvPr>
              <p:cNvCxnSpPr/>
              <p:nvPr/>
            </p:nvCxnSpPr>
            <p:spPr>
              <a:xfrm>
                <a:off x="4505490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60" name="직선 연결선 459">
                <a:extLst>
                  <a:ext uri="{FF2B5EF4-FFF2-40B4-BE49-F238E27FC236}">
                    <a16:creationId xmlns:a16="http://schemas.microsoft.com/office/drawing/2014/main" id="{4E0BEED4-406A-4032-AF4F-1429DC84C332}"/>
                  </a:ext>
                </a:extLst>
              </p:cNvPr>
              <p:cNvCxnSpPr/>
              <p:nvPr/>
            </p:nvCxnSpPr>
            <p:spPr>
              <a:xfrm>
                <a:off x="3479646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61" name="직선 연결선 460">
                <a:extLst>
                  <a:ext uri="{FF2B5EF4-FFF2-40B4-BE49-F238E27FC236}">
                    <a16:creationId xmlns:a16="http://schemas.microsoft.com/office/drawing/2014/main" id="{EF778AED-1FFE-482A-BEF0-9FD1BC96FBC9}"/>
                  </a:ext>
                </a:extLst>
              </p:cNvPr>
              <p:cNvCxnSpPr/>
              <p:nvPr/>
            </p:nvCxnSpPr>
            <p:spPr>
              <a:xfrm>
                <a:off x="3821594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62" name="직선 연결선 461">
                <a:extLst>
                  <a:ext uri="{FF2B5EF4-FFF2-40B4-BE49-F238E27FC236}">
                    <a16:creationId xmlns:a16="http://schemas.microsoft.com/office/drawing/2014/main" id="{ADB3D33E-05B6-4917-9CA2-83240CF153BA}"/>
                  </a:ext>
                </a:extLst>
              </p:cNvPr>
              <p:cNvCxnSpPr/>
              <p:nvPr/>
            </p:nvCxnSpPr>
            <p:spPr>
              <a:xfrm>
                <a:off x="2453802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63" name="직선 연결선 462">
                <a:extLst>
                  <a:ext uri="{FF2B5EF4-FFF2-40B4-BE49-F238E27FC236}">
                    <a16:creationId xmlns:a16="http://schemas.microsoft.com/office/drawing/2014/main" id="{E24F096B-2B86-4058-B76F-3DB2CDCEC2C3}"/>
                  </a:ext>
                </a:extLst>
              </p:cNvPr>
              <p:cNvCxnSpPr/>
              <p:nvPr/>
            </p:nvCxnSpPr>
            <p:spPr>
              <a:xfrm>
                <a:off x="3137698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64" name="직선 연결선 463">
                <a:extLst>
                  <a:ext uri="{FF2B5EF4-FFF2-40B4-BE49-F238E27FC236}">
                    <a16:creationId xmlns:a16="http://schemas.microsoft.com/office/drawing/2014/main" id="{23829FE5-1A9B-43E1-8474-30C318B260BE}"/>
                  </a:ext>
                </a:extLst>
              </p:cNvPr>
              <p:cNvCxnSpPr/>
              <p:nvPr/>
            </p:nvCxnSpPr>
            <p:spPr>
              <a:xfrm>
                <a:off x="2795750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65" name="직선 연결선 464">
                <a:extLst>
                  <a:ext uri="{FF2B5EF4-FFF2-40B4-BE49-F238E27FC236}">
                    <a16:creationId xmlns:a16="http://schemas.microsoft.com/office/drawing/2014/main" id="{A26FC6F6-76C8-4B97-97C8-96D44D77D1B8}"/>
                  </a:ext>
                </a:extLst>
              </p:cNvPr>
              <p:cNvCxnSpPr/>
              <p:nvPr/>
            </p:nvCxnSpPr>
            <p:spPr>
              <a:xfrm>
                <a:off x="2111854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66" name="직선 연결선 465">
                <a:extLst>
                  <a:ext uri="{FF2B5EF4-FFF2-40B4-BE49-F238E27FC236}">
                    <a16:creationId xmlns:a16="http://schemas.microsoft.com/office/drawing/2014/main" id="{65047BCB-1913-472B-A3A0-2DBC9FB26AE3}"/>
                  </a:ext>
                </a:extLst>
              </p:cNvPr>
              <p:cNvCxnSpPr/>
              <p:nvPr/>
            </p:nvCxnSpPr>
            <p:spPr>
              <a:xfrm>
                <a:off x="1086010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67" name="직선 연결선 466">
                <a:extLst>
                  <a:ext uri="{FF2B5EF4-FFF2-40B4-BE49-F238E27FC236}">
                    <a16:creationId xmlns:a16="http://schemas.microsoft.com/office/drawing/2014/main" id="{C120630E-8029-4759-9509-3052C511089C}"/>
                  </a:ext>
                </a:extLst>
              </p:cNvPr>
              <p:cNvCxnSpPr/>
              <p:nvPr/>
            </p:nvCxnSpPr>
            <p:spPr>
              <a:xfrm>
                <a:off x="1769906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68" name="직선 연결선 467">
                <a:extLst>
                  <a:ext uri="{FF2B5EF4-FFF2-40B4-BE49-F238E27FC236}">
                    <a16:creationId xmlns:a16="http://schemas.microsoft.com/office/drawing/2014/main" id="{ABCE2112-A423-4657-85EF-FAB2413FB417}"/>
                  </a:ext>
                </a:extLst>
              </p:cNvPr>
              <p:cNvCxnSpPr/>
              <p:nvPr/>
            </p:nvCxnSpPr>
            <p:spPr>
              <a:xfrm>
                <a:off x="1427958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69" name="직선 연결선 468">
                <a:extLst>
                  <a:ext uri="{FF2B5EF4-FFF2-40B4-BE49-F238E27FC236}">
                    <a16:creationId xmlns:a16="http://schemas.microsoft.com/office/drawing/2014/main" id="{0DD31A4C-880D-4928-9830-28D59FAD9174}"/>
                  </a:ext>
                </a:extLst>
              </p:cNvPr>
              <p:cNvCxnSpPr/>
              <p:nvPr/>
            </p:nvCxnSpPr>
            <p:spPr>
              <a:xfrm>
                <a:off x="744062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470" name="직선 연결선 469">
                <a:extLst>
                  <a:ext uri="{FF2B5EF4-FFF2-40B4-BE49-F238E27FC236}">
                    <a16:creationId xmlns:a16="http://schemas.microsoft.com/office/drawing/2014/main" id="{80C18B45-FEC0-4EFA-A75C-38A30540B7DE}"/>
                  </a:ext>
                </a:extLst>
              </p:cNvPr>
              <p:cNvCxnSpPr/>
              <p:nvPr/>
            </p:nvCxnSpPr>
            <p:spPr>
              <a:xfrm>
                <a:off x="402114" y="533400"/>
                <a:ext cx="0" cy="6948488"/>
              </a:xfrm>
              <a:prstGeom prst="line">
                <a:avLst/>
              </a:prstGeom>
              <a:noFill/>
              <a:ln w="3175">
                <a:solidFill>
                  <a:schemeClr val="bg1">
                    <a:lumMod val="85000"/>
                  </a:schemeClr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cxnSp>
          <p:nvCxnSpPr>
            <p:cNvPr id="471" name="직선 연결선 470">
              <a:extLst>
                <a:ext uri="{FF2B5EF4-FFF2-40B4-BE49-F238E27FC236}">
                  <a16:creationId xmlns:a16="http://schemas.microsoft.com/office/drawing/2014/main" id="{5334B28C-0555-40A6-AC8B-CCC33AAE1D75}"/>
                </a:ext>
              </a:extLst>
            </p:cNvPr>
            <p:cNvCxnSpPr/>
            <p:nvPr/>
          </p:nvCxnSpPr>
          <p:spPr>
            <a:xfrm>
              <a:off x="3634740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직선 연결선 471">
              <a:extLst>
                <a:ext uri="{FF2B5EF4-FFF2-40B4-BE49-F238E27FC236}">
                  <a16:creationId xmlns:a16="http://schemas.microsoft.com/office/drawing/2014/main" id="{9E3CB86C-01FE-4276-BB39-5EDB63C79DA4}"/>
                </a:ext>
              </a:extLst>
            </p:cNvPr>
            <p:cNvCxnSpPr/>
            <p:nvPr/>
          </p:nvCxnSpPr>
          <p:spPr>
            <a:xfrm>
              <a:off x="230188" y="462531"/>
              <a:ext cx="206756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0" name="TextBox 185">
            <a:hlinkClick r:id="rId2"/>
            <a:extLst>
              <a:ext uri="{FF2B5EF4-FFF2-40B4-BE49-F238E27FC236}">
                <a16:creationId xmlns:a16="http://schemas.microsoft.com/office/drawing/2014/main" id="{96D6D675-B367-4BB7-B324-CC942D920E08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1" name="TextBox 186">
            <a:hlinkClick r:id="rId3"/>
            <a:extLst>
              <a:ext uri="{FF2B5EF4-FFF2-40B4-BE49-F238E27FC236}">
                <a16:creationId xmlns:a16="http://schemas.microsoft.com/office/drawing/2014/main" id="{EDD993E8-A7A8-48B3-9A86-3B942F446378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42" name="TextBox 184">
            <a:hlinkClick r:id="rId4"/>
            <a:extLst>
              <a:ext uri="{FF2B5EF4-FFF2-40B4-BE49-F238E27FC236}">
                <a16:creationId xmlns:a16="http://schemas.microsoft.com/office/drawing/2014/main" id="{177CAF29-55E4-4A3F-8BB3-0A3B33F0C876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24</cp:revision>
  <dcterms:created xsi:type="dcterms:W3CDTF">2021-10-29T04:43:38Z</dcterms:created>
  <dcterms:modified xsi:type="dcterms:W3CDTF">2021-12-19T07:50:05Z</dcterms:modified>
</cp:coreProperties>
</file>
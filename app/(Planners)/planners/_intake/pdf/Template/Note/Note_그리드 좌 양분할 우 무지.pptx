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6" name="그룹 775">
            <a:extLst>
              <a:ext uri="{FF2B5EF4-FFF2-40B4-BE49-F238E27FC236}">
                <a16:creationId xmlns:a16="http://schemas.microsoft.com/office/drawing/2014/main" id="{23FB2433-BB43-4BB7-A03A-A106C851CB65}"/>
              </a:ext>
            </a:extLst>
          </p:cNvPr>
          <p:cNvGrpSpPr/>
          <p:nvPr/>
        </p:nvGrpSpPr>
        <p:grpSpPr>
          <a:xfrm>
            <a:off x="302419" y="462531"/>
            <a:ext cx="5472112" cy="7024500"/>
            <a:chOff x="230188" y="462531"/>
            <a:chExt cx="5472112" cy="7024500"/>
          </a:xfrm>
        </p:grpSpPr>
        <p:grpSp>
          <p:nvGrpSpPr>
            <p:cNvPr id="733" name="그룹 732">
              <a:extLst>
                <a:ext uri="{FF2B5EF4-FFF2-40B4-BE49-F238E27FC236}">
                  <a16:creationId xmlns:a16="http://schemas.microsoft.com/office/drawing/2014/main" id="{949B3AE3-DA46-4FC3-B33F-639EEAFCEE6A}"/>
                </a:ext>
              </a:extLst>
            </p:cNvPr>
            <p:cNvGrpSpPr/>
            <p:nvPr/>
          </p:nvGrpSpPr>
          <p:grpSpPr>
            <a:xfrm>
              <a:off x="290513" y="533400"/>
              <a:ext cx="5408727" cy="6953631"/>
              <a:chOff x="290513" y="533400"/>
              <a:chExt cx="5408727" cy="6953631"/>
            </a:xfrm>
          </p:grpSpPr>
          <p:cxnSp>
            <p:nvCxnSpPr>
              <p:cNvPr id="734" name="직선 연결선 733">
                <a:extLst>
                  <a:ext uri="{FF2B5EF4-FFF2-40B4-BE49-F238E27FC236}">
                    <a16:creationId xmlns:a16="http://schemas.microsoft.com/office/drawing/2014/main" id="{FCC2B5DB-97E1-4BCB-90C9-3E6478BF377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917097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5" name="직선 연결선 734">
                <a:extLst>
                  <a:ext uri="{FF2B5EF4-FFF2-40B4-BE49-F238E27FC236}">
                    <a16:creationId xmlns:a16="http://schemas.microsoft.com/office/drawing/2014/main" id="{C12F3462-6A71-47A4-B120-28B8AEF6632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371977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6" name="직선 연결선 735">
                <a:extLst>
                  <a:ext uri="{FF2B5EF4-FFF2-40B4-BE49-F238E27FC236}">
                    <a16:creationId xmlns:a16="http://schemas.microsoft.com/office/drawing/2014/main" id="{CEB4451E-9A9E-4FC4-BB2C-8C6F607BB1E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402057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7" name="직선 연결선 736">
                <a:extLst>
                  <a:ext uri="{FF2B5EF4-FFF2-40B4-BE49-F238E27FC236}">
                    <a16:creationId xmlns:a16="http://schemas.microsoft.com/office/drawing/2014/main" id="{CAF94C7F-F37D-40D0-B598-3ABAB3671F0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144537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8" name="직선 연결선 737">
                <a:extLst>
                  <a:ext uri="{FF2B5EF4-FFF2-40B4-BE49-F238E27FC236}">
                    <a16:creationId xmlns:a16="http://schemas.microsoft.com/office/drawing/2014/main" id="{EB5AEEE6-9219-43BA-8298-B8AD3163D36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887017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9" name="직선 연결선 738">
                <a:extLst>
                  <a:ext uri="{FF2B5EF4-FFF2-40B4-BE49-F238E27FC236}">
                    <a16:creationId xmlns:a16="http://schemas.microsoft.com/office/drawing/2014/main" id="{71AA564C-7055-43A4-9A99-A7DEFD2293B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629497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0" name="직선 연결선 739">
                <a:extLst>
                  <a:ext uri="{FF2B5EF4-FFF2-40B4-BE49-F238E27FC236}">
                    <a16:creationId xmlns:a16="http://schemas.microsoft.com/office/drawing/2014/main" id="{60B09856-A8A1-4F09-8963-64E3AE05D1B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114457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1" name="직선 연결선 740">
                <a:extLst>
                  <a:ext uri="{FF2B5EF4-FFF2-40B4-BE49-F238E27FC236}">
                    <a16:creationId xmlns:a16="http://schemas.microsoft.com/office/drawing/2014/main" id="{AC4ED820-3537-4438-BC12-95609AC82B4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856937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2" name="직선 연결선 741">
                <a:extLst>
                  <a:ext uri="{FF2B5EF4-FFF2-40B4-BE49-F238E27FC236}">
                    <a16:creationId xmlns:a16="http://schemas.microsoft.com/office/drawing/2014/main" id="{B19AAADF-9431-40E5-861C-E4479A02C97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659577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3" name="직선 연결선 742">
                <a:extLst>
                  <a:ext uri="{FF2B5EF4-FFF2-40B4-BE49-F238E27FC236}">
                    <a16:creationId xmlns:a16="http://schemas.microsoft.com/office/drawing/2014/main" id="{9F62DF6F-7FE2-47F0-9E1A-924C26B6CCD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600464" y="4007645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4" name="직선 연결선 743">
                <a:extLst>
                  <a:ext uri="{FF2B5EF4-FFF2-40B4-BE49-F238E27FC236}">
                    <a16:creationId xmlns:a16="http://schemas.microsoft.com/office/drawing/2014/main" id="{9206B1EE-FB63-4195-97E2-0023177E43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19" y="104903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5" name="직선 연결선 744">
                <a:extLst>
                  <a:ext uri="{FF2B5EF4-FFF2-40B4-BE49-F238E27FC236}">
                    <a16:creationId xmlns:a16="http://schemas.microsoft.com/office/drawing/2014/main" id="{FDD02AD9-0CC3-4DB4-9185-93657811B4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19" y="362423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6" name="직선 연결선 745">
                <a:extLst>
                  <a:ext uri="{FF2B5EF4-FFF2-40B4-BE49-F238E27FC236}">
                    <a16:creationId xmlns:a16="http://schemas.microsoft.com/office/drawing/2014/main" id="{E99B569D-B36C-4062-8D07-0D8AEDB1F9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19" y="516935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7" name="직선 연결선 746">
                <a:extLst>
                  <a:ext uri="{FF2B5EF4-FFF2-40B4-BE49-F238E27FC236}">
                    <a16:creationId xmlns:a16="http://schemas.microsoft.com/office/drawing/2014/main" id="{D27D453D-A59D-44B1-99DC-79FAE61BA7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19" y="645695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8" name="직선 연결선 747">
                <a:extLst>
                  <a:ext uri="{FF2B5EF4-FFF2-40B4-BE49-F238E27FC236}">
                    <a16:creationId xmlns:a16="http://schemas.microsoft.com/office/drawing/2014/main" id="{D5DF1FA3-C5EC-4AA9-BD23-97E9B50072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19" y="156407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9" name="직선 연결선 748">
                <a:extLst>
                  <a:ext uri="{FF2B5EF4-FFF2-40B4-BE49-F238E27FC236}">
                    <a16:creationId xmlns:a16="http://schemas.microsoft.com/office/drawing/2014/main" id="{4775A39B-75AA-4D6D-AB5F-C4EB73B964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19" y="207911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0" name="직선 연결선 749">
                <a:extLst>
                  <a:ext uri="{FF2B5EF4-FFF2-40B4-BE49-F238E27FC236}">
                    <a16:creationId xmlns:a16="http://schemas.microsoft.com/office/drawing/2014/main" id="{25C3DCF4-341C-4499-8516-B2223C3B03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19" y="259415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1" name="직선 연결선 750">
                <a:extLst>
                  <a:ext uri="{FF2B5EF4-FFF2-40B4-BE49-F238E27FC236}">
                    <a16:creationId xmlns:a16="http://schemas.microsoft.com/office/drawing/2014/main" id="{72ED6991-3296-4487-B6C6-4242A5E265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19" y="310919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2" name="직선 연결선 751">
                <a:extLst>
                  <a:ext uri="{FF2B5EF4-FFF2-40B4-BE49-F238E27FC236}">
                    <a16:creationId xmlns:a16="http://schemas.microsoft.com/office/drawing/2014/main" id="{CD661838-1B89-461C-AA95-70C7E42BF4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19" y="413927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3" name="직선 연결선 752">
                <a:extLst>
                  <a:ext uri="{FF2B5EF4-FFF2-40B4-BE49-F238E27FC236}">
                    <a16:creationId xmlns:a16="http://schemas.microsoft.com/office/drawing/2014/main" id="{4ADE447E-6249-4047-A9DB-727E09D751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19" y="439679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4" name="직선 연결선 753">
                <a:extLst>
                  <a:ext uri="{FF2B5EF4-FFF2-40B4-BE49-F238E27FC236}">
                    <a16:creationId xmlns:a16="http://schemas.microsoft.com/office/drawing/2014/main" id="{93C531FB-A919-41DD-AB60-D5052E7DB1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19" y="465431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5" name="직선 연결선 754">
                <a:extLst>
                  <a:ext uri="{FF2B5EF4-FFF2-40B4-BE49-F238E27FC236}">
                    <a16:creationId xmlns:a16="http://schemas.microsoft.com/office/drawing/2014/main" id="{835896DD-7915-4026-8CCC-1EBFB68B6D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19" y="491183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6" name="직선 연결선 755">
                <a:extLst>
                  <a:ext uri="{FF2B5EF4-FFF2-40B4-BE49-F238E27FC236}">
                    <a16:creationId xmlns:a16="http://schemas.microsoft.com/office/drawing/2014/main" id="{C8902781-FD8E-4859-935A-4CD23F5848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19" y="542687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7" name="직선 연결선 756">
                <a:extLst>
                  <a:ext uri="{FF2B5EF4-FFF2-40B4-BE49-F238E27FC236}">
                    <a16:creationId xmlns:a16="http://schemas.microsoft.com/office/drawing/2014/main" id="{C13F585A-DEDA-4BDF-A051-AFF7B3A543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19" y="568439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8" name="직선 연결선 757">
                <a:extLst>
                  <a:ext uri="{FF2B5EF4-FFF2-40B4-BE49-F238E27FC236}">
                    <a16:creationId xmlns:a16="http://schemas.microsoft.com/office/drawing/2014/main" id="{99F88E80-C3DA-4C65-AB6B-CFBD9DD629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19" y="594191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9" name="직선 연결선 758">
                <a:extLst>
                  <a:ext uri="{FF2B5EF4-FFF2-40B4-BE49-F238E27FC236}">
                    <a16:creationId xmlns:a16="http://schemas.microsoft.com/office/drawing/2014/main" id="{99CA92DD-2CF0-4111-811F-3ECEFF8637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19" y="697199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0" name="직선 연결선 759">
                <a:extLst>
                  <a:ext uri="{FF2B5EF4-FFF2-40B4-BE49-F238E27FC236}">
                    <a16:creationId xmlns:a16="http://schemas.microsoft.com/office/drawing/2014/main" id="{B0DC33AB-566D-4389-AA77-92EF0E5290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19" y="619943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1" name="직선 연결선 760">
                <a:extLst>
                  <a:ext uri="{FF2B5EF4-FFF2-40B4-BE49-F238E27FC236}">
                    <a16:creationId xmlns:a16="http://schemas.microsoft.com/office/drawing/2014/main" id="{7FB6A202-AB3C-4DF2-A790-DA4C909F99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19" y="671447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2" name="직선 연결선 761">
                <a:extLst>
                  <a:ext uri="{FF2B5EF4-FFF2-40B4-BE49-F238E27FC236}">
                    <a16:creationId xmlns:a16="http://schemas.microsoft.com/office/drawing/2014/main" id="{118BF661-F227-45CB-82E0-B8C2A03350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19" y="722951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3" name="직선 연결선 762">
                <a:extLst>
                  <a:ext uri="{FF2B5EF4-FFF2-40B4-BE49-F238E27FC236}">
                    <a16:creationId xmlns:a16="http://schemas.microsoft.com/office/drawing/2014/main" id="{016FD1BD-15B2-48C5-A612-5C1226865D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19" y="79151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4" name="직선 연결선 763">
                <a:extLst>
                  <a:ext uri="{FF2B5EF4-FFF2-40B4-BE49-F238E27FC236}">
                    <a16:creationId xmlns:a16="http://schemas.microsoft.com/office/drawing/2014/main" id="{D0FD1820-B235-4E8D-9F86-F7EC1A0BD4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19" y="130655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5" name="직선 연결선 764">
                <a:extLst>
                  <a:ext uri="{FF2B5EF4-FFF2-40B4-BE49-F238E27FC236}">
                    <a16:creationId xmlns:a16="http://schemas.microsoft.com/office/drawing/2014/main" id="{F9BDF2A3-785B-40F2-91A8-BB7735A82B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19" y="388175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6" name="직선 연결선 765">
                <a:extLst>
                  <a:ext uri="{FF2B5EF4-FFF2-40B4-BE49-F238E27FC236}">
                    <a16:creationId xmlns:a16="http://schemas.microsoft.com/office/drawing/2014/main" id="{7F8BD9C4-53FD-4A98-A685-B43D145A1F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19" y="182159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7" name="직선 연결선 766">
                <a:extLst>
                  <a:ext uri="{FF2B5EF4-FFF2-40B4-BE49-F238E27FC236}">
                    <a16:creationId xmlns:a16="http://schemas.microsoft.com/office/drawing/2014/main" id="{B6584348-D19D-4D83-BD5F-0F56032833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19" y="233663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8" name="직선 연결선 767">
                <a:extLst>
                  <a:ext uri="{FF2B5EF4-FFF2-40B4-BE49-F238E27FC236}">
                    <a16:creationId xmlns:a16="http://schemas.microsoft.com/office/drawing/2014/main" id="{23F1BC7E-5A50-40F4-BF69-FBA4EFBE34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19" y="285167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9" name="직선 연결선 768">
                <a:extLst>
                  <a:ext uri="{FF2B5EF4-FFF2-40B4-BE49-F238E27FC236}">
                    <a16:creationId xmlns:a16="http://schemas.microsoft.com/office/drawing/2014/main" id="{FA8C9068-9F1F-44FE-B8A6-BE08EA8248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19" y="336671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0" name="직선 연결선 769">
                <a:extLst>
                  <a:ext uri="{FF2B5EF4-FFF2-40B4-BE49-F238E27FC236}">
                    <a16:creationId xmlns:a16="http://schemas.microsoft.com/office/drawing/2014/main" id="{E3EEBD81-5B76-4385-9199-74837B783ED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182924" y="4007644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1" name="직선 연결선 770">
                <a:extLst>
                  <a:ext uri="{FF2B5EF4-FFF2-40B4-BE49-F238E27FC236}">
                    <a16:creationId xmlns:a16="http://schemas.microsoft.com/office/drawing/2014/main" id="{E92FC7DA-DCD7-45D1-AD29-F47CF78E6D5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224996" y="4007644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2" name="직선 연결선 771">
                <a:extLst>
                  <a:ext uri="{FF2B5EF4-FFF2-40B4-BE49-F238E27FC236}">
                    <a16:creationId xmlns:a16="http://schemas.microsoft.com/office/drawing/2014/main" id="{F3F5E30E-FD0E-4CB2-B3DA-8BBBE04124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487031"/>
                <a:ext cx="540107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3" name="직선 연결선 772">
                <a:extLst>
                  <a:ext uri="{FF2B5EF4-FFF2-40B4-BE49-F238E27FC236}">
                    <a16:creationId xmlns:a16="http://schemas.microsoft.com/office/drawing/2014/main" id="{7C1D706A-B279-4EB8-B42F-4C8EF1AF4D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513" y="533992"/>
                <a:ext cx="540768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74" name="직선 연결선 773">
              <a:extLst>
                <a:ext uri="{FF2B5EF4-FFF2-40B4-BE49-F238E27FC236}">
                  <a16:creationId xmlns:a16="http://schemas.microsoft.com/office/drawing/2014/main" id="{7D9A8BA2-0A86-4FC3-8E8C-62C0CCDED7A3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직선 연결선 774">
              <a:extLst>
                <a:ext uri="{FF2B5EF4-FFF2-40B4-BE49-F238E27FC236}">
                  <a16:creationId xmlns:a16="http://schemas.microsoft.com/office/drawing/2014/main" id="{DC9A8BF9-79AB-4E27-9B2B-05B3EEF66861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185">
            <a:hlinkClick r:id="rId2"/>
            <a:extLst>
              <a:ext uri="{FF2B5EF4-FFF2-40B4-BE49-F238E27FC236}">
                <a16:creationId xmlns:a16="http://schemas.microsoft.com/office/drawing/2014/main" id="{BB11F20C-4D48-463B-A19B-3D6FCDBA2B29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" name="TextBox 186">
            <a:hlinkClick r:id="rId3"/>
            <a:extLst>
              <a:ext uri="{FF2B5EF4-FFF2-40B4-BE49-F238E27FC236}">
                <a16:creationId xmlns:a16="http://schemas.microsoft.com/office/drawing/2014/main" id="{687E873B-1491-43FF-A8ED-FEE688A023D7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" name="TextBox 184">
            <a:hlinkClick r:id="rId4"/>
            <a:extLst>
              <a:ext uri="{FF2B5EF4-FFF2-40B4-BE49-F238E27FC236}">
                <a16:creationId xmlns:a16="http://schemas.microsoft.com/office/drawing/2014/main" id="{BD142233-493F-4763-8456-A37CDBECD12F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30</cp:revision>
  <dcterms:created xsi:type="dcterms:W3CDTF">2021-10-29T04:43:38Z</dcterms:created>
  <dcterms:modified xsi:type="dcterms:W3CDTF">2021-12-19T07:55:20Z</dcterms:modified>
</cp:coreProperties>
</file>
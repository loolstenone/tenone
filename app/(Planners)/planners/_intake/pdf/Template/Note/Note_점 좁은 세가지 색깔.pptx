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DD48024-A21F-423C-90A4-76A1B6BBA1C3}"/>
              </a:ext>
            </a:extLst>
          </p:cNvPr>
          <p:cNvGrpSpPr/>
          <p:nvPr/>
        </p:nvGrpSpPr>
        <p:grpSpPr>
          <a:xfrm>
            <a:off x="245375" y="533400"/>
            <a:ext cx="5586201" cy="6949819"/>
            <a:chOff x="245375" y="533400"/>
            <a:chExt cx="5586201" cy="6949819"/>
          </a:xfrm>
        </p:grpSpPr>
        <p:sp>
          <p:nvSpPr>
            <p:cNvPr id="15567" name="타원 15566">
              <a:extLst>
                <a:ext uri="{FF2B5EF4-FFF2-40B4-BE49-F238E27FC236}">
                  <a16:creationId xmlns:a16="http://schemas.microsoft.com/office/drawing/2014/main" id="{3CA6BE85-545D-46B9-B44C-4CCB138314B5}"/>
                </a:ext>
              </a:extLst>
            </p:cNvPr>
            <p:cNvSpPr/>
            <p:nvPr/>
          </p:nvSpPr>
          <p:spPr>
            <a:xfrm>
              <a:off x="245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68" name="타원 15567">
              <a:extLst>
                <a:ext uri="{FF2B5EF4-FFF2-40B4-BE49-F238E27FC236}">
                  <a16:creationId xmlns:a16="http://schemas.microsoft.com/office/drawing/2014/main" id="{B202B726-906D-4A61-83B1-FE0A7F1E961A}"/>
                </a:ext>
              </a:extLst>
            </p:cNvPr>
            <p:cNvSpPr/>
            <p:nvPr/>
          </p:nvSpPr>
          <p:spPr>
            <a:xfrm>
              <a:off x="397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69" name="타원 15568">
              <a:extLst>
                <a:ext uri="{FF2B5EF4-FFF2-40B4-BE49-F238E27FC236}">
                  <a16:creationId xmlns:a16="http://schemas.microsoft.com/office/drawing/2014/main" id="{19E9D6CA-552A-4FB3-A84C-ACA33E46AA4B}"/>
                </a:ext>
              </a:extLst>
            </p:cNvPr>
            <p:cNvSpPr/>
            <p:nvPr/>
          </p:nvSpPr>
          <p:spPr>
            <a:xfrm>
              <a:off x="550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0" name="타원 15569">
              <a:extLst>
                <a:ext uri="{FF2B5EF4-FFF2-40B4-BE49-F238E27FC236}">
                  <a16:creationId xmlns:a16="http://schemas.microsoft.com/office/drawing/2014/main" id="{CCFCE04A-367B-483F-828A-22DDDF42D57C}"/>
                </a:ext>
              </a:extLst>
            </p:cNvPr>
            <p:cNvSpPr/>
            <p:nvPr/>
          </p:nvSpPr>
          <p:spPr>
            <a:xfrm>
              <a:off x="702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1" name="타원 15570">
              <a:extLst>
                <a:ext uri="{FF2B5EF4-FFF2-40B4-BE49-F238E27FC236}">
                  <a16:creationId xmlns:a16="http://schemas.microsoft.com/office/drawing/2014/main" id="{150B53F9-2CB3-451E-A573-8E897020AC58}"/>
                </a:ext>
              </a:extLst>
            </p:cNvPr>
            <p:cNvSpPr/>
            <p:nvPr/>
          </p:nvSpPr>
          <p:spPr>
            <a:xfrm>
              <a:off x="854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2" name="타원 15571">
              <a:extLst>
                <a:ext uri="{FF2B5EF4-FFF2-40B4-BE49-F238E27FC236}">
                  <a16:creationId xmlns:a16="http://schemas.microsoft.com/office/drawing/2014/main" id="{E72251C8-E485-4DBC-9EEB-0DA919A89223}"/>
                </a:ext>
              </a:extLst>
            </p:cNvPr>
            <p:cNvSpPr/>
            <p:nvPr/>
          </p:nvSpPr>
          <p:spPr>
            <a:xfrm>
              <a:off x="1007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3" name="타원 15572">
              <a:extLst>
                <a:ext uri="{FF2B5EF4-FFF2-40B4-BE49-F238E27FC236}">
                  <a16:creationId xmlns:a16="http://schemas.microsoft.com/office/drawing/2014/main" id="{998D24A3-082F-4769-936B-ADB63CCE92A3}"/>
                </a:ext>
              </a:extLst>
            </p:cNvPr>
            <p:cNvSpPr/>
            <p:nvPr/>
          </p:nvSpPr>
          <p:spPr>
            <a:xfrm>
              <a:off x="1159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4" name="타원 15573">
              <a:extLst>
                <a:ext uri="{FF2B5EF4-FFF2-40B4-BE49-F238E27FC236}">
                  <a16:creationId xmlns:a16="http://schemas.microsoft.com/office/drawing/2014/main" id="{F68B7995-35EB-408E-9341-1887C1A0D4C0}"/>
                </a:ext>
              </a:extLst>
            </p:cNvPr>
            <p:cNvSpPr/>
            <p:nvPr/>
          </p:nvSpPr>
          <p:spPr>
            <a:xfrm>
              <a:off x="1312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5" name="타원 15574">
              <a:extLst>
                <a:ext uri="{FF2B5EF4-FFF2-40B4-BE49-F238E27FC236}">
                  <a16:creationId xmlns:a16="http://schemas.microsoft.com/office/drawing/2014/main" id="{E15468EB-0E65-4012-83A0-0B37AB5C052F}"/>
                </a:ext>
              </a:extLst>
            </p:cNvPr>
            <p:cNvSpPr/>
            <p:nvPr/>
          </p:nvSpPr>
          <p:spPr>
            <a:xfrm>
              <a:off x="1464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6" name="타원 15575">
              <a:extLst>
                <a:ext uri="{FF2B5EF4-FFF2-40B4-BE49-F238E27FC236}">
                  <a16:creationId xmlns:a16="http://schemas.microsoft.com/office/drawing/2014/main" id="{0F5DDE4D-D094-4F77-9075-34E8249D22D8}"/>
                </a:ext>
              </a:extLst>
            </p:cNvPr>
            <p:cNvSpPr/>
            <p:nvPr/>
          </p:nvSpPr>
          <p:spPr>
            <a:xfrm>
              <a:off x="1616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7" name="타원 15576">
              <a:extLst>
                <a:ext uri="{FF2B5EF4-FFF2-40B4-BE49-F238E27FC236}">
                  <a16:creationId xmlns:a16="http://schemas.microsoft.com/office/drawing/2014/main" id="{815952B1-F09B-4309-AD7F-A21CB8761A3B}"/>
                </a:ext>
              </a:extLst>
            </p:cNvPr>
            <p:cNvSpPr/>
            <p:nvPr/>
          </p:nvSpPr>
          <p:spPr>
            <a:xfrm>
              <a:off x="1769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8" name="타원 15577">
              <a:extLst>
                <a:ext uri="{FF2B5EF4-FFF2-40B4-BE49-F238E27FC236}">
                  <a16:creationId xmlns:a16="http://schemas.microsoft.com/office/drawing/2014/main" id="{D0B8448E-473E-486B-9523-A635ABA2ABB8}"/>
                </a:ext>
              </a:extLst>
            </p:cNvPr>
            <p:cNvSpPr/>
            <p:nvPr/>
          </p:nvSpPr>
          <p:spPr>
            <a:xfrm>
              <a:off x="1921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79" name="타원 15578">
              <a:extLst>
                <a:ext uri="{FF2B5EF4-FFF2-40B4-BE49-F238E27FC236}">
                  <a16:creationId xmlns:a16="http://schemas.microsoft.com/office/drawing/2014/main" id="{FC1BC377-32D3-4989-B011-3BE1AD96391E}"/>
                </a:ext>
              </a:extLst>
            </p:cNvPr>
            <p:cNvSpPr/>
            <p:nvPr/>
          </p:nvSpPr>
          <p:spPr>
            <a:xfrm>
              <a:off x="2074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0" name="타원 15579">
              <a:extLst>
                <a:ext uri="{FF2B5EF4-FFF2-40B4-BE49-F238E27FC236}">
                  <a16:creationId xmlns:a16="http://schemas.microsoft.com/office/drawing/2014/main" id="{74003EBE-AF01-401E-9A66-F3415C7EDFB0}"/>
                </a:ext>
              </a:extLst>
            </p:cNvPr>
            <p:cNvSpPr/>
            <p:nvPr/>
          </p:nvSpPr>
          <p:spPr>
            <a:xfrm>
              <a:off x="2226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1" name="타원 15580">
              <a:extLst>
                <a:ext uri="{FF2B5EF4-FFF2-40B4-BE49-F238E27FC236}">
                  <a16:creationId xmlns:a16="http://schemas.microsoft.com/office/drawing/2014/main" id="{CA7249B3-D583-42CF-B3CE-C6838F1D1C93}"/>
                </a:ext>
              </a:extLst>
            </p:cNvPr>
            <p:cNvSpPr/>
            <p:nvPr/>
          </p:nvSpPr>
          <p:spPr>
            <a:xfrm>
              <a:off x="2378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2" name="타원 15581">
              <a:extLst>
                <a:ext uri="{FF2B5EF4-FFF2-40B4-BE49-F238E27FC236}">
                  <a16:creationId xmlns:a16="http://schemas.microsoft.com/office/drawing/2014/main" id="{33BFD3EF-67F2-4F82-91D9-8CC4C64A2F70}"/>
                </a:ext>
              </a:extLst>
            </p:cNvPr>
            <p:cNvSpPr/>
            <p:nvPr/>
          </p:nvSpPr>
          <p:spPr>
            <a:xfrm>
              <a:off x="2531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3" name="타원 15582">
              <a:extLst>
                <a:ext uri="{FF2B5EF4-FFF2-40B4-BE49-F238E27FC236}">
                  <a16:creationId xmlns:a16="http://schemas.microsoft.com/office/drawing/2014/main" id="{1AC8AE06-B988-4748-AD7B-841DFDBE7373}"/>
                </a:ext>
              </a:extLst>
            </p:cNvPr>
            <p:cNvSpPr/>
            <p:nvPr/>
          </p:nvSpPr>
          <p:spPr>
            <a:xfrm>
              <a:off x="2683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4" name="타원 15583">
              <a:extLst>
                <a:ext uri="{FF2B5EF4-FFF2-40B4-BE49-F238E27FC236}">
                  <a16:creationId xmlns:a16="http://schemas.microsoft.com/office/drawing/2014/main" id="{5DFF16F4-8AB1-41C0-98F5-B125D5E0BADD}"/>
                </a:ext>
              </a:extLst>
            </p:cNvPr>
            <p:cNvSpPr/>
            <p:nvPr/>
          </p:nvSpPr>
          <p:spPr>
            <a:xfrm>
              <a:off x="2836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5" name="타원 15584">
              <a:extLst>
                <a:ext uri="{FF2B5EF4-FFF2-40B4-BE49-F238E27FC236}">
                  <a16:creationId xmlns:a16="http://schemas.microsoft.com/office/drawing/2014/main" id="{98D37062-859F-45DB-AA98-B3C54E9A4D4F}"/>
                </a:ext>
              </a:extLst>
            </p:cNvPr>
            <p:cNvSpPr/>
            <p:nvPr/>
          </p:nvSpPr>
          <p:spPr>
            <a:xfrm>
              <a:off x="2988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6" name="타원 15585">
              <a:extLst>
                <a:ext uri="{FF2B5EF4-FFF2-40B4-BE49-F238E27FC236}">
                  <a16:creationId xmlns:a16="http://schemas.microsoft.com/office/drawing/2014/main" id="{627EACC3-1CB2-4FD2-838C-88D59F10EE9D}"/>
                </a:ext>
              </a:extLst>
            </p:cNvPr>
            <p:cNvSpPr/>
            <p:nvPr/>
          </p:nvSpPr>
          <p:spPr>
            <a:xfrm>
              <a:off x="3140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7" name="타원 15586">
              <a:extLst>
                <a:ext uri="{FF2B5EF4-FFF2-40B4-BE49-F238E27FC236}">
                  <a16:creationId xmlns:a16="http://schemas.microsoft.com/office/drawing/2014/main" id="{DCD50DD4-1DF4-4A08-B000-36D567948738}"/>
                </a:ext>
              </a:extLst>
            </p:cNvPr>
            <p:cNvSpPr/>
            <p:nvPr/>
          </p:nvSpPr>
          <p:spPr>
            <a:xfrm>
              <a:off x="3293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8" name="타원 15587">
              <a:extLst>
                <a:ext uri="{FF2B5EF4-FFF2-40B4-BE49-F238E27FC236}">
                  <a16:creationId xmlns:a16="http://schemas.microsoft.com/office/drawing/2014/main" id="{25C50555-BF7D-4C50-945C-05A6A8C14604}"/>
                </a:ext>
              </a:extLst>
            </p:cNvPr>
            <p:cNvSpPr/>
            <p:nvPr/>
          </p:nvSpPr>
          <p:spPr>
            <a:xfrm>
              <a:off x="3445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89" name="타원 15588">
              <a:extLst>
                <a:ext uri="{FF2B5EF4-FFF2-40B4-BE49-F238E27FC236}">
                  <a16:creationId xmlns:a16="http://schemas.microsoft.com/office/drawing/2014/main" id="{19EF8C3A-2D54-4ECB-8BE2-9B2B38C50316}"/>
                </a:ext>
              </a:extLst>
            </p:cNvPr>
            <p:cNvSpPr/>
            <p:nvPr/>
          </p:nvSpPr>
          <p:spPr>
            <a:xfrm>
              <a:off x="3598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0" name="타원 15589">
              <a:extLst>
                <a:ext uri="{FF2B5EF4-FFF2-40B4-BE49-F238E27FC236}">
                  <a16:creationId xmlns:a16="http://schemas.microsoft.com/office/drawing/2014/main" id="{90026C67-A1E4-48C0-9501-57A841CCD95B}"/>
                </a:ext>
              </a:extLst>
            </p:cNvPr>
            <p:cNvSpPr/>
            <p:nvPr/>
          </p:nvSpPr>
          <p:spPr>
            <a:xfrm>
              <a:off x="3750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1" name="타원 15590">
              <a:extLst>
                <a:ext uri="{FF2B5EF4-FFF2-40B4-BE49-F238E27FC236}">
                  <a16:creationId xmlns:a16="http://schemas.microsoft.com/office/drawing/2014/main" id="{4468AE42-E884-4D23-B64F-7799899BD934}"/>
                </a:ext>
              </a:extLst>
            </p:cNvPr>
            <p:cNvSpPr/>
            <p:nvPr/>
          </p:nvSpPr>
          <p:spPr>
            <a:xfrm>
              <a:off x="3902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2" name="타원 15591">
              <a:extLst>
                <a:ext uri="{FF2B5EF4-FFF2-40B4-BE49-F238E27FC236}">
                  <a16:creationId xmlns:a16="http://schemas.microsoft.com/office/drawing/2014/main" id="{14F39AA4-A2D7-4196-A91D-DC57CEE25F3C}"/>
                </a:ext>
              </a:extLst>
            </p:cNvPr>
            <p:cNvSpPr/>
            <p:nvPr/>
          </p:nvSpPr>
          <p:spPr>
            <a:xfrm>
              <a:off x="4055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3" name="타원 15592">
              <a:extLst>
                <a:ext uri="{FF2B5EF4-FFF2-40B4-BE49-F238E27FC236}">
                  <a16:creationId xmlns:a16="http://schemas.microsoft.com/office/drawing/2014/main" id="{97A71687-BD8E-4EF5-9702-91317DBC4C86}"/>
                </a:ext>
              </a:extLst>
            </p:cNvPr>
            <p:cNvSpPr/>
            <p:nvPr/>
          </p:nvSpPr>
          <p:spPr>
            <a:xfrm>
              <a:off x="4207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4" name="타원 15593">
              <a:extLst>
                <a:ext uri="{FF2B5EF4-FFF2-40B4-BE49-F238E27FC236}">
                  <a16:creationId xmlns:a16="http://schemas.microsoft.com/office/drawing/2014/main" id="{5B34F3B5-EAA1-4B86-94B5-4A381A273094}"/>
                </a:ext>
              </a:extLst>
            </p:cNvPr>
            <p:cNvSpPr/>
            <p:nvPr/>
          </p:nvSpPr>
          <p:spPr>
            <a:xfrm>
              <a:off x="4360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5" name="타원 15594">
              <a:extLst>
                <a:ext uri="{FF2B5EF4-FFF2-40B4-BE49-F238E27FC236}">
                  <a16:creationId xmlns:a16="http://schemas.microsoft.com/office/drawing/2014/main" id="{B664D4F4-4F60-4697-AF8E-7B2EA5F053B9}"/>
                </a:ext>
              </a:extLst>
            </p:cNvPr>
            <p:cNvSpPr/>
            <p:nvPr/>
          </p:nvSpPr>
          <p:spPr>
            <a:xfrm>
              <a:off x="4512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6" name="타원 15595">
              <a:extLst>
                <a:ext uri="{FF2B5EF4-FFF2-40B4-BE49-F238E27FC236}">
                  <a16:creationId xmlns:a16="http://schemas.microsoft.com/office/drawing/2014/main" id="{EF1AC8F5-19E5-44BD-B47F-A80CBDF044D3}"/>
                </a:ext>
              </a:extLst>
            </p:cNvPr>
            <p:cNvSpPr/>
            <p:nvPr/>
          </p:nvSpPr>
          <p:spPr>
            <a:xfrm>
              <a:off x="4664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7" name="타원 15596">
              <a:extLst>
                <a:ext uri="{FF2B5EF4-FFF2-40B4-BE49-F238E27FC236}">
                  <a16:creationId xmlns:a16="http://schemas.microsoft.com/office/drawing/2014/main" id="{AC1C490F-DEF3-4110-8857-1422CA9C9D12}"/>
                </a:ext>
              </a:extLst>
            </p:cNvPr>
            <p:cNvSpPr/>
            <p:nvPr/>
          </p:nvSpPr>
          <p:spPr>
            <a:xfrm>
              <a:off x="4817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8" name="타원 15597">
              <a:extLst>
                <a:ext uri="{FF2B5EF4-FFF2-40B4-BE49-F238E27FC236}">
                  <a16:creationId xmlns:a16="http://schemas.microsoft.com/office/drawing/2014/main" id="{ABDE08FE-AF1B-4FEE-A8A8-26FD0DFE2512}"/>
                </a:ext>
              </a:extLst>
            </p:cNvPr>
            <p:cNvSpPr/>
            <p:nvPr/>
          </p:nvSpPr>
          <p:spPr>
            <a:xfrm>
              <a:off x="4969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99" name="타원 15598">
              <a:extLst>
                <a:ext uri="{FF2B5EF4-FFF2-40B4-BE49-F238E27FC236}">
                  <a16:creationId xmlns:a16="http://schemas.microsoft.com/office/drawing/2014/main" id="{3E7EC1CD-8292-424B-8B70-4CCE33F41A15}"/>
                </a:ext>
              </a:extLst>
            </p:cNvPr>
            <p:cNvSpPr/>
            <p:nvPr/>
          </p:nvSpPr>
          <p:spPr>
            <a:xfrm>
              <a:off x="5122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0" name="타원 15599">
              <a:extLst>
                <a:ext uri="{FF2B5EF4-FFF2-40B4-BE49-F238E27FC236}">
                  <a16:creationId xmlns:a16="http://schemas.microsoft.com/office/drawing/2014/main" id="{7E5C6E21-AA74-439B-90C1-EB3D82F5E8CC}"/>
                </a:ext>
              </a:extLst>
            </p:cNvPr>
            <p:cNvSpPr/>
            <p:nvPr/>
          </p:nvSpPr>
          <p:spPr>
            <a:xfrm>
              <a:off x="5274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1" name="타원 15600">
              <a:extLst>
                <a:ext uri="{FF2B5EF4-FFF2-40B4-BE49-F238E27FC236}">
                  <a16:creationId xmlns:a16="http://schemas.microsoft.com/office/drawing/2014/main" id="{DB946441-C1D3-47AE-A25B-E9FE8EDEB1D9}"/>
                </a:ext>
              </a:extLst>
            </p:cNvPr>
            <p:cNvSpPr/>
            <p:nvPr/>
          </p:nvSpPr>
          <p:spPr>
            <a:xfrm>
              <a:off x="5426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2" name="타원 15601">
              <a:extLst>
                <a:ext uri="{FF2B5EF4-FFF2-40B4-BE49-F238E27FC236}">
                  <a16:creationId xmlns:a16="http://schemas.microsoft.com/office/drawing/2014/main" id="{78303F67-6FE0-4F32-A4B2-F63332F9A8D0}"/>
                </a:ext>
              </a:extLst>
            </p:cNvPr>
            <p:cNvSpPr/>
            <p:nvPr/>
          </p:nvSpPr>
          <p:spPr>
            <a:xfrm>
              <a:off x="5579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3" name="타원 15602">
              <a:extLst>
                <a:ext uri="{FF2B5EF4-FFF2-40B4-BE49-F238E27FC236}">
                  <a16:creationId xmlns:a16="http://schemas.microsoft.com/office/drawing/2014/main" id="{F5760587-E6A5-446F-8565-D42CE1573A94}"/>
                </a:ext>
              </a:extLst>
            </p:cNvPr>
            <p:cNvSpPr/>
            <p:nvPr/>
          </p:nvSpPr>
          <p:spPr>
            <a:xfrm>
              <a:off x="5731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4" name="타원 15603">
              <a:extLst>
                <a:ext uri="{FF2B5EF4-FFF2-40B4-BE49-F238E27FC236}">
                  <a16:creationId xmlns:a16="http://schemas.microsoft.com/office/drawing/2014/main" id="{AC86A07E-57F5-4EBC-89D3-8C6B0E124D48}"/>
                </a:ext>
              </a:extLst>
            </p:cNvPr>
            <p:cNvSpPr/>
            <p:nvPr/>
          </p:nvSpPr>
          <p:spPr>
            <a:xfrm>
              <a:off x="245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5" name="타원 15604">
              <a:extLst>
                <a:ext uri="{FF2B5EF4-FFF2-40B4-BE49-F238E27FC236}">
                  <a16:creationId xmlns:a16="http://schemas.microsoft.com/office/drawing/2014/main" id="{DFC8800F-41CC-4DDD-A987-A26C4232A9F8}"/>
                </a:ext>
              </a:extLst>
            </p:cNvPr>
            <p:cNvSpPr/>
            <p:nvPr/>
          </p:nvSpPr>
          <p:spPr>
            <a:xfrm>
              <a:off x="397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6" name="타원 15605">
              <a:extLst>
                <a:ext uri="{FF2B5EF4-FFF2-40B4-BE49-F238E27FC236}">
                  <a16:creationId xmlns:a16="http://schemas.microsoft.com/office/drawing/2014/main" id="{BEF23925-1334-4657-953E-8E17401A11CD}"/>
                </a:ext>
              </a:extLst>
            </p:cNvPr>
            <p:cNvSpPr/>
            <p:nvPr/>
          </p:nvSpPr>
          <p:spPr>
            <a:xfrm>
              <a:off x="550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7" name="타원 15606">
              <a:extLst>
                <a:ext uri="{FF2B5EF4-FFF2-40B4-BE49-F238E27FC236}">
                  <a16:creationId xmlns:a16="http://schemas.microsoft.com/office/drawing/2014/main" id="{FD2F4979-A941-46E3-AB55-FAE8E589577F}"/>
                </a:ext>
              </a:extLst>
            </p:cNvPr>
            <p:cNvSpPr/>
            <p:nvPr/>
          </p:nvSpPr>
          <p:spPr>
            <a:xfrm>
              <a:off x="702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8" name="타원 15607">
              <a:extLst>
                <a:ext uri="{FF2B5EF4-FFF2-40B4-BE49-F238E27FC236}">
                  <a16:creationId xmlns:a16="http://schemas.microsoft.com/office/drawing/2014/main" id="{4E9664C5-40E8-4ACE-8689-9EE1AF0937EF}"/>
                </a:ext>
              </a:extLst>
            </p:cNvPr>
            <p:cNvSpPr/>
            <p:nvPr/>
          </p:nvSpPr>
          <p:spPr>
            <a:xfrm>
              <a:off x="854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09" name="타원 15608">
              <a:extLst>
                <a:ext uri="{FF2B5EF4-FFF2-40B4-BE49-F238E27FC236}">
                  <a16:creationId xmlns:a16="http://schemas.microsoft.com/office/drawing/2014/main" id="{5BC5BDD1-192E-4DF7-ABA1-B1BCE76DF074}"/>
                </a:ext>
              </a:extLst>
            </p:cNvPr>
            <p:cNvSpPr/>
            <p:nvPr/>
          </p:nvSpPr>
          <p:spPr>
            <a:xfrm>
              <a:off x="1007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0" name="타원 15609">
              <a:extLst>
                <a:ext uri="{FF2B5EF4-FFF2-40B4-BE49-F238E27FC236}">
                  <a16:creationId xmlns:a16="http://schemas.microsoft.com/office/drawing/2014/main" id="{72DC598B-093C-4464-9EB0-54D5B590E0ED}"/>
                </a:ext>
              </a:extLst>
            </p:cNvPr>
            <p:cNvSpPr/>
            <p:nvPr/>
          </p:nvSpPr>
          <p:spPr>
            <a:xfrm>
              <a:off x="1159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1" name="타원 15610">
              <a:extLst>
                <a:ext uri="{FF2B5EF4-FFF2-40B4-BE49-F238E27FC236}">
                  <a16:creationId xmlns:a16="http://schemas.microsoft.com/office/drawing/2014/main" id="{7DCA36F4-BD9E-47F7-AA00-4D1609E8D355}"/>
                </a:ext>
              </a:extLst>
            </p:cNvPr>
            <p:cNvSpPr/>
            <p:nvPr/>
          </p:nvSpPr>
          <p:spPr>
            <a:xfrm>
              <a:off x="1312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2" name="타원 15611">
              <a:extLst>
                <a:ext uri="{FF2B5EF4-FFF2-40B4-BE49-F238E27FC236}">
                  <a16:creationId xmlns:a16="http://schemas.microsoft.com/office/drawing/2014/main" id="{2BBF29FB-51F1-4E6B-B9E8-0E06C7943DB0}"/>
                </a:ext>
              </a:extLst>
            </p:cNvPr>
            <p:cNvSpPr/>
            <p:nvPr/>
          </p:nvSpPr>
          <p:spPr>
            <a:xfrm>
              <a:off x="1464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3" name="타원 15612">
              <a:extLst>
                <a:ext uri="{FF2B5EF4-FFF2-40B4-BE49-F238E27FC236}">
                  <a16:creationId xmlns:a16="http://schemas.microsoft.com/office/drawing/2014/main" id="{9F202591-2060-41E4-958D-E0512CC82EB4}"/>
                </a:ext>
              </a:extLst>
            </p:cNvPr>
            <p:cNvSpPr/>
            <p:nvPr/>
          </p:nvSpPr>
          <p:spPr>
            <a:xfrm>
              <a:off x="1616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4" name="타원 15613">
              <a:extLst>
                <a:ext uri="{FF2B5EF4-FFF2-40B4-BE49-F238E27FC236}">
                  <a16:creationId xmlns:a16="http://schemas.microsoft.com/office/drawing/2014/main" id="{A3A68CD1-B580-4FF2-B7A5-E5283A244901}"/>
                </a:ext>
              </a:extLst>
            </p:cNvPr>
            <p:cNvSpPr/>
            <p:nvPr/>
          </p:nvSpPr>
          <p:spPr>
            <a:xfrm>
              <a:off x="1769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5" name="타원 15614">
              <a:extLst>
                <a:ext uri="{FF2B5EF4-FFF2-40B4-BE49-F238E27FC236}">
                  <a16:creationId xmlns:a16="http://schemas.microsoft.com/office/drawing/2014/main" id="{9823A842-6C0B-4935-BAB7-13FF55ADBA62}"/>
                </a:ext>
              </a:extLst>
            </p:cNvPr>
            <p:cNvSpPr/>
            <p:nvPr/>
          </p:nvSpPr>
          <p:spPr>
            <a:xfrm>
              <a:off x="1921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6" name="타원 15615">
              <a:extLst>
                <a:ext uri="{FF2B5EF4-FFF2-40B4-BE49-F238E27FC236}">
                  <a16:creationId xmlns:a16="http://schemas.microsoft.com/office/drawing/2014/main" id="{A73E5F01-C5C5-4744-9FD7-B9164F7CE97F}"/>
                </a:ext>
              </a:extLst>
            </p:cNvPr>
            <p:cNvSpPr/>
            <p:nvPr/>
          </p:nvSpPr>
          <p:spPr>
            <a:xfrm>
              <a:off x="2074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7" name="타원 15616">
              <a:extLst>
                <a:ext uri="{FF2B5EF4-FFF2-40B4-BE49-F238E27FC236}">
                  <a16:creationId xmlns:a16="http://schemas.microsoft.com/office/drawing/2014/main" id="{166D1CF1-0459-4856-B6EB-60BA934589C4}"/>
                </a:ext>
              </a:extLst>
            </p:cNvPr>
            <p:cNvSpPr/>
            <p:nvPr/>
          </p:nvSpPr>
          <p:spPr>
            <a:xfrm>
              <a:off x="2226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8" name="타원 15617">
              <a:extLst>
                <a:ext uri="{FF2B5EF4-FFF2-40B4-BE49-F238E27FC236}">
                  <a16:creationId xmlns:a16="http://schemas.microsoft.com/office/drawing/2014/main" id="{72BFEA87-553B-412C-855B-24163E9CD185}"/>
                </a:ext>
              </a:extLst>
            </p:cNvPr>
            <p:cNvSpPr/>
            <p:nvPr/>
          </p:nvSpPr>
          <p:spPr>
            <a:xfrm>
              <a:off x="2378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19" name="타원 15618">
              <a:extLst>
                <a:ext uri="{FF2B5EF4-FFF2-40B4-BE49-F238E27FC236}">
                  <a16:creationId xmlns:a16="http://schemas.microsoft.com/office/drawing/2014/main" id="{F596A393-7273-4399-B3C9-85DE5639592A}"/>
                </a:ext>
              </a:extLst>
            </p:cNvPr>
            <p:cNvSpPr/>
            <p:nvPr/>
          </p:nvSpPr>
          <p:spPr>
            <a:xfrm>
              <a:off x="2531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0" name="타원 15619">
              <a:extLst>
                <a:ext uri="{FF2B5EF4-FFF2-40B4-BE49-F238E27FC236}">
                  <a16:creationId xmlns:a16="http://schemas.microsoft.com/office/drawing/2014/main" id="{FCFFE83F-8298-4921-B5D2-992EBBF4BBD4}"/>
                </a:ext>
              </a:extLst>
            </p:cNvPr>
            <p:cNvSpPr/>
            <p:nvPr/>
          </p:nvSpPr>
          <p:spPr>
            <a:xfrm>
              <a:off x="2683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1" name="타원 15620">
              <a:extLst>
                <a:ext uri="{FF2B5EF4-FFF2-40B4-BE49-F238E27FC236}">
                  <a16:creationId xmlns:a16="http://schemas.microsoft.com/office/drawing/2014/main" id="{0623B7A4-156E-4117-A1CF-8E3FE9A67044}"/>
                </a:ext>
              </a:extLst>
            </p:cNvPr>
            <p:cNvSpPr/>
            <p:nvPr/>
          </p:nvSpPr>
          <p:spPr>
            <a:xfrm>
              <a:off x="2836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2" name="타원 15621">
              <a:extLst>
                <a:ext uri="{FF2B5EF4-FFF2-40B4-BE49-F238E27FC236}">
                  <a16:creationId xmlns:a16="http://schemas.microsoft.com/office/drawing/2014/main" id="{333CAD79-F233-450B-8FAB-ED73E3556B29}"/>
                </a:ext>
              </a:extLst>
            </p:cNvPr>
            <p:cNvSpPr/>
            <p:nvPr/>
          </p:nvSpPr>
          <p:spPr>
            <a:xfrm>
              <a:off x="2988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3" name="타원 15622">
              <a:extLst>
                <a:ext uri="{FF2B5EF4-FFF2-40B4-BE49-F238E27FC236}">
                  <a16:creationId xmlns:a16="http://schemas.microsoft.com/office/drawing/2014/main" id="{14AABAB9-720B-46D4-A70D-EC15BDFCEB59}"/>
                </a:ext>
              </a:extLst>
            </p:cNvPr>
            <p:cNvSpPr/>
            <p:nvPr/>
          </p:nvSpPr>
          <p:spPr>
            <a:xfrm>
              <a:off x="3140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4" name="타원 15623">
              <a:extLst>
                <a:ext uri="{FF2B5EF4-FFF2-40B4-BE49-F238E27FC236}">
                  <a16:creationId xmlns:a16="http://schemas.microsoft.com/office/drawing/2014/main" id="{3DD84BAD-0FF0-42B5-B32C-FE53ADD1DEE0}"/>
                </a:ext>
              </a:extLst>
            </p:cNvPr>
            <p:cNvSpPr/>
            <p:nvPr/>
          </p:nvSpPr>
          <p:spPr>
            <a:xfrm>
              <a:off x="3293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5" name="타원 15624">
              <a:extLst>
                <a:ext uri="{FF2B5EF4-FFF2-40B4-BE49-F238E27FC236}">
                  <a16:creationId xmlns:a16="http://schemas.microsoft.com/office/drawing/2014/main" id="{8F3AAE43-EF55-4AED-884C-8D6E1C6826E4}"/>
                </a:ext>
              </a:extLst>
            </p:cNvPr>
            <p:cNvSpPr/>
            <p:nvPr/>
          </p:nvSpPr>
          <p:spPr>
            <a:xfrm>
              <a:off x="3445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6" name="타원 15625">
              <a:extLst>
                <a:ext uri="{FF2B5EF4-FFF2-40B4-BE49-F238E27FC236}">
                  <a16:creationId xmlns:a16="http://schemas.microsoft.com/office/drawing/2014/main" id="{EF8EA39B-1FBD-48D9-9C2A-452B64C2F04A}"/>
                </a:ext>
              </a:extLst>
            </p:cNvPr>
            <p:cNvSpPr/>
            <p:nvPr/>
          </p:nvSpPr>
          <p:spPr>
            <a:xfrm>
              <a:off x="3598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7" name="타원 15626">
              <a:extLst>
                <a:ext uri="{FF2B5EF4-FFF2-40B4-BE49-F238E27FC236}">
                  <a16:creationId xmlns:a16="http://schemas.microsoft.com/office/drawing/2014/main" id="{962868F0-4EFB-4D93-B141-5520F0AC5E84}"/>
                </a:ext>
              </a:extLst>
            </p:cNvPr>
            <p:cNvSpPr/>
            <p:nvPr/>
          </p:nvSpPr>
          <p:spPr>
            <a:xfrm>
              <a:off x="3750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8" name="타원 15627">
              <a:extLst>
                <a:ext uri="{FF2B5EF4-FFF2-40B4-BE49-F238E27FC236}">
                  <a16:creationId xmlns:a16="http://schemas.microsoft.com/office/drawing/2014/main" id="{984CB9FF-B09B-4EEB-A261-4C3F7EB5C446}"/>
                </a:ext>
              </a:extLst>
            </p:cNvPr>
            <p:cNvSpPr/>
            <p:nvPr/>
          </p:nvSpPr>
          <p:spPr>
            <a:xfrm>
              <a:off x="3902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29" name="타원 15628">
              <a:extLst>
                <a:ext uri="{FF2B5EF4-FFF2-40B4-BE49-F238E27FC236}">
                  <a16:creationId xmlns:a16="http://schemas.microsoft.com/office/drawing/2014/main" id="{01DB2E05-5F14-4097-981C-BD61F9D6196C}"/>
                </a:ext>
              </a:extLst>
            </p:cNvPr>
            <p:cNvSpPr/>
            <p:nvPr/>
          </p:nvSpPr>
          <p:spPr>
            <a:xfrm>
              <a:off x="4055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0" name="타원 15629">
              <a:extLst>
                <a:ext uri="{FF2B5EF4-FFF2-40B4-BE49-F238E27FC236}">
                  <a16:creationId xmlns:a16="http://schemas.microsoft.com/office/drawing/2014/main" id="{17EF1DD0-5FD3-4EC6-AFED-2BE5DEC57531}"/>
                </a:ext>
              </a:extLst>
            </p:cNvPr>
            <p:cNvSpPr/>
            <p:nvPr/>
          </p:nvSpPr>
          <p:spPr>
            <a:xfrm>
              <a:off x="4207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1" name="타원 15630">
              <a:extLst>
                <a:ext uri="{FF2B5EF4-FFF2-40B4-BE49-F238E27FC236}">
                  <a16:creationId xmlns:a16="http://schemas.microsoft.com/office/drawing/2014/main" id="{334354EB-6ED5-4014-A944-C31A4AF4CCF5}"/>
                </a:ext>
              </a:extLst>
            </p:cNvPr>
            <p:cNvSpPr/>
            <p:nvPr/>
          </p:nvSpPr>
          <p:spPr>
            <a:xfrm>
              <a:off x="4360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2" name="타원 15631">
              <a:extLst>
                <a:ext uri="{FF2B5EF4-FFF2-40B4-BE49-F238E27FC236}">
                  <a16:creationId xmlns:a16="http://schemas.microsoft.com/office/drawing/2014/main" id="{BA27F522-5826-4F31-8D1E-BCD2BE3672AB}"/>
                </a:ext>
              </a:extLst>
            </p:cNvPr>
            <p:cNvSpPr/>
            <p:nvPr/>
          </p:nvSpPr>
          <p:spPr>
            <a:xfrm>
              <a:off x="4512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3" name="타원 15632">
              <a:extLst>
                <a:ext uri="{FF2B5EF4-FFF2-40B4-BE49-F238E27FC236}">
                  <a16:creationId xmlns:a16="http://schemas.microsoft.com/office/drawing/2014/main" id="{E172B68E-5DAD-4F6A-9650-92246E72B170}"/>
                </a:ext>
              </a:extLst>
            </p:cNvPr>
            <p:cNvSpPr/>
            <p:nvPr/>
          </p:nvSpPr>
          <p:spPr>
            <a:xfrm>
              <a:off x="4664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4" name="타원 15633">
              <a:extLst>
                <a:ext uri="{FF2B5EF4-FFF2-40B4-BE49-F238E27FC236}">
                  <a16:creationId xmlns:a16="http://schemas.microsoft.com/office/drawing/2014/main" id="{44512CA0-216B-473E-AF9D-88A89C278834}"/>
                </a:ext>
              </a:extLst>
            </p:cNvPr>
            <p:cNvSpPr/>
            <p:nvPr/>
          </p:nvSpPr>
          <p:spPr>
            <a:xfrm>
              <a:off x="4817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5" name="타원 15634">
              <a:extLst>
                <a:ext uri="{FF2B5EF4-FFF2-40B4-BE49-F238E27FC236}">
                  <a16:creationId xmlns:a16="http://schemas.microsoft.com/office/drawing/2014/main" id="{63269E58-F3DF-4AC0-9C51-3D43147608B3}"/>
                </a:ext>
              </a:extLst>
            </p:cNvPr>
            <p:cNvSpPr/>
            <p:nvPr/>
          </p:nvSpPr>
          <p:spPr>
            <a:xfrm>
              <a:off x="4969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6" name="타원 15635">
              <a:extLst>
                <a:ext uri="{FF2B5EF4-FFF2-40B4-BE49-F238E27FC236}">
                  <a16:creationId xmlns:a16="http://schemas.microsoft.com/office/drawing/2014/main" id="{9F1D7054-3850-4B80-A611-2DD11FD3D36F}"/>
                </a:ext>
              </a:extLst>
            </p:cNvPr>
            <p:cNvSpPr/>
            <p:nvPr/>
          </p:nvSpPr>
          <p:spPr>
            <a:xfrm>
              <a:off x="5122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7" name="타원 15636">
              <a:extLst>
                <a:ext uri="{FF2B5EF4-FFF2-40B4-BE49-F238E27FC236}">
                  <a16:creationId xmlns:a16="http://schemas.microsoft.com/office/drawing/2014/main" id="{484B8A9E-D52B-44B4-B1CC-0BC82F16D396}"/>
                </a:ext>
              </a:extLst>
            </p:cNvPr>
            <p:cNvSpPr/>
            <p:nvPr/>
          </p:nvSpPr>
          <p:spPr>
            <a:xfrm>
              <a:off x="5274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8" name="타원 15637">
              <a:extLst>
                <a:ext uri="{FF2B5EF4-FFF2-40B4-BE49-F238E27FC236}">
                  <a16:creationId xmlns:a16="http://schemas.microsoft.com/office/drawing/2014/main" id="{DD301D61-9FC1-45B2-91ED-BCA83330D60A}"/>
                </a:ext>
              </a:extLst>
            </p:cNvPr>
            <p:cNvSpPr/>
            <p:nvPr/>
          </p:nvSpPr>
          <p:spPr>
            <a:xfrm>
              <a:off x="5426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39" name="타원 15638">
              <a:extLst>
                <a:ext uri="{FF2B5EF4-FFF2-40B4-BE49-F238E27FC236}">
                  <a16:creationId xmlns:a16="http://schemas.microsoft.com/office/drawing/2014/main" id="{178124DA-C21A-44F3-AF4D-1F1780F4DB81}"/>
                </a:ext>
              </a:extLst>
            </p:cNvPr>
            <p:cNvSpPr/>
            <p:nvPr/>
          </p:nvSpPr>
          <p:spPr>
            <a:xfrm>
              <a:off x="5579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0" name="타원 15639">
              <a:extLst>
                <a:ext uri="{FF2B5EF4-FFF2-40B4-BE49-F238E27FC236}">
                  <a16:creationId xmlns:a16="http://schemas.microsoft.com/office/drawing/2014/main" id="{AF684BFE-DF41-4ECA-8798-E87D87D434E1}"/>
                </a:ext>
              </a:extLst>
            </p:cNvPr>
            <p:cNvSpPr/>
            <p:nvPr/>
          </p:nvSpPr>
          <p:spPr>
            <a:xfrm>
              <a:off x="5731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1" name="타원 15640">
              <a:extLst>
                <a:ext uri="{FF2B5EF4-FFF2-40B4-BE49-F238E27FC236}">
                  <a16:creationId xmlns:a16="http://schemas.microsoft.com/office/drawing/2014/main" id="{4B0DB9A1-B05D-4C60-9B80-840B5F34A284}"/>
                </a:ext>
              </a:extLst>
            </p:cNvPr>
            <p:cNvSpPr/>
            <p:nvPr/>
          </p:nvSpPr>
          <p:spPr>
            <a:xfrm>
              <a:off x="245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2" name="타원 15641">
              <a:extLst>
                <a:ext uri="{FF2B5EF4-FFF2-40B4-BE49-F238E27FC236}">
                  <a16:creationId xmlns:a16="http://schemas.microsoft.com/office/drawing/2014/main" id="{707389B0-1693-40B2-9995-9E9BDD8D192B}"/>
                </a:ext>
              </a:extLst>
            </p:cNvPr>
            <p:cNvSpPr/>
            <p:nvPr/>
          </p:nvSpPr>
          <p:spPr>
            <a:xfrm>
              <a:off x="397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3" name="타원 15642">
              <a:extLst>
                <a:ext uri="{FF2B5EF4-FFF2-40B4-BE49-F238E27FC236}">
                  <a16:creationId xmlns:a16="http://schemas.microsoft.com/office/drawing/2014/main" id="{0A9BA901-DC21-41A9-81DA-8087E2930C0A}"/>
                </a:ext>
              </a:extLst>
            </p:cNvPr>
            <p:cNvSpPr/>
            <p:nvPr/>
          </p:nvSpPr>
          <p:spPr>
            <a:xfrm>
              <a:off x="550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4" name="타원 15643">
              <a:extLst>
                <a:ext uri="{FF2B5EF4-FFF2-40B4-BE49-F238E27FC236}">
                  <a16:creationId xmlns:a16="http://schemas.microsoft.com/office/drawing/2014/main" id="{0E2076DD-A7C4-4040-B872-9932CC1E1DCC}"/>
                </a:ext>
              </a:extLst>
            </p:cNvPr>
            <p:cNvSpPr/>
            <p:nvPr/>
          </p:nvSpPr>
          <p:spPr>
            <a:xfrm>
              <a:off x="702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5" name="타원 15644">
              <a:extLst>
                <a:ext uri="{FF2B5EF4-FFF2-40B4-BE49-F238E27FC236}">
                  <a16:creationId xmlns:a16="http://schemas.microsoft.com/office/drawing/2014/main" id="{33C81851-1AB2-4701-9A0D-113985771BA2}"/>
                </a:ext>
              </a:extLst>
            </p:cNvPr>
            <p:cNvSpPr/>
            <p:nvPr/>
          </p:nvSpPr>
          <p:spPr>
            <a:xfrm>
              <a:off x="854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6" name="타원 15645">
              <a:extLst>
                <a:ext uri="{FF2B5EF4-FFF2-40B4-BE49-F238E27FC236}">
                  <a16:creationId xmlns:a16="http://schemas.microsoft.com/office/drawing/2014/main" id="{2E2265F9-DF80-4716-BE10-5CC0510C610C}"/>
                </a:ext>
              </a:extLst>
            </p:cNvPr>
            <p:cNvSpPr/>
            <p:nvPr/>
          </p:nvSpPr>
          <p:spPr>
            <a:xfrm>
              <a:off x="1007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7" name="타원 15646">
              <a:extLst>
                <a:ext uri="{FF2B5EF4-FFF2-40B4-BE49-F238E27FC236}">
                  <a16:creationId xmlns:a16="http://schemas.microsoft.com/office/drawing/2014/main" id="{7B5D1BFE-06DC-405F-888B-98CA1DE3083F}"/>
                </a:ext>
              </a:extLst>
            </p:cNvPr>
            <p:cNvSpPr/>
            <p:nvPr/>
          </p:nvSpPr>
          <p:spPr>
            <a:xfrm>
              <a:off x="1159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8" name="타원 15647">
              <a:extLst>
                <a:ext uri="{FF2B5EF4-FFF2-40B4-BE49-F238E27FC236}">
                  <a16:creationId xmlns:a16="http://schemas.microsoft.com/office/drawing/2014/main" id="{67A891B2-EB86-4631-8BBD-42AA6347ADA6}"/>
                </a:ext>
              </a:extLst>
            </p:cNvPr>
            <p:cNvSpPr/>
            <p:nvPr/>
          </p:nvSpPr>
          <p:spPr>
            <a:xfrm>
              <a:off x="1312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49" name="타원 15648">
              <a:extLst>
                <a:ext uri="{FF2B5EF4-FFF2-40B4-BE49-F238E27FC236}">
                  <a16:creationId xmlns:a16="http://schemas.microsoft.com/office/drawing/2014/main" id="{6E68D555-3089-4C0C-803D-805585AD8D6D}"/>
                </a:ext>
              </a:extLst>
            </p:cNvPr>
            <p:cNvSpPr/>
            <p:nvPr/>
          </p:nvSpPr>
          <p:spPr>
            <a:xfrm>
              <a:off x="1464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0" name="타원 15649">
              <a:extLst>
                <a:ext uri="{FF2B5EF4-FFF2-40B4-BE49-F238E27FC236}">
                  <a16:creationId xmlns:a16="http://schemas.microsoft.com/office/drawing/2014/main" id="{711E9EEE-6D67-4C39-AD1E-814B75E0EFE7}"/>
                </a:ext>
              </a:extLst>
            </p:cNvPr>
            <p:cNvSpPr/>
            <p:nvPr/>
          </p:nvSpPr>
          <p:spPr>
            <a:xfrm>
              <a:off x="1616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1" name="타원 15650">
              <a:extLst>
                <a:ext uri="{FF2B5EF4-FFF2-40B4-BE49-F238E27FC236}">
                  <a16:creationId xmlns:a16="http://schemas.microsoft.com/office/drawing/2014/main" id="{904363BF-F41D-4B2D-93CF-3DEDE9174561}"/>
                </a:ext>
              </a:extLst>
            </p:cNvPr>
            <p:cNvSpPr/>
            <p:nvPr/>
          </p:nvSpPr>
          <p:spPr>
            <a:xfrm>
              <a:off x="1769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2" name="타원 15651">
              <a:extLst>
                <a:ext uri="{FF2B5EF4-FFF2-40B4-BE49-F238E27FC236}">
                  <a16:creationId xmlns:a16="http://schemas.microsoft.com/office/drawing/2014/main" id="{09524017-3551-44C3-AEC9-76BC85B06A95}"/>
                </a:ext>
              </a:extLst>
            </p:cNvPr>
            <p:cNvSpPr/>
            <p:nvPr/>
          </p:nvSpPr>
          <p:spPr>
            <a:xfrm>
              <a:off x="1921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3" name="타원 15652">
              <a:extLst>
                <a:ext uri="{FF2B5EF4-FFF2-40B4-BE49-F238E27FC236}">
                  <a16:creationId xmlns:a16="http://schemas.microsoft.com/office/drawing/2014/main" id="{9B19DE6C-FADB-41B3-87BB-724E8BC4F42D}"/>
                </a:ext>
              </a:extLst>
            </p:cNvPr>
            <p:cNvSpPr/>
            <p:nvPr/>
          </p:nvSpPr>
          <p:spPr>
            <a:xfrm>
              <a:off x="2074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4" name="타원 15653">
              <a:extLst>
                <a:ext uri="{FF2B5EF4-FFF2-40B4-BE49-F238E27FC236}">
                  <a16:creationId xmlns:a16="http://schemas.microsoft.com/office/drawing/2014/main" id="{44D157D1-4DCE-47DE-9ACD-3628DF094ED7}"/>
                </a:ext>
              </a:extLst>
            </p:cNvPr>
            <p:cNvSpPr/>
            <p:nvPr/>
          </p:nvSpPr>
          <p:spPr>
            <a:xfrm>
              <a:off x="2226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5" name="타원 15654">
              <a:extLst>
                <a:ext uri="{FF2B5EF4-FFF2-40B4-BE49-F238E27FC236}">
                  <a16:creationId xmlns:a16="http://schemas.microsoft.com/office/drawing/2014/main" id="{DC5FCBC2-52BD-4C3F-846F-644C3FA3A16F}"/>
                </a:ext>
              </a:extLst>
            </p:cNvPr>
            <p:cNvSpPr/>
            <p:nvPr/>
          </p:nvSpPr>
          <p:spPr>
            <a:xfrm>
              <a:off x="2378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6" name="타원 15655">
              <a:extLst>
                <a:ext uri="{FF2B5EF4-FFF2-40B4-BE49-F238E27FC236}">
                  <a16:creationId xmlns:a16="http://schemas.microsoft.com/office/drawing/2014/main" id="{9248AD86-AB1D-4FD6-A32D-69A737AEF8F4}"/>
                </a:ext>
              </a:extLst>
            </p:cNvPr>
            <p:cNvSpPr/>
            <p:nvPr/>
          </p:nvSpPr>
          <p:spPr>
            <a:xfrm>
              <a:off x="2531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7" name="타원 15656">
              <a:extLst>
                <a:ext uri="{FF2B5EF4-FFF2-40B4-BE49-F238E27FC236}">
                  <a16:creationId xmlns:a16="http://schemas.microsoft.com/office/drawing/2014/main" id="{A32EC1A8-511C-44DE-934D-BCA11A735D1A}"/>
                </a:ext>
              </a:extLst>
            </p:cNvPr>
            <p:cNvSpPr/>
            <p:nvPr/>
          </p:nvSpPr>
          <p:spPr>
            <a:xfrm>
              <a:off x="2683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8" name="타원 15657">
              <a:extLst>
                <a:ext uri="{FF2B5EF4-FFF2-40B4-BE49-F238E27FC236}">
                  <a16:creationId xmlns:a16="http://schemas.microsoft.com/office/drawing/2014/main" id="{E1FA61BD-A382-4813-AF53-9D07A78D6AA1}"/>
                </a:ext>
              </a:extLst>
            </p:cNvPr>
            <p:cNvSpPr/>
            <p:nvPr/>
          </p:nvSpPr>
          <p:spPr>
            <a:xfrm>
              <a:off x="2836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59" name="타원 15658">
              <a:extLst>
                <a:ext uri="{FF2B5EF4-FFF2-40B4-BE49-F238E27FC236}">
                  <a16:creationId xmlns:a16="http://schemas.microsoft.com/office/drawing/2014/main" id="{292575F7-D2EC-43D9-86F6-312387276ADE}"/>
                </a:ext>
              </a:extLst>
            </p:cNvPr>
            <p:cNvSpPr/>
            <p:nvPr/>
          </p:nvSpPr>
          <p:spPr>
            <a:xfrm>
              <a:off x="2988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0" name="타원 15659">
              <a:extLst>
                <a:ext uri="{FF2B5EF4-FFF2-40B4-BE49-F238E27FC236}">
                  <a16:creationId xmlns:a16="http://schemas.microsoft.com/office/drawing/2014/main" id="{EC5A3FC9-44AD-494C-9D31-6D6A5F0A6475}"/>
                </a:ext>
              </a:extLst>
            </p:cNvPr>
            <p:cNvSpPr/>
            <p:nvPr/>
          </p:nvSpPr>
          <p:spPr>
            <a:xfrm>
              <a:off x="3140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1" name="타원 15660">
              <a:extLst>
                <a:ext uri="{FF2B5EF4-FFF2-40B4-BE49-F238E27FC236}">
                  <a16:creationId xmlns:a16="http://schemas.microsoft.com/office/drawing/2014/main" id="{FD25BE17-EB3A-40FE-9003-8FC371D321B4}"/>
                </a:ext>
              </a:extLst>
            </p:cNvPr>
            <p:cNvSpPr/>
            <p:nvPr/>
          </p:nvSpPr>
          <p:spPr>
            <a:xfrm>
              <a:off x="3293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2" name="타원 15661">
              <a:extLst>
                <a:ext uri="{FF2B5EF4-FFF2-40B4-BE49-F238E27FC236}">
                  <a16:creationId xmlns:a16="http://schemas.microsoft.com/office/drawing/2014/main" id="{9DC81178-52B6-4B6F-A1E5-8753592B9836}"/>
                </a:ext>
              </a:extLst>
            </p:cNvPr>
            <p:cNvSpPr/>
            <p:nvPr/>
          </p:nvSpPr>
          <p:spPr>
            <a:xfrm>
              <a:off x="3445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3" name="타원 15662">
              <a:extLst>
                <a:ext uri="{FF2B5EF4-FFF2-40B4-BE49-F238E27FC236}">
                  <a16:creationId xmlns:a16="http://schemas.microsoft.com/office/drawing/2014/main" id="{B08FE641-4FB6-4A14-BB48-5D871AB3A3B3}"/>
                </a:ext>
              </a:extLst>
            </p:cNvPr>
            <p:cNvSpPr/>
            <p:nvPr/>
          </p:nvSpPr>
          <p:spPr>
            <a:xfrm>
              <a:off x="3598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4" name="타원 15663">
              <a:extLst>
                <a:ext uri="{FF2B5EF4-FFF2-40B4-BE49-F238E27FC236}">
                  <a16:creationId xmlns:a16="http://schemas.microsoft.com/office/drawing/2014/main" id="{EDCFAD6E-0807-4617-B888-D75725E7F9DB}"/>
                </a:ext>
              </a:extLst>
            </p:cNvPr>
            <p:cNvSpPr/>
            <p:nvPr/>
          </p:nvSpPr>
          <p:spPr>
            <a:xfrm>
              <a:off x="3750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5" name="타원 15664">
              <a:extLst>
                <a:ext uri="{FF2B5EF4-FFF2-40B4-BE49-F238E27FC236}">
                  <a16:creationId xmlns:a16="http://schemas.microsoft.com/office/drawing/2014/main" id="{550D7C2C-06EB-4B4A-8468-18D2F8F6E101}"/>
                </a:ext>
              </a:extLst>
            </p:cNvPr>
            <p:cNvSpPr/>
            <p:nvPr/>
          </p:nvSpPr>
          <p:spPr>
            <a:xfrm>
              <a:off x="3902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6" name="타원 15665">
              <a:extLst>
                <a:ext uri="{FF2B5EF4-FFF2-40B4-BE49-F238E27FC236}">
                  <a16:creationId xmlns:a16="http://schemas.microsoft.com/office/drawing/2014/main" id="{A582B87A-EADA-42D8-ACC3-D600906FCD81}"/>
                </a:ext>
              </a:extLst>
            </p:cNvPr>
            <p:cNvSpPr/>
            <p:nvPr/>
          </p:nvSpPr>
          <p:spPr>
            <a:xfrm>
              <a:off x="4055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7" name="타원 15666">
              <a:extLst>
                <a:ext uri="{FF2B5EF4-FFF2-40B4-BE49-F238E27FC236}">
                  <a16:creationId xmlns:a16="http://schemas.microsoft.com/office/drawing/2014/main" id="{DC86A63D-3D69-40CF-8C55-AF3DA001243A}"/>
                </a:ext>
              </a:extLst>
            </p:cNvPr>
            <p:cNvSpPr/>
            <p:nvPr/>
          </p:nvSpPr>
          <p:spPr>
            <a:xfrm>
              <a:off x="4207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8" name="타원 15667">
              <a:extLst>
                <a:ext uri="{FF2B5EF4-FFF2-40B4-BE49-F238E27FC236}">
                  <a16:creationId xmlns:a16="http://schemas.microsoft.com/office/drawing/2014/main" id="{6902A652-9EE3-439D-9286-B8ECE24B4249}"/>
                </a:ext>
              </a:extLst>
            </p:cNvPr>
            <p:cNvSpPr/>
            <p:nvPr/>
          </p:nvSpPr>
          <p:spPr>
            <a:xfrm>
              <a:off x="4360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69" name="타원 15668">
              <a:extLst>
                <a:ext uri="{FF2B5EF4-FFF2-40B4-BE49-F238E27FC236}">
                  <a16:creationId xmlns:a16="http://schemas.microsoft.com/office/drawing/2014/main" id="{C573C4C2-C1FE-44C4-BD02-545E2E2B0B92}"/>
                </a:ext>
              </a:extLst>
            </p:cNvPr>
            <p:cNvSpPr/>
            <p:nvPr/>
          </p:nvSpPr>
          <p:spPr>
            <a:xfrm>
              <a:off x="4512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0" name="타원 15669">
              <a:extLst>
                <a:ext uri="{FF2B5EF4-FFF2-40B4-BE49-F238E27FC236}">
                  <a16:creationId xmlns:a16="http://schemas.microsoft.com/office/drawing/2014/main" id="{50881A9F-F6B3-4BF1-9D75-B48B5BC306AE}"/>
                </a:ext>
              </a:extLst>
            </p:cNvPr>
            <p:cNvSpPr/>
            <p:nvPr/>
          </p:nvSpPr>
          <p:spPr>
            <a:xfrm>
              <a:off x="4664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1" name="타원 15670">
              <a:extLst>
                <a:ext uri="{FF2B5EF4-FFF2-40B4-BE49-F238E27FC236}">
                  <a16:creationId xmlns:a16="http://schemas.microsoft.com/office/drawing/2014/main" id="{AB056727-CD23-41CE-88B6-8A7F774CA09D}"/>
                </a:ext>
              </a:extLst>
            </p:cNvPr>
            <p:cNvSpPr/>
            <p:nvPr/>
          </p:nvSpPr>
          <p:spPr>
            <a:xfrm>
              <a:off x="4817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2" name="타원 15671">
              <a:extLst>
                <a:ext uri="{FF2B5EF4-FFF2-40B4-BE49-F238E27FC236}">
                  <a16:creationId xmlns:a16="http://schemas.microsoft.com/office/drawing/2014/main" id="{35ED5740-5F04-4AC2-8C0A-DF60DC82AD23}"/>
                </a:ext>
              </a:extLst>
            </p:cNvPr>
            <p:cNvSpPr/>
            <p:nvPr/>
          </p:nvSpPr>
          <p:spPr>
            <a:xfrm>
              <a:off x="4969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3" name="타원 15672">
              <a:extLst>
                <a:ext uri="{FF2B5EF4-FFF2-40B4-BE49-F238E27FC236}">
                  <a16:creationId xmlns:a16="http://schemas.microsoft.com/office/drawing/2014/main" id="{7D39700E-9468-4F00-9BB5-C16594557D25}"/>
                </a:ext>
              </a:extLst>
            </p:cNvPr>
            <p:cNvSpPr/>
            <p:nvPr/>
          </p:nvSpPr>
          <p:spPr>
            <a:xfrm>
              <a:off x="5122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4" name="타원 15673">
              <a:extLst>
                <a:ext uri="{FF2B5EF4-FFF2-40B4-BE49-F238E27FC236}">
                  <a16:creationId xmlns:a16="http://schemas.microsoft.com/office/drawing/2014/main" id="{90437E94-035A-47A2-B3F4-883E71935F76}"/>
                </a:ext>
              </a:extLst>
            </p:cNvPr>
            <p:cNvSpPr/>
            <p:nvPr/>
          </p:nvSpPr>
          <p:spPr>
            <a:xfrm>
              <a:off x="5274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5" name="타원 15674">
              <a:extLst>
                <a:ext uri="{FF2B5EF4-FFF2-40B4-BE49-F238E27FC236}">
                  <a16:creationId xmlns:a16="http://schemas.microsoft.com/office/drawing/2014/main" id="{D33119C9-901B-41DF-B2A5-176607B19225}"/>
                </a:ext>
              </a:extLst>
            </p:cNvPr>
            <p:cNvSpPr/>
            <p:nvPr/>
          </p:nvSpPr>
          <p:spPr>
            <a:xfrm>
              <a:off x="5426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6" name="타원 15675">
              <a:extLst>
                <a:ext uri="{FF2B5EF4-FFF2-40B4-BE49-F238E27FC236}">
                  <a16:creationId xmlns:a16="http://schemas.microsoft.com/office/drawing/2014/main" id="{A799B439-86C0-42CB-A296-873AB9EDE3AF}"/>
                </a:ext>
              </a:extLst>
            </p:cNvPr>
            <p:cNvSpPr/>
            <p:nvPr/>
          </p:nvSpPr>
          <p:spPr>
            <a:xfrm>
              <a:off x="5579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7" name="타원 15676">
              <a:extLst>
                <a:ext uri="{FF2B5EF4-FFF2-40B4-BE49-F238E27FC236}">
                  <a16:creationId xmlns:a16="http://schemas.microsoft.com/office/drawing/2014/main" id="{0E4D8739-E60A-4783-B59D-B4461FD2CB68}"/>
                </a:ext>
              </a:extLst>
            </p:cNvPr>
            <p:cNvSpPr/>
            <p:nvPr/>
          </p:nvSpPr>
          <p:spPr>
            <a:xfrm>
              <a:off x="5731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8" name="타원 15677">
              <a:extLst>
                <a:ext uri="{FF2B5EF4-FFF2-40B4-BE49-F238E27FC236}">
                  <a16:creationId xmlns:a16="http://schemas.microsoft.com/office/drawing/2014/main" id="{F1C5FF2D-76A4-4618-96BB-B5C7C32A5D55}"/>
                </a:ext>
              </a:extLst>
            </p:cNvPr>
            <p:cNvSpPr/>
            <p:nvPr/>
          </p:nvSpPr>
          <p:spPr>
            <a:xfrm>
              <a:off x="245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79" name="타원 15678">
              <a:extLst>
                <a:ext uri="{FF2B5EF4-FFF2-40B4-BE49-F238E27FC236}">
                  <a16:creationId xmlns:a16="http://schemas.microsoft.com/office/drawing/2014/main" id="{79C993C8-FB73-4922-B3CE-C81CAFD84021}"/>
                </a:ext>
              </a:extLst>
            </p:cNvPr>
            <p:cNvSpPr/>
            <p:nvPr/>
          </p:nvSpPr>
          <p:spPr>
            <a:xfrm>
              <a:off x="397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0" name="타원 15679">
              <a:extLst>
                <a:ext uri="{FF2B5EF4-FFF2-40B4-BE49-F238E27FC236}">
                  <a16:creationId xmlns:a16="http://schemas.microsoft.com/office/drawing/2014/main" id="{805774B0-4E30-4EA0-8CFA-A3EFC7802CB2}"/>
                </a:ext>
              </a:extLst>
            </p:cNvPr>
            <p:cNvSpPr/>
            <p:nvPr/>
          </p:nvSpPr>
          <p:spPr>
            <a:xfrm>
              <a:off x="550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1" name="타원 15680">
              <a:extLst>
                <a:ext uri="{FF2B5EF4-FFF2-40B4-BE49-F238E27FC236}">
                  <a16:creationId xmlns:a16="http://schemas.microsoft.com/office/drawing/2014/main" id="{504C4420-F794-4435-A304-6512461CC148}"/>
                </a:ext>
              </a:extLst>
            </p:cNvPr>
            <p:cNvSpPr/>
            <p:nvPr/>
          </p:nvSpPr>
          <p:spPr>
            <a:xfrm>
              <a:off x="702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2" name="타원 15681">
              <a:extLst>
                <a:ext uri="{FF2B5EF4-FFF2-40B4-BE49-F238E27FC236}">
                  <a16:creationId xmlns:a16="http://schemas.microsoft.com/office/drawing/2014/main" id="{DC4310A4-5F3D-462D-BA63-31F9680FD25C}"/>
                </a:ext>
              </a:extLst>
            </p:cNvPr>
            <p:cNvSpPr/>
            <p:nvPr/>
          </p:nvSpPr>
          <p:spPr>
            <a:xfrm>
              <a:off x="854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3" name="타원 15682">
              <a:extLst>
                <a:ext uri="{FF2B5EF4-FFF2-40B4-BE49-F238E27FC236}">
                  <a16:creationId xmlns:a16="http://schemas.microsoft.com/office/drawing/2014/main" id="{F5B614ED-4F29-4273-88B5-CE2828C31666}"/>
                </a:ext>
              </a:extLst>
            </p:cNvPr>
            <p:cNvSpPr/>
            <p:nvPr/>
          </p:nvSpPr>
          <p:spPr>
            <a:xfrm>
              <a:off x="1007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4" name="타원 15683">
              <a:extLst>
                <a:ext uri="{FF2B5EF4-FFF2-40B4-BE49-F238E27FC236}">
                  <a16:creationId xmlns:a16="http://schemas.microsoft.com/office/drawing/2014/main" id="{736ACFC6-F503-458A-A3C6-0B53604CEF29}"/>
                </a:ext>
              </a:extLst>
            </p:cNvPr>
            <p:cNvSpPr/>
            <p:nvPr/>
          </p:nvSpPr>
          <p:spPr>
            <a:xfrm>
              <a:off x="1159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5" name="타원 15684">
              <a:extLst>
                <a:ext uri="{FF2B5EF4-FFF2-40B4-BE49-F238E27FC236}">
                  <a16:creationId xmlns:a16="http://schemas.microsoft.com/office/drawing/2014/main" id="{0CAB337F-FD09-48E2-9D03-284C9C3F171C}"/>
                </a:ext>
              </a:extLst>
            </p:cNvPr>
            <p:cNvSpPr/>
            <p:nvPr/>
          </p:nvSpPr>
          <p:spPr>
            <a:xfrm>
              <a:off x="1312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6" name="타원 15685">
              <a:extLst>
                <a:ext uri="{FF2B5EF4-FFF2-40B4-BE49-F238E27FC236}">
                  <a16:creationId xmlns:a16="http://schemas.microsoft.com/office/drawing/2014/main" id="{4889B014-89D2-4D75-BC3D-3E1D9BCDA0EF}"/>
                </a:ext>
              </a:extLst>
            </p:cNvPr>
            <p:cNvSpPr/>
            <p:nvPr/>
          </p:nvSpPr>
          <p:spPr>
            <a:xfrm>
              <a:off x="1464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7" name="타원 15686">
              <a:extLst>
                <a:ext uri="{FF2B5EF4-FFF2-40B4-BE49-F238E27FC236}">
                  <a16:creationId xmlns:a16="http://schemas.microsoft.com/office/drawing/2014/main" id="{44572853-2A27-4C88-89C3-98A397A3B866}"/>
                </a:ext>
              </a:extLst>
            </p:cNvPr>
            <p:cNvSpPr/>
            <p:nvPr/>
          </p:nvSpPr>
          <p:spPr>
            <a:xfrm>
              <a:off x="1616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8" name="타원 15687">
              <a:extLst>
                <a:ext uri="{FF2B5EF4-FFF2-40B4-BE49-F238E27FC236}">
                  <a16:creationId xmlns:a16="http://schemas.microsoft.com/office/drawing/2014/main" id="{4009BF27-C03E-4B98-A2C1-8FDC44D47463}"/>
                </a:ext>
              </a:extLst>
            </p:cNvPr>
            <p:cNvSpPr/>
            <p:nvPr/>
          </p:nvSpPr>
          <p:spPr>
            <a:xfrm>
              <a:off x="1769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89" name="타원 15688">
              <a:extLst>
                <a:ext uri="{FF2B5EF4-FFF2-40B4-BE49-F238E27FC236}">
                  <a16:creationId xmlns:a16="http://schemas.microsoft.com/office/drawing/2014/main" id="{484358AC-93F1-4FEB-BE43-3359D476EEE4}"/>
                </a:ext>
              </a:extLst>
            </p:cNvPr>
            <p:cNvSpPr/>
            <p:nvPr/>
          </p:nvSpPr>
          <p:spPr>
            <a:xfrm>
              <a:off x="1921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0" name="타원 15689">
              <a:extLst>
                <a:ext uri="{FF2B5EF4-FFF2-40B4-BE49-F238E27FC236}">
                  <a16:creationId xmlns:a16="http://schemas.microsoft.com/office/drawing/2014/main" id="{4426AF58-419F-4B78-A51E-CFD593B90BE8}"/>
                </a:ext>
              </a:extLst>
            </p:cNvPr>
            <p:cNvSpPr/>
            <p:nvPr/>
          </p:nvSpPr>
          <p:spPr>
            <a:xfrm>
              <a:off x="2074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1" name="타원 15690">
              <a:extLst>
                <a:ext uri="{FF2B5EF4-FFF2-40B4-BE49-F238E27FC236}">
                  <a16:creationId xmlns:a16="http://schemas.microsoft.com/office/drawing/2014/main" id="{F706DDB0-A85F-45AA-A7A5-7D8C56D45E16}"/>
                </a:ext>
              </a:extLst>
            </p:cNvPr>
            <p:cNvSpPr/>
            <p:nvPr/>
          </p:nvSpPr>
          <p:spPr>
            <a:xfrm>
              <a:off x="2226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2" name="타원 15691">
              <a:extLst>
                <a:ext uri="{FF2B5EF4-FFF2-40B4-BE49-F238E27FC236}">
                  <a16:creationId xmlns:a16="http://schemas.microsoft.com/office/drawing/2014/main" id="{646B71C7-CE5F-4388-A22E-323E098E27FB}"/>
                </a:ext>
              </a:extLst>
            </p:cNvPr>
            <p:cNvSpPr/>
            <p:nvPr/>
          </p:nvSpPr>
          <p:spPr>
            <a:xfrm>
              <a:off x="2378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3" name="타원 15692">
              <a:extLst>
                <a:ext uri="{FF2B5EF4-FFF2-40B4-BE49-F238E27FC236}">
                  <a16:creationId xmlns:a16="http://schemas.microsoft.com/office/drawing/2014/main" id="{73CE724F-73D4-4705-BC15-0FF087B99D50}"/>
                </a:ext>
              </a:extLst>
            </p:cNvPr>
            <p:cNvSpPr/>
            <p:nvPr/>
          </p:nvSpPr>
          <p:spPr>
            <a:xfrm>
              <a:off x="2531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4" name="타원 15693">
              <a:extLst>
                <a:ext uri="{FF2B5EF4-FFF2-40B4-BE49-F238E27FC236}">
                  <a16:creationId xmlns:a16="http://schemas.microsoft.com/office/drawing/2014/main" id="{39795F36-E0D5-427E-AB6D-93A477C2C63A}"/>
                </a:ext>
              </a:extLst>
            </p:cNvPr>
            <p:cNvSpPr/>
            <p:nvPr/>
          </p:nvSpPr>
          <p:spPr>
            <a:xfrm>
              <a:off x="2683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5" name="타원 15694">
              <a:extLst>
                <a:ext uri="{FF2B5EF4-FFF2-40B4-BE49-F238E27FC236}">
                  <a16:creationId xmlns:a16="http://schemas.microsoft.com/office/drawing/2014/main" id="{8419789D-E012-40A3-B485-0BFED85E23E0}"/>
                </a:ext>
              </a:extLst>
            </p:cNvPr>
            <p:cNvSpPr/>
            <p:nvPr/>
          </p:nvSpPr>
          <p:spPr>
            <a:xfrm>
              <a:off x="2836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6" name="타원 15695">
              <a:extLst>
                <a:ext uri="{FF2B5EF4-FFF2-40B4-BE49-F238E27FC236}">
                  <a16:creationId xmlns:a16="http://schemas.microsoft.com/office/drawing/2014/main" id="{6CDD4030-0441-4D5F-B387-3C48262439BE}"/>
                </a:ext>
              </a:extLst>
            </p:cNvPr>
            <p:cNvSpPr/>
            <p:nvPr/>
          </p:nvSpPr>
          <p:spPr>
            <a:xfrm>
              <a:off x="2988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7" name="타원 15696">
              <a:extLst>
                <a:ext uri="{FF2B5EF4-FFF2-40B4-BE49-F238E27FC236}">
                  <a16:creationId xmlns:a16="http://schemas.microsoft.com/office/drawing/2014/main" id="{962800AA-C230-445C-A946-D79DFF89F9AB}"/>
                </a:ext>
              </a:extLst>
            </p:cNvPr>
            <p:cNvSpPr/>
            <p:nvPr/>
          </p:nvSpPr>
          <p:spPr>
            <a:xfrm>
              <a:off x="3140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8" name="타원 15697">
              <a:extLst>
                <a:ext uri="{FF2B5EF4-FFF2-40B4-BE49-F238E27FC236}">
                  <a16:creationId xmlns:a16="http://schemas.microsoft.com/office/drawing/2014/main" id="{70A5B9CC-7DC4-40AB-BEE5-7B4493493C55}"/>
                </a:ext>
              </a:extLst>
            </p:cNvPr>
            <p:cNvSpPr/>
            <p:nvPr/>
          </p:nvSpPr>
          <p:spPr>
            <a:xfrm>
              <a:off x="3293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99" name="타원 15698">
              <a:extLst>
                <a:ext uri="{FF2B5EF4-FFF2-40B4-BE49-F238E27FC236}">
                  <a16:creationId xmlns:a16="http://schemas.microsoft.com/office/drawing/2014/main" id="{54F84AB1-B348-4E2B-A7D7-90A69A2D5AC2}"/>
                </a:ext>
              </a:extLst>
            </p:cNvPr>
            <p:cNvSpPr/>
            <p:nvPr/>
          </p:nvSpPr>
          <p:spPr>
            <a:xfrm>
              <a:off x="3445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0" name="타원 15699">
              <a:extLst>
                <a:ext uri="{FF2B5EF4-FFF2-40B4-BE49-F238E27FC236}">
                  <a16:creationId xmlns:a16="http://schemas.microsoft.com/office/drawing/2014/main" id="{A09E655C-4486-4CD6-881F-5714F8AFF38A}"/>
                </a:ext>
              </a:extLst>
            </p:cNvPr>
            <p:cNvSpPr/>
            <p:nvPr/>
          </p:nvSpPr>
          <p:spPr>
            <a:xfrm>
              <a:off x="3598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1" name="타원 15700">
              <a:extLst>
                <a:ext uri="{FF2B5EF4-FFF2-40B4-BE49-F238E27FC236}">
                  <a16:creationId xmlns:a16="http://schemas.microsoft.com/office/drawing/2014/main" id="{8548A953-C06F-46D1-BAF9-991CCA160A61}"/>
                </a:ext>
              </a:extLst>
            </p:cNvPr>
            <p:cNvSpPr/>
            <p:nvPr/>
          </p:nvSpPr>
          <p:spPr>
            <a:xfrm>
              <a:off x="3750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2" name="타원 15701">
              <a:extLst>
                <a:ext uri="{FF2B5EF4-FFF2-40B4-BE49-F238E27FC236}">
                  <a16:creationId xmlns:a16="http://schemas.microsoft.com/office/drawing/2014/main" id="{7818A251-BABA-491C-8545-FD34BFE818B8}"/>
                </a:ext>
              </a:extLst>
            </p:cNvPr>
            <p:cNvSpPr/>
            <p:nvPr/>
          </p:nvSpPr>
          <p:spPr>
            <a:xfrm>
              <a:off x="3902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3" name="타원 15702">
              <a:extLst>
                <a:ext uri="{FF2B5EF4-FFF2-40B4-BE49-F238E27FC236}">
                  <a16:creationId xmlns:a16="http://schemas.microsoft.com/office/drawing/2014/main" id="{9305D151-CC03-4671-A0BD-27C1F0CE88F5}"/>
                </a:ext>
              </a:extLst>
            </p:cNvPr>
            <p:cNvSpPr/>
            <p:nvPr/>
          </p:nvSpPr>
          <p:spPr>
            <a:xfrm>
              <a:off x="4055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4" name="타원 15703">
              <a:extLst>
                <a:ext uri="{FF2B5EF4-FFF2-40B4-BE49-F238E27FC236}">
                  <a16:creationId xmlns:a16="http://schemas.microsoft.com/office/drawing/2014/main" id="{6000B479-A747-4952-AF4F-C78118AFA1ED}"/>
                </a:ext>
              </a:extLst>
            </p:cNvPr>
            <p:cNvSpPr/>
            <p:nvPr/>
          </p:nvSpPr>
          <p:spPr>
            <a:xfrm>
              <a:off x="4207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5" name="타원 15704">
              <a:extLst>
                <a:ext uri="{FF2B5EF4-FFF2-40B4-BE49-F238E27FC236}">
                  <a16:creationId xmlns:a16="http://schemas.microsoft.com/office/drawing/2014/main" id="{B3CEF110-FA91-4950-9CFE-6CD61DCC9D13}"/>
                </a:ext>
              </a:extLst>
            </p:cNvPr>
            <p:cNvSpPr/>
            <p:nvPr/>
          </p:nvSpPr>
          <p:spPr>
            <a:xfrm>
              <a:off x="4360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6" name="타원 15705">
              <a:extLst>
                <a:ext uri="{FF2B5EF4-FFF2-40B4-BE49-F238E27FC236}">
                  <a16:creationId xmlns:a16="http://schemas.microsoft.com/office/drawing/2014/main" id="{10762631-CFE4-4770-A360-C3B17E8CFA12}"/>
                </a:ext>
              </a:extLst>
            </p:cNvPr>
            <p:cNvSpPr/>
            <p:nvPr/>
          </p:nvSpPr>
          <p:spPr>
            <a:xfrm>
              <a:off x="4512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7" name="타원 15706">
              <a:extLst>
                <a:ext uri="{FF2B5EF4-FFF2-40B4-BE49-F238E27FC236}">
                  <a16:creationId xmlns:a16="http://schemas.microsoft.com/office/drawing/2014/main" id="{19A611D1-C7FA-481E-A8F2-22F2E28E8BE5}"/>
                </a:ext>
              </a:extLst>
            </p:cNvPr>
            <p:cNvSpPr/>
            <p:nvPr/>
          </p:nvSpPr>
          <p:spPr>
            <a:xfrm>
              <a:off x="4664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8" name="타원 15707">
              <a:extLst>
                <a:ext uri="{FF2B5EF4-FFF2-40B4-BE49-F238E27FC236}">
                  <a16:creationId xmlns:a16="http://schemas.microsoft.com/office/drawing/2014/main" id="{60745053-0F46-4E41-9181-1228744A8BEE}"/>
                </a:ext>
              </a:extLst>
            </p:cNvPr>
            <p:cNvSpPr/>
            <p:nvPr/>
          </p:nvSpPr>
          <p:spPr>
            <a:xfrm>
              <a:off x="4817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09" name="타원 15708">
              <a:extLst>
                <a:ext uri="{FF2B5EF4-FFF2-40B4-BE49-F238E27FC236}">
                  <a16:creationId xmlns:a16="http://schemas.microsoft.com/office/drawing/2014/main" id="{9FAC8FA0-64D7-48E0-9787-B1599A75E903}"/>
                </a:ext>
              </a:extLst>
            </p:cNvPr>
            <p:cNvSpPr/>
            <p:nvPr/>
          </p:nvSpPr>
          <p:spPr>
            <a:xfrm>
              <a:off x="4969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0" name="타원 15709">
              <a:extLst>
                <a:ext uri="{FF2B5EF4-FFF2-40B4-BE49-F238E27FC236}">
                  <a16:creationId xmlns:a16="http://schemas.microsoft.com/office/drawing/2014/main" id="{8B6F209A-1E0E-4C4E-9CD7-FCDB71E97B72}"/>
                </a:ext>
              </a:extLst>
            </p:cNvPr>
            <p:cNvSpPr/>
            <p:nvPr/>
          </p:nvSpPr>
          <p:spPr>
            <a:xfrm>
              <a:off x="5122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1" name="타원 15710">
              <a:extLst>
                <a:ext uri="{FF2B5EF4-FFF2-40B4-BE49-F238E27FC236}">
                  <a16:creationId xmlns:a16="http://schemas.microsoft.com/office/drawing/2014/main" id="{4F67BDF4-B0F8-485B-8012-5C8C8D74EC79}"/>
                </a:ext>
              </a:extLst>
            </p:cNvPr>
            <p:cNvSpPr/>
            <p:nvPr/>
          </p:nvSpPr>
          <p:spPr>
            <a:xfrm>
              <a:off x="5274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2" name="타원 15711">
              <a:extLst>
                <a:ext uri="{FF2B5EF4-FFF2-40B4-BE49-F238E27FC236}">
                  <a16:creationId xmlns:a16="http://schemas.microsoft.com/office/drawing/2014/main" id="{2C567AB4-C3D7-4318-8C97-618E22F8CE4F}"/>
                </a:ext>
              </a:extLst>
            </p:cNvPr>
            <p:cNvSpPr/>
            <p:nvPr/>
          </p:nvSpPr>
          <p:spPr>
            <a:xfrm>
              <a:off x="5426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3" name="타원 15712">
              <a:extLst>
                <a:ext uri="{FF2B5EF4-FFF2-40B4-BE49-F238E27FC236}">
                  <a16:creationId xmlns:a16="http://schemas.microsoft.com/office/drawing/2014/main" id="{727F36A8-2FDD-4251-81BA-EAABB210354B}"/>
                </a:ext>
              </a:extLst>
            </p:cNvPr>
            <p:cNvSpPr/>
            <p:nvPr/>
          </p:nvSpPr>
          <p:spPr>
            <a:xfrm>
              <a:off x="5579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4" name="타원 15713">
              <a:extLst>
                <a:ext uri="{FF2B5EF4-FFF2-40B4-BE49-F238E27FC236}">
                  <a16:creationId xmlns:a16="http://schemas.microsoft.com/office/drawing/2014/main" id="{A04FE787-4F45-406D-82F5-FF1E620C8FE5}"/>
                </a:ext>
              </a:extLst>
            </p:cNvPr>
            <p:cNvSpPr/>
            <p:nvPr/>
          </p:nvSpPr>
          <p:spPr>
            <a:xfrm>
              <a:off x="5731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5" name="타원 15714">
              <a:extLst>
                <a:ext uri="{FF2B5EF4-FFF2-40B4-BE49-F238E27FC236}">
                  <a16:creationId xmlns:a16="http://schemas.microsoft.com/office/drawing/2014/main" id="{872DB3BB-42CE-4A16-A1C1-2094F0EF0C46}"/>
                </a:ext>
              </a:extLst>
            </p:cNvPr>
            <p:cNvSpPr/>
            <p:nvPr/>
          </p:nvSpPr>
          <p:spPr>
            <a:xfrm>
              <a:off x="245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6" name="타원 15715">
              <a:extLst>
                <a:ext uri="{FF2B5EF4-FFF2-40B4-BE49-F238E27FC236}">
                  <a16:creationId xmlns:a16="http://schemas.microsoft.com/office/drawing/2014/main" id="{B182E0BC-3B8D-4860-BEE9-4A32494B1625}"/>
                </a:ext>
              </a:extLst>
            </p:cNvPr>
            <p:cNvSpPr/>
            <p:nvPr/>
          </p:nvSpPr>
          <p:spPr>
            <a:xfrm>
              <a:off x="397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7" name="타원 15716">
              <a:extLst>
                <a:ext uri="{FF2B5EF4-FFF2-40B4-BE49-F238E27FC236}">
                  <a16:creationId xmlns:a16="http://schemas.microsoft.com/office/drawing/2014/main" id="{7227842E-DC06-4552-AFEE-BDCC75C7C772}"/>
                </a:ext>
              </a:extLst>
            </p:cNvPr>
            <p:cNvSpPr/>
            <p:nvPr/>
          </p:nvSpPr>
          <p:spPr>
            <a:xfrm>
              <a:off x="550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8" name="타원 15717">
              <a:extLst>
                <a:ext uri="{FF2B5EF4-FFF2-40B4-BE49-F238E27FC236}">
                  <a16:creationId xmlns:a16="http://schemas.microsoft.com/office/drawing/2014/main" id="{31F41F20-9268-4FB3-BFAD-9EF3F29A8FC7}"/>
                </a:ext>
              </a:extLst>
            </p:cNvPr>
            <p:cNvSpPr/>
            <p:nvPr/>
          </p:nvSpPr>
          <p:spPr>
            <a:xfrm>
              <a:off x="702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19" name="타원 15718">
              <a:extLst>
                <a:ext uri="{FF2B5EF4-FFF2-40B4-BE49-F238E27FC236}">
                  <a16:creationId xmlns:a16="http://schemas.microsoft.com/office/drawing/2014/main" id="{8A9969E4-399F-4791-B63C-D093353E50AC}"/>
                </a:ext>
              </a:extLst>
            </p:cNvPr>
            <p:cNvSpPr/>
            <p:nvPr/>
          </p:nvSpPr>
          <p:spPr>
            <a:xfrm>
              <a:off x="854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0" name="타원 15719">
              <a:extLst>
                <a:ext uri="{FF2B5EF4-FFF2-40B4-BE49-F238E27FC236}">
                  <a16:creationId xmlns:a16="http://schemas.microsoft.com/office/drawing/2014/main" id="{C572BAE2-7D07-4150-A598-578F7DDE2F47}"/>
                </a:ext>
              </a:extLst>
            </p:cNvPr>
            <p:cNvSpPr/>
            <p:nvPr/>
          </p:nvSpPr>
          <p:spPr>
            <a:xfrm>
              <a:off x="1007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1" name="타원 15720">
              <a:extLst>
                <a:ext uri="{FF2B5EF4-FFF2-40B4-BE49-F238E27FC236}">
                  <a16:creationId xmlns:a16="http://schemas.microsoft.com/office/drawing/2014/main" id="{4AD80127-D80A-4054-B6F9-89542E87F21F}"/>
                </a:ext>
              </a:extLst>
            </p:cNvPr>
            <p:cNvSpPr/>
            <p:nvPr/>
          </p:nvSpPr>
          <p:spPr>
            <a:xfrm>
              <a:off x="1159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2" name="타원 15721">
              <a:extLst>
                <a:ext uri="{FF2B5EF4-FFF2-40B4-BE49-F238E27FC236}">
                  <a16:creationId xmlns:a16="http://schemas.microsoft.com/office/drawing/2014/main" id="{A7E29D64-5A09-40B7-8F5A-F37AA16DE99A}"/>
                </a:ext>
              </a:extLst>
            </p:cNvPr>
            <p:cNvSpPr/>
            <p:nvPr/>
          </p:nvSpPr>
          <p:spPr>
            <a:xfrm>
              <a:off x="1312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3" name="타원 15722">
              <a:extLst>
                <a:ext uri="{FF2B5EF4-FFF2-40B4-BE49-F238E27FC236}">
                  <a16:creationId xmlns:a16="http://schemas.microsoft.com/office/drawing/2014/main" id="{74E75F07-44A5-49A9-8F70-E503D9A98CB5}"/>
                </a:ext>
              </a:extLst>
            </p:cNvPr>
            <p:cNvSpPr/>
            <p:nvPr/>
          </p:nvSpPr>
          <p:spPr>
            <a:xfrm>
              <a:off x="1464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4" name="타원 15723">
              <a:extLst>
                <a:ext uri="{FF2B5EF4-FFF2-40B4-BE49-F238E27FC236}">
                  <a16:creationId xmlns:a16="http://schemas.microsoft.com/office/drawing/2014/main" id="{DED43438-DFD9-4D0C-B277-D52C9FD2D3B3}"/>
                </a:ext>
              </a:extLst>
            </p:cNvPr>
            <p:cNvSpPr/>
            <p:nvPr/>
          </p:nvSpPr>
          <p:spPr>
            <a:xfrm>
              <a:off x="1616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5" name="타원 15724">
              <a:extLst>
                <a:ext uri="{FF2B5EF4-FFF2-40B4-BE49-F238E27FC236}">
                  <a16:creationId xmlns:a16="http://schemas.microsoft.com/office/drawing/2014/main" id="{E0CD4D76-88DA-45CD-AA57-59CE66BD8EB6}"/>
                </a:ext>
              </a:extLst>
            </p:cNvPr>
            <p:cNvSpPr/>
            <p:nvPr/>
          </p:nvSpPr>
          <p:spPr>
            <a:xfrm>
              <a:off x="1769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6" name="타원 15725">
              <a:extLst>
                <a:ext uri="{FF2B5EF4-FFF2-40B4-BE49-F238E27FC236}">
                  <a16:creationId xmlns:a16="http://schemas.microsoft.com/office/drawing/2014/main" id="{99F7046F-F82C-4CDE-A7DE-69B32C668D1A}"/>
                </a:ext>
              </a:extLst>
            </p:cNvPr>
            <p:cNvSpPr/>
            <p:nvPr/>
          </p:nvSpPr>
          <p:spPr>
            <a:xfrm>
              <a:off x="1921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7" name="타원 15726">
              <a:extLst>
                <a:ext uri="{FF2B5EF4-FFF2-40B4-BE49-F238E27FC236}">
                  <a16:creationId xmlns:a16="http://schemas.microsoft.com/office/drawing/2014/main" id="{84AF5FD9-ECC6-4394-AC6F-997123DCD6D5}"/>
                </a:ext>
              </a:extLst>
            </p:cNvPr>
            <p:cNvSpPr/>
            <p:nvPr/>
          </p:nvSpPr>
          <p:spPr>
            <a:xfrm>
              <a:off x="2074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8" name="타원 15727">
              <a:extLst>
                <a:ext uri="{FF2B5EF4-FFF2-40B4-BE49-F238E27FC236}">
                  <a16:creationId xmlns:a16="http://schemas.microsoft.com/office/drawing/2014/main" id="{7CDEDC34-FDF9-4F09-9F1B-C17EA4783AA5}"/>
                </a:ext>
              </a:extLst>
            </p:cNvPr>
            <p:cNvSpPr/>
            <p:nvPr/>
          </p:nvSpPr>
          <p:spPr>
            <a:xfrm>
              <a:off x="2226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29" name="타원 15728">
              <a:extLst>
                <a:ext uri="{FF2B5EF4-FFF2-40B4-BE49-F238E27FC236}">
                  <a16:creationId xmlns:a16="http://schemas.microsoft.com/office/drawing/2014/main" id="{011D8939-B065-401C-A3EA-F1318267C017}"/>
                </a:ext>
              </a:extLst>
            </p:cNvPr>
            <p:cNvSpPr/>
            <p:nvPr/>
          </p:nvSpPr>
          <p:spPr>
            <a:xfrm>
              <a:off x="2378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0" name="타원 15729">
              <a:extLst>
                <a:ext uri="{FF2B5EF4-FFF2-40B4-BE49-F238E27FC236}">
                  <a16:creationId xmlns:a16="http://schemas.microsoft.com/office/drawing/2014/main" id="{5320B0A6-E7F6-492C-9217-23C66404E6A4}"/>
                </a:ext>
              </a:extLst>
            </p:cNvPr>
            <p:cNvSpPr/>
            <p:nvPr/>
          </p:nvSpPr>
          <p:spPr>
            <a:xfrm>
              <a:off x="2531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1" name="타원 15730">
              <a:extLst>
                <a:ext uri="{FF2B5EF4-FFF2-40B4-BE49-F238E27FC236}">
                  <a16:creationId xmlns:a16="http://schemas.microsoft.com/office/drawing/2014/main" id="{C3AAF92D-07FF-4500-ABC4-2FE019245BF8}"/>
                </a:ext>
              </a:extLst>
            </p:cNvPr>
            <p:cNvSpPr/>
            <p:nvPr/>
          </p:nvSpPr>
          <p:spPr>
            <a:xfrm>
              <a:off x="2683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2" name="타원 15731">
              <a:extLst>
                <a:ext uri="{FF2B5EF4-FFF2-40B4-BE49-F238E27FC236}">
                  <a16:creationId xmlns:a16="http://schemas.microsoft.com/office/drawing/2014/main" id="{0C002FAE-7E92-45B9-A683-A0D27B56881F}"/>
                </a:ext>
              </a:extLst>
            </p:cNvPr>
            <p:cNvSpPr/>
            <p:nvPr/>
          </p:nvSpPr>
          <p:spPr>
            <a:xfrm>
              <a:off x="2836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3" name="타원 15732">
              <a:extLst>
                <a:ext uri="{FF2B5EF4-FFF2-40B4-BE49-F238E27FC236}">
                  <a16:creationId xmlns:a16="http://schemas.microsoft.com/office/drawing/2014/main" id="{7C0BEA78-FA88-43E0-A1C7-6E39CDA92C82}"/>
                </a:ext>
              </a:extLst>
            </p:cNvPr>
            <p:cNvSpPr/>
            <p:nvPr/>
          </p:nvSpPr>
          <p:spPr>
            <a:xfrm>
              <a:off x="2988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4" name="타원 15733">
              <a:extLst>
                <a:ext uri="{FF2B5EF4-FFF2-40B4-BE49-F238E27FC236}">
                  <a16:creationId xmlns:a16="http://schemas.microsoft.com/office/drawing/2014/main" id="{BC3CE68A-3182-4B65-B5A7-46984940B9AE}"/>
                </a:ext>
              </a:extLst>
            </p:cNvPr>
            <p:cNvSpPr/>
            <p:nvPr/>
          </p:nvSpPr>
          <p:spPr>
            <a:xfrm>
              <a:off x="3140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5" name="타원 15734">
              <a:extLst>
                <a:ext uri="{FF2B5EF4-FFF2-40B4-BE49-F238E27FC236}">
                  <a16:creationId xmlns:a16="http://schemas.microsoft.com/office/drawing/2014/main" id="{ADBB647C-0AD3-401F-898B-A737F960F7DC}"/>
                </a:ext>
              </a:extLst>
            </p:cNvPr>
            <p:cNvSpPr/>
            <p:nvPr/>
          </p:nvSpPr>
          <p:spPr>
            <a:xfrm>
              <a:off x="3293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6" name="타원 15735">
              <a:extLst>
                <a:ext uri="{FF2B5EF4-FFF2-40B4-BE49-F238E27FC236}">
                  <a16:creationId xmlns:a16="http://schemas.microsoft.com/office/drawing/2014/main" id="{2AAE0899-4D00-4F8F-AD96-272416037221}"/>
                </a:ext>
              </a:extLst>
            </p:cNvPr>
            <p:cNvSpPr/>
            <p:nvPr/>
          </p:nvSpPr>
          <p:spPr>
            <a:xfrm>
              <a:off x="3445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7" name="타원 15736">
              <a:extLst>
                <a:ext uri="{FF2B5EF4-FFF2-40B4-BE49-F238E27FC236}">
                  <a16:creationId xmlns:a16="http://schemas.microsoft.com/office/drawing/2014/main" id="{09FF7F52-26B9-4563-837E-F13E57BBFCF7}"/>
                </a:ext>
              </a:extLst>
            </p:cNvPr>
            <p:cNvSpPr/>
            <p:nvPr/>
          </p:nvSpPr>
          <p:spPr>
            <a:xfrm>
              <a:off x="3598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8" name="타원 15737">
              <a:extLst>
                <a:ext uri="{FF2B5EF4-FFF2-40B4-BE49-F238E27FC236}">
                  <a16:creationId xmlns:a16="http://schemas.microsoft.com/office/drawing/2014/main" id="{4A5B5587-8594-4BC0-92E0-35DC8393094D}"/>
                </a:ext>
              </a:extLst>
            </p:cNvPr>
            <p:cNvSpPr/>
            <p:nvPr/>
          </p:nvSpPr>
          <p:spPr>
            <a:xfrm>
              <a:off x="3750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39" name="타원 15738">
              <a:extLst>
                <a:ext uri="{FF2B5EF4-FFF2-40B4-BE49-F238E27FC236}">
                  <a16:creationId xmlns:a16="http://schemas.microsoft.com/office/drawing/2014/main" id="{F75A9AB8-9A8C-4F91-BAB8-82CA1EA78ADD}"/>
                </a:ext>
              </a:extLst>
            </p:cNvPr>
            <p:cNvSpPr/>
            <p:nvPr/>
          </p:nvSpPr>
          <p:spPr>
            <a:xfrm>
              <a:off x="3902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0" name="타원 15739">
              <a:extLst>
                <a:ext uri="{FF2B5EF4-FFF2-40B4-BE49-F238E27FC236}">
                  <a16:creationId xmlns:a16="http://schemas.microsoft.com/office/drawing/2014/main" id="{65A9AE03-7435-427B-BA56-5E3AC0936402}"/>
                </a:ext>
              </a:extLst>
            </p:cNvPr>
            <p:cNvSpPr/>
            <p:nvPr/>
          </p:nvSpPr>
          <p:spPr>
            <a:xfrm>
              <a:off x="4055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1" name="타원 15740">
              <a:extLst>
                <a:ext uri="{FF2B5EF4-FFF2-40B4-BE49-F238E27FC236}">
                  <a16:creationId xmlns:a16="http://schemas.microsoft.com/office/drawing/2014/main" id="{ADAC8E2D-A4CC-46C7-B688-D959D4DF3903}"/>
                </a:ext>
              </a:extLst>
            </p:cNvPr>
            <p:cNvSpPr/>
            <p:nvPr/>
          </p:nvSpPr>
          <p:spPr>
            <a:xfrm>
              <a:off x="4207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2" name="타원 15741">
              <a:extLst>
                <a:ext uri="{FF2B5EF4-FFF2-40B4-BE49-F238E27FC236}">
                  <a16:creationId xmlns:a16="http://schemas.microsoft.com/office/drawing/2014/main" id="{F8FD538F-2687-4483-A5D2-BA346443C039}"/>
                </a:ext>
              </a:extLst>
            </p:cNvPr>
            <p:cNvSpPr/>
            <p:nvPr/>
          </p:nvSpPr>
          <p:spPr>
            <a:xfrm>
              <a:off x="4360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3" name="타원 15742">
              <a:extLst>
                <a:ext uri="{FF2B5EF4-FFF2-40B4-BE49-F238E27FC236}">
                  <a16:creationId xmlns:a16="http://schemas.microsoft.com/office/drawing/2014/main" id="{44A33D43-D61A-457C-A7BC-F7C4F131FDA2}"/>
                </a:ext>
              </a:extLst>
            </p:cNvPr>
            <p:cNvSpPr/>
            <p:nvPr/>
          </p:nvSpPr>
          <p:spPr>
            <a:xfrm>
              <a:off x="4512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4" name="타원 15743">
              <a:extLst>
                <a:ext uri="{FF2B5EF4-FFF2-40B4-BE49-F238E27FC236}">
                  <a16:creationId xmlns:a16="http://schemas.microsoft.com/office/drawing/2014/main" id="{ABF86ED3-C78D-46AC-8397-A49F5D4670B9}"/>
                </a:ext>
              </a:extLst>
            </p:cNvPr>
            <p:cNvSpPr/>
            <p:nvPr/>
          </p:nvSpPr>
          <p:spPr>
            <a:xfrm>
              <a:off x="4664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5" name="타원 15744">
              <a:extLst>
                <a:ext uri="{FF2B5EF4-FFF2-40B4-BE49-F238E27FC236}">
                  <a16:creationId xmlns:a16="http://schemas.microsoft.com/office/drawing/2014/main" id="{5623E834-9A2D-4526-A7B1-2502CA299850}"/>
                </a:ext>
              </a:extLst>
            </p:cNvPr>
            <p:cNvSpPr/>
            <p:nvPr/>
          </p:nvSpPr>
          <p:spPr>
            <a:xfrm>
              <a:off x="4817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6" name="타원 15745">
              <a:extLst>
                <a:ext uri="{FF2B5EF4-FFF2-40B4-BE49-F238E27FC236}">
                  <a16:creationId xmlns:a16="http://schemas.microsoft.com/office/drawing/2014/main" id="{0EDD8571-E101-4B61-AAD1-1B7540AD7927}"/>
                </a:ext>
              </a:extLst>
            </p:cNvPr>
            <p:cNvSpPr/>
            <p:nvPr/>
          </p:nvSpPr>
          <p:spPr>
            <a:xfrm>
              <a:off x="4969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7" name="타원 15746">
              <a:extLst>
                <a:ext uri="{FF2B5EF4-FFF2-40B4-BE49-F238E27FC236}">
                  <a16:creationId xmlns:a16="http://schemas.microsoft.com/office/drawing/2014/main" id="{D72ADC01-C24B-4217-92E3-8F238C23D85E}"/>
                </a:ext>
              </a:extLst>
            </p:cNvPr>
            <p:cNvSpPr/>
            <p:nvPr/>
          </p:nvSpPr>
          <p:spPr>
            <a:xfrm>
              <a:off x="5122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8" name="타원 15747">
              <a:extLst>
                <a:ext uri="{FF2B5EF4-FFF2-40B4-BE49-F238E27FC236}">
                  <a16:creationId xmlns:a16="http://schemas.microsoft.com/office/drawing/2014/main" id="{C459D87E-29E2-4314-A69B-10E9F6BA6ADD}"/>
                </a:ext>
              </a:extLst>
            </p:cNvPr>
            <p:cNvSpPr/>
            <p:nvPr/>
          </p:nvSpPr>
          <p:spPr>
            <a:xfrm>
              <a:off x="5274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49" name="타원 15748">
              <a:extLst>
                <a:ext uri="{FF2B5EF4-FFF2-40B4-BE49-F238E27FC236}">
                  <a16:creationId xmlns:a16="http://schemas.microsoft.com/office/drawing/2014/main" id="{3BB5625A-3BC8-428A-9CEA-5C5AD1DB4C98}"/>
                </a:ext>
              </a:extLst>
            </p:cNvPr>
            <p:cNvSpPr/>
            <p:nvPr/>
          </p:nvSpPr>
          <p:spPr>
            <a:xfrm>
              <a:off x="5426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0" name="타원 15749">
              <a:extLst>
                <a:ext uri="{FF2B5EF4-FFF2-40B4-BE49-F238E27FC236}">
                  <a16:creationId xmlns:a16="http://schemas.microsoft.com/office/drawing/2014/main" id="{D36C4F1F-EC6C-43A7-A08B-D819D9CED540}"/>
                </a:ext>
              </a:extLst>
            </p:cNvPr>
            <p:cNvSpPr/>
            <p:nvPr/>
          </p:nvSpPr>
          <p:spPr>
            <a:xfrm>
              <a:off x="5579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1" name="타원 15750">
              <a:extLst>
                <a:ext uri="{FF2B5EF4-FFF2-40B4-BE49-F238E27FC236}">
                  <a16:creationId xmlns:a16="http://schemas.microsoft.com/office/drawing/2014/main" id="{16619799-D12A-4477-ABFA-B8F58B3AC7D1}"/>
                </a:ext>
              </a:extLst>
            </p:cNvPr>
            <p:cNvSpPr/>
            <p:nvPr/>
          </p:nvSpPr>
          <p:spPr>
            <a:xfrm>
              <a:off x="5731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2" name="타원 15751">
              <a:extLst>
                <a:ext uri="{FF2B5EF4-FFF2-40B4-BE49-F238E27FC236}">
                  <a16:creationId xmlns:a16="http://schemas.microsoft.com/office/drawing/2014/main" id="{4A17BFF9-FBE9-4B62-AF24-8DAC02C7EDAB}"/>
                </a:ext>
              </a:extLst>
            </p:cNvPr>
            <p:cNvSpPr/>
            <p:nvPr/>
          </p:nvSpPr>
          <p:spPr>
            <a:xfrm>
              <a:off x="245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3" name="타원 15752">
              <a:extLst>
                <a:ext uri="{FF2B5EF4-FFF2-40B4-BE49-F238E27FC236}">
                  <a16:creationId xmlns:a16="http://schemas.microsoft.com/office/drawing/2014/main" id="{67A56034-6BE1-4FB8-8B7C-10A62943C1D2}"/>
                </a:ext>
              </a:extLst>
            </p:cNvPr>
            <p:cNvSpPr/>
            <p:nvPr/>
          </p:nvSpPr>
          <p:spPr>
            <a:xfrm>
              <a:off x="397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4" name="타원 15753">
              <a:extLst>
                <a:ext uri="{FF2B5EF4-FFF2-40B4-BE49-F238E27FC236}">
                  <a16:creationId xmlns:a16="http://schemas.microsoft.com/office/drawing/2014/main" id="{D8868E0F-9A2C-402E-B59E-83C76FEEE8E7}"/>
                </a:ext>
              </a:extLst>
            </p:cNvPr>
            <p:cNvSpPr/>
            <p:nvPr/>
          </p:nvSpPr>
          <p:spPr>
            <a:xfrm>
              <a:off x="550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5" name="타원 15754">
              <a:extLst>
                <a:ext uri="{FF2B5EF4-FFF2-40B4-BE49-F238E27FC236}">
                  <a16:creationId xmlns:a16="http://schemas.microsoft.com/office/drawing/2014/main" id="{550C4ACD-FB99-4B32-BF6B-E6B16CC6C587}"/>
                </a:ext>
              </a:extLst>
            </p:cNvPr>
            <p:cNvSpPr/>
            <p:nvPr/>
          </p:nvSpPr>
          <p:spPr>
            <a:xfrm>
              <a:off x="702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6" name="타원 15755">
              <a:extLst>
                <a:ext uri="{FF2B5EF4-FFF2-40B4-BE49-F238E27FC236}">
                  <a16:creationId xmlns:a16="http://schemas.microsoft.com/office/drawing/2014/main" id="{948A6C07-901C-476F-AD08-9398C66AF1C1}"/>
                </a:ext>
              </a:extLst>
            </p:cNvPr>
            <p:cNvSpPr/>
            <p:nvPr/>
          </p:nvSpPr>
          <p:spPr>
            <a:xfrm>
              <a:off x="854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7" name="타원 15756">
              <a:extLst>
                <a:ext uri="{FF2B5EF4-FFF2-40B4-BE49-F238E27FC236}">
                  <a16:creationId xmlns:a16="http://schemas.microsoft.com/office/drawing/2014/main" id="{CCACAD07-21D6-4CA0-8B38-D8F5818EAD6A}"/>
                </a:ext>
              </a:extLst>
            </p:cNvPr>
            <p:cNvSpPr/>
            <p:nvPr/>
          </p:nvSpPr>
          <p:spPr>
            <a:xfrm>
              <a:off x="1007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8" name="타원 15757">
              <a:extLst>
                <a:ext uri="{FF2B5EF4-FFF2-40B4-BE49-F238E27FC236}">
                  <a16:creationId xmlns:a16="http://schemas.microsoft.com/office/drawing/2014/main" id="{FCD508A4-F810-4B10-A399-590B02CC525B}"/>
                </a:ext>
              </a:extLst>
            </p:cNvPr>
            <p:cNvSpPr/>
            <p:nvPr/>
          </p:nvSpPr>
          <p:spPr>
            <a:xfrm>
              <a:off x="1159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59" name="타원 15758">
              <a:extLst>
                <a:ext uri="{FF2B5EF4-FFF2-40B4-BE49-F238E27FC236}">
                  <a16:creationId xmlns:a16="http://schemas.microsoft.com/office/drawing/2014/main" id="{A2DF40F6-9C7C-4894-A6A8-8A2DF94A8C6C}"/>
                </a:ext>
              </a:extLst>
            </p:cNvPr>
            <p:cNvSpPr/>
            <p:nvPr/>
          </p:nvSpPr>
          <p:spPr>
            <a:xfrm>
              <a:off x="1312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0" name="타원 15759">
              <a:extLst>
                <a:ext uri="{FF2B5EF4-FFF2-40B4-BE49-F238E27FC236}">
                  <a16:creationId xmlns:a16="http://schemas.microsoft.com/office/drawing/2014/main" id="{63927DBD-9E47-4F1E-B713-8E6A7C84258A}"/>
                </a:ext>
              </a:extLst>
            </p:cNvPr>
            <p:cNvSpPr/>
            <p:nvPr/>
          </p:nvSpPr>
          <p:spPr>
            <a:xfrm>
              <a:off x="1464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1" name="타원 15760">
              <a:extLst>
                <a:ext uri="{FF2B5EF4-FFF2-40B4-BE49-F238E27FC236}">
                  <a16:creationId xmlns:a16="http://schemas.microsoft.com/office/drawing/2014/main" id="{5ABF0153-5DF0-49CF-AB22-665934276734}"/>
                </a:ext>
              </a:extLst>
            </p:cNvPr>
            <p:cNvSpPr/>
            <p:nvPr/>
          </p:nvSpPr>
          <p:spPr>
            <a:xfrm>
              <a:off x="1616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2" name="타원 15761">
              <a:extLst>
                <a:ext uri="{FF2B5EF4-FFF2-40B4-BE49-F238E27FC236}">
                  <a16:creationId xmlns:a16="http://schemas.microsoft.com/office/drawing/2014/main" id="{EB75FD25-CCD4-4DDB-B267-7B7D2165C002}"/>
                </a:ext>
              </a:extLst>
            </p:cNvPr>
            <p:cNvSpPr/>
            <p:nvPr/>
          </p:nvSpPr>
          <p:spPr>
            <a:xfrm>
              <a:off x="1769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3" name="타원 15762">
              <a:extLst>
                <a:ext uri="{FF2B5EF4-FFF2-40B4-BE49-F238E27FC236}">
                  <a16:creationId xmlns:a16="http://schemas.microsoft.com/office/drawing/2014/main" id="{A00FD753-0671-45A9-BF4B-6861C6523A33}"/>
                </a:ext>
              </a:extLst>
            </p:cNvPr>
            <p:cNvSpPr/>
            <p:nvPr/>
          </p:nvSpPr>
          <p:spPr>
            <a:xfrm>
              <a:off x="1921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4" name="타원 15763">
              <a:extLst>
                <a:ext uri="{FF2B5EF4-FFF2-40B4-BE49-F238E27FC236}">
                  <a16:creationId xmlns:a16="http://schemas.microsoft.com/office/drawing/2014/main" id="{678F6C71-5B5E-4FF6-BBD5-7F850DE06774}"/>
                </a:ext>
              </a:extLst>
            </p:cNvPr>
            <p:cNvSpPr/>
            <p:nvPr/>
          </p:nvSpPr>
          <p:spPr>
            <a:xfrm>
              <a:off x="2074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5" name="타원 15764">
              <a:extLst>
                <a:ext uri="{FF2B5EF4-FFF2-40B4-BE49-F238E27FC236}">
                  <a16:creationId xmlns:a16="http://schemas.microsoft.com/office/drawing/2014/main" id="{222BFD59-5000-4228-B68E-8D1DBCB55A9B}"/>
                </a:ext>
              </a:extLst>
            </p:cNvPr>
            <p:cNvSpPr/>
            <p:nvPr/>
          </p:nvSpPr>
          <p:spPr>
            <a:xfrm>
              <a:off x="2226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6" name="타원 15765">
              <a:extLst>
                <a:ext uri="{FF2B5EF4-FFF2-40B4-BE49-F238E27FC236}">
                  <a16:creationId xmlns:a16="http://schemas.microsoft.com/office/drawing/2014/main" id="{69B026B8-A338-4A5D-AF1E-41652B40C5A9}"/>
                </a:ext>
              </a:extLst>
            </p:cNvPr>
            <p:cNvSpPr/>
            <p:nvPr/>
          </p:nvSpPr>
          <p:spPr>
            <a:xfrm>
              <a:off x="2378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7" name="타원 15766">
              <a:extLst>
                <a:ext uri="{FF2B5EF4-FFF2-40B4-BE49-F238E27FC236}">
                  <a16:creationId xmlns:a16="http://schemas.microsoft.com/office/drawing/2014/main" id="{B04F61BB-C50E-4B81-830B-80B37D1AF2A5}"/>
                </a:ext>
              </a:extLst>
            </p:cNvPr>
            <p:cNvSpPr/>
            <p:nvPr/>
          </p:nvSpPr>
          <p:spPr>
            <a:xfrm>
              <a:off x="2531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8" name="타원 15767">
              <a:extLst>
                <a:ext uri="{FF2B5EF4-FFF2-40B4-BE49-F238E27FC236}">
                  <a16:creationId xmlns:a16="http://schemas.microsoft.com/office/drawing/2014/main" id="{F61DD26A-5C98-43B8-A822-C33C2DACB407}"/>
                </a:ext>
              </a:extLst>
            </p:cNvPr>
            <p:cNvSpPr/>
            <p:nvPr/>
          </p:nvSpPr>
          <p:spPr>
            <a:xfrm>
              <a:off x="2683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69" name="타원 15768">
              <a:extLst>
                <a:ext uri="{FF2B5EF4-FFF2-40B4-BE49-F238E27FC236}">
                  <a16:creationId xmlns:a16="http://schemas.microsoft.com/office/drawing/2014/main" id="{0C706CFF-6284-49A3-8B19-6D5D875D1376}"/>
                </a:ext>
              </a:extLst>
            </p:cNvPr>
            <p:cNvSpPr/>
            <p:nvPr/>
          </p:nvSpPr>
          <p:spPr>
            <a:xfrm>
              <a:off x="2836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0" name="타원 15769">
              <a:extLst>
                <a:ext uri="{FF2B5EF4-FFF2-40B4-BE49-F238E27FC236}">
                  <a16:creationId xmlns:a16="http://schemas.microsoft.com/office/drawing/2014/main" id="{CE53D7FA-4BCE-4025-B6E8-73DC06670121}"/>
                </a:ext>
              </a:extLst>
            </p:cNvPr>
            <p:cNvSpPr/>
            <p:nvPr/>
          </p:nvSpPr>
          <p:spPr>
            <a:xfrm>
              <a:off x="2988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1" name="타원 15770">
              <a:extLst>
                <a:ext uri="{FF2B5EF4-FFF2-40B4-BE49-F238E27FC236}">
                  <a16:creationId xmlns:a16="http://schemas.microsoft.com/office/drawing/2014/main" id="{5F687B95-45FD-4D8B-9DF8-E1D312F727B5}"/>
                </a:ext>
              </a:extLst>
            </p:cNvPr>
            <p:cNvSpPr/>
            <p:nvPr/>
          </p:nvSpPr>
          <p:spPr>
            <a:xfrm>
              <a:off x="3140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2" name="타원 15771">
              <a:extLst>
                <a:ext uri="{FF2B5EF4-FFF2-40B4-BE49-F238E27FC236}">
                  <a16:creationId xmlns:a16="http://schemas.microsoft.com/office/drawing/2014/main" id="{18CA18E3-539F-4BA4-B5C5-36B3E799E88F}"/>
                </a:ext>
              </a:extLst>
            </p:cNvPr>
            <p:cNvSpPr/>
            <p:nvPr/>
          </p:nvSpPr>
          <p:spPr>
            <a:xfrm>
              <a:off x="3293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3" name="타원 15772">
              <a:extLst>
                <a:ext uri="{FF2B5EF4-FFF2-40B4-BE49-F238E27FC236}">
                  <a16:creationId xmlns:a16="http://schemas.microsoft.com/office/drawing/2014/main" id="{43C0B143-6956-4347-84FA-FB9CA5278FE8}"/>
                </a:ext>
              </a:extLst>
            </p:cNvPr>
            <p:cNvSpPr/>
            <p:nvPr/>
          </p:nvSpPr>
          <p:spPr>
            <a:xfrm>
              <a:off x="3445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4" name="타원 15773">
              <a:extLst>
                <a:ext uri="{FF2B5EF4-FFF2-40B4-BE49-F238E27FC236}">
                  <a16:creationId xmlns:a16="http://schemas.microsoft.com/office/drawing/2014/main" id="{A0647BD9-38AE-4A54-8EBF-7C792D5EE855}"/>
                </a:ext>
              </a:extLst>
            </p:cNvPr>
            <p:cNvSpPr/>
            <p:nvPr/>
          </p:nvSpPr>
          <p:spPr>
            <a:xfrm>
              <a:off x="3598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5" name="타원 15774">
              <a:extLst>
                <a:ext uri="{FF2B5EF4-FFF2-40B4-BE49-F238E27FC236}">
                  <a16:creationId xmlns:a16="http://schemas.microsoft.com/office/drawing/2014/main" id="{66D4DC01-626B-41CD-8523-7CB9D9A2A533}"/>
                </a:ext>
              </a:extLst>
            </p:cNvPr>
            <p:cNvSpPr/>
            <p:nvPr/>
          </p:nvSpPr>
          <p:spPr>
            <a:xfrm>
              <a:off x="3750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6" name="타원 15775">
              <a:extLst>
                <a:ext uri="{FF2B5EF4-FFF2-40B4-BE49-F238E27FC236}">
                  <a16:creationId xmlns:a16="http://schemas.microsoft.com/office/drawing/2014/main" id="{E7C4D8CB-AEFD-48E2-BDDE-19F37B42F88A}"/>
                </a:ext>
              </a:extLst>
            </p:cNvPr>
            <p:cNvSpPr/>
            <p:nvPr/>
          </p:nvSpPr>
          <p:spPr>
            <a:xfrm>
              <a:off x="3902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7" name="타원 15776">
              <a:extLst>
                <a:ext uri="{FF2B5EF4-FFF2-40B4-BE49-F238E27FC236}">
                  <a16:creationId xmlns:a16="http://schemas.microsoft.com/office/drawing/2014/main" id="{257CEDC0-6149-45BD-A11A-9939B148D385}"/>
                </a:ext>
              </a:extLst>
            </p:cNvPr>
            <p:cNvSpPr/>
            <p:nvPr/>
          </p:nvSpPr>
          <p:spPr>
            <a:xfrm>
              <a:off x="4055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8" name="타원 15777">
              <a:extLst>
                <a:ext uri="{FF2B5EF4-FFF2-40B4-BE49-F238E27FC236}">
                  <a16:creationId xmlns:a16="http://schemas.microsoft.com/office/drawing/2014/main" id="{1D0F3064-F186-4434-B59E-7838A24A3E50}"/>
                </a:ext>
              </a:extLst>
            </p:cNvPr>
            <p:cNvSpPr/>
            <p:nvPr/>
          </p:nvSpPr>
          <p:spPr>
            <a:xfrm>
              <a:off x="4207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79" name="타원 15778">
              <a:extLst>
                <a:ext uri="{FF2B5EF4-FFF2-40B4-BE49-F238E27FC236}">
                  <a16:creationId xmlns:a16="http://schemas.microsoft.com/office/drawing/2014/main" id="{AFEE945D-DDB1-4B09-822E-1F94F36F1E74}"/>
                </a:ext>
              </a:extLst>
            </p:cNvPr>
            <p:cNvSpPr/>
            <p:nvPr/>
          </p:nvSpPr>
          <p:spPr>
            <a:xfrm>
              <a:off x="4360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0" name="타원 15779">
              <a:extLst>
                <a:ext uri="{FF2B5EF4-FFF2-40B4-BE49-F238E27FC236}">
                  <a16:creationId xmlns:a16="http://schemas.microsoft.com/office/drawing/2014/main" id="{CA7D3115-E985-4F8A-947B-EC15FEFF42E5}"/>
                </a:ext>
              </a:extLst>
            </p:cNvPr>
            <p:cNvSpPr/>
            <p:nvPr/>
          </p:nvSpPr>
          <p:spPr>
            <a:xfrm>
              <a:off x="4512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1" name="타원 15780">
              <a:extLst>
                <a:ext uri="{FF2B5EF4-FFF2-40B4-BE49-F238E27FC236}">
                  <a16:creationId xmlns:a16="http://schemas.microsoft.com/office/drawing/2014/main" id="{E980CD86-C3C8-4114-B9FD-8D42DF648822}"/>
                </a:ext>
              </a:extLst>
            </p:cNvPr>
            <p:cNvSpPr/>
            <p:nvPr/>
          </p:nvSpPr>
          <p:spPr>
            <a:xfrm>
              <a:off x="4664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2" name="타원 15781">
              <a:extLst>
                <a:ext uri="{FF2B5EF4-FFF2-40B4-BE49-F238E27FC236}">
                  <a16:creationId xmlns:a16="http://schemas.microsoft.com/office/drawing/2014/main" id="{9A8B94AC-26DB-4101-A606-7CA5FB8D82C5}"/>
                </a:ext>
              </a:extLst>
            </p:cNvPr>
            <p:cNvSpPr/>
            <p:nvPr/>
          </p:nvSpPr>
          <p:spPr>
            <a:xfrm>
              <a:off x="4817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3" name="타원 15782">
              <a:extLst>
                <a:ext uri="{FF2B5EF4-FFF2-40B4-BE49-F238E27FC236}">
                  <a16:creationId xmlns:a16="http://schemas.microsoft.com/office/drawing/2014/main" id="{87930F68-5CA4-4B87-B929-7199C57F4377}"/>
                </a:ext>
              </a:extLst>
            </p:cNvPr>
            <p:cNvSpPr/>
            <p:nvPr/>
          </p:nvSpPr>
          <p:spPr>
            <a:xfrm>
              <a:off x="4969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4" name="타원 15783">
              <a:extLst>
                <a:ext uri="{FF2B5EF4-FFF2-40B4-BE49-F238E27FC236}">
                  <a16:creationId xmlns:a16="http://schemas.microsoft.com/office/drawing/2014/main" id="{7A4CEBEC-E535-461F-BA5A-C690AC4A4E7F}"/>
                </a:ext>
              </a:extLst>
            </p:cNvPr>
            <p:cNvSpPr/>
            <p:nvPr/>
          </p:nvSpPr>
          <p:spPr>
            <a:xfrm>
              <a:off x="5122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5" name="타원 15784">
              <a:extLst>
                <a:ext uri="{FF2B5EF4-FFF2-40B4-BE49-F238E27FC236}">
                  <a16:creationId xmlns:a16="http://schemas.microsoft.com/office/drawing/2014/main" id="{9CB8B23C-A120-4A5C-AD79-1936513500DD}"/>
                </a:ext>
              </a:extLst>
            </p:cNvPr>
            <p:cNvSpPr/>
            <p:nvPr/>
          </p:nvSpPr>
          <p:spPr>
            <a:xfrm>
              <a:off x="5274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6" name="타원 15785">
              <a:extLst>
                <a:ext uri="{FF2B5EF4-FFF2-40B4-BE49-F238E27FC236}">
                  <a16:creationId xmlns:a16="http://schemas.microsoft.com/office/drawing/2014/main" id="{CCD9281B-ED37-4843-89A0-08827C287172}"/>
                </a:ext>
              </a:extLst>
            </p:cNvPr>
            <p:cNvSpPr/>
            <p:nvPr/>
          </p:nvSpPr>
          <p:spPr>
            <a:xfrm>
              <a:off x="5426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7" name="타원 15786">
              <a:extLst>
                <a:ext uri="{FF2B5EF4-FFF2-40B4-BE49-F238E27FC236}">
                  <a16:creationId xmlns:a16="http://schemas.microsoft.com/office/drawing/2014/main" id="{D7624835-3A56-490F-A9BC-E0783567FA43}"/>
                </a:ext>
              </a:extLst>
            </p:cNvPr>
            <p:cNvSpPr/>
            <p:nvPr/>
          </p:nvSpPr>
          <p:spPr>
            <a:xfrm>
              <a:off x="5579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8" name="타원 15787">
              <a:extLst>
                <a:ext uri="{FF2B5EF4-FFF2-40B4-BE49-F238E27FC236}">
                  <a16:creationId xmlns:a16="http://schemas.microsoft.com/office/drawing/2014/main" id="{E2AC32CD-863D-4488-9883-C93E1B5A8D37}"/>
                </a:ext>
              </a:extLst>
            </p:cNvPr>
            <p:cNvSpPr/>
            <p:nvPr/>
          </p:nvSpPr>
          <p:spPr>
            <a:xfrm>
              <a:off x="5731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89" name="타원 15788">
              <a:extLst>
                <a:ext uri="{FF2B5EF4-FFF2-40B4-BE49-F238E27FC236}">
                  <a16:creationId xmlns:a16="http://schemas.microsoft.com/office/drawing/2014/main" id="{37482724-31DE-4E85-AAC0-44811E5470B3}"/>
                </a:ext>
              </a:extLst>
            </p:cNvPr>
            <p:cNvSpPr/>
            <p:nvPr/>
          </p:nvSpPr>
          <p:spPr>
            <a:xfrm>
              <a:off x="245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0" name="타원 15789">
              <a:extLst>
                <a:ext uri="{FF2B5EF4-FFF2-40B4-BE49-F238E27FC236}">
                  <a16:creationId xmlns:a16="http://schemas.microsoft.com/office/drawing/2014/main" id="{DA6DB8D7-B180-452E-973E-599F36FB51CF}"/>
                </a:ext>
              </a:extLst>
            </p:cNvPr>
            <p:cNvSpPr/>
            <p:nvPr/>
          </p:nvSpPr>
          <p:spPr>
            <a:xfrm>
              <a:off x="397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1" name="타원 15790">
              <a:extLst>
                <a:ext uri="{FF2B5EF4-FFF2-40B4-BE49-F238E27FC236}">
                  <a16:creationId xmlns:a16="http://schemas.microsoft.com/office/drawing/2014/main" id="{0A219230-AEC9-4ABD-A88B-EECD4E3A3924}"/>
                </a:ext>
              </a:extLst>
            </p:cNvPr>
            <p:cNvSpPr/>
            <p:nvPr/>
          </p:nvSpPr>
          <p:spPr>
            <a:xfrm>
              <a:off x="550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2" name="타원 15791">
              <a:extLst>
                <a:ext uri="{FF2B5EF4-FFF2-40B4-BE49-F238E27FC236}">
                  <a16:creationId xmlns:a16="http://schemas.microsoft.com/office/drawing/2014/main" id="{DF8F95E2-27A6-4817-91A7-3F8428DB9E5A}"/>
                </a:ext>
              </a:extLst>
            </p:cNvPr>
            <p:cNvSpPr/>
            <p:nvPr/>
          </p:nvSpPr>
          <p:spPr>
            <a:xfrm>
              <a:off x="702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3" name="타원 15792">
              <a:extLst>
                <a:ext uri="{FF2B5EF4-FFF2-40B4-BE49-F238E27FC236}">
                  <a16:creationId xmlns:a16="http://schemas.microsoft.com/office/drawing/2014/main" id="{466528B9-1DE0-464D-ACA4-FF32B54210C3}"/>
                </a:ext>
              </a:extLst>
            </p:cNvPr>
            <p:cNvSpPr/>
            <p:nvPr/>
          </p:nvSpPr>
          <p:spPr>
            <a:xfrm>
              <a:off x="854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4" name="타원 15793">
              <a:extLst>
                <a:ext uri="{FF2B5EF4-FFF2-40B4-BE49-F238E27FC236}">
                  <a16:creationId xmlns:a16="http://schemas.microsoft.com/office/drawing/2014/main" id="{996D96F5-99C8-42BB-84C9-101FFDFCE323}"/>
                </a:ext>
              </a:extLst>
            </p:cNvPr>
            <p:cNvSpPr/>
            <p:nvPr/>
          </p:nvSpPr>
          <p:spPr>
            <a:xfrm>
              <a:off x="1007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5" name="타원 15794">
              <a:extLst>
                <a:ext uri="{FF2B5EF4-FFF2-40B4-BE49-F238E27FC236}">
                  <a16:creationId xmlns:a16="http://schemas.microsoft.com/office/drawing/2014/main" id="{E78ACB7A-5724-4F11-9105-73DC055E3426}"/>
                </a:ext>
              </a:extLst>
            </p:cNvPr>
            <p:cNvSpPr/>
            <p:nvPr/>
          </p:nvSpPr>
          <p:spPr>
            <a:xfrm>
              <a:off x="1159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6" name="타원 15795">
              <a:extLst>
                <a:ext uri="{FF2B5EF4-FFF2-40B4-BE49-F238E27FC236}">
                  <a16:creationId xmlns:a16="http://schemas.microsoft.com/office/drawing/2014/main" id="{533DA185-6F59-40EF-9616-86FF0474410E}"/>
                </a:ext>
              </a:extLst>
            </p:cNvPr>
            <p:cNvSpPr/>
            <p:nvPr/>
          </p:nvSpPr>
          <p:spPr>
            <a:xfrm>
              <a:off x="1312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7" name="타원 15796">
              <a:extLst>
                <a:ext uri="{FF2B5EF4-FFF2-40B4-BE49-F238E27FC236}">
                  <a16:creationId xmlns:a16="http://schemas.microsoft.com/office/drawing/2014/main" id="{7D5EF4C9-3D00-4703-AA65-FE30D5ECC635}"/>
                </a:ext>
              </a:extLst>
            </p:cNvPr>
            <p:cNvSpPr/>
            <p:nvPr/>
          </p:nvSpPr>
          <p:spPr>
            <a:xfrm>
              <a:off x="1464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8" name="타원 15797">
              <a:extLst>
                <a:ext uri="{FF2B5EF4-FFF2-40B4-BE49-F238E27FC236}">
                  <a16:creationId xmlns:a16="http://schemas.microsoft.com/office/drawing/2014/main" id="{F274B5C5-A307-4171-8620-DF6B436D389C}"/>
                </a:ext>
              </a:extLst>
            </p:cNvPr>
            <p:cNvSpPr/>
            <p:nvPr/>
          </p:nvSpPr>
          <p:spPr>
            <a:xfrm>
              <a:off x="1616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99" name="타원 15798">
              <a:extLst>
                <a:ext uri="{FF2B5EF4-FFF2-40B4-BE49-F238E27FC236}">
                  <a16:creationId xmlns:a16="http://schemas.microsoft.com/office/drawing/2014/main" id="{5F93A152-F0A3-4257-8899-FEDCF837278F}"/>
                </a:ext>
              </a:extLst>
            </p:cNvPr>
            <p:cNvSpPr/>
            <p:nvPr/>
          </p:nvSpPr>
          <p:spPr>
            <a:xfrm>
              <a:off x="1769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0" name="타원 15799">
              <a:extLst>
                <a:ext uri="{FF2B5EF4-FFF2-40B4-BE49-F238E27FC236}">
                  <a16:creationId xmlns:a16="http://schemas.microsoft.com/office/drawing/2014/main" id="{FCEC4B5A-4E47-4896-929C-7F7D21424A53}"/>
                </a:ext>
              </a:extLst>
            </p:cNvPr>
            <p:cNvSpPr/>
            <p:nvPr/>
          </p:nvSpPr>
          <p:spPr>
            <a:xfrm>
              <a:off x="1921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1" name="타원 15800">
              <a:extLst>
                <a:ext uri="{FF2B5EF4-FFF2-40B4-BE49-F238E27FC236}">
                  <a16:creationId xmlns:a16="http://schemas.microsoft.com/office/drawing/2014/main" id="{E1DDABFB-F80B-45F9-B42D-545A3662D033}"/>
                </a:ext>
              </a:extLst>
            </p:cNvPr>
            <p:cNvSpPr/>
            <p:nvPr/>
          </p:nvSpPr>
          <p:spPr>
            <a:xfrm>
              <a:off x="2074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2" name="타원 15801">
              <a:extLst>
                <a:ext uri="{FF2B5EF4-FFF2-40B4-BE49-F238E27FC236}">
                  <a16:creationId xmlns:a16="http://schemas.microsoft.com/office/drawing/2014/main" id="{D309FD98-D7C8-4E70-848B-045A3C52A699}"/>
                </a:ext>
              </a:extLst>
            </p:cNvPr>
            <p:cNvSpPr/>
            <p:nvPr/>
          </p:nvSpPr>
          <p:spPr>
            <a:xfrm>
              <a:off x="2226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3" name="타원 15802">
              <a:extLst>
                <a:ext uri="{FF2B5EF4-FFF2-40B4-BE49-F238E27FC236}">
                  <a16:creationId xmlns:a16="http://schemas.microsoft.com/office/drawing/2014/main" id="{1C47CD4A-3742-4E2B-81A5-B68109777153}"/>
                </a:ext>
              </a:extLst>
            </p:cNvPr>
            <p:cNvSpPr/>
            <p:nvPr/>
          </p:nvSpPr>
          <p:spPr>
            <a:xfrm>
              <a:off x="2378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4" name="타원 15803">
              <a:extLst>
                <a:ext uri="{FF2B5EF4-FFF2-40B4-BE49-F238E27FC236}">
                  <a16:creationId xmlns:a16="http://schemas.microsoft.com/office/drawing/2014/main" id="{13A825CB-73BA-43C7-9A0F-0C9E135EC0CF}"/>
                </a:ext>
              </a:extLst>
            </p:cNvPr>
            <p:cNvSpPr/>
            <p:nvPr/>
          </p:nvSpPr>
          <p:spPr>
            <a:xfrm>
              <a:off x="2531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5" name="타원 15804">
              <a:extLst>
                <a:ext uri="{FF2B5EF4-FFF2-40B4-BE49-F238E27FC236}">
                  <a16:creationId xmlns:a16="http://schemas.microsoft.com/office/drawing/2014/main" id="{BE0D7277-9F46-412D-B6A0-E3FBB8BCA9B6}"/>
                </a:ext>
              </a:extLst>
            </p:cNvPr>
            <p:cNvSpPr/>
            <p:nvPr/>
          </p:nvSpPr>
          <p:spPr>
            <a:xfrm>
              <a:off x="2683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6" name="타원 15805">
              <a:extLst>
                <a:ext uri="{FF2B5EF4-FFF2-40B4-BE49-F238E27FC236}">
                  <a16:creationId xmlns:a16="http://schemas.microsoft.com/office/drawing/2014/main" id="{BB105C47-C69C-4185-B37F-389586C0EE9D}"/>
                </a:ext>
              </a:extLst>
            </p:cNvPr>
            <p:cNvSpPr/>
            <p:nvPr/>
          </p:nvSpPr>
          <p:spPr>
            <a:xfrm>
              <a:off x="2836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7" name="타원 15806">
              <a:extLst>
                <a:ext uri="{FF2B5EF4-FFF2-40B4-BE49-F238E27FC236}">
                  <a16:creationId xmlns:a16="http://schemas.microsoft.com/office/drawing/2014/main" id="{4DC23F65-BF29-42A9-9DEB-31B503B47DA0}"/>
                </a:ext>
              </a:extLst>
            </p:cNvPr>
            <p:cNvSpPr/>
            <p:nvPr/>
          </p:nvSpPr>
          <p:spPr>
            <a:xfrm>
              <a:off x="2988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8" name="타원 15807">
              <a:extLst>
                <a:ext uri="{FF2B5EF4-FFF2-40B4-BE49-F238E27FC236}">
                  <a16:creationId xmlns:a16="http://schemas.microsoft.com/office/drawing/2014/main" id="{E4A11CF1-0C14-4DC4-8F18-B75DE96BB350}"/>
                </a:ext>
              </a:extLst>
            </p:cNvPr>
            <p:cNvSpPr/>
            <p:nvPr/>
          </p:nvSpPr>
          <p:spPr>
            <a:xfrm>
              <a:off x="3140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09" name="타원 15808">
              <a:extLst>
                <a:ext uri="{FF2B5EF4-FFF2-40B4-BE49-F238E27FC236}">
                  <a16:creationId xmlns:a16="http://schemas.microsoft.com/office/drawing/2014/main" id="{F7B73A08-633C-4E44-8FD1-5FC99D14CDD8}"/>
                </a:ext>
              </a:extLst>
            </p:cNvPr>
            <p:cNvSpPr/>
            <p:nvPr/>
          </p:nvSpPr>
          <p:spPr>
            <a:xfrm>
              <a:off x="3293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0" name="타원 15809">
              <a:extLst>
                <a:ext uri="{FF2B5EF4-FFF2-40B4-BE49-F238E27FC236}">
                  <a16:creationId xmlns:a16="http://schemas.microsoft.com/office/drawing/2014/main" id="{DBC4687C-D505-49E4-803E-27BC64661E7F}"/>
                </a:ext>
              </a:extLst>
            </p:cNvPr>
            <p:cNvSpPr/>
            <p:nvPr/>
          </p:nvSpPr>
          <p:spPr>
            <a:xfrm>
              <a:off x="3445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1" name="타원 15810">
              <a:extLst>
                <a:ext uri="{FF2B5EF4-FFF2-40B4-BE49-F238E27FC236}">
                  <a16:creationId xmlns:a16="http://schemas.microsoft.com/office/drawing/2014/main" id="{9D572E81-8022-48BB-9A01-BA630B1B2B14}"/>
                </a:ext>
              </a:extLst>
            </p:cNvPr>
            <p:cNvSpPr/>
            <p:nvPr/>
          </p:nvSpPr>
          <p:spPr>
            <a:xfrm>
              <a:off x="3598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2" name="타원 15811">
              <a:extLst>
                <a:ext uri="{FF2B5EF4-FFF2-40B4-BE49-F238E27FC236}">
                  <a16:creationId xmlns:a16="http://schemas.microsoft.com/office/drawing/2014/main" id="{D0128D74-0A4F-49A2-A13B-C326E4CE7677}"/>
                </a:ext>
              </a:extLst>
            </p:cNvPr>
            <p:cNvSpPr/>
            <p:nvPr/>
          </p:nvSpPr>
          <p:spPr>
            <a:xfrm>
              <a:off x="3750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3" name="타원 15812">
              <a:extLst>
                <a:ext uri="{FF2B5EF4-FFF2-40B4-BE49-F238E27FC236}">
                  <a16:creationId xmlns:a16="http://schemas.microsoft.com/office/drawing/2014/main" id="{5B119F1A-3CF0-4164-8ADF-371214890370}"/>
                </a:ext>
              </a:extLst>
            </p:cNvPr>
            <p:cNvSpPr/>
            <p:nvPr/>
          </p:nvSpPr>
          <p:spPr>
            <a:xfrm>
              <a:off x="3902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4" name="타원 15813">
              <a:extLst>
                <a:ext uri="{FF2B5EF4-FFF2-40B4-BE49-F238E27FC236}">
                  <a16:creationId xmlns:a16="http://schemas.microsoft.com/office/drawing/2014/main" id="{66F080EE-FB76-4181-BDA2-72846D0E207A}"/>
                </a:ext>
              </a:extLst>
            </p:cNvPr>
            <p:cNvSpPr/>
            <p:nvPr/>
          </p:nvSpPr>
          <p:spPr>
            <a:xfrm>
              <a:off x="4055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5" name="타원 15814">
              <a:extLst>
                <a:ext uri="{FF2B5EF4-FFF2-40B4-BE49-F238E27FC236}">
                  <a16:creationId xmlns:a16="http://schemas.microsoft.com/office/drawing/2014/main" id="{68D2DCB9-7353-428A-A996-239BCEB0105E}"/>
                </a:ext>
              </a:extLst>
            </p:cNvPr>
            <p:cNvSpPr/>
            <p:nvPr/>
          </p:nvSpPr>
          <p:spPr>
            <a:xfrm>
              <a:off x="4207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6" name="타원 15815">
              <a:extLst>
                <a:ext uri="{FF2B5EF4-FFF2-40B4-BE49-F238E27FC236}">
                  <a16:creationId xmlns:a16="http://schemas.microsoft.com/office/drawing/2014/main" id="{B98F2AB4-F7BF-436B-8EC5-1FBF485B5322}"/>
                </a:ext>
              </a:extLst>
            </p:cNvPr>
            <p:cNvSpPr/>
            <p:nvPr/>
          </p:nvSpPr>
          <p:spPr>
            <a:xfrm>
              <a:off x="4360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7" name="타원 15816">
              <a:extLst>
                <a:ext uri="{FF2B5EF4-FFF2-40B4-BE49-F238E27FC236}">
                  <a16:creationId xmlns:a16="http://schemas.microsoft.com/office/drawing/2014/main" id="{C07204DA-1010-42BE-9DF3-9101E238847B}"/>
                </a:ext>
              </a:extLst>
            </p:cNvPr>
            <p:cNvSpPr/>
            <p:nvPr/>
          </p:nvSpPr>
          <p:spPr>
            <a:xfrm>
              <a:off x="4512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8" name="타원 15817">
              <a:extLst>
                <a:ext uri="{FF2B5EF4-FFF2-40B4-BE49-F238E27FC236}">
                  <a16:creationId xmlns:a16="http://schemas.microsoft.com/office/drawing/2014/main" id="{0C52D8A1-69B3-4F04-951F-F35139D85914}"/>
                </a:ext>
              </a:extLst>
            </p:cNvPr>
            <p:cNvSpPr/>
            <p:nvPr/>
          </p:nvSpPr>
          <p:spPr>
            <a:xfrm>
              <a:off x="4664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19" name="타원 15818">
              <a:extLst>
                <a:ext uri="{FF2B5EF4-FFF2-40B4-BE49-F238E27FC236}">
                  <a16:creationId xmlns:a16="http://schemas.microsoft.com/office/drawing/2014/main" id="{4A97C5C3-26E3-4B8C-A55A-A87FE224577F}"/>
                </a:ext>
              </a:extLst>
            </p:cNvPr>
            <p:cNvSpPr/>
            <p:nvPr/>
          </p:nvSpPr>
          <p:spPr>
            <a:xfrm>
              <a:off x="4817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0" name="타원 15819">
              <a:extLst>
                <a:ext uri="{FF2B5EF4-FFF2-40B4-BE49-F238E27FC236}">
                  <a16:creationId xmlns:a16="http://schemas.microsoft.com/office/drawing/2014/main" id="{5E7631C3-35CF-4A1D-93E6-826297507F9D}"/>
                </a:ext>
              </a:extLst>
            </p:cNvPr>
            <p:cNvSpPr/>
            <p:nvPr/>
          </p:nvSpPr>
          <p:spPr>
            <a:xfrm>
              <a:off x="4969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1" name="타원 15820">
              <a:extLst>
                <a:ext uri="{FF2B5EF4-FFF2-40B4-BE49-F238E27FC236}">
                  <a16:creationId xmlns:a16="http://schemas.microsoft.com/office/drawing/2014/main" id="{6E947D45-F1B5-43E7-B3B5-F2DC979D724F}"/>
                </a:ext>
              </a:extLst>
            </p:cNvPr>
            <p:cNvSpPr/>
            <p:nvPr/>
          </p:nvSpPr>
          <p:spPr>
            <a:xfrm>
              <a:off x="5122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2" name="타원 15821">
              <a:extLst>
                <a:ext uri="{FF2B5EF4-FFF2-40B4-BE49-F238E27FC236}">
                  <a16:creationId xmlns:a16="http://schemas.microsoft.com/office/drawing/2014/main" id="{F7240401-2866-4831-B99B-AD04B0C93A8A}"/>
                </a:ext>
              </a:extLst>
            </p:cNvPr>
            <p:cNvSpPr/>
            <p:nvPr/>
          </p:nvSpPr>
          <p:spPr>
            <a:xfrm>
              <a:off x="5274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3" name="타원 15822">
              <a:extLst>
                <a:ext uri="{FF2B5EF4-FFF2-40B4-BE49-F238E27FC236}">
                  <a16:creationId xmlns:a16="http://schemas.microsoft.com/office/drawing/2014/main" id="{C910A396-B8E5-44A3-8AA1-3B28A66A8820}"/>
                </a:ext>
              </a:extLst>
            </p:cNvPr>
            <p:cNvSpPr/>
            <p:nvPr/>
          </p:nvSpPr>
          <p:spPr>
            <a:xfrm>
              <a:off x="5426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4" name="타원 15823">
              <a:extLst>
                <a:ext uri="{FF2B5EF4-FFF2-40B4-BE49-F238E27FC236}">
                  <a16:creationId xmlns:a16="http://schemas.microsoft.com/office/drawing/2014/main" id="{8A0028C9-7EF8-4F85-8FCB-344A05D00F7B}"/>
                </a:ext>
              </a:extLst>
            </p:cNvPr>
            <p:cNvSpPr/>
            <p:nvPr/>
          </p:nvSpPr>
          <p:spPr>
            <a:xfrm>
              <a:off x="5579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5" name="타원 15824">
              <a:extLst>
                <a:ext uri="{FF2B5EF4-FFF2-40B4-BE49-F238E27FC236}">
                  <a16:creationId xmlns:a16="http://schemas.microsoft.com/office/drawing/2014/main" id="{0B7671DE-1504-4230-BE36-6C51184CE9C1}"/>
                </a:ext>
              </a:extLst>
            </p:cNvPr>
            <p:cNvSpPr/>
            <p:nvPr/>
          </p:nvSpPr>
          <p:spPr>
            <a:xfrm>
              <a:off x="5731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6" name="타원 15825">
              <a:extLst>
                <a:ext uri="{FF2B5EF4-FFF2-40B4-BE49-F238E27FC236}">
                  <a16:creationId xmlns:a16="http://schemas.microsoft.com/office/drawing/2014/main" id="{4D17855E-BD10-4C2A-BF9A-4C45442BBFD8}"/>
                </a:ext>
              </a:extLst>
            </p:cNvPr>
            <p:cNvSpPr/>
            <p:nvPr/>
          </p:nvSpPr>
          <p:spPr>
            <a:xfrm>
              <a:off x="245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7" name="타원 15826">
              <a:extLst>
                <a:ext uri="{FF2B5EF4-FFF2-40B4-BE49-F238E27FC236}">
                  <a16:creationId xmlns:a16="http://schemas.microsoft.com/office/drawing/2014/main" id="{ECF1B86A-792D-4974-80FC-0EEEC659801F}"/>
                </a:ext>
              </a:extLst>
            </p:cNvPr>
            <p:cNvSpPr/>
            <p:nvPr/>
          </p:nvSpPr>
          <p:spPr>
            <a:xfrm>
              <a:off x="397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8" name="타원 15827">
              <a:extLst>
                <a:ext uri="{FF2B5EF4-FFF2-40B4-BE49-F238E27FC236}">
                  <a16:creationId xmlns:a16="http://schemas.microsoft.com/office/drawing/2014/main" id="{DC4284AC-1C11-4D52-AECA-A17BF73C7920}"/>
                </a:ext>
              </a:extLst>
            </p:cNvPr>
            <p:cNvSpPr/>
            <p:nvPr/>
          </p:nvSpPr>
          <p:spPr>
            <a:xfrm>
              <a:off x="550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29" name="타원 15828">
              <a:extLst>
                <a:ext uri="{FF2B5EF4-FFF2-40B4-BE49-F238E27FC236}">
                  <a16:creationId xmlns:a16="http://schemas.microsoft.com/office/drawing/2014/main" id="{48ADD494-FC3F-4CDC-9DAC-7DDA479BF600}"/>
                </a:ext>
              </a:extLst>
            </p:cNvPr>
            <p:cNvSpPr/>
            <p:nvPr/>
          </p:nvSpPr>
          <p:spPr>
            <a:xfrm>
              <a:off x="702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0" name="타원 15829">
              <a:extLst>
                <a:ext uri="{FF2B5EF4-FFF2-40B4-BE49-F238E27FC236}">
                  <a16:creationId xmlns:a16="http://schemas.microsoft.com/office/drawing/2014/main" id="{818DBCFE-9B8E-49B1-AF07-2DDD4FC6D483}"/>
                </a:ext>
              </a:extLst>
            </p:cNvPr>
            <p:cNvSpPr/>
            <p:nvPr/>
          </p:nvSpPr>
          <p:spPr>
            <a:xfrm>
              <a:off x="854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1" name="타원 15830">
              <a:extLst>
                <a:ext uri="{FF2B5EF4-FFF2-40B4-BE49-F238E27FC236}">
                  <a16:creationId xmlns:a16="http://schemas.microsoft.com/office/drawing/2014/main" id="{314E286B-4C0D-4541-9768-6013478A45CC}"/>
                </a:ext>
              </a:extLst>
            </p:cNvPr>
            <p:cNvSpPr/>
            <p:nvPr/>
          </p:nvSpPr>
          <p:spPr>
            <a:xfrm>
              <a:off x="1007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2" name="타원 15831">
              <a:extLst>
                <a:ext uri="{FF2B5EF4-FFF2-40B4-BE49-F238E27FC236}">
                  <a16:creationId xmlns:a16="http://schemas.microsoft.com/office/drawing/2014/main" id="{DC059A13-F3A6-4453-8AE2-09C3F4198A64}"/>
                </a:ext>
              </a:extLst>
            </p:cNvPr>
            <p:cNvSpPr/>
            <p:nvPr/>
          </p:nvSpPr>
          <p:spPr>
            <a:xfrm>
              <a:off x="1159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3" name="타원 15832">
              <a:extLst>
                <a:ext uri="{FF2B5EF4-FFF2-40B4-BE49-F238E27FC236}">
                  <a16:creationId xmlns:a16="http://schemas.microsoft.com/office/drawing/2014/main" id="{4E487767-79C4-49C5-B534-9CE00421CCFB}"/>
                </a:ext>
              </a:extLst>
            </p:cNvPr>
            <p:cNvSpPr/>
            <p:nvPr/>
          </p:nvSpPr>
          <p:spPr>
            <a:xfrm>
              <a:off x="1312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4" name="타원 15833">
              <a:extLst>
                <a:ext uri="{FF2B5EF4-FFF2-40B4-BE49-F238E27FC236}">
                  <a16:creationId xmlns:a16="http://schemas.microsoft.com/office/drawing/2014/main" id="{007FB2F4-814C-46E2-A242-BF13E29C5FD7}"/>
                </a:ext>
              </a:extLst>
            </p:cNvPr>
            <p:cNvSpPr/>
            <p:nvPr/>
          </p:nvSpPr>
          <p:spPr>
            <a:xfrm>
              <a:off x="1464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5" name="타원 15834">
              <a:extLst>
                <a:ext uri="{FF2B5EF4-FFF2-40B4-BE49-F238E27FC236}">
                  <a16:creationId xmlns:a16="http://schemas.microsoft.com/office/drawing/2014/main" id="{1CF419FE-FE5C-4BD3-9A27-7089F0FB16C5}"/>
                </a:ext>
              </a:extLst>
            </p:cNvPr>
            <p:cNvSpPr/>
            <p:nvPr/>
          </p:nvSpPr>
          <p:spPr>
            <a:xfrm>
              <a:off x="1616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6" name="타원 15835">
              <a:extLst>
                <a:ext uri="{FF2B5EF4-FFF2-40B4-BE49-F238E27FC236}">
                  <a16:creationId xmlns:a16="http://schemas.microsoft.com/office/drawing/2014/main" id="{89917ECC-7ED6-4DFD-97AA-49CE281DABD0}"/>
                </a:ext>
              </a:extLst>
            </p:cNvPr>
            <p:cNvSpPr/>
            <p:nvPr/>
          </p:nvSpPr>
          <p:spPr>
            <a:xfrm>
              <a:off x="1769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7" name="타원 15836">
              <a:extLst>
                <a:ext uri="{FF2B5EF4-FFF2-40B4-BE49-F238E27FC236}">
                  <a16:creationId xmlns:a16="http://schemas.microsoft.com/office/drawing/2014/main" id="{1ABB426F-E4BF-43FB-B35F-9B03C8F508B5}"/>
                </a:ext>
              </a:extLst>
            </p:cNvPr>
            <p:cNvSpPr/>
            <p:nvPr/>
          </p:nvSpPr>
          <p:spPr>
            <a:xfrm>
              <a:off x="1921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8" name="타원 15837">
              <a:extLst>
                <a:ext uri="{FF2B5EF4-FFF2-40B4-BE49-F238E27FC236}">
                  <a16:creationId xmlns:a16="http://schemas.microsoft.com/office/drawing/2014/main" id="{2CB48699-E39D-4656-9E40-AECDB29E8253}"/>
                </a:ext>
              </a:extLst>
            </p:cNvPr>
            <p:cNvSpPr/>
            <p:nvPr/>
          </p:nvSpPr>
          <p:spPr>
            <a:xfrm>
              <a:off x="2074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39" name="타원 15838">
              <a:extLst>
                <a:ext uri="{FF2B5EF4-FFF2-40B4-BE49-F238E27FC236}">
                  <a16:creationId xmlns:a16="http://schemas.microsoft.com/office/drawing/2014/main" id="{2D22F19E-EB13-4794-9A70-B8F4E3E1164E}"/>
                </a:ext>
              </a:extLst>
            </p:cNvPr>
            <p:cNvSpPr/>
            <p:nvPr/>
          </p:nvSpPr>
          <p:spPr>
            <a:xfrm>
              <a:off x="2226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0" name="타원 15839">
              <a:extLst>
                <a:ext uri="{FF2B5EF4-FFF2-40B4-BE49-F238E27FC236}">
                  <a16:creationId xmlns:a16="http://schemas.microsoft.com/office/drawing/2014/main" id="{F4CFB574-083B-4111-A432-F9D068AD6CB4}"/>
                </a:ext>
              </a:extLst>
            </p:cNvPr>
            <p:cNvSpPr/>
            <p:nvPr/>
          </p:nvSpPr>
          <p:spPr>
            <a:xfrm>
              <a:off x="2378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1" name="타원 15840">
              <a:extLst>
                <a:ext uri="{FF2B5EF4-FFF2-40B4-BE49-F238E27FC236}">
                  <a16:creationId xmlns:a16="http://schemas.microsoft.com/office/drawing/2014/main" id="{0A0EDC5A-BABF-4FB9-B509-C9CFF7ADE221}"/>
                </a:ext>
              </a:extLst>
            </p:cNvPr>
            <p:cNvSpPr/>
            <p:nvPr/>
          </p:nvSpPr>
          <p:spPr>
            <a:xfrm>
              <a:off x="2531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2" name="타원 15841">
              <a:extLst>
                <a:ext uri="{FF2B5EF4-FFF2-40B4-BE49-F238E27FC236}">
                  <a16:creationId xmlns:a16="http://schemas.microsoft.com/office/drawing/2014/main" id="{5CBC104B-642D-41E7-801A-62ED6A918C35}"/>
                </a:ext>
              </a:extLst>
            </p:cNvPr>
            <p:cNvSpPr/>
            <p:nvPr/>
          </p:nvSpPr>
          <p:spPr>
            <a:xfrm>
              <a:off x="2683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3" name="타원 15842">
              <a:extLst>
                <a:ext uri="{FF2B5EF4-FFF2-40B4-BE49-F238E27FC236}">
                  <a16:creationId xmlns:a16="http://schemas.microsoft.com/office/drawing/2014/main" id="{25422C05-48D0-4A4B-9FF2-F7B80477E6DF}"/>
                </a:ext>
              </a:extLst>
            </p:cNvPr>
            <p:cNvSpPr/>
            <p:nvPr/>
          </p:nvSpPr>
          <p:spPr>
            <a:xfrm>
              <a:off x="2836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4" name="타원 15843">
              <a:extLst>
                <a:ext uri="{FF2B5EF4-FFF2-40B4-BE49-F238E27FC236}">
                  <a16:creationId xmlns:a16="http://schemas.microsoft.com/office/drawing/2014/main" id="{02B7566B-4AF3-4440-88C7-06ED635F2283}"/>
                </a:ext>
              </a:extLst>
            </p:cNvPr>
            <p:cNvSpPr/>
            <p:nvPr/>
          </p:nvSpPr>
          <p:spPr>
            <a:xfrm>
              <a:off x="2988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5" name="타원 15844">
              <a:extLst>
                <a:ext uri="{FF2B5EF4-FFF2-40B4-BE49-F238E27FC236}">
                  <a16:creationId xmlns:a16="http://schemas.microsoft.com/office/drawing/2014/main" id="{021C50DA-DD48-48CF-A2A8-08D323CB33DB}"/>
                </a:ext>
              </a:extLst>
            </p:cNvPr>
            <p:cNvSpPr/>
            <p:nvPr/>
          </p:nvSpPr>
          <p:spPr>
            <a:xfrm>
              <a:off x="3140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6" name="타원 15845">
              <a:extLst>
                <a:ext uri="{FF2B5EF4-FFF2-40B4-BE49-F238E27FC236}">
                  <a16:creationId xmlns:a16="http://schemas.microsoft.com/office/drawing/2014/main" id="{27A5943F-B936-4C2E-9823-2AED046A1672}"/>
                </a:ext>
              </a:extLst>
            </p:cNvPr>
            <p:cNvSpPr/>
            <p:nvPr/>
          </p:nvSpPr>
          <p:spPr>
            <a:xfrm>
              <a:off x="3293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7" name="타원 15846">
              <a:extLst>
                <a:ext uri="{FF2B5EF4-FFF2-40B4-BE49-F238E27FC236}">
                  <a16:creationId xmlns:a16="http://schemas.microsoft.com/office/drawing/2014/main" id="{6969F405-5406-45D5-9FE0-627CE15394A1}"/>
                </a:ext>
              </a:extLst>
            </p:cNvPr>
            <p:cNvSpPr/>
            <p:nvPr/>
          </p:nvSpPr>
          <p:spPr>
            <a:xfrm>
              <a:off x="3445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8" name="타원 15847">
              <a:extLst>
                <a:ext uri="{FF2B5EF4-FFF2-40B4-BE49-F238E27FC236}">
                  <a16:creationId xmlns:a16="http://schemas.microsoft.com/office/drawing/2014/main" id="{71D55384-865D-4C52-920C-275B0656ADAF}"/>
                </a:ext>
              </a:extLst>
            </p:cNvPr>
            <p:cNvSpPr/>
            <p:nvPr/>
          </p:nvSpPr>
          <p:spPr>
            <a:xfrm>
              <a:off x="3598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49" name="타원 15848">
              <a:extLst>
                <a:ext uri="{FF2B5EF4-FFF2-40B4-BE49-F238E27FC236}">
                  <a16:creationId xmlns:a16="http://schemas.microsoft.com/office/drawing/2014/main" id="{D81DD61A-0381-45A3-AA7E-BCBAA178549B}"/>
                </a:ext>
              </a:extLst>
            </p:cNvPr>
            <p:cNvSpPr/>
            <p:nvPr/>
          </p:nvSpPr>
          <p:spPr>
            <a:xfrm>
              <a:off x="3750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0" name="타원 15849">
              <a:extLst>
                <a:ext uri="{FF2B5EF4-FFF2-40B4-BE49-F238E27FC236}">
                  <a16:creationId xmlns:a16="http://schemas.microsoft.com/office/drawing/2014/main" id="{BA101F40-ACCC-42C1-BEC0-585B709F68A4}"/>
                </a:ext>
              </a:extLst>
            </p:cNvPr>
            <p:cNvSpPr/>
            <p:nvPr/>
          </p:nvSpPr>
          <p:spPr>
            <a:xfrm>
              <a:off x="3902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1" name="타원 15850">
              <a:extLst>
                <a:ext uri="{FF2B5EF4-FFF2-40B4-BE49-F238E27FC236}">
                  <a16:creationId xmlns:a16="http://schemas.microsoft.com/office/drawing/2014/main" id="{193268EF-BC23-4512-BF28-D4324ACD560D}"/>
                </a:ext>
              </a:extLst>
            </p:cNvPr>
            <p:cNvSpPr/>
            <p:nvPr/>
          </p:nvSpPr>
          <p:spPr>
            <a:xfrm>
              <a:off x="4055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2" name="타원 15851">
              <a:extLst>
                <a:ext uri="{FF2B5EF4-FFF2-40B4-BE49-F238E27FC236}">
                  <a16:creationId xmlns:a16="http://schemas.microsoft.com/office/drawing/2014/main" id="{B64E09B8-6EBD-4A25-A0C8-26A29E9DE380}"/>
                </a:ext>
              </a:extLst>
            </p:cNvPr>
            <p:cNvSpPr/>
            <p:nvPr/>
          </p:nvSpPr>
          <p:spPr>
            <a:xfrm>
              <a:off x="4207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3" name="타원 15852">
              <a:extLst>
                <a:ext uri="{FF2B5EF4-FFF2-40B4-BE49-F238E27FC236}">
                  <a16:creationId xmlns:a16="http://schemas.microsoft.com/office/drawing/2014/main" id="{4A8A723C-2C32-4D55-A0E3-9A96F2378C19}"/>
                </a:ext>
              </a:extLst>
            </p:cNvPr>
            <p:cNvSpPr/>
            <p:nvPr/>
          </p:nvSpPr>
          <p:spPr>
            <a:xfrm>
              <a:off x="4360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4" name="타원 15853">
              <a:extLst>
                <a:ext uri="{FF2B5EF4-FFF2-40B4-BE49-F238E27FC236}">
                  <a16:creationId xmlns:a16="http://schemas.microsoft.com/office/drawing/2014/main" id="{CC9B4BCF-265C-43DF-941E-BA88467756CC}"/>
                </a:ext>
              </a:extLst>
            </p:cNvPr>
            <p:cNvSpPr/>
            <p:nvPr/>
          </p:nvSpPr>
          <p:spPr>
            <a:xfrm>
              <a:off x="4512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5" name="타원 15854">
              <a:extLst>
                <a:ext uri="{FF2B5EF4-FFF2-40B4-BE49-F238E27FC236}">
                  <a16:creationId xmlns:a16="http://schemas.microsoft.com/office/drawing/2014/main" id="{CE9AD1BA-0693-41F5-ACB5-B74583DA3B57}"/>
                </a:ext>
              </a:extLst>
            </p:cNvPr>
            <p:cNvSpPr/>
            <p:nvPr/>
          </p:nvSpPr>
          <p:spPr>
            <a:xfrm>
              <a:off x="4664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6" name="타원 15855">
              <a:extLst>
                <a:ext uri="{FF2B5EF4-FFF2-40B4-BE49-F238E27FC236}">
                  <a16:creationId xmlns:a16="http://schemas.microsoft.com/office/drawing/2014/main" id="{7CE28969-9677-4F5C-B83A-0B065122D77B}"/>
                </a:ext>
              </a:extLst>
            </p:cNvPr>
            <p:cNvSpPr/>
            <p:nvPr/>
          </p:nvSpPr>
          <p:spPr>
            <a:xfrm>
              <a:off x="4817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7" name="타원 15856">
              <a:extLst>
                <a:ext uri="{FF2B5EF4-FFF2-40B4-BE49-F238E27FC236}">
                  <a16:creationId xmlns:a16="http://schemas.microsoft.com/office/drawing/2014/main" id="{45AC8982-AB60-4065-9E06-B88B29F87FC7}"/>
                </a:ext>
              </a:extLst>
            </p:cNvPr>
            <p:cNvSpPr/>
            <p:nvPr/>
          </p:nvSpPr>
          <p:spPr>
            <a:xfrm>
              <a:off x="4969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8" name="타원 15857">
              <a:extLst>
                <a:ext uri="{FF2B5EF4-FFF2-40B4-BE49-F238E27FC236}">
                  <a16:creationId xmlns:a16="http://schemas.microsoft.com/office/drawing/2014/main" id="{F87772AF-A76A-450B-8483-BB8D6283F22F}"/>
                </a:ext>
              </a:extLst>
            </p:cNvPr>
            <p:cNvSpPr/>
            <p:nvPr/>
          </p:nvSpPr>
          <p:spPr>
            <a:xfrm>
              <a:off x="5122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59" name="타원 15858">
              <a:extLst>
                <a:ext uri="{FF2B5EF4-FFF2-40B4-BE49-F238E27FC236}">
                  <a16:creationId xmlns:a16="http://schemas.microsoft.com/office/drawing/2014/main" id="{F0297DA4-6CD7-4C0B-BEA0-1982542AD026}"/>
                </a:ext>
              </a:extLst>
            </p:cNvPr>
            <p:cNvSpPr/>
            <p:nvPr/>
          </p:nvSpPr>
          <p:spPr>
            <a:xfrm>
              <a:off x="5274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0" name="타원 15859">
              <a:extLst>
                <a:ext uri="{FF2B5EF4-FFF2-40B4-BE49-F238E27FC236}">
                  <a16:creationId xmlns:a16="http://schemas.microsoft.com/office/drawing/2014/main" id="{943DDC8D-BB57-4375-ADFC-5D536D4E851F}"/>
                </a:ext>
              </a:extLst>
            </p:cNvPr>
            <p:cNvSpPr/>
            <p:nvPr/>
          </p:nvSpPr>
          <p:spPr>
            <a:xfrm>
              <a:off x="5426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1" name="타원 15860">
              <a:extLst>
                <a:ext uri="{FF2B5EF4-FFF2-40B4-BE49-F238E27FC236}">
                  <a16:creationId xmlns:a16="http://schemas.microsoft.com/office/drawing/2014/main" id="{556C5073-317F-4FB4-B037-B396FE6BC0C1}"/>
                </a:ext>
              </a:extLst>
            </p:cNvPr>
            <p:cNvSpPr/>
            <p:nvPr/>
          </p:nvSpPr>
          <p:spPr>
            <a:xfrm>
              <a:off x="5579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2" name="타원 15861">
              <a:extLst>
                <a:ext uri="{FF2B5EF4-FFF2-40B4-BE49-F238E27FC236}">
                  <a16:creationId xmlns:a16="http://schemas.microsoft.com/office/drawing/2014/main" id="{FE3CAB45-F940-4DEE-BF84-6ED956E8725C}"/>
                </a:ext>
              </a:extLst>
            </p:cNvPr>
            <p:cNvSpPr/>
            <p:nvPr/>
          </p:nvSpPr>
          <p:spPr>
            <a:xfrm>
              <a:off x="5731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3" name="타원 15862">
              <a:extLst>
                <a:ext uri="{FF2B5EF4-FFF2-40B4-BE49-F238E27FC236}">
                  <a16:creationId xmlns:a16="http://schemas.microsoft.com/office/drawing/2014/main" id="{C7556E7D-BD49-4969-AEFF-BE2EA0282D1E}"/>
                </a:ext>
              </a:extLst>
            </p:cNvPr>
            <p:cNvSpPr/>
            <p:nvPr/>
          </p:nvSpPr>
          <p:spPr>
            <a:xfrm>
              <a:off x="245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4" name="타원 15863">
              <a:extLst>
                <a:ext uri="{FF2B5EF4-FFF2-40B4-BE49-F238E27FC236}">
                  <a16:creationId xmlns:a16="http://schemas.microsoft.com/office/drawing/2014/main" id="{50E72B65-5D6F-4303-AEDC-F4D88EC98552}"/>
                </a:ext>
              </a:extLst>
            </p:cNvPr>
            <p:cNvSpPr/>
            <p:nvPr/>
          </p:nvSpPr>
          <p:spPr>
            <a:xfrm>
              <a:off x="397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5" name="타원 15864">
              <a:extLst>
                <a:ext uri="{FF2B5EF4-FFF2-40B4-BE49-F238E27FC236}">
                  <a16:creationId xmlns:a16="http://schemas.microsoft.com/office/drawing/2014/main" id="{6CDF5251-FD93-44FF-97BF-BFEA0BDD9579}"/>
                </a:ext>
              </a:extLst>
            </p:cNvPr>
            <p:cNvSpPr/>
            <p:nvPr/>
          </p:nvSpPr>
          <p:spPr>
            <a:xfrm>
              <a:off x="550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6" name="타원 15865">
              <a:extLst>
                <a:ext uri="{FF2B5EF4-FFF2-40B4-BE49-F238E27FC236}">
                  <a16:creationId xmlns:a16="http://schemas.microsoft.com/office/drawing/2014/main" id="{425F10CB-AB01-4F87-817A-BDE6F57A8FC2}"/>
                </a:ext>
              </a:extLst>
            </p:cNvPr>
            <p:cNvSpPr/>
            <p:nvPr/>
          </p:nvSpPr>
          <p:spPr>
            <a:xfrm>
              <a:off x="702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7" name="타원 15866">
              <a:extLst>
                <a:ext uri="{FF2B5EF4-FFF2-40B4-BE49-F238E27FC236}">
                  <a16:creationId xmlns:a16="http://schemas.microsoft.com/office/drawing/2014/main" id="{32DB0FAD-DF74-4349-86DA-A5FA61CE068F}"/>
                </a:ext>
              </a:extLst>
            </p:cNvPr>
            <p:cNvSpPr/>
            <p:nvPr/>
          </p:nvSpPr>
          <p:spPr>
            <a:xfrm>
              <a:off x="854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8" name="타원 15867">
              <a:extLst>
                <a:ext uri="{FF2B5EF4-FFF2-40B4-BE49-F238E27FC236}">
                  <a16:creationId xmlns:a16="http://schemas.microsoft.com/office/drawing/2014/main" id="{6E33EEFE-B415-4558-86F4-DF1B8594E8C3}"/>
                </a:ext>
              </a:extLst>
            </p:cNvPr>
            <p:cNvSpPr/>
            <p:nvPr/>
          </p:nvSpPr>
          <p:spPr>
            <a:xfrm>
              <a:off x="1007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69" name="타원 15868">
              <a:extLst>
                <a:ext uri="{FF2B5EF4-FFF2-40B4-BE49-F238E27FC236}">
                  <a16:creationId xmlns:a16="http://schemas.microsoft.com/office/drawing/2014/main" id="{56880E77-53F2-4AE5-A881-22868EADE864}"/>
                </a:ext>
              </a:extLst>
            </p:cNvPr>
            <p:cNvSpPr/>
            <p:nvPr/>
          </p:nvSpPr>
          <p:spPr>
            <a:xfrm>
              <a:off x="1159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0" name="타원 15869">
              <a:extLst>
                <a:ext uri="{FF2B5EF4-FFF2-40B4-BE49-F238E27FC236}">
                  <a16:creationId xmlns:a16="http://schemas.microsoft.com/office/drawing/2014/main" id="{F1641D38-3CF8-47A9-910E-4E87C0A74709}"/>
                </a:ext>
              </a:extLst>
            </p:cNvPr>
            <p:cNvSpPr/>
            <p:nvPr/>
          </p:nvSpPr>
          <p:spPr>
            <a:xfrm>
              <a:off x="1312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1" name="타원 15870">
              <a:extLst>
                <a:ext uri="{FF2B5EF4-FFF2-40B4-BE49-F238E27FC236}">
                  <a16:creationId xmlns:a16="http://schemas.microsoft.com/office/drawing/2014/main" id="{B87AEE9B-FA14-48CD-9BB0-762E4F92E695}"/>
                </a:ext>
              </a:extLst>
            </p:cNvPr>
            <p:cNvSpPr/>
            <p:nvPr/>
          </p:nvSpPr>
          <p:spPr>
            <a:xfrm>
              <a:off x="1464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2" name="타원 15871">
              <a:extLst>
                <a:ext uri="{FF2B5EF4-FFF2-40B4-BE49-F238E27FC236}">
                  <a16:creationId xmlns:a16="http://schemas.microsoft.com/office/drawing/2014/main" id="{F84927B6-5C7F-4A19-9D2F-A4004B59BDB5}"/>
                </a:ext>
              </a:extLst>
            </p:cNvPr>
            <p:cNvSpPr/>
            <p:nvPr/>
          </p:nvSpPr>
          <p:spPr>
            <a:xfrm>
              <a:off x="1616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3" name="타원 15872">
              <a:extLst>
                <a:ext uri="{FF2B5EF4-FFF2-40B4-BE49-F238E27FC236}">
                  <a16:creationId xmlns:a16="http://schemas.microsoft.com/office/drawing/2014/main" id="{99CB9FAF-4225-4E25-B4F7-9DD0CAF2575F}"/>
                </a:ext>
              </a:extLst>
            </p:cNvPr>
            <p:cNvSpPr/>
            <p:nvPr/>
          </p:nvSpPr>
          <p:spPr>
            <a:xfrm>
              <a:off x="1769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4" name="타원 15873">
              <a:extLst>
                <a:ext uri="{FF2B5EF4-FFF2-40B4-BE49-F238E27FC236}">
                  <a16:creationId xmlns:a16="http://schemas.microsoft.com/office/drawing/2014/main" id="{8145468A-B7FD-40EC-A216-173846A398E6}"/>
                </a:ext>
              </a:extLst>
            </p:cNvPr>
            <p:cNvSpPr/>
            <p:nvPr/>
          </p:nvSpPr>
          <p:spPr>
            <a:xfrm>
              <a:off x="1921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5" name="타원 15874">
              <a:extLst>
                <a:ext uri="{FF2B5EF4-FFF2-40B4-BE49-F238E27FC236}">
                  <a16:creationId xmlns:a16="http://schemas.microsoft.com/office/drawing/2014/main" id="{88FAEBFD-2DC8-4135-9582-2CD82B426F90}"/>
                </a:ext>
              </a:extLst>
            </p:cNvPr>
            <p:cNvSpPr/>
            <p:nvPr/>
          </p:nvSpPr>
          <p:spPr>
            <a:xfrm>
              <a:off x="2074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6" name="타원 15875">
              <a:extLst>
                <a:ext uri="{FF2B5EF4-FFF2-40B4-BE49-F238E27FC236}">
                  <a16:creationId xmlns:a16="http://schemas.microsoft.com/office/drawing/2014/main" id="{D263EF5A-64B6-47CF-80F1-92E54CCC074B}"/>
                </a:ext>
              </a:extLst>
            </p:cNvPr>
            <p:cNvSpPr/>
            <p:nvPr/>
          </p:nvSpPr>
          <p:spPr>
            <a:xfrm>
              <a:off x="2226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7" name="타원 15876">
              <a:extLst>
                <a:ext uri="{FF2B5EF4-FFF2-40B4-BE49-F238E27FC236}">
                  <a16:creationId xmlns:a16="http://schemas.microsoft.com/office/drawing/2014/main" id="{DEFF0C8A-EDE4-43AF-AC0A-6487128E945B}"/>
                </a:ext>
              </a:extLst>
            </p:cNvPr>
            <p:cNvSpPr/>
            <p:nvPr/>
          </p:nvSpPr>
          <p:spPr>
            <a:xfrm>
              <a:off x="2378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8" name="타원 15877">
              <a:extLst>
                <a:ext uri="{FF2B5EF4-FFF2-40B4-BE49-F238E27FC236}">
                  <a16:creationId xmlns:a16="http://schemas.microsoft.com/office/drawing/2014/main" id="{08D6E811-233F-44A7-9340-A24B474BD20E}"/>
                </a:ext>
              </a:extLst>
            </p:cNvPr>
            <p:cNvSpPr/>
            <p:nvPr/>
          </p:nvSpPr>
          <p:spPr>
            <a:xfrm>
              <a:off x="2531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79" name="타원 15878">
              <a:extLst>
                <a:ext uri="{FF2B5EF4-FFF2-40B4-BE49-F238E27FC236}">
                  <a16:creationId xmlns:a16="http://schemas.microsoft.com/office/drawing/2014/main" id="{209529AB-E67E-4534-B117-DB6AA1E33DA2}"/>
                </a:ext>
              </a:extLst>
            </p:cNvPr>
            <p:cNvSpPr/>
            <p:nvPr/>
          </p:nvSpPr>
          <p:spPr>
            <a:xfrm>
              <a:off x="2683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0" name="타원 15879">
              <a:extLst>
                <a:ext uri="{FF2B5EF4-FFF2-40B4-BE49-F238E27FC236}">
                  <a16:creationId xmlns:a16="http://schemas.microsoft.com/office/drawing/2014/main" id="{3510B80A-D998-4450-A1F4-281FEAF674EE}"/>
                </a:ext>
              </a:extLst>
            </p:cNvPr>
            <p:cNvSpPr/>
            <p:nvPr/>
          </p:nvSpPr>
          <p:spPr>
            <a:xfrm>
              <a:off x="2836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1" name="타원 15880">
              <a:extLst>
                <a:ext uri="{FF2B5EF4-FFF2-40B4-BE49-F238E27FC236}">
                  <a16:creationId xmlns:a16="http://schemas.microsoft.com/office/drawing/2014/main" id="{97276E99-2B36-4C75-ABB5-C77D78BCC352}"/>
                </a:ext>
              </a:extLst>
            </p:cNvPr>
            <p:cNvSpPr/>
            <p:nvPr/>
          </p:nvSpPr>
          <p:spPr>
            <a:xfrm>
              <a:off x="2988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2" name="타원 15881">
              <a:extLst>
                <a:ext uri="{FF2B5EF4-FFF2-40B4-BE49-F238E27FC236}">
                  <a16:creationId xmlns:a16="http://schemas.microsoft.com/office/drawing/2014/main" id="{CF6FA0E0-6A90-4470-9209-EDB04660D95C}"/>
                </a:ext>
              </a:extLst>
            </p:cNvPr>
            <p:cNvSpPr/>
            <p:nvPr/>
          </p:nvSpPr>
          <p:spPr>
            <a:xfrm>
              <a:off x="3140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3" name="타원 15882">
              <a:extLst>
                <a:ext uri="{FF2B5EF4-FFF2-40B4-BE49-F238E27FC236}">
                  <a16:creationId xmlns:a16="http://schemas.microsoft.com/office/drawing/2014/main" id="{4EDB0A4C-3E8D-43EA-8C47-C5336B179215}"/>
                </a:ext>
              </a:extLst>
            </p:cNvPr>
            <p:cNvSpPr/>
            <p:nvPr/>
          </p:nvSpPr>
          <p:spPr>
            <a:xfrm>
              <a:off x="3293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4" name="타원 15883">
              <a:extLst>
                <a:ext uri="{FF2B5EF4-FFF2-40B4-BE49-F238E27FC236}">
                  <a16:creationId xmlns:a16="http://schemas.microsoft.com/office/drawing/2014/main" id="{3E94ACFC-CB39-42D4-BF7D-80D77A6790B8}"/>
                </a:ext>
              </a:extLst>
            </p:cNvPr>
            <p:cNvSpPr/>
            <p:nvPr/>
          </p:nvSpPr>
          <p:spPr>
            <a:xfrm>
              <a:off x="3445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5" name="타원 15884">
              <a:extLst>
                <a:ext uri="{FF2B5EF4-FFF2-40B4-BE49-F238E27FC236}">
                  <a16:creationId xmlns:a16="http://schemas.microsoft.com/office/drawing/2014/main" id="{FAE704BC-76EF-4494-A29A-19A6F7B81D86}"/>
                </a:ext>
              </a:extLst>
            </p:cNvPr>
            <p:cNvSpPr/>
            <p:nvPr/>
          </p:nvSpPr>
          <p:spPr>
            <a:xfrm>
              <a:off x="3598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6" name="타원 15885">
              <a:extLst>
                <a:ext uri="{FF2B5EF4-FFF2-40B4-BE49-F238E27FC236}">
                  <a16:creationId xmlns:a16="http://schemas.microsoft.com/office/drawing/2014/main" id="{D9B1D8EA-CE43-47D3-B534-AF9F243CEC04}"/>
                </a:ext>
              </a:extLst>
            </p:cNvPr>
            <p:cNvSpPr/>
            <p:nvPr/>
          </p:nvSpPr>
          <p:spPr>
            <a:xfrm>
              <a:off x="3750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7" name="타원 15886">
              <a:extLst>
                <a:ext uri="{FF2B5EF4-FFF2-40B4-BE49-F238E27FC236}">
                  <a16:creationId xmlns:a16="http://schemas.microsoft.com/office/drawing/2014/main" id="{ED944895-FF0B-4F8C-BBBE-BB7F733270C0}"/>
                </a:ext>
              </a:extLst>
            </p:cNvPr>
            <p:cNvSpPr/>
            <p:nvPr/>
          </p:nvSpPr>
          <p:spPr>
            <a:xfrm>
              <a:off x="3902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8" name="타원 15887">
              <a:extLst>
                <a:ext uri="{FF2B5EF4-FFF2-40B4-BE49-F238E27FC236}">
                  <a16:creationId xmlns:a16="http://schemas.microsoft.com/office/drawing/2014/main" id="{674EA62E-2185-4AB1-BD1D-65F87407FBDF}"/>
                </a:ext>
              </a:extLst>
            </p:cNvPr>
            <p:cNvSpPr/>
            <p:nvPr/>
          </p:nvSpPr>
          <p:spPr>
            <a:xfrm>
              <a:off x="4055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89" name="타원 15888">
              <a:extLst>
                <a:ext uri="{FF2B5EF4-FFF2-40B4-BE49-F238E27FC236}">
                  <a16:creationId xmlns:a16="http://schemas.microsoft.com/office/drawing/2014/main" id="{38687492-AF86-4318-8542-D076C1E5AE1A}"/>
                </a:ext>
              </a:extLst>
            </p:cNvPr>
            <p:cNvSpPr/>
            <p:nvPr/>
          </p:nvSpPr>
          <p:spPr>
            <a:xfrm>
              <a:off x="4207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0" name="타원 15889">
              <a:extLst>
                <a:ext uri="{FF2B5EF4-FFF2-40B4-BE49-F238E27FC236}">
                  <a16:creationId xmlns:a16="http://schemas.microsoft.com/office/drawing/2014/main" id="{846E5341-D089-482F-9F03-9E978636151F}"/>
                </a:ext>
              </a:extLst>
            </p:cNvPr>
            <p:cNvSpPr/>
            <p:nvPr/>
          </p:nvSpPr>
          <p:spPr>
            <a:xfrm>
              <a:off x="4360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1" name="타원 15890">
              <a:extLst>
                <a:ext uri="{FF2B5EF4-FFF2-40B4-BE49-F238E27FC236}">
                  <a16:creationId xmlns:a16="http://schemas.microsoft.com/office/drawing/2014/main" id="{46E9EC4C-5ED6-4DFE-86D7-B8FA6A49A622}"/>
                </a:ext>
              </a:extLst>
            </p:cNvPr>
            <p:cNvSpPr/>
            <p:nvPr/>
          </p:nvSpPr>
          <p:spPr>
            <a:xfrm>
              <a:off x="4512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2" name="타원 15891">
              <a:extLst>
                <a:ext uri="{FF2B5EF4-FFF2-40B4-BE49-F238E27FC236}">
                  <a16:creationId xmlns:a16="http://schemas.microsoft.com/office/drawing/2014/main" id="{D889A27B-2CCA-4144-897F-D3F19B35A21A}"/>
                </a:ext>
              </a:extLst>
            </p:cNvPr>
            <p:cNvSpPr/>
            <p:nvPr/>
          </p:nvSpPr>
          <p:spPr>
            <a:xfrm>
              <a:off x="4664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3" name="타원 15892">
              <a:extLst>
                <a:ext uri="{FF2B5EF4-FFF2-40B4-BE49-F238E27FC236}">
                  <a16:creationId xmlns:a16="http://schemas.microsoft.com/office/drawing/2014/main" id="{16F0A085-4DF6-49E4-8C96-CF08996A8D17}"/>
                </a:ext>
              </a:extLst>
            </p:cNvPr>
            <p:cNvSpPr/>
            <p:nvPr/>
          </p:nvSpPr>
          <p:spPr>
            <a:xfrm>
              <a:off x="4817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4" name="타원 15893">
              <a:extLst>
                <a:ext uri="{FF2B5EF4-FFF2-40B4-BE49-F238E27FC236}">
                  <a16:creationId xmlns:a16="http://schemas.microsoft.com/office/drawing/2014/main" id="{389C9C32-08CA-4285-8E7B-5FBAADEAF598}"/>
                </a:ext>
              </a:extLst>
            </p:cNvPr>
            <p:cNvSpPr/>
            <p:nvPr/>
          </p:nvSpPr>
          <p:spPr>
            <a:xfrm>
              <a:off x="4969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5" name="타원 15894">
              <a:extLst>
                <a:ext uri="{FF2B5EF4-FFF2-40B4-BE49-F238E27FC236}">
                  <a16:creationId xmlns:a16="http://schemas.microsoft.com/office/drawing/2014/main" id="{9616589E-F321-430B-82EE-D2C61F4475D7}"/>
                </a:ext>
              </a:extLst>
            </p:cNvPr>
            <p:cNvSpPr/>
            <p:nvPr/>
          </p:nvSpPr>
          <p:spPr>
            <a:xfrm>
              <a:off x="5122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6" name="타원 15895">
              <a:extLst>
                <a:ext uri="{FF2B5EF4-FFF2-40B4-BE49-F238E27FC236}">
                  <a16:creationId xmlns:a16="http://schemas.microsoft.com/office/drawing/2014/main" id="{861BE979-0C36-47D0-97EB-B094AED6C408}"/>
                </a:ext>
              </a:extLst>
            </p:cNvPr>
            <p:cNvSpPr/>
            <p:nvPr/>
          </p:nvSpPr>
          <p:spPr>
            <a:xfrm>
              <a:off x="5274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7" name="타원 15896">
              <a:extLst>
                <a:ext uri="{FF2B5EF4-FFF2-40B4-BE49-F238E27FC236}">
                  <a16:creationId xmlns:a16="http://schemas.microsoft.com/office/drawing/2014/main" id="{E339E697-F71A-489E-871B-4198985B8224}"/>
                </a:ext>
              </a:extLst>
            </p:cNvPr>
            <p:cNvSpPr/>
            <p:nvPr/>
          </p:nvSpPr>
          <p:spPr>
            <a:xfrm>
              <a:off x="5426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8" name="타원 15897">
              <a:extLst>
                <a:ext uri="{FF2B5EF4-FFF2-40B4-BE49-F238E27FC236}">
                  <a16:creationId xmlns:a16="http://schemas.microsoft.com/office/drawing/2014/main" id="{7D49F156-13CF-4C79-B08E-51CF43C789E4}"/>
                </a:ext>
              </a:extLst>
            </p:cNvPr>
            <p:cNvSpPr/>
            <p:nvPr/>
          </p:nvSpPr>
          <p:spPr>
            <a:xfrm>
              <a:off x="5579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99" name="타원 15898">
              <a:extLst>
                <a:ext uri="{FF2B5EF4-FFF2-40B4-BE49-F238E27FC236}">
                  <a16:creationId xmlns:a16="http://schemas.microsoft.com/office/drawing/2014/main" id="{DA6D16FD-9259-46C8-ABE3-51BEBFD34DDE}"/>
                </a:ext>
              </a:extLst>
            </p:cNvPr>
            <p:cNvSpPr/>
            <p:nvPr/>
          </p:nvSpPr>
          <p:spPr>
            <a:xfrm>
              <a:off x="5731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0" name="타원 15899">
              <a:extLst>
                <a:ext uri="{FF2B5EF4-FFF2-40B4-BE49-F238E27FC236}">
                  <a16:creationId xmlns:a16="http://schemas.microsoft.com/office/drawing/2014/main" id="{78B40259-E40B-48B1-A2D0-2FD25262F8F6}"/>
                </a:ext>
              </a:extLst>
            </p:cNvPr>
            <p:cNvSpPr/>
            <p:nvPr/>
          </p:nvSpPr>
          <p:spPr>
            <a:xfrm>
              <a:off x="245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1" name="타원 15900">
              <a:extLst>
                <a:ext uri="{FF2B5EF4-FFF2-40B4-BE49-F238E27FC236}">
                  <a16:creationId xmlns:a16="http://schemas.microsoft.com/office/drawing/2014/main" id="{69ED383B-B09D-45F4-B3E2-5D29F69F7CFD}"/>
                </a:ext>
              </a:extLst>
            </p:cNvPr>
            <p:cNvSpPr/>
            <p:nvPr/>
          </p:nvSpPr>
          <p:spPr>
            <a:xfrm>
              <a:off x="397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2" name="타원 15901">
              <a:extLst>
                <a:ext uri="{FF2B5EF4-FFF2-40B4-BE49-F238E27FC236}">
                  <a16:creationId xmlns:a16="http://schemas.microsoft.com/office/drawing/2014/main" id="{769EF52F-FA8D-4F12-8276-996D1D70830E}"/>
                </a:ext>
              </a:extLst>
            </p:cNvPr>
            <p:cNvSpPr/>
            <p:nvPr/>
          </p:nvSpPr>
          <p:spPr>
            <a:xfrm>
              <a:off x="550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3" name="타원 15902">
              <a:extLst>
                <a:ext uri="{FF2B5EF4-FFF2-40B4-BE49-F238E27FC236}">
                  <a16:creationId xmlns:a16="http://schemas.microsoft.com/office/drawing/2014/main" id="{2DC18325-A4AF-4354-8F96-CC1BAA0EDDA7}"/>
                </a:ext>
              </a:extLst>
            </p:cNvPr>
            <p:cNvSpPr/>
            <p:nvPr/>
          </p:nvSpPr>
          <p:spPr>
            <a:xfrm>
              <a:off x="702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4" name="타원 15903">
              <a:extLst>
                <a:ext uri="{FF2B5EF4-FFF2-40B4-BE49-F238E27FC236}">
                  <a16:creationId xmlns:a16="http://schemas.microsoft.com/office/drawing/2014/main" id="{B58D8F78-E43A-4B94-B3C6-24538E7B76CF}"/>
                </a:ext>
              </a:extLst>
            </p:cNvPr>
            <p:cNvSpPr/>
            <p:nvPr/>
          </p:nvSpPr>
          <p:spPr>
            <a:xfrm>
              <a:off x="854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5" name="타원 15904">
              <a:extLst>
                <a:ext uri="{FF2B5EF4-FFF2-40B4-BE49-F238E27FC236}">
                  <a16:creationId xmlns:a16="http://schemas.microsoft.com/office/drawing/2014/main" id="{E674C90B-ECE6-4323-BEAE-94387452D270}"/>
                </a:ext>
              </a:extLst>
            </p:cNvPr>
            <p:cNvSpPr/>
            <p:nvPr/>
          </p:nvSpPr>
          <p:spPr>
            <a:xfrm>
              <a:off x="1007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6" name="타원 15905">
              <a:extLst>
                <a:ext uri="{FF2B5EF4-FFF2-40B4-BE49-F238E27FC236}">
                  <a16:creationId xmlns:a16="http://schemas.microsoft.com/office/drawing/2014/main" id="{BC82FBAA-E526-4F28-82EB-1E5347C9BCD5}"/>
                </a:ext>
              </a:extLst>
            </p:cNvPr>
            <p:cNvSpPr/>
            <p:nvPr/>
          </p:nvSpPr>
          <p:spPr>
            <a:xfrm>
              <a:off x="1159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7" name="타원 15906">
              <a:extLst>
                <a:ext uri="{FF2B5EF4-FFF2-40B4-BE49-F238E27FC236}">
                  <a16:creationId xmlns:a16="http://schemas.microsoft.com/office/drawing/2014/main" id="{5217A7DB-1D10-4D65-A614-A0E8A13E1601}"/>
                </a:ext>
              </a:extLst>
            </p:cNvPr>
            <p:cNvSpPr/>
            <p:nvPr/>
          </p:nvSpPr>
          <p:spPr>
            <a:xfrm>
              <a:off x="1312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8" name="타원 15907">
              <a:extLst>
                <a:ext uri="{FF2B5EF4-FFF2-40B4-BE49-F238E27FC236}">
                  <a16:creationId xmlns:a16="http://schemas.microsoft.com/office/drawing/2014/main" id="{BF635118-5520-4F00-9393-661C17143F18}"/>
                </a:ext>
              </a:extLst>
            </p:cNvPr>
            <p:cNvSpPr/>
            <p:nvPr/>
          </p:nvSpPr>
          <p:spPr>
            <a:xfrm>
              <a:off x="1464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09" name="타원 15908">
              <a:extLst>
                <a:ext uri="{FF2B5EF4-FFF2-40B4-BE49-F238E27FC236}">
                  <a16:creationId xmlns:a16="http://schemas.microsoft.com/office/drawing/2014/main" id="{1A09DE52-3825-4691-8A55-508F33730372}"/>
                </a:ext>
              </a:extLst>
            </p:cNvPr>
            <p:cNvSpPr/>
            <p:nvPr/>
          </p:nvSpPr>
          <p:spPr>
            <a:xfrm>
              <a:off x="1616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0" name="타원 15909">
              <a:extLst>
                <a:ext uri="{FF2B5EF4-FFF2-40B4-BE49-F238E27FC236}">
                  <a16:creationId xmlns:a16="http://schemas.microsoft.com/office/drawing/2014/main" id="{69D25300-0A6A-4423-9FFC-FC0AFEA36D7D}"/>
                </a:ext>
              </a:extLst>
            </p:cNvPr>
            <p:cNvSpPr/>
            <p:nvPr/>
          </p:nvSpPr>
          <p:spPr>
            <a:xfrm>
              <a:off x="1769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1" name="타원 15910">
              <a:extLst>
                <a:ext uri="{FF2B5EF4-FFF2-40B4-BE49-F238E27FC236}">
                  <a16:creationId xmlns:a16="http://schemas.microsoft.com/office/drawing/2014/main" id="{B5FFA72C-94F5-4422-A1BA-FED176C3A5AF}"/>
                </a:ext>
              </a:extLst>
            </p:cNvPr>
            <p:cNvSpPr/>
            <p:nvPr/>
          </p:nvSpPr>
          <p:spPr>
            <a:xfrm>
              <a:off x="1921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2" name="타원 15911">
              <a:extLst>
                <a:ext uri="{FF2B5EF4-FFF2-40B4-BE49-F238E27FC236}">
                  <a16:creationId xmlns:a16="http://schemas.microsoft.com/office/drawing/2014/main" id="{C8C135D3-D1A7-4A79-A756-4AEAA6C18434}"/>
                </a:ext>
              </a:extLst>
            </p:cNvPr>
            <p:cNvSpPr/>
            <p:nvPr/>
          </p:nvSpPr>
          <p:spPr>
            <a:xfrm>
              <a:off x="2074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3" name="타원 15912">
              <a:extLst>
                <a:ext uri="{FF2B5EF4-FFF2-40B4-BE49-F238E27FC236}">
                  <a16:creationId xmlns:a16="http://schemas.microsoft.com/office/drawing/2014/main" id="{CFDA6CA3-7183-4725-A762-407120E74C92}"/>
                </a:ext>
              </a:extLst>
            </p:cNvPr>
            <p:cNvSpPr/>
            <p:nvPr/>
          </p:nvSpPr>
          <p:spPr>
            <a:xfrm>
              <a:off x="2226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4" name="타원 15913">
              <a:extLst>
                <a:ext uri="{FF2B5EF4-FFF2-40B4-BE49-F238E27FC236}">
                  <a16:creationId xmlns:a16="http://schemas.microsoft.com/office/drawing/2014/main" id="{F13C344D-046B-46A3-A3C9-E791E141FC35}"/>
                </a:ext>
              </a:extLst>
            </p:cNvPr>
            <p:cNvSpPr/>
            <p:nvPr/>
          </p:nvSpPr>
          <p:spPr>
            <a:xfrm>
              <a:off x="2378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5" name="타원 15914">
              <a:extLst>
                <a:ext uri="{FF2B5EF4-FFF2-40B4-BE49-F238E27FC236}">
                  <a16:creationId xmlns:a16="http://schemas.microsoft.com/office/drawing/2014/main" id="{E773078C-542B-40A2-9CCE-BE084AF9C5DA}"/>
                </a:ext>
              </a:extLst>
            </p:cNvPr>
            <p:cNvSpPr/>
            <p:nvPr/>
          </p:nvSpPr>
          <p:spPr>
            <a:xfrm>
              <a:off x="2531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6" name="타원 15915">
              <a:extLst>
                <a:ext uri="{FF2B5EF4-FFF2-40B4-BE49-F238E27FC236}">
                  <a16:creationId xmlns:a16="http://schemas.microsoft.com/office/drawing/2014/main" id="{F4D3607C-12FA-411B-8BEA-DCCB70D757B3}"/>
                </a:ext>
              </a:extLst>
            </p:cNvPr>
            <p:cNvSpPr/>
            <p:nvPr/>
          </p:nvSpPr>
          <p:spPr>
            <a:xfrm>
              <a:off x="2683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7" name="타원 15916">
              <a:extLst>
                <a:ext uri="{FF2B5EF4-FFF2-40B4-BE49-F238E27FC236}">
                  <a16:creationId xmlns:a16="http://schemas.microsoft.com/office/drawing/2014/main" id="{13C034FE-0CD9-42C9-873E-91B91A73B132}"/>
                </a:ext>
              </a:extLst>
            </p:cNvPr>
            <p:cNvSpPr/>
            <p:nvPr/>
          </p:nvSpPr>
          <p:spPr>
            <a:xfrm>
              <a:off x="2836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8" name="타원 15917">
              <a:extLst>
                <a:ext uri="{FF2B5EF4-FFF2-40B4-BE49-F238E27FC236}">
                  <a16:creationId xmlns:a16="http://schemas.microsoft.com/office/drawing/2014/main" id="{EEC33921-1C9B-40A7-8416-669AC38FD73C}"/>
                </a:ext>
              </a:extLst>
            </p:cNvPr>
            <p:cNvSpPr/>
            <p:nvPr/>
          </p:nvSpPr>
          <p:spPr>
            <a:xfrm>
              <a:off x="2988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19" name="타원 15918">
              <a:extLst>
                <a:ext uri="{FF2B5EF4-FFF2-40B4-BE49-F238E27FC236}">
                  <a16:creationId xmlns:a16="http://schemas.microsoft.com/office/drawing/2014/main" id="{071D2F1D-7574-4256-A0F8-30DDB494BF7F}"/>
                </a:ext>
              </a:extLst>
            </p:cNvPr>
            <p:cNvSpPr/>
            <p:nvPr/>
          </p:nvSpPr>
          <p:spPr>
            <a:xfrm>
              <a:off x="3140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0" name="타원 15919">
              <a:extLst>
                <a:ext uri="{FF2B5EF4-FFF2-40B4-BE49-F238E27FC236}">
                  <a16:creationId xmlns:a16="http://schemas.microsoft.com/office/drawing/2014/main" id="{9F058942-A7F9-412C-9285-18E036EE2D0A}"/>
                </a:ext>
              </a:extLst>
            </p:cNvPr>
            <p:cNvSpPr/>
            <p:nvPr/>
          </p:nvSpPr>
          <p:spPr>
            <a:xfrm>
              <a:off x="3293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1" name="타원 15920">
              <a:extLst>
                <a:ext uri="{FF2B5EF4-FFF2-40B4-BE49-F238E27FC236}">
                  <a16:creationId xmlns:a16="http://schemas.microsoft.com/office/drawing/2014/main" id="{58BF99E0-AA35-4D21-BDD6-1EE048DB343E}"/>
                </a:ext>
              </a:extLst>
            </p:cNvPr>
            <p:cNvSpPr/>
            <p:nvPr/>
          </p:nvSpPr>
          <p:spPr>
            <a:xfrm>
              <a:off x="3445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2" name="타원 15921">
              <a:extLst>
                <a:ext uri="{FF2B5EF4-FFF2-40B4-BE49-F238E27FC236}">
                  <a16:creationId xmlns:a16="http://schemas.microsoft.com/office/drawing/2014/main" id="{0DE71A09-4B31-4842-A117-F3461CEFDE57}"/>
                </a:ext>
              </a:extLst>
            </p:cNvPr>
            <p:cNvSpPr/>
            <p:nvPr/>
          </p:nvSpPr>
          <p:spPr>
            <a:xfrm>
              <a:off x="3598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3" name="타원 15922">
              <a:extLst>
                <a:ext uri="{FF2B5EF4-FFF2-40B4-BE49-F238E27FC236}">
                  <a16:creationId xmlns:a16="http://schemas.microsoft.com/office/drawing/2014/main" id="{F6530573-1570-4862-8445-192DABC8AF8F}"/>
                </a:ext>
              </a:extLst>
            </p:cNvPr>
            <p:cNvSpPr/>
            <p:nvPr/>
          </p:nvSpPr>
          <p:spPr>
            <a:xfrm>
              <a:off x="3750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4" name="타원 15923">
              <a:extLst>
                <a:ext uri="{FF2B5EF4-FFF2-40B4-BE49-F238E27FC236}">
                  <a16:creationId xmlns:a16="http://schemas.microsoft.com/office/drawing/2014/main" id="{C764F3BE-493C-4D59-8A3C-2D99C2AB24FB}"/>
                </a:ext>
              </a:extLst>
            </p:cNvPr>
            <p:cNvSpPr/>
            <p:nvPr/>
          </p:nvSpPr>
          <p:spPr>
            <a:xfrm>
              <a:off x="3902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5" name="타원 15924">
              <a:extLst>
                <a:ext uri="{FF2B5EF4-FFF2-40B4-BE49-F238E27FC236}">
                  <a16:creationId xmlns:a16="http://schemas.microsoft.com/office/drawing/2014/main" id="{40E966BA-D56D-4F9C-8059-5AA9F658B377}"/>
                </a:ext>
              </a:extLst>
            </p:cNvPr>
            <p:cNvSpPr/>
            <p:nvPr/>
          </p:nvSpPr>
          <p:spPr>
            <a:xfrm>
              <a:off x="4055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6" name="타원 15925">
              <a:extLst>
                <a:ext uri="{FF2B5EF4-FFF2-40B4-BE49-F238E27FC236}">
                  <a16:creationId xmlns:a16="http://schemas.microsoft.com/office/drawing/2014/main" id="{2EF041C9-DF50-40D4-86DB-82DF6DA37D9D}"/>
                </a:ext>
              </a:extLst>
            </p:cNvPr>
            <p:cNvSpPr/>
            <p:nvPr/>
          </p:nvSpPr>
          <p:spPr>
            <a:xfrm>
              <a:off x="4207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7" name="타원 15926">
              <a:extLst>
                <a:ext uri="{FF2B5EF4-FFF2-40B4-BE49-F238E27FC236}">
                  <a16:creationId xmlns:a16="http://schemas.microsoft.com/office/drawing/2014/main" id="{3E14A333-BD1B-4DCC-911F-1CEC4DF9BB53}"/>
                </a:ext>
              </a:extLst>
            </p:cNvPr>
            <p:cNvSpPr/>
            <p:nvPr/>
          </p:nvSpPr>
          <p:spPr>
            <a:xfrm>
              <a:off x="4360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8" name="타원 15927">
              <a:extLst>
                <a:ext uri="{FF2B5EF4-FFF2-40B4-BE49-F238E27FC236}">
                  <a16:creationId xmlns:a16="http://schemas.microsoft.com/office/drawing/2014/main" id="{1F12C8BA-FB3D-47E9-933A-3575BB56CB6C}"/>
                </a:ext>
              </a:extLst>
            </p:cNvPr>
            <p:cNvSpPr/>
            <p:nvPr/>
          </p:nvSpPr>
          <p:spPr>
            <a:xfrm>
              <a:off x="4512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29" name="타원 15928">
              <a:extLst>
                <a:ext uri="{FF2B5EF4-FFF2-40B4-BE49-F238E27FC236}">
                  <a16:creationId xmlns:a16="http://schemas.microsoft.com/office/drawing/2014/main" id="{A042F3E4-D1CD-410F-9A87-9BFBAFE606FB}"/>
                </a:ext>
              </a:extLst>
            </p:cNvPr>
            <p:cNvSpPr/>
            <p:nvPr/>
          </p:nvSpPr>
          <p:spPr>
            <a:xfrm>
              <a:off x="4664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0" name="타원 15929">
              <a:extLst>
                <a:ext uri="{FF2B5EF4-FFF2-40B4-BE49-F238E27FC236}">
                  <a16:creationId xmlns:a16="http://schemas.microsoft.com/office/drawing/2014/main" id="{F8EEA264-C967-45D1-87B9-8A807464BF7D}"/>
                </a:ext>
              </a:extLst>
            </p:cNvPr>
            <p:cNvSpPr/>
            <p:nvPr/>
          </p:nvSpPr>
          <p:spPr>
            <a:xfrm>
              <a:off x="4817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1" name="타원 15930">
              <a:extLst>
                <a:ext uri="{FF2B5EF4-FFF2-40B4-BE49-F238E27FC236}">
                  <a16:creationId xmlns:a16="http://schemas.microsoft.com/office/drawing/2014/main" id="{61CB64CD-2392-45F6-8D4B-2CAAD4413831}"/>
                </a:ext>
              </a:extLst>
            </p:cNvPr>
            <p:cNvSpPr/>
            <p:nvPr/>
          </p:nvSpPr>
          <p:spPr>
            <a:xfrm>
              <a:off x="4969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2" name="타원 15931">
              <a:extLst>
                <a:ext uri="{FF2B5EF4-FFF2-40B4-BE49-F238E27FC236}">
                  <a16:creationId xmlns:a16="http://schemas.microsoft.com/office/drawing/2014/main" id="{447E0E42-C3FF-4F10-AFE1-A690A1415107}"/>
                </a:ext>
              </a:extLst>
            </p:cNvPr>
            <p:cNvSpPr/>
            <p:nvPr/>
          </p:nvSpPr>
          <p:spPr>
            <a:xfrm>
              <a:off x="5122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3" name="타원 15932">
              <a:extLst>
                <a:ext uri="{FF2B5EF4-FFF2-40B4-BE49-F238E27FC236}">
                  <a16:creationId xmlns:a16="http://schemas.microsoft.com/office/drawing/2014/main" id="{4B929899-60DE-476D-A786-71247FFEBA27}"/>
                </a:ext>
              </a:extLst>
            </p:cNvPr>
            <p:cNvSpPr/>
            <p:nvPr/>
          </p:nvSpPr>
          <p:spPr>
            <a:xfrm>
              <a:off x="5274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4" name="타원 15933">
              <a:extLst>
                <a:ext uri="{FF2B5EF4-FFF2-40B4-BE49-F238E27FC236}">
                  <a16:creationId xmlns:a16="http://schemas.microsoft.com/office/drawing/2014/main" id="{B48CC7DA-0CC8-4B49-8594-0413E03C28BC}"/>
                </a:ext>
              </a:extLst>
            </p:cNvPr>
            <p:cNvSpPr/>
            <p:nvPr/>
          </p:nvSpPr>
          <p:spPr>
            <a:xfrm>
              <a:off x="5426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5" name="타원 15934">
              <a:extLst>
                <a:ext uri="{FF2B5EF4-FFF2-40B4-BE49-F238E27FC236}">
                  <a16:creationId xmlns:a16="http://schemas.microsoft.com/office/drawing/2014/main" id="{63C4BBEE-8038-4B68-8BAB-E3C35C260F1C}"/>
                </a:ext>
              </a:extLst>
            </p:cNvPr>
            <p:cNvSpPr/>
            <p:nvPr/>
          </p:nvSpPr>
          <p:spPr>
            <a:xfrm>
              <a:off x="5579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6" name="타원 15935">
              <a:extLst>
                <a:ext uri="{FF2B5EF4-FFF2-40B4-BE49-F238E27FC236}">
                  <a16:creationId xmlns:a16="http://schemas.microsoft.com/office/drawing/2014/main" id="{A991C07E-AE5E-44B0-8AE2-6353D2D55BEC}"/>
                </a:ext>
              </a:extLst>
            </p:cNvPr>
            <p:cNvSpPr/>
            <p:nvPr/>
          </p:nvSpPr>
          <p:spPr>
            <a:xfrm>
              <a:off x="5731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7" name="타원 15936">
              <a:extLst>
                <a:ext uri="{FF2B5EF4-FFF2-40B4-BE49-F238E27FC236}">
                  <a16:creationId xmlns:a16="http://schemas.microsoft.com/office/drawing/2014/main" id="{646C4997-2ACE-49D0-98AD-A412C468CB16}"/>
                </a:ext>
              </a:extLst>
            </p:cNvPr>
            <p:cNvSpPr/>
            <p:nvPr/>
          </p:nvSpPr>
          <p:spPr>
            <a:xfrm>
              <a:off x="245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8" name="타원 15937">
              <a:extLst>
                <a:ext uri="{FF2B5EF4-FFF2-40B4-BE49-F238E27FC236}">
                  <a16:creationId xmlns:a16="http://schemas.microsoft.com/office/drawing/2014/main" id="{71DB54AC-3342-4247-AD40-CA909C5CD856}"/>
                </a:ext>
              </a:extLst>
            </p:cNvPr>
            <p:cNvSpPr/>
            <p:nvPr/>
          </p:nvSpPr>
          <p:spPr>
            <a:xfrm>
              <a:off x="397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39" name="타원 15938">
              <a:extLst>
                <a:ext uri="{FF2B5EF4-FFF2-40B4-BE49-F238E27FC236}">
                  <a16:creationId xmlns:a16="http://schemas.microsoft.com/office/drawing/2014/main" id="{B234583C-17A2-41BD-A480-9004D2E587B9}"/>
                </a:ext>
              </a:extLst>
            </p:cNvPr>
            <p:cNvSpPr/>
            <p:nvPr/>
          </p:nvSpPr>
          <p:spPr>
            <a:xfrm>
              <a:off x="550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0" name="타원 15939">
              <a:extLst>
                <a:ext uri="{FF2B5EF4-FFF2-40B4-BE49-F238E27FC236}">
                  <a16:creationId xmlns:a16="http://schemas.microsoft.com/office/drawing/2014/main" id="{CFA76B8E-67F2-48FE-89B8-5513AB515962}"/>
                </a:ext>
              </a:extLst>
            </p:cNvPr>
            <p:cNvSpPr/>
            <p:nvPr/>
          </p:nvSpPr>
          <p:spPr>
            <a:xfrm>
              <a:off x="702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1" name="타원 15940">
              <a:extLst>
                <a:ext uri="{FF2B5EF4-FFF2-40B4-BE49-F238E27FC236}">
                  <a16:creationId xmlns:a16="http://schemas.microsoft.com/office/drawing/2014/main" id="{D8738455-DB76-4B72-AA19-DADA708F26A9}"/>
                </a:ext>
              </a:extLst>
            </p:cNvPr>
            <p:cNvSpPr/>
            <p:nvPr/>
          </p:nvSpPr>
          <p:spPr>
            <a:xfrm>
              <a:off x="854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2" name="타원 15941">
              <a:extLst>
                <a:ext uri="{FF2B5EF4-FFF2-40B4-BE49-F238E27FC236}">
                  <a16:creationId xmlns:a16="http://schemas.microsoft.com/office/drawing/2014/main" id="{49C7438D-05DF-4C29-A997-13E66280A5DC}"/>
                </a:ext>
              </a:extLst>
            </p:cNvPr>
            <p:cNvSpPr/>
            <p:nvPr/>
          </p:nvSpPr>
          <p:spPr>
            <a:xfrm>
              <a:off x="1007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3" name="타원 15942">
              <a:extLst>
                <a:ext uri="{FF2B5EF4-FFF2-40B4-BE49-F238E27FC236}">
                  <a16:creationId xmlns:a16="http://schemas.microsoft.com/office/drawing/2014/main" id="{40254D07-F18B-4B5D-910B-9759FE4ECB28}"/>
                </a:ext>
              </a:extLst>
            </p:cNvPr>
            <p:cNvSpPr/>
            <p:nvPr/>
          </p:nvSpPr>
          <p:spPr>
            <a:xfrm>
              <a:off x="1159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4" name="타원 15943">
              <a:extLst>
                <a:ext uri="{FF2B5EF4-FFF2-40B4-BE49-F238E27FC236}">
                  <a16:creationId xmlns:a16="http://schemas.microsoft.com/office/drawing/2014/main" id="{6FD2AE19-0CAF-41B0-8A59-3FDEA2921634}"/>
                </a:ext>
              </a:extLst>
            </p:cNvPr>
            <p:cNvSpPr/>
            <p:nvPr/>
          </p:nvSpPr>
          <p:spPr>
            <a:xfrm>
              <a:off x="1312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5" name="타원 15944">
              <a:extLst>
                <a:ext uri="{FF2B5EF4-FFF2-40B4-BE49-F238E27FC236}">
                  <a16:creationId xmlns:a16="http://schemas.microsoft.com/office/drawing/2014/main" id="{739134E6-D595-4CAB-8C1E-E40F15397C70}"/>
                </a:ext>
              </a:extLst>
            </p:cNvPr>
            <p:cNvSpPr/>
            <p:nvPr/>
          </p:nvSpPr>
          <p:spPr>
            <a:xfrm>
              <a:off x="1464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6" name="타원 15945">
              <a:extLst>
                <a:ext uri="{FF2B5EF4-FFF2-40B4-BE49-F238E27FC236}">
                  <a16:creationId xmlns:a16="http://schemas.microsoft.com/office/drawing/2014/main" id="{DC4B09B6-E6FF-4DB2-A639-88F36C80A2DB}"/>
                </a:ext>
              </a:extLst>
            </p:cNvPr>
            <p:cNvSpPr/>
            <p:nvPr/>
          </p:nvSpPr>
          <p:spPr>
            <a:xfrm>
              <a:off x="1616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7" name="타원 15946">
              <a:extLst>
                <a:ext uri="{FF2B5EF4-FFF2-40B4-BE49-F238E27FC236}">
                  <a16:creationId xmlns:a16="http://schemas.microsoft.com/office/drawing/2014/main" id="{C15A3B3E-A607-4DFB-B950-776F509BCA5A}"/>
                </a:ext>
              </a:extLst>
            </p:cNvPr>
            <p:cNvSpPr/>
            <p:nvPr/>
          </p:nvSpPr>
          <p:spPr>
            <a:xfrm>
              <a:off x="1769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8" name="타원 15947">
              <a:extLst>
                <a:ext uri="{FF2B5EF4-FFF2-40B4-BE49-F238E27FC236}">
                  <a16:creationId xmlns:a16="http://schemas.microsoft.com/office/drawing/2014/main" id="{91C174FB-C33A-4DAD-B565-52A9A8A338A7}"/>
                </a:ext>
              </a:extLst>
            </p:cNvPr>
            <p:cNvSpPr/>
            <p:nvPr/>
          </p:nvSpPr>
          <p:spPr>
            <a:xfrm>
              <a:off x="1921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49" name="타원 15948">
              <a:extLst>
                <a:ext uri="{FF2B5EF4-FFF2-40B4-BE49-F238E27FC236}">
                  <a16:creationId xmlns:a16="http://schemas.microsoft.com/office/drawing/2014/main" id="{8AEE6AEE-2695-4F5D-9494-912A1818BAC1}"/>
                </a:ext>
              </a:extLst>
            </p:cNvPr>
            <p:cNvSpPr/>
            <p:nvPr/>
          </p:nvSpPr>
          <p:spPr>
            <a:xfrm>
              <a:off x="2074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0" name="타원 15949">
              <a:extLst>
                <a:ext uri="{FF2B5EF4-FFF2-40B4-BE49-F238E27FC236}">
                  <a16:creationId xmlns:a16="http://schemas.microsoft.com/office/drawing/2014/main" id="{A125486C-B19C-432A-969A-84A801A9F3C8}"/>
                </a:ext>
              </a:extLst>
            </p:cNvPr>
            <p:cNvSpPr/>
            <p:nvPr/>
          </p:nvSpPr>
          <p:spPr>
            <a:xfrm>
              <a:off x="2226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1" name="타원 15950">
              <a:extLst>
                <a:ext uri="{FF2B5EF4-FFF2-40B4-BE49-F238E27FC236}">
                  <a16:creationId xmlns:a16="http://schemas.microsoft.com/office/drawing/2014/main" id="{9F352B7B-27EF-476B-BD85-CAF6B9CA0D17}"/>
                </a:ext>
              </a:extLst>
            </p:cNvPr>
            <p:cNvSpPr/>
            <p:nvPr/>
          </p:nvSpPr>
          <p:spPr>
            <a:xfrm>
              <a:off x="2378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2" name="타원 15951">
              <a:extLst>
                <a:ext uri="{FF2B5EF4-FFF2-40B4-BE49-F238E27FC236}">
                  <a16:creationId xmlns:a16="http://schemas.microsoft.com/office/drawing/2014/main" id="{ECA7B8B6-91B0-45AD-B53A-06079A48530C}"/>
                </a:ext>
              </a:extLst>
            </p:cNvPr>
            <p:cNvSpPr/>
            <p:nvPr/>
          </p:nvSpPr>
          <p:spPr>
            <a:xfrm>
              <a:off x="2531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3" name="타원 15952">
              <a:extLst>
                <a:ext uri="{FF2B5EF4-FFF2-40B4-BE49-F238E27FC236}">
                  <a16:creationId xmlns:a16="http://schemas.microsoft.com/office/drawing/2014/main" id="{0903536E-7209-4A5C-AC87-5299B36B21AE}"/>
                </a:ext>
              </a:extLst>
            </p:cNvPr>
            <p:cNvSpPr/>
            <p:nvPr/>
          </p:nvSpPr>
          <p:spPr>
            <a:xfrm>
              <a:off x="2683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4" name="타원 15953">
              <a:extLst>
                <a:ext uri="{FF2B5EF4-FFF2-40B4-BE49-F238E27FC236}">
                  <a16:creationId xmlns:a16="http://schemas.microsoft.com/office/drawing/2014/main" id="{E5F4A3B1-1112-4DBC-8415-74C3C6FA7952}"/>
                </a:ext>
              </a:extLst>
            </p:cNvPr>
            <p:cNvSpPr/>
            <p:nvPr/>
          </p:nvSpPr>
          <p:spPr>
            <a:xfrm>
              <a:off x="2836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5" name="타원 15954">
              <a:extLst>
                <a:ext uri="{FF2B5EF4-FFF2-40B4-BE49-F238E27FC236}">
                  <a16:creationId xmlns:a16="http://schemas.microsoft.com/office/drawing/2014/main" id="{BEC10AA5-5CF6-4D7E-9334-249880F0620D}"/>
                </a:ext>
              </a:extLst>
            </p:cNvPr>
            <p:cNvSpPr/>
            <p:nvPr/>
          </p:nvSpPr>
          <p:spPr>
            <a:xfrm>
              <a:off x="2988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6" name="타원 15955">
              <a:extLst>
                <a:ext uri="{FF2B5EF4-FFF2-40B4-BE49-F238E27FC236}">
                  <a16:creationId xmlns:a16="http://schemas.microsoft.com/office/drawing/2014/main" id="{20C0B2E1-7429-40E3-A32E-D66517D6F21C}"/>
                </a:ext>
              </a:extLst>
            </p:cNvPr>
            <p:cNvSpPr/>
            <p:nvPr/>
          </p:nvSpPr>
          <p:spPr>
            <a:xfrm>
              <a:off x="3140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7" name="타원 15956">
              <a:extLst>
                <a:ext uri="{FF2B5EF4-FFF2-40B4-BE49-F238E27FC236}">
                  <a16:creationId xmlns:a16="http://schemas.microsoft.com/office/drawing/2014/main" id="{2722C051-5A8D-4F48-B59F-EF0A7E7EA61D}"/>
                </a:ext>
              </a:extLst>
            </p:cNvPr>
            <p:cNvSpPr/>
            <p:nvPr/>
          </p:nvSpPr>
          <p:spPr>
            <a:xfrm>
              <a:off x="3293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8" name="타원 15957">
              <a:extLst>
                <a:ext uri="{FF2B5EF4-FFF2-40B4-BE49-F238E27FC236}">
                  <a16:creationId xmlns:a16="http://schemas.microsoft.com/office/drawing/2014/main" id="{A00CE87C-EC59-451D-AF53-CD058377D8BB}"/>
                </a:ext>
              </a:extLst>
            </p:cNvPr>
            <p:cNvSpPr/>
            <p:nvPr/>
          </p:nvSpPr>
          <p:spPr>
            <a:xfrm>
              <a:off x="3445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59" name="타원 15958">
              <a:extLst>
                <a:ext uri="{FF2B5EF4-FFF2-40B4-BE49-F238E27FC236}">
                  <a16:creationId xmlns:a16="http://schemas.microsoft.com/office/drawing/2014/main" id="{032B357D-723C-46DC-B5A2-84B5B262FFF8}"/>
                </a:ext>
              </a:extLst>
            </p:cNvPr>
            <p:cNvSpPr/>
            <p:nvPr/>
          </p:nvSpPr>
          <p:spPr>
            <a:xfrm>
              <a:off x="3598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0" name="타원 15959">
              <a:extLst>
                <a:ext uri="{FF2B5EF4-FFF2-40B4-BE49-F238E27FC236}">
                  <a16:creationId xmlns:a16="http://schemas.microsoft.com/office/drawing/2014/main" id="{20CB5B41-5C50-43A3-9661-8B0A9BA32EF9}"/>
                </a:ext>
              </a:extLst>
            </p:cNvPr>
            <p:cNvSpPr/>
            <p:nvPr/>
          </p:nvSpPr>
          <p:spPr>
            <a:xfrm>
              <a:off x="3750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1" name="타원 15960">
              <a:extLst>
                <a:ext uri="{FF2B5EF4-FFF2-40B4-BE49-F238E27FC236}">
                  <a16:creationId xmlns:a16="http://schemas.microsoft.com/office/drawing/2014/main" id="{0B27BD82-6C23-4C93-921F-E03CBCCB7CAA}"/>
                </a:ext>
              </a:extLst>
            </p:cNvPr>
            <p:cNvSpPr/>
            <p:nvPr/>
          </p:nvSpPr>
          <p:spPr>
            <a:xfrm>
              <a:off x="3902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2" name="타원 15961">
              <a:extLst>
                <a:ext uri="{FF2B5EF4-FFF2-40B4-BE49-F238E27FC236}">
                  <a16:creationId xmlns:a16="http://schemas.microsoft.com/office/drawing/2014/main" id="{AE244AF0-8EAF-40C2-815E-B3F51891FC26}"/>
                </a:ext>
              </a:extLst>
            </p:cNvPr>
            <p:cNvSpPr/>
            <p:nvPr/>
          </p:nvSpPr>
          <p:spPr>
            <a:xfrm>
              <a:off x="4055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3" name="타원 15962">
              <a:extLst>
                <a:ext uri="{FF2B5EF4-FFF2-40B4-BE49-F238E27FC236}">
                  <a16:creationId xmlns:a16="http://schemas.microsoft.com/office/drawing/2014/main" id="{2AAAE0CC-C5BF-44DB-B4A4-85DA05BEE027}"/>
                </a:ext>
              </a:extLst>
            </p:cNvPr>
            <p:cNvSpPr/>
            <p:nvPr/>
          </p:nvSpPr>
          <p:spPr>
            <a:xfrm>
              <a:off x="4207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4" name="타원 15963">
              <a:extLst>
                <a:ext uri="{FF2B5EF4-FFF2-40B4-BE49-F238E27FC236}">
                  <a16:creationId xmlns:a16="http://schemas.microsoft.com/office/drawing/2014/main" id="{502987C7-3947-4B0B-BC4B-521832F88190}"/>
                </a:ext>
              </a:extLst>
            </p:cNvPr>
            <p:cNvSpPr/>
            <p:nvPr/>
          </p:nvSpPr>
          <p:spPr>
            <a:xfrm>
              <a:off x="4360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5" name="타원 15964">
              <a:extLst>
                <a:ext uri="{FF2B5EF4-FFF2-40B4-BE49-F238E27FC236}">
                  <a16:creationId xmlns:a16="http://schemas.microsoft.com/office/drawing/2014/main" id="{3D658BE0-95F1-4AEE-B3B6-9D42069DF5D8}"/>
                </a:ext>
              </a:extLst>
            </p:cNvPr>
            <p:cNvSpPr/>
            <p:nvPr/>
          </p:nvSpPr>
          <p:spPr>
            <a:xfrm>
              <a:off x="4512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6" name="타원 15965">
              <a:extLst>
                <a:ext uri="{FF2B5EF4-FFF2-40B4-BE49-F238E27FC236}">
                  <a16:creationId xmlns:a16="http://schemas.microsoft.com/office/drawing/2014/main" id="{345A2400-8C58-4C14-91CC-5C4C1486A219}"/>
                </a:ext>
              </a:extLst>
            </p:cNvPr>
            <p:cNvSpPr/>
            <p:nvPr/>
          </p:nvSpPr>
          <p:spPr>
            <a:xfrm>
              <a:off x="4664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7" name="타원 15966">
              <a:extLst>
                <a:ext uri="{FF2B5EF4-FFF2-40B4-BE49-F238E27FC236}">
                  <a16:creationId xmlns:a16="http://schemas.microsoft.com/office/drawing/2014/main" id="{EC7E29A0-C581-4A5D-A10D-6A3B6739ECD6}"/>
                </a:ext>
              </a:extLst>
            </p:cNvPr>
            <p:cNvSpPr/>
            <p:nvPr/>
          </p:nvSpPr>
          <p:spPr>
            <a:xfrm>
              <a:off x="4817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8" name="타원 15967">
              <a:extLst>
                <a:ext uri="{FF2B5EF4-FFF2-40B4-BE49-F238E27FC236}">
                  <a16:creationId xmlns:a16="http://schemas.microsoft.com/office/drawing/2014/main" id="{9A4D54A5-FFBE-44C0-A185-FBDDB7E4FEBD}"/>
                </a:ext>
              </a:extLst>
            </p:cNvPr>
            <p:cNvSpPr/>
            <p:nvPr/>
          </p:nvSpPr>
          <p:spPr>
            <a:xfrm>
              <a:off x="4969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69" name="타원 15968">
              <a:extLst>
                <a:ext uri="{FF2B5EF4-FFF2-40B4-BE49-F238E27FC236}">
                  <a16:creationId xmlns:a16="http://schemas.microsoft.com/office/drawing/2014/main" id="{41EB0F56-BFC2-4C3E-925B-1F8594942BB3}"/>
                </a:ext>
              </a:extLst>
            </p:cNvPr>
            <p:cNvSpPr/>
            <p:nvPr/>
          </p:nvSpPr>
          <p:spPr>
            <a:xfrm>
              <a:off x="5122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0" name="타원 15969">
              <a:extLst>
                <a:ext uri="{FF2B5EF4-FFF2-40B4-BE49-F238E27FC236}">
                  <a16:creationId xmlns:a16="http://schemas.microsoft.com/office/drawing/2014/main" id="{803E4830-FE5F-4B7E-A95D-2782FDADD49A}"/>
                </a:ext>
              </a:extLst>
            </p:cNvPr>
            <p:cNvSpPr/>
            <p:nvPr/>
          </p:nvSpPr>
          <p:spPr>
            <a:xfrm>
              <a:off x="5274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1" name="타원 15970">
              <a:extLst>
                <a:ext uri="{FF2B5EF4-FFF2-40B4-BE49-F238E27FC236}">
                  <a16:creationId xmlns:a16="http://schemas.microsoft.com/office/drawing/2014/main" id="{C2982138-F3FA-4DC4-8E09-28E05CB797DA}"/>
                </a:ext>
              </a:extLst>
            </p:cNvPr>
            <p:cNvSpPr/>
            <p:nvPr/>
          </p:nvSpPr>
          <p:spPr>
            <a:xfrm>
              <a:off x="5426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2" name="타원 15971">
              <a:extLst>
                <a:ext uri="{FF2B5EF4-FFF2-40B4-BE49-F238E27FC236}">
                  <a16:creationId xmlns:a16="http://schemas.microsoft.com/office/drawing/2014/main" id="{8A294B43-A6CC-4C90-AEA1-CAE97D7E6084}"/>
                </a:ext>
              </a:extLst>
            </p:cNvPr>
            <p:cNvSpPr/>
            <p:nvPr/>
          </p:nvSpPr>
          <p:spPr>
            <a:xfrm>
              <a:off x="5579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3" name="타원 15972">
              <a:extLst>
                <a:ext uri="{FF2B5EF4-FFF2-40B4-BE49-F238E27FC236}">
                  <a16:creationId xmlns:a16="http://schemas.microsoft.com/office/drawing/2014/main" id="{9851056E-515B-494A-BCCC-D11D2A02FC44}"/>
                </a:ext>
              </a:extLst>
            </p:cNvPr>
            <p:cNvSpPr/>
            <p:nvPr/>
          </p:nvSpPr>
          <p:spPr>
            <a:xfrm>
              <a:off x="5731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4" name="타원 15973">
              <a:extLst>
                <a:ext uri="{FF2B5EF4-FFF2-40B4-BE49-F238E27FC236}">
                  <a16:creationId xmlns:a16="http://schemas.microsoft.com/office/drawing/2014/main" id="{9388233B-EA5F-42FD-BADD-59E0CE591BDD}"/>
                </a:ext>
              </a:extLst>
            </p:cNvPr>
            <p:cNvSpPr/>
            <p:nvPr/>
          </p:nvSpPr>
          <p:spPr>
            <a:xfrm>
              <a:off x="245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5" name="타원 15974">
              <a:extLst>
                <a:ext uri="{FF2B5EF4-FFF2-40B4-BE49-F238E27FC236}">
                  <a16:creationId xmlns:a16="http://schemas.microsoft.com/office/drawing/2014/main" id="{D859C070-C958-41EE-8BE8-D3085DC68069}"/>
                </a:ext>
              </a:extLst>
            </p:cNvPr>
            <p:cNvSpPr/>
            <p:nvPr/>
          </p:nvSpPr>
          <p:spPr>
            <a:xfrm>
              <a:off x="397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6" name="타원 15975">
              <a:extLst>
                <a:ext uri="{FF2B5EF4-FFF2-40B4-BE49-F238E27FC236}">
                  <a16:creationId xmlns:a16="http://schemas.microsoft.com/office/drawing/2014/main" id="{3CA8DED7-346C-450D-940B-F33B093CF95F}"/>
                </a:ext>
              </a:extLst>
            </p:cNvPr>
            <p:cNvSpPr/>
            <p:nvPr/>
          </p:nvSpPr>
          <p:spPr>
            <a:xfrm>
              <a:off x="550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7" name="타원 15976">
              <a:extLst>
                <a:ext uri="{FF2B5EF4-FFF2-40B4-BE49-F238E27FC236}">
                  <a16:creationId xmlns:a16="http://schemas.microsoft.com/office/drawing/2014/main" id="{BB3EFCDF-D069-4C22-904B-7303EDF53B62}"/>
                </a:ext>
              </a:extLst>
            </p:cNvPr>
            <p:cNvSpPr/>
            <p:nvPr/>
          </p:nvSpPr>
          <p:spPr>
            <a:xfrm>
              <a:off x="702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8" name="타원 15977">
              <a:extLst>
                <a:ext uri="{FF2B5EF4-FFF2-40B4-BE49-F238E27FC236}">
                  <a16:creationId xmlns:a16="http://schemas.microsoft.com/office/drawing/2014/main" id="{DB0FDFE1-2FCC-45C5-A7AA-A997A5046E9D}"/>
                </a:ext>
              </a:extLst>
            </p:cNvPr>
            <p:cNvSpPr/>
            <p:nvPr/>
          </p:nvSpPr>
          <p:spPr>
            <a:xfrm>
              <a:off x="854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79" name="타원 15978">
              <a:extLst>
                <a:ext uri="{FF2B5EF4-FFF2-40B4-BE49-F238E27FC236}">
                  <a16:creationId xmlns:a16="http://schemas.microsoft.com/office/drawing/2014/main" id="{DDF2794D-418B-4C69-A330-2130DE0AD4A2}"/>
                </a:ext>
              </a:extLst>
            </p:cNvPr>
            <p:cNvSpPr/>
            <p:nvPr/>
          </p:nvSpPr>
          <p:spPr>
            <a:xfrm>
              <a:off x="1007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0" name="타원 15979">
              <a:extLst>
                <a:ext uri="{FF2B5EF4-FFF2-40B4-BE49-F238E27FC236}">
                  <a16:creationId xmlns:a16="http://schemas.microsoft.com/office/drawing/2014/main" id="{ACD3DA4B-BAD1-4C15-826E-ED078CCBD06D}"/>
                </a:ext>
              </a:extLst>
            </p:cNvPr>
            <p:cNvSpPr/>
            <p:nvPr/>
          </p:nvSpPr>
          <p:spPr>
            <a:xfrm>
              <a:off x="1159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1" name="타원 15980">
              <a:extLst>
                <a:ext uri="{FF2B5EF4-FFF2-40B4-BE49-F238E27FC236}">
                  <a16:creationId xmlns:a16="http://schemas.microsoft.com/office/drawing/2014/main" id="{7EFEE5EF-8D6A-4AD8-9524-8213A419DF20}"/>
                </a:ext>
              </a:extLst>
            </p:cNvPr>
            <p:cNvSpPr/>
            <p:nvPr/>
          </p:nvSpPr>
          <p:spPr>
            <a:xfrm>
              <a:off x="1312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2" name="타원 15981">
              <a:extLst>
                <a:ext uri="{FF2B5EF4-FFF2-40B4-BE49-F238E27FC236}">
                  <a16:creationId xmlns:a16="http://schemas.microsoft.com/office/drawing/2014/main" id="{70D95A2B-2AAD-4F65-9D38-3EDEBC245780}"/>
                </a:ext>
              </a:extLst>
            </p:cNvPr>
            <p:cNvSpPr/>
            <p:nvPr/>
          </p:nvSpPr>
          <p:spPr>
            <a:xfrm>
              <a:off x="1464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3" name="타원 15982">
              <a:extLst>
                <a:ext uri="{FF2B5EF4-FFF2-40B4-BE49-F238E27FC236}">
                  <a16:creationId xmlns:a16="http://schemas.microsoft.com/office/drawing/2014/main" id="{C6A6A62C-9B0B-4192-9A82-09BA15B6700A}"/>
                </a:ext>
              </a:extLst>
            </p:cNvPr>
            <p:cNvSpPr/>
            <p:nvPr/>
          </p:nvSpPr>
          <p:spPr>
            <a:xfrm>
              <a:off x="1616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4" name="타원 15983">
              <a:extLst>
                <a:ext uri="{FF2B5EF4-FFF2-40B4-BE49-F238E27FC236}">
                  <a16:creationId xmlns:a16="http://schemas.microsoft.com/office/drawing/2014/main" id="{E448F74E-4038-4694-ABB3-B02384BD463F}"/>
                </a:ext>
              </a:extLst>
            </p:cNvPr>
            <p:cNvSpPr/>
            <p:nvPr/>
          </p:nvSpPr>
          <p:spPr>
            <a:xfrm>
              <a:off x="1769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5" name="타원 15984">
              <a:extLst>
                <a:ext uri="{FF2B5EF4-FFF2-40B4-BE49-F238E27FC236}">
                  <a16:creationId xmlns:a16="http://schemas.microsoft.com/office/drawing/2014/main" id="{3383CCBE-FD36-4DE6-8633-98FBFE21F00F}"/>
                </a:ext>
              </a:extLst>
            </p:cNvPr>
            <p:cNvSpPr/>
            <p:nvPr/>
          </p:nvSpPr>
          <p:spPr>
            <a:xfrm>
              <a:off x="1921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6" name="타원 15985">
              <a:extLst>
                <a:ext uri="{FF2B5EF4-FFF2-40B4-BE49-F238E27FC236}">
                  <a16:creationId xmlns:a16="http://schemas.microsoft.com/office/drawing/2014/main" id="{3C7E7A1F-5B1A-4F73-8B30-339EAE76F1C5}"/>
                </a:ext>
              </a:extLst>
            </p:cNvPr>
            <p:cNvSpPr/>
            <p:nvPr/>
          </p:nvSpPr>
          <p:spPr>
            <a:xfrm>
              <a:off x="2074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7" name="타원 15986">
              <a:extLst>
                <a:ext uri="{FF2B5EF4-FFF2-40B4-BE49-F238E27FC236}">
                  <a16:creationId xmlns:a16="http://schemas.microsoft.com/office/drawing/2014/main" id="{B8BA9631-D719-4023-9962-4EA9A6FAB523}"/>
                </a:ext>
              </a:extLst>
            </p:cNvPr>
            <p:cNvSpPr/>
            <p:nvPr/>
          </p:nvSpPr>
          <p:spPr>
            <a:xfrm>
              <a:off x="2226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8" name="타원 15987">
              <a:extLst>
                <a:ext uri="{FF2B5EF4-FFF2-40B4-BE49-F238E27FC236}">
                  <a16:creationId xmlns:a16="http://schemas.microsoft.com/office/drawing/2014/main" id="{888036F7-C114-4C35-8ACA-47A8E71C4422}"/>
                </a:ext>
              </a:extLst>
            </p:cNvPr>
            <p:cNvSpPr/>
            <p:nvPr/>
          </p:nvSpPr>
          <p:spPr>
            <a:xfrm>
              <a:off x="2378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89" name="타원 15988">
              <a:extLst>
                <a:ext uri="{FF2B5EF4-FFF2-40B4-BE49-F238E27FC236}">
                  <a16:creationId xmlns:a16="http://schemas.microsoft.com/office/drawing/2014/main" id="{682FA5F7-1C51-4C0E-A350-2F3808E529C1}"/>
                </a:ext>
              </a:extLst>
            </p:cNvPr>
            <p:cNvSpPr/>
            <p:nvPr/>
          </p:nvSpPr>
          <p:spPr>
            <a:xfrm>
              <a:off x="2531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0" name="타원 15989">
              <a:extLst>
                <a:ext uri="{FF2B5EF4-FFF2-40B4-BE49-F238E27FC236}">
                  <a16:creationId xmlns:a16="http://schemas.microsoft.com/office/drawing/2014/main" id="{F3A4FBCF-9CAB-4992-AE8B-0F02CCCABD88}"/>
                </a:ext>
              </a:extLst>
            </p:cNvPr>
            <p:cNvSpPr/>
            <p:nvPr/>
          </p:nvSpPr>
          <p:spPr>
            <a:xfrm>
              <a:off x="2683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1" name="타원 15990">
              <a:extLst>
                <a:ext uri="{FF2B5EF4-FFF2-40B4-BE49-F238E27FC236}">
                  <a16:creationId xmlns:a16="http://schemas.microsoft.com/office/drawing/2014/main" id="{7207D326-2BBF-40E9-81AA-5216B2DEB44E}"/>
                </a:ext>
              </a:extLst>
            </p:cNvPr>
            <p:cNvSpPr/>
            <p:nvPr/>
          </p:nvSpPr>
          <p:spPr>
            <a:xfrm>
              <a:off x="2836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2" name="타원 15991">
              <a:extLst>
                <a:ext uri="{FF2B5EF4-FFF2-40B4-BE49-F238E27FC236}">
                  <a16:creationId xmlns:a16="http://schemas.microsoft.com/office/drawing/2014/main" id="{612055D8-8D7A-4FEF-B435-B4CD8ED877EF}"/>
                </a:ext>
              </a:extLst>
            </p:cNvPr>
            <p:cNvSpPr/>
            <p:nvPr/>
          </p:nvSpPr>
          <p:spPr>
            <a:xfrm>
              <a:off x="2988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3" name="타원 15992">
              <a:extLst>
                <a:ext uri="{FF2B5EF4-FFF2-40B4-BE49-F238E27FC236}">
                  <a16:creationId xmlns:a16="http://schemas.microsoft.com/office/drawing/2014/main" id="{C0098A57-BC9E-41BA-B14B-CE4878252EE8}"/>
                </a:ext>
              </a:extLst>
            </p:cNvPr>
            <p:cNvSpPr/>
            <p:nvPr/>
          </p:nvSpPr>
          <p:spPr>
            <a:xfrm>
              <a:off x="3140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4" name="타원 15993">
              <a:extLst>
                <a:ext uri="{FF2B5EF4-FFF2-40B4-BE49-F238E27FC236}">
                  <a16:creationId xmlns:a16="http://schemas.microsoft.com/office/drawing/2014/main" id="{78D95C5F-B2F2-4650-BEC3-FFEFD8EC6341}"/>
                </a:ext>
              </a:extLst>
            </p:cNvPr>
            <p:cNvSpPr/>
            <p:nvPr/>
          </p:nvSpPr>
          <p:spPr>
            <a:xfrm>
              <a:off x="3293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5" name="타원 15994">
              <a:extLst>
                <a:ext uri="{FF2B5EF4-FFF2-40B4-BE49-F238E27FC236}">
                  <a16:creationId xmlns:a16="http://schemas.microsoft.com/office/drawing/2014/main" id="{8E30A15D-30D7-4443-8FFD-70FD71F863FF}"/>
                </a:ext>
              </a:extLst>
            </p:cNvPr>
            <p:cNvSpPr/>
            <p:nvPr/>
          </p:nvSpPr>
          <p:spPr>
            <a:xfrm>
              <a:off x="3445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6" name="타원 15995">
              <a:extLst>
                <a:ext uri="{FF2B5EF4-FFF2-40B4-BE49-F238E27FC236}">
                  <a16:creationId xmlns:a16="http://schemas.microsoft.com/office/drawing/2014/main" id="{E918490E-E814-49A8-89FA-00ABBDADBC70}"/>
                </a:ext>
              </a:extLst>
            </p:cNvPr>
            <p:cNvSpPr/>
            <p:nvPr/>
          </p:nvSpPr>
          <p:spPr>
            <a:xfrm>
              <a:off x="3598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7" name="타원 15996">
              <a:extLst>
                <a:ext uri="{FF2B5EF4-FFF2-40B4-BE49-F238E27FC236}">
                  <a16:creationId xmlns:a16="http://schemas.microsoft.com/office/drawing/2014/main" id="{83946D06-66C8-4590-A3F0-A35421544593}"/>
                </a:ext>
              </a:extLst>
            </p:cNvPr>
            <p:cNvSpPr/>
            <p:nvPr/>
          </p:nvSpPr>
          <p:spPr>
            <a:xfrm>
              <a:off x="3750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8" name="타원 15997">
              <a:extLst>
                <a:ext uri="{FF2B5EF4-FFF2-40B4-BE49-F238E27FC236}">
                  <a16:creationId xmlns:a16="http://schemas.microsoft.com/office/drawing/2014/main" id="{276B23EE-5231-417B-A572-31AB1A37B772}"/>
                </a:ext>
              </a:extLst>
            </p:cNvPr>
            <p:cNvSpPr/>
            <p:nvPr/>
          </p:nvSpPr>
          <p:spPr>
            <a:xfrm>
              <a:off x="3902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99" name="타원 15998">
              <a:extLst>
                <a:ext uri="{FF2B5EF4-FFF2-40B4-BE49-F238E27FC236}">
                  <a16:creationId xmlns:a16="http://schemas.microsoft.com/office/drawing/2014/main" id="{2BEF8DA5-CE22-4915-B2EF-9FDAA0109874}"/>
                </a:ext>
              </a:extLst>
            </p:cNvPr>
            <p:cNvSpPr/>
            <p:nvPr/>
          </p:nvSpPr>
          <p:spPr>
            <a:xfrm>
              <a:off x="4055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0" name="타원 15999">
              <a:extLst>
                <a:ext uri="{FF2B5EF4-FFF2-40B4-BE49-F238E27FC236}">
                  <a16:creationId xmlns:a16="http://schemas.microsoft.com/office/drawing/2014/main" id="{B41E1705-B525-4A5E-B81F-4219D8FA3331}"/>
                </a:ext>
              </a:extLst>
            </p:cNvPr>
            <p:cNvSpPr/>
            <p:nvPr/>
          </p:nvSpPr>
          <p:spPr>
            <a:xfrm>
              <a:off x="4207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1" name="타원 16000">
              <a:extLst>
                <a:ext uri="{FF2B5EF4-FFF2-40B4-BE49-F238E27FC236}">
                  <a16:creationId xmlns:a16="http://schemas.microsoft.com/office/drawing/2014/main" id="{DC193164-B004-4D3C-A116-5E239825EEE0}"/>
                </a:ext>
              </a:extLst>
            </p:cNvPr>
            <p:cNvSpPr/>
            <p:nvPr/>
          </p:nvSpPr>
          <p:spPr>
            <a:xfrm>
              <a:off x="4360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2" name="타원 16001">
              <a:extLst>
                <a:ext uri="{FF2B5EF4-FFF2-40B4-BE49-F238E27FC236}">
                  <a16:creationId xmlns:a16="http://schemas.microsoft.com/office/drawing/2014/main" id="{8577A2BD-83D2-4CF5-8CFD-ADD80EB45AE5}"/>
                </a:ext>
              </a:extLst>
            </p:cNvPr>
            <p:cNvSpPr/>
            <p:nvPr/>
          </p:nvSpPr>
          <p:spPr>
            <a:xfrm>
              <a:off x="4512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3" name="타원 16002">
              <a:extLst>
                <a:ext uri="{FF2B5EF4-FFF2-40B4-BE49-F238E27FC236}">
                  <a16:creationId xmlns:a16="http://schemas.microsoft.com/office/drawing/2014/main" id="{AA626BBD-D3C0-43D2-9B62-DADB56CB5A50}"/>
                </a:ext>
              </a:extLst>
            </p:cNvPr>
            <p:cNvSpPr/>
            <p:nvPr/>
          </p:nvSpPr>
          <p:spPr>
            <a:xfrm>
              <a:off x="4664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4" name="타원 16003">
              <a:extLst>
                <a:ext uri="{FF2B5EF4-FFF2-40B4-BE49-F238E27FC236}">
                  <a16:creationId xmlns:a16="http://schemas.microsoft.com/office/drawing/2014/main" id="{AE09F5DE-6FFD-40AF-8072-389B16BF7CB3}"/>
                </a:ext>
              </a:extLst>
            </p:cNvPr>
            <p:cNvSpPr/>
            <p:nvPr/>
          </p:nvSpPr>
          <p:spPr>
            <a:xfrm>
              <a:off x="4817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5" name="타원 16004">
              <a:extLst>
                <a:ext uri="{FF2B5EF4-FFF2-40B4-BE49-F238E27FC236}">
                  <a16:creationId xmlns:a16="http://schemas.microsoft.com/office/drawing/2014/main" id="{13166E85-D43E-4F7B-97F4-03344F6B69E6}"/>
                </a:ext>
              </a:extLst>
            </p:cNvPr>
            <p:cNvSpPr/>
            <p:nvPr/>
          </p:nvSpPr>
          <p:spPr>
            <a:xfrm>
              <a:off x="4969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6" name="타원 16005">
              <a:extLst>
                <a:ext uri="{FF2B5EF4-FFF2-40B4-BE49-F238E27FC236}">
                  <a16:creationId xmlns:a16="http://schemas.microsoft.com/office/drawing/2014/main" id="{FCFB36AB-8A3E-40CA-80A4-FBE2FBA74F66}"/>
                </a:ext>
              </a:extLst>
            </p:cNvPr>
            <p:cNvSpPr/>
            <p:nvPr/>
          </p:nvSpPr>
          <p:spPr>
            <a:xfrm>
              <a:off x="5122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7" name="타원 16006">
              <a:extLst>
                <a:ext uri="{FF2B5EF4-FFF2-40B4-BE49-F238E27FC236}">
                  <a16:creationId xmlns:a16="http://schemas.microsoft.com/office/drawing/2014/main" id="{C2339534-CEBD-4A6D-81E7-E4B6881D2EF9}"/>
                </a:ext>
              </a:extLst>
            </p:cNvPr>
            <p:cNvSpPr/>
            <p:nvPr/>
          </p:nvSpPr>
          <p:spPr>
            <a:xfrm>
              <a:off x="5274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8" name="타원 16007">
              <a:extLst>
                <a:ext uri="{FF2B5EF4-FFF2-40B4-BE49-F238E27FC236}">
                  <a16:creationId xmlns:a16="http://schemas.microsoft.com/office/drawing/2014/main" id="{FA924C15-B95E-450C-A9C2-0BD2121F2B09}"/>
                </a:ext>
              </a:extLst>
            </p:cNvPr>
            <p:cNvSpPr/>
            <p:nvPr/>
          </p:nvSpPr>
          <p:spPr>
            <a:xfrm>
              <a:off x="5426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09" name="타원 16008">
              <a:extLst>
                <a:ext uri="{FF2B5EF4-FFF2-40B4-BE49-F238E27FC236}">
                  <a16:creationId xmlns:a16="http://schemas.microsoft.com/office/drawing/2014/main" id="{B3982E77-C764-450B-AD7E-956B50CA3848}"/>
                </a:ext>
              </a:extLst>
            </p:cNvPr>
            <p:cNvSpPr/>
            <p:nvPr/>
          </p:nvSpPr>
          <p:spPr>
            <a:xfrm>
              <a:off x="5579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0" name="타원 16009">
              <a:extLst>
                <a:ext uri="{FF2B5EF4-FFF2-40B4-BE49-F238E27FC236}">
                  <a16:creationId xmlns:a16="http://schemas.microsoft.com/office/drawing/2014/main" id="{6A3AD436-6793-4D41-B0EE-A76FF0690683}"/>
                </a:ext>
              </a:extLst>
            </p:cNvPr>
            <p:cNvSpPr/>
            <p:nvPr/>
          </p:nvSpPr>
          <p:spPr>
            <a:xfrm>
              <a:off x="5731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1" name="타원 16010">
              <a:extLst>
                <a:ext uri="{FF2B5EF4-FFF2-40B4-BE49-F238E27FC236}">
                  <a16:creationId xmlns:a16="http://schemas.microsoft.com/office/drawing/2014/main" id="{C8B3CF3B-7FCB-4D29-8E24-13A5A4563860}"/>
                </a:ext>
              </a:extLst>
            </p:cNvPr>
            <p:cNvSpPr/>
            <p:nvPr/>
          </p:nvSpPr>
          <p:spPr>
            <a:xfrm>
              <a:off x="245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2" name="타원 16011">
              <a:extLst>
                <a:ext uri="{FF2B5EF4-FFF2-40B4-BE49-F238E27FC236}">
                  <a16:creationId xmlns:a16="http://schemas.microsoft.com/office/drawing/2014/main" id="{9ECCE79A-361A-46A9-B25A-1ABD3C18B767}"/>
                </a:ext>
              </a:extLst>
            </p:cNvPr>
            <p:cNvSpPr/>
            <p:nvPr/>
          </p:nvSpPr>
          <p:spPr>
            <a:xfrm>
              <a:off x="397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3" name="타원 16012">
              <a:extLst>
                <a:ext uri="{FF2B5EF4-FFF2-40B4-BE49-F238E27FC236}">
                  <a16:creationId xmlns:a16="http://schemas.microsoft.com/office/drawing/2014/main" id="{BEF3E027-2F54-4CCB-B3C0-83512D27ADCD}"/>
                </a:ext>
              </a:extLst>
            </p:cNvPr>
            <p:cNvSpPr/>
            <p:nvPr/>
          </p:nvSpPr>
          <p:spPr>
            <a:xfrm>
              <a:off x="550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4" name="타원 16013">
              <a:extLst>
                <a:ext uri="{FF2B5EF4-FFF2-40B4-BE49-F238E27FC236}">
                  <a16:creationId xmlns:a16="http://schemas.microsoft.com/office/drawing/2014/main" id="{A6A69537-DCF0-409A-9C2F-38E103BB52EC}"/>
                </a:ext>
              </a:extLst>
            </p:cNvPr>
            <p:cNvSpPr/>
            <p:nvPr/>
          </p:nvSpPr>
          <p:spPr>
            <a:xfrm>
              <a:off x="702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5" name="타원 16014">
              <a:extLst>
                <a:ext uri="{FF2B5EF4-FFF2-40B4-BE49-F238E27FC236}">
                  <a16:creationId xmlns:a16="http://schemas.microsoft.com/office/drawing/2014/main" id="{A8C71E2F-D8D4-465D-A33E-F68C2A104E42}"/>
                </a:ext>
              </a:extLst>
            </p:cNvPr>
            <p:cNvSpPr/>
            <p:nvPr/>
          </p:nvSpPr>
          <p:spPr>
            <a:xfrm>
              <a:off x="854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6" name="타원 16015">
              <a:extLst>
                <a:ext uri="{FF2B5EF4-FFF2-40B4-BE49-F238E27FC236}">
                  <a16:creationId xmlns:a16="http://schemas.microsoft.com/office/drawing/2014/main" id="{54214778-8B9B-49FA-9946-B538A44A8E27}"/>
                </a:ext>
              </a:extLst>
            </p:cNvPr>
            <p:cNvSpPr/>
            <p:nvPr/>
          </p:nvSpPr>
          <p:spPr>
            <a:xfrm>
              <a:off x="1007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7" name="타원 16016">
              <a:extLst>
                <a:ext uri="{FF2B5EF4-FFF2-40B4-BE49-F238E27FC236}">
                  <a16:creationId xmlns:a16="http://schemas.microsoft.com/office/drawing/2014/main" id="{CB01F140-7CE9-4A3D-AE93-AA454B28C5A3}"/>
                </a:ext>
              </a:extLst>
            </p:cNvPr>
            <p:cNvSpPr/>
            <p:nvPr/>
          </p:nvSpPr>
          <p:spPr>
            <a:xfrm>
              <a:off x="1159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8" name="타원 16017">
              <a:extLst>
                <a:ext uri="{FF2B5EF4-FFF2-40B4-BE49-F238E27FC236}">
                  <a16:creationId xmlns:a16="http://schemas.microsoft.com/office/drawing/2014/main" id="{54283FFD-A980-485C-96F4-DDB5A8639751}"/>
                </a:ext>
              </a:extLst>
            </p:cNvPr>
            <p:cNvSpPr/>
            <p:nvPr/>
          </p:nvSpPr>
          <p:spPr>
            <a:xfrm>
              <a:off x="1312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19" name="타원 16018">
              <a:extLst>
                <a:ext uri="{FF2B5EF4-FFF2-40B4-BE49-F238E27FC236}">
                  <a16:creationId xmlns:a16="http://schemas.microsoft.com/office/drawing/2014/main" id="{78EED983-E39B-4787-B5D4-48587E89CFB0}"/>
                </a:ext>
              </a:extLst>
            </p:cNvPr>
            <p:cNvSpPr/>
            <p:nvPr/>
          </p:nvSpPr>
          <p:spPr>
            <a:xfrm>
              <a:off x="1464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0" name="타원 16019">
              <a:extLst>
                <a:ext uri="{FF2B5EF4-FFF2-40B4-BE49-F238E27FC236}">
                  <a16:creationId xmlns:a16="http://schemas.microsoft.com/office/drawing/2014/main" id="{32A3A61C-E45D-4D87-A58F-E17E2F916E2D}"/>
                </a:ext>
              </a:extLst>
            </p:cNvPr>
            <p:cNvSpPr/>
            <p:nvPr/>
          </p:nvSpPr>
          <p:spPr>
            <a:xfrm>
              <a:off x="1616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1" name="타원 16020">
              <a:extLst>
                <a:ext uri="{FF2B5EF4-FFF2-40B4-BE49-F238E27FC236}">
                  <a16:creationId xmlns:a16="http://schemas.microsoft.com/office/drawing/2014/main" id="{6C5C0E7D-B0F6-4546-8498-426668B7B449}"/>
                </a:ext>
              </a:extLst>
            </p:cNvPr>
            <p:cNvSpPr/>
            <p:nvPr/>
          </p:nvSpPr>
          <p:spPr>
            <a:xfrm>
              <a:off x="1769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2" name="타원 16021">
              <a:extLst>
                <a:ext uri="{FF2B5EF4-FFF2-40B4-BE49-F238E27FC236}">
                  <a16:creationId xmlns:a16="http://schemas.microsoft.com/office/drawing/2014/main" id="{23174302-D855-4AB9-A559-3DBBF36AACFD}"/>
                </a:ext>
              </a:extLst>
            </p:cNvPr>
            <p:cNvSpPr/>
            <p:nvPr/>
          </p:nvSpPr>
          <p:spPr>
            <a:xfrm>
              <a:off x="1921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3" name="타원 16022">
              <a:extLst>
                <a:ext uri="{FF2B5EF4-FFF2-40B4-BE49-F238E27FC236}">
                  <a16:creationId xmlns:a16="http://schemas.microsoft.com/office/drawing/2014/main" id="{5D9EF41C-759C-4D3E-811C-FFC61B887472}"/>
                </a:ext>
              </a:extLst>
            </p:cNvPr>
            <p:cNvSpPr/>
            <p:nvPr/>
          </p:nvSpPr>
          <p:spPr>
            <a:xfrm>
              <a:off x="2074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4" name="타원 16023">
              <a:extLst>
                <a:ext uri="{FF2B5EF4-FFF2-40B4-BE49-F238E27FC236}">
                  <a16:creationId xmlns:a16="http://schemas.microsoft.com/office/drawing/2014/main" id="{0F7643F2-19DC-4A30-B720-01AEA0D81867}"/>
                </a:ext>
              </a:extLst>
            </p:cNvPr>
            <p:cNvSpPr/>
            <p:nvPr/>
          </p:nvSpPr>
          <p:spPr>
            <a:xfrm>
              <a:off x="2226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5" name="타원 16024">
              <a:extLst>
                <a:ext uri="{FF2B5EF4-FFF2-40B4-BE49-F238E27FC236}">
                  <a16:creationId xmlns:a16="http://schemas.microsoft.com/office/drawing/2014/main" id="{E19C7BC2-E303-4B65-9F18-63DCF04CA08A}"/>
                </a:ext>
              </a:extLst>
            </p:cNvPr>
            <p:cNvSpPr/>
            <p:nvPr/>
          </p:nvSpPr>
          <p:spPr>
            <a:xfrm>
              <a:off x="2378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6" name="타원 16025">
              <a:extLst>
                <a:ext uri="{FF2B5EF4-FFF2-40B4-BE49-F238E27FC236}">
                  <a16:creationId xmlns:a16="http://schemas.microsoft.com/office/drawing/2014/main" id="{69C58283-99DC-4303-850C-3B332BEAC2D1}"/>
                </a:ext>
              </a:extLst>
            </p:cNvPr>
            <p:cNvSpPr/>
            <p:nvPr/>
          </p:nvSpPr>
          <p:spPr>
            <a:xfrm>
              <a:off x="2531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7" name="타원 16026">
              <a:extLst>
                <a:ext uri="{FF2B5EF4-FFF2-40B4-BE49-F238E27FC236}">
                  <a16:creationId xmlns:a16="http://schemas.microsoft.com/office/drawing/2014/main" id="{CB69B63F-10A8-43FA-863D-3D9C87C14F05}"/>
                </a:ext>
              </a:extLst>
            </p:cNvPr>
            <p:cNvSpPr/>
            <p:nvPr/>
          </p:nvSpPr>
          <p:spPr>
            <a:xfrm>
              <a:off x="2683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8" name="타원 16027">
              <a:extLst>
                <a:ext uri="{FF2B5EF4-FFF2-40B4-BE49-F238E27FC236}">
                  <a16:creationId xmlns:a16="http://schemas.microsoft.com/office/drawing/2014/main" id="{6AAF77E9-E041-4683-B3FD-ACF4C9F1660C}"/>
                </a:ext>
              </a:extLst>
            </p:cNvPr>
            <p:cNvSpPr/>
            <p:nvPr/>
          </p:nvSpPr>
          <p:spPr>
            <a:xfrm>
              <a:off x="2836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29" name="타원 16028">
              <a:extLst>
                <a:ext uri="{FF2B5EF4-FFF2-40B4-BE49-F238E27FC236}">
                  <a16:creationId xmlns:a16="http://schemas.microsoft.com/office/drawing/2014/main" id="{995F4747-80CB-43B7-90F4-AFF55A10DC8F}"/>
                </a:ext>
              </a:extLst>
            </p:cNvPr>
            <p:cNvSpPr/>
            <p:nvPr/>
          </p:nvSpPr>
          <p:spPr>
            <a:xfrm>
              <a:off x="2988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0" name="타원 16029">
              <a:extLst>
                <a:ext uri="{FF2B5EF4-FFF2-40B4-BE49-F238E27FC236}">
                  <a16:creationId xmlns:a16="http://schemas.microsoft.com/office/drawing/2014/main" id="{9CBDE09C-440F-49F7-94B9-E672DCF50717}"/>
                </a:ext>
              </a:extLst>
            </p:cNvPr>
            <p:cNvSpPr/>
            <p:nvPr/>
          </p:nvSpPr>
          <p:spPr>
            <a:xfrm>
              <a:off x="3140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1" name="타원 16030">
              <a:extLst>
                <a:ext uri="{FF2B5EF4-FFF2-40B4-BE49-F238E27FC236}">
                  <a16:creationId xmlns:a16="http://schemas.microsoft.com/office/drawing/2014/main" id="{036C5F96-51D7-4DE0-A7B9-ECD8501D49A7}"/>
                </a:ext>
              </a:extLst>
            </p:cNvPr>
            <p:cNvSpPr/>
            <p:nvPr/>
          </p:nvSpPr>
          <p:spPr>
            <a:xfrm>
              <a:off x="3293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2" name="타원 16031">
              <a:extLst>
                <a:ext uri="{FF2B5EF4-FFF2-40B4-BE49-F238E27FC236}">
                  <a16:creationId xmlns:a16="http://schemas.microsoft.com/office/drawing/2014/main" id="{85D425BF-0B52-43CA-A8CD-F8F15BFBAD3F}"/>
                </a:ext>
              </a:extLst>
            </p:cNvPr>
            <p:cNvSpPr/>
            <p:nvPr/>
          </p:nvSpPr>
          <p:spPr>
            <a:xfrm>
              <a:off x="3445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3" name="타원 16032">
              <a:extLst>
                <a:ext uri="{FF2B5EF4-FFF2-40B4-BE49-F238E27FC236}">
                  <a16:creationId xmlns:a16="http://schemas.microsoft.com/office/drawing/2014/main" id="{C1811F44-8006-4102-907E-24BFFFE0C801}"/>
                </a:ext>
              </a:extLst>
            </p:cNvPr>
            <p:cNvSpPr/>
            <p:nvPr/>
          </p:nvSpPr>
          <p:spPr>
            <a:xfrm>
              <a:off x="3598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4" name="타원 16033">
              <a:extLst>
                <a:ext uri="{FF2B5EF4-FFF2-40B4-BE49-F238E27FC236}">
                  <a16:creationId xmlns:a16="http://schemas.microsoft.com/office/drawing/2014/main" id="{A79CA082-78BD-44FE-8EA2-740828C0A9E6}"/>
                </a:ext>
              </a:extLst>
            </p:cNvPr>
            <p:cNvSpPr/>
            <p:nvPr/>
          </p:nvSpPr>
          <p:spPr>
            <a:xfrm>
              <a:off x="3750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5" name="타원 16034">
              <a:extLst>
                <a:ext uri="{FF2B5EF4-FFF2-40B4-BE49-F238E27FC236}">
                  <a16:creationId xmlns:a16="http://schemas.microsoft.com/office/drawing/2014/main" id="{EDD6EAC9-5920-4194-82FA-D579370BE3B2}"/>
                </a:ext>
              </a:extLst>
            </p:cNvPr>
            <p:cNvSpPr/>
            <p:nvPr/>
          </p:nvSpPr>
          <p:spPr>
            <a:xfrm>
              <a:off x="3902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6" name="타원 16035">
              <a:extLst>
                <a:ext uri="{FF2B5EF4-FFF2-40B4-BE49-F238E27FC236}">
                  <a16:creationId xmlns:a16="http://schemas.microsoft.com/office/drawing/2014/main" id="{1D1E03BE-D8E1-43C2-803A-A7EE6AF8E7BD}"/>
                </a:ext>
              </a:extLst>
            </p:cNvPr>
            <p:cNvSpPr/>
            <p:nvPr/>
          </p:nvSpPr>
          <p:spPr>
            <a:xfrm>
              <a:off x="4055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7" name="타원 16036">
              <a:extLst>
                <a:ext uri="{FF2B5EF4-FFF2-40B4-BE49-F238E27FC236}">
                  <a16:creationId xmlns:a16="http://schemas.microsoft.com/office/drawing/2014/main" id="{251CAEDA-7745-4102-9EA1-56FA8AD3AF4C}"/>
                </a:ext>
              </a:extLst>
            </p:cNvPr>
            <p:cNvSpPr/>
            <p:nvPr/>
          </p:nvSpPr>
          <p:spPr>
            <a:xfrm>
              <a:off x="4207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8" name="타원 16037">
              <a:extLst>
                <a:ext uri="{FF2B5EF4-FFF2-40B4-BE49-F238E27FC236}">
                  <a16:creationId xmlns:a16="http://schemas.microsoft.com/office/drawing/2014/main" id="{FA8016F6-FF75-4193-B751-38A14FBFC63A}"/>
                </a:ext>
              </a:extLst>
            </p:cNvPr>
            <p:cNvSpPr/>
            <p:nvPr/>
          </p:nvSpPr>
          <p:spPr>
            <a:xfrm>
              <a:off x="4360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39" name="타원 16038">
              <a:extLst>
                <a:ext uri="{FF2B5EF4-FFF2-40B4-BE49-F238E27FC236}">
                  <a16:creationId xmlns:a16="http://schemas.microsoft.com/office/drawing/2014/main" id="{BEC66FB0-F82A-4D0D-9EF1-6D2B02E0754D}"/>
                </a:ext>
              </a:extLst>
            </p:cNvPr>
            <p:cNvSpPr/>
            <p:nvPr/>
          </p:nvSpPr>
          <p:spPr>
            <a:xfrm>
              <a:off x="4512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0" name="타원 16039">
              <a:extLst>
                <a:ext uri="{FF2B5EF4-FFF2-40B4-BE49-F238E27FC236}">
                  <a16:creationId xmlns:a16="http://schemas.microsoft.com/office/drawing/2014/main" id="{9EF13A70-95DC-4BAA-A9A7-48F63591C3D5}"/>
                </a:ext>
              </a:extLst>
            </p:cNvPr>
            <p:cNvSpPr/>
            <p:nvPr/>
          </p:nvSpPr>
          <p:spPr>
            <a:xfrm>
              <a:off x="4664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1" name="타원 16040">
              <a:extLst>
                <a:ext uri="{FF2B5EF4-FFF2-40B4-BE49-F238E27FC236}">
                  <a16:creationId xmlns:a16="http://schemas.microsoft.com/office/drawing/2014/main" id="{5DA55F97-11C0-490D-865C-7667C57E93F7}"/>
                </a:ext>
              </a:extLst>
            </p:cNvPr>
            <p:cNvSpPr/>
            <p:nvPr/>
          </p:nvSpPr>
          <p:spPr>
            <a:xfrm>
              <a:off x="4817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2" name="타원 16041">
              <a:extLst>
                <a:ext uri="{FF2B5EF4-FFF2-40B4-BE49-F238E27FC236}">
                  <a16:creationId xmlns:a16="http://schemas.microsoft.com/office/drawing/2014/main" id="{68232B62-2B62-4546-849C-FF862439243D}"/>
                </a:ext>
              </a:extLst>
            </p:cNvPr>
            <p:cNvSpPr/>
            <p:nvPr/>
          </p:nvSpPr>
          <p:spPr>
            <a:xfrm>
              <a:off x="4969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3" name="타원 16042">
              <a:extLst>
                <a:ext uri="{FF2B5EF4-FFF2-40B4-BE49-F238E27FC236}">
                  <a16:creationId xmlns:a16="http://schemas.microsoft.com/office/drawing/2014/main" id="{42B8CE52-698F-4EF5-8FF9-19714907B8F3}"/>
                </a:ext>
              </a:extLst>
            </p:cNvPr>
            <p:cNvSpPr/>
            <p:nvPr/>
          </p:nvSpPr>
          <p:spPr>
            <a:xfrm>
              <a:off x="5122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4" name="타원 16043">
              <a:extLst>
                <a:ext uri="{FF2B5EF4-FFF2-40B4-BE49-F238E27FC236}">
                  <a16:creationId xmlns:a16="http://schemas.microsoft.com/office/drawing/2014/main" id="{DA16A5AE-B690-4AE0-A3C1-C34EF75D0C95}"/>
                </a:ext>
              </a:extLst>
            </p:cNvPr>
            <p:cNvSpPr/>
            <p:nvPr/>
          </p:nvSpPr>
          <p:spPr>
            <a:xfrm>
              <a:off x="5274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5" name="타원 16044">
              <a:extLst>
                <a:ext uri="{FF2B5EF4-FFF2-40B4-BE49-F238E27FC236}">
                  <a16:creationId xmlns:a16="http://schemas.microsoft.com/office/drawing/2014/main" id="{8E445AD8-BD6E-4FD8-9C02-DB39A4504549}"/>
                </a:ext>
              </a:extLst>
            </p:cNvPr>
            <p:cNvSpPr/>
            <p:nvPr/>
          </p:nvSpPr>
          <p:spPr>
            <a:xfrm>
              <a:off x="5426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6" name="타원 16045">
              <a:extLst>
                <a:ext uri="{FF2B5EF4-FFF2-40B4-BE49-F238E27FC236}">
                  <a16:creationId xmlns:a16="http://schemas.microsoft.com/office/drawing/2014/main" id="{F0EEA589-5D5A-402B-8A31-82FD0E35F3F1}"/>
                </a:ext>
              </a:extLst>
            </p:cNvPr>
            <p:cNvSpPr/>
            <p:nvPr/>
          </p:nvSpPr>
          <p:spPr>
            <a:xfrm>
              <a:off x="5579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7" name="타원 16046">
              <a:extLst>
                <a:ext uri="{FF2B5EF4-FFF2-40B4-BE49-F238E27FC236}">
                  <a16:creationId xmlns:a16="http://schemas.microsoft.com/office/drawing/2014/main" id="{50130C4F-7C68-4FA6-93F2-E58AE21CB7DE}"/>
                </a:ext>
              </a:extLst>
            </p:cNvPr>
            <p:cNvSpPr/>
            <p:nvPr/>
          </p:nvSpPr>
          <p:spPr>
            <a:xfrm>
              <a:off x="5731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8" name="타원 16047">
              <a:extLst>
                <a:ext uri="{FF2B5EF4-FFF2-40B4-BE49-F238E27FC236}">
                  <a16:creationId xmlns:a16="http://schemas.microsoft.com/office/drawing/2014/main" id="{DE9A36F4-467A-4997-B231-FE842768F2D9}"/>
                </a:ext>
              </a:extLst>
            </p:cNvPr>
            <p:cNvSpPr/>
            <p:nvPr/>
          </p:nvSpPr>
          <p:spPr>
            <a:xfrm>
              <a:off x="245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49" name="타원 16048">
              <a:extLst>
                <a:ext uri="{FF2B5EF4-FFF2-40B4-BE49-F238E27FC236}">
                  <a16:creationId xmlns:a16="http://schemas.microsoft.com/office/drawing/2014/main" id="{87304826-2DBB-44C6-BC9E-40829A954EBB}"/>
                </a:ext>
              </a:extLst>
            </p:cNvPr>
            <p:cNvSpPr/>
            <p:nvPr/>
          </p:nvSpPr>
          <p:spPr>
            <a:xfrm>
              <a:off x="397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0" name="타원 16049">
              <a:extLst>
                <a:ext uri="{FF2B5EF4-FFF2-40B4-BE49-F238E27FC236}">
                  <a16:creationId xmlns:a16="http://schemas.microsoft.com/office/drawing/2014/main" id="{9E5FAB6B-FB66-416B-A97A-219274E08FA1}"/>
                </a:ext>
              </a:extLst>
            </p:cNvPr>
            <p:cNvSpPr/>
            <p:nvPr/>
          </p:nvSpPr>
          <p:spPr>
            <a:xfrm>
              <a:off x="550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1" name="타원 16050">
              <a:extLst>
                <a:ext uri="{FF2B5EF4-FFF2-40B4-BE49-F238E27FC236}">
                  <a16:creationId xmlns:a16="http://schemas.microsoft.com/office/drawing/2014/main" id="{9D6DDE39-44E5-4276-BD4D-16715449D41F}"/>
                </a:ext>
              </a:extLst>
            </p:cNvPr>
            <p:cNvSpPr/>
            <p:nvPr/>
          </p:nvSpPr>
          <p:spPr>
            <a:xfrm>
              <a:off x="702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2" name="타원 16051">
              <a:extLst>
                <a:ext uri="{FF2B5EF4-FFF2-40B4-BE49-F238E27FC236}">
                  <a16:creationId xmlns:a16="http://schemas.microsoft.com/office/drawing/2014/main" id="{3C42F714-7E3F-4A1C-908F-B572CE4B8626}"/>
                </a:ext>
              </a:extLst>
            </p:cNvPr>
            <p:cNvSpPr/>
            <p:nvPr/>
          </p:nvSpPr>
          <p:spPr>
            <a:xfrm>
              <a:off x="854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3" name="타원 16052">
              <a:extLst>
                <a:ext uri="{FF2B5EF4-FFF2-40B4-BE49-F238E27FC236}">
                  <a16:creationId xmlns:a16="http://schemas.microsoft.com/office/drawing/2014/main" id="{D7B8DADB-1ABE-4208-B76A-FDBAE3AE9987}"/>
                </a:ext>
              </a:extLst>
            </p:cNvPr>
            <p:cNvSpPr/>
            <p:nvPr/>
          </p:nvSpPr>
          <p:spPr>
            <a:xfrm>
              <a:off x="1007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4" name="타원 16053">
              <a:extLst>
                <a:ext uri="{FF2B5EF4-FFF2-40B4-BE49-F238E27FC236}">
                  <a16:creationId xmlns:a16="http://schemas.microsoft.com/office/drawing/2014/main" id="{2DF14238-F534-45A9-9AEE-2EE45966BCCA}"/>
                </a:ext>
              </a:extLst>
            </p:cNvPr>
            <p:cNvSpPr/>
            <p:nvPr/>
          </p:nvSpPr>
          <p:spPr>
            <a:xfrm>
              <a:off x="1159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5" name="타원 16054">
              <a:extLst>
                <a:ext uri="{FF2B5EF4-FFF2-40B4-BE49-F238E27FC236}">
                  <a16:creationId xmlns:a16="http://schemas.microsoft.com/office/drawing/2014/main" id="{74FBE7D9-BEDB-43CB-9FE6-AD56008CB41E}"/>
                </a:ext>
              </a:extLst>
            </p:cNvPr>
            <p:cNvSpPr/>
            <p:nvPr/>
          </p:nvSpPr>
          <p:spPr>
            <a:xfrm>
              <a:off x="1312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6" name="타원 16055">
              <a:extLst>
                <a:ext uri="{FF2B5EF4-FFF2-40B4-BE49-F238E27FC236}">
                  <a16:creationId xmlns:a16="http://schemas.microsoft.com/office/drawing/2014/main" id="{E7F44AC2-517A-4548-9ECB-F9B00B469882}"/>
                </a:ext>
              </a:extLst>
            </p:cNvPr>
            <p:cNvSpPr/>
            <p:nvPr/>
          </p:nvSpPr>
          <p:spPr>
            <a:xfrm>
              <a:off x="1464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7" name="타원 16056">
              <a:extLst>
                <a:ext uri="{FF2B5EF4-FFF2-40B4-BE49-F238E27FC236}">
                  <a16:creationId xmlns:a16="http://schemas.microsoft.com/office/drawing/2014/main" id="{CDD6D11A-2736-4BEC-BA37-8F81F479908C}"/>
                </a:ext>
              </a:extLst>
            </p:cNvPr>
            <p:cNvSpPr/>
            <p:nvPr/>
          </p:nvSpPr>
          <p:spPr>
            <a:xfrm>
              <a:off x="1616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8" name="타원 16057">
              <a:extLst>
                <a:ext uri="{FF2B5EF4-FFF2-40B4-BE49-F238E27FC236}">
                  <a16:creationId xmlns:a16="http://schemas.microsoft.com/office/drawing/2014/main" id="{BA43C749-9DAD-48DD-B5EE-0E03956B58C8}"/>
                </a:ext>
              </a:extLst>
            </p:cNvPr>
            <p:cNvSpPr/>
            <p:nvPr/>
          </p:nvSpPr>
          <p:spPr>
            <a:xfrm>
              <a:off x="1769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59" name="타원 16058">
              <a:extLst>
                <a:ext uri="{FF2B5EF4-FFF2-40B4-BE49-F238E27FC236}">
                  <a16:creationId xmlns:a16="http://schemas.microsoft.com/office/drawing/2014/main" id="{58E26D98-933D-4E71-A1F0-9648CF3D9CE9}"/>
                </a:ext>
              </a:extLst>
            </p:cNvPr>
            <p:cNvSpPr/>
            <p:nvPr/>
          </p:nvSpPr>
          <p:spPr>
            <a:xfrm>
              <a:off x="1921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0" name="타원 16059">
              <a:extLst>
                <a:ext uri="{FF2B5EF4-FFF2-40B4-BE49-F238E27FC236}">
                  <a16:creationId xmlns:a16="http://schemas.microsoft.com/office/drawing/2014/main" id="{9C9867A8-B728-47DC-A436-31A603F694EC}"/>
                </a:ext>
              </a:extLst>
            </p:cNvPr>
            <p:cNvSpPr/>
            <p:nvPr/>
          </p:nvSpPr>
          <p:spPr>
            <a:xfrm>
              <a:off x="2074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1" name="타원 16060">
              <a:extLst>
                <a:ext uri="{FF2B5EF4-FFF2-40B4-BE49-F238E27FC236}">
                  <a16:creationId xmlns:a16="http://schemas.microsoft.com/office/drawing/2014/main" id="{C1335501-8798-4829-A5A4-1E16B8FD9916}"/>
                </a:ext>
              </a:extLst>
            </p:cNvPr>
            <p:cNvSpPr/>
            <p:nvPr/>
          </p:nvSpPr>
          <p:spPr>
            <a:xfrm>
              <a:off x="2226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2" name="타원 16061">
              <a:extLst>
                <a:ext uri="{FF2B5EF4-FFF2-40B4-BE49-F238E27FC236}">
                  <a16:creationId xmlns:a16="http://schemas.microsoft.com/office/drawing/2014/main" id="{B384AC61-F7BC-4C2F-BAB9-3B9947976974}"/>
                </a:ext>
              </a:extLst>
            </p:cNvPr>
            <p:cNvSpPr/>
            <p:nvPr/>
          </p:nvSpPr>
          <p:spPr>
            <a:xfrm>
              <a:off x="2378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3" name="타원 16062">
              <a:extLst>
                <a:ext uri="{FF2B5EF4-FFF2-40B4-BE49-F238E27FC236}">
                  <a16:creationId xmlns:a16="http://schemas.microsoft.com/office/drawing/2014/main" id="{56B2072D-46A7-4B94-8C52-0A12EE6DB595}"/>
                </a:ext>
              </a:extLst>
            </p:cNvPr>
            <p:cNvSpPr/>
            <p:nvPr/>
          </p:nvSpPr>
          <p:spPr>
            <a:xfrm>
              <a:off x="2531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4" name="타원 16063">
              <a:extLst>
                <a:ext uri="{FF2B5EF4-FFF2-40B4-BE49-F238E27FC236}">
                  <a16:creationId xmlns:a16="http://schemas.microsoft.com/office/drawing/2014/main" id="{55FCF354-7FA5-4A03-9E00-8DC7603D5D5F}"/>
                </a:ext>
              </a:extLst>
            </p:cNvPr>
            <p:cNvSpPr/>
            <p:nvPr/>
          </p:nvSpPr>
          <p:spPr>
            <a:xfrm>
              <a:off x="2683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5" name="타원 16064">
              <a:extLst>
                <a:ext uri="{FF2B5EF4-FFF2-40B4-BE49-F238E27FC236}">
                  <a16:creationId xmlns:a16="http://schemas.microsoft.com/office/drawing/2014/main" id="{FAE0DB71-730E-49A8-9FE1-B6234B2AABD6}"/>
                </a:ext>
              </a:extLst>
            </p:cNvPr>
            <p:cNvSpPr/>
            <p:nvPr/>
          </p:nvSpPr>
          <p:spPr>
            <a:xfrm>
              <a:off x="2836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6" name="타원 16065">
              <a:extLst>
                <a:ext uri="{FF2B5EF4-FFF2-40B4-BE49-F238E27FC236}">
                  <a16:creationId xmlns:a16="http://schemas.microsoft.com/office/drawing/2014/main" id="{A0151101-EE77-4118-9987-00648972B6FA}"/>
                </a:ext>
              </a:extLst>
            </p:cNvPr>
            <p:cNvSpPr/>
            <p:nvPr/>
          </p:nvSpPr>
          <p:spPr>
            <a:xfrm>
              <a:off x="2988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7" name="타원 16066">
              <a:extLst>
                <a:ext uri="{FF2B5EF4-FFF2-40B4-BE49-F238E27FC236}">
                  <a16:creationId xmlns:a16="http://schemas.microsoft.com/office/drawing/2014/main" id="{0192B6AB-25EB-40D3-BD2A-18B797995761}"/>
                </a:ext>
              </a:extLst>
            </p:cNvPr>
            <p:cNvSpPr/>
            <p:nvPr/>
          </p:nvSpPr>
          <p:spPr>
            <a:xfrm>
              <a:off x="3140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8" name="타원 16067">
              <a:extLst>
                <a:ext uri="{FF2B5EF4-FFF2-40B4-BE49-F238E27FC236}">
                  <a16:creationId xmlns:a16="http://schemas.microsoft.com/office/drawing/2014/main" id="{6C57CA19-7536-4B14-84A3-3BA2B021EDBB}"/>
                </a:ext>
              </a:extLst>
            </p:cNvPr>
            <p:cNvSpPr/>
            <p:nvPr/>
          </p:nvSpPr>
          <p:spPr>
            <a:xfrm>
              <a:off x="3293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69" name="타원 16068">
              <a:extLst>
                <a:ext uri="{FF2B5EF4-FFF2-40B4-BE49-F238E27FC236}">
                  <a16:creationId xmlns:a16="http://schemas.microsoft.com/office/drawing/2014/main" id="{2A7647CF-9AC4-4662-B775-A02C2AEB8FD6}"/>
                </a:ext>
              </a:extLst>
            </p:cNvPr>
            <p:cNvSpPr/>
            <p:nvPr/>
          </p:nvSpPr>
          <p:spPr>
            <a:xfrm>
              <a:off x="3445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0" name="타원 16069">
              <a:extLst>
                <a:ext uri="{FF2B5EF4-FFF2-40B4-BE49-F238E27FC236}">
                  <a16:creationId xmlns:a16="http://schemas.microsoft.com/office/drawing/2014/main" id="{7AABA1E2-9A74-45B5-BA5F-40C1BE1770D0}"/>
                </a:ext>
              </a:extLst>
            </p:cNvPr>
            <p:cNvSpPr/>
            <p:nvPr/>
          </p:nvSpPr>
          <p:spPr>
            <a:xfrm>
              <a:off x="3598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1" name="타원 16070">
              <a:extLst>
                <a:ext uri="{FF2B5EF4-FFF2-40B4-BE49-F238E27FC236}">
                  <a16:creationId xmlns:a16="http://schemas.microsoft.com/office/drawing/2014/main" id="{D2393E34-FE80-478D-BA0D-D87E1BAD604F}"/>
                </a:ext>
              </a:extLst>
            </p:cNvPr>
            <p:cNvSpPr/>
            <p:nvPr/>
          </p:nvSpPr>
          <p:spPr>
            <a:xfrm>
              <a:off x="3750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2" name="타원 16071">
              <a:extLst>
                <a:ext uri="{FF2B5EF4-FFF2-40B4-BE49-F238E27FC236}">
                  <a16:creationId xmlns:a16="http://schemas.microsoft.com/office/drawing/2014/main" id="{18A6AF84-E2A3-4924-B600-31188403818E}"/>
                </a:ext>
              </a:extLst>
            </p:cNvPr>
            <p:cNvSpPr/>
            <p:nvPr/>
          </p:nvSpPr>
          <p:spPr>
            <a:xfrm>
              <a:off x="3902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3" name="타원 16072">
              <a:extLst>
                <a:ext uri="{FF2B5EF4-FFF2-40B4-BE49-F238E27FC236}">
                  <a16:creationId xmlns:a16="http://schemas.microsoft.com/office/drawing/2014/main" id="{80EA4A5F-AB2D-45B7-A43A-C2C4DFFF9A72}"/>
                </a:ext>
              </a:extLst>
            </p:cNvPr>
            <p:cNvSpPr/>
            <p:nvPr/>
          </p:nvSpPr>
          <p:spPr>
            <a:xfrm>
              <a:off x="4055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4" name="타원 16073">
              <a:extLst>
                <a:ext uri="{FF2B5EF4-FFF2-40B4-BE49-F238E27FC236}">
                  <a16:creationId xmlns:a16="http://schemas.microsoft.com/office/drawing/2014/main" id="{DF7FEB6A-C47F-4442-AEBB-06FAAA6C0F37}"/>
                </a:ext>
              </a:extLst>
            </p:cNvPr>
            <p:cNvSpPr/>
            <p:nvPr/>
          </p:nvSpPr>
          <p:spPr>
            <a:xfrm>
              <a:off x="4207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5" name="타원 16074">
              <a:extLst>
                <a:ext uri="{FF2B5EF4-FFF2-40B4-BE49-F238E27FC236}">
                  <a16:creationId xmlns:a16="http://schemas.microsoft.com/office/drawing/2014/main" id="{53D0627E-99E8-462C-B4F7-F0D0DF11E1E9}"/>
                </a:ext>
              </a:extLst>
            </p:cNvPr>
            <p:cNvSpPr/>
            <p:nvPr/>
          </p:nvSpPr>
          <p:spPr>
            <a:xfrm>
              <a:off x="4360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6" name="타원 16075">
              <a:extLst>
                <a:ext uri="{FF2B5EF4-FFF2-40B4-BE49-F238E27FC236}">
                  <a16:creationId xmlns:a16="http://schemas.microsoft.com/office/drawing/2014/main" id="{4BCDDB44-A4AA-4C5D-9AB1-C6A5A2429391}"/>
                </a:ext>
              </a:extLst>
            </p:cNvPr>
            <p:cNvSpPr/>
            <p:nvPr/>
          </p:nvSpPr>
          <p:spPr>
            <a:xfrm>
              <a:off x="4512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7" name="타원 16076">
              <a:extLst>
                <a:ext uri="{FF2B5EF4-FFF2-40B4-BE49-F238E27FC236}">
                  <a16:creationId xmlns:a16="http://schemas.microsoft.com/office/drawing/2014/main" id="{87B7F369-5D28-447D-974D-B596A99D3CEF}"/>
                </a:ext>
              </a:extLst>
            </p:cNvPr>
            <p:cNvSpPr/>
            <p:nvPr/>
          </p:nvSpPr>
          <p:spPr>
            <a:xfrm>
              <a:off x="4664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8" name="타원 16077">
              <a:extLst>
                <a:ext uri="{FF2B5EF4-FFF2-40B4-BE49-F238E27FC236}">
                  <a16:creationId xmlns:a16="http://schemas.microsoft.com/office/drawing/2014/main" id="{760B3617-4F4D-4F55-87FF-FBB1E793AC88}"/>
                </a:ext>
              </a:extLst>
            </p:cNvPr>
            <p:cNvSpPr/>
            <p:nvPr/>
          </p:nvSpPr>
          <p:spPr>
            <a:xfrm>
              <a:off x="4817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79" name="타원 16078">
              <a:extLst>
                <a:ext uri="{FF2B5EF4-FFF2-40B4-BE49-F238E27FC236}">
                  <a16:creationId xmlns:a16="http://schemas.microsoft.com/office/drawing/2014/main" id="{1F05D882-79E6-4B11-BAF4-8FED7790EE10}"/>
                </a:ext>
              </a:extLst>
            </p:cNvPr>
            <p:cNvSpPr/>
            <p:nvPr/>
          </p:nvSpPr>
          <p:spPr>
            <a:xfrm>
              <a:off x="4969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0" name="타원 16079">
              <a:extLst>
                <a:ext uri="{FF2B5EF4-FFF2-40B4-BE49-F238E27FC236}">
                  <a16:creationId xmlns:a16="http://schemas.microsoft.com/office/drawing/2014/main" id="{69A4DA3A-A316-415D-873F-40135381837D}"/>
                </a:ext>
              </a:extLst>
            </p:cNvPr>
            <p:cNvSpPr/>
            <p:nvPr/>
          </p:nvSpPr>
          <p:spPr>
            <a:xfrm>
              <a:off x="5122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1" name="타원 16080">
              <a:extLst>
                <a:ext uri="{FF2B5EF4-FFF2-40B4-BE49-F238E27FC236}">
                  <a16:creationId xmlns:a16="http://schemas.microsoft.com/office/drawing/2014/main" id="{F3B7969A-D8A3-4137-A4A5-7536CFEA968B}"/>
                </a:ext>
              </a:extLst>
            </p:cNvPr>
            <p:cNvSpPr/>
            <p:nvPr/>
          </p:nvSpPr>
          <p:spPr>
            <a:xfrm>
              <a:off x="5274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2" name="타원 16081">
              <a:extLst>
                <a:ext uri="{FF2B5EF4-FFF2-40B4-BE49-F238E27FC236}">
                  <a16:creationId xmlns:a16="http://schemas.microsoft.com/office/drawing/2014/main" id="{6FCA3702-B27E-4A6F-B48B-598F6E260834}"/>
                </a:ext>
              </a:extLst>
            </p:cNvPr>
            <p:cNvSpPr/>
            <p:nvPr/>
          </p:nvSpPr>
          <p:spPr>
            <a:xfrm>
              <a:off x="5426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3" name="타원 16082">
              <a:extLst>
                <a:ext uri="{FF2B5EF4-FFF2-40B4-BE49-F238E27FC236}">
                  <a16:creationId xmlns:a16="http://schemas.microsoft.com/office/drawing/2014/main" id="{7C3AC148-2522-4011-9F0E-064DD4EF1956}"/>
                </a:ext>
              </a:extLst>
            </p:cNvPr>
            <p:cNvSpPr/>
            <p:nvPr/>
          </p:nvSpPr>
          <p:spPr>
            <a:xfrm>
              <a:off x="5579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4" name="타원 16083">
              <a:extLst>
                <a:ext uri="{FF2B5EF4-FFF2-40B4-BE49-F238E27FC236}">
                  <a16:creationId xmlns:a16="http://schemas.microsoft.com/office/drawing/2014/main" id="{A6630645-3CFB-46EA-91EF-14A2648D2248}"/>
                </a:ext>
              </a:extLst>
            </p:cNvPr>
            <p:cNvSpPr/>
            <p:nvPr/>
          </p:nvSpPr>
          <p:spPr>
            <a:xfrm>
              <a:off x="5731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5" name="타원 16084">
              <a:extLst>
                <a:ext uri="{FF2B5EF4-FFF2-40B4-BE49-F238E27FC236}">
                  <a16:creationId xmlns:a16="http://schemas.microsoft.com/office/drawing/2014/main" id="{EA2C95F1-3213-40D6-905D-56CF027E301D}"/>
                </a:ext>
              </a:extLst>
            </p:cNvPr>
            <p:cNvSpPr/>
            <p:nvPr/>
          </p:nvSpPr>
          <p:spPr>
            <a:xfrm>
              <a:off x="245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6" name="타원 16085">
              <a:extLst>
                <a:ext uri="{FF2B5EF4-FFF2-40B4-BE49-F238E27FC236}">
                  <a16:creationId xmlns:a16="http://schemas.microsoft.com/office/drawing/2014/main" id="{DC876BCE-A020-4AE7-9B06-20DF504B2CE7}"/>
                </a:ext>
              </a:extLst>
            </p:cNvPr>
            <p:cNvSpPr/>
            <p:nvPr/>
          </p:nvSpPr>
          <p:spPr>
            <a:xfrm>
              <a:off x="397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7" name="타원 16086">
              <a:extLst>
                <a:ext uri="{FF2B5EF4-FFF2-40B4-BE49-F238E27FC236}">
                  <a16:creationId xmlns:a16="http://schemas.microsoft.com/office/drawing/2014/main" id="{C7AFDF5A-4D83-42CE-8EC2-BE355D38B055}"/>
                </a:ext>
              </a:extLst>
            </p:cNvPr>
            <p:cNvSpPr/>
            <p:nvPr/>
          </p:nvSpPr>
          <p:spPr>
            <a:xfrm>
              <a:off x="550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8" name="타원 16087">
              <a:extLst>
                <a:ext uri="{FF2B5EF4-FFF2-40B4-BE49-F238E27FC236}">
                  <a16:creationId xmlns:a16="http://schemas.microsoft.com/office/drawing/2014/main" id="{B2A94AA8-1330-450F-9E9E-5EC76B3D1A8A}"/>
                </a:ext>
              </a:extLst>
            </p:cNvPr>
            <p:cNvSpPr/>
            <p:nvPr/>
          </p:nvSpPr>
          <p:spPr>
            <a:xfrm>
              <a:off x="702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89" name="타원 16088">
              <a:extLst>
                <a:ext uri="{FF2B5EF4-FFF2-40B4-BE49-F238E27FC236}">
                  <a16:creationId xmlns:a16="http://schemas.microsoft.com/office/drawing/2014/main" id="{01E18DCF-B16B-4BC3-8F41-03286096B1C8}"/>
                </a:ext>
              </a:extLst>
            </p:cNvPr>
            <p:cNvSpPr/>
            <p:nvPr/>
          </p:nvSpPr>
          <p:spPr>
            <a:xfrm>
              <a:off x="854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0" name="타원 16089">
              <a:extLst>
                <a:ext uri="{FF2B5EF4-FFF2-40B4-BE49-F238E27FC236}">
                  <a16:creationId xmlns:a16="http://schemas.microsoft.com/office/drawing/2014/main" id="{2AFF4A80-E979-4B39-A0F1-F115F7576B3B}"/>
                </a:ext>
              </a:extLst>
            </p:cNvPr>
            <p:cNvSpPr/>
            <p:nvPr/>
          </p:nvSpPr>
          <p:spPr>
            <a:xfrm>
              <a:off x="1007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1" name="타원 16090">
              <a:extLst>
                <a:ext uri="{FF2B5EF4-FFF2-40B4-BE49-F238E27FC236}">
                  <a16:creationId xmlns:a16="http://schemas.microsoft.com/office/drawing/2014/main" id="{93B62EE8-3DAB-4E60-A449-3F0C118DF7D6}"/>
                </a:ext>
              </a:extLst>
            </p:cNvPr>
            <p:cNvSpPr/>
            <p:nvPr/>
          </p:nvSpPr>
          <p:spPr>
            <a:xfrm>
              <a:off x="1159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2" name="타원 16091">
              <a:extLst>
                <a:ext uri="{FF2B5EF4-FFF2-40B4-BE49-F238E27FC236}">
                  <a16:creationId xmlns:a16="http://schemas.microsoft.com/office/drawing/2014/main" id="{978D1897-6BF2-430A-9A0A-C04F86FA5532}"/>
                </a:ext>
              </a:extLst>
            </p:cNvPr>
            <p:cNvSpPr/>
            <p:nvPr/>
          </p:nvSpPr>
          <p:spPr>
            <a:xfrm>
              <a:off x="1312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3" name="타원 16092">
              <a:extLst>
                <a:ext uri="{FF2B5EF4-FFF2-40B4-BE49-F238E27FC236}">
                  <a16:creationId xmlns:a16="http://schemas.microsoft.com/office/drawing/2014/main" id="{B1B603C4-87AC-4AA3-A451-80C14E55D283}"/>
                </a:ext>
              </a:extLst>
            </p:cNvPr>
            <p:cNvSpPr/>
            <p:nvPr/>
          </p:nvSpPr>
          <p:spPr>
            <a:xfrm>
              <a:off x="1464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4" name="타원 16093">
              <a:extLst>
                <a:ext uri="{FF2B5EF4-FFF2-40B4-BE49-F238E27FC236}">
                  <a16:creationId xmlns:a16="http://schemas.microsoft.com/office/drawing/2014/main" id="{3828978F-807A-4414-8C37-B72F351B350C}"/>
                </a:ext>
              </a:extLst>
            </p:cNvPr>
            <p:cNvSpPr/>
            <p:nvPr/>
          </p:nvSpPr>
          <p:spPr>
            <a:xfrm>
              <a:off x="1616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5" name="타원 16094">
              <a:extLst>
                <a:ext uri="{FF2B5EF4-FFF2-40B4-BE49-F238E27FC236}">
                  <a16:creationId xmlns:a16="http://schemas.microsoft.com/office/drawing/2014/main" id="{EB1A4A6B-4B74-4479-BF7B-BABCB61A7E56}"/>
                </a:ext>
              </a:extLst>
            </p:cNvPr>
            <p:cNvSpPr/>
            <p:nvPr/>
          </p:nvSpPr>
          <p:spPr>
            <a:xfrm>
              <a:off x="1769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6" name="타원 16095">
              <a:extLst>
                <a:ext uri="{FF2B5EF4-FFF2-40B4-BE49-F238E27FC236}">
                  <a16:creationId xmlns:a16="http://schemas.microsoft.com/office/drawing/2014/main" id="{E1B92E62-568C-493B-814C-20987A943273}"/>
                </a:ext>
              </a:extLst>
            </p:cNvPr>
            <p:cNvSpPr/>
            <p:nvPr/>
          </p:nvSpPr>
          <p:spPr>
            <a:xfrm>
              <a:off x="1921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7" name="타원 16096">
              <a:extLst>
                <a:ext uri="{FF2B5EF4-FFF2-40B4-BE49-F238E27FC236}">
                  <a16:creationId xmlns:a16="http://schemas.microsoft.com/office/drawing/2014/main" id="{7F449A55-922E-4910-8EFF-B5C52D028C03}"/>
                </a:ext>
              </a:extLst>
            </p:cNvPr>
            <p:cNvSpPr/>
            <p:nvPr/>
          </p:nvSpPr>
          <p:spPr>
            <a:xfrm>
              <a:off x="2074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8" name="타원 16097">
              <a:extLst>
                <a:ext uri="{FF2B5EF4-FFF2-40B4-BE49-F238E27FC236}">
                  <a16:creationId xmlns:a16="http://schemas.microsoft.com/office/drawing/2014/main" id="{558B6DFB-8BDD-4A5E-826B-4E239465F406}"/>
                </a:ext>
              </a:extLst>
            </p:cNvPr>
            <p:cNvSpPr/>
            <p:nvPr/>
          </p:nvSpPr>
          <p:spPr>
            <a:xfrm>
              <a:off x="2226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99" name="타원 16098">
              <a:extLst>
                <a:ext uri="{FF2B5EF4-FFF2-40B4-BE49-F238E27FC236}">
                  <a16:creationId xmlns:a16="http://schemas.microsoft.com/office/drawing/2014/main" id="{241E8464-7650-4605-9581-7419A50EFC06}"/>
                </a:ext>
              </a:extLst>
            </p:cNvPr>
            <p:cNvSpPr/>
            <p:nvPr/>
          </p:nvSpPr>
          <p:spPr>
            <a:xfrm>
              <a:off x="2378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0" name="타원 16099">
              <a:extLst>
                <a:ext uri="{FF2B5EF4-FFF2-40B4-BE49-F238E27FC236}">
                  <a16:creationId xmlns:a16="http://schemas.microsoft.com/office/drawing/2014/main" id="{8AA56BC4-9B5B-438A-8F04-72BFFC43C187}"/>
                </a:ext>
              </a:extLst>
            </p:cNvPr>
            <p:cNvSpPr/>
            <p:nvPr/>
          </p:nvSpPr>
          <p:spPr>
            <a:xfrm>
              <a:off x="2531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1" name="타원 16100">
              <a:extLst>
                <a:ext uri="{FF2B5EF4-FFF2-40B4-BE49-F238E27FC236}">
                  <a16:creationId xmlns:a16="http://schemas.microsoft.com/office/drawing/2014/main" id="{E17CB51C-3BE6-4E9C-8239-EDC74698C620}"/>
                </a:ext>
              </a:extLst>
            </p:cNvPr>
            <p:cNvSpPr/>
            <p:nvPr/>
          </p:nvSpPr>
          <p:spPr>
            <a:xfrm>
              <a:off x="2683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2" name="타원 16101">
              <a:extLst>
                <a:ext uri="{FF2B5EF4-FFF2-40B4-BE49-F238E27FC236}">
                  <a16:creationId xmlns:a16="http://schemas.microsoft.com/office/drawing/2014/main" id="{8BBD89C5-6798-406C-B6C1-512F6462ACCB}"/>
                </a:ext>
              </a:extLst>
            </p:cNvPr>
            <p:cNvSpPr/>
            <p:nvPr/>
          </p:nvSpPr>
          <p:spPr>
            <a:xfrm>
              <a:off x="2836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3" name="타원 16102">
              <a:extLst>
                <a:ext uri="{FF2B5EF4-FFF2-40B4-BE49-F238E27FC236}">
                  <a16:creationId xmlns:a16="http://schemas.microsoft.com/office/drawing/2014/main" id="{F437C9D7-C095-4DE6-BD10-E3689ED122EA}"/>
                </a:ext>
              </a:extLst>
            </p:cNvPr>
            <p:cNvSpPr/>
            <p:nvPr/>
          </p:nvSpPr>
          <p:spPr>
            <a:xfrm>
              <a:off x="2988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4" name="타원 16103">
              <a:extLst>
                <a:ext uri="{FF2B5EF4-FFF2-40B4-BE49-F238E27FC236}">
                  <a16:creationId xmlns:a16="http://schemas.microsoft.com/office/drawing/2014/main" id="{47AB7991-37D8-4A11-AEAF-1B0E4D504DAC}"/>
                </a:ext>
              </a:extLst>
            </p:cNvPr>
            <p:cNvSpPr/>
            <p:nvPr/>
          </p:nvSpPr>
          <p:spPr>
            <a:xfrm>
              <a:off x="3140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5" name="타원 16104">
              <a:extLst>
                <a:ext uri="{FF2B5EF4-FFF2-40B4-BE49-F238E27FC236}">
                  <a16:creationId xmlns:a16="http://schemas.microsoft.com/office/drawing/2014/main" id="{B07C00CD-AAC5-4A78-BA15-395285920462}"/>
                </a:ext>
              </a:extLst>
            </p:cNvPr>
            <p:cNvSpPr/>
            <p:nvPr/>
          </p:nvSpPr>
          <p:spPr>
            <a:xfrm>
              <a:off x="3293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6" name="타원 16105">
              <a:extLst>
                <a:ext uri="{FF2B5EF4-FFF2-40B4-BE49-F238E27FC236}">
                  <a16:creationId xmlns:a16="http://schemas.microsoft.com/office/drawing/2014/main" id="{A4DD3F57-158F-4796-8772-75FC33A26967}"/>
                </a:ext>
              </a:extLst>
            </p:cNvPr>
            <p:cNvSpPr/>
            <p:nvPr/>
          </p:nvSpPr>
          <p:spPr>
            <a:xfrm>
              <a:off x="3445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7" name="타원 16106">
              <a:extLst>
                <a:ext uri="{FF2B5EF4-FFF2-40B4-BE49-F238E27FC236}">
                  <a16:creationId xmlns:a16="http://schemas.microsoft.com/office/drawing/2014/main" id="{4CA9DE95-542D-4B69-B325-E2917C24DD1A}"/>
                </a:ext>
              </a:extLst>
            </p:cNvPr>
            <p:cNvSpPr/>
            <p:nvPr/>
          </p:nvSpPr>
          <p:spPr>
            <a:xfrm>
              <a:off x="3598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8" name="타원 16107">
              <a:extLst>
                <a:ext uri="{FF2B5EF4-FFF2-40B4-BE49-F238E27FC236}">
                  <a16:creationId xmlns:a16="http://schemas.microsoft.com/office/drawing/2014/main" id="{72AB98DE-17A7-4F22-B6B4-C4B178F206CC}"/>
                </a:ext>
              </a:extLst>
            </p:cNvPr>
            <p:cNvSpPr/>
            <p:nvPr/>
          </p:nvSpPr>
          <p:spPr>
            <a:xfrm>
              <a:off x="3750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09" name="타원 16108">
              <a:extLst>
                <a:ext uri="{FF2B5EF4-FFF2-40B4-BE49-F238E27FC236}">
                  <a16:creationId xmlns:a16="http://schemas.microsoft.com/office/drawing/2014/main" id="{88D8D99B-396E-44FD-9535-BD6F40C5D5FF}"/>
                </a:ext>
              </a:extLst>
            </p:cNvPr>
            <p:cNvSpPr/>
            <p:nvPr/>
          </p:nvSpPr>
          <p:spPr>
            <a:xfrm>
              <a:off x="3902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0" name="타원 16109">
              <a:extLst>
                <a:ext uri="{FF2B5EF4-FFF2-40B4-BE49-F238E27FC236}">
                  <a16:creationId xmlns:a16="http://schemas.microsoft.com/office/drawing/2014/main" id="{575192B2-79AC-42BB-99CF-E45BD5416A2C}"/>
                </a:ext>
              </a:extLst>
            </p:cNvPr>
            <p:cNvSpPr/>
            <p:nvPr/>
          </p:nvSpPr>
          <p:spPr>
            <a:xfrm>
              <a:off x="4055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1" name="타원 16110">
              <a:extLst>
                <a:ext uri="{FF2B5EF4-FFF2-40B4-BE49-F238E27FC236}">
                  <a16:creationId xmlns:a16="http://schemas.microsoft.com/office/drawing/2014/main" id="{2F144F60-DA2B-4186-9515-EF785D4BDEE5}"/>
                </a:ext>
              </a:extLst>
            </p:cNvPr>
            <p:cNvSpPr/>
            <p:nvPr/>
          </p:nvSpPr>
          <p:spPr>
            <a:xfrm>
              <a:off x="4207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2" name="타원 16111">
              <a:extLst>
                <a:ext uri="{FF2B5EF4-FFF2-40B4-BE49-F238E27FC236}">
                  <a16:creationId xmlns:a16="http://schemas.microsoft.com/office/drawing/2014/main" id="{3966CA38-82D2-49D8-BD6A-EC8CCA6D1A52}"/>
                </a:ext>
              </a:extLst>
            </p:cNvPr>
            <p:cNvSpPr/>
            <p:nvPr/>
          </p:nvSpPr>
          <p:spPr>
            <a:xfrm>
              <a:off x="4360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3" name="타원 16112">
              <a:extLst>
                <a:ext uri="{FF2B5EF4-FFF2-40B4-BE49-F238E27FC236}">
                  <a16:creationId xmlns:a16="http://schemas.microsoft.com/office/drawing/2014/main" id="{78C09583-1F01-4991-8BFB-C4B82A1D9622}"/>
                </a:ext>
              </a:extLst>
            </p:cNvPr>
            <p:cNvSpPr/>
            <p:nvPr/>
          </p:nvSpPr>
          <p:spPr>
            <a:xfrm>
              <a:off x="4512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4" name="타원 16113">
              <a:extLst>
                <a:ext uri="{FF2B5EF4-FFF2-40B4-BE49-F238E27FC236}">
                  <a16:creationId xmlns:a16="http://schemas.microsoft.com/office/drawing/2014/main" id="{7256A5DF-142D-4AE1-8690-6D96D15013AF}"/>
                </a:ext>
              </a:extLst>
            </p:cNvPr>
            <p:cNvSpPr/>
            <p:nvPr/>
          </p:nvSpPr>
          <p:spPr>
            <a:xfrm>
              <a:off x="4664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5" name="타원 16114">
              <a:extLst>
                <a:ext uri="{FF2B5EF4-FFF2-40B4-BE49-F238E27FC236}">
                  <a16:creationId xmlns:a16="http://schemas.microsoft.com/office/drawing/2014/main" id="{A84E30FB-42AC-4235-ACA1-14F48FEB5EF6}"/>
                </a:ext>
              </a:extLst>
            </p:cNvPr>
            <p:cNvSpPr/>
            <p:nvPr/>
          </p:nvSpPr>
          <p:spPr>
            <a:xfrm>
              <a:off x="4817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6" name="타원 16115">
              <a:extLst>
                <a:ext uri="{FF2B5EF4-FFF2-40B4-BE49-F238E27FC236}">
                  <a16:creationId xmlns:a16="http://schemas.microsoft.com/office/drawing/2014/main" id="{89F62C0B-6B7B-4D07-B931-AF4E044F654A}"/>
                </a:ext>
              </a:extLst>
            </p:cNvPr>
            <p:cNvSpPr/>
            <p:nvPr/>
          </p:nvSpPr>
          <p:spPr>
            <a:xfrm>
              <a:off x="4969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7" name="타원 16116">
              <a:extLst>
                <a:ext uri="{FF2B5EF4-FFF2-40B4-BE49-F238E27FC236}">
                  <a16:creationId xmlns:a16="http://schemas.microsoft.com/office/drawing/2014/main" id="{F7C16058-3FC2-43E0-AC8C-EA53D82B9F69}"/>
                </a:ext>
              </a:extLst>
            </p:cNvPr>
            <p:cNvSpPr/>
            <p:nvPr/>
          </p:nvSpPr>
          <p:spPr>
            <a:xfrm>
              <a:off x="5122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8" name="타원 16117">
              <a:extLst>
                <a:ext uri="{FF2B5EF4-FFF2-40B4-BE49-F238E27FC236}">
                  <a16:creationId xmlns:a16="http://schemas.microsoft.com/office/drawing/2014/main" id="{03FCB880-0C8C-4738-913B-E5E46EDCCE9B}"/>
                </a:ext>
              </a:extLst>
            </p:cNvPr>
            <p:cNvSpPr/>
            <p:nvPr/>
          </p:nvSpPr>
          <p:spPr>
            <a:xfrm>
              <a:off x="5274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19" name="타원 16118">
              <a:extLst>
                <a:ext uri="{FF2B5EF4-FFF2-40B4-BE49-F238E27FC236}">
                  <a16:creationId xmlns:a16="http://schemas.microsoft.com/office/drawing/2014/main" id="{28EB955D-D10E-411F-AA34-B6C59ABE55DB}"/>
                </a:ext>
              </a:extLst>
            </p:cNvPr>
            <p:cNvSpPr/>
            <p:nvPr/>
          </p:nvSpPr>
          <p:spPr>
            <a:xfrm>
              <a:off x="5426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0" name="타원 16119">
              <a:extLst>
                <a:ext uri="{FF2B5EF4-FFF2-40B4-BE49-F238E27FC236}">
                  <a16:creationId xmlns:a16="http://schemas.microsoft.com/office/drawing/2014/main" id="{22B5CF8E-5B78-406E-8306-938D8552431F}"/>
                </a:ext>
              </a:extLst>
            </p:cNvPr>
            <p:cNvSpPr/>
            <p:nvPr/>
          </p:nvSpPr>
          <p:spPr>
            <a:xfrm>
              <a:off x="5579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1" name="타원 16120">
              <a:extLst>
                <a:ext uri="{FF2B5EF4-FFF2-40B4-BE49-F238E27FC236}">
                  <a16:creationId xmlns:a16="http://schemas.microsoft.com/office/drawing/2014/main" id="{B8D423A8-5E54-4E46-9A1C-FB0F1E8EDDF3}"/>
                </a:ext>
              </a:extLst>
            </p:cNvPr>
            <p:cNvSpPr/>
            <p:nvPr/>
          </p:nvSpPr>
          <p:spPr>
            <a:xfrm>
              <a:off x="5731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2" name="타원 16121">
              <a:extLst>
                <a:ext uri="{FF2B5EF4-FFF2-40B4-BE49-F238E27FC236}">
                  <a16:creationId xmlns:a16="http://schemas.microsoft.com/office/drawing/2014/main" id="{20E33F0B-FBC6-4D12-AA31-4A0D9F2CB5AA}"/>
                </a:ext>
              </a:extLst>
            </p:cNvPr>
            <p:cNvSpPr/>
            <p:nvPr/>
          </p:nvSpPr>
          <p:spPr>
            <a:xfrm>
              <a:off x="245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3" name="타원 16122">
              <a:extLst>
                <a:ext uri="{FF2B5EF4-FFF2-40B4-BE49-F238E27FC236}">
                  <a16:creationId xmlns:a16="http://schemas.microsoft.com/office/drawing/2014/main" id="{B5B88871-477F-4463-9A63-BC2FC6BD2BC3}"/>
                </a:ext>
              </a:extLst>
            </p:cNvPr>
            <p:cNvSpPr/>
            <p:nvPr/>
          </p:nvSpPr>
          <p:spPr>
            <a:xfrm>
              <a:off x="397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4" name="타원 16123">
              <a:extLst>
                <a:ext uri="{FF2B5EF4-FFF2-40B4-BE49-F238E27FC236}">
                  <a16:creationId xmlns:a16="http://schemas.microsoft.com/office/drawing/2014/main" id="{73AAE3A1-E9A1-40DB-9817-7C3DA031E87C}"/>
                </a:ext>
              </a:extLst>
            </p:cNvPr>
            <p:cNvSpPr/>
            <p:nvPr/>
          </p:nvSpPr>
          <p:spPr>
            <a:xfrm>
              <a:off x="550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5" name="타원 16124">
              <a:extLst>
                <a:ext uri="{FF2B5EF4-FFF2-40B4-BE49-F238E27FC236}">
                  <a16:creationId xmlns:a16="http://schemas.microsoft.com/office/drawing/2014/main" id="{93D783C7-2825-495D-9C88-0F0612D07EAD}"/>
                </a:ext>
              </a:extLst>
            </p:cNvPr>
            <p:cNvSpPr/>
            <p:nvPr/>
          </p:nvSpPr>
          <p:spPr>
            <a:xfrm>
              <a:off x="702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6" name="타원 16125">
              <a:extLst>
                <a:ext uri="{FF2B5EF4-FFF2-40B4-BE49-F238E27FC236}">
                  <a16:creationId xmlns:a16="http://schemas.microsoft.com/office/drawing/2014/main" id="{84655C21-43A9-4004-902A-D1B6A8D26C11}"/>
                </a:ext>
              </a:extLst>
            </p:cNvPr>
            <p:cNvSpPr/>
            <p:nvPr/>
          </p:nvSpPr>
          <p:spPr>
            <a:xfrm>
              <a:off x="854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7" name="타원 16126">
              <a:extLst>
                <a:ext uri="{FF2B5EF4-FFF2-40B4-BE49-F238E27FC236}">
                  <a16:creationId xmlns:a16="http://schemas.microsoft.com/office/drawing/2014/main" id="{B1E226E9-7A9F-41CD-94D2-345E0423D16A}"/>
                </a:ext>
              </a:extLst>
            </p:cNvPr>
            <p:cNvSpPr/>
            <p:nvPr/>
          </p:nvSpPr>
          <p:spPr>
            <a:xfrm>
              <a:off x="1007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8" name="타원 16127">
              <a:extLst>
                <a:ext uri="{FF2B5EF4-FFF2-40B4-BE49-F238E27FC236}">
                  <a16:creationId xmlns:a16="http://schemas.microsoft.com/office/drawing/2014/main" id="{9FACDC4D-F880-48F7-9026-9E782D424B71}"/>
                </a:ext>
              </a:extLst>
            </p:cNvPr>
            <p:cNvSpPr/>
            <p:nvPr/>
          </p:nvSpPr>
          <p:spPr>
            <a:xfrm>
              <a:off x="1159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29" name="타원 16128">
              <a:extLst>
                <a:ext uri="{FF2B5EF4-FFF2-40B4-BE49-F238E27FC236}">
                  <a16:creationId xmlns:a16="http://schemas.microsoft.com/office/drawing/2014/main" id="{08C5F8D2-E709-4A4D-9478-1EE647690184}"/>
                </a:ext>
              </a:extLst>
            </p:cNvPr>
            <p:cNvSpPr/>
            <p:nvPr/>
          </p:nvSpPr>
          <p:spPr>
            <a:xfrm>
              <a:off x="1312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0" name="타원 16129">
              <a:extLst>
                <a:ext uri="{FF2B5EF4-FFF2-40B4-BE49-F238E27FC236}">
                  <a16:creationId xmlns:a16="http://schemas.microsoft.com/office/drawing/2014/main" id="{D3AE5598-69EA-48B4-A1A6-00278C037220}"/>
                </a:ext>
              </a:extLst>
            </p:cNvPr>
            <p:cNvSpPr/>
            <p:nvPr/>
          </p:nvSpPr>
          <p:spPr>
            <a:xfrm>
              <a:off x="1464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1" name="타원 16130">
              <a:extLst>
                <a:ext uri="{FF2B5EF4-FFF2-40B4-BE49-F238E27FC236}">
                  <a16:creationId xmlns:a16="http://schemas.microsoft.com/office/drawing/2014/main" id="{F31E97C9-03A3-4D67-8681-F44792C15D2D}"/>
                </a:ext>
              </a:extLst>
            </p:cNvPr>
            <p:cNvSpPr/>
            <p:nvPr/>
          </p:nvSpPr>
          <p:spPr>
            <a:xfrm>
              <a:off x="1616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2" name="타원 16131">
              <a:extLst>
                <a:ext uri="{FF2B5EF4-FFF2-40B4-BE49-F238E27FC236}">
                  <a16:creationId xmlns:a16="http://schemas.microsoft.com/office/drawing/2014/main" id="{756E8BA6-54FA-499B-9EED-9F70D381458B}"/>
                </a:ext>
              </a:extLst>
            </p:cNvPr>
            <p:cNvSpPr/>
            <p:nvPr/>
          </p:nvSpPr>
          <p:spPr>
            <a:xfrm>
              <a:off x="1769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3" name="타원 16132">
              <a:extLst>
                <a:ext uri="{FF2B5EF4-FFF2-40B4-BE49-F238E27FC236}">
                  <a16:creationId xmlns:a16="http://schemas.microsoft.com/office/drawing/2014/main" id="{8833F839-FB86-44D8-834F-FDA6FF27CB57}"/>
                </a:ext>
              </a:extLst>
            </p:cNvPr>
            <p:cNvSpPr/>
            <p:nvPr/>
          </p:nvSpPr>
          <p:spPr>
            <a:xfrm>
              <a:off x="1921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4" name="타원 16133">
              <a:extLst>
                <a:ext uri="{FF2B5EF4-FFF2-40B4-BE49-F238E27FC236}">
                  <a16:creationId xmlns:a16="http://schemas.microsoft.com/office/drawing/2014/main" id="{49BDA29F-D860-4A3E-8285-13F66FC9FB3B}"/>
                </a:ext>
              </a:extLst>
            </p:cNvPr>
            <p:cNvSpPr/>
            <p:nvPr/>
          </p:nvSpPr>
          <p:spPr>
            <a:xfrm>
              <a:off x="2074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5" name="타원 16134">
              <a:extLst>
                <a:ext uri="{FF2B5EF4-FFF2-40B4-BE49-F238E27FC236}">
                  <a16:creationId xmlns:a16="http://schemas.microsoft.com/office/drawing/2014/main" id="{26F320DA-7B13-4136-9270-F8FDFEA39FDE}"/>
                </a:ext>
              </a:extLst>
            </p:cNvPr>
            <p:cNvSpPr/>
            <p:nvPr/>
          </p:nvSpPr>
          <p:spPr>
            <a:xfrm>
              <a:off x="2226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6" name="타원 16135">
              <a:extLst>
                <a:ext uri="{FF2B5EF4-FFF2-40B4-BE49-F238E27FC236}">
                  <a16:creationId xmlns:a16="http://schemas.microsoft.com/office/drawing/2014/main" id="{1F94468F-6940-4EAE-91C9-059C74742735}"/>
                </a:ext>
              </a:extLst>
            </p:cNvPr>
            <p:cNvSpPr/>
            <p:nvPr/>
          </p:nvSpPr>
          <p:spPr>
            <a:xfrm>
              <a:off x="2378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7" name="타원 16136">
              <a:extLst>
                <a:ext uri="{FF2B5EF4-FFF2-40B4-BE49-F238E27FC236}">
                  <a16:creationId xmlns:a16="http://schemas.microsoft.com/office/drawing/2014/main" id="{E3DD4D85-2B4A-443D-9CDB-268C679B5D03}"/>
                </a:ext>
              </a:extLst>
            </p:cNvPr>
            <p:cNvSpPr/>
            <p:nvPr/>
          </p:nvSpPr>
          <p:spPr>
            <a:xfrm>
              <a:off x="2531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8" name="타원 16137">
              <a:extLst>
                <a:ext uri="{FF2B5EF4-FFF2-40B4-BE49-F238E27FC236}">
                  <a16:creationId xmlns:a16="http://schemas.microsoft.com/office/drawing/2014/main" id="{BBD0C9C2-681C-47ED-ABF3-588A778D3660}"/>
                </a:ext>
              </a:extLst>
            </p:cNvPr>
            <p:cNvSpPr/>
            <p:nvPr/>
          </p:nvSpPr>
          <p:spPr>
            <a:xfrm>
              <a:off x="2683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39" name="타원 16138">
              <a:extLst>
                <a:ext uri="{FF2B5EF4-FFF2-40B4-BE49-F238E27FC236}">
                  <a16:creationId xmlns:a16="http://schemas.microsoft.com/office/drawing/2014/main" id="{F8E216D5-0D61-476A-9562-5F8341390197}"/>
                </a:ext>
              </a:extLst>
            </p:cNvPr>
            <p:cNvSpPr/>
            <p:nvPr/>
          </p:nvSpPr>
          <p:spPr>
            <a:xfrm>
              <a:off x="2836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0" name="타원 16139">
              <a:extLst>
                <a:ext uri="{FF2B5EF4-FFF2-40B4-BE49-F238E27FC236}">
                  <a16:creationId xmlns:a16="http://schemas.microsoft.com/office/drawing/2014/main" id="{7AD40FA8-8205-4349-85C0-5C8478BE3A5F}"/>
                </a:ext>
              </a:extLst>
            </p:cNvPr>
            <p:cNvSpPr/>
            <p:nvPr/>
          </p:nvSpPr>
          <p:spPr>
            <a:xfrm>
              <a:off x="2988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1" name="타원 16140">
              <a:extLst>
                <a:ext uri="{FF2B5EF4-FFF2-40B4-BE49-F238E27FC236}">
                  <a16:creationId xmlns:a16="http://schemas.microsoft.com/office/drawing/2014/main" id="{01CA7E76-66B1-468C-A9FB-75F1070E5CF4}"/>
                </a:ext>
              </a:extLst>
            </p:cNvPr>
            <p:cNvSpPr/>
            <p:nvPr/>
          </p:nvSpPr>
          <p:spPr>
            <a:xfrm>
              <a:off x="3140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2" name="타원 16141">
              <a:extLst>
                <a:ext uri="{FF2B5EF4-FFF2-40B4-BE49-F238E27FC236}">
                  <a16:creationId xmlns:a16="http://schemas.microsoft.com/office/drawing/2014/main" id="{7B857BB8-1F17-49E7-B109-15F3DC5170CC}"/>
                </a:ext>
              </a:extLst>
            </p:cNvPr>
            <p:cNvSpPr/>
            <p:nvPr/>
          </p:nvSpPr>
          <p:spPr>
            <a:xfrm>
              <a:off x="3293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3" name="타원 16142">
              <a:extLst>
                <a:ext uri="{FF2B5EF4-FFF2-40B4-BE49-F238E27FC236}">
                  <a16:creationId xmlns:a16="http://schemas.microsoft.com/office/drawing/2014/main" id="{1F72EFB8-4978-4904-8725-227E10F33A1C}"/>
                </a:ext>
              </a:extLst>
            </p:cNvPr>
            <p:cNvSpPr/>
            <p:nvPr/>
          </p:nvSpPr>
          <p:spPr>
            <a:xfrm>
              <a:off x="3445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4" name="타원 16143">
              <a:extLst>
                <a:ext uri="{FF2B5EF4-FFF2-40B4-BE49-F238E27FC236}">
                  <a16:creationId xmlns:a16="http://schemas.microsoft.com/office/drawing/2014/main" id="{A925C301-9CA8-4B6A-A73C-913B5EF7AEB8}"/>
                </a:ext>
              </a:extLst>
            </p:cNvPr>
            <p:cNvSpPr/>
            <p:nvPr/>
          </p:nvSpPr>
          <p:spPr>
            <a:xfrm>
              <a:off x="3598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5" name="타원 16144">
              <a:extLst>
                <a:ext uri="{FF2B5EF4-FFF2-40B4-BE49-F238E27FC236}">
                  <a16:creationId xmlns:a16="http://schemas.microsoft.com/office/drawing/2014/main" id="{DD9D8BC7-4DE8-48DD-A7B0-1EE47A75CCB7}"/>
                </a:ext>
              </a:extLst>
            </p:cNvPr>
            <p:cNvSpPr/>
            <p:nvPr/>
          </p:nvSpPr>
          <p:spPr>
            <a:xfrm>
              <a:off x="3750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6" name="타원 16145">
              <a:extLst>
                <a:ext uri="{FF2B5EF4-FFF2-40B4-BE49-F238E27FC236}">
                  <a16:creationId xmlns:a16="http://schemas.microsoft.com/office/drawing/2014/main" id="{AFA0B636-D618-4170-8A08-F6D0AD89A79D}"/>
                </a:ext>
              </a:extLst>
            </p:cNvPr>
            <p:cNvSpPr/>
            <p:nvPr/>
          </p:nvSpPr>
          <p:spPr>
            <a:xfrm>
              <a:off x="3902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7" name="타원 16146">
              <a:extLst>
                <a:ext uri="{FF2B5EF4-FFF2-40B4-BE49-F238E27FC236}">
                  <a16:creationId xmlns:a16="http://schemas.microsoft.com/office/drawing/2014/main" id="{F7486CD8-2949-4F5A-9B5C-9B3825D378EE}"/>
                </a:ext>
              </a:extLst>
            </p:cNvPr>
            <p:cNvSpPr/>
            <p:nvPr/>
          </p:nvSpPr>
          <p:spPr>
            <a:xfrm>
              <a:off x="4055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8" name="타원 16147">
              <a:extLst>
                <a:ext uri="{FF2B5EF4-FFF2-40B4-BE49-F238E27FC236}">
                  <a16:creationId xmlns:a16="http://schemas.microsoft.com/office/drawing/2014/main" id="{2E6DAB13-7995-43AD-A1FE-FA9DDAA22486}"/>
                </a:ext>
              </a:extLst>
            </p:cNvPr>
            <p:cNvSpPr/>
            <p:nvPr/>
          </p:nvSpPr>
          <p:spPr>
            <a:xfrm>
              <a:off x="4207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49" name="타원 16148">
              <a:extLst>
                <a:ext uri="{FF2B5EF4-FFF2-40B4-BE49-F238E27FC236}">
                  <a16:creationId xmlns:a16="http://schemas.microsoft.com/office/drawing/2014/main" id="{1503DCB3-EFA5-4876-AD5E-9BB8029BF7A3}"/>
                </a:ext>
              </a:extLst>
            </p:cNvPr>
            <p:cNvSpPr/>
            <p:nvPr/>
          </p:nvSpPr>
          <p:spPr>
            <a:xfrm>
              <a:off x="4360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0" name="타원 16149">
              <a:extLst>
                <a:ext uri="{FF2B5EF4-FFF2-40B4-BE49-F238E27FC236}">
                  <a16:creationId xmlns:a16="http://schemas.microsoft.com/office/drawing/2014/main" id="{73367EBC-D640-4B59-845A-996DAB784615}"/>
                </a:ext>
              </a:extLst>
            </p:cNvPr>
            <p:cNvSpPr/>
            <p:nvPr/>
          </p:nvSpPr>
          <p:spPr>
            <a:xfrm>
              <a:off x="4512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1" name="타원 16150">
              <a:extLst>
                <a:ext uri="{FF2B5EF4-FFF2-40B4-BE49-F238E27FC236}">
                  <a16:creationId xmlns:a16="http://schemas.microsoft.com/office/drawing/2014/main" id="{B587BF4F-F8CA-41D9-BBE8-24B3832A9A7C}"/>
                </a:ext>
              </a:extLst>
            </p:cNvPr>
            <p:cNvSpPr/>
            <p:nvPr/>
          </p:nvSpPr>
          <p:spPr>
            <a:xfrm>
              <a:off x="4664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2" name="타원 16151">
              <a:extLst>
                <a:ext uri="{FF2B5EF4-FFF2-40B4-BE49-F238E27FC236}">
                  <a16:creationId xmlns:a16="http://schemas.microsoft.com/office/drawing/2014/main" id="{CA7999FB-19B3-43D1-B6E1-AE6B8DC9FE2D}"/>
                </a:ext>
              </a:extLst>
            </p:cNvPr>
            <p:cNvSpPr/>
            <p:nvPr/>
          </p:nvSpPr>
          <p:spPr>
            <a:xfrm>
              <a:off x="4817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3" name="타원 16152">
              <a:extLst>
                <a:ext uri="{FF2B5EF4-FFF2-40B4-BE49-F238E27FC236}">
                  <a16:creationId xmlns:a16="http://schemas.microsoft.com/office/drawing/2014/main" id="{1150F799-773E-44AC-9B6E-C5C19DF6A165}"/>
                </a:ext>
              </a:extLst>
            </p:cNvPr>
            <p:cNvSpPr/>
            <p:nvPr/>
          </p:nvSpPr>
          <p:spPr>
            <a:xfrm>
              <a:off x="4969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4" name="타원 16153">
              <a:extLst>
                <a:ext uri="{FF2B5EF4-FFF2-40B4-BE49-F238E27FC236}">
                  <a16:creationId xmlns:a16="http://schemas.microsoft.com/office/drawing/2014/main" id="{CA48E025-0080-4F2E-B3F4-CE158F55A9B4}"/>
                </a:ext>
              </a:extLst>
            </p:cNvPr>
            <p:cNvSpPr/>
            <p:nvPr/>
          </p:nvSpPr>
          <p:spPr>
            <a:xfrm>
              <a:off x="5122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5" name="타원 16154">
              <a:extLst>
                <a:ext uri="{FF2B5EF4-FFF2-40B4-BE49-F238E27FC236}">
                  <a16:creationId xmlns:a16="http://schemas.microsoft.com/office/drawing/2014/main" id="{91BF0711-307A-4778-B64D-078F7976D184}"/>
                </a:ext>
              </a:extLst>
            </p:cNvPr>
            <p:cNvSpPr/>
            <p:nvPr/>
          </p:nvSpPr>
          <p:spPr>
            <a:xfrm>
              <a:off x="5274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6" name="타원 16155">
              <a:extLst>
                <a:ext uri="{FF2B5EF4-FFF2-40B4-BE49-F238E27FC236}">
                  <a16:creationId xmlns:a16="http://schemas.microsoft.com/office/drawing/2014/main" id="{FD74AD91-ECE9-4E46-8F2B-E0C82CD509BD}"/>
                </a:ext>
              </a:extLst>
            </p:cNvPr>
            <p:cNvSpPr/>
            <p:nvPr/>
          </p:nvSpPr>
          <p:spPr>
            <a:xfrm>
              <a:off x="5426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7" name="타원 16156">
              <a:extLst>
                <a:ext uri="{FF2B5EF4-FFF2-40B4-BE49-F238E27FC236}">
                  <a16:creationId xmlns:a16="http://schemas.microsoft.com/office/drawing/2014/main" id="{C5165541-3DDF-4094-A349-D9BEAF545423}"/>
                </a:ext>
              </a:extLst>
            </p:cNvPr>
            <p:cNvSpPr/>
            <p:nvPr/>
          </p:nvSpPr>
          <p:spPr>
            <a:xfrm>
              <a:off x="5579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8" name="타원 16157">
              <a:extLst>
                <a:ext uri="{FF2B5EF4-FFF2-40B4-BE49-F238E27FC236}">
                  <a16:creationId xmlns:a16="http://schemas.microsoft.com/office/drawing/2014/main" id="{0D13B9AD-3232-472E-B920-E00169087788}"/>
                </a:ext>
              </a:extLst>
            </p:cNvPr>
            <p:cNvSpPr/>
            <p:nvPr/>
          </p:nvSpPr>
          <p:spPr>
            <a:xfrm>
              <a:off x="5731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59" name="타원 16158">
              <a:extLst>
                <a:ext uri="{FF2B5EF4-FFF2-40B4-BE49-F238E27FC236}">
                  <a16:creationId xmlns:a16="http://schemas.microsoft.com/office/drawing/2014/main" id="{0473361C-F621-4887-8DB6-C3586BA69B3A}"/>
                </a:ext>
              </a:extLst>
            </p:cNvPr>
            <p:cNvSpPr/>
            <p:nvPr/>
          </p:nvSpPr>
          <p:spPr>
            <a:xfrm>
              <a:off x="245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0" name="타원 16159">
              <a:extLst>
                <a:ext uri="{FF2B5EF4-FFF2-40B4-BE49-F238E27FC236}">
                  <a16:creationId xmlns:a16="http://schemas.microsoft.com/office/drawing/2014/main" id="{9AC2470E-B538-49F5-8DED-E37622DE7D23}"/>
                </a:ext>
              </a:extLst>
            </p:cNvPr>
            <p:cNvSpPr/>
            <p:nvPr/>
          </p:nvSpPr>
          <p:spPr>
            <a:xfrm>
              <a:off x="397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1" name="타원 16160">
              <a:extLst>
                <a:ext uri="{FF2B5EF4-FFF2-40B4-BE49-F238E27FC236}">
                  <a16:creationId xmlns:a16="http://schemas.microsoft.com/office/drawing/2014/main" id="{4D217D21-83C6-4112-B6C6-59E4ABA030E9}"/>
                </a:ext>
              </a:extLst>
            </p:cNvPr>
            <p:cNvSpPr/>
            <p:nvPr/>
          </p:nvSpPr>
          <p:spPr>
            <a:xfrm>
              <a:off x="550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2" name="타원 16161">
              <a:extLst>
                <a:ext uri="{FF2B5EF4-FFF2-40B4-BE49-F238E27FC236}">
                  <a16:creationId xmlns:a16="http://schemas.microsoft.com/office/drawing/2014/main" id="{E094B10A-3F79-478D-A3ED-0E9A9D215160}"/>
                </a:ext>
              </a:extLst>
            </p:cNvPr>
            <p:cNvSpPr/>
            <p:nvPr/>
          </p:nvSpPr>
          <p:spPr>
            <a:xfrm>
              <a:off x="702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3" name="타원 16162">
              <a:extLst>
                <a:ext uri="{FF2B5EF4-FFF2-40B4-BE49-F238E27FC236}">
                  <a16:creationId xmlns:a16="http://schemas.microsoft.com/office/drawing/2014/main" id="{FBCC828B-2A0A-4CD0-BFF4-C20434F7D9A1}"/>
                </a:ext>
              </a:extLst>
            </p:cNvPr>
            <p:cNvSpPr/>
            <p:nvPr/>
          </p:nvSpPr>
          <p:spPr>
            <a:xfrm>
              <a:off x="854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4" name="타원 16163">
              <a:extLst>
                <a:ext uri="{FF2B5EF4-FFF2-40B4-BE49-F238E27FC236}">
                  <a16:creationId xmlns:a16="http://schemas.microsoft.com/office/drawing/2014/main" id="{A30B726B-15F7-4D43-87C0-68F113F6E36B}"/>
                </a:ext>
              </a:extLst>
            </p:cNvPr>
            <p:cNvSpPr/>
            <p:nvPr/>
          </p:nvSpPr>
          <p:spPr>
            <a:xfrm>
              <a:off x="1007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5" name="타원 16164">
              <a:extLst>
                <a:ext uri="{FF2B5EF4-FFF2-40B4-BE49-F238E27FC236}">
                  <a16:creationId xmlns:a16="http://schemas.microsoft.com/office/drawing/2014/main" id="{8C5BBD28-83EC-4872-93F8-E4D0CABD8706}"/>
                </a:ext>
              </a:extLst>
            </p:cNvPr>
            <p:cNvSpPr/>
            <p:nvPr/>
          </p:nvSpPr>
          <p:spPr>
            <a:xfrm>
              <a:off x="1159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6" name="타원 16165">
              <a:extLst>
                <a:ext uri="{FF2B5EF4-FFF2-40B4-BE49-F238E27FC236}">
                  <a16:creationId xmlns:a16="http://schemas.microsoft.com/office/drawing/2014/main" id="{B1ECB6A2-9A5B-4E41-A199-36D1EAB99359}"/>
                </a:ext>
              </a:extLst>
            </p:cNvPr>
            <p:cNvSpPr/>
            <p:nvPr/>
          </p:nvSpPr>
          <p:spPr>
            <a:xfrm>
              <a:off x="1312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7" name="타원 16166">
              <a:extLst>
                <a:ext uri="{FF2B5EF4-FFF2-40B4-BE49-F238E27FC236}">
                  <a16:creationId xmlns:a16="http://schemas.microsoft.com/office/drawing/2014/main" id="{E376E614-908F-4FFD-A52E-7E2EEF54A910}"/>
                </a:ext>
              </a:extLst>
            </p:cNvPr>
            <p:cNvSpPr/>
            <p:nvPr/>
          </p:nvSpPr>
          <p:spPr>
            <a:xfrm>
              <a:off x="1464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8" name="타원 16167">
              <a:extLst>
                <a:ext uri="{FF2B5EF4-FFF2-40B4-BE49-F238E27FC236}">
                  <a16:creationId xmlns:a16="http://schemas.microsoft.com/office/drawing/2014/main" id="{42D2F47F-EC5E-4003-AA06-209AA3482EC2}"/>
                </a:ext>
              </a:extLst>
            </p:cNvPr>
            <p:cNvSpPr/>
            <p:nvPr/>
          </p:nvSpPr>
          <p:spPr>
            <a:xfrm>
              <a:off x="1616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69" name="타원 16168">
              <a:extLst>
                <a:ext uri="{FF2B5EF4-FFF2-40B4-BE49-F238E27FC236}">
                  <a16:creationId xmlns:a16="http://schemas.microsoft.com/office/drawing/2014/main" id="{43205932-48DF-4B43-9D2C-761300D90B8C}"/>
                </a:ext>
              </a:extLst>
            </p:cNvPr>
            <p:cNvSpPr/>
            <p:nvPr/>
          </p:nvSpPr>
          <p:spPr>
            <a:xfrm>
              <a:off x="1769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0" name="타원 16169">
              <a:extLst>
                <a:ext uri="{FF2B5EF4-FFF2-40B4-BE49-F238E27FC236}">
                  <a16:creationId xmlns:a16="http://schemas.microsoft.com/office/drawing/2014/main" id="{651C3DC7-79BB-4A70-B6F2-3CB69119F6D1}"/>
                </a:ext>
              </a:extLst>
            </p:cNvPr>
            <p:cNvSpPr/>
            <p:nvPr/>
          </p:nvSpPr>
          <p:spPr>
            <a:xfrm>
              <a:off x="1921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1" name="타원 16170">
              <a:extLst>
                <a:ext uri="{FF2B5EF4-FFF2-40B4-BE49-F238E27FC236}">
                  <a16:creationId xmlns:a16="http://schemas.microsoft.com/office/drawing/2014/main" id="{7A483CD8-E11E-49C7-B53D-10508CE44ACA}"/>
                </a:ext>
              </a:extLst>
            </p:cNvPr>
            <p:cNvSpPr/>
            <p:nvPr/>
          </p:nvSpPr>
          <p:spPr>
            <a:xfrm>
              <a:off x="2074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2" name="타원 16171">
              <a:extLst>
                <a:ext uri="{FF2B5EF4-FFF2-40B4-BE49-F238E27FC236}">
                  <a16:creationId xmlns:a16="http://schemas.microsoft.com/office/drawing/2014/main" id="{4C789CF1-F236-40CE-B2F8-681311E1ED93}"/>
                </a:ext>
              </a:extLst>
            </p:cNvPr>
            <p:cNvSpPr/>
            <p:nvPr/>
          </p:nvSpPr>
          <p:spPr>
            <a:xfrm>
              <a:off x="2226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3" name="타원 16172">
              <a:extLst>
                <a:ext uri="{FF2B5EF4-FFF2-40B4-BE49-F238E27FC236}">
                  <a16:creationId xmlns:a16="http://schemas.microsoft.com/office/drawing/2014/main" id="{05B67D69-913F-423F-80CD-7EDEE21090DC}"/>
                </a:ext>
              </a:extLst>
            </p:cNvPr>
            <p:cNvSpPr/>
            <p:nvPr/>
          </p:nvSpPr>
          <p:spPr>
            <a:xfrm>
              <a:off x="2378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4" name="타원 16173">
              <a:extLst>
                <a:ext uri="{FF2B5EF4-FFF2-40B4-BE49-F238E27FC236}">
                  <a16:creationId xmlns:a16="http://schemas.microsoft.com/office/drawing/2014/main" id="{D26746AD-6F30-4DE9-979D-115883520BF4}"/>
                </a:ext>
              </a:extLst>
            </p:cNvPr>
            <p:cNvSpPr/>
            <p:nvPr/>
          </p:nvSpPr>
          <p:spPr>
            <a:xfrm>
              <a:off x="2531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5" name="타원 16174">
              <a:extLst>
                <a:ext uri="{FF2B5EF4-FFF2-40B4-BE49-F238E27FC236}">
                  <a16:creationId xmlns:a16="http://schemas.microsoft.com/office/drawing/2014/main" id="{C3D845BE-C94B-47AB-B3F3-B96F3A1DF30D}"/>
                </a:ext>
              </a:extLst>
            </p:cNvPr>
            <p:cNvSpPr/>
            <p:nvPr/>
          </p:nvSpPr>
          <p:spPr>
            <a:xfrm>
              <a:off x="2683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6" name="타원 16175">
              <a:extLst>
                <a:ext uri="{FF2B5EF4-FFF2-40B4-BE49-F238E27FC236}">
                  <a16:creationId xmlns:a16="http://schemas.microsoft.com/office/drawing/2014/main" id="{BE7C8986-8811-4480-8BF6-11095E491276}"/>
                </a:ext>
              </a:extLst>
            </p:cNvPr>
            <p:cNvSpPr/>
            <p:nvPr/>
          </p:nvSpPr>
          <p:spPr>
            <a:xfrm>
              <a:off x="2836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7" name="타원 16176">
              <a:extLst>
                <a:ext uri="{FF2B5EF4-FFF2-40B4-BE49-F238E27FC236}">
                  <a16:creationId xmlns:a16="http://schemas.microsoft.com/office/drawing/2014/main" id="{F2E8B667-52C7-4ABC-B2B7-D5B57A804920}"/>
                </a:ext>
              </a:extLst>
            </p:cNvPr>
            <p:cNvSpPr/>
            <p:nvPr/>
          </p:nvSpPr>
          <p:spPr>
            <a:xfrm>
              <a:off x="2988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8" name="타원 16177">
              <a:extLst>
                <a:ext uri="{FF2B5EF4-FFF2-40B4-BE49-F238E27FC236}">
                  <a16:creationId xmlns:a16="http://schemas.microsoft.com/office/drawing/2014/main" id="{51E67D58-6299-4004-AADB-2A8524600028}"/>
                </a:ext>
              </a:extLst>
            </p:cNvPr>
            <p:cNvSpPr/>
            <p:nvPr/>
          </p:nvSpPr>
          <p:spPr>
            <a:xfrm>
              <a:off x="3140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79" name="타원 16178">
              <a:extLst>
                <a:ext uri="{FF2B5EF4-FFF2-40B4-BE49-F238E27FC236}">
                  <a16:creationId xmlns:a16="http://schemas.microsoft.com/office/drawing/2014/main" id="{093D6164-7D86-40DC-A9DE-24CBF99F114D}"/>
                </a:ext>
              </a:extLst>
            </p:cNvPr>
            <p:cNvSpPr/>
            <p:nvPr/>
          </p:nvSpPr>
          <p:spPr>
            <a:xfrm>
              <a:off x="3293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0" name="타원 16179">
              <a:extLst>
                <a:ext uri="{FF2B5EF4-FFF2-40B4-BE49-F238E27FC236}">
                  <a16:creationId xmlns:a16="http://schemas.microsoft.com/office/drawing/2014/main" id="{90B8AA5A-93F4-428C-986C-D0C2926BE107}"/>
                </a:ext>
              </a:extLst>
            </p:cNvPr>
            <p:cNvSpPr/>
            <p:nvPr/>
          </p:nvSpPr>
          <p:spPr>
            <a:xfrm>
              <a:off x="3445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1" name="타원 16180">
              <a:extLst>
                <a:ext uri="{FF2B5EF4-FFF2-40B4-BE49-F238E27FC236}">
                  <a16:creationId xmlns:a16="http://schemas.microsoft.com/office/drawing/2014/main" id="{FE9765C0-D56F-459B-9A2B-5982925C9A81}"/>
                </a:ext>
              </a:extLst>
            </p:cNvPr>
            <p:cNvSpPr/>
            <p:nvPr/>
          </p:nvSpPr>
          <p:spPr>
            <a:xfrm>
              <a:off x="3598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2" name="타원 16181">
              <a:extLst>
                <a:ext uri="{FF2B5EF4-FFF2-40B4-BE49-F238E27FC236}">
                  <a16:creationId xmlns:a16="http://schemas.microsoft.com/office/drawing/2014/main" id="{A1A459F5-AA96-44EB-B69D-E0F67BF7A87D}"/>
                </a:ext>
              </a:extLst>
            </p:cNvPr>
            <p:cNvSpPr/>
            <p:nvPr/>
          </p:nvSpPr>
          <p:spPr>
            <a:xfrm>
              <a:off x="3750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3" name="타원 16182">
              <a:extLst>
                <a:ext uri="{FF2B5EF4-FFF2-40B4-BE49-F238E27FC236}">
                  <a16:creationId xmlns:a16="http://schemas.microsoft.com/office/drawing/2014/main" id="{C652FE90-315B-40DB-90F3-512E7ECEB99D}"/>
                </a:ext>
              </a:extLst>
            </p:cNvPr>
            <p:cNvSpPr/>
            <p:nvPr/>
          </p:nvSpPr>
          <p:spPr>
            <a:xfrm>
              <a:off x="3902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4" name="타원 16183">
              <a:extLst>
                <a:ext uri="{FF2B5EF4-FFF2-40B4-BE49-F238E27FC236}">
                  <a16:creationId xmlns:a16="http://schemas.microsoft.com/office/drawing/2014/main" id="{1FF20F76-AFFA-4646-81EA-101BCA403524}"/>
                </a:ext>
              </a:extLst>
            </p:cNvPr>
            <p:cNvSpPr/>
            <p:nvPr/>
          </p:nvSpPr>
          <p:spPr>
            <a:xfrm>
              <a:off x="4055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5" name="타원 16184">
              <a:extLst>
                <a:ext uri="{FF2B5EF4-FFF2-40B4-BE49-F238E27FC236}">
                  <a16:creationId xmlns:a16="http://schemas.microsoft.com/office/drawing/2014/main" id="{7596B414-25D8-4246-9321-75A5422E3D8C}"/>
                </a:ext>
              </a:extLst>
            </p:cNvPr>
            <p:cNvSpPr/>
            <p:nvPr/>
          </p:nvSpPr>
          <p:spPr>
            <a:xfrm>
              <a:off x="4207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6" name="타원 16185">
              <a:extLst>
                <a:ext uri="{FF2B5EF4-FFF2-40B4-BE49-F238E27FC236}">
                  <a16:creationId xmlns:a16="http://schemas.microsoft.com/office/drawing/2014/main" id="{2FF54035-C7BF-44BF-8C0A-4CB97DFECFC5}"/>
                </a:ext>
              </a:extLst>
            </p:cNvPr>
            <p:cNvSpPr/>
            <p:nvPr/>
          </p:nvSpPr>
          <p:spPr>
            <a:xfrm>
              <a:off x="4360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7" name="타원 16186">
              <a:extLst>
                <a:ext uri="{FF2B5EF4-FFF2-40B4-BE49-F238E27FC236}">
                  <a16:creationId xmlns:a16="http://schemas.microsoft.com/office/drawing/2014/main" id="{5986D33C-518D-4E8D-A29D-569F1ADBD468}"/>
                </a:ext>
              </a:extLst>
            </p:cNvPr>
            <p:cNvSpPr/>
            <p:nvPr/>
          </p:nvSpPr>
          <p:spPr>
            <a:xfrm>
              <a:off x="4512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8" name="타원 16187">
              <a:extLst>
                <a:ext uri="{FF2B5EF4-FFF2-40B4-BE49-F238E27FC236}">
                  <a16:creationId xmlns:a16="http://schemas.microsoft.com/office/drawing/2014/main" id="{BFB1AFD4-2E32-40F9-9304-D51C0B4FAD03}"/>
                </a:ext>
              </a:extLst>
            </p:cNvPr>
            <p:cNvSpPr/>
            <p:nvPr/>
          </p:nvSpPr>
          <p:spPr>
            <a:xfrm>
              <a:off x="4664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89" name="타원 16188">
              <a:extLst>
                <a:ext uri="{FF2B5EF4-FFF2-40B4-BE49-F238E27FC236}">
                  <a16:creationId xmlns:a16="http://schemas.microsoft.com/office/drawing/2014/main" id="{841D6FFC-EDA6-4CF0-BD31-51680ED659C0}"/>
                </a:ext>
              </a:extLst>
            </p:cNvPr>
            <p:cNvSpPr/>
            <p:nvPr/>
          </p:nvSpPr>
          <p:spPr>
            <a:xfrm>
              <a:off x="4817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0" name="타원 16189">
              <a:extLst>
                <a:ext uri="{FF2B5EF4-FFF2-40B4-BE49-F238E27FC236}">
                  <a16:creationId xmlns:a16="http://schemas.microsoft.com/office/drawing/2014/main" id="{53B11491-FEB8-4F0D-B704-EC573EBC1C6E}"/>
                </a:ext>
              </a:extLst>
            </p:cNvPr>
            <p:cNvSpPr/>
            <p:nvPr/>
          </p:nvSpPr>
          <p:spPr>
            <a:xfrm>
              <a:off x="4969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1" name="타원 16190">
              <a:extLst>
                <a:ext uri="{FF2B5EF4-FFF2-40B4-BE49-F238E27FC236}">
                  <a16:creationId xmlns:a16="http://schemas.microsoft.com/office/drawing/2014/main" id="{C35A8F5F-FAEA-4477-A103-DDECF9EF2C7C}"/>
                </a:ext>
              </a:extLst>
            </p:cNvPr>
            <p:cNvSpPr/>
            <p:nvPr/>
          </p:nvSpPr>
          <p:spPr>
            <a:xfrm>
              <a:off x="5122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2" name="타원 16191">
              <a:extLst>
                <a:ext uri="{FF2B5EF4-FFF2-40B4-BE49-F238E27FC236}">
                  <a16:creationId xmlns:a16="http://schemas.microsoft.com/office/drawing/2014/main" id="{EB0C05E2-5947-4D1B-AC17-FBCC74D03FF7}"/>
                </a:ext>
              </a:extLst>
            </p:cNvPr>
            <p:cNvSpPr/>
            <p:nvPr/>
          </p:nvSpPr>
          <p:spPr>
            <a:xfrm>
              <a:off x="5274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3" name="타원 16192">
              <a:extLst>
                <a:ext uri="{FF2B5EF4-FFF2-40B4-BE49-F238E27FC236}">
                  <a16:creationId xmlns:a16="http://schemas.microsoft.com/office/drawing/2014/main" id="{3A43C02B-95A3-477A-86B1-06FCCBF35E72}"/>
                </a:ext>
              </a:extLst>
            </p:cNvPr>
            <p:cNvSpPr/>
            <p:nvPr/>
          </p:nvSpPr>
          <p:spPr>
            <a:xfrm>
              <a:off x="5426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4" name="타원 16193">
              <a:extLst>
                <a:ext uri="{FF2B5EF4-FFF2-40B4-BE49-F238E27FC236}">
                  <a16:creationId xmlns:a16="http://schemas.microsoft.com/office/drawing/2014/main" id="{9CE940FD-1EB5-4672-86E3-0F0CD49FE7A7}"/>
                </a:ext>
              </a:extLst>
            </p:cNvPr>
            <p:cNvSpPr/>
            <p:nvPr/>
          </p:nvSpPr>
          <p:spPr>
            <a:xfrm>
              <a:off x="5579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5" name="타원 16194">
              <a:extLst>
                <a:ext uri="{FF2B5EF4-FFF2-40B4-BE49-F238E27FC236}">
                  <a16:creationId xmlns:a16="http://schemas.microsoft.com/office/drawing/2014/main" id="{6D1B1023-DE90-4F0E-B306-FD2BF8272C4C}"/>
                </a:ext>
              </a:extLst>
            </p:cNvPr>
            <p:cNvSpPr/>
            <p:nvPr/>
          </p:nvSpPr>
          <p:spPr>
            <a:xfrm>
              <a:off x="5731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6" name="타원 16195">
              <a:extLst>
                <a:ext uri="{FF2B5EF4-FFF2-40B4-BE49-F238E27FC236}">
                  <a16:creationId xmlns:a16="http://schemas.microsoft.com/office/drawing/2014/main" id="{88F51E2A-2827-448A-97B5-360566CFDE88}"/>
                </a:ext>
              </a:extLst>
            </p:cNvPr>
            <p:cNvSpPr/>
            <p:nvPr/>
          </p:nvSpPr>
          <p:spPr>
            <a:xfrm>
              <a:off x="245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7" name="타원 16196">
              <a:extLst>
                <a:ext uri="{FF2B5EF4-FFF2-40B4-BE49-F238E27FC236}">
                  <a16:creationId xmlns:a16="http://schemas.microsoft.com/office/drawing/2014/main" id="{C2182B40-F88F-4558-8333-6E03BC62E3C9}"/>
                </a:ext>
              </a:extLst>
            </p:cNvPr>
            <p:cNvSpPr/>
            <p:nvPr/>
          </p:nvSpPr>
          <p:spPr>
            <a:xfrm>
              <a:off x="397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8" name="타원 16197">
              <a:extLst>
                <a:ext uri="{FF2B5EF4-FFF2-40B4-BE49-F238E27FC236}">
                  <a16:creationId xmlns:a16="http://schemas.microsoft.com/office/drawing/2014/main" id="{83AB7793-86B7-4E8E-AF57-41847B74FABE}"/>
                </a:ext>
              </a:extLst>
            </p:cNvPr>
            <p:cNvSpPr/>
            <p:nvPr/>
          </p:nvSpPr>
          <p:spPr>
            <a:xfrm>
              <a:off x="550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99" name="타원 16198">
              <a:extLst>
                <a:ext uri="{FF2B5EF4-FFF2-40B4-BE49-F238E27FC236}">
                  <a16:creationId xmlns:a16="http://schemas.microsoft.com/office/drawing/2014/main" id="{75A5AF13-5A2F-4EA8-A623-669E47D5A58F}"/>
                </a:ext>
              </a:extLst>
            </p:cNvPr>
            <p:cNvSpPr/>
            <p:nvPr/>
          </p:nvSpPr>
          <p:spPr>
            <a:xfrm>
              <a:off x="702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0" name="타원 16199">
              <a:extLst>
                <a:ext uri="{FF2B5EF4-FFF2-40B4-BE49-F238E27FC236}">
                  <a16:creationId xmlns:a16="http://schemas.microsoft.com/office/drawing/2014/main" id="{9E097782-D101-4E70-970C-F2FD10B625EA}"/>
                </a:ext>
              </a:extLst>
            </p:cNvPr>
            <p:cNvSpPr/>
            <p:nvPr/>
          </p:nvSpPr>
          <p:spPr>
            <a:xfrm>
              <a:off x="854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1" name="타원 16200">
              <a:extLst>
                <a:ext uri="{FF2B5EF4-FFF2-40B4-BE49-F238E27FC236}">
                  <a16:creationId xmlns:a16="http://schemas.microsoft.com/office/drawing/2014/main" id="{BA75B2DC-CEA8-4F9D-A324-D50FDCF025C2}"/>
                </a:ext>
              </a:extLst>
            </p:cNvPr>
            <p:cNvSpPr/>
            <p:nvPr/>
          </p:nvSpPr>
          <p:spPr>
            <a:xfrm>
              <a:off x="1007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2" name="타원 16201">
              <a:extLst>
                <a:ext uri="{FF2B5EF4-FFF2-40B4-BE49-F238E27FC236}">
                  <a16:creationId xmlns:a16="http://schemas.microsoft.com/office/drawing/2014/main" id="{698E8291-73ED-43C9-8E5A-684E86752D07}"/>
                </a:ext>
              </a:extLst>
            </p:cNvPr>
            <p:cNvSpPr/>
            <p:nvPr/>
          </p:nvSpPr>
          <p:spPr>
            <a:xfrm>
              <a:off x="1159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3" name="타원 16202">
              <a:extLst>
                <a:ext uri="{FF2B5EF4-FFF2-40B4-BE49-F238E27FC236}">
                  <a16:creationId xmlns:a16="http://schemas.microsoft.com/office/drawing/2014/main" id="{0BF628F4-3D17-471C-B05F-78D4146CC893}"/>
                </a:ext>
              </a:extLst>
            </p:cNvPr>
            <p:cNvSpPr/>
            <p:nvPr/>
          </p:nvSpPr>
          <p:spPr>
            <a:xfrm>
              <a:off x="1312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4" name="타원 16203">
              <a:extLst>
                <a:ext uri="{FF2B5EF4-FFF2-40B4-BE49-F238E27FC236}">
                  <a16:creationId xmlns:a16="http://schemas.microsoft.com/office/drawing/2014/main" id="{8AE688ED-0B4D-4DEB-AF8A-CC1DC5F32339}"/>
                </a:ext>
              </a:extLst>
            </p:cNvPr>
            <p:cNvSpPr/>
            <p:nvPr/>
          </p:nvSpPr>
          <p:spPr>
            <a:xfrm>
              <a:off x="1464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5" name="타원 16204">
              <a:extLst>
                <a:ext uri="{FF2B5EF4-FFF2-40B4-BE49-F238E27FC236}">
                  <a16:creationId xmlns:a16="http://schemas.microsoft.com/office/drawing/2014/main" id="{982D43BD-3F17-4F7C-A401-394E9A474088}"/>
                </a:ext>
              </a:extLst>
            </p:cNvPr>
            <p:cNvSpPr/>
            <p:nvPr/>
          </p:nvSpPr>
          <p:spPr>
            <a:xfrm>
              <a:off x="1616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6" name="타원 16205">
              <a:extLst>
                <a:ext uri="{FF2B5EF4-FFF2-40B4-BE49-F238E27FC236}">
                  <a16:creationId xmlns:a16="http://schemas.microsoft.com/office/drawing/2014/main" id="{A721B5A1-8E7E-4DEF-A702-70A79FB0E02F}"/>
                </a:ext>
              </a:extLst>
            </p:cNvPr>
            <p:cNvSpPr/>
            <p:nvPr/>
          </p:nvSpPr>
          <p:spPr>
            <a:xfrm>
              <a:off x="1769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7" name="타원 16206">
              <a:extLst>
                <a:ext uri="{FF2B5EF4-FFF2-40B4-BE49-F238E27FC236}">
                  <a16:creationId xmlns:a16="http://schemas.microsoft.com/office/drawing/2014/main" id="{A87DD52A-3F48-43CD-9394-D01D7D62A1F5}"/>
                </a:ext>
              </a:extLst>
            </p:cNvPr>
            <p:cNvSpPr/>
            <p:nvPr/>
          </p:nvSpPr>
          <p:spPr>
            <a:xfrm>
              <a:off x="1921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8" name="타원 16207">
              <a:extLst>
                <a:ext uri="{FF2B5EF4-FFF2-40B4-BE49-F238E27FC236}">
                  <a16:creationId xmlns:a16="http://schemas.microsoft.com/office/drawing/2014/main" id="{4F50BC2E-5FBF-47B8-B776-D93832BCF1A7}"/>
                </a:ext>
              </a:extLst>
            </p:cNvPr>
            <p:cNvSpPr/>
            <p:nvPr/>
          </p:nvSpPr>
          <p:spPr>
            <a:xfrm>
              <a:off x="2074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09" name="타원 16208">
              <a:extLst>
                <a:ext uri="{FF2B5EF4-FFF2-40B4-BE49-F238E27FC236}">
                  <a16:creationId xmlns:a16="http://schemas.microsoft.com/office/drawing/2014/main" id="{AE3FFA6B-187E-41CF-8286-7B23B21B2562}"/>
                </a:ext>
              </a:extLst>
            </p:cNvPr>
            <p:cNvSpPr/>
            <p:nvPr/>
          </p:nvSpPr>
          <p:spPr>
            <a:xfrm>
              <a:off x="2226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0" name="타원 16209">
              <a:extLst>
                <a:ext uri="{FF2B5EF4-FFF2-40B4-BE49-F238E27FC236}">
                  <a16:creationId xmlns:a16="http://schemas.microsoft.com/office/drawing/2014/main" id="{7F7E2335-72B4-47E6-8235-897C4A8CEA89}"/>
                </a:ext>
              </a:extLst>
            </p:cNvPr>
            <p:cNvSpPr/>
            <p:nvPr/>
          </p:nvSpPr>
          <p:spPr>
            <a:xfrm>
              <a:off x="2378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1" name="타원 16210">
              <a:extLst>
                <a:ext uri="{FF2B5EF4-FFF2-40B4-BE49-F238E27FC236}">
                  <a16:creationId xmlns:a16="http://schemas.microsoft.com/office/drawing/2014/main" id="{B598D713-F155-469E-B24D-32D2A10E903D}"/>
                </a:ext>
              </a:extLst>
            </p:cNvPr>
            <p:cNvSpPr/>
            <p:nvPr/>
          </p:nvSpPr>
          <p:spPr>
            <a:xfrm>
              <a:off x="2531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2" name="타원 16211">
              <a:extLst>
                <a:ext uri="{FF2B5EF4-FFF2-40B4-BE49-F238E27FC236}">
                  <a16:creationId xmlns:a16="http://schemas.microsoft.com/office/drawing/2014/main" id="{3EFCB464-9E40-41BB-AE1C-7B268A8AADF9}"/>
                </a:ext>
              </a:extLst>
            </p:cNvPr>
            <p:cNvSpPr/>
            <p:nvPr/>
          </p:nvSpPr>
          <p:spPr>
            <a:xfrm>
              <a:off x="2683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3" name="타원 16212">
              <a:extLst>
                <a:ext uri="{FF2B5EF4-FFF2-40B4-BE49-F238E27FC236}">
                  <a16:creationId xmlns:a16="http://schemas.microsoft.com/office/drawing/2014/main" id="{8ED7DA1D-C1E5-4C7C-8C96-A4413E6E765B}"/>
                </a:ext>
              </a:extLst>
            </p:cNvPr>
            <p:cNvSpPr/>
            <p:nvPr/>
          </p:nvSpPr>
          <p:spPr>
            <a:xfrm>
              <a:off x="2836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4" name="타원 16213">
              <a:extLst>
                <a:ext uri="{FF2B5EF4-FFF2-40B4-BE49-F238E27FC236}">
                  <a16:creationId xmlns:a16="http://schemas.microsoft.com/office/drawing/2014/main" id="{AD7283BC-B479-4FFC-8D56-F1F368EBDEB3}"/>
                </a:ext>
              </a:extLst>
            </p:cNvPr>
            <p:cNvSpPr/>
            <p:nvPr/>
          </p:nvSpPr>
          <p:spPr>
            <a:xfrm>
              <a:off x="2988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5" name="타원 16214">
              <a:extLst>
                <a:ext uri="{FF2B5EF4-FFF2-40B4-BE49-F238E27FC236}">
                  <a16:creationId xmlns:a16="http://schemas.microsoft.com/office/drawing/2014/main" id="{CD7164C3-4BEC-4B7A-95E4-B964E5FE3054}"/>
                </a:ext>
              </a:extLst>
            </p:cNvPr>
            <p:cNvSpPr/>
            <p:nvPr/>
          </p:nvSpPr>
          <p:spPr>
            <a:xfrm>
              <a:off x="3140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6" name="타원 16215">
              <a:extLst>
                <a:ext uri="{FF2B5EF4-FFF2-40B4-BE49-F238E27FC236}">
                  <a16:creationId xmlns:a16="http://schemas.microsoft.com/office/drawing/2014/main" id="{474FD03F-B83C-462F-9EA6-7C282C4AF76E}"/>
                </a:ext>
              </a:extLst>
            </p:cNvPr>
            <p:cNvSpPr/>
            <p:nvPr/>
          </p:nvSpPr>
          <p:spPr>
            <a:xfrm>
              <a:off x="3293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7" name="타원 16216">
              <a:extLst>
                <a:ext uri="{FF2B5EF4-FFF2-40B4-BE49-F238E27FC236}">
                  <a16:creationId xmlns:a16="http://schemas.microsoft.com/office/drawing/2014/main" id="{9B94240B-E8DD-4119-AC7D-17ADB41CA871}"/>
                </a:ext>
              </a:extLst>
            </p:cNvPr>
            <p:cNvSpPr/>
            <p:nvPr/>
          </p:nvSpPr>
          <p:spPr>
            <a:xfrm>
              <a:off x="3445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8" name="타원 16217">
              <a:extLst>
                <a:ext uri="{FF2B5EF4-FFF2-40B4-BE49-F238E27FC236}">
                  <a16:creationId xmlns:a16="http://schemas.microsoft.com/office/drawing/2014/main" id="{50A61F3E-AB0A-4717-8813-D1D715E86A2F}"/>
                </a:ext>
              </a:extLst>
            </p:cNvPr>
            <p:cNvSpPr/>
            <p:nvPr/>
          </p:nvSpPr>
          <p:spPr>
            <a:xfrm>
              <a:off x="3598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19" name="타원 16218">
              <a:extLst>
                <a:ext uri="{FF2B5EF4-FFF2-40B4-BE49-F238E27FC236}">
                  <a16:creationId xmlns:a16="http://schemas.microsoft.com/office/drawing/2014/main" id="{B23DA47E-5B38-4BE0-AE13-907522C92C9F}"/>
                </a:ext>
              </a:extLst>
            </p:cNvPr>
            <p:cNvSpPr/>
            <p:nvPr/>
          </p:nvSpPr>
          <p:spPr>
            <a:xfrm>
              <a:off x="3750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0" name="타원 16219">
              <a:extLst>
                <a:ext uri="{FF2B5EF4-FFF2-40B4-BE49-F238E27FC236}">
                  <a16:creationId xmlns:a16="http://schemas.microsoft.com/office/drawing/2014/main" id="{06010381-5BE9-427E-97C8-412F413C1E2C}"/>
                </a:ext>
              </a:extLst>
            </p:cNvPr>
            <p:cNvSpPr/>
            <p:nvPr/>
          </p:nvSpPr>
          <p:spPr>
            <a:xfrm>
              <a:off x="3902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1" name="타원 16220">
              <a:extLst>
                <a:ext uri="{FF2B5EF4-FFF2-40B4-BE49-F238E27FC236}">
                  <a16:creationId xmlns:a16="http://schemas.microsoft.com/office/drawing/2014/main" id="{6BB2D137-D017-496C-86D0-91281A9B38BA}"/>
                </a:ext>
              </a:extLst>
            </p:cNvPr>
            <p:cNvSpPr/>
            <p:nvPr/>
          </p:nvSpPr>
          <p:spPr>
            <a:xfrm>
              <a:off x="4055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2" name="타원 16221">
              <a:extLst>
                <a:ext uri="{FF2B5EF4-FFF2-40B4-BE49-F238E27FC236}">
                  <a16:creationId xmlns:a16="http://schemas.microsoft.com/office/drawing/2014/main" id="{BED9F1F9-D867-45A1-A592-055B5DDFE336}"/>
                </a:ext>
              </a:extLst>
            </p:cNvPr>
            <p:cNvSpPr/>
            <p:nvPr/>
          </p:nvSpPr>
          <p:spPr>
            <a:xfrm>
              <a:off x="4207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3" name="타원 16222">
              <a:extLst>
                <a:ext uri="{FF2B5EF4-FFF2-40B4-BE49-F238E27FC236}">
                  <a16:creationId xmlns:a16="http://schemas.microsoft.com/office/drawing/2014/main" id="{2D6248F1-5755-4D45-91FD-4DC4284E2757}"/>
                </a:ext>
              </a:extLst>
            </p:cNvPr>
            <p:cNvSpPr/>
            <p:nvPr/>
          </p:nvSpPr>
          <p:spPr>
            <a:xfrm>
              <a:off x="4360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4" name="타원 16223">
              <a:extLst>
                <a:ext uri="{FF2B5EF4-FFF2-40B4-BE49-F238E27FC236}">
                  <a16:creationId xmlns:a16="http://schemas.microsoft.com/office/drawing/2014/main" id="{F53D804A-7FEE-4523-A550-0A4A682F0669}"/>
                </a:ext>
              </a:extLst>
            </p:cNvPr>
            <p:cNvSpPr/>
            <p:nvPr/>
          </p:nvSpPr>
          <p:spPr>
            <a:xfrm>
              <a:off x="4512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5" name="타원 16224">
              <a:extLst>
                <a:ext uri="{FF2B5EF4-FFF2-40B4-BE49-F238E27FC236}">
                  <a16:creationId xmlns:a16="http://schemas.microsoft.com/office/drawing/2014/main" id="{DF6F485B-3823-44D8-AA7F-B392DBB13344}"/>
                </a:ext>
              </a:extLst>
            </p:cNvPr>
            <p:cNvSpPr/>
            <p:nvPr/>
          </p:nvSpPr>
          <p:spPr>
            <a:xfrm>
              <a:off x="4664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6" name="타원 16225">
              <a:extLst>
                <a:ext uri="{FF2B5EF4-FFF2-40B4-BE49-F238E27FC236}">
                  <a16:creationId xmlns:a16="http://schemas.microsoft.com/office/drawing/2014/main" id="{FE777498-4355-45D0-AD18-4CC006F15486}"/>
                </a:ext>
              </a:extLst>
            </p:cNvPr>
            <p:cNvSpPr/>
            <p:nvPr/>
          </p:nvSpPr>
          <p:spPr>
            <a:xfrm>
              <a:off x="4817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7" name="타원 16226">
              <a:extLst>
                <a:ext uri="{FF2B5EF4-FFF2-40B4-BE49-F238E27FC236}">
                  <a16:creationId xmlns:a16="http://schemas.microsoft.com/office/drawing/2014/main" id="{FA6BAF49-F0D7-4DCA-A882-60801500C7E3}"/>
                </a:ext>
              </a:extLst>
            </p:cNvPr>
            <p:cNvSpPr/>
            <p:nvPr/>
          </p:nvSpPr>
          <p:spPr>
            <a:xfrm>
              <a:off x="4969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8" name="타원 16227">
              <a:extLst>
                <a:ext uri="{FF2B5EF4-FFF2-40B4-BE49-F238E27FC236}">
                  <a16:creationId xmlns:a16="http://schemas.microsoft.com/office/drawing/2014/main" id="{100C48E3-70E9-4D00-B18D-75AC0A157AC2}"/>
                </a:ext>
              </a:extLst>
            </p:cNvPr>
            <p:cNvSpPr/>
            <p:nvPr/>
          </p:nvSpPr>
          <p:spPr>
            <a:xfrm>
              <a:off x="5122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29" name="타원 16228">
              <a:extLst>
                <a:ext uri="{FF2B5EF4-FFF2-40B4-BE49-F238E27FC236}">
                  <a16:creationId xmlns:a16="http://schemas.microsoft.com/office/drawing/2014/main" id="{042CD367-1787-4BC4-BEF1-0477D669BB33}"/>
                </a:ext>
              </a:extLst>
            </p:cNvPr>
            <p:cNvSpPr/>
            <p:nvPr/>
          </p:nvSpPr>
          <p:spPr>
            <a:xfrm>
              <a:off x="5274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0" name="타원 16229">
              <a:extLst>
                <a:ext uri="{FF2B5EF4-FFF2-40B4-BE49-F238E27FC236}">
                  <a16:creationId xmlns:a16="http://schemas.microsoft.com/office/drawing/2014/main" id="{BF1B0002-86BB-4095-B58B-01A9CC1FD63B}"/>
                </a:ext>
              </a:extLst>
            </p:cNvPr>
            <p:cNvSpPr/>
            <p:nvPr/>
          </p:nvSpPr>
          <p:spPr>
            <a:xfrm>
              <a:off x="5426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1" name="타원 16230">
              <a:extLst>
                <a:ext uri="{FF2B5EF4-FFF2-40B4-BE49-F238E27FC236}">
                  <a16:creationId xmlns:a16="http://schemas.microsoft.com/office/drawing/2014/main" id="{5755E79C-2DC4-47E8-916B-073DED4B340A}"/>
                </a:ext>
              </a:extLst>
            </p:cNvPr>
            <p:cNvSpPr/>
            <p:nvPr/>
          </p:nvSpPr>
          <p:spPr>
            <a:xfrm>
              <a:off x="5579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2" name="타원 16231">
              <a:extLst>
                <a:ext uri="{FF2B5EF4-FFF2-40B4-BE49-F238E27FC236}">
                  <a16:creationId xmlns:a16="http://schemas.microsoft.com/office/drawing/2014/main" id="{40712354-8947-4B36-BF4D-08547100D202}"/>
                </a:ext>
              </a:extLst>
            </p:cNvPr>
            <p:cNvSpPr/>
            <p:nvPr/>
          </p:nvSpPr>
          <p:spPr>
            <a:xfrm>
              <a:off x="5731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3" name="타원 16232">
              <a:extLst>
                <a:ext uri="{FF2B5EF4-FFF2-40B4-BE49-F238E27FC236}">
                  <a16:creationId xmlns:a16="http://schemas.microsoft.com/office/drawing/2014/main" id="{522CD6E0-D832-4E67-AA8D-2492D4DF289E}"/>
                </a:ext>
              </a:extLst>
            </p:cNvPr>
            <p:cNvSpPr/>
            <p:nvPr/>
          </p:nvSpPr>
          <p:spPr>
            <a:xfrm>
              <a:off x="245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4" name="타원 16233">
              <a:extLst>
                <a:ext uri="{FF2B5EF4-FFF2-40B4-BE49-F238E27FC236}">
                  <a16:creationId xmlns:a16="http://schemas.microsoft.com/office/drawing/2014/main" id="{5658C71E-917B-4BF6-9113-3023EDB3BDA0}"/>
                </a:ext>
              </a:extLst>
            </p:cNvPr>
            <p:cNvSpPr/>
            <p:nvPr/>
          </p:nvSpPr>
          <p:spPr>
            <a:xfrm>
              <a:off x="397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5" name="타원 16234">
              <a:extLst>
                <a:ext uri="{FF2B5EF4-FFF2-40B4-BE49-F238E27FC236}">
                  <a16:creationId xmlns:a16="http://schemas.microsoft.com/office/drawing/2014/main" id="{BED220CF-17EF-4569-B410-E570C91F5249}"/>
                </a:ext>
              </a:extLst>
            </p:cNvPr>
            <p:cNvSpPr/>
            <p:nvPr/>
          </p:nvSpPr>
          <p:spPr>
            <a:xfrm>
              <a:off x="550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6" name="타원 16235">
              <a:extLst>
                <a:ext uri="{FF2B5EF4-FFF2-40B4-BE49-F238E27FC236}">
                  <a16:creationId xmlns:a16="http://schemas.microsoft.com/office/drawing/2014/main" id="{6C668F13-0AF8-45B1-A97C-A186546C4347}"/>
                </a:ext>
              </a:extLst>
            </p:cNvPr>
            <p:cNvSpPr/>
            <p:nvPr/>
          </p:nvSpPr>
          <p:spPr>
            <a:xfrm>
              <a:off x="702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7" name="타원 16236">
              <a:extLst>
                <a:ext uri="{FF2B5EF4-FFF2-40B4-BE49-F238E27FC236}">
                  <a16:creationId xmlns:a16="http://schemas.microsoft.com/office/drawing/2014/main" id="{6EB172B8-CC1A-456B-BFB2-C6389CA32021}"/>
                </a:ext>
              </a:extLst>
            </p:cNvPr>
            <p:cNvSpPr/>
            <p:nvPr/>
          </p:nvSpPr>
          <p:spPr>
            <a:xfrm>
              <a:off x="854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8" name="타원 16237">
              <a:extLst>
                <a:ext uri="{FF2B5EF4-FFF2-40B4-BE49-F238E27FC236}">
                  <a16:creationId xmlns:a16="http://schemas.microsoft.com/office/drawing/2014/main" id="{A7AC621F-BBA9-4B16-8D8C-D472FADF202D}"/>
                </a:ext>
              </a:extLst>
            </p:cNvPr>
            <p:cNvSpPr/>
            <p:nvPr/>
          </p:nvSpPr>
          <p:spPr>
            <a:xfrm>
              <a:off x="1007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39" name="타원 16238">
              <a:extLst>
                <a:ext uri="{FF2B5EF4-FFF2-40B4-BE49-F238E27FC236}">
                  <a16:creationId xmlns:a16="http://schemas.microsoft.com/office/drawing/2014/main" id="{95949879-C7A0-4882-A69A-4129F0FB1E35}"/>
                </a:ext>
              </a:extLst>
            </p:cNvPr>
            <p:cNvSpPr/>
            <p:nvPr/>
          </p:nvSpPr>
          <p:spPr>
            <a:xfrm>
              <a:off x="1159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0" name="타원 16239">
              <a:extLst>
                <a:ext uri="{FF2B5EF4-FFF2-40B4-BE49-F238E27FC236}">
                  <a16:creationId xmlns:a16="http://schemas.microsoft.com/office/drawing/2014/main" id="{650F892E-3E2E-4120-9C6E-F983D1BC87DE}"/>
                </a:ext>
              </a:extLst>
            </p:cNvPr>
            <p:cNvSpPr/>
            <p:nvPr/>
          </p:nvSpPr>
          <p:spPr>
            <a:xfrm>
              <a:off x="1312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1" name="타원 16240">
              <a:extLst>
                <a:ext uri="{FF2B5EF4-FFF2-40B4-BE49-F238E27FC236}">
                  <a16:creationId xmlns:a16="http://schemas.microsoft.com/office/drawing/2014/main" id="{9ED0870C-D6AC-46BC-A7AC-7ABFB9DAEE93}"/>
                </a:ext>
              </a:extLst>
            </p:cNvPr>
            <p:cNvSpPr/>
            <p:nvPr/>
          </p:nvSpPr>
          <p:spPr>
            <a:xfrm>
              <a:off x="1464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2" name="타원 16241">
              <a:extLst>
                <a:ext uri="{FF2B5EF4-FFF2-40B4-BE49-F238E27FC236}">
                  <a16:creationId xmlns:a16="http://schemas.microsoft.com/office/drawing/2014/main" id="{3F42692E-6108-4F4A-BCAC-38B3D3E522C3}"/>
                </a:ext>
              </a:extLst>
            </p:cNvPr>
            <p:cNvSpPr/>
            <p:nvPr/>
          </p:nvSpPr>
          <p:spPr>
            <a:xfrm>
              <a:off x="1616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3" name="타원 16242">
              <a:extLst>
                <a:ext uri="{FF2B5EF4-FFF2-40B4-BE49-F238E27FC236}">
                  <a16:creationId xmlns:a16="http://schemas.microsoft.com/office/drawing/2014/main" id="{FF2D1DAA-E64A-4D48-8B0D-64F3EA1EA97A}"/>
                </a:ext>
              </a:extLst>
            </p:cNvPr>
            <p:cNvSpPr/>
            <p:nvPr/>
          </p:nvSpPr>
          <p:spPr>
            <a:xfrm>
              <a:off x="1769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4" name="타원 16243">
              <a:extLst>
                <a:ext uri="{FF2B5EF4-FFF2-40B4-BE49-F238E27FC236}">
                  <a16:creationId xmlns:a16="http://schemas.microsoft.com/office/drawing/2014/main" id="{F5F436DA-1692-4B6D-BD74-969251DBCAF0}"/>
                </a:ext>
              </a:extLst>
            </p:cNvPr>
            <p:cNvSpPr/>
            <p:nvPr/>
          </p:nvSpPr>
          <p:spPr>
            <a:xfrm>
              <a:off x="1921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5" name="타원 16244">
              <a:extLst>
                <a:ext uri="{FF2B5EF4-FFF2-40B4-BE49-F238E27FC236}">
                  <a16:creationId xmlns:a16="http://schemas.microsoft.com/office/drawing/2014/main" id="{E549180B-F606-453D-A949-07B2C728171A}"/>
                </a:ext>
              </a:extLst>
            </p:cNvPr>
            <p:cNvSpPr/>
            <p:nvPr/>
          </p:nvSpPr>
          <p:spPr>
            <a:xfrm>
              <a:off x="2074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6" name="타원 16245">
              <a:extLst>
                <a:ext uri="{FF2B5EF4-FFF2-40B4-BE49-F238E27FC236}">
                  <a16:creationId xmlns:a16="http://schemas.microsoft.com/office/drawing/2014/main" id="{CDE451C7-5223-4BAA-A29C-46030AB120C6}"/>
                </a:ext>
              </a:extLst>
            </p:cNvPr>
            <p:cNvSpPr/>
            <p:nvPr/>
          </p:nvSpPr>
          <p:spPr>
            <a:xfrm>
              <a:off x="2226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7" name="타원 16246">
              <a:extLst>
                <a:ext uri="{FF2B5EF4-FFF2-40B4-BE49-F238E27FC236}">
                  <a16:creationId xmlns:a16="http://schemas.microsoft.com/office/drawing/2014/main" id="{694CD793-DDCB-4C5D-AB0B-CE03883760B5}"/>
                </a:ext>
              </a:extLst>
            </p:cNvPr>
            <p:cNvSpPr/>
            <p:nvPr/>
          </p:nvSpPr>
          <p:spPr>
            <a:xfrm>
              <a:off x="2378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8" name="타원 16247">
              <a:extLst>
                <a:ext uri="{FF2B5EF4-FFF2-40B4-BE49-F238E27FC236}">
                  <a16:creationId xmlns:a16="http://schemas.microsoft.com/office/drawing/2014/main" id="{6FBE5FA0-5812-453E-8074-AF61DFBD24D3}"/>
                </a:ext>
              </a:extLst>
            </p:cNvPr>
            <p:cNvSpPr/>
            <p:nvPr/>
          </p:nvSpPr>
          <p:spPr>
            <a:xfrm>
              <a:off x="2531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49" name="타원 16248">
              <a:extLst>
                <a:ext uri="{FF2B5EF4-FFF2-40B4-BE49-F238E27FC236}">
                  <a16:creationId xmlns:a16="http://schemas.microsoft.com/office/drawing/2014/main" id="{C16F969F-74C7-49F5-9C01-8F87B36FFAB4}"/>
                </a:ext>
              </a:extLst>
            </p:cNvPr>
            <p:cNvSpPr/>
            <p:nvPr/>
          </p:nvSpPr>
          <p:spPr>
            <a:xfrm>
              <a:off x="2683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0" name="타원 16249">
              <a:extLst>
                <a:ext uri="{FF2B5EF4-FFF2-40B4-BE49-F238E27FC236}">
                  <a16:creationId xmlns:a16="http://schemas.microsoft.com/office/drawing/2014/main" id="{EC48F9CC-C4E5-4D1C-9379-A3268244EAAE}"/>
                </a:ext>
              </a:extLst>
            </p:cNvPr>
            <p:cNvSpPr/>
            <p:nvPr/>
          </p:nvSpPr>
          <p:spPr>
            <a:xfrm>
              <a:off x="2836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1" name="타원 16250">
              <a:extLst>
                <a:ext uri="{FF2B5EF4-FFF2-40B4-BE49-F238E27FC236}">
                  <a16:creationId xmlns:a16="http://schemas.microsoft.com/office/drawing/2014/main" id="{E2ECCA9A-C6A9-4960-80ED-F71794914080}"/>
                </a:ext>
              </a:extLst>
            </p:cNvPr>
            <p:cNvSpPr/>
            <p:nvPr/>
          </p:nvSpPr>
          <p:spPr>
            <a:xfrm>
              <a:off x="2988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2" name="타원 16251">
              <a:extLst>
                <a:ext uri="{FF2B5EF4-FFF2-40B4-BE49-F238E27FC236}">
                  <a16:creationId xmlns:a16="http://schemas.microsoft.com/office/drawing/2014/main" id="{09514A5D-2747-44FF-985D-D5D368BE44E8}"/>
                </a:ext>
              </a:extLst>
            </p:cNvPr>
            <p:cNvSpPr/>
            <p:nvPr/>
          </p:nvSpPr>
          <p:spPr>
            <a:xfrm>
              <a:off x="3140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3" name="타원 16252">
              <a:extLst>
                <a:ext uri="{FF2B5EF4-FFF2-40B4-BE49-F238E27FC236}">
                  <a16:creationId xmlns:a16="http://schemas.microsoft.com/office/drawing/2014/main" id="{7A32095F-992B-46AB-B6C8-D61A6155735D}"/>
                </a:ext>
              </a:extLst>
            </p:cNvPr>
            <p:cNvSpPr/>
            <p:nvPr/>
          </p:nvSpPr>
          <p:spPr>
            <a:xfrm>
              <a:off x="3293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4" name="타원 16253">
              <a:extLst>
                <a:ext uri="{FF2B5EF4-FFF2-40B4-BE49-F238E27FC236}">
                  <a16:creationId xmlns:a16="http://schemas.microsoft.com/office/drawing/2014/main" id="{6063771C-C608-4B66-A3AA-E71D2D411895}"/>
                </a:ext>
              </a:extLst>
            </p:cNvPr>
            <p:cNvSpPr/>
            <p:nvPr/>
          </p:nvSpPr>
          <p:spPr>
            <a:xfrm>
              <a:off x="3445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5" name="타원 16254">
              <a:extLst>
                <a:ext uri="{FF2B5EF4-FFF2-40B4-BE49-F238E27FC236}">
                  <a16:creationId xmlns:a16="http://schemas.microsoft.com/office/drawing/2014/main" id="{D57B86EF-E0A7-4527-9C42-DEEAFE970E4A}"/>
                </a:ext>
              </a:extLst>
            </p:cNvPr>
            <p:cNvSpPr/>
            <p:nvPr/>
          </p:nvSpPr>
          <p:spPr>
            <a:xfrm>
              <a:off x="3598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6" name="타원 16255">
              <a:extLst>
                <a:ext uri="{FF2B5EF4-FFF2-40B4-BE49-F238E27FC236}">
                  <a16:creationId xmlns:a16="http://schemas.microsoft.com/office/drawing/2014/main" id="{A7DA2179-C347-47F9-8203-F87E036CE2B0}"/>
                </a:ext>
              </a:extLst>
            </p:cNvPr>
            <p:cNvSpPr/>
            <p:nvPr/>
          </p:nvSpPr>
          <p:spPr>
            <a:xfrm>
              <a:off x="3750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7" name="타원 16256">
              <a:extLst>
                <a:ext uri="{FF2B5EF4-FFF2-40B4-BE49-F238E27FC236}">
                  <a16:creationId xmlns:a16="http://schemas.microsoft.com/office/drawing/2014/main" id="{396AFCB9-309C-4415-BED5-5D4719CE13F8}"/>
                </a:ext>
              </a:extLst>
            </p:cNvPr>
            <p:cNvSpPr/>
            <p:nvPr/>
          </p:nvSpPr>
          <p:spPr>
            <a:xfrm>
              <a:off x="3902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8" name="타원 16257">
              <a:extLst>
                <a:ext uri="{FF2B5EF4-FFF2-40B4-BE49-F238E27FC236}">
                  <a16:creationId xmlns:a16="http://schemas.microsoft.com/office/drawing/2014/main" id="{74753336-2CE9-4219-A46F-2B0E42406CE1}"/>
                </a:ext>
              </a:extLst>
            </p:cNvPr>
            <p:cNvSpPr/>
            <p:nvPr/>
          </p:nvSpPr>
          <p:spPr>
            <a:xfrm>
              <a:off x="4055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59" name="타원 16258">
              <a:extLst>
                <a:ext uri="{FF2B5EF4-FFF2-40B4-BE49-F238E27FC236}">
                  <a16:creationId xmlns:a16="http://schemas.microsoft.com/office/drawing/2014/main" id="{8C61C90A-02D9-461E-A116-52D999AA4391}"/>
                </a:ext>
              </a:extLst>
            </p:cNvPr>
            <p:cNvSpPr/>
            <p:nvPr/>
          </p:nvSpPr>
          <p:spPr>
            <a:xfrm>
              <a:off x="4207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0" name="타원 16259">
              <a:extLst>
                <a:ext uri="{FF2B5EF4-FFF2-40B4-BE49-F238E27FC236}">
                  <a16:creationId xmlns:a16="http://schemas.microsoft.com/office/drawing/2014/main" id="{9317AA27-B48C-4E10-B332-308F640B339C}"/>
                </a:ext>
              </a:extLst>
            </p:cNvPr>
            <p:cNvSpPr/>
            <p:nvPr/>
          </p:nvSpPr>
          <p:spPr>
            <a:xfrm>
              <a:off x="4360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1" name="타원 16260">
              <a:extLst>
                <a:ext uri="{FF2B5EF4-FFF2-40B4-BE49-F238E27FC236}">
                  <a16:creationId xmlns:a16="http://schemas.microsoft.com/office/drawing/2014/main" id="{7A1A46C6-D09B-436F-B3C0-939C432D8522}"/>
                </a:ext>
              </a:extLst>
            </p:cNvPr>
            <p:cNvSpPr/>
            <p:nvPr/>
          </p:nvSpPr>
          <p:spPr>
            <a:xfrm>
              <a:off x="4512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2" name="타원 16261">
              <a:extLst>
                <a:ext uri="{FF2B5EF4-FFF2-40B4-BE49-F238E27FC236}">
                  <a16:creationId xmlns:a16="http://schemas.microsoft.com/office/drawing/2014/main" id="{344AAE31-A383-4647-AAA9-5D9BD7A9CF15}"/>
                </a:ext>
              </a:extLst>
            </p:cNvPr>
            <p:cNvSpPr/>
            <p:nvPr/>
          </p:nvSpPr>
          <p:spPr>
            <a:xfrm>
              <a:off x="4664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3" name="타원 16262">
              <a:extLst>
                <a:ext uri="{FF2B5EF4-FFF2-40B4-BE49-F238E27FC236}">
                  <a16:creationId xmlns:a16="http://schemas.microsoft.com/office/drawing/2014/main" id="{497FB63D-6046-4607-9347-34E96776D18D}"/>
                </a:ext>
              </a:extLst>
            </p:cNvPr>
            <p:cNvSpPr/>
            <p:nvPr/>
          </p:nvSpPr>
          <p:spPr>
            <a:xfrm>
              <a:off x="4817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4" name="타원 16263">
              <a:extLst>
                <a:ext uri="{FF2B5EF4-FFF2-40B4-BE49-F238E27FC236}">
                  <a16:creationId xmlns:a16="http://schemas.microsoft.com/office/drawing/2014/main" id="{89B12EE8-C6BD-4E02-A26D-B2D30D1A5E52}"/>
                </a:ext>
              </a:extLst>
            </p:cNvPr>
            <p:cNvSpPr/>
            <p:nvPr/>
          </p:nvSpPr>
          <p:spPr>
            <a:xfrm>
              <a:off x="4969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5" name="타원 16264">
              <a:extLst>
                <a:ext uri="{FF2B5EF4-FFF2-40B4-BE49-F238E27FC236}">
                  <a16:creationId xmlns:a16="http://schemas.microsoft.com/office/drawing/2014/main" id="{473E4125-5797-4544-9C1C-41093F1A54A6}"/>
                </a:ext>
              </a:extLst>
            </p:cNvPr>
            <p:cNvSpPr/>
            <p:nvPr/>
          </p:nvSpPr>
          <p:spPr>
            <a:xfrm>
              <a:off x="5122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6" name="타원 16265">
              <a:extLst>
                <a:ext uri="{FF2B5EF4-FFF2-40B4-BE49-F238E27FC236}">
                  <a16:creationId xmlns:a16="http://schemas.microsoft.com/office/drawing/2014/main" id="{0558F1DF-07A5-4B42-A0D0-599119A7BEF2}"/>
                </a:ext>
              </a:extLst>
            </p:cNvPr>
            <p:cNvSpPr/>
            <p:nvPr/>
          </p:nvSpPr>
          <p:spPr>
            <a:xfrm>
              <a:off x="5274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7" name="타원 16266">
              <a:extLst>
                <a:ext uri="{FF2B5EF4-FFF2-40B4-BE49-F238E27FC236}">
                  <a16:creationId xmlns:a16="http://schemas.microsoft.com/office/drawing/2014/main" id="{CED2C00D-58CA-45C2-8961-E35ACDFC3AA9}"/>
                </a:ext>
              </a:extLst>
            </p:cNvPr>
            <p:cNvSpPr/>
            <p:nvPr/>
          </p:nvSpPr>
          <p:spPr>
            <a:xfrm>
              <a:off x="5426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8" name="타원 16267">
              <a:extLst>
                <a:ext uri="{FF2B5EF4-FFF2-40B4-BE49-F238E27FC236}">
                  <a16:creationId xmlns:a16="http://schemas.microsoft.com/office/drawing/2014/main" id="{9B74F15C-3D1E-4EFE-8E9E-0E86D215FD77}"/>
                </a:ext>
              </a:extLst>
            </p:cNvPr>
            <p:cNvSpPr/>
            <p:nvPr/>
          </p:nvSpPr>
          <p:spPr>
            <a:xfrm>
              <a:off x="5579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69" name="타원 16268">
              <a:extLst>
                <a:ext uri="{FF2B5EF4-FFF2-40B4-BE49-F238E27FC236}">
                  <a16:creationId xmlns:a16="http://schemas.microsoft.com/office/drawing/2014/main" id="{33EE134E-79C0-4B06-930A-DF180770EFE2}"/>
                </a:ext>
              </a:extLst>
            </p:cNvPr>
            <p:cNvSpPr/>
            <p:nvPr/>
          </p:nvSpPr>
          <p:spPr>
            <a:xfrm>
              <a:off x="5731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0" name="타원 16269">
              <a:extLst>
                <a:ext uri="{FF2B5EF4-FFF2-40B4-BE49-F238E27FC236}">
                  <a16:creationId xmlns:a16="http://schemas.microsoft.com/office/drawing/2014/main" id="{2B9C7F3D-C810-41E6-A979-E53194634B69}"/>
                </a:ext>
              </a:extLst>
            </p:cNvPr>
            <p:cNvSpPr/>
            <p:nvPr/>
          </p:nvSpPr>
          <p:spPr>
            <a:xfrm>
              <a:off x="245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1" name="타원 16270">
              <a:extLst>
                <a:ext uri="{FF2B5EF4-FFF2-40B4-BE49-F238E27FC236}">
                  <a16:creationId xmlns:a16="http://schemas.microsoft.com/office/drawing/2014/main" id="{48F23E02-2217-489C-8E29-C54FDF5F7206}"/>
                </a:ext>
              </a:extLst>
            </p:cNvPr>
            <p:cNvSpPr/>
            <p:nvPr/>
          </p:nvSpPr>
          <p:spPr>
            <a:xfrm>
              <a:off x="397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2" name="타원 16271">
              <a:extLst>
                <a:ext uri="{FF2B5EF4-FFF2-40B4-BE49-F238E27FC236}">
                  <a16:creationId xmlns:a16="http://schemas.microsoft.com/office/drawing/2014/main" id="{4208C4BC-2AC6-474E-A994-C0BC1C127B10}"/>
                </a:ext>
              </a:extLst>
            </p:cNvPr>
            <p:cNvSpPr/>
            <p:nvPr/>
          </p:nvSpPr>
          <p:spPr>
            <a:xfrm>
              <a:off x="550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3" name="타원 16272">
              <a:extLst>
                <a:ext uri="{FF2B5EF4-FFF2-40B4-BE49-F238E27FC236}">
                  <a16:creationId xmlns:a16="http://schemas.microsoft.com/office/drawing/2014/main" id="{2B348573-1822-491B-A3DD-09190CEE23C7}"/>
                </a:ext>
              </a:extLst>
            </p:cNvPr>
            <p:cNvSpPr/>
            <p:nvPr/>
          </p:nvSpPr>
          <p:spPr>
            <a:xfrm>
              <a:off x="702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4" name="타원 16273">
              <a:extLst>
                <a:ext uri="{FF2B5EF4-FFF2-40B4-BE49-F238E27FC236}">
                  <a16:creationId xmlns:a16="http://schemas.microsoft.com/office/drawing/2014/main" id="{E076264A-97B9-4358-A02C-E5D4BC576BD7}"/>
                </a:ext>
              </a:extLst>
            </p:cNvPr>
            <p:cNvSpPr/>
            <p:nvPr/>
          </p:nvSpPr>
          <p:spPr>
            <a:xfrm>
              <a:off x="854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5" name="타원 16274">
              <a:extLst>
                <a:ext uri="{FF2B5EF4-FFF2-40B4-BE49-F238E27FC236}">
                  <a16:creationId xmlns:a16="http://schemas.microsoft.com/office/drawing/2014/main" id="{5240EE10-6F58-4B35-9AAA-DED62F748E79}"/>
                </a:ext>
              </a:extLst>
            </p:cNvPr>
            <p:cNvSpPr/>
            <p:nvPr/>
          </p:nvSpPr>
          <p:spPr>
            <a:xfrm>
              <a:off x="1007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6" name="타원 16275">
              <a:extLst>
                <a:ext uri="{FF2B5EF4-FFF2-40B4-BE49-F238E27FC236}">
                  <a16:creationId xmlns:a16="http://schemas.microsoft.com/office/drawing/2014/main" id="{9839111C-7B99-415C-A40A-2A5195DBBEF4}"/>
                </a:ext>
              </a:extLst>
            </p:cNvPr>
            <p:cNvSpPr/>
            <p:nvPr/>
          </p:nvSpPr>
          <p:spPr>
            <a:xfrm>
              <a:off x="1159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7" name="타원 16276">
              <a:extLst>
                <a:ext uri="{FF2B5EF4-FFF2-40B4-BE49-F238E27FC236}">
                  <a16:creationId xmlns:a16="http://schemas.microsoft.com/office/drawing/2014/main" id="{F9F36F49-063A-4F19-A69F-38FCD6064470}"/>
                </a:ext>
              </a:extLst>
            </p:cNvPr>
            <p:cNvSpPr/>
            <p:nvPr/>
          </p:nvSpPr>
          <p:spPr>
            <a:xfrm>
              <a:off x="1312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8" name="타원 16277">
              <a:extLst>
                <a:ext uri="{FF2B5EF4-FFF2-40B4-BE49-F238E27FC236}">
                  <a16:creationId xmlns:a16="http://schemas.microsoft.com/office/drawing/2014/main" id="{203C7F2E-5EE6-472D-86F2-79CA2597667C}"/>
                </a:ext>
              </a:extLst>
            </p:cNvPr>
            <p:cNvSpPr/>
            <p:nvPr/>
          </p:nvSpPr>
          <p:spPr>
            <a:xfrm>
              <a:off x="1464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79" name="타원 16278">
              <a:extLst>
                <a:ext uri="{FF2B5EF4-FFF2-40B4-BE49-F238E27FC236}">
                  <a16:creationId xmlns:a16="http://schemas.microsoft.com/office/drawing/2014/main" id="{CAF6056C-8428-4EFC-8E73-0AD706D6C8F0}"/>
                </a:ext>
              </a:extLst>
            </p:cNvPr>
            <p:cNvSpPr/>
            <p:nvPr/>
          </p:nvSpPr>
          <p:spPr>
            <a:xfrm>
              <a:off x="1616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0" name="타원 16279">
              <a:extLst>
                <a:ext uri="{FF2B5EF4-FFF2-40B4-BE49-F238E27FC236}">
                  <a16:creationId xmlns:a16="http://schemas.microsoft.com/office/drawing/2014/main" id="{7B882403-A189-428E-981D-DC8807CD76CA}"/>
                </a:ext>
              </a:extLst>
            </p:cNvPr>
            <p:cNvSpPr/>
            <p:nvPr/>
          </p:nvSpPr>
          <p:spPr>
            <a:xfrm>
              <a:off x="1769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1" name="타원 16280">
              <a:extLst>
                <a:ext uri="{FF2B5EF4-FFF2-40B4-BE49-F238E27FC236}">
                  <a16:creationId xmlns:a16="http://schemas.microsoft.com/office/drawing/2014/main" id="{B57DE753-DD8B-45B2-99C0-2C078FAE7BA1}"/>
                </a:ext>
              </a:extLst>
            </p:cNvPr>
            <p:cNvSpPr/>
            <p:nvPr/>
          </p:nvSpPr>
          <p:spPr>
            <a:xfrm>
              <a:off x="1921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2" name="타원 16281">
              <a:extLst>
                <a:ext uri="{FF2B5EF4-FFF2-40B4-BE49-F238E27FC236}">
                  <a16:creationId xmlns:a16="http://schemas.microsoft.com/office/drawing/2014/main" id="{65E53570-960A-4583-9A17-E8CE45257976}"/>
                </a:ext>
              </a:extLst>
            </p:cNvPr>
            <p:cNvSpPr/>
            <p:nvPr/>
          </p:nvSpPr>
          <p:spPr>
            <a:xfrm>
              <a:off x="2074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3" name="타원 16282">
              <a:extLst>
                <a:ext uri="{FF2B5EF4-FFF2-40B4-BE49-F238E27FC236}">
                  <a16:creationId xmlns:a16="http://schemas.microsoft.com/office/drawing/2014/main" id="{84D92592-AFAB-4A8F-8F06-805F6D3C75B2}"/>
                </a:ext>
              </a:extLst>
            </p:cNvPr>
            <p:cNvSpPr/>
            <p:nvPr/>
          </p:nvSpPr>
          <p:spPr>
            <a:xfrm>
              <a:off x="2226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4" name="타원 16283">
              <a:extLst>
                <a:ext uri="{FF2B5EF4-FFF2-40B4-BE49-F238E27FC236}">
                  <a16:creationId xmlns:a16="http://schemas.microsoft.com/office/drawing/2014/main" id="{96F0E6C3-48F3-4331-BE2C-DB7FA56AF4B6}"/>
                </a:ext>
              </a:extLst>
            </p:cNvPr>
            <p:cNvSpPr/>
            <p:nvPr/>
          </p:nvSpPr>
          <p:spPr>
            <a:xfrm>
              <a:off x="2378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5" name="타원 16284">
              <a:extLst>
                <a:ext uri="{FF2B5EF4-FFF2-40B4-BE49-F238E27FC236}">
                  <a16:creationId xmlns:a16="http://schemas.microsoft.com/office/drawing/2014/main" id="{C04D92C2-910D-4A2B-8C1C-A1BF4CF1EADA}"/>
                </a:ext>
              </a:extLst>
            </p:cNvPr>
            <p:cNvSpPr/>
            <p:nvPr/>
          </p:nvSpPr>
          <p:spPr>
            <a:xfrm>
              <a:off x="2531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6" name="타원 16285">
              <a:extLst>
                <a:ext uri="{FF2B5EF4-FFF2-40B4-BE49-F238E27FC236}">
                  <a16:creationId xmlns:a16="http://schemas.microsoft.com/office/drawing/2014/main" id="{9D80AFA5-4FD0-4752-89EF-6038A0EEDBF7}"/>
                </a:ext>
              </a:extLst>
            </p:cNvPr>
            <p:cNvSpPr/>
            <p:nvPr/>
          </p:nvSpPr>
          <p:spPr>
            <a:xfrm>
              <a:off x="2683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7" name="타원 16286">
              <a:extLst>
                <a:ext uri="{FF2B5EF4-FFF2-40B4-BE49-F238E27FC236}">
                  <a16:creationId xmlns:a16="http://schemas.microsoft.com/office/drawing/2014/main" id="{851A207B-9942-4810-B180-C2FABE046748}"/>
                </a:ext>
              </a:extLst>
            </p:cNvPr>
            <p:cNvSpPr/>
            <p:nvPr/>
          </p:nvSpPr>
          <p:spPr>
            <a:xfrm>
              <a:off x="2836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8" name="타원 16287">
              <a:extLst>
                <a:ext uri="{FF2B5EF4-FFF2-40B4-BE49-F238E27FC236}">
                  <a16:creationId xmlns:a16="http://schemas.microsoft.com/office/drawing/2014/main" id="{5C19365F-C517-40B4-95F5-F28C3E6BB749}"/>
                </a:ext>
              </a:extLst>
            </p:cNvPr>
            <p:cNvSpPr/>
            <p:nvPr/>
          </p:nvSpPr>
          <p:spPr>
            <a:xfrm>
              <a:off x="2988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89" name="타원 16288">
              <a:extLst>
                <a:ext uri="{FF2B5EF4-FFF2-40B4-BE49-F238E27FC236}">
                  <a16:creationId xmlns:a16="http://schemas.microsoft.com/office/drawing/2014/main" id="{4B5529E0-CFC7-491D-952B-6B11DAD572A0}"/>
                </a:ext>
              </a:extLst>
            </p:cNvPr>
            <p:cNvSpPr/>
            <p:nvPr/>
          </p:nvSpPr>
          <p:spPr>
            <a:xfrm>
              <a:off x="3140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0" name="타원 16289">
              <a:extLst>
                <a:ext uri="{FF2B5EF4-FFF2-40B4-BE49-F238E27FC236}">
                  <a16:creationId xmlns:a16="http://schemas.microsoft.com/office/drawing/2014/main" id="{66018B11-E877-4CCD-AF62-BBB2350C5670}"/>
                </a:ext>
              </a:extLst>
            </p:cNvPr>
            <p:cNvSpPr/>
            <p:nvPr/>
          </p:nvSpPr>
          <p:spPr>
            <a:xfrm>
              <a:off x="3293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1" name="타원 16290">
              <a:extLst>
                <a:ext uri="{FF2B5EF4-FFF2-40B4-BE49-F238E27FC236}">
                  <a16:creationId xmlns:a16="http://schemas.microsoft.com/office/drawing/2014/main" id="{27217FB7-E2A9-4C5D-B1C7-21A5F88207E1}"/>
                </a:ext>
              </a:extLst>
            </p:cNvPr>
            <p:cNvSpPr/>
            <p:nvPr/>
          </p:nvSpPr>
          <p:spPr>
            <a:xfrm>
              <a:off x="3445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2" name="타원 16291">
              <a:extLst>
                <a:ext uri="{FF2B5EF4-FFF2-40B4-BE49-F238E27FC236}">
                  <a16:creationId xmlns:a16="http://schemas.microsoft.com/office/drawing/2014/main" id="{2B0C0D2A-C315-4EE2-9678-6A9A15CA20FE}"/>
                </a:ext>
              </a:extLst>
            </p:cNvPr>
            <p:cNvSpPr/>
            <p:nvPr/>
          </p:nvSpPr>
          <p:spPr>
            <a:xfrm>
              <a:off x="3598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3" name="타원 16292">
              <a:extLst>
                <a:ext uri="{FF2B5EF4-FFF2-40B4-BE49-F238E27FC236}">
                  <a16:creationId xmlns:a16="http://schemas.microsoft.com/office/drawing/2014/main" id="{4F7BBF85-6DCC-462F-A5B5-F5C739201FA0}"/>
                </a:ext>
              </a:extLst>
            </p:cNvPr>
            <p:cNvSpPr/>
            <p:nvPr/>
          </p:nvSpPr>
          <p:spPr>
            <a:xfrm>
              <a:off x="3750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4" name="타원 16293">
              <a:extLst>
                <a:ext uri="{FF2B5EF4-FFF2-40B4-BE49-F238E27FC236}">
                  <a16:creationId xmlns:a16="http://schemas.microsoft.com/office/drawing/2014/main" id="{11082813-8485-4D63-9472-566FF3EF028E}"/>
                </a:ext>
              </a:extLst>
            </p:cNvPr>
            <p:cNvSpPr/>
            <p:nvPr/>
          </p:nvSpPr>
          <p:spPr>
            <a:xfrm>
              <a:off x="3902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5" name="타원 16294">
              <a:extLst>
                <a:ext uri="{FF2B5EF4-FFF2-40B4-BE49-F238E27FC236}">
                  <a16:creationId xmlns:a16="http://schemas.microsoft.com/office/drawing/2014/main" id="{8B0DF618-485B-43F2-9553-B75C0A0752A7}"/>
                </a:ext>
              </a:extLst>
            </p:cNvPr>
            <p:cNvSpPr/>
            <p:nvPr/>
          </p:nvSpPr>
          <p:spPr>
            <a:xfrm>
              <a:off x="4055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6" name="타원 16295">
              <a:extLst>
                <a:ext uri="{FF2B5EF4-FFF2-40B4-BE49-F238E27FC236}">
                  <a16:creationId xmlns:a16="http://schemas.microsoft.com/office/drawing/2014/main" id="{02855373-DC23-4A51-9012-0E4A2258278E}"/>
                </a:ext>
              </a:extLst>
            </p:cNvPr>
            <p:cNvSpPr/>
            <p:nvPr/>
          </p:nvSpPr>
          <p:spPr>
            <a:xfrm>
              <a:off x="4207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7" name="타원 16296">
              <a:extLst>
                <a:ext uri="{FF2B5EF4-FFF2-40B4-BE49-F238E27FC236}">
                  <a16:creationId xmlns:a16="http://schemas.microsoft.com/office/drawing/2014/main" id="{88C34B89-3EA8-4940-8A53-B4BAF28134F6}"/>
                </a:ext>
              </a:extLst>
            </p:cNvPr>
            <p:cNvSpPr/>
            <p:nvPr/>
          </p:nvSpPr>
          <p:spPr>
            <a:xfrm>
              <a:off x="4360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8" name="타원 16297">
              <a:extLst>
                <a:ext uri="{FF2B5EF4-FFF2-40B4-BE49-F238E27FC236}">
                  <a16:creationId xmlns:a16="http://schemas.microsoft.com/office/drawing/2014/main" id="{695B5EFE-9717-4D97-A736-A0934E7BC47A}"/>
                </a:ext>
              </a:extLst>
            </p:cNvPr>
            <p:cNvSpPr/>
            <p:nvPr/>
          </p:nvSpPr>
          <p:spPr>
            <a:xfrm>
              <a:off x="4512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99" name="타원 16298">
              <a:extLst>
                <a:ext uri="{FF2B5EF4-FFF2-40B4-BE49-F238E27FC236}">
                  <a16:creationId xmlns:a16="http://schemas.microsoft.com/office/drawing/2014/main" id="{8607F16F-6609-415A-BAF0-B282F9853110}"/>
                </a:ext>
              </a:extLst>
            </p:cNvPr>
            <p:cNvSpPr/>
            <p:nvPr/>
          </p:nvSpPr>
          <p:spPr>
            <a:xfrm>
              <a:off x="4664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0" name="타원 16299">
              <a:extLst>
                <a:ext uri="{FF2B5EF4-FFF2-40B4-BE49-F238E27FC236}">
                  <a16:creationId xmlns:a16="http://schemas.microsoft.com/office/drawing/2014/main" id="{FD00B43F-A0E8-4513-9C3C-1C988B0633D4}"/>
                </a:ext>
              </a:extLst>
            </p:cNvPr>
            <p:cNvSpPr/>
            <p:nvPr/>
          </p:nvSpPr>
          <p:spPr>
            <a:xfrm>
              <a:off x="4817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1" name="타원 16300">
              <a:extLst>
                <a:ext uri="{FF2B5EF4-FFF2-40B4-BE49-F238E27FC236}">
                  <a16:creationId xmlns:a16="http://schemas.microsoft.com/office/drawing/2014/main" id="{F21E83FF-D4CC-4B1E-9124-A3C22933A6DC}"/>
                </a:ext>
              </a:extLst>
            </p:cNvPr>
            <p:cNvSpPr/>
            <p:nvPr/>
          </p:nvSpPr>
          <p:spPr>
            <a:xfrm>
              <a:off x="4969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2" name="타원 16301">
              <a:extLst>
                <a:ext uri="{FF2B5EF4-FFF2-40B4-BE49-F238E27FC236}">
                  <a16:creationId xmlns:a16="http://schemas.microsoft.com/office/drawing/2014/main" id="{0A6D5D3F-DC23-4B2A-A22D-508665721CFA}"/>
                </a:ext>
              </a:extLst>
            </p:cNvPr>
            <p:cNvSpPr/>
            <p:nvPr/>
          </p:nvSpPr>
          <p:spPr>
            <a:xfrm>
              <a:off x="5122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3" name="타원 16302">
              <a:extLst>
                <a:ext uri="{FF2B5EF4-FFF2-40B4-BE49-F238E27FC236}">
                  <a16:creationId xmlns:a16="http://schemas.microsoft.com/office/drawing/2014/main" id="{00D886DC-D10E-44FF-8709-F34E41962466}"/>
                </a:ext>
              </a:extLst>
            </p:cNvPr>
            <p:cNvSpPr/>
            <p:nvPr/>
          </p:nvSpPr>
          <p:spPr>
            <a:xfrm>
              <a:off x="5274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4" name="타원 16303">
              <a:extLst>
                <a:ext uri="{FF2B5EF4-FFF2-40B4-BE49-F238E27FC236}">
                  <a16:creationId xmlns:a16="http://schemas.microsoft.com/office/drawing/2014/main" id="{A2E701F3-4075-4DA7-A73C-35897D8534B9}"/>
                </a:ext>
              </a:extLst>
            </p:cNvPr>
            <p:cNvSpPr/>
            <p:nvPr/>
          </p:nvSpPr>
          <p:spPr>
            <a:xfrm>
              <a:off x="5426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5" name="타원 16304">
              <a:extLst>
                <a:ext uri="{FF2B5EF4-FFF2-40B4-BE49-F238E27FC236}">
                  <a16:creationId xmlns:a16="http://schemas.microsoft.com/office/drawing/2014/main" id="{16C3E3E6-968E-4BA1-958E-37701C1EF270}"/>
                </a:ext>
              </a:extLst>
            </p:cNvPr>
            <p:cNvSpPr/>
            <p:nvPr/>
          </p:nvSpPr>
          <p:spPr>
            <a:xfrm>
              <a:off x="5579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6" name="타원 16305">
              <a:extLst>
                <a:ext uri="{FF2B5EF4-FFF2-40B4-BE49-F238E27FC236}">
                  <a16:creationId xmlns:a16="http://schemas.microsoft.com/office/drawing/2014/main" id="{19EA9FD7-CFD9-4A2E-8A10-DF52117CD2DA}"/>
                </a:ext>
              </a:extLst>
            </p:cNvPr>
            <p:cNvSpPr/>
            <p:nvPr/>
          </p:nvSpPr>
          <p:spPr>
            <a:xfrm>
              <a:off x="5731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7" name="타원 16306">
              <a:extLst>
                <a:ext uri="{FF2B5EF4-FFF2-40B4-BE49-F238E27FC236}">
                  <a16:creationId xmlns:a16="http://schemas.microsoft.com/office/drawing/2014/main" id="{CE1ED2BF-B615-4829-8FF7-8303415A667E}"/>
                </a:ext>
              </a:extLst>
            </p:cNvPr>
            <p:cNvSpPr/>
            <p:nvPr/>
          </p:nvSpPr>
          <p:spPr>
            <a:xfrm>
              <a:off x="245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8" name="타원 16307">
              <a:extLst>
                <a:ext uri="{FF2B5EF4-FFF2-40B4-BE49-F238E27FC236}">
                  <a16:creationId xmlns:a16="http://schemas.microsoft.com/office/drawing/2014/main" id="{9935742D-715E-40E2-87A1-C2A0A524DE3C}"/>
                </a:ext>
              </a:extLst>
            </p:cNvPr>
            <p:cNvSpPr/>
            <p:nvPr/>
          </p:nvSpPr>
          <p:spPr>
            <a:xfrm>
              <a:off x="397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09" name="타원 16308">
              <a:extLst>
                <a:ext uri="{FF2B5EF4-FFF2-40B4-BE49-F238E27FC236}">
                  <a16:creationId xmlns:a16="http://schemas.microsoft.com/office/drawing/2014/main" id="{AC2DD7AE-7D2E-4045-8DAB-278F2E46E365}"/>
                </a:ext>
              </a:extLst>
            </p:cNvPr>
            <p:cNvSpPr/>
            <p:nvPr/>
          </p:nvSpPr>
          <p:spPr>
            <a:xfrm>
              <a:off x="550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0" name="타원 16309">
              <a:extLst>
                <a:ext uri="{FF2B5EF4-FFF2-40B4-BE49-F238E27FC236}">
                  <a16:creationId xmlns:a16="http://schemas.microsoft.com/office/drawing/2014/main" id="{0C4C664D-E978-4524-8A1D-9C3807014ABC}"/>
                </a:ext>
              </a:extLst>
            </p:cNvPr>
            <p:cNvSpPr/>
            <p:nvPr/>
          </p:nvSpPr>
          <p:spPr>
            <a:xfrm>
              <a:off x="702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1" name="타원 16310">
              <a:extLst>
                <a:ext uri="{FF2B5EF4-FFF2-40B4-BE49-F238E27FC236}">
                  <a16:creationId xmlns:a16="http://schemas.microsoft.com/office/drawing/2014/main" id="{9DA239E3-95EC-4546-87BB-61B0027F4F6B}"/>
                </a:ext>
              </a:extLst>
            </p:cNvPr>
            <p:cNvSpPr/>
            <p:nvPr/>
          </p:nvSpPr>
          <p:spPr>
            <a:xfrm>
              <a:off x="854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2" name="타원 16311">
              <a:extLst>
                <a:ext uri="{FF2B5EF4-FFF2-40B4-BE49-F238E27FC236}">
                  <a16:creationId xmlns:a16="http://schemas.microsoft.com/office/drawing/2014/main" id="{77E6A6C2-E332-4C4F-961F-D4EB4BB66859}"/>
                </a:ext>
              </a:extLst>
            </p:cNvPr>
            <p:cNvSpPr/>
            <p:nvPr/>
          </p:nvSpPr>
          <p:spPr>
            <a:xfrm>
              <a:off x="1007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3" name="타원 16312">
              <a:extLst>
                <a:ext uri="{FF2B5EF4-FFF2-40B4-BE49-F238E27FC236}">
                  <a16:creationId xmlns:a16="http://schemas.microsoft.com/office/drawing/2014/main" id="{1B5EF6F0-FC4B-492F-8EF0-A587CB0A6F50}"/>
                </a:ext>
              </a:extLst>
            </p:cNvPr>
            <p:cNvSpPr/>
            <p:nvPr/>
          </p:nvSpPr>
          <p:spPr>
            <a:xfrm>
              <a:off x="1159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4" name="타원 16313">
              <a:extLst>
                <a:ext uri="{FF2B5EF4-FFF2-40B4-BE49-F238E27FC236}">
                  <a16:creationId xmlns:a16="http://schemas.microsoft.com/office/drawing/2014/main" id="{A6A688CC-5358-408B-97D5-30C2530EC82C}"/>
                </a:ext>
              </a:extLst>
            </p:cNvPr>
            <p:cNvSpPr/>
            <p:nvPr/>
          </p:nvSpPr>
          <p:spPr>
            <a:xfrm>
              <a:off x="1312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5" name="타원 16314">
              <a:extLst>
                <a:ext uri="{FF2B5EF4-FFF2-40B4-BE49-F238E27FC236}">
                  <a16:creationId xmlns:a16="http://schemas.microsoft.com/office/drawing/2014/main" id="{A7347F69-0A00-4F04-9D2D-94244FC49EE6}"/>
                </a:ext>
              </a:extLst>
            </p:cNvPr>
            <p:cNvSpPr/>
            <p:nvPr/>
          </p:nvSpPr>
          <p:spPr>
            <a:xfrm>
              <a:off x="1464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6" name="타원 16315">
              <a:extLst>
                <a:ext uri="{FF2B5EF4-FFF2-40B4-BE49-F238E27FC236}">
                  <a16:creationId xmlns:a16="http://schemas.microsoft.com/office/drawing/2014/main" id="{7657F498-48EC-42F7-BE95-EA3676EFE96C}"/>
                </a:ext>
              </a:extLst>
            </p:cNvPr>
            <p:cNvSpPr/>
            <p:nvPr/>
          </p:nvSpPr>
          <p:spPr>
            <a:xfrm>
              <a:off x="1616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7" name="타원 16316">
              <a:extLst>
                <a:ext uri="{FF2B5EF4-FFF2-40B4-BE49-F238E27FC236}">
                  <a16:creationId xmlns:a16="http://schemas.microsoft.com/office/drawing/2014/main" id="{274CDE91-19AC-4245-B5BE-CCE8EBC0960D}"/>
                </a:ext>
              </a:extLst>
            </p:cNvPr>
            <p:cNvSpPr/>
            <p:nvPr/>
          </p:nvSpPr>
          <p:spPr>
            <a:xfrm>
              <a:off x="1769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8" name="타원 16317">
              <a:extLst>
                <a:ext uri="{FF2B5EF4-FFF2-40B4-BE49-F238E27FC236}">
                  <a16:creationId xmlns:a16="http://schemas.microsoft.com/office/drawing/2014/main" id="{D3871A2F-B2FB-4876-893D-9EA6D715507C}"/>
                </a:ext>
              </a:extLst>
            </p:cNvPr>
            <p:cNvSpPr/>
            <p:nvPr/>
          </p:nvSpPr>
          <p:spPr>
            <a:xfrm>
              <a:off x="1921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19" name="타원 16318">
              <a:extLst>
                <a:ext uri="{FF2B5EF4-FFF2-40B4-BE49-F238E27FC236}">
                  <a16:creationId xmlns:a16="http://schemas.microsoft.com/office/drawing/2014/main" id="{4B469E50-BA77-45DA-8227-AE9B2361B7F8}"/>
                </a:ext>
              </a:extLst>
            </p:cNvPr>
            <p:cNvSpPr/>
            <p:nvPr/>
          </p:nvSpPr>
          <p:spPr>
            <a:xfrm>
              <a:off x="2074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0" name="타원 16319">
              <a:extLst>
                <a:ext uri="{FF2B5EF4-FFF2-40B4-BE49-F238E27FC236}">
                  <a16:creationId xmlns:a16="http://schemas.microsoft.com/office/drawing/2014/main" id="{108916BB-BAEA-47F7-9E48-632902C2E7DD}"/>
                </a:ext>
              </a:extLst>
            </p:cNvPr>
            <p:cNvSpPr/>
            <p:nvPr/>
          </p:nvSpPr>
          <p:spPr>
            <a:xfrm>
              <a:off x="2226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1" name="타원 16320">
              <a:extLst>
                <a:ext uri="{FF2B5EF4-FFF2-40B4-BE49-F238E27FC236}">
                  <a16:creationId xmlns:a16="http://schemas.microsoft.com/office/drawing/2014/main" id="{F9DD0332-8F98-4EDB-9840-911F63A8A53E}"/>
                </a:ext>
              </a:extLst>
            </p:cNvPr>
            <p:cNvSpPr/>
            <p:nvPr/>
          </p:nvSpPr>
          <p:spPr>
            <a:xfrm>
              <a:off x="2378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2" name="타원 16321">
              <a:extLst>
                <a:ext uri="{FF2B5EF4-FFF2-40B4-BE49-F238E27FC236}">
                  <a16:creationId xmlns:a16="http://schemas.microsoft.com/office/drawing/2014/main" id="{9D4D5D32-D6B2-4466-8538-DF753C89F14E}"/>
                </a:ext>
              </a:extLst>
            </p:cNvPr>
            <p:cNvSpPr/>
            <p:nvPr/>
          </p:nvSpPr>
          <p:spPr>
            <a:xfrm>
              <a:off x="2531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3" name="타원 16322">
              <a:extLst>
                <a:ext uri="{FF2B5EF4-FFF2-40B4-BE49-F238E27FC236}">
                  <a16:creationId xmlns:a16="http://schemas.microsoft.com/office/drawing/2014/main" id="{780181F8-A6F1-419B-BC9F-56F0FD8FC477}"/>
                </a:ext>
              </a:extLst>
            </p:cNvPr>
            <p:cNvSpPr/>
            <p:nvPr/>
          </p:nvSpPr>
          <p:spPr>
            <a:xfrm>
              <a:off x="2683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4" name="타원 16323">
              <a:extLst>
                <a:ext uri="{FF2B5EF4-FFF2-40B4-BE49-F238E27FC236}">
                  <a16:creationId xmlns:a16="http://schemas.microsoft.com/office/drawing/2014/main" id="{7612D25E-DCB8-4CA1-8D99-045FAAEB0AC7}"/>
                </a:ext>
              </a:extLst>
            </p:cNvPr>
            <p:cNvSpPr/>
            <p:nvPr/>
          </p:nvSpPr>
          <p:spPr>
            <a:xfrm>
              <a:off x="2836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5" name="타원 16324">
              <a:extLst>
                <a:ext uri="{FF2B5EF4-FFF2-40B4-BE49-F238E27FC236}">
                  <a16:creationId xmlns:a16="http://schemas.microsoft.com/office/drawing/2014/main" id="{F91BD106-74A0-43BC-8C2A-EDC138089A17}"/>
                </a:ext>
              </a:extLst>
            </p:cNvPr>
            <p:cNvSpPr/>
            <p:nvPr/>
          </p:nvSpPr>
          <p:spPr>
            <a:xfrm>
              <a:off x="2988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6" name="타원 16325">
              <a:extLst>
                <a:ext uri="{FF2B5EF4-FFF2-40B4-BE49-F238E27FC236}">
                  <a16:creationId xmlns:a16="http://schemas.microsoft.com/office/drawing/2014/main" id="{8DFB206D-A7EF-4A8D-9EB2-F734F098A479}"/>
                </a:ext>
              </a:extLst>
            </p:cNvPr>
            <p:cNvSpPr/>
            <p:nvPr/>
          </p:nvSpPr>
          <p:spPr>
            <a:xfrm>
              <a:off x="3140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7" name="타원 16326">
              <a:extLst>
                <a:ext uri="{FF2B5EF4-FFF2-40B4-BE49-F238E27FC236}">
                  <a16:creationId xmlns:a16="http://schemas.microsoft.com/office/drawing/2014/main" id="{B296EA4B-2769-40A4-AC1F-154DB20D2133}"/>
                </a:ext>
              </a:extLst>
            </p:cNvPr>
            <p:cNvSpPr/>
            <p:nvPr/>
          </p:nvSpPr>
          <p:spPr>
            <a:xfrm>
              <a:off x="3293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8" name="타원 16327">
              <a:extLst>
                <a:ext uri="{FF2B5EF4-FFF2-40B4-BE49-F238E27FC236}">
                  <a16:creationId xmlns:a16="http://schemas.microsoft.com/office/drawing/2014/main" id="{086BF893-5A03-4E43-9238-8B18BD84D1EE}"/>
                </a:ext>
              </a:extLst>
            </p:cNvPr>
            <p:cNvSpPr/>
            <p:nvPr/>
          </p:nvSpPr>
          <p:spPr>
            <a:xfrm>
              <a:off x="3445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29" name="타원 16328">
              <a:extLst>
                <a:ext uri="{FF2B5EF4-FFF2-40B4-BE49-F238E27FC236}">
                  <a16:creationId xmlns:a16="http://schemas.microsoft.com/office/drawing/2014/main" id="{E7F6E3F5-A4B9-4A84-BBB2-4DB42D64E2DB}"/>
                </a:ext>
              </a:extLst>
            </p:cNvPr>
            <p:cNvSpPr/>
            <p:nvPr/>
          </p:nvSpPr>
          <p:spPr>
            <a:xfrm>
              <a:off x="3598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0" name="타원 16329">
              <a:extLst>
                <a:ext uri="{FF2B5EF4-FFF2-40B4-BE49-F238E27FC236}">
                  <a16:creationId xmlns:a16="http://schemas.microsoft.com/office/drawing/2014/main" id="{97C829E9-4092-4AEC-89E1-D011200A8FCF}"/>
                </a:ext>
              </a:extLst>
            </p:cNvPr>
            <p:cNvSpPr/>
            <p:nvPr/>
          </p:nvSpPr>
          <p:spPr>
            <a:xfrm>
              <a:off x="3750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1" name="타원 16330">
              <a:extLst>
                <a:ext uri="{FF2B5EF4-FFF2-40B4-BE49-F238E27FC236}">
                  <a16:creationId xmlns:a16="http://schemas.microsoft.com/office/drawing/2014/main" id="{F08100A2-E502-4407-B40F-C67ABC4F0791}"/>
                </a:ext>
              </a:extLst>
            </p:cNvPr>
            <p:cNvSpPr/>
            <p:nvPr/>
          </p:nvSpPr>
          <p:spPr>
            <a:xfrm>
              <a:off x="3902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2" name="타원 16331">
              <a:extLst>
                <a:ext uri="{FF2B5EF4-FFF2-40B4-BE49-F238E27FC236}">
                  <a16:creationId xmlns:a16="http://schemas.microsoft.com/office/drawing/2014/main" id="{028E1407-0B50-4C5D-A176-7B2EB7523D8A}"/>
                </a:ext>
              </a:extLst>
            </p:cNvPr>
            <p:cNvSpPr/>
            <p:nvPr/>
          </p:nvSpPr>
          <p:spPr>
            <a:xfrm>
              <a:off x="4055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3" name="타원 16332">
              <a:extLst>
                <a:ext uri="{FF2B5EF4-FFF2-40B4-BE49-F238E27FC236}">
                  <a16:creationId xmlns:a16="http://schemas.microsoft.com/office/drawing/2014/main" id="{CE7295AD-541E-4823-B6B2-3F5966ADF781}"/>
                </a:ext>
              </a:extLst>
            </p:cNvPr>
            <p:cNvSpPr/>
            <p:nvPr/>
          </p:nvSpPr>
          <p:spPr>
            <a:xfrm>
              <a:off x="4207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4" name="타원 16333">
              <a:extLst>
                <a:ext uri="{FF2B5EF4-FFF2-40B4-BE49-F238E27FC236}">
                  <a16:creationId xmlns:a16="http://schemas.microsoft.com/office/drawing/2014/main" id="{4157F1D3-CE42-4D02-A911-0BB5D07CF664}"/>
                </a:ext>
              </a:extLst>
            </p:cNvPr>
            <p:cNvSpPr/>
            <p:nvPr/>
          </p:nvSpPr>
          <p:spPr>
            <a:xfrm>
              <a:off x="4360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5" name="타원 16334">
              <a:extLst>
                <a:ext uri="{FF2B5EF4-FFF2-40B4-BE49-F238E27FC236}">
                  <a16:creationId xmlns:a16="http://schemas.microsoft.com/office/drawing/2014/main" id="{B0925A8C-7F09-401A-9509-7D654B4C24EF}"/>
                </a:ext>
              </a:extLst>
            </p:cNvPr>
            <p:cNvSpPr/>
            <p:nvPr/>
          </p:nvSpPr>
          <p:spPr>
            <a:xfrm>
              <a:off x="4512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6" name="타원 16335">
              <a:extLst>
                <a:ext uri="{FF2B5EF4-FFF2-40B4-BE49-F238E27FC236}">
                  <a16:creationId xmlns:a16="http://schemas.microsoft.com/office/drawing/2014/main" id="{BAA22626-8D08-45A5-9622-51AA37710BF4}"/>
                </a:ext>
              </a:extLst>
            </p:cNvPr>
            <p:cNvSpPr/>
            <p:nvPr/>
          </p:nvSpPr>
          <p:spPr>
            <a:xfrm>
              <a:off x="4664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7" name="타원 16336">
              <a:extLst>
                <a:ext uri="{FF2B5EF4-FFF2-40B4-BE49-F238E27FC236}">
                  <a16:creationId xmlns:a16="http://schemas.microsoft.com/office/drawing/2014/main" id="{6629F512-4C2F-4E06-843B-E036BBFFB1B6}"/>
                </a:ext>
              </a:extLst>
            </p:cNvPr>
            <p:cNvSpPr/>
            <p:nvPr/>
          </p:nvSpPr>
          <p:spPr>
            <a:xfrm>
              <a:off x="4817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8" name="타원 16337">
              <a:extLst>
                <a:ext uri="{FF2B5EF4-FFF2-40B4-BE49-F238E27FC236}">
                  <a16:creationId xmlns:a16="http://schemas.microsoft.com/office/drawing/2014/main" id="{D75A22FD-95DA-4C5F-AADA-92ECD1772034}"/>
                </a:ext>
              </a:extLst>
            </p:cNvPr>
            <p:cNvSpPr/>
            <p:nvPr/>
          </p:nvSpPr>
          <p:spPr>
            <a:xfrm>
              <a:off x="4969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39" name="타원 16338">
              <a:extLst>
                <a:ext uri="{FF2B5EF4-FFF2-40B4-BE49-F238E27FC236}">
                  <a16:creationId xmlns:a16="http://schemas.microsoft.com/office/drawing/2014/main" id="{DF62361E-CA95-4B7C-85C7-49DCB8BFDA36}"/>
                </a:ext>
              </a:extLst>
            </p:cNvPr>
            <p:cNvSpPr/>
            <p:nvPr/>
          </p:nvSpPr>
          <p:spPr>
            <a:xfrm>
              <a:off x="5122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0" name="타원 16339">
              <a:extLst>
                <a:ext uri="{FF2B5EF4-FFF2-40B4-BE49-F238E27FC236}">
                  <a16:creationId xmlns:a16="http://schemas.microsoft.com/office/drawing/2014/main" id="{81EC336C-6F59-49A9-A99C-81AD591FBB33}"/>
                </a:ext>
              </a:extLst>
            </p:cNvPr>
            <p:cNvSpPr/>
            <p:nvPr/>
          </p:nvSpPr>
          <p:spPr>
            <a:xfrm>
              <a:off x="5274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1" name="타원 16340">
              <a:extLst>
                <a:ext uri="{FF2B5EF4-FFF2-40B4-BE49-F238E27FC236}">
                  <a16:creationId xmlns:a16="http://schemas.microsoft.com/office/drawing/2014/main" id="{84029CDB-FF63-47EF-8B65-7AA0E2F7D9D2}"/>
                </a:ext>
              </a:extLst>
            </p:cNvPr>
            <p:cNvSpPr/>
            <p:nvPr/>
          </p:nvSpPr>
          <p:spPr>
            <a:xfrm>
              <a:off x="5426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2" name="타원 16341">
              <a:extLst>
                <a:ext uri="{FF2B5EF4-FFF2-40B4-BE49-F238E27FC236}">
                  <a16:creationId xmlns:a16="http://schemas.microsoft.com/office/drawing/2014/main" id="{CAB1D70F-A3EF-460F-9BC6-092DEB417498}"/>
                </a:ext>
              </a:extLst>
            </p:cNvPr>
            <p:cNvSpPr/>
            <p:nvPr/>
          </p:nvSpPr>
          <p:spPr>
            <a:xfrm>
              <a:off x="5579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3" name="타원 16342">
              <a:extLst>
                <a:ext uri="{FF2B5EF4-FFF2-40B4-BE49-F238E27FC236}">
                  <a16:creationId xmlns:a16="http://schemas.microsoft.com/office/drawing/2014/main" id="{B609C26F-FABB-4ECB-A105-247E7FAD9892}"/>
                </a:ext>
              </a:extLst>
            </p:cNvPr>
            <p:cNvSpPr/>
            <p:nvPr/>
          </p:nvSpPr>
          <p:spPr>
            <a:xfrm>
              <a:off x="5731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4" name="타원 16343">
              <a:extLst>
                <a:ext uri="{FF2B5EF4-FFF2-40B4-BE49-F238E27FC236}">
                  <a16:creationId xmlns:a16="http://schemas.microsoft.com/office/drawing/2014/main" id="{6C2DFBCC-FE0E-4D2F-99FC-A51E041540CB}"/>
                </a:ext>
              </a:extLst>
            </p:cNvPr>
            <p:cNvSpPr/>
            <p:nvPr/>
          </p:nvSpPr>
          <p:spPr>
            <a:xfrm>
              <a:off x="245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5" name="타원 16344">
              <a:extLst>
                <a:ext uri="{FF2B5EF4-FFF2-40B4-BE49-F238E27FC236}">
                  <a16:creationId xmlns:a16="http://schemas.microsoft.com/office/drawing/2014/main" id="{5B5CB9ED-55FC-4E06-A538-8F19F76F2E95}"/>
                </a:ext>
              </a:extLst>
            </p:cNvPr>
            <p:cNvSpPr/>
            <p:nvPr/>
          </p:nvSpPr>
          <p:spPr>
            <a:xfrm>
              <a:off x="397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6" name="타원 16345">
              <a:extLst>
                <a:ext uri="{FF2B5EF4-FFF2-40B4-BE49-F238E27FC236}">
                  <a16:creationId xmlns:a16="http://schemas.microsoft.com/office/drawing/2014/main" id="{15CFDFF3-651A-4A8F-B69D-F0E48CBFB8FC}"/>
                </a:ext>
              </a:extLst>
            </p:cNvPr>
            <p:cNvSpPr/>
            <p:nvPr/>
          </p:nvSpPr>
          <p:spPr>
            <a:xfrm>
              <a:off x="550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7" name="타원 16346">
              <a:extLst>
                <a:ext uri="{FF2B5EF4-FFF2-40B4-BE49-F238E27FC236}">
                  <a16:creationId xmlns:a16="http://schemas.microsoft.com/office/drawing/2014/main" id="{08F0349F-63F4-4C0F-896F-D1C542162A8D}"/>
                </a:ext>
              </a:extLst>
            </p:cNvPr>
            <p:cNvSpPr/>
            <p:nvPr/>
          </p:nvSpPr>
          <p:spPr>
            <a:xfrm>
              <a:off x="702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8" name="타원 16347">
              <a:extLst>
                <a:ext uri="{FF2B5EF4-FFF2-40B4-BE49-F238E27FC236}">
                  <a16:creationId xmlns:a16="http://schemas.microsoft.com/office/drawing/2014/main" id="{22A56070-090B-4FC2-BF1E-BF6D77E23142}"/>
                </a:ext>
              </a:extLst>
            </p:cNvPr>
            <p:cNvSpPr/>
            <p:nvPr/>
          </p:nvSpPr>
          <p:spPr>
            <a:xfrm>
              <a:off x="854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49" name="타원 16348">
              <a:extLst>
                <a:ext uri="{FF2B5EF4-FFF2-40B4-BE49-F238E27FC236}">
                  <a16:creationId xmlns:a16="http://schemas.microsoft.com/office/drawing/2014/main" id="{200AD508-B263-4806-A1AE-A81E9F0F8263}"/>
                </a:ext>
              </a:extLst>
            </p:cNvPr>
            <p:cNvSpPr/>
            <p:nvPr/>
          </p:nvSpPr>
          <p:spPr>
            <a:xfrm>
              <a:off x="1007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0" name="타원 16349">
              <a:extLst>
                <a:ext uri="{FF2B5EF4-FFF2-40B4-BE49-F238E27FC236}">
                  <a16:creationId xmlns:a16="http://schemas.microsoft.com/office/drawing/2014/main" id="{83EA1665-8A41-406F-B307-A907895092AB}"/>
                </a:ext>
              </a:extLst>
            </p:cNvPr>
            <p:cNvSpPr/>
            <p:nvPr/>
          </p:nvSpPr>
          <p:spPr>
            <a:xfrm>
              <a:off x="1159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1" name="타원 16350">
              <a:extLst>
                <a:ext uri="{FF2B5EF4-FFF2-40B4-BE49-F238E27FC236}">
                  <a16:creationId xmlns:a16="http://schemas.microsoft.com/office/drawing/2014/main" id="{8AA4DA35-2AEA-4265-8DE0-76950AC09D4C}"/>
                </a:ext>
              </a:extLst>
            </p:cNvPr>
            <p:cNvSpPr/>
            <p:nvPr/>
          </p:nvSpPr>
          <p:spPr>
            <a:xfrm>
              <a:off x="1312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2" name="타원 16351">
              <a:extLst>
                <a:ext uri="{FF2B5EF4-FFF2-40B4-BE49-F238E27FC236}">
                  <a16:creationId xmlns:a16="http://schemas.microsoft.com/office/drawing/2014/main" id="{B7C5F638-1E29-4DAD-9FDD-6B94487F6A0B}"/>
                </a:ext>
              </a:extLst>
            </p:cNvPr>
            <p:cNvSpPr/>
            <p:nvPr/>
          </p:nvSpPr>
          <p:spPr>
            <a:xfrm>
              <a:off x="1464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3" name="타원 16352">
              <a:extLst>
                <a:ext uri="{FF2B5EF4-FFF2-40B4-BE49-F238E27FC236}">
                  <a16:creationId xmlns:a16="http://schemas.microsoft.com/office/drawing/2014/main" id="{44AE299E-0B15-49F4-9FF5-F050FFE8F9D1}"/>
                </a:ext>
              </a:extLst>
            </p:cNvPr>
            <p:cNvSpPr/>
            <p:nvPr/>
          </p:nvSpPr>
          <p:spPr>
            <a:xfrm>
              <a:off x="1616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4" name="타원 16353">
              <a:extLst>
                <a:ext uri="{FF2B5EF4-FFF2-40B4-BE49-F238E27FC236}">
                  <a16:creationId xmlns:a16="http://schemas.microsoft.com/office/drawing/2014/main" id="{7EA71430-01F9-4516-8903-E2C0107F85D6}"/>
                </a:ext>
              </a:extLst>
            </p:cNvPr>
            <p:cNvSpPr/>
            <p:nvPr/>
          </p:nvSpPr>
          <p:spPr>
            <a:xfrm>
              <a:off x="1769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5" name="타원 16354">
              <a:extLst>
                <a:ext uri="{FF2B5EF4-FFF2-40B4-BE49-F238E27FC236}">
                  <a16:creationId xmlns:a16="http://schemas.microsoft.com/office/drawing/2014/main" id="{791CE235-D4B4-4C71-B84A-898AB9BC1428}"/>
                </a:ext>
              </a:extLst>
            </p:cNvPr>
            <p:cNvSpPr/>
            <p:nvPr/>
          </p:nvSpPr>
          <p:spPr>
            <a:xfrm>
              <a:off x="1921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6" name="타원 16355">
              <a:extLst>
                <a:ext uri="{FF2B5EF4-FFF2-40B4-BE49-F238E27FC236}">
                  <a16:creationId xmlns:a16="http://schemas.microsoft.com/office/drawing/2014/main" id="{150B8453-DAB4-432A-B458-B7BD8B6AC233}"/>
                </a:ext>
              </a:extLst>
            </p:cNvPr>
            <p:cNvSpPr/>
            <p:nvPr/>
          </p:nvSpPr>
          <p:spPr>
            <a:xfrm>
              <a:off x="2074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7" name="타원 16356">
              <a:extLst>
                <a:ext uri="{FF2B5EF4-FFF2-40B4-BE49-F238E27FC236}">
                  <a16:creationId xmlns:a16="http://schemas.microsoft.com/office/drawing/2014/main" id="{C6846E00-BE45-4D4D-9518-82DE6D53ED6C}"/>
                </a:ext>
              </a:extLst>
            </p:cNvPr>
            <p:cNvSpPr/>
            <p:nvPr/>
          </p:nvSpPr>
          <p:spPr>
            <a:xfrm>
              <a:off x="2226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8" name="타원 16357">
              <a:extLst>
                <a:ext uri="{FF2B5EF4-FFF2-40B4-BE49-F238E27FC236}">
                  <a16:creationId xmlns:a16="http://schemas.microsoft.com/office/drawing/2014/main" id="{C1298547-021C-493F-B606-711D33861BB3}"/>
                </a:ext>
              </a:extLst>
            </p:cNvPr>
            <p:cNvSpPr/>
            <p:nvPr/>
          </p:nvSpPr>
          <p:spPr>
            <a:xfrm>
              <a:off x="2378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59" name="타원 16358">
              <a:extLst>
                <a:ext uri="{FF2B5EF4-FFF2-40B4-BE49-F238E27FC236}">
                  <a16:creationId xmlns:a16="http://schemas.microsoft.com/office/drawing/2014/main" id="{0C1BB7FB-49B9-41A8-9D61-CF3D5844FECB}"/>
                </a:ext>
              </a:extLst>
            </p:cNvPr>
            <p:cNvSpPr/>
            <p:nvPr/>
          </p:nvSpPr>
          <p:spPr>
            <a:xfrm>
              <a:off x="2531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0" name="타원 16359">
              <a:extLst>
                <a:ext uri="{FF2B5EF4-FFF2-40B4-BE49-F238E27FC236}">
                  <a16:creationId xmlns:a16="http://schemas.microsoft.com/office/drawing/2014/main" id="{F0D5BB6A-A2A7-4F03-AF68-AF3401888F25}"/>
                </a:ext>
              </a:extLst>
            </p:cNvPr>
            <p:cNvSpPr/>
            <p:nvPr/>
          </p:nvSpPr>
          <p:spPr>
            <a:xfrm>
              <a:off x="2683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1" name="타원 16360">
              <a:extLst>
                <a:ext uri="{FF2B5EF4-FFF2-40B4-BE49-F238E27FC236}">
                  <a16:creationId xmlns:a16="http://schemas.microsoft.com/office/drawing/2014/main" id="{F9B1AA34-9E29-4C4D-888F-02B39396E5BF}"/>
                </a:ext>
              </a:extLst>
            </p:cNvPr>
            <p:cNvSpPr/>
            <p:nvPr/>
          </p:nvSpPr>
          <p:spPr>
            <a:xfrm>
              <a:off x="2836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2" name="타원 16361">
              <a:extLst>
                <a:ext uri="{FF2B5EF4-FFF2-40B4-BE49-F238E27FC236}">
                  <a16:creationId xmlns:a16="http://schemas.microsoft.com/office/drawing/2014/main" id="{3FE34EE6-D77F-4EEE-8298-EC0D72025BD3}"/>
                </a:ext>
              </a:extLst>
            </p:cNvPr>
            <p:cNvSpPr/>
            <p:nvPr/>
          </p:nvSpPr>
          <p:spPr>
            <a:xfrm>
              <a:off x="2988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3" name="타원 16362">
              <a:extLst>
                <a:ext uri="{FF2B5EF4-FFF2-40B4-BE49-F238E27FC236}">
                  <a16:creationId xmlns:a16="http://schemas.microsoft.com/office/drawing/2014/main" id="{4A8468C7-B09E-4375-99AA-B6EE7B399981}"/>
                </a:ext>
              </a:extLst>
            </p:cNvPr>
            <p:cNvSpPr/>
            <p:nvPr/>
          </p:nvSpPr>
          <p:spPr>
            <a:xfrm>
              <a:off x="3140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4" name="타원 16363">
              <a:extLst>
                <a:ext uri="{FF2B5EF4-FFF2-40B4-BE49-F238E27FC236}">
                  <a16:creationId xmlns:a16="http://schemas.microsoft.com/office/drawing/2014/main" id="{88696CF9-517F-4886-82E3-3909CD2C40D1}"/>
                </a:ext>
              </a:extLst>
            </p:cNvPr>
            <p:cNvSpPr/>
            <p:nvPr/>
          </p:nvSpPr>
          <p:spPr>
            <a:xfrm>
              <a:off x="3293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5" name="타원 16364">
              <a:extLst>
                <a:ext uri="{FF2B5EF4-FFF2-40B4-BE49-F238E27FC236}">
                  <a16:creationId xmlns:a16="http://schemas.microsoft.com/office/drawing/2014/main" id="{BF7C6735-2545-43CA-B8AA-8F4D9856C22C}"/>
                </a:ext>
              </a:extLst>
            </p:cNvPr>
            <p:cNvSpPr/>
            <p:nvPr/>
          </p:nvSpPr>
          <p:spPr>
            <a:xfrm>
              <a:off x="3445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6" name="타원 16365">
              <a:extLst>
                <a:ext uri="{FF2B5EF4-FFF2-40B4-BE49-F238E27FC236}">
                  <a16:creationId xmlns:a16="http://schemas.microsoft.com/office/drawing/2014/main" id="{50F5328D-21EF-4499-B47C-921A1EF52822}"/>
                </a:ext>
              </a:extLst>
            </p:cNvPr>
            <p:cNvSpPr/>
            <p:nvPr/>
          </p:nvSpPr>
          <p:spPr>
            <a:xfrm>
              <a:off x="3598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7" name="타원 16366">
              <a:extLst>
                <a:ext uri="{FF2B5EF4-FFF2-40B4-BE49-F238E27FC236}">
                  <a16:creationId xmlns:a16="http://schemas.microsoft.com/office/drawing/2014/main" id="{A3216661-BC9F-4A34-9E66-F09F0674A00A}"/>
                </a:ext>
              </a:extLst>
            </p:cNvPr>
            <p:cNvSpPr/>
            <p:nvPr/>
          </p:nvSpPr>
          <p:spPr>
            <a:xfrm>
              <a:off x="3750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8" name="타원 16367">
              <a:extLst>
                <a:ext uri="{FF2B5EF4-FFF2-40B4-BE49-F238E27FC236}">
                  <a16:creationId xmlns:a16="http://schemas.microsoft.com/office/drawing/2014/main" id="{FBA2202D-5320-4BB2-87FF-36AC34692B53}"/>
                </a:ext>
              </a:extLst>
            </p:cNvPr>
            <p:cNvSpPr/>
            <p:nvPr/>
          </p:nvSpPr>
          <p:spPr>
            <a:xfrm>
              <a:off x="3902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69" name="타원 16368">
              <a:extLst>
                <a:ext uri="{FF2B5EF4-FFF2-40B4-BE49-F238E27FC236}">
                  <a16:creationId xmlns:a16="http://schemas.microsoft.com/office/drawing/2014/main" id="{CCF37D8F-B7AC-41F6-8DA4-FF07ACEC6CEC}"/>
                </a:ext>
              </a:extLst>
            </p:cNvPr>
            <p:cNvSpPr/>
            <p:nvPr/>
          </p:nvSpPr>
          <p:spPr>
            <a:xfrm>
              <a:off x="4055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0" name="타원 16369">
              <a:extLst>
                <a:ext uri="{FF2B5EF4-FFF2-40B4-BE49-F238E27FC236}">
                  <a16:creationId xmlns:a16="http://schemas.microsoft.com/office/drawing/2014/main" id="{D8857B7A-B764-4C64-83D2-0A52C57E5811}"/>
                </a:ext>
              </a:extLst>
            </p:cNvPr>
            <p:cNvSpPr/>
            <p:nvPr/>
          </p:nvSpPr>
          <p:spPr>
            <a:xfrm>
              <a:off x="4207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1" name="타원 16370">
              <a:extLst>
                <a:ext uri="{FF2B5EF4-FFF2-40B4-BE49-F238E27FC236}">
                  <a16:creationId xmlns:a16="http://schemas.microsoft.com/office/drawing/2014/main" id="{7B08A71D-E92B-4BF4-902A-BA7D0304FF6B}"/>
                </a:ext>
              </a:extLst>
            </p:cNvPr>
            <p:cNvSpPr/>
            <p:nvPr/>
          </p:nvSpPr>
          <p:spPr>
            <a:xfrm>
              <a:off x="4360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2" name="타원 16371">
              <a:extLst>
                <a:ext uri="{FF2B5EF4-FFF2-40B4-BE49-F238E27FC236}">
                  <a16:creationId xmlns:a16="http://schemas.microsoft.com/office/drawing/2014/main" id="{1666A55C-A226-4D72-AE34-8724324CF662}"/>
                </a:ext>
              </a:extLst>
            </p:cNvPr>
            <p:cNvSpPr/>
            <p:nvPr/>
          </p:nvSpPr>
          <p:spPr>
            <a:xfrm>
              <a:off x="4512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3" name="타원 16372">
              <a:extLst>
                <a:ext uri="{FF2B5EF4-FFF2-40B4-BE49-F238E27FC236}">
                  <a16:creationId xmlns:a16="http://schemas.microsoft.com/office/drawing/2014/main" id="{9F956427-5E87-46B1-A66F-75E70FF17EEC}"/>
                </a:ext>
              </a:extLst>
            </p:cNvPr>
            <p:cNvSpPr/>
            <p:nvPr/>
          </p:nvSpPr>
          <p:spPr>
            <a:xfrm>
              <a:off x="4664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4" name="타원 16373">
              <a:extLst>
                <a:ext uri="{FF2B5EF4-FFF2-40B4-BE49-F238E27FC236}">
                  <a16:creationId xmlns:a16="http://schemas.microsoft.com/office/drawing/2014/main" id="{06410D2F-84B9-4842-BDED-8E1685C97A0E}"/>
                </a:ext>
              </a:extLst>
            </p:cNvPr>
            <p:cNvSpPr/>
            <p:nvPr/>
          </p:nvSpPr>
          <p:spPr>
            <a:xfrm>
              <a:off x="4817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5" name="타원 16374">
              <a:extLst>
                <a:ext uri="{FF2B5EF4-FFF2-40B4-BE49-F238E27FC236}">
                  <a16:creationId xmlns:a16="http://schemas.microsoft.com/office/drawing/2014/main" id="{9D31E536-28A9-4754-A3B5-C365725B4F0D}"/>
                </a:ext>
              </a:extLst>
            </p:cNvPr>
            <p:cNvSpPr/>
            <p:nvPr/>
          </p:nvSpPr>
          <p:spPr>
            <a:xfrm>
              <a:off x="4969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6" name="타원 16375">
              <a:extLst>
                <a:ext uri="{FF2B5EF4-FFF2-40B4-BE49-F238E27FC236}">
                  <a16:creationId xmlns:a16="http://schemas.microsoft.com/office/drawing/2014/main" id="{C4BCF2C5-A8C5-44AC-9836-EB1E98D00DB0}"/>
                </a:ext>
              </a:extLst>
            </p:cNvPr>
            <p:cNvSpPr/>
            <p:nvPr/>
          </p:nvSpPr>
          <p:spPr>
            <a:xfrm>
              <a:off x="5122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7" name="타원 16376">
              <a:extLst>
                <a:ext uri="{FF2B5EF4-FFF2-40B4-BE49-F238E27FC236}">
                  <a16:creationId xmlns:a16="http://schemas.microsoft.com/office/drawing/2014/main" id="{DE009011-2B24-4BB8-8082-53C3983E09F7}"/>
                </a:ext>
              </a:extLst>
            </p:cNvPr>
            <p:cNvSpPr/>
            <p:nvPr/>
          </p:nvSpPr>
          <p:spPr>
            <a:xfrm>
              <a:off x="5274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8" name="타원 16377">
              <a:extLst>
                <a:ext uri="{FF2B5EF4-FFF2-40B4-BE49-F238E27FC236}">
                  <a16:creationId xmlns:a16="http://schemas.microsoft.com/office/drawing/2014/main" id="{4F4ADA7B-F282-4453-8A7A-9FBC24117155}"/>
                </a:ext>
              </a:extLst>
            </p:cNvPr>
            <p:cNvSpPr/>
            <p:nvPr/>
          </p:nvSpPr>
          <p:spPr>
            <a:xfrm>
              <a:off x="5426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79" name="타원 16378">
              <a:extLst>
                <a:ext uri="{FF2B5EF4-FFF2-40B4-BE49-F238E27FC236}">
                  <a16:creationId xmlns:a16="http://schemas.microsoft.com/office/drawing/2014/main" id="{52A022DB-FE3D-43F3-9E5D-9CE7A9F016EC}"/>
                </a:ext>
              </a:extLst>
            </p:cNvPr>
            <p:cNvSpPr/>
            <p:nvPr/>
          </p:nvSpPr>
          <p:spPr>
            <a:xfrm>
              <a:off x="5579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0" name="타원 16379">
              <a:extLst>
                <a:ext uri="{FF2B5EF4-FFF2-40B4-BE49-F238E27FC236}">
                  <a16:creationId xmlns:a16="http://schemas.microsoft.com/office/drawing/2014/main" id="{EFD13160-2943-4B87-A6C1-E5EAAF493EFB}"/>
                </a:ext>
              </a:extLst>
            </p:cNvPr>
            <p:cNvSpPr/>
            <p:nvPr/>
          </p:nvSpPr>
          <p:spPr>
            <a:xfrm>
              <a:off x="5731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1" name="타원 16380">
              <a:extLst>
                <a:ext uri="{FF2B5EF4-FFF2-40B4-BE49-F238E27FC236}">
                  <a16:creationId xmlns:a16="http://schemas.microsoft.com/office/drawing/2014/main" id="{3ABC97A0-48C9-4A45-A7F6-8F58E7CE7EF0}"/>
                </a:ext>
              </a:extLst>
            </p:cNvPr>
            <p:cNvSpPr/>
            <p:nvPr/>
          </p:nvSpPr>
          <p:spPr>
            <a:xfrm>
              <a:off x="245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2" name="타원 16381">
              <a:extLst>
                <a:ext uri="{FF2B5EF4-FFF2-40B4-BE49-F238E27FC236}">
                  <a16:creationId xmlns:a16="http://schemas.microsoft.com/office/drawing/2014/main" id="{46921BB9-23FF-4E61-A535-B1C7221D11E5}"/>
                </a:ext>
              </a:extLst>
            </p:cNvPr>
            <p:cNvSpPr/>
            <p:nvPr/>
          </p:nvSpPr>
          <p:spPr>
            <a:xfrm>
              <a:off x="397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3" name="타원 16382">
              <a:extLst>
                <a:ext uri="{FF2B5EF4-FFF2-40B4-BE49-F238E27FC236}">
                  <a16:creationId xmlns:a16="http://schemas.microsoft.com/office/drawing/2014/main" id="{69FE9CFE-7FAE-45A4-809B-63583743D0DE}"/>
                </a:ext>
              </a:extLst>
            </p:cNvPr>
            <p:cNvSpPr/>
            <p:nvPr/>
          </p:nvSpPr>
          <p:spPr>
            <a:xfrm>
              <a:off x="550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4" name="타원 16383">
              <a:extLst>
                <a:ext uri="{FF2B5EF4-FFF2-40B4-BE49-F238E27FC236}">
                  <a16:creationId xmlns:a16="http://schemas.microsoft.com/office/drawing/2014/main" id="{71FC44A5-D1FD-4015-953D-8CBB920194DF}"/>
                </a:ext>
              </a:extLst>
            </p:cNvPr>
            <p:cNvSpPr/>
            <p:nvPr/>
          </p:nvSpPr>
          <p:spPr>
            <a:xfrm>
              <a:off x="702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5" name="타원 16384">
              <a:extLst>
                <a:ext uri="{FF2B5EF4-FFF2-40B4-BE49-F238E27FC236}">
                  <a16:creationId xmlns:a16="http://schemas.microsoft.com/office/drawing/2014/main" id="{703C424A-920D-4ADB-AEE8-1FFAA20D63EC}"/>
                </a:ext>
              </a:extLst>
            </p:cNvPr>
            <p:cNvSpPr/>
            <p:nvPr/>
          </p:nvSpPr>
          <p:spPr>
            <a:xfrm>
              <a:off x="854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6" name="타원 16385">
              <a:extLst>
                <a:ext uri="{FF2B5EF4-FFF2-40B4-BE49-F238E27FC236}">
                  <a16:creationId xmlns:a16="http://schemas.microsoft.com/office/drawing/2014/main" id="{980B0912-AEA7-43D0-B37B-6D599251692F}"/>
                </a:ext>
              </a:extLst>
            </p:cNvPr>
            <p:cNvSpPr/>
            <p:nvPr/>
          </p:nvSpPr>
          <p:spPr>
            <a:xfrm>
              <a:off x="1007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7" name="타원 16386">
              <a:extLst>
                <a:ext uri="{FF2B5EF4-FFF2-40B4-BE49-F238E27FC236}">
                  <a16:creationId xmlns:a16="http://schemas.microsoft.com/office/drawing/2014/main" id="{4F7B19E2-83E8-46E6-8A25-763ACDD7381A}"/>
                </a:ext>
              </a:extLst>
            </p:cNvPr>
            <p:cNvSpPr/>
            <p:nvPr/>
          </p:nvSpPr>
          <p:spPr>
            <a:xfrm>
              <a:off x="1159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8" name="타원 16387">
              <a:extLst>
                <a:ext uri="{FF2B5EF4-FFF2-40B4-BE49-F238E27FC236}">
                  <a16:creationId xmlns:a16="http://schemas.microsoft.com/office/drawing/2014/main" id="{11B6FAD1-7BD8-44F0-ADFA-E80508E9E913}"/>
                </a:ext>
              </a:extLst>
            </p:cNvPr>
            <p:cNvSpPr/>
            <p:nvPr/>
          </p:nvSpPr>
          <p:spPr>
            <a:xfrm>
              <a:off x="1312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89" name="타원 16388">
              <a:extLst>
                <a:ext uri="{FF2B5EF4-FFF2-40B4-BE49-F238E27FC236}">
                  <a16:creationId xmlns:a16="http://schemas.microsoft.com/office/drawing/2014/main" id="{E1345FAA-90A4-45BF-A0BF-858539FB6850}"/>
                </a:ext>
              </a:extLst>
            </p:cNvPr>
            <p:cNvSpPr/>
            <p:nvPr/>
          </p:nvSpPr>
          <p:spPr>
            <a:xfrm>
              <a:off x="1464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0" name="타원 16389">
              <a:extLst>
                <a:ext uri="{FF2B5EF4-FFF2-40B4-BE49-F238E27FC236}">
                  <a16:creationId xmlns:a16="http://schemas.microsoft.com/office/drawing/2014/main" id="{7B019A81-EE8B-4038-BFB2-44A6D67650B6}"/>
                </a:ext>
              </a:extLst>
            </p:cNvPr>
            <p:cNvSpPr/>
            <p:nvPr/>
          </p:nvSpPr>
          <p:spPr>
            <a:xfrm>
              <a:off x="1616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1" name="타원 16390">
              <a:extLst>
                <a:ext uri="{FF2B5EF4-FFF2-40B4-BE49-F238E27FC236}">
                  <a16:creationId xmlns:a16="http://schemas.microsoft.com/office/drawing/2014/main" id="{E5B0F5E5-F91D-4674-851F-56C699A786E3}"/>
                </a:ext>
              </a:extLst>
            </p:cNvPr>
            <p:cNvSpPr/>
            <p:nvPr/>
          </p:nvSpPr>
          <p:spPr>
            <a:xfrm>
              <a:off x="1769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2" name="타원 16391">
              <a:extLst>
                <a:ext uri="{FF2B5EF4-FFF2-40B4-BE49-F238E27FC236}">
                  <a16:creationId xmlns:a16="http://schemas.microsoft.com/office/drawing/2014/main" id="{946DE85F-FF2E-4A26-B9A9-9A26EBEB3D8E}"/>
                </a:ext>
              </a:extLst>
            </p:cNvPr>
            <p:cNvSpPr/>
            <p:nvPr/>
          </p:nvSpPr>
          <p:spPr>
            <a:xfrm>
              <a:off x="1921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3" name="타원 16392">
              <a:extLst>
                <a:ext uri="{FF2B5EF4-FFF2-40B4-BE49-F238E27FC236}">
                  <a16:creationId xmlns:a16="http://schemas.microsoft.com/office/drawing/2014/main" id="{207C57D9-F844-42AB-AB72-5DDB630B981D}"/>
                </a:ext>
              </a:extLst>
            </p:cNvPr>
            <p:cNvSpPr/>
            <p:nvPr/>
          </p:nvSpPr>
          <p:spPr>
            <a:xfrm>
              <a:off x="2074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4" name="타원 16393">
              <a:extLst>
                <a:ext uri="{FF2B5EF4-FFF2-40B4-BE49-F238E27FC236}">
                  <a16:creationId xmlns:a16="http://schemas.microsoft.com/office/drawing/2014/main" id="{DC2B65EB-4AB3-4F5A-9A56-82AD9F787A85}"/>
                </a:ext>
              </a:extLst>
            </p:cNvPr>
            <p:cNvSpPr/>
            <p:nvPr/>
          </p:nvSpPr>
          <p:spPr>
            <a:xfrm>
              <a:off x="2226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5" name="타원 16394">
              <a:extLst>
                <a:ext uri="{FF2B5EF4-FFF2-40B4-BE49-F238E27FC236}">
                  <a16:creationId xmlns:a16="http://schemas.microsoft.com/office/drawing/2014/main" id="{A438DDB6-D681-45B0-8F1A-4789A0BA4EBB}"/>
                </a:ext>
              </a:extLst>
            </p:cNvPr>
            <p:cNvSpPr/>
            <p:nvPr/>
          </p:nvSpPr>
          <p:spPr>
            <a:xfrm>
              <a:off x="2378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6" name="타원 16395">
              <a:extLst>
                <a:ext uri="{FF2B5EF4-FFF2-40B4-BE49-F238E27FC236}">
                  <a16:creationId xmlns:a16="http://schemas.microsoft.com/office/drawing/2014/main" id="{37A93183-E9AA-41FF-A55A-5265703CD299}"/>
                </a:ext>
              </a:extLst>
            </p:cNvPr>
            <p:cNvSpPr/>
            <p:nvPr/>
          </p:nvSpPr>
          <p:spPr>
            <a:xfrm>
              <a:off x="2531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7" name="타원 16396">
              <a:extLst>
                <a:ext uri="{FF2B5EF4-FFF2-40B4-BE49-F238E27FC236}">
                  <a16:creationId xmlns:a16="http://schemas.microsoft.com/office/drawing/2014/main" id="{4950B88A-29E0-42A2-A854-E76BCAF1C7D0}"/>
                </a:ext>
              </a:extLst>
            </p:cNvPr>
            <p:cNvSpPr/>
            <p:nvPr/>
          </p:nvSpPr>
          <p:spPr>
            <a:xfrm>
              <a:off x="2683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8" name="타원 16397">
              <a:extLst>
                <a:ext uri="{FF2B5EF4-FFF2-40B4-BE49-F238E27FC236}">
                  <a16:creationId xmlns:a16="http://schemas.microsoft.com/office/drawing/2014/main" id="{AE6F7B66-E703-469A-A43E-64FE06148162}"/>
                </a:ext>
              </a:extLst>
            </p:cNvPr>
            <p:cNvSpPr/>
            <p:nvPr/>
          </p:nvSpPr>
          <p:spPr>
            <a:xfrm>
              <a:off x="2836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99" name="타원 16398">
              <a:extLst>
                <a:ext uri="{FF2B5EF4-FFF2-40B4-BE49-F238E27FC236}">
                  <a16:creationId xmlns:a16="http://schemas.microsoft.com/office/drawing/2014/main" id="{77E36864-66CD-455F-82C9-CFA58A02AD1F}"/>
                </a:ext>
              </a:extLst>
            </p:cNvPr>
            <p:cNvSpPr/>
            <p:nvPr/>
          </p:nvSpPr>
          <p:spPr>
            <a:xfrm>
              <a:off x="2988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0" name="타원 16399">
              <a:extLst>
                <a:ext uri="{FF2B5EF4-FFF2-40B4-BE49-F238E27FC236}">
                  <a16:creationId xmlns:a16="http://schemas.microsoft.com/office/drawing/2014/main" id="{3AA22410-7F63-4819-8A5D-0203F97E44D7}"/>
                </a:ext>
              </a:extLst>
            </p:cNvPr>
            <p:cNvSpPr/>
            <p:nvPr/>
          </p:nvSpPr>
          <p:spPr>
            <a:xfrm>
              <a:off x="3140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1" name="타원 16400">
              <a:extLst>
                <a:ext uri="{FF2B5EF4-FFF2-40B4-BE49-F238E27FC236}">
                  <a16:creationId xmlns:a16="http://schemas.microsoft.com/office/drawing/2014/main" id="{0D414F7D-0CEB-477F-AA1A-5CCFC00A1576}"/>
                </a:ext>
              </a:extLst>
            </p:cNvPr>
            <p:cNvSpPr/>
            <p:nvPr/>
          </p:nvSpPr>
          <p:spPr>
            <a:xfrm>
              <a:off x="3293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2" name="타원 16401">
              <a:extLst>
                <a:ext uri="{FF2B5EF4-FFF2-40B4-BE49-F238E27FC236}">
                  <a16:creationId xmlns:a16="http://schemas.microsoft.com/office/drawing/2014/main" id="{A1FFBABF-B1E4-4ACF-8084-AB04E48F7D50}"/>
                </a:ext>
              </a:extLst>
            </p:cNvPr>
            <p:cNvSpPr/>
            <p:nvPr/>
          </p:nvSpPr>
          <p:spPr>
            <a:xfrm>
              <a:off x="3445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3" name="타원 16402">
              <a:extLst>
                <a:ext uri="{FF2B5EF4-FFF2-40B4-BE49-F238E27FC236}">
                  <a16:creationId xmlns:a16="http://schemas.microsoft.com/office/drawing/2014/main" id="{B3946063-0D53-4B1B-95B3-8940D46B99F9}"/>
                </a:ext>
              </a:extLst>
            </p:cNvPr>
            <p:cNvSpPr/>
            <p:nvPr/>
          </p:nvSpPr>
          <p:spPr>
            <a:xfrm>
              <a:off x="3598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4" name="타원 16403">
              <a:extLst>
                <a:ext uri="{FF2B5EF4-FFF2-40B4-BE49-F238E27FC236}">
                  <a16:creationId xmlns:a16="http://schemas.microsoft.com/office/drawing/2014/main" id="{1F314F3A-96F1-4BB9-8AC0-985848D796CF}"/>
                </a:ext>
              </a:extLst>
            </p:cNvPr>
            <p:cNvSpPr/>
            <p:nvPr/>
          </p:nvSpPr>
          <p:spPr>
            <a:xfrm>
              <a:off x="3750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5" name="타원 16404">
              <a:extLst>
                <a:ext uri="{FF2B5EF4-FFF2-40B4-BE49-F238E27FC236}">
                  <a16:creationId xmlns:a16="http://schemas.microsoft.com/office/drawing/2014/main" id="{17D3F633-EFBE-4343-A50E-312B32C1553F}"/>
                </a:ext>
              </a:extLst>
            </p:cNvPr>
            <p:cNvSpPr/>
            <p:nvPr/>
          </p:nvSpPr>
          <p:spPr>
            <a:xfrm>
              <a:off x="3902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6" name="타원 16405">
              <a:extLst>
                <a:ext uri="{FF2B5EF4-FFF2-40B4-BE49-F238E27FC236}">
                  <a16:creationId xmlns:a16="http://schemas.microsoft.com/office/drawing/2014/main" id="{9FE8B5A9-2F46-418B-A39D-F56710876734}"/>
                </a:ext>
              </a:extLst>
            </p:cNvPr>
            <p:cNvSpPr/>
            <p:nvPr/>
          </p:nvSpPr>
          <p:spPr>
            <a:xfrm>
              <a:off x="4055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7" name="타원 16406">
              <a:extLst>
                <a:ext uri="{FF2B5EF4-FFF2-40B4-BE49-F238E27FC236}">
                  <a16:creationId xmlns:a16="http://schemas.microsoft.com/office/drawing/2014/main" id="{1CD990E7-B31F-416E-94AF-6A65ED793C72}"/>
                </a:ext>
              </a:extLst>
            </p:cNvPr>
            <p:cNvSpPr/>
            <p:nvPr/>
          </p:nvSpPr>
          <p:spPr>
            <a:xfrm>
              <a:off x="4207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8" name="타원 16407">
              <a:extLst>
                <a:ext uri="{FF2B5EF4-FFF2-40B4-BE49-F238E27FC236}">
                  <a16:creationId xmlns:a16="http://schemas.microsoft.com/office/drawing/2014/main" id="{A5577D58-A5AD-4125-89B1-9F2A0B48F197}"/>
                </a:ext>
              </a:extLst>
            </p:cNvPr>
            <p:cNvSpPr/>
            <p:nvPr/>
          </p:nvSpPr>
          <p:spPr>
            <a:xfrm>
              <a:off x="4360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09" name="타원 16408">
              <a:extLst>
                <a:ext uri="{FF2B5EF4-FFF2-40B4-BE49-F238E27FC236}">
                  <a16:creationId xmlns:a16="http://schemas.microsoft.com/office/drawing/2014/main" id="{5E899510-FDE8-43A2-A545-6FD5A31910A1}"/>
                </a:ext>
              </a:extLst>
            </p:cNvPr>
            <p:cNvSpPr/>
            <p:nvPr/>
          </p:nvSpPr>
          <p:spPr>
            <a:xfrm>
              <a:off x="4512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0" name="타원 16409">
              <a:extLst>
                <a:ext uri="{FF2B5EF4-FFF2-40B4-BE49-F238E27FC236}">
                  <a16:creationId xmlns:a16="http://schemas.microsoft.com/office/drawing/2014/main" id="{92100375-8B63-4DA5-B6B7-3AF0C75BC6EA}"/>
                </a:ext>
              </a:extLst>
            </p:cNvPr>
            <p:cNvSpPr/>
            <p:nvPr/>
          </p:nvSpPr>
          <p:spPr>
            <a:xfrm>
              <a:off x="4664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1" name="타원 16410">
              <a:extLst>
                <a:ext uri="{FF2B5EF4-FFF2-40B4-BE49-F238E27FC236}">
                  <a16:creationId xmlns:a16="http://schemas.microsoft.com/office/drawing/2014/main" id="{5BE61AEA-20D5-411A-B5F0-4EA8DC7A977A}"/>
                </a:ext>
              </a:extLst>
            </p:cNvPr>
            <p:cNvSpPr/>
            <p:nvPr/>
          </p:nvSpPr>
          <p:spPr>
            <a:xfrm>
              <a:off x="4817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2" name="타원 16411">
              <a:extLst>
                <a:ext uri="{FF2B5EF4-FFF2-40B4-BE49-F238E27FC236}">
                  <a16:creationId xmlns:a16="http://schemas.microsoft.com/office/drawing/2014/main" id="{83D3456E-3DFD-4F9D-A537-B3B8136B8146}"/>
                </a:ext>
              </a:extLst>
            </p:cNvPr>
            <p:cNvSpPr/>
            <p:nvPr/>
          </p:nvSpPr>
          <p:spPr>
            <a:xfrm>
              <a:off x="4969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3" name="타원 16412">
              <a:extLst>
                <a:ext uri="{FF2B5EF4-FFF2-40B4-BE49-F238E27FC236}">
                  <a16:creationId xmlns:a16="http://schemas.microsoft.com/office/drawing/2014/main" id="{988F0876-903D-4F43-A87E-33B6622DFA70}"/>
                </a:ext>
              </a:extLst>
            </p:cNvPr>
            <p:cNvSpPr/>
            <p:nvPr/>
          </p:nvSpPr>
          <p:spPr>
            <a:xfrm>
              <a:off x="5122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4" name="타원 16413">
              <a:extLst>
                <a:ext uri="{FF2B5EF4-FFF2-40B4-BE49-F238E27FC236}">
                  <a16:creationId xmlns:a16="http://schemas.microsoft.com/office/drawing/2014/main" id="{F0805B26-D2EB-422F-B9A8-D4688CB5379A}"/>
                </a:ext>
              </a:extLst>
            </p:cNvPr>
            <p:cNvSpPr/>
            <p:nvPr/>
          </p:nvSpPr>
          <p:spPr>
            <a:xfrm>
              <a:off x="5274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5" name="타원 16414">
              <a:extLst>
                <a:ext uri="{FF2B5EF4-FFF2-40B4-BE49-F238E27FC236}">
                  <a16:creationId xmlns:a16="http://schemas.microsoft.com/office/drawing/2014/main" id="{BB0D6409-FE3D-4B6B-B023-4CD6770B9D74}"/>
                </a:ext>
              </a:extLst>
            </p:cNvPr>
            <p:cNvSpPr/>
            <p:nvPr/>
          </p:nvSpPr>
          <p:spPr>
            <a:xfrm>
              <a:off x="5426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6" name="타원 16415">
              <a:extLst>
                <a:ext uri="{FF2B5EF4-FFF2-40B4-BE49-F238E27FC236}">
                  <a16:creationId xmlns:a16="http://schemas.microsoft.com/office/drawing/2014/main" id="{07CF7085-F734-4ACC-8B04-1C65572DCFC7}"/>
                </a:ext>
              </a:extLst>
            </p:cNvPr>
            <p:cNvSpPr/>
            <p:nvPr/>
          </p:nvSpPr>
          <p:spPr>
            <a:xfrm>
              <a:off x="5579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7" name="타원 16416">
              <a:extLst>
                <a:ext uri="{FF2B5EF4-FFF2-40B4-BE49-F238E27FC236}">
                  <a16:creationId xmlns:a16="http://schemas.microsoft.com/office/drawing/2014/main" id="{DC2849A9-4E9C-4A6D-93CA-AB9FC015B5F5}"/>
                </a:ext>
              </a:extLst>
            </p:cNvPr>
            <p:cNvSpPr/>
            <p:nvPr/>
          </p:nvSpPr>
          <p:spPr>
            <a:xfrm>
              <a:off x="5731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8" name="타원 16417">
              <a:extLst>
                <a:ext uri="{FF2B5EF4-FFF2-40B4-BE49-F238E27FC236}">
                  <a16:creationId xmlns:a16="http://schemas.microsoft.com/office/drawing/2014/main" id="{D8A0A553-8F9B-4163-9796-A3FEF98E703D}"/>
                </a:ext>
              </a:extLst>
            </p:cNvPr>
            <p:cNvSpPr/>
            <p:nvPr/>
          </p:nvSpPr>
          <p:spPr>
            <a:xfrm>
              <a:off x="245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9" name="타원 16418">
              <a:extLst>
                <a:ext uri="{FF2B5EF4-FFF2-40B4-BE49-F238E27FC236}">
                  <a16:creationId xmlns:a16="http://schemas.microsoft.com/office/drawing/2014/main" id="{A03FC76A-F6BD-4064-93AC-CDE9A8227993}"/>
                </a:ext>
              </a:extLst>
            </p:cNvPr>
            <p:cNvSpPr/>
            <p:nvPr/>
          </p:nvSpPr>
          <p:spPr>
            <a:xfrm>
              <a:off x="397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0" name="타원 16419">
              <a:extLst>
                <a:ext uri="{FF2B5EF4-FFF2-40B4-BE49-F238E27FC236}">
                  <a16:creationId xmlns:a16="http://schemas.microsoft.com/office/drawing/2014/main" id="{766D276B-27CC-4E98-85A7-E19DA7708C16}"/>
                </a:ext>
              </a:extLst>
            </p:cNvPr>
            <p:cNvSpPr/>
            <p:nvPr/>
          </p:nvSpPr>
          <p:spPr>
            <a:xfrm>
              <a:off x="550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1" name="타원 16420">
              <a:extLst>
                <a:ext uri="{FF2B5EF4-FFF2-40B4-BE49-F238E27FC236}">
                  <a16:creationId xmlns:a16="http://schemas.microsoft.com/office/drawing/2014/main" id="{FC908824-22A5-4A8C-8AB1-A4CA6E52025B}"/>
                </a:ext>
              </a:extLst>
            </p:cNvPr>
            <p:cNvSpPr/>
            <p:nvPr/>
          </p:nvSpPr>
          <p:spPr>
            <a:xfrm>
              <a:off x="702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2" name="타원 16421">
              <a:extLst>
                <a:ext uri="{FF2B5EF4-FFF2-40B4-BE49-F238E27FC236}">
                  <a16:creationId xmlns:a16="http://schemas.microsoft.com/office/drawing/2014/main" id="{743863EE-B91F-4CEC-A30C-8139C820D73F}"/>
                </a:ext>
              </a:extLst>
            </p:cNvPr>
            <p:cNvSpPr/>
            <p:nvPr/>
          </p:nvSpPr>
          <p:spPr>
            <a:xfrm>
              <a:off x="854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3" name="타원 16422">
              <a:extLst>
                <a:ext uri="{FF2B5EF4-FFF2-40B4-BE49-F238E27FC236}">
                  <a16:creationId xmlns:a16="http://schemas.microsoft.com/office/drawing/2014/main" id="{78A28913-F8F9-4D49-9374-FCB195B6E0A7}"/>
                </a:ext>
              </a:extLst>
            </p:cNvPr>
            <p:cNvSpPr/>
            <p:nvPr/>
          </p:nvSpPr>
          <p:spPr>
            <a:xfrm>
              <a:off x="1007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4" name="타원 16423">
              <a:extLst>
                <a:ext uri="{FF2B5EF4-FFF2-40B4-BE49-F238E27FC236}">
                  <a16:creationId xmlns:a16="http://schemas.microsoft.com/office/drawing/2014/main" id="{F5D0A3EA-DE0B-4C7D-B78B-BF374CF51471}"/>
                </a:ext>
              </a:extLst>
            </p:cNvPr>
            <p:cNvSpPr/>
            <p:nvPr/>
          </p:nvSpPr>
          <p:spPr>
            <a:xfrm>
              <a:off x="1159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5" name="타원 16424">
              <a:extLst>
                <a:ext uri="{FF2B5EF4-FFF2-40B4-BE49-F238E27FC236}">
                  <a16:creationId xmlns:a16="http://schemas.microsoft.com/office/drawing/2014/main" id="{9BF873A3-AF37-4E9F-94D0-626CBBCB35D5}"/>
                </a:ext>
              </a:extLst>
            </p:cNvPr>
            <p:cNvSpPr/>
            <p:nvPr/>
          </p:nvSpPr>
          <p:spPr>
            <a:xfrm>
              <a:off x="1312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6" name="타원 16425">
              <a:extLst>
                <a:ext uri="{FF2B5EF4-FFF2-40B4-BE49-F238E27FC236}">
                  <a16:creationId xmlns:a16="http://schemas.microsoft.com/office/drawing/2014/main" id="{34456A3A-AE06-4E31-9F12-AB8FB1A24408}"/>
                </a:ext>
              </a:extLst>
            </p:cNvPr>
            <p:cNvSpPr/>
            <p:nvPr/>
          </p:nvSpPr>
          <p:spPr>
            <a:xfrm>
              <a:off x="1464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7" name="타원 16426">
              <a:extLst>
                <a:ext uri="{FF2B5EF4-FFF2-40B4-BE49-F238E27FC236}">
                  <a16:creationId xmlns:a16="http://schemas.microsoft.com/office/drawing/2014/main" id="{2D50DE33-FF30-408E-8E30-EF6C572FD298}"/>
                </a:ext>
              </a:extLst>
            </p:cNvPr>
            <p:cNvSpPr/>
            <p:nvPr/>
          </p:nvSpPr>
          <p:spPr>
            <a:xfrm>
              <a:off x="1616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8" name="타원 16427">
              <a:extLst>
                <a:ext uri="{FF2B5EF4-FFF2-40B4-BE49-F238E27FC236}">
                  <a16:creationId xmlns:a16="http://schemas.microsoft.com/office/drawing/2014/main" id="{D63BBA4D-CDB3-4F09-9FB9-1D06731CD5C0}"/>
                </a:ext>
              </a:extLst>
            </p:cNvPr>
            <p:cNvSpPr/>
            <p:nvPr/>
          </p:nvSpPr>
          <p:spPr>
            <a:xfrm>
              <a:off x="1769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9" name="타원 16428">
              <a:extLst>
                <a:ext uri="{FF2B5EF4-FFF2-40B4-BE49-F238E27FC236}">
                  <a16:creationId xmlns:a16="http://schemas.microsoft.com/office/drawing/2014/main" id="{49AF9F89-F6E1-46BB-846F-34E6B1E6EA42}"/>
                </a:ext>
              </a:extLst>
            </p:cNvPr>
            <p:cNvSpPr/>
            <p:nvPr/>
          </p:nvSpPr>
          <p:spPr>
            <a:xfrm>
              <a:off x="1921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0" name="타원 16429">
              <a:extLst>
                <a:ext uri="{FF2B5EF4-FFF2-40B4-BE49-F238E27FC236}">
                  <a16:creationId xmlns:a16="http://schemas.microsoft.com/office/drawing/2014/main" id="{07B00BF8-6E87-479A-833B-5C4E5169DE53}"/>
                </a:ext>
              </a:extLst>
            </p:cNvPr>
            <p:cNvSpPr/>
            <p:nvPr/>
          </p:nvSpPr>
          <p:spPr>
            <a:xfrm>
              <a:off x="2074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1" name="타원 16430">
              <a:extLst>
                <a:ext uri="{FF2B5EF4-FFF2-40B4-BE49-F238E27FC236}">
                  <a16:creationId xmlns:a16="http://schemas.microsoft.com/office/drawing/2014/main" id="{F647BB97-F94C-4C6C-9864-87078B7D3F0C}"/>
                </a:ext>
              </a:extLst>
            </p:cNvPr>
            <p:cNvSpPr/>
            <p:nvPr/>
          </p:nvSpPr>
          <p:spPr>
            <a:xfrm>
              <a:off x="2226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2" name="타원 16431">
              <a:extLst>
                <a:ext uri="{FF2B5EF4-FFF2-40B4-BE49-F238E27FC236}">
                  <a16:creationId xmlns:a16="http://schemas.microsoft.com/office/drawing/2014/main" id="{EFA16DC3-4C82-4685-994C-AAED93190FF2}"/>
                </a:ext>
              </a:extLst>
            </p:cNvPr>
            <p:cNvSpPr/>
            <p:nvPr/>
          </p:nvSpPr>
          <p:spPr>
            <a:xfrm>
              <a:off x="2378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3" name="타원 16432">
              <a:extLst>
                <a:ext uri="{FF2B5EF4-FFF2-40B4-BE49-F238E27FC236}">
                  <a16:creationId xmlns:a16="http://schemas.microsoft.com/office/drawing/2014/main" id="{9B897769-48C2-4056-A7E3-628B1499E337}"/>
                </a:ext>
              </a:extLst>
            </p:cNvPr>
            <p:cNvSpPr/>
            <p:nvPr/>
          </p:nvSpPr>
          <p:spPr>
            <a:xfrm>
              <a:off x="2531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4" name="타원 16433">
              <a:extLst>
                <a:ext uri="{FF2B5EF4-FFF2-40B4-BE49-F238E27FC236}">
                  <a16:creationId xmlns:a16="http://schemas.microsoft.com/office/drawing/2014/main" id="{B7838F5D-227F-420B-8095-36163B25CE66}"/>
                </a:ext>
              </a:extLst>
            </p:cNvPr>
            <p:cNvSpPr/>
            <p:nvPr/>
          </p:nvSpPr>
          <p:spPr>
            <a:xfrm>
              <a:off x="2683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5" name="타원 16434">
              <a:extLst>
                <a:ext uri="{FF2B5EF4-FFF2-40B4-BE49-F238E27FC236}">
                  <a16:creationId xmlns:a16="http://schemas.microsoft.com/office/drawing/2014/main" id="{7F7A345E-3B66-4A65-A8AF-778C66CDA40D}"/>
                </a:ext>
              </a:extLst>
            </p:cNvPr>
            <p:cNvSpPr/>
            <p:nvPr/>
          </p:nvSpPr>
          <p:spPr>
            <a:xfrm>
              <a:off x="2836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6" name="타원 16435">
              <a:extLst>
                <a:ext uri="{FF2B5EF4-FFF2-40B4-BE49-F238E27FC236}">
                  <a16:creationId xmlns:a16="http://schemas.microsoft.com/office/drawing/2014/main" id="{05DFFDF7-DE75-4EA1-907C-ED77F7B29B3F}"/>
                </a:ext>
              </a:extLst>
            </p:cNvPr>
            <p:cNvSpPr/>
            <p:nvPr/>
          </p:nvSpPr>
          <p:spPr>
            <a:xfrm>
              <a:off x="2988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7" name="타원 16436">
              <a:extLst>
                <a:ext uri="{FF2B5EF4-FFF2-40B4-BE49-F238E27FC236}">
                  <a16:creationId xmlns:a16="http://schemas.microsoft.com/office/drawing/2014/main" id="{982E51DE-E011-43FD-AB4F-A4E49F927BAC}"/>
                </a:ext>
              </a:extLst>
            </p:cNvPr>
            <p:cNvSpPr/>
            <p:nvPr/>
          </p:nvSpPr>
          <p:spPr>
            <a:xfrm>
              <a:off x="3140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8" name="타원 16437">
              <a:extLst>
                <a:ext uri="{FF2B5EF4-FFF2-40B4-BE49-F238E27FC236}">
                  <a16:creationId xmlns:a16="http://schemas.microsoft.com/office/drawing/2014/main" id="{BFA6598B-627D-422D-B48E-CCABA7C4BC75}"/>
                </a:ext>
              </a:extLst>
            </p:cNvPr>
            <p:cNvSpPr/>
            <p:nvPr/>
          </p:nvSpPr>
          <p:spPr>
            <a:xfrm>
              <a:off x="3293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9" name="타원 16438">
              <a:extLst>
                <a:ext uri="{FF2B5EF4-FFF2-40B4-BE49-F238E27FC236}">
                  <a16:creationId xmlns:a16="http://schemas.microsoft.com/office/drawing/2014/main" id="{C7D673A3-BB5E-4AFE-B3BC-FFD672EB9DE4}"/>
                </a:ext>
              </a:extLst>
            </p:cNvPr>
            <p:cNvSpPr/>
            <p:nvPr/>
          </p:nvSpPr>
          <p:spPr>
            <a:xfrm>
              <a:off x="3445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0" name="타원 16439">
              <a:extLst>
                <a:ext uri="{FF2B5EF4-FFF2-40B4-BE49-F238E27FC236}">
                  <a16:creationId xmlns:a16="http://schemas.microsoft.com/office/drawing/2014/main" id="{784EDDD6-30B1-4769-B035-6E4F1271B920}"/>
                </a:ext>
              </a:extLst>
            </p:cNvPr>
            <p:cNvSpPr/>
            <p:nvPr/>
          </p:nvSpPr>
          <p:spPr>
            <a:xfrm>
              <a:off x="3598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1" name="타원 16440">
              <a:extLst>
                <a:ext uri="{FF2B5EF4-FFF2-40B4-BE49-F238E27FC236}">
                  <a16:creationId xmlns:a16="http://schemas.microsoft.com/office/drawing/2014/main" id="{FBF9E313-33B2-4636-8EAE-3D7516C32E26}"/>
                </a:ext>
              </a:extLst>
            </p:cNvPr>
            <p:cNvSpPr/>
            <p:nvPr/>
          </p:nvSpPr>
          <p:spPr>
            <a:xfrm>
              <a:off x="3750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2" name="타원 16441">
              <a:extLst>
                <a:ext uri="{FF2B5EF4-FFF2-40B4-BE49-F238E27FC236}">
                  <a16:creationId xmlns:a16="http://schemas.microsoft.com/office/drawing/2014/main" id="{85D3BD4D-23BC-453C-BE50-E0264344501C}"/>
                </a:ext>
              </a:extLst>
            </p:cNvPr>
            <p:cNvSpPr/>
            <p:nvPr/>
          </p:nvSpPr>
          <p:spPr>
            <a:xfrm>
              <a:off x="3902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3" name="타원 16442">
              <a:extLst>
                <a:ext uri="{FF2B5EF4-FFF2-40B4-BE49-F238E27FC236}">
                  <a16:creationId xmlns:a16="http://schemas.microsoft.com/office/drawing/2014/main" id="{44FFC4C1-32A3-4312-AA82-1F6CEE99F870}"/>
                </a:ext>
              </a:extLst>
            </p:cNvPr>
            <p:cNvSpPr/>
            <p:nvPr/>
          </p:nvSpPr>
          <p:spPr>
            <a:xfrm>
              <a:off x="4055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4" name="타원 16443">
              <a:extLst>
                <a:ext uri="{FF2B5EF4-FFF2-40B4-BE49-F238E27FC236}">
                  <a16:creationId xmlns:a16="http://schemas.microsoft.com/office/drawing/2014/main" id="{489375FE-96F6-4830-91CD-848BE1343FF9}"/>
                </a:ext>
              </a:extLst>
            </p:cNvPr>
            <p:cNvSpPr/>
            <p:nvPr/>
          </p:nvSpPr>
          <p:spPr>
            <a:xfrm>
              <a:off x="4207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5" name="타원 16444">
              <a:extLst>
                <a:ext uri="{FF2B5EF4-FFF2-40B4-BE49-F238E27FC236}">
                  <a16:creationId xmlns:a16="http://schemas.microsoft.com/office/drawing/2014/main" id="{CA06F6E4-B095-4386-A039-A0163EC3E4FD}"/>
                </a:ext>
              </a:extLst>
            </p:cNvPr>
            <p:cNvSpPr/>
            <p:nvPr/>
          </p:nvSpPr>
          <p:spPr>
            <a:xfrm>
              <a:off x="4360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6" name="타원 16445">
              <a:extLst>
                <a:ext uri="{FF2B5EF4-FFF2-40B4-BE49-F238E27FC236}">
                  <a16:creationId xmlns:a16="http://schemas.microsoft.com/office/drawing/2014/main" id="{F24CB30A-335E-434E-8865-893DCE0BF882}"/>
                </a:ext>
              </a:extLst>
            </p:cNvPr>
            <p:cNvSpPr/>
            <p:nvPr/>
          </p:nvSpPr>
          <p:spPr>
            <a:xfrm>
              <a:off x="4512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7" name="타원 16446">
              <a:extLst>
                <a:ext uri="{FF2B5EF4-FFF2-40B4-BE49-F238E27FC236}">
                  <a16:creationId xmlns:a16="http://schemas.microsoft.com/office/drawing/2014/main" id="{C58DD347-EDDB-4540-BC14-D597F4A44770}"/>
                </a:ext>
              </a:extLst>
            </p:cNvPr>
            <p:cNvSpPr/>
            <p:nvPr/>
          </p:nvSpPr>
          <p:spPr>
            <a:xfrm>
              <a:off x="4664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8" name="타원 16447">
              <a:extLst>
                <a:ext uri="{FF2B5EF4-FFF2-40B4-BE49-F238E27FC236}">
                  <a16:creationId xmlns:a16="http://schemas.microsoft.com/office/drawing/2014/main" id="{B5A0696D-9819-4BB5-9150-CDF4E6C4295B}"/>
                </a:ext>
              </a:extLst>
            </p:cNvPr>
            <p:cNvSpPr/>
            <p:nvPr/>
          </p:nvSpPr>
          <p:spPr>
            <a:xfrm>
              <a:off x="4817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49" name="타원 16448">
              <a:extLst>
                <a:ext uri="{FF2B5EF4-FFF2-40B4-BE49-F238E27FC236}">
                  <a16:creationId xmlns:a16="http://schemas.microsoft.com/office/drawing/2014/main" id="{3B283E86-57DC-493C-8AAC-27A137D97CB6}"/>
                </a:ext>
              </a:extLst>
            </p:cNvPr>
            <p:cNvSpPr/>
            <p:nvPr/>
          </p:nvSpPr>
          <p:spPr>
            <a:xfrm>
              <a:off x="4969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0" name="타원 16449">
              <a:extLst>
                <a:ext uri="{FF2B5EF4-FFF2-40B4-BE49-F238E27FC236}">
                  <a16:creationId xmlns:a16="http://schemas.microsoft.com/office/drawing/2014/main" id="{BC2A7AAE-9DB7-41A8-8E25-401A605838C2}"/>
                </a:ext>
              </a:extLst>
            </p:cNvPr>
            <p:cNvSpPr/>
            <p:nvPr/>
          </p:nvSpPr>
          <p:spPr>
            <a:xfrm>
              <a:off x="5122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1" name="타원 16450">
              <a:extLst>
                <a:ext uri="{FF2B5EF4-FFF2-40B4-BE49-F238E27FC236}">
                  <a16:creationId xmlns:a16="http://schemas.microsoft.com/office/drawing/2014/main" id="{47653DFE-AA5C-4180-B8AB-C461B2FAC595}"/>
                </a:ext>
              </a:extLst>
            </p:cNvPr>
            <p:cNvSpPr/>
            <p:nvPr/>
          </p:nvSpPr>
          <p:spPr>
            <a:xfrm>
              <a:off x="5274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2" name="타원 16451">
              <a:extLst>
                <a:ext uri="{FF2B5EF4-FFF2-40B4-BE49-F238E27FC236}">
                  <a16:creationId xmlns:a16="http://schemas.microsoft.com/office/drawing/2014/main" id="{40884EC7-B50E-4F2B-B834-48452372470E}"/>
                </a:ext>
              </a:extLst>
            </p:cNvPr>
            <p:cNvSpPr/>
            <p:nvPr/>
          </p:nvSpPr>
          <p:spPr>
            <a:xfrm>
              <a:off x="5426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3" name="타원 16452">
              <a:extLst>
                <a:ext uri="{FF2B5EF4-FFF2-40B4-BE49-F238E27FC236}">
                  <a16:creationId xmlns:a16="http://schemas.microsoft.com/office/drawing/2014/main" id="{4A600A0F-036D-4D00-84AB-D5E9248F424C}"/>
                </a:ext>
              </a:extLst>
            </p:cNvPr>
            <p:cNvSpPr/>
            <p:nvPr/>
          </p:nvSpPr>
          <p:spPr>
            <a:xfrm>
              <a:off x="5579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4" name="타원 16453">
              <a:extLst>
                <a:ext uri="{FF2B5EF4-FFF2-40B4-BE49-F238E27FC236}">
                  <a16:creationId xmlns:a16="http://schemas.microsoft.com/office/drawing/2014/main" id="{265B96AD-ABA6-4BDF-9E12-DA668388415D}"/>
                </a:ext>
              </a:extLst>
            </p:cNvPr>
            <p:cNvSpPr/>
            <p:nvPr/>
          </p:nvSpPr>
          <p:spPr>
            <a:xfrm>
              <a:off x="5731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5" name="타원 16454">
              <a:extLst>
                <a:ext uri="{FF2B5EF4-FFF2-40B4-BE49-F238E27FC236}">
                  <a16:creationId xmlns:a16="http://schemas.microsoft.com/office/drawing/2014/main" id="{EF66988C-F520-40FA-9EFB-54E5CFB6F83B}"/>
                </a:ext>
              </a:extLst>
            </p:cNvPr>
            <p:cNvSpPr/>
            <p:nvPr/>
          </p:nvSpPr>
          <p:spPr>
            <a:xfrm>
              <a:off x="245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6" name="타원 16455">
              <a:extLst>
                <a:ext uri="{FF2B5EF4-FFF2-40B4-BE49-F238E27FC236}">
                  <a16:creationId xmlns:a16="http://schemas.microsoft.com/office/drawing/2014/main" id="{FEB86215-EF87-43E3-A740-D07661BA6D6B}"/>
                </a:ext>
              </a:extLst>
            </p:cNvPr>
            <p:cNvSpPr/>
            <p:nvPr/>
          </p:nvSpPr>
          <p:spPr>
            <a:xfrm>
              <a:off x="397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7" name="타원 16456">
              <a:extLst>
                <a:ext uri="{FF2B5EF4-FFF2-40B4-BE49-F238E27FC236}">
                  <a16:creationId xmlns:a16="http://schemas.microsoft.com/office/drawing/2014/main" id="{87DB77E8-C843-43C5-A216-C87E495C2A50}"/>
                </a:ext>
              </a:extLst>
            </p:cNvPr>
            <p:cNvSpPr/>
            <p:nvPr/>
          </p:nvSpPr>
          <p:spPr>
            <a:xfrm>
              <a:off x="550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8" name="타원 16457">
              <a:extLst>
                <a:ext uri="{FF2B5EF4-FFF2-40B4-BE49-F238E27FC236}">
                  <a16:creationId xmlns:a16="http://schemas.microsoft.com/office/drawing/2014/main" id="{6E257EC6-573F-4DC6-9EBB-272A76A04D40}"/>
                </a:ext>
              </a:extLst>
            </p:cNvPr>
            <p:cNvSpPr/>
            <p:nvPr/>
          </p:nvSpPr>
          <p:spPr>
            <a:xfrm>
              <a:off x="702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59" name="타원 16458">
              <a:extLst>
                <a:ext uri="{FF2B5EF4-FFF2-40B4-BE49-F238E27FC236}">
                  <a16:creationId xmlns:a16="http://schemas.microsoft.com/office/drawing/2014/main" id="{8A687601-D759-4E28-B682-4BAD30D6348D}"/>
                </a:ext>
              </a:extLst>
            </p:cNvPr>
            <p:cNvSpPr/>
            <p:nvPr/>
          </p:nvSpPr>
          <p:spPr>
            <a:xfrm>
              <a:off x="854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0" name="타원 16459">
              <a:extLst>
                <a:ext uri="{FF2B5EF4-FFF2-40B4-BE49-F238E27FC236}">
                  <a16:creationId xmlns:a16="http://schemas.microsoft.com/office/drawing/2014/main" id="{D45E721F-2954-4955-BC0B-E4DCD3FB8494}"/>
                </a:ext>
              </a:extLst>
            </p:cNvPr>
            <p:cNvSpPr/>
            <p:nvPr/>
          </p:nvSpPr>
          <p:spPr>
            <a:xfrm>
              <a:off x="1007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1" name="타원 16460">
              <a:extLst>
                <a:ext uri="{FF2B5EF4-FFF2-40B4-BE49-F238E27FC236}">
                  <a16:creationId xmlns:a16="http://schemas.microsoft.com/office/drawing/2014/main" id="{FB65D36E-2BDF-403B-A821-828B9AFEC9FE}"/>
                </a:ext>
              </a:extLst>
            </p:cNvPr>
            <p:cNvSpPr/>
            <p:nvPr/>
          </p:nvSpPr>
          <p:spPr>
            <a:xfrm>
              <a:off x="1159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2" name="타원 16461">
              <a:extLst>
                <a:ext uri="{FF2B5EF4-FFF2-40B4-BE49-F238E27FC236}">
                  <a16:creationId xmlns:a16="http://schemas.microsoft.com/office/drawing/2014/main" id="{B8B1F8C4-83A4-4FE7-A308-40145EF5E8FB}"/>
                </a:ext>
              </a:extLst>
            </p:cNvPr>
            <p:cNvSpPr/>
            <p:nvPr/>
          </p:nvSpPr>
          <p:spPr>
            <a:xfrm>
              <a:off x="1312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3" name="타원 16462">
              <a:extLst>
                <a:ext uri="{FF2B5EF4-FFF2-40B4-BE49-F238E27FC236}">
                  <a16:creationId xmlns:a16="http://schemas.microsoft.com/office/drawing/2014/main" id="{D02BA0BE-80FF-450D-8DA7-C0440D881EF4}"/>
                </a:ext>
              </a:extLst>
            </p:cNvPr>
            <p:cNvSpPr/>
            <p:nvPr/>
          </p:nvSpPr>
          <p:spPr>
            <a:xfrm>
              <a:off x="1464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4" name="타원 16463">
              <a:extLst>
                <a:ext uri="{FF2B5EF4-FFF2-40B4-BE49-F238E27FC236}">
                  <a16:creationId xmlns:a16="http://schemas.microsoft.com/office/drawing/2014/main" id="{BA21EB30-DFA2-41B7-BC39-FDCC555D331E}"/>
                </a:ext>
              </a:extLst>
            </p:cNvPr>
            <p:cNvSpPr/>
            <p:nvPr/>
          </p:nvSpPr>
          <p:spPr>
            <a:xfrm>
              <a:off x="1616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5" name="타원 16464">
              <a:extLst>
                <a:ext uri="{FF2B5EF4-FFF2-40B4-BE49-F238E27FC236}">
                  <a16:creationId xmlns:a16="http://schemas.microsoft.com/office/drawing/2014/main" id="{B321B763-ADE2-4E1E-95C6-E8766602F17B}"/>
                </a:ext>
              </a:extLst>
            </p:cNvPr>
            <p:cNvSpPr/>
            <p:nvPr/>
          </p:nvSpPr>
          <p:spPr>
            <a:xfrm>
              <a:off x="1769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6" name="타원 16465">
              <a:extLst>
                <a:ext uri="{FF2B5EF4-FFF2-40B4-BE49-F238E27FC236}">
                  <a16:creationId xmlns:a16="http://schemas.microsoft.com/office/drawing/2014/main" id="{9238396A-477B-434F-8DBF-CC050B1557C1}"/>
                </a:ext>
              </a:extLst>
            </p:cNvPr>
            <p:cNvSpPr/>
            <p:nvPr/>
          </p:nvSpPr>
          <p:spPr>
            <a:xfrm>
              <a:off x="1921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7" name="타원 16466">
              <a:extLst>
                <a:ext uri="{FF2B5EF4-FFF2-40B4-BE49-F238E27FC236}">
                  <a16:creationId xmlns:a16="http://schemas.microsoft.com/office/drawing/2014/main" id="{B1D6242E-E600-4CFC-871F-7643C1DE735F}"/>
                </a:ext>
              </a:extLst>
            </p:cNvPr>
            <p:cNvSpPr/>
            <p:nvPr/>
          </p:nvSpPr>
          <p:spPr>
            <a:xfrm>
              <a:off x="2074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8" name="타원 16467">
              <a:extLst>
                <a:ext uri="{FF2B5EF4-FFF2-40B4-BE49-F238E27FC236}">
                  <a16:creationId xmlns:a16="http://schemas.microsoft.com/office/drawing/2014/main" id="{AEA9D292-540A-4B7C-B35E-83FE9F401849}"/>
                </a:ext>
              </a:extLst>
            </p:cNvPr>
            <p:cNvSpPr/>
            <p:nvPr/>
          </p:nvSpPr>
          <p:spPr>
            <a:xfrm>
              <a:off x="2226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69" name="타원 16468">
              <a:extLst>
                <a:ext uri="{FF2B5EF4-FFF2-40B4-BE49-F238E27FC236}">
                  <a16:creationId xmlns:a16="http://schemas.microsoft.com/office/drawing/2014/main" id="{54DBDFAF-3B56-4432-A005-F5891E930EED}"/>
                </a:ext>
              </a:extLst>
            </p:cNvPr>
            <p:cNvSpPr/>
            <p:nvPr/>
          </p:nvSpPr>
          <p:spPr>
            <a:xfrm>
              <a:off x="2378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0" name="타원 16469">
              <a:extLst>
                <a:ext uri="{FF2B5EF4-FFF2-40B4-BE49-F238E27FC236}">
                  <a16:creationId xmlns:a16="http://schemas.microsoft.com/office/drawing/2014/main" id="{7A994416-0FBC-44A9-BA86-4BDD668B2C78}"/>
                </a:ext>
              </a:extLst>
            </p:cNvPr>
            <p:cNvSpPr/>
            <p:nvPr/>
          </p:nvSpPr>
          <p:spPr>
            <a:xfrm>
              <a:off x="2531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1" name="타원 16470">
              <a:extLst>
                <a:ext uri="{FF2B5EF4-FFF2-40B4-BE49-F238E27FC236}">
                  <a16:creationId xmlns:a16="http://schemas.microsoft.com/office/drawing/2014/main" id="{89010A6E-1805-40E8-B708-8DD10596F7E2}"/>
                </a:ext>
              </a:extLst>
            </p:cNvPr>
            <p:cNvSpPr/>
            <p:nvPr/>
          </p:nvSpPr>
          <p:spPr>
            <a:xfrm>
              <a:off x="2683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2" name="타원 16471">
              <a:extLst>
                <a:ext uri="{FF2B5EF4-FFF2-40B4-BE49-F238E27FC236}">
                  <a16:creationId xmlns:a16="http://schemas.microsoft.com/office/drawing/2014/main" id="{9A284D55-5320-4071-9E09-B3F2189B1219}"/>
                </a:ext>
              </a:extLst>
            </p:cNvPr>
            <p:cNvSpPr/>
            <p:nvPr/>
          </p:nvSpPr>
          <p:spPr>
            <a:xfrm>
              <a:off x="2836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3" name="타원 16472">
              <a:extLst>
                <a:ext uri="{FF2B5EF4-FFF2-40B4-BE49-F238E27FC236}">
                  <a16:creationId xmlns:a16="http://schemas.microsoft.com/office/drawing/2014/main" id="{4260BB20-B71D-4BA3-9388-3CE52B7BD5BC}"/>
                </a:ext>
              </a:extLst>
            </p:cNvPr>
            <p:cNvSpPr/>
            <p:nvPr/>
          </p:nvSpPr>
          <p:spPr>
            <a:xfrm>
              <a:off x="2988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4" name="타원 16473">
              <a:extLst>
                <a:ext uri="{FF2B5EF4-FFF2-40B4-BE49-F238E27FC236}">
                  <a16:creationId xmlns:a16="http://schemas.microsoft.com/office/drawing/2014/main" id="{C502774D-1C9B-4440-804D-D37D7AEFB1B6}"/>
                </a:ext>
              </a:extLst>
            </p:cNvPr>
            <p:cNvSpPr/>
            <p:nvPr/>
          </p:nvSpPr>
          <p:spPr>
            <a:xfrm>
              <a:off x="3140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5" name="타원 16474">
              <a:extLst>
                <a:ext uri="{FF2B5EF4-FFF2-40B4-BE49-F238E27FC236}">
                  <a16:creationId xmlns:a16="http://schemas.microsoft.com/office/drawing/2014/main" id="{F9D2BFDC-2FE1-4E52-B7F8-375E2D24E43B}"/>
                </a:ext>
              </a:extLst>
            </p:cNvPr>
            <p:cNvSpPr/>
            <p:nvPr/>
          </p:nvSpPr>
          <p:spPr>
            <a:xfrm>
              <a:off x="3293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6" name="타원 16475">
              <a:extLst>
                <a:ext uri="{FF2B5EF4-FFF2-40B4-BE49-F238E27FC236}">
                  <a16:creationId xmlns:a16="http://schemas.microsoft.com/office/drawing/2014/main" id="{B7DE3847-8795-4975-9E70-229AC4EECD9D}"/>
                </a:ext>
              </a:extLst>
            </p:cNvPr>
            <p:cNvSpPr/>
            <p:nvPr/>
          </p:nvSpPr>
          <p:spPr>
            <a:xfrm>
              <a:off x="3445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7" name="타원 16476">
              <a:extLst>
                <a:ext uri="{FF2B5EF4-FFF2-40B4-BE49-F238E27FC236}">
                  <a16:creationId xmlns:a16="http://schemas.microsoft.com/office/drawing/2014/main" id="{F5F2DB00-3782-49DB-809C-EDBEA77DF91D}"/>
                </a:ext>
              </a:extLst>
            </p:cNvPr>
            <p:cNvSpPr/>
            <p:nvPr/>
          </p:nvSpPr>
          <p:spPr>
            <a:xfrm>
              <a:off x="3598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8" name="타원 16477">
              <a:extLst>
                <a:ext uri="{FF2B5EF4-FFF2-40B4-BE49-F238E27FC236}">
                  <a16:creationId xmlns:a16="http://schemas.microsoft.com/office/drawing/2014/main" id="{39273762-1937-4021-916E-D4AA9A8D84CF}"/>
                </a:ext>
              </a:extLst>
            </p:cNvPr>
            <p:cNvSpPr/>
            <p:nvPr/>
          </p:nvSpPr>
          <p:spPr>
            <a:xfrm>
              <a:off x="3750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79" name="타원 16478">
              <a:extLst>
                <a:ext uri="{FF2B5EF4-FFF2-40B4-BE49-F238E27FC236}">
                  <a16:creationId xmlns:a16="http://schemas.microsoft.com/office/drawing/2014/main" id="{BFD5987D-8F42-4EF5-8D56-EF47F6E3796C}"/>
                </a:ext>
              </a:extLst>
            </p:cNvPr>
            <p:cNvSpPr/>
            <p:nvPr/>
          </p:nvSpPr>
          <p:spPr>
            <a:xfrm>
              <a:off x="3902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0" name="타원 16479">
              <a:extLst>
                <a:ext uri="{FF2B5EF4-FFF2-40B4-BE49-F238E27FC236}">
                  <a16:creationId xmlns:a16="http://schemas.microsoft.com/office/drawing/2014/main" id="{19E3F535-DEA1-4774-8E49-37D5244E7769}"/>
                </a:ext>
              </a:extLst>
            </p:cNvPr>
            <p:cNvSpPr/>
            <p:nvPr/>
          </p:nvSpPr>
          <p:spPr>
            <a:xfrm>
              <a:off x="4055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1" name="타원 16480">
              <a:extLst>
                <a:ext uri="{FF2B5EF4-FFF2-40B4-BE49-F238E27FC236}">
                  <a16:creationId xmlns:a16="http://schemas.microsoft.com/office/drawing/2014/main" id="{92B99169-9465-42F1-93F1-4DD5BB9E506C}"/>
                </a:ext>
              </a:extLst>
            </p:cNvPr>
            <p:cNvSpPr/>
            <p:nvPr/>
          </p:nvSpPr>
          <p:spPr>
            <a:xfrm>
              <a:off x="4207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2" name="타원 16481">
              <a:extLst>
                <a:ext uri="{FF2B5EF4-FFF2-40B4-BE49-F238E27FC236}">
                  <a16:creationId xmlns:a16="http://schemas.microsoft.com/office/drawing/2014/main" id="{85F2C3E1-0739-4B97-A657-51B7B91FA840}"/>
                </a:ext>
              </a:extLst>
            </p:cNvPr>
            <p:cNvSpPr/>
            <p:nvPr/>
          </p:nvSpPr>
          <p:spPr>
            <a:xfrm>
              <a:off x="4360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3" name="타원 16482">
              <a:extLst>
                <a:ext uri="{FF2B5EF4-FFF2-40B4-BE49-F238E27FC236}">
                  <a16:creationId xmlns:a16="http://schemas.microsoft.com/office/drawing/2014/main" id="{CB183809-E93C-44B6-BBDE-79C15782D91B}"/>
                </a:ext>
              </a:extLst>
            </p:cNvPr>
            <p:cNvSpPr/>
            <p:nvPr/>
          </p:nvSpPr>
          <p:spPr>
            <a:xfrm>
              <a:off x="4512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4" name="타원 16483">
              <a:extLst>
                <a:ext uri="{FF2B5EF4-FFF2-40B4-BE49-F238E27FC236}">
                  <a16:creationId xmlns:a16="http://schemas.microsoft.com/office/drawing/2014/main" id="{E5260D92-E971-429E-99D2-554A2F849335}"/>
                </a:ext>
              </a:extLst>
            </p:cNvPr>
            <p:cNvSpPr/>
            <p:nvPr/>
          </p:nvSpPr>
          <p:spPr>
            <a:xfrm>
              <a:off x="4664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5" name="타원 16484">
              <a:extLst>
                <a:ext uri="{FF2B5EF4-FFF2-40B4-BE49-F238E27FC236}">
                  <a16:creationId xmlns:a16="http://schemas.microsoft.com/office/drawing/2014/main" id="{CD6050C8-7150-42AF-92A9-6F535B6C4C9E}"/>
                </a:ext>
              </a:extLst>
            </p:cNvPr>
            <p:cNvSpPr/>
            <p:nvPr/>
          </p:nvSpPr>
          <p:spPr>
            <a:xfrm>
              <a:off x="4817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6" name="타원 16485">
              <a:extLst>
                <a:ext uri="{FF2B5EF4-FFF2-40B4-BE49-F238E27FC236}">
                  <a16:creationId xmlns:a16="http://schemas.microsoft.com/office/drawing/2014/main" id="{1E530BBF-C6FD-4070-8EDA-52EBD85B54A3}"/>
                </a:ext>
              </a:extLst>
            </p:cNvPr>
            <p:cNvSpPr/>
            <p:nvPr/>
          </p:nvSpPr>
          <p:spPr>
            <a:xfrm>
              <a:off x="4969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7" name="타원 16486">
              <a:extLst>
                <a:ext uri="{FF2B5EF4-FFF2-40B4-BE49-F238E27FC236}">
                  <a16:creationId xmlns:a16="http://schemas.microsoft.com/office/drawing/2014/main" id="{837332C0-F783-4177-B5F4-C3E9F1E67150}"/>
                </a:ext>
              </a:extLst>
            </p:cNvPr>
            <p:cNvSpPr/>
            <p:nvPr/>
          </p:nvSpPr>
          <p:spPr>
            <a:xfrm>
              <a:off x="5122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8" name="타원 16487">
              <a:extLst>
                <a:ext uri="{FF2B5EF4-FFF2-40B4-BE49-F238E27FC236}">
                  <a16:creationId xmlns:a16="http://schemas.microsoft.com/office/drawing/2014/main" id="{39ABB2C1-26BA-4709-9B59-BF19C6523956}"/>
                </a:ext>
              </a:extLst>
            </p:cNvPr>
            <p:cNvSpPr/>
            <p:nvPr/>
          </p:nvSpPr>
          <p:spPr>
            <a:xfrm>
              <a:off x="5274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89" name="타원 16488">
              <a:extLst>
                <a:ext uri="{FF2B5EF4-FFF2-40B4-BE49-F238E27FC236}">
                  <a16:creationId xmlns:a16="http://schemas.microsoft.com/office/drawing/2014/main" id="{FD5DDD83-53C7-4214-BC99-7E454D1E2008}"/>
                </a:ext>
              </a:extLst>
            </p:cNvPr>
            <p:cNvSpPr/>
            <p:nvPr/>
          </p:nvSpPr>
          <p:spPr>
            <a:xfrm>
              <a:off x="5426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0" name="타원 16489">
              <a:extLst>
                <a:ext uri="{FF2B5EF4-FFF2-40B4-BE49-F238E27FC236}">
                  <a16:creationId xmlns:a16="http://schemas.microsoft.com/office/drawing/2014/main" id="{FFE429D6-C6CC-4E8D-A093-3C460D264C7F}"/>
                </a:ext>
              </a:extLst>
            </p:cNvPr>
            <p:cNvSpPr/>
            <p:nvPr/>
          </p:nvSpPr>
          <p:spPr>
            <a:xfrm>
              <a:off x="5579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1" name="타원 16490">
              <a:extLst>
                <a:ext uri="{FF2B5EF4-FFF2-40B4-BE49-F238E27FC236}">
                  <a16:creationId xmlns:a16="http://schemas.microsoft.com/office/drawing/2014/main" id="{D0F24918-AA1F-4C85-A39D-80BB3492C7FE}"/>
                </a:ext>
              </a:extLst>
            </p:cNvPr>
            <p:cNvSpPr/>
            <p:nvPr/>
          </p:nvSpPr>
          <p:spPr>
            <a:xfrm>
              <a:off x="5731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2" name="타원 16491">
              <a:extLst>
                <a:ext uri="{FF2B5EF4-FFF2-40B4-BE49-F238E27FC236}">
                  <a16:creationId xmlns:a16="http://schemas.microsoft.com/office/drawing/2014/main" id="{A1388BD3-1AAF-4E96-A982-C22AD791393D}"/>
                </a:ext>
              </a:extLst>
            </p:cNvPr>
            <p:cNvSpPr/>
            <p:nvPr/>
          </p:nvSpPr>
          <p:spPr>
            <a:xfrm>
              <a:off x="245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3" name="타원 16492">
              <a:extLst>
                <a:ext uri="{FF2B5EF4-FFF2-40B4-BE49-F238E27FC236}">
                  <a16:creationId xmlns:a16="http://schemas.microsoft.com/office/drawing/2014/main" id="{E61838F9-8175-490D-BC06-C22B0E42AC9F}"/>
                </a:ext>
              </a:extLst>
            </p:cNvPr>
            <p:cNvSpPr/>
            <p:nvPr/>
          </p:nvSpPr>
          <p:spPr>
            <a:xfrm>
              <a:off x="397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4" name="타원 16493">
              <a:extLst>
                <a:ext uri="{FF2B5EF4-FFF2-40B4-BE49-F238E27FC236}">
                  <a16:creationId xmlns:a16="http://schemas.microsoft.com/office/drawing/2014/main" id="{BBFDE437-910B-485B-A887-5DD62FCC54AA}"/>
                </a:ext>
              </a:extLst>
            </p:cNvPr>
            <p:cNvSpPr/>
            <p:nvPr/>
          </p:nvSpPr>
          <p:spPr>
            <a:xfrm>
              <a:off x="550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5" name="타원 16494">
              <a:extLst>
                <a:ext uri="{FF2B5EF4-FFF2-40B4-BE49-F238E27FC236}">
                  <a16:creationId xmlns:a16="http://schemas.microsoft.com/office/drawing/2014/main" id="{F1C0EA75-E5A0-46A4-998B-00C790395B52}"/>
                </a:ext>
              </a:extLst>
            </p:cNvPr>
            <p:cNvSpPr/>
            <p:nvPr/>
          </p:nvSpPr>
          <p:spPr>
            <a:xfrm>
              <a:off x="702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6" name="타원 16495">
              <a:extLst>
                <a:ext uri="{FF2B5EF4-FFF2-40B4-BE49-F238E27FC236}">
                  <a16:creationId xmlns:a16="http://schemas.microsoft.com/office/drawing/2014/main" id="{539F1E38-9575-485E-8450-66CDAB05F0B1}"/>
                </a:ext>
              </a:extLst>
            </p:cNvPr>
            <p:cNvSpPr/>
            <p:nvPr/>
          </p:nvSpPr>
          <p:spPr>
            <a:xfrm>
              <a:off x="854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7" name="타원 16496">
              <a:extLst>
                <a:ext uri="{FF2B5EF4-FFF2-40B4-BE49-F238E27FC236}">
                  <a16:creationId xmlns:a16="http://schemas.microsoft.com/office/drawing/2014/main" id="{C5CECD6E-557E-42CE-92E6-545F7ADCF49D}"/>
                </a:ext>
              </a:extLst>
            </p:cNvPr>
            <p:cNvSpPr/>
            <p:nvPr/>
          </p:nvSpPr>
          <p:spPr>
            <a:xfrm>
              <a:off x="1007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8" name="타원 16497">
              <a:extLst>
                <a:ext uri="{FF2B5EF4-FFF2-40B4-BE49-F238E27FC236}">
                  <a16:creationId xmlns:a16="http://schemas.microsoft.com/office/drawing/2014/main" id="{B2CA576B-35C1-4E50-935D-4B9B18F59BFE}"/>
                </a:ext>
              </a:extLst>
            </p:cNvPr>
            <p:cNvSpPr/>
            <p:nvPr/>
          </p:nvSpPr>
          <p:spPr>
            <a:xfrm>
              <a:off x="1159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9" name="타원 16498">
              <a:extLst>
                <a:ext uri="{FF2B5EF4-FFF2-40B4-BE49-F238E27FC236}">
                  <a16:creationId xmlns:a16="http://schemas.microsoft.com/office/drawing/2014/main" id="{280141CB-F0FF-4F16-AA08-322D80F063BE}"/>
                </a:ext>
              </a:extLst>
            </p:cNvPr>
            <p:cNvSpPr/>
            <p:nvPr/>
          </p:nvSpPr>
          <p:spPr>
            <a:xfrm>
              <a:off x="1312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0" name="타원 16499">
              <a:extLst>
                <a:ext uri="{FF2B5EF4-FFF2-40B4-BE49-F238E27FC236}">
                  <a16:creationId xmlns:a16="http://schemas.microsoft.com/office/drawing/2014/main" id="{1B7C9FBF-233A-4EDD-B7B8-15FF321FDA30}"/>
                </a:ext>
              </a:extLst>
            </p:cNvPr>
            <p:cNvSpPr/>
            <p:nvPr/>
          </p:nvSpPr>
          <p:spPr>
            <a:xfrm>
              <a:off x="1464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1" name="타원 16500">
              <a:extLst>
                <a:ext uri="{FF2B5EF4-FFF2-40B4-BE49-F238E27FC236}">
                  <a16:creationId xmlns:a16="http://schemas.microsoft.com/office/drawing/2014/main" id="{88CB8DE5-C96B-498C-A758-EF8A1CCFE740}"/>
                </a:ext>
              </a:extLst>
            </p:cNvPr>
            <p:cNvSpPr/>
            <p:nvPr/>
          </p:nvSpPr>
          <p:spPr>
            <a:xfrm>
              <a:off x="1616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2" name="타원 16501">
              <a:extLst>
                <a:ext uri="{FF2B5EF4-FFF2-40B4-BE49-F238E27FC236}">
                  <a16:creationId xmlns:a16="http://schemas.microsoft.com/office/drawing/2014/main" id="{21DD3DF5-4F76-49DB-AC0D-F1DBF55B7335}"/>
                </a:ext>
              </a:extLst>
            </p:cNvPr>
            <p:cNvSpPr/>
            <p:nvPr/>
          </p:nvSpPr>
          <p:spPr>
            <a:xfrm>
              <a:off x="1769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3" name="타원 16502">
              <a:extLst>
                <a:ext uri="{FF2B5EF4-FFF2-40B4-BE49-F238E27FC236}">
                  <a16:creationId xmlns:a16="http://schemas.microsoft.com/office/drawing/2014/main" id="{E2185EF1-8B03-4F24-ABF9-AE54F41A9490}"/>
                </a:ext>
              </a:extLst>
            </p:cNvPr>
            <p:cNvSpPr/>
            <p:nvPr/>
          </p:nvSpPr>
          <p:spPr>
            <a:xfrm>
              <a:off x="1921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4" name="타원 16503">
              <a:extLst>
                <a:ext uri="{FF2B5EF4-FFF2-40B4-BE49-F238E27FC236}">
                  <a16:creationId xmlns:a16="http://schemas.microsoft.com/office/drawing/2014/main" id="{A8593799-1240-4579-B493-9ACABBB52C03}"/>
                </a:ext>
              </a:extLst>
            </p:cNvPr>
            <p:cNvSpPr/>
            <p:nvPr/>
          </p:nvSpPr>
          <p:spPr>
            <a:xfrm>
              <a:off x="2074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5" name="타원 16504">
              <a:extLst>
                <a:ext uri="{FF2B5EF4-FFF2-40B4-BE49-F238E27FC236}">
                  <a16:creationId xmlns:a16="http://schemas.microsoft.com/office/drawing/2014/main" id="{470D5DD1-1F40-4CC8-BFD6-D8FCD6FBA2A8}"/>
                </a:ext>
              </a:extLst>
            </p:cNvPr>
            <p:cNvSpPr/>
            <p:nvPr/>
          </p:nvSpPr>
          <p:spPr>
            <a:xfrm>
              <a:off x="2226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6" name="타원 16505">
              <a:extLst>
                <a:ext uri="{FF2B5EF4-FFF2-40B4-BE49-F238E27FC236}">
                  <a16:creationId xmlns:a16="http://schemas.microsoft.com/office/drawing/2014/main" id="{47289B56-33E9-4816-94DC-FA5444DD30B1}"/>
                </a:ext>
              </a:extLst>
            </p:cNvPr>
            <p:cNvSpPr/>
            <p:nvPr/>
          </p:nvSpPr>
          <p:spPr>
            <a:xfrm>
              <a:off x="2378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7" name="타원 16506">
              <a:extLst>
                <a:ext uri="{FF2B5EF4-FFF2-40B4-BE49-F238E27FC236}">
                  <a16:creationId xmlns:a16="http://schemas.microsoft.com/office/drawing/2014/main" id="{94D8BEBF-830B-4DDC-B25C-97C4C6E0DF59}"/>
                </a:ext>
              </a:extLst>
            </p:cNvPr>
            <p:cNvSpPr/>
            <p:nvPr/>
          </p:nvSpPr>
          <p:spPr>
            <a:xfrm>
              <a:off x="2531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8" name="타원 16507">
              <a:extLst>
                <a:ext uri="{FF2B5EF4-FFF2-40B4-BE49-F238E27FC236}">
                  <a16:creationId xmlns:a16="http://schemas.microsoft.com/office/drawing/2014/main" id="{39A21398-C7ED-403B-97B4-9A84E6A2D922}"/>
                </a:ext>
              </a:extLst>
            </p:cNvPr>
            <p:cNvSpPr/>
            <p:nvPr/>
          </p:nvSpPr>
          <p:spPr>
            <a:xfrm>
              <a:off x="2683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9" name="타원 16508">
              <a:extLst>
                <a:ext uri="{FF2B5EF4-FFF2-40B4-BE49-F238E27FC236}">
                  <a16:creationId xmlns:a16="http://schemas.microsoft.com/office/drawing/2014/main" id="{F36A21A8-7CED-4096-BA38-851ACB83BB9B}"/>
                </a:ext>
              </a:extLst>
            </p:cNvPr>
            <p:cNvSpPr/>
            <p:nvPr/>
          </p:nvSpPr>
          <p:spPr>
            <a:xfrm>
              <a:off x="2836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0" name="타원 16509">
              <a:extLst>
                <a:ext uri="{FF2B5EF4-FFF2-40B4-BE49-F238E27FC236}">
                  <a16:creationId xmlns:a16="http://schemas.microsoft.com/office/drawing/2014/main" id="{C49022E9-9E1C-4C14-9249-6CD7D01C94AE}"/>
                </a:ext>
              </a:extLst>
            </p:cNvPr>
            <p:cNvSpPr/>
            <p:nvPr/>
          </p:nvSpPr>
          <p:spPr>
            <a:xfrm>
              <a:off x="2988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1" name="타원 16510">
              <a:extLst>
                <a:ext uri="{FF2B5EF4-FFF2-40B4-BE49-F238E27FC236}">
                  <a16:creationId xmlns:a16="http://schemas.microsoft.com/office/drawing/2014/main" id="{8CC720D7-6309-4B9F-A29C-1E05F209E310}"/>
                </a:ext>
              </a:extLst>
            </p:cNvPr>
            <p:cNvSpPr/>
            <p:nvPr/>
          </p:nvSpPr>
          <p:spPr>
            <a:xfrm>
              <a:off x="3140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2" name="타원 16511">
              <a:extLst>
                <a:ext uri="{FF2B5EF4-FFF2-40B4-BE49-F238E27FC236}">
                  <a16:creationId xmlns:a16="http://schemas.microsoft.com/office/drawing/2014/main" id="{C3C94351-5128-42C6-AF85-DCC60E232D75}"/>
                </a:ext>
              </a:extLst>
            </p:cNvPr>
            <p:cNvSpPr/>
            <p:nvPr/>
          </p:nvSpPr>
          <p:spPr>
            <a:xfrm>
              <a:off x="3293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3" name="타원 16512">
              <a:extLst>
                <a:ext uri="{FF2B5EF4-FFF2-40B4-BE49-F238E27FC236}">
                  <a16:creationId xmlns:a16="http://schemas.microsoft.com/office/drawing/2014/main" id="{7C8A0519-18B6-4E81-A993-4F3BFEFB73BF}"/>
                </a:ext>
              </a:extLst>
            </p:cNvPr>
            <p:cNvSpPr/>
            <p:nvPr/>
          </p:nvSpPr>
          <p:spPr>
            <a:xfrm>
              <a:off x="3445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4" name="타원 16513">
              <a:extLst>
                <a:ext uri="{FF2B5EF4-FFF2-40B4-BE49-F238E27FC236}">
                  <a16:creationId xmlns:a16="http://schemas.microsoft.com/office/drawing/2014/main" id="{0E74CE50-B3F0-47A0-8034-E32EC2619C7C}"/>
                </a:ext>
              </a:extLst>
            </p:cNvPr>
            <p:cNvSpPr/>
            <p:nvPr/>
          </p:nvSpPr>
          <p:spPr>
            <a:xfrm>
              <a:off x="3598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5" name="타원 16514">
              <a:extLst>
                <a:ext uri="{FF2B5EF4-FFF2-40B4-BE49-F238E27FC236}">
                  <a16:creationId xmlns:a16="http://schemas.microsoft.com/office/drawing/2014/main" id="{E021F81D-EA9C-470B-AE94-DDD87DDA617B}"/>
                </a:ext>
              </a:extLst>
            </p:cNvPr>
            <p:cNvSpPr/>
            <p:nvPr/>
          </p:nvSpPr>
          <p:spPr>
            <a:xfrm>
              <a:off x="3750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6" name="타원 16515">
              <a:extLst>
                <a:ext uri="{FF2B5EF4-FFF2-40B4-BE49-F238E27FC236}">
                  <a16:creationId xmlns:a16="http://schemas.microsoft.com/office/drawing/2014/main" id="{E2A44875-00A1-4EBE-96F8-CF9D781DD05B}"/>
                </a:ext>
              </a:extLst>
            </p:cNvPr>
            <p:cNvSpPr/>
            <p:nvPr/>
          </p:nvSpPr>
          <p:spPr>
            <a:xfrm>
              <a:off x="3902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7" name="타원 16516">
              <a:extLst>
                <a:ext uri="{FF2B5EF4-FFF2-40B4-BE49-F238E27FC236}">
                  <a16:creationId xmlns:a16="http://schemas.microsoft.com/office/drawing/2014/main" id="{0FFF7592-BE07-4C1B-883A-541AA024F907}"/>
                </a:ext>
              </a:extLst>
            </p:cNvPr>
            <p:cNvSpPr/>
            <p:nvPr/>
          </p:nvSpPr>
          <p:spPr>
            <a:xfrm>
              <a:off x="4055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8" name="타원 16517">
              <a:extLst>
                <a:ext uri="{FF2B5EF4-FFF2-40B4-BE49-F238E27FC236}">
                  <a16:creationId xmlns:a16="http://schemas.microsoft.com/office/drawing/2014/main" id="{C64B2CF2-0A16-4126-8432-33FCDD07C814}"/>
                </a:ext>
              </a:extLst>
            </p:cNvPr>
            <p:cNvSpPr/>
            <p:nvPr/>
          </p:nvSpPr>
          <p:spPr>
            <a:xfrm>
              <a:off x="4207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9" name="타원 16518">
              <a:extLst>
                <a:ext uri="{FF2B5EF4-FFF2-40B4-BE49-F238E27FC236}">
                  <a16:creationId xmlns:a16="http://schemas.microsoft.com/office/drawing/2014/main" id="{5113FE23-7ED9-4FA8-B65A-3B5804A71F74}"/>
                </a:ext>
              </a:extLst>
            </p:cNvPr>
            <p:cNvSpPr/>
            <p:nvPr/>
          </p:nvSpPr>
          <p:spPr>
            <a:xfrm>
              <a:off x="4360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0" name="타원 16519">
              <a:extLst>
                <a:ext uri="{FF2B5EF4-FFF2-40B4-BE49-F238E27FC236}">
                  <a16:creationId xmlns:a16="http://schemas.microsoft.com/office/drawing/2014/main" id="{C459D6EA-010C-4721-9001-CB2E81A22402}"/>
                </a:ext>
              </a:extLst>
            </p:cNvPr>
            <p:cNvSpPr/>
            <p:nvPr/>
          </p:nvSpPr>
          <p:spPr>
            <a:xfrm>
              <a:off x="4512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1" name="타원 16520">
              <a:extLst>
                <a:ext uri="{FF2B5EF4-FFF2-40B4-BE49-F238E27FC236}">
                  <a16:creationId xmlns:a16="http://schemas.microsoft.com/office/drawing/2014/main" id="{AF3331EB-496D-41F2-98C4-5AA9D8BF33B0}"/>
                </a:ext>
              </a:extLst>
            </p:cNvPr>
            <p:cNvSpPr/>
            <p:nvPr/>
          </p:nvSpPr>
          <p:spPr>
            <a:xfrm>
              <a:off x="4664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2" name="타원 16521">
              <a:extLst>
                <a:ext uri="{FF2B5EF4-FFF2-40B4-BE49-F238E27FC236}">
                  <a16:creationId xmlns:a16="http://schemas.microsoft.com/office/drawing/2014/main" id="{AF43C5A2-C056-42FB-837D-E937585C9159}"/>
                </a:ext>
              </a:extLst>
            </p:cNvPr>
            <p:cNvSpPr/>
            <p:nvPr/>
          </p:nvSpPr>
          <p:spPr>
            <a:xfrm>
              <a:off x="4817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3" name="타원 16522">
              <a:extLst>
                <a:ext uri="{FF2B5EF4-FFF2-40B4-BE49-F238E27FC236}">
                  <a16:creationId xmlns:a16="http://schemas.microsoft.com/office/drawing/2014/main" id="{3814003D-4DE5-4271-B5DE-7E796C84302A}"/>
                </a:ext>
              </a:extLst>
            </p:cNvPr>
            <p:cNvSpPr/>
            <p:nvPr/>
          </p:nvSpPr>
          <p:spPr>
            <a:xfrm>
              <a:off x="4969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4" name="타원 16523">
              <a:extLst>
                <a:ext uri="{FF2B5EF4-FFF2-40B4-BE49-F238E27FC236}">
                  <a16:creationId xmlns:a16="http://schemas.microsoft.com/office/drawing/2014/main" id="{93C31118-F0C0-4194-A222-C61E7912EAB9}"/>
                </a:ext>
              </a:extLst>
            </p:cNvPr>
            <p:cNvSpPr/>
            <p:nvPr/>
          </p:nvSpPr>
          <p:spPr>
            <a:xfrm>
              <a:off x="5122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5" name="타원 16524">
              <a:extLst>
                <a:ext uri="{FF2B5EF4-FFF2-40B4-BE49-F238E27FC236}">
                  <a16:creationId xmlns:a16="http://schemas.microsoft.com/office/drawing/2014/main" id="{3E850A8B-9544-43F7-9BB8-4E21785C4D7A}"/>
                </a:ext>
              </a:extLst>
            </p:cNvPr>
            <p:cNvSpPr/>
            <p:nvPr/>
          </p:nvSpPr>
          <p:spPr>
            <a:xfrm>
              <a:off x="5274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6" name="타원 16525">
              <a:extLst>
                <a:ext uri="{FF2B5EF4-FFF2-40B4-BE49-F238E27FC236}">
                  <a16:creationId xmlns:a16="http://schemas.microsoft.com/office/drawing/2014/main" id="{00ABFD74-6904-4E2D-9BDB-8A3F34B3E434}"/>
                </a:ext>
              </a:extLst>
            </p:cNvPr>
            <p:cNvSpPr/>
            <p:nvPr/>
          </p:nvSpPr>
          <p:spPr>
            <a:xfrm>
              <a:off x="5426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7" name="타원 16526">
              <a:extLst>
                <a:ext uri="{FF2B5EF4-FFF2-40B4-BE49-F238E27FC236}">
                  <a16:creationId xmlns:a16="http://schemas.microsoft.com/office/drawing/2014/main" id="{9E24EC03-EC96-4321-BCF3-A43879CC27B2}"/>
                </a:ext>
              </a:extLst>
            </p:cNvPr>
            <p:cNvSpPr/>
            <p:nvPr/>
          </p:nvSpPr>
          <p:spPr>
            <a:xfrm>
              <a:off x="5579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8" name="타원 16527">
              <a:extLst>
                <a:ext uri="{FF2B5EF4-FFF2-40B4-BE49-F238E27FC236}">
                  <a16:creationId xmlns:a16="http://schemas.microsoft.com/office/drawing/2014/main" id="{E409A9A9-966F-4189-84D1-8E518CCE4136}"/>
                </a:ext>
              </a:extLst>
            </p:cNvPr>
            <p:cNvSpPr/>
            <p:nvPr/>
          </p:nvSpPr>
          <p:spPr>
            <a:xfrm>
              <a:off x="5731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9" name="타원 16528">
              <a:extLst>
                <a:ext uri="{FF2B5EF4-FFF2-40B4-BE49-F238E27FC236}">
                  <a16:creationId xmlns:a16="http://schemas.microsoft.com/office/drawing/2014/main" id="{23184A2E-8547-447F-AE97-5C793BC553BF}"/>
                </a:ext>
              </a:extLst>
            </p:cNvPr>
            <p:cNvSpPr/>
            <p:nvPr/>
          </p:nvSpPr>
          <p:spPr>
            <a:xfrm>
              <a:off x="245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0" name="타원 16529">
              <a:extLst>
                <a:ext uri="{FF2B5EF4-FFF2-40B4-BE49-F238E27FC236}">
                  <a16:creationId xmlns:a16="http://schemas.microsoft.com/office/drawing/2014/main" id="{8E90EC62-53F4-4B2D-998F-97190F467B77}"/>
                </a:ext>
              </a:extLst>
            </p:cNvPr>
            <p:cNvSpPr/>
            <p:nvPr/>
          </p:nvSpPr>
          <p:spPr>
            <a:xfrm>
              <a:off x="397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1" name="타원 16530">
              <a:extLst>
                <a:ext uri="{FF2B5EF4-FFF2-40B4-BE49-F238E27FC236}">
                  <a16:creationId xmlns:a16="http://schemas.microsoft.com/office/drawing/2014/main" id="{BF6458A9-20C7-4AFE-A2D5-7067306C487E}"/>
                </a:ext>
              </a:extLst>
            </p:cNvPr>
            <p:cNvSpPr/>
            <p:nvPr/>
          </p:nvSpPr>
          <p:spPr>
            <a:xfrm>
              <a:off x="550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2" name="타원 16531">
              <a:extLst>
                <a:ext uri="{FF2B5EF4-FFF2-40B4-BE49-F238E27FC236}">
                  <a16:creationId xmlns:a16="http://schemas.microsoft.com/office/drawing/2014/main" id="{CBDEE4BF-E43B-486B-9FD9-8AF6AFFB95BD}"/>
                </a:ext>
              </a:extLst>
            </p:cNvPr>
            <p:cNvSpPr/>
            <p:nvPr/>
          </p:nvSpPr>
          <p:spPr>
            <a:xfrm>
              <a:off x="702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3" name="타원 16532">
              <a:extLst>
                <a:ext uri="{FF2B5EF4-FFF2-40B4-BE49-F238E27FC236}">
                  <a16:creationId xmlns:a16="http://schemas.microsoft.com/office/drawing/2014/main" id="{EE6EFA79-1F86-4009-8509-FDD6EBA79838}"/>
                </a:ext>
              </a:extLst>
            </p:cNvPr>
            <p:cNvSpPr/>
            <p:nvPr/>
          </p:nvSpPr>
          <p:spPr>
            <a:xfrm>
              <a:off x="854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4" name="타원 16533">
              <a:extLst>
                <a:ext uri="{FF2B5EF4-FFF2-40B4-BE49-F238E27FC236}">
                  <a16:creationId xmlns:a16="http://schemas.microsoft.com/office/drawing/2014/main" id="{190FA927-85D0-4971-B7C7-76C6A4AF0C95}"/>
                </a:ext>
              </a:extLst>
            </p:cNvPr>
            <p:cNvSpPr/>
            <p:nvPr/>
          </p:nvSpPr>
          <p:spPr>
            <a:xfrm>
              <a:off x="1007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5" name="타원 16534">
              <a:extLst>
                <a:ext uri="{FF2B5EF4-FFF2-40B4-BE49-F238E27FC236}">
                  <a16:creationId xmlns:a16="http://schemas.microsoft.com/office/drawing/2014/main" id="{60090D55-5F24-4E1A-B545-4CB50B57A137}"/>
                </a:ext>
              </a:extLst>
            </p:cNvPr>
            <p:cNvSpPr/>
            <p:nvPr/>
          </p:nvSpPr>
          <p:spPr>
            <a:xfrm>
              <a:off x="1159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6" name="타원 16535">
              <a:extLst>
                <a:ext uri="{FF2B5EF4-FFF2-40B4-BE49-F238E27FC236}">
                  <a16:creationId xmlns:a16="http://schemas.microsoft.com/office/drawing/2014/main" id="{652F453A-A32E-46D4-9E51-FF8351078BB2}"/>
                </a:ext>
              </a:extLst>
            </p:cNvPr>
            <p:cNvSpPr/>
            <p:nvPr/>
          </p:nvSpPr>
          <p:spPr>
            <a:xfrm>
              <a:off x="1312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7" name="타원 16536">
              <a:extLst>
                <a:ext uri="{FF2B5EF4-FFF2-40B4-BE49-F238E27FC236}">
                  <a16:creationId xmlns:a16="http://schemas.microsoft.com/office/drawing/2014/main" id="{ECBFB086-BCFF-4A6C-8F1D-79FA6174AF5B}"/>
                </a:ext>
              </a:extLst>
            </p:cNvPr>
            <p:cNvSpPr/>
            <p:nvPr/>
          </p:nvSpPr>
          <p:spPr>
            <a:xfrm>
              <a:off x="1464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8" name="타원 16537">
              <a:extLst>
                <a:ext uri="{FF2B5EF4-FFF2-40B4-BE49-F238E27FC236}">
                  <a16:creationId xmlns:a16="http://schemas.microsoft.com/office/drawing/2014/main" id="{EB3A8CB4-397A-4B64-9BCD-519BD246CA43}"/>
                </a:ext>
              </a:extLst>
            </p:cNvPr>
            <p:cNvSpPr/>
            <p:nvPr/>
          </p:nvSpPr>
          <p:spPr>
            <a:xfrm>
              <a:off x="1616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9" name="타원 16538">
              <a:extLst>
                <a:ext uri="{FF2B5EF4-FFF2-40B4-BE49-F238E27FC236}">
                  <a16:creationId xmlns:a16="http://schemas.microsoft.com/office/drawing/2014/main" id="{0B0E7E0D-7E58-418E-82E1-FD4F30098C51}"/>
                </a:ext>
              </a:extLst>
            </p:cNvPr>
            <p:cNvSpPr/>
            <p:nvPr/>
          </p:nvSpPr>
          <p:spPr>
            <a:xfrm>
              <a:off x="1769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0" name="타원 16539">
              <a:extLst>
                <a:ext uri="{FF2B5EF4-FFF2-40B4-BE49-F238E27FC236}">
                  <a16:creationId xmlns:a16="http://schemas.microsoft.com/office/drawing/2014/main" id="{92873C15-6E69-49EC-BF9E-07838843D831}"/>
                </a:ext>
              </a:extLst>
            </p:cNvPr>
            <p:cNvSpPr/>
            <p:nvPr/>
          </p:nvSpPr>
          <p:spPr>
            <a:xfrm>
              <a:off x="1921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1" name="타원 16540">
              <a:extLst>
                <a:ext uri="{FF2B5EF4-FFF2-40B4-BE49-F238E27FC236}">
                  <a16:creationId xmlns:a16="http://schemas.microsoft.com/office/drawing/2014/main" id="{38050741-F506-4F14-8813-E2FD0FA2627E}"/>
                </a:ext>
              </a:extLst>
            </p:cNvPr>
            <p:cNvSpPr/>
            <p:nvPr/>
          </p:nvSpPr>
          <p:spPr>
            <a:xfrm>
              <a:off x="2074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2" name="타원 16541">
              <a:extLst>
                <a:ext uri="{FF2B5EF4-FFF2-40B4-BE49-F238E27FC236}">
                  <a16:creationId xmlns:a16="http://schemas.microsoft.com/office/drawing/2014/main" id="{CBAA6AB3-109B-48B4-8D8B-FF74BA9680FC}"/>
                </a:ext>
              </a:extLst>
            </p:cNvPr>
            <p:cNvSpPr/>
            <p:nvPr/>
          </p:nvSpPr>
          <p:spPr>
            <a:xfrm>
              <a:off x="2226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3" name="타원 16542">
              <a:extLst>
                <a:ext uri="{FF2B5EF4-FFF2-40B4-BE49-F238E27FC236}">
                  <a16:creationId xmlns:a16="http://schemas.microsoft.com/office/drawing/2014/main" id="{B6BD6A5C-3A35-4C94-946B-484A4E8D9317}"/>
                </a:ext>
              </a:extLst>
            </p:cNvPr>
            <p:cNvSpPr/>
            <p:nvPr/>
          </p:nvSpPr>
          <p:spPr>
            <a:xfrm>
              <a:off x="2378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4" name="타원 16543">
              <a:extLst>
                <a:ext uri="{FF2B5EF4-FFF2-40B4-BE49-F238E27FC236}">
                  <a16:creationId xmlns:a16="http://schemas.microsoft.com/office/drawing/2014/main" id="{AFCB0E03-000C-4456-B7E7-6C2D26B7F122}"/>
                </a:ext>
              </a:extLst>
            </p:cNvPr>
            <p:cNvSpPr/>
            <p:nvPr/>
          </p:nvSpPr>
          <p:spPr>
            <a:xfrm>
              <a:off x="2531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5" name="타원 16544">
              <a:extLst>
                <a:ext uri="{FF2B5EF4-FFF2-40B4-BE49-F238E27FC236}">
                  <a16:creationId xmlns:a16="http://schemas.microsoft.com/office/drawing/2014/main" id="{9D55FA2F-1159-4E60-A5D1-A7E0CB673756}"/>
                </a:ext>
              </a:extLst>
            </p:cNvPr>
            <p:cNvSpPr/>
            <p:nvPr/>
          </p:nvSpPr>
          <p:spPr>
            <a:xfrm>
              <a:off x="2683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6" name="타원 16545">
              <a:extLst>
                <a:ext uri="{FF2B5EF4-FFF2-40B4-BE49-F238E27FC236}">
                  <a16:creationId xmlns:a16="http://schemas.microsoft.com/office/drawing/2014/main" id="{53475548-6444-425D-9C93-5DF4A5C9A2CC}"/>
                </a:ext>
              </a:extLst>
            </p:cNvPr>
            <p:cNvSpPr/>
            <p:nvPr/>
          </p:nvSpPr>
          <p:spPr>
            <a:xfrm>
              <a:off x="2836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7" name="타원 16546">
              <a:extLst>
                <a:ext uri="{FF2B5EF4-FFF2-40B4-BE49-F238E27FC236}">
                  <a16:creationId xmlns:a16="http://schemas.microsoft.com/office/drawing/2014/main" id="{52722E39-ED71-4F89-BA98-737A979E829F}"/>
                </a:ext>
              </a:extLst>
            </p:cNvPr>
            <p:cNvSpPr/>
            <p:nvPr/>
          </p:nvSpPr>
          <p:spPr>
            <a:xfrm>
              <a:off x="2988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8" name="타원 16547">
              <a:extLst>
                <a:ext uri="{FF2B5EF4-FFF2-40B4-BE49-F238E27FC236}">
                  <a16:creationId xmlns:a16="http://schemas.microsoft.com/office/drawing/2014/main" id="{C51B2D72-A246-46A6-B50A-429B94423773}"/>
                </a:ext>
              </a:extLst>
            </p:cNvPr>
            <p:cNvSpPr/>
            <p:nvPr/>
          </p:nvSpPr>
          <p:spPr>
            <a:xfrm>
              <a:off x="3140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9" name="타원 16548">
              <a:extLst>
                <a:ext uri="{FF2B5EF4-FFF2-40B4-BE49-F238E27FC236}">
                  <a16:creationId xmlns:a16="http://schemas.microsoft.com/office/drawing/2014/main" id="{0C9CDAC8-9C7F-4D56-A09F-C2F5F55C5CC1}"/>
                </a:ext>
              </a:extLst>
            </p:cNvPr>
            <p:cNvSpPr/>
            <p:nvPr/>
          </p:nvSpPr>
          <p:spPr>
            <a:xfrm>
              <a:off x="3293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0" name="타원 16549">
              <a:extLst>
                <a:ext uri="{FF2B5EF4-FFF2-40B4-BE49-F238E27FC236}">
                  <a16:creationId xmlns:a16="http://schemas.microsoft.com/office/drawing/2014/main" id="{CE849B98-C943-4C84-923D-CA39DF8FEFB3}"/>
                </a:ext>
              </a:extLst>
            </p:cNvPr>
            <p:cNvSpPr/>
            <p:nvPr/>
          </p:nvSpPr>
          <p:spPr>
            <a:xfrm>
              <a:off x="3445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1" name="타원 16550">
              <a:extLst>
                <a:ext uri="{FF2B5EF4-FFF2-40B4-BE49-F238E27FC236}">
                  <a16:creationId xmlns:a16="http://schemas.microsoft.com/office/drawing/2014/main" id="{116C56C0-7510-4DC7-88EC-10DCA43E050F}"/>
                </a:ext>
              </a:extLst>
            </p:cNvPr>
            <p:cNvSpPr/>
            <p:nvPr/>
          </p:nvSpPr>
          <p:spPr>
            <a:xfrm>
              <a:off x="3598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2" name="타원 16551">
              <a:extLst>
                <a:ext uri="{FF2B5EF4-FFF2-40B4-BE49-F238E27FC236}">
                  <a16:creationId xmlns:a16="http://schemas.microsoft.com/office/drawing/2014/main" id="{12602B6E-DAEB-4C7A-94ED-E8808496DEC9}"/>
                </a:ext>
              </a:extLst>
            </p:cNvPr>
            <p:cNvSpPr/>
            <p:nvPr/>
          </p:nvSpPr>
          <p:spPr>
            <a:xfrm>
              <a:off x="3750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3" name="타원 16552">
              <a:extLst>
                <a:ext uri="{FF2B5EF4-FFF2-40B4-BE49-F238E27FC236}">
                  <a16:creationId xmlns:a16="http://schemas.microsoft.com/office/drawing/2014/main" id="{8B73CA17-ADE8-4784-A6FA-37B691A82886}"/>
                </a:ext>
              </a:extLst>
            </p:cNvPr>
            <p:cNvSpPr/>
            <p:nvPr/>
          </p:nvSpPr>
          <p:spPr>
            <a:xfrm>
              <a:off x="3902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4" name="타원 16553">
              <a:extLst>
                <a:ext uri="{FF2B5EF4-FFF2-40B4-BE49-F238E27FC236}">
                  <a16:creationId xmlns:a16="http://schemas.microsoft.com/office/drawing/2014/main" id="{5BA59936-C447-466D-B780-2641E324F15A}"/>
                </a:ext>
              </a:extLst>
            </p:cNvPr>
            <p:cNvSpPr/>
            <p:nvPr/>
          </p:nvSpPr>
          <p:spPr>
            <a:xfrm>
              <a:off x="4055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5" name="타원 16554">
              <a:extLst>
                <a:ext uri="{FF2B5EF4-FFF2-40B4-BE49-F238E27FC236}">
                  <a16:creationId xmlns:a16="http://schemas.microsoft.com/office/drawing/2014/main" id="{5D1C5143-19C6-46ED-9453-04F7126AC435}"/>
                </a:ext>
              </a:extLst>
            </p:cNvPr>
            <p:cNvSpPr/>
            <p:nvPr/>
          </p:nvSpPr>
          <p:spPr>
            <a:xfrm>
              <a:off x="4207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6" name="타원 16555">
              <a:extLst>
                <a:ext uri="{FF2B5EF4-FFF2-40B4-BE49-F238E27FC236}">
                  <a16:creationId xmlns:a16="http://schemas.microsoft.com/office/drawing/2014/main" id="{C8127877-6862-4FB8-AC65-AD69F364383E}"/>
                </a:ext>
              </a:extLst>
            </p:cNvPr>
            <p:cNvSpPr/>
            <p:nvPr/>
          </p:nvSpPr>
          <p:spPr>
            <a:xfrm>
              <a:off x="4360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7" name="타원 16556">
              <a:extLst>
                <a:ext uri="{FF2B5EF4-FFF2-40B4-BE49-F238E27FC236}">
                  <a16:creationId xmlns:a16="http://schemas.microsoft.com/office/drawing/2014/main" id="{47BFFC79-57FE-45ED-A14E-35604CA6DCD0}"/>
                </a:ext>
              </a:extLst>
            </p:cNvPr>
            <p:cNvSpPr/>
            <p:nvPr/>
          </p:nvSpPr>
          <p:spPr>
            <a:xfrm>
              <a:off x="4512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8" name="타원 16557">
              <a:extLst>
                <a:ext uri="{FF2B5EF4-FFF2-40B4-BE49-F238E27FC236}">
                  <a16:creationId xmlns:a16="http://schemas.microsoft.com/office/drawing/2014/main" id="{775F18D4-99DA-4D79-BB9F-B03191A0272A}"/>
                </a:ext>
              </a:extLst>
            </p:cNvPr>
            <p:cNvSpPr/>
            <p:nvPr/>
          </p:nvSpPr>
          <p:spPr>
            <a:xfrm>
              <a:off x="4664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9" name="타원 16558">
              <a:extLst>
                <a:ext uri="{FF2B5EF4-FFF2-40B4-BE49-F238E27FC236}">
                  <a16:creationId xmlns:a16="http://schemas.microsoft.com/office/drawing/2014/main" id="{5F4E817D-89EE-47DF-BFE5-B24A14FC2B37}"/>
                </a:ext>
              </a:extLst>
            </p:cNvPr>
            <p:cNvSpPr/>
            <p:nvPr/>
          </p:nvSpPr>
          <p:spPr>
            <a:xfrm>
              <a:off x="4817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0" name="타원 16559">
              <a:extLst>
                <a:ext uri="{FF2B5EF4-FFF2-40B4-BE49-F238E27FC236}">
                  <a16:creationId xmlns:a16="http://schemas.microsoft.com/office/drawing/2014/main" id="{08D9CD6E-2869-45F5-AA46-01EFC6F0096E}"/>
                </a:ext>
              </a:extLst>
            </p:cNvPr>
            <p:cNvSpPr/>
            <p:nvPr/>
          </p:nvSpPr>
          <p:spPr>
            <a:xfrm>
              <a:off x="4969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1" name="타원 16560">
              <a:extLst>
                <a:ext uri="{FF2B5EF4-FFF2-40B4-BE49-F238E27FC236}">
                  <a16:creationId xmlns:a16="http://schemas.microsoft.com/office/drawing/2014/main" id="{D7E0B4CA-CE3B-432D-9633-C888A96EDB23}"/>
                </a:ext>
              </a:extLst>
            </p:cNvPr>
            <p:cNvSpPr/>
            <p:nvPr/>
          </p:nvSpPr>
          <p:spPr>
            <a:xfrm>
              <a:off x="5122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2" name="타원 16561">
              <a:extLst>
                <a:ext uri="{FF2B5EF4-FFF2-40B4-BE49-F238E27FC236}">
                  <a16:creationId xmlns:a16="http://schemas.microsoft.com/office/drawing/2014/main" id="{8A9698DF-4BA3-43CB-BE24-49507738BD08}"/>
                </a:ext>
              </a:extLst>
            </p:cNvPr>
            <p:cNvSpPr/>
            <p:nvPr/>
          </p:nvSpPr>
          <p:spPr>
            <a:xfrm>
              <a:off x="5274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3" name="타원 16562">
              <a:extLst>
                <a:ext uri="{FF2B5EF4-FFF2-40B4-BE49-F238E27FC236}">
                  <a16:creationId xmlns:a16="http://schemas.microsoft.com/office/drawing/2014/main" id="{3C4CF26F-160A-4AA4-ACDF-679CA760881A}"/>
                </a:ext>
              </a:extLst>
            </p:cNvPr>
            <p:cNvSpPr/>
            <p:nvPr/>
          </p:nvSpPr>
          <p:spPr>
            <a:xfrm>
              <a:off x="5426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4" name="타원 16563">
              <a:extLst>
                <a:ext uri="{FF2B5EF4-FFF2-40B4-BE49-F238E27FC236}">
                  <a16:creationId xmlns:a16="http://schemas.microsoft.com/office/drawing/2014/main" id="{B00F31FA-8C4F-41DF-9245-097229DBA477}"/>
                </a:ext>
              </a:extLst>
            </p:cNvPr>
            <p:cNvSpPr/>
            <p:nvPr/>
          </p:nvSpPr>
          <p:spPr>
            <a:xfrm>
              <a:off x="5579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5" name="타원 16564">
              <a:extLst>
                <a:ext uri="{FF2B5EF4-FFF2-40B4-BE49-F238E27FC236}">
                  <a16:creationId xmlns:a16="http://schemas.microsoft.com/office/drawing/2014/main" id="{55DE1B41-6D23-4348-AD1E-D1500AC608C4}"/>
                </a:ext>
              </a:extLst>
            </p:cNvPr>
            <p:cNvSpPr/>
            <p:nvPr/>
          </p:nvSpPr>
          <p:spPr>
            <a:xfrm>
              <a:off x="5731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6" name="타원 16565">
              <a:extLst>
                <a:ext uri="{FF2B5EF4-FFF2-40B4-BE49-F238E27FC236}">
                  <a16:creationId xmlns:a16="http://schemas.microsoft.com/office/drawing/2014/main" id="{A15451B8-D18C-49DA-8AF2-70A39BCC85EE}"/>
                </a:ext>
              </a:extLst>
            </p:cNvPr>
            <p:cNvSpPr/>
            <p:nvPr/>
          </p:nvSpPr>
          <p:spPr>
            <a:xfrm>
              <a:off x="245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7" name="타원 16566">
              <a:extLst>
                <a:ext uri="{FF2B5EF4-FFF2-40B4-BE49-F238E27FC236}">
                  <a16:creationId xmlns:a16="http://schemas.microsoft.com/office/drawing/2014/main" id="{D2DCCCF5-2758-4C56-AEF7-6B8F809CF954}"/>
                </a:ext>
              </a:extLst>
            </p:cNvPr>
            <p:cNvSpPr/>
            <p:nvPr/>
          </p:nvSpPr>
          <p:spPr>
            <a:xfrm>
              <a:off x="397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8" name="타원 16567">
              <a:extLst>
                <a:ext uri="{FF2B5EF4-FFF2-40B4-BE49-F238E27FC236}">
                  <a16:creationId xmlns:a16="http://schemas.microsoft.com/office/drawing/2014/main" id="{E3334A3F-134D-4A85-96AA-C8FBA5F920EC}"/>
                </a:ext>
              </a:extLst>
            </p:cNvPr>
            <p:cNvSpPr/>
            <p:nvPr/>
          </p:nvSpPr>
          <p:spPr>
            <a:xfrm>
              <a:off x="550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69" name="타원 16568">
              <a:extLst>
                <a:ext uri="{FF2B5EF4-FFF2-40B4-BE49-F238E27FC236}">
                  <a16:creationId xmlns:a16="http://schemas.microsoft.com/office/drawing/2014/main" id="{C25A9080-D13C-4D5D-9DB3-880FB61AFB8D}"/>
                </a:ext>
              </a:extLst>
            </p:cNvPr>
            <p:cNvSpPr/>
            <p:nvPr/>
          </p:nvSpPr>
          <p:spPr>
            <a:xfrm>
              <a:off x="702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0" name="타원 16569">
              <a:extLst>
                <a:ext uri="{FF2B5EF4-FFF2-40B4-BE49-F238E27FC236}">
                  <a16:creationId xmlns:a16="http://schemas.microsoft.com/office/drawing/2014/main" id="{ADF8B25F-0322-41AC-B73C-BBE39542FE12}"/>
                </a:ext>
              </a:extLst>
            </p:cNvPr>
            <p:cNvSpPr/>
            <p:nvPr/>
          </p:nvSpPr>
          <p:spPr>
            <a:xfrm>
              <a:off x="854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1" name="타원 16570">
              <a:extLst>
                <a:ext uri="{FF2B5EF4-FFF2-40B4-BE49-F238E27FC236}">
                  <a16:creationId xmlns:a16="http://schemas.microsoft.com/office/drawing/2014/main" id="{76E747DA-4958-4977-A423-3A323316705D}"/>
                </a:ext>
              </a:extLst>
            </p:cNvPr>
            <p:cNvSpPr/>
            <p:nvPr/>
          </p:nvSpPr>
          <p:spPr>
            <a:xfrm>
              <a:off x="1007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2" name="타원 16571">
              <a:extLst>
                <a:ext uri="{FF2B5EF4-FFF2-40B4-BE49-F238E27FC236}">
                  <a16:creationId xmlns:a16="http://schemas.microsoft.com/office/drawing/2014/main" id="{1368CE9F-5878-451E-AFD8-9767E28A7F20}"/>
                </a:ext>
              </a:extLst>
            </p:cNvPr>
            <p:cNvSpPr/>
            <p:nvPr/>
          </p:nvSpPr>
          <p:spPr>
            <a:xfrm>
              <a:off x="1159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3" name="타원 16572">
              <a:extLst>
                <a:ext uri="{FF2B5EF4-FFF2-40B4-BE49-F238E27FC236}">
                  <a16:creationId xmlns:a16="http://schemas.microsoft.com/office/drawing/2014/main" id="{A1CC3023-FD80-4218-9397-CBBAF8B64CDE}"/>
                </a:ext>
              </a:extLst>
            </p:cNvPr>
            <p:cNvSpPr/>
            <p:nvPr/>
          </p:nvSpPr>
          <p:spPr>
            <a:xfrm>
              <a:off x="1312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4" name="타원 16573">
              <a:extLst>
                <a:ext uri="{FF2B5EF4-FFF2-40B4-BE49-F238E27FC236}">
                  <a16:creationId xmlns:a16="http://schemas.microsoft.com/office/drawing/2014/main" id="{D6ABF95D-50F8-4507-B707-5DDEC02E413A}"/>
                </a:ext>
              </a:extLst>
            </p:cNvPr>
            <p:cNvSpPr/>
            <p:nvPr/>
          </p:nvSpPr>
          <p:spPr>
            <a:xfrm>
              <a:off x="1464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5" name="타원 16574">
              <a:extLst>
                <a:ext uri="{FF2B5EF4-FFF2-40B4-BE49-F238E27FC236}">
                  <a16:creationId xmlns:a16="http://schemas.microsoft.com/office/drawing/2014/main" id="{0417AB1C-72C5-4AD7-AC7F-18144DAA469A}"/>
                </a:ext>
              </a:extLst>
            </p:cNvPr>
            <p:cNvSpPr/>
            <p:nvPr/>
          </p:nvSpPr>
          <p:spPr>
            <a:xfrm>
              <a:off x="1616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6" name="타원 16575">
              <a:extLst>
                <a:ext uri="{FF2B5EF4-FFF2-40B4-BE49-F238E27FC236}">
                  <a16:creationId xmlns:a16="http://schemas.microsoft.com/office/drawing/2014/main" id="{4685509E-083B-4DB4-BA00-76A32FD54149}"/>
                </a:ext>
              </a:extLst>
            </p:cNvPr>
            <p:cNvSpPr/>
            <p:nvPr/>
          </p:nvSpPr>
          <p:spPr>
            <a:xfrm>
              <a:off x="1769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7" name="타원 16576">
              <a:extLst>
                <a:ext uri="{FF2B5EF4-FFF2-40B4-BE49-F238E27FC236}">
                  <a16:creationId xmlns:a16="http://schemas.microsoft.com/office/drawing/2014/main" id="{C92C1383-0020-46DD-8847-6F8A0C7EE563}"/>
                </a:ext>
              </a:extLst>
            </p:cNvPr>
            <p:cNvSpPr/>
            <p:nvPr/>
          </p:nvSpPr>
          <p:spPr>
            <a:xfrm>
              <a:off x="1921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8" name="타원 16577">
              <a:extLst>
                <a:ext uri="{FF2B5EF4-FFF2-40B4-BE49-F238E27FC236}">
                  <a16:creationId xmlns:a16="http://schemas.microsoft.com/office/drawing/2014/main" id="{74E9C45D-AB8F-422A-9AE2-C822E7670BC4}"/>
                </a:ext>
              </a:extLst>
            </p:cNvPr>
            <p:cNvSpPr/>
            <p:nvPr/>
          </p:nvSpPr>
          <p:spPr>
            <a:xfrm>
              <a:off x="2074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79" name="타원 16578">
              <a:extLst>
                <a:ext uri="{FF2B5EF4-FFF2-40B4-BE49-F238E27FC236}">
                  <a16:creationId xmlns:a16="http://schemas.microsoft.com/office/drawing/2014/main" id="{1193F118-BB46-4602-AE07-2D8E378AC9E4}"/>
                </a:ext>
              </a:extLst>
            </p:cNvPr>
            <p:cNvSpPr/>
            <p:nvPr/>
          </p:nvSpPr>
          <p:spPr>
            <a:xfrm>
              <a:off x="2226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0" name="타원 16579">
              <a:extLst>
                <a:ext uri="{FF2B5EF4-FFF2-40B4-BE49-F238E27FC236}">
                  <a16:creationId xmlns:a16="http://schemas.microsoft.com/office/drawing/2014/main" id="{B4B818C5-A6CC-4040-AEDC-10E5ABA749BC}"/>
                </a:ext>
              </a:extLst>
            </p:cNvPr>
            <p:cNvSpPr/>
            <p:nvPr/>
          </p:nvSpPr>
          <p:spPr>
            <a:xfrm>
              <a:off x="2378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1" name="타원 16580">
              <a:extLst>
                <a:ext uri="{FF2B5EF4-FFF2-40B4-BE49-F238E27FC236}">
                  <a16:creationId xmlns:a16="http://schemas.microsoft.com/office/drawing/2014/main" id="{9F473DB7-3A4B-4742-AAF1-8118B4798D0B}"/>
                </a:ext>
              </a:extLst>
            </p:cNvPr>
            <p:cNvSpPr/>
            <p:nvPr/>
          </p:nvSpPr>
          <p:spPr>
            <a:xfrm>
              <a:off x="2531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2" name="타원 16581">
              <a:extLst>
                <a:ext uri="{FF2B5EF4-FFF2-40B4-BE49-F238E27FC236}">
                  <a16:creationId xmlns:a16="http://schemas.microsoft.com/office/drawing/2014/main" id="{8C8C8502-7CD6-45FA-8E08-FC900F7982A3}"/>
                </a:ext>
              </a:extLst>
            </p:cNvPr>
            <p:cNvSpPr/>
            <p:nvPr/>
          </p:nvSpPr>
          <p:spPr>
            <a:xfrm>
              <a:off x="2683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3" name="타원 16582">
              <a:extLst>
                <a:ext uri="{FF2B5EF4-FFF2-40B4-BE49-F238E27FC236}">
                  <a16:creationId xmlns:a16="http://schemas.microsoft.com/office/drawing/2014/main" id="{18C96E10-5C77-457E-819F-E65676493048}"/>
                </a:ext>
              </a:extLst>
            </p:cNvPr>
            <p:cNvSpPr/>
            <p:nvPr/>
          </p:nvSpPr>
          <p:spPr>
            <a:xfrm>
              <a:off x="2836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4" name="타원 16583">
              <a:extLst>
                <a:ext uri="{FF2B5EF4-FFF2-40B4-BE49-F238E27FC236}">
                  <a16:creationId xmlns:a16="http://schemas.microsoft.com/office/drawing/2014/main" id="{4772D7A4-C1D8-4EFF-BAA8-B01F040DFBB2}"/>
                </a:ext>
              </a:extLst>
            </p:cNvPr>
            <p:cNvSpPr/>
            <p:nvPr/>
          </p:nvSpPr>
          <p:spPr>
            <a:xfrm>
              <a:off x="2988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5" name="타원 16584">
              <a:extLst>
                <a:ext uri="{FF2B5EF4-FFF2-40B4-BE49-F238E27FC236}">
                  <a16:creationId xmlns:a16="http://schemas.microsoft.com/office/drawing/2014/main" id="{74E47FCC-F310-4233-94D6-0AF1D718B5D7}"/>
                </a:ext>
              </a:extLst>
            </p:cNvPr>
            <p:cNvSpPr/>
            <p:nvPr/>
          </p:nvSpPr>
          <p:spPr>
            <a:xfrm>
              <a:off x="3140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6" name="타원 16585">
              <a:extLst>
                <a:ext uri="{FF2B5EF4-FFF2-40B4-BE49-F238E27FC236}">
                  <a16:creationId xmlns:a16="http://schemas.microsoft.com/office/drawing/2014/main" id="{5C070824-F211-47E6-B0C2-EBE890A3B736}"/>
                </a:ext>
              </a:extLst>
            </p:cNvPr>
            <p:cNvSpPr/>
            <p:nvPr/>
          </p:nvSpPr>
          <p:spPr>
            <a:xfrm>
              <a:off x="3293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7" name="타원 16586">
              <a:extLst>
                <a:ext uri="{FF2B5EF4-FFF2-40B4-BE49-F238E27FC236}">
                  <a16:creationId xmlns:a16="http://schemas.microsoft.com/office/drawing/2014/main" id="{E3F59351-95A2-496D-AC05-5C820086B1CC}"/>
                </a:ext>
              </a:extLst>
            </p:cNvPr>
            <p:cNvSpPr/>
            <p:nvPr/>
          </p:nvSpPr>
          <p:spPr>
            <a:xfrm>
              <a:off x="3445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8" name="타원 16587">
              <a:extLst>
                <a:ext uri="{FF2B5EF4-FFF2-40B4-BE49-F238E27FC236}">
                  <a16:creationId xmlns:a16="http://schemas.microsoft.com/office/drawing/2014/main" id="{C7F1740A-E0BF-4CD1-8FC5-78CBF27F0A0A}"/>
                </a:ext>
              </a:extLst>
            </p:cNvPr>
            <p:cNvSpPr/>
            <p:nvPr/>
          </p:nvSpPr>
          <p:spPr>
            <a:xfrm>
              <a:off x="3598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89" name="타원 16588">
              <a:extLst>
                <a:ext uri="{FF2B5EF4-FFF2-40B4-BE49-F238E27FC236}">
                  <a16:creationId xmlns:a16="http://schemas.microsoft.com/office/drawing/2014/main" id="{F0AAAD91-73BE-4614-8BA5-9EC259F200E7}"/>
                </a:ext>
              </a:extLst>
            </p:cNvPr>
            <p:cNvSpPr/>
            <p:nvPr/>
          </p:nvSpPr>
          <p:spPr>
            <a:xfrm>
              <a:off x="3750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0" name="타원 16589">
              <a:extLst>
                <a:ext uri="{FF2B5EF4-FFF2-40B4-BE49-F238E27FC236}">
                  <a16:creationId xmlns:a16="http://schemas.microsoft.com/office/drawing/2014/main" id="{BAE01609-6D8F-4785-866E-5FCF397FBC69}"/>
                </a:ext>
              </a:extLst>
            </p:cNvPr>
            <p:cNvSpPr/>
            <p:nvPr/>
          </p:nvSpPr>
          <p:spPr>
            <a:xfrm>
              <a:off x="3902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1" name="타원 16590">
              <a:extLst>
                <a:ext uri="{FF2B5EF4-FFF2-40B4-BE49-F238E27FC236}">
                  <a16:creationId xmlns:a16="http://schemas.microsoft.com/office/drawing/2014/main" id="{7630EE33-3BC6-42C5-8456-06741B951C42}"/>
                </a:ext>
              </a:extLst>
            </p:cNvPr>
            <p:cNvSpPr/>
            <p:nvPr/>
          </p:nvSpPr>
          <p:spPr>
            <a:xfrm>
              <a:off x="4055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2" name="타원 16591">
              <a:extLst>
                <a:ext uri="{FF2B5EF4-FFF2-40B4-BE49-F238E27FC236}">
                  <a16:creationId xmlns:a16="http://schemas.microsoft.com/office/drawing/2014/main" id="{9BCAEE2E-0FD1-4C05-B1E8-2C08B35DC565}"/>
                </a:ext>
              </a:extLst>
            </p:cNvPr>
            <p:cNvSpPr/>
            <p:nvPr/>
          </p:nvSpPr>
          <p:spPr>
            <a:xfrm>
              <a:off x="4207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3" name="타원 16592">
              <a:extLst>
                <a:ext uri="{FF2B5EF4-FFF2-40B4-BE49-F238E27FC236}">
                  <a16:creationId xmlns:a16="http://schemas.microsoft.com/office/drawing/2014/main" id="{9833647C-F097-43EF-A05E-FF77AD3B8596}"/>
                </a:ext>
              </a:extLst>
            </p:cNvPr>
            <p:cNvSpPr/>
            <p:nvPr/>
          </p:nvSpPr>
          <p:spPr>
            <a:xfrm>
              <a:off x="4360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4" name="타원 16593">
              <a:extLst>
                <a:ext uri="{FF2B5EF4-FFF2-40B4-BE49-F238E27FC236}">
                  <a16:creationId xmlns:a16="http://schemas.microsoft.com/office/drawing/2014/main" id="{DF745720-16C2-48A8-802B-21589A0B0FAA}"/>
                </a:ext>
              </a:extLst>
            </p:cNvPr>
            <p:cNvSpPr/>
            <p:nvPr/>
          </p:nvSpPr>
          <p:spPr>
            <a:xfrm>
              <a:off x="4512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5" name="타원 16594">
              <a:extLst>
                <a:ext uri="{FF2B5EF4-FFF2-40B4-BE49-F238E27FC236}">
                  <a16:creationId xmlns:a16="http://schemas.microsoft.com/office/drawing/2014/main" id="{8D14822B-986D-42F8-8A82-815EFA49A1F0}"/>
                </a:ext>
              </a:extLst>
            </p:cNvPr>
            <p:cNvSpPr/>
            <p:nvPr/>
          </p:nvSpPr>
          <p:spPr>
            <a:xfrm>
              <a:off x="4664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6" name="타원 16595">
              <a:extLst>
                <a:ext uri="{FF2B5EF4-FFF2-40B4-BE49-F238E27FC236}">
                  <a16:creationId xmlns:a16="http://schemas.microsoft.com/office/drawing/2014/main" id="{F0ED342C-52A6-4A49-8867-C67DD6FCDB14}"/>
                </a:ext>
              </a:extLst>
            </p:cNvPr>
            <p:cNvSpPr/>
            <p:nvPr/>
          </p:nvSpPr>
          <p:spPr>
            <a:xfrm>
              <a:off x="4817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7" name="타원 16596">
              <a:extLst>
                <a:ext uri="{FF2B5EF4-FFF2-40B4-BE49-F238E27FC236}">
                  <a16:creationId xmlns:a16="http://schemas.microsoft.com/office/drawing/2014/main" id="{A6319C90-99E8-4747-A831-2C3C60593B31}"/>
                </a:ext>
              </a:extLst>
            </p:cNvPr>
            <p:cNvSpPr/>
            <p:nvPr/>
          </p:nvSpPr>
          <p:spPr>
            <a:xfrm>
              <a:off x="4969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8" name="타원 16597">
              <a:extLst>
                <a:ext uri="{FF2B5EF4-FFF2-40B4-BE49-F238E27FC236}">
                  <a16:creationId xmlns:a16="http://schemas.microsoft.com/office/drawing/2014/main" id="{D178EB95-E3BE-4E18-8609-5826C19E649F}"/>
                </a:ext>
              </a:extLst>
            </p:cNvPr>
            <p:cNvSpPr/>
            <p:nvPr/>
          </p:nvSpPr>
          <p:spPr>
            <a:xfrm>
              <a:off x="5122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99" name="타원 16598">
              <a:extLst>
                <a:ext uri="{FF2B5EF4-FFF2-40B4-BE49-F238E27FC236}">
                  <a16:creationId xmlns:a16="http://schemas.microsoft.com/office/drawing/2014/main" id="{06F01CF2-D266-4B07-B39D-33957D50A301}"/>
                </a:ext>
              </a:extLst>
            </p:cNvPr>
            <p:cNvSpPr/>
            <p:nvPr/>
          </p:nvSpPr>
          <p:spPr>
            <a:xfrm>
              <a:off x="5274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0" name="타원 16599">
              <a:extLst>
                <a:ext uri="{FF2B5EF4-FFF2-40B4-BE49-F238E27FC236}">
                  <a16:creationId xmlns:a16="http://schemas.microsoft.com/office/drawing/2014/main" id="{040D3C19-4487-40F9-A622-CA4DB330C55F}"/>
                </a:ext>
              </a:extLst>
            </p:cNvPr>
            <p:cNvSpPr/>
            <p:nvPr/>
          </p:nvSpPr>
          <p:spPr>
            <a:xfrm>
              <a:off x="5426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1" name="타원 16600">
              <a:extLst>
                <a:ext uri="{FF2B5EF4-FFF2-40B4-BE49-F238E27FC236}">
                  <a16:creationId xmlns:a16="http://schemas.microsoft.com/office/drawing/2014/main" id="{15B1E24A-1BFD-42B8-835E-9266C76172E5}"/>
                </a:ext>
              </a:extLst>
            </p:cNvPr>
            <p:cNvSpPr/>
            <p:nvPr/>
          </p:nvSpPr>
          <p:spPr>
            <a:xfrm>
              <a:off x="5579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2" name="타원 16601">
              <a:extLst>
                <a:ext uri="{FF2B5EF4-FFF2-40B4-BE49-F238E27FC236}">
                  <a16:creationId xmlns:a16="http://schemas.microsoft.com/office/drawing/2014/main" id="{B43BCD8C-3D0F-4551-8696-9FEB979FCC07}"/>
                </a:ext>
              </a:extLst>
            </p:cNvPr>
            <p:cNvSpPr/>
            <p:nvPr/>
          </p:nvSpPr>
          <p:spPr>
            <a:xfrm>
              <a:off x="5731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3" name="타원 16602">
              <a:extLst>
                <a:ext uri="{FF2B5EF4-FFF2-40B4-BE49-F238E27FC236}">
                  <a16:creationId xmlns:a16="http://schemas.microsoft.com/office/drawing/2014/main" id="{642FED9B-34B4-4CBA-9BC0-D8E9E0A24821}"/>
                </a:ext>
              </a:extLst>
            </p:cNvPr>
            <p:cNvSpPr/>
            <p:nvPr/>
          </p:nvSpPr>
          <p:spPr>
            <a:xfrm>
              <a:off x="245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4" name="타원 16603">
              <a:extLst>
                <a:ext uri="{FF2B5EF4-FFF2-40B4-BE49-F238E27FC236}">
                  <a16:creationId xmlns:a16="http://schemas.microsoft.com/office/drawing/2014/main" id="{B232C2F4-4B24-4756-AA7C-D611572ED134}"/>
                </a:ext>
              </a:extLst>
            </p:cNvPr>
            <p:cNvSpPr/>
            <p:nvPr/>
          </p:nvSpPr>
          <p:spPr>
            <a:xfrm>
              <a:off x="397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5" name="타원 16604">
              <a:extLst>
                <a:ext uri="{FF2B5EF4-FFF2-40B4-BE49-F238E27FC236}">
                  <a16:creationId xmlns:a16="http://schemas.microsoft.com/office/drawing/2014/main" id="{B80DD537-E7B1-4407-B85D-AA09432D3151}"/>
                </a:ext>
              </a:extLst>
            </p:cNvPr>
            <p:cNvSpPr/>
            <p:nvPr/>
          </p:nvSpPr>
          <p:spPr>
            <a:xfrm>
              <a:off x="550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6" name="타원 16605">
              <a:extLst>
                <a:ext uri="{FF2B5EF4-FFF2-40B4-BE49-F238E27FC236}">
                  <a16:creationId xmlns:a16="http://schemas.microsoft.com/office/drawing/2014/main" id="{58AE70BE-435B-4F33-83D7-64AC1D96DD45}"/>
                </a:ext>
              </a:extLst>
            </p:cNvPr>
            <p:cNvSpPr/>
            <p:nvPr/>
          </p:nvSpPr>
          <p:spPr>
            <a:xfrm>
              <a:off x="702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7" name="타원 16606">
              <a:extLst>
                <a:ext uri="{FF2B5EF4-FFF2-40B4-BE49-F238E27FC236}">
                  <a16:creationId xmlns:a16="http://schemas.microsoft.com/office/drawing/2014/main" id="{31FD3F41-1DB0-43C7-BD05-181458729734}"/>
                </a:ext>
              </a:extLst>
            </p:cNvPr>
            <p:cNvSpPr/>
            <p:nvPr/>
          </p:nvSpPr>
          <p:spPr>
            <a:xfrm>
              <a:off x="854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8" name="타원 16607">
              <a:extLst>
                <a:ext uri="{FF2B5EF4-FFF2-40B4-BE49-F238E27FC236}">
                  <a16:creationId xmlns:a16="http://schemas.microsoft.com/office/drawing/2014/main" id="{5D889664-3C0D-43DA-8A99-0E86749E3178}"/>
                </a:ext>
              </a:extLst>
            </p:cNvPr>
            <p:cNvSpPr/>
            <p:nvPr/>
          </p:nvSpPr>
          <p:spPr>
            <a:xfrm>
              <a:off x="1007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09" name="타원 16608">
              <a:extLst>
                <a:ext uri="{FF2B5EF4-FFF2-40B4-BE49-F238E27FC236}">
                  <a16:creationId xmlns:a16="http://schemas.microsoft.com/office/drawing/2014/main" id="{ECE71828-371E-4E65-8F42-591A2F44BC63}"/>
                </a:ext>
              </a:extLst>
            </p:cNvPr>
            <p:cNvSpPr/>
            <p:nvPr/>
          </p:nvSpPr>
          <p:spPr>
            <a:xfrm>
              <a:off x="1159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0" name="타원 16609">
              <a:extLst>
                <a:ext uri="{FF2B5EF4-FFF2-40B4-BE49-F238E27FC236}">
                  <a16:creationId xmlns:a16="http://schemas.microsoft.com/office/drawing/2014/main" id="{04FE55AE-1A02-487B-BF0B-25F62D173E04}"/>
                </a:ext>
              </a:extLst>
            </p:cNvPr>
            <p:cNvSpPr/>
            <p:nvPr/>
          </p:nvSpPr>
          <p:spPr>
            <a:xfrm>
              <a:off x="1312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1" name="타원 16610">
              <a:extLst>
                <a:ext uri="{FF2B5EF4-FFF2-40B4-BE49-F238E27FC236}">
                  <a16:creationId xmlns:a16="http://schemas.microsoft.com/office/drawing/2014/main" id="{AD95F58A-5E39-4286-BB41-97B4FAD51012}"/>
                </a:ext>
              </a:extLst>
            </p:cNvPr>
            <p:cNvSpPr/>
            <p:nvPr/>
          </p:nvSpPr>
          <p:spPr>
            <a:xfrm>
              <a:off x="1464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2" name="타원 16611">
              <a:extLst>
                <a:ext uri="{FF2B5EF4-FFF2-40B4-BE49-F238E27FC236}">
                  <a16:creationId xmlns:a16="http://schemas.microsoft.com/office/drawing/2014/main" id="{7BDE1C5E-2EBD-4255-9C31-C2A42099F7DC}"/>
                </a:ext>
              </a:extLst>
            </p:cNvPr>
            <p:cNvSpPr/>
            <p:nvPr/>
          </p:nvSpPr>
          <p:spPr>
            <a:xfrm>
              <a:off x="1616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3" name="타원 16612">
              <a:extLst>
                <a:ext uri="{FF2B5EF4-FFF2-40B4-BE49-F238E27FC236}">
                  <a16:creationId xmlns:a16="http://schemas.microsoft.com/office/drawing/2014/main" id="{EDB77E99-7FD8-44AE-BA19-F4AB4A7D0099}"/>
                </a:ext>
              </a:extLst>
            </p:cNvPr>
            <p:cNvSpPr/>
            <p:nvPr/>
          </p:nvSpPr>
          <p:spPr>
            <a:xfrm>
              <a:off x="1769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4" name="타원 16613">
              <a:extLst>
                <a:ext uri="{FF2B5EF4-FFF2-40B4-BE49-F238E27FC236}">
                  <a16:creationId xmlns:a16="http://schemas.microsoft.com/office/drawing/2014/main" id="{423A027D-BC73-4CCB-B774-1EB2960A160B}"/>
                </a:ext>
              </a:extLst>
            </p:cNvPr>
            <p:cNvSpPr/>
            <p:nvPr/>
          </p:nvSpPr>
          <p:spPr>
            <a:xfrm>
              <a:off x="1921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5" name="타원 16614">
              <a:extLst>
                <a:ext uri="{FF2B5EF4-FFF2-40B4-BE49-F238E27FC236}">
                  <a16:creationId xmlns:a16="http://schemas.microsoft.com/office/drawing/2014/main" id="{B5C69A4E-72B3-4943-BC3E-B2087F0523A0}"/>
                </a:ext>
              </a:extLst>
            </p:cNvPr>
            <p:cNvSpPr/>
            <p:nvPr/>
          </p:nvSpPr>
          <p:spPr>
            <a:xfrm>
              <a:off x="2074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6" name="타원 16615">
              <a:extLst>
                <a:ext uri="{FF2B5EF4-FFF2-40B4-BE49-F238E27FC236}">
                  <a16:creationId xmlns:a16="http://schemas.microsoft.com/office/drawing/2014/main" id="{AF5E5876-5AEE-4AAE-ADAE-A0B466C4A1E7}"/>
                </a:ext>
              </a:extLst>
            </p:cNvPr>
            <p:cNvSpPr/>
            <p:nvPr/>
          </p:nvSpPr>
          <p:spPr>
            <a:xfrm>
              <a:off x="2226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7" name="타원 16616">
              <a:extLst>
                <a:ext uri="{FF2B5EF4-FFF2-40B4-BE49-F238E27FC236}">
                  <a16:creationId xmlns:a16="http://schemas.microsoft.com/office/drawing/2014/main" id="{FAA2002F-3FBD-4278-B30E-8B421F86A6B8}"/>
                </a:ext>
              </a:extLst>
            </p:cNvPr>
            <p:cNvSpPr/>
            <p:nvPr/>
          </p:nvSpPr>
          <p:spPr>
            <a:xfrm>
              <a:off x="2378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8" name="타원 16617">
              <a:extLst>
                <a:ext uri="{FF2B5EF4-FFF2-40B4-BE49-F238E27FC236}">
                  <a16:creationId xmlns:a16="http://schemas.microsoft.com/office/drawing/2014/main" id="{B554A9BB-26FD-43BE-A351-B3DEC9BDC98D}"/>
                </a:ext>
              </a:extLst>
            </p:cNvPr>
            <p:cNvSpPr/>
            <p:nvPr/>
          </p:nvSpPr>
          <p:spPr>
            <a:xfrm>
              <a:off x="2531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19" name="타원 16618">
              <a:extLst>
                <a:ext uri="{FF2B5EF4-FFF2-40B4-BE49-F238E27FC236}">
                  <a16:creationId xmlns:a16="http://schemas.microsoft.com/office/drawing/2014/main" id="{38FE242E-4F59-402A-B760-2132A1CA6E20}"/>
                </a:ext>
              </a:extLst>
            </p:cNvPr>
            <p:cNvSpPr/>
            <p:nvPr/>
          </p:nvSpPr>
          <p:spPr>
            <a:xfrm>
              <a:off x="2683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0" name="타원 16619">
              <a:extLst>
                <a:ext uri="{FF2B5EF4-FFF2-40B4-BE49-F238E27FC236}">
                  <a16:creationId xmlns:a16="http://schemas.microsoft.com/office/drawing/2014/main" id="{CB736597-5FE1-44A2-96A9-154E6F195BBD}"/>
                </a:ext>
              </a:extLst>
            </p:cNvPr>
            <p:cNvSpPr/>
            <p:nvPr/>
          </p:nvSpPr>
          <p:spPr>
            <a:xfrm>
              <a:off x="2836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1" name="타원 16620">
              <a:extLst>
                <a:ext uri="{FF2B5EF4-FFF2-40B4-BE49-F238E27FC236}">
                  <a16:creationId xmlns:a16="http://schemas.microsoft.com/office/drawing/2014/main" id="{26300BC1-F63A-44D4-9709-C3EFA28A00F1}"/>
                </a:ext>
              </a:extLst>
            </p:cNvPr>
            <p:cNvSpPr/>
            <p:nvPr/>
          </p:nvSpPr>
          <p:spPr>
            <a:xfrm>
              <a:off x="2988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2" name="타원 16621">
              <a:extLst>
                <a:ext uri="{FF2B5EF4-FFF2-40B4-BE49-F238E27FC236}">
                  <a16:creationId xmlns:a16="http://schemas.microsoft.com/office/drawing/2014/main" id="{9F08A5D9-4B92-4EEA-AB75-D060A8B3F886}"/>
                </a:ext>
              </a:extLst>
            </p:cNvPr>
            <p:cNvSpPr/>
            <p:nvPr/>
          </p:nvSpPr>
          <p:spPr>
            <a:xfrm>
              <a:off x="3140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3" name="타원 16622">
              <a:extLst>
                <a:ext uri="{FF2B5EF4-FFF2-40B4-BE49-F238E27FC236}">
                  <a16:creationId xmlns:a16="http://schemas.microsoft.com/office/drawing/2014/main" id="{52E79CA5-50F1-4271-BC9B-C0F41C05070A}"/>
                </a:ext>
              </a:extLst>
            </p:cNvPr>
            <p:cNvSpPr/>
            <p:nvPr/>
          </p:nvSpPr>
          <p:spPr>
            <a:xfrm>
              <a:off x="3293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4" name="타원 16623">
              <a:extLst>
                <a:ext uri="{FF2B5EF4-FFF2-40B4-BE49-F238E27FC236}">
                  <a16:creationId xmlns:a16="http://schemas.microsoft.com/office/drawing/2014/main" id="{AEF4A9D1-2E5F-486E-9C82-C62EFB2352B7}"/>
                </a:ext>
              </a:extLst>
            </p:cNvPr>
            <p:cNvSpPr/>
            <p:nvPr/>
          </p:nvSpPr>
          <p:spPr>
            <a:xfrm>
              <a:off x="3445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5" name="타원 16624">
              <a:extLst>
                <a:ext uri="{FF2B5EF4-FFF2-40B4-BE49-F238E27FC236}">
                  <a16:creationId xmlns:a16="http://schemas.microsoft.com/office/drawing/2014/main" id="{43CB3A97-2958-4C81-AAEE-887C4FA3DA60}"/>
                </a:ext>
              </a:extLst>
            </p:cNvPr>
            <p:cNvSpPr/>
            <p:nvPr/>
          </p:nvSpPr>
          <p:spPr>
            <a:xfrm>
              <a:off x="3598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6" name="타원 16625">
              <a:extLst>
                <a:ext uri="{FF2B5EF4-FFF2-40B4-BE49-F238E27FC236}">
                  <a16:creationId xmlns:a16="http://schemas.microsoft.com/office/drawing/2014/main" id="{F9F33967-91F9-43CD-A262-D7709C82C85B}"/>
                </a:ext>
              </a:extLst>
            </p:cNvPr>
            <p:cNvSpPr/>
            <p:nvPr/>
          </p:nvSpPr>
          <p:spPr>
            <a:xfrm>
              <a:off x="3750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7" name="타원 16626">
              <a:extLst>
                <a:ext uri="{FF2B5EF4-FFF2-40B4-BE49-F238E27FC236}">
                  <a16:creationId xmlns:a16="http://schemas.microsoft.com/office/drawing/2014/main" id="{278B0DBE-6AA4-43A2-9C28-4334C113BB78}"/>
                </a:ext>
              </a:extLst>
            </p:cNvPr>
            <p:cNvSpPr/>
            <p:nvPr/>
          </p:nvSpPr>
          <p:spPr>
            <a:xfrm>
              <a:off x="3902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8" name="타원 16627">
              <a:extLst>
                <a:ext uri="{FF2B5EF4-FFF2-40B4-BE49-F238E27FC236}">
                  <a16:creationId xmlns:a16="http://schemas.microsoft.com/office/drawing/2014/main" id="{F3DA1646-2A7A-4BE3-9BA5-A0B5DEF79420}"/>
                </a:ext>
              </a:extLst>
            </p:cNvPr>
            <p:cNvSpPr/>
            <p:nvPr/>
          </p:nvSpPr>
          <p:spPr>
            <a:xfrm>
              <a:off x="4055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29" name="타원 16628">
              <a:extLst>
                <a:ext uri="{FF2B5EF4-FFF2-40B4-BE49-F238E27FC236}">
                  <a16:creationId xmlns:a16="http://schemas.microsoft.com/office/drawing/2014/main" id="{E9D6B07C-96EF-4688-885F-F670E5FE88EA}"/>
                </a:ext>
              </a:extLst>
            </p:cNvPr>
            <p:cNvSpPr/>
            <p:nvPr/>
          </p:nvSpPr>
          <p:spPr>
            <a:xfrm>
              <a:off x="4207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0" name="타원 16629">
              <a:extLst>
                <a:ext uri="{FF2B5EF4-FFF2-40B4-BE49-F238E27FC236}">
                  <a16:creationId xmlns:a16="http://schemas.microsoft.com/office/drawing/2014/main" id="{2DB269FB-BB3A-4C7D-9F68-35DD4F37A3D9}"/>
                </a:ext>
              </a:extLst>
            </p:cNvPr>
            <p:cNvSpPr/>
            <p:nvPr/>
          </p:nvSpPr>
          <p:spPr>
            <a:xfrm>
              <a:off x="4360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1" name="타원 16630">
              <a:extLst>
                <a:ext uri="{FF2B5EF4-FFF2-40B4-BE49-F238E27FC236}">
                  <a16:creationId xmlns:a16="http://schemas.microsoft.com/office/drawing/2014/main" id="{ADCA4D3B-80E8-4EEA-84F1-996FE9BE445B}"/>
                </a:ext>
              </a:extLst>
            </p:cNvPr>
            <p:cNvSpPr/>
            <p:nvPr/>
          </p:nvSpPr>
          <p:spPr>
            <a:xfrm>
              <a:off x="4512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2" name="타원 16631">
              <a:extLst>
                <a:ext uri="{FF2B5EF4-FFF2-40B4-BE49-F238E27FC236}">
                  <a16:creationId xmlns:a16="http://schemas.microsoft.com/office/drawing/2014/main" id="{7E7D4A91-A12D-4056-B074-DF00D242F955}"/>
                </a:ext>
              </a:extLst>
            </p:cNvPr>
            <p:cNvSpPr/>
            <p:nvPr/>
          </p:nvSpPr>
          <p:spPr>
            <a:xfrm>
              <a:off x="4664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3" name="타원 16632">
              <a:extLst>
                <a:ext uri="{FF2B5EF4-FFF2-40B4-BE49-F238E27FC236}">
                  <a16:creationId xmlns:a16="http://schemas.microsoft.com/office/drawing/2014/main" id="{5EEB18F0-567F-47F8-ABD8-79EF361C2AA8}"/>
                </a:ext>
              </a:extLst>
            </p:cNvPr>
            <p:cNvSpPr/>
            <p:nvPr/>
          </p:nvSpPr>
          <p:spPr>
            <a:xfrm>
              <a:off x="4817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4" name="타원 16633">
              <a:extLst>
                <a:ext uri="{FF2B5EF4-FFF2-40B4-BE49-F238E27FC236}">
                  <a16:creationId xmlns:a16="http://schemas.microsoft.com/office/drawing/2014/main" id="{7E898650-EA72-4C0D-A30B-C16A7C37FEF0}"/>
                </a:ext>
              </a:extLst>
            </p:cNvPr>
            <p:cNvSpPr/>
            <p:nvPr/>
          </p:nvSpPr>
          <p:spPr>
            <a:xfrm>
              <a:off x="4969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5" name="타원 16634">
              <a:extLst>
                <a:ext uri="{FF2B5EF4-FFF2-40B4-BE49-F238E27FC236}">
                  <a16:creationId xmlns:a16="http://schemas.microsoft.com/office/drawing/2014/main" id="{052CAEEA-ABE6-4259-81EA-D5DF777DDED4}"/>
                </a:ext>
              </a:extLst>
            </p:cNvPr>
            <p:cNvSpPr/>
            <p:nvPr/>
          </p:nvSpPr>
          <p:spPr>
            <a:xfrm>
              <a:off x="5122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6" name="타원 16635">
              <a:extLst>
                <a:ext uri="{FF2B5EF4-FFF2-40B4-BE49-F238E27FC236}">
                  <a16:creationId xmlns:a16="http://schemas.microsoft.com/office/drawing/2014/main" id="{EE335EE6-47B6-42EF-B8E5-D4BC87840FE5}"/>
                </a:ext>
              </a:extLst>
            </p:cNvPr>
            <p:cNvSpPr/>
            <p:nvPr/>
          </p:nvSpPr>
          <p:spPr>
            <a:xfrm>
              <a:off x="5274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7" name="타원 16636">
              <a:extLst>
                <a:ext uri="{FF2B5EF4-FFF2-40B4-BE49-F238E27FC236}">
                  <a16:creationId xmlns:a16="http://schemas.microsoft.com/office/drawing/2014/main" id="{8EEB69F1-2C72-4385-AFBB-253A4A4AE705}"/>
                </a:ext>
              </a:extLst>
            </p:cNvPr>
            <p:cNvSpPr/>
            <p:nvPr/>
          </p:nvSpPr>
          <p:spPr>
            <a:xfrm>
              <a:off x="5426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8" name="타원 16637">
              <a:extLst>
                <a:ext uri="{FF2B5EF4-FFF2-40B4-BE49-F238E27FC236}">
                  <a16:creationId xmlns:a16="http://schemas.microsoft.com/office/drawing/2014/main" id="{8623BA52-98F3-4CE8-B7E5-62615B2E78C1}"/>
                </a:ext>
              </a:extLst>
            </p:cNvPr>
            <p:cNvSpPr/>
            <p:nvPr/>
          </p:nvSpPr>
          <p:spPr>
            <a:xfrm>
              <a:off x="5579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39" name="타원 16638">
              <a:extLst>
                <a:ext uri="{FF2B5EF4-FFF2-40B4-BE49-F238E27FC236}">
                  <a16:creationId xmlns:a16="http://schemas.microsoft.com/office/drawing/2014/main" id="{5ABE3394-3AF0-4E52-8B95-1A421749CBA9}"/>
                </a:ext>
              </a:extLst>
            </p:cNvPr>
            <p:cNvSpPr/>
            <p:nvPr/>
          </p:nvSpPr>
          <p:spPr>
            <a:xfrm>
              <a:off x="5731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0" name="타원 16639">
              <a:extLst>
                <a:ext uri="{FF2B5EF4-FFF2-40B4-BE49-F238E27FC236}">
                  <a16:creationId xmlns:a16="http://schemas.microsoft.com/office/drawing/2014/main" id="{D7783B17-F5B7-43AC-91DA-1B8535D29D3A}"/>
                </a:ext>
              </a:extLst>
            </p:cNvPr>
            <p:cNvSpPr/>
            <p:nvPr/>
          </p:nvSpPr>
          <p:spPr>
            <a:xfrm>
              <a:off x="245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1" name="타원 16640">
              <a:extLst>
                <a:ext uri="{FF2B5EF4-FFF2-40B4-BE49-F238E27FC236}">
                  <a16:creationId xmlns:a16="http://schemas.microsoft.com/office/drawing/2014/main" id="{DE3A92D2-88BB-45CF-97D0-5DD75B30C416}"/>
                </a:ext>
              </a:extLst>
            </p:cNvPr>
            <p:cNvSpPr/>
            <p:nvPr/>
          </p:nvSpPr>
          <p:spPr>
            <a:xfrm>
              <a:off x="397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2" name="타원 16641">
              <a:extLst>
                <a:ext uri="{FF2B5EF4-FFF2-40B4-BE49-F238E27FC236}">
                  <a16:creationId xmlns:a16="http://schemas.microsoft.com/office/drawing/2014/main" id="{136245C9-1602-403B-B625-8E36752C1D1F}"/>
                </a:ext>
              </a:extLst>
            </p:cNvPr>
            <p:cNvSpPr/>
            <p:nvPr/>
          </p:nvSpPr>
          <p:spPr>
            <a:xfrm>
              <a:off x="550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3" name="타원 16642">
              <a:extLst>
                <a:ext uri="{FF2B5EF4-FFF2-40B4-BE49-F238E27FC236}">
                  <a16:creationId xmlns:a16="http://schemas.microsoft.com/office/drawing/2014/main" id="{59C624A1-098A-45E5-8149-0B2FC7ECB41B}"/>
                </a:ext>
              </a:extLst>
            </p:cNvPr>
            <p:cNvSpPr/>
            <p:nvPr/>
          </p:nvSpPr>
          <p:spPr>
            <a:xfrm>
              <a:off x="702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4" name="타원 16643">
              <a:extLst>
                <a:ext uri="{FF2B5EF4-FFF2-40B4-BE49-F238E27FC236}">
                  <a16:creationId xmlns:a16="http://schemas.microsoft.com/office/drawing/2014/main" id="{B7DF4EA8-D4DD-4588-990C-87610DE1200A}"/>
                </a:ext>
              </a:extLst>
            </p:cNvPr>
            <p:cNvSpPr/>
            <p:nvPr/>
          </p:nvSpPr>
          <p:spPr>
            <a:xfrm>
              <a:off x="854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5" name="타원 16644">
              <a:extLst>
                <a:ext uri="{FF2B5EF4-FFF2-40B4-BE49-F238E27FC236}">
                  <a16:creationId xmlns:a16="http://schemas.microsoft.com/office/drawing/2014/main" id="{87AD539D-A87F-40C8-9ACE-4C0E2B8E3535}"/>
                </a:ext>
              </a:extLst>
            </p:cNvPr>
            <p:cNvSpPr/>
            <p:nvPr/>
          </p:nvSpPr>
          <p:spPr>
            <a:xfrm>
              <a:off x="1007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6" name="타원 16645">
              <a:extLst>
                <a:ext uri="{FF2B5EF4-FFF2-40B4-BE49-F238E27FC236}">
                  <a16:creationId xmlns:a16="http://schemas.microsoft.com/office/drawing/2014/main" id="{826299CE-C59A-4A4D-9B5B-952415C3CEE4}"/>
                </a:ext>
              </a:extLst>
            </p:cNvPr>
            <p:cNvSpPr/>
            <p:nvPr/>
          </p:nvSpPr>
          <p:spPr>
            <a:xfrm>
              <a:off x="1159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7" name="타원 16646">
              <a:extLst>
                <a:ext uri="{FF2B5EF4-FFF2-40B4-BE49-F238E27FC236}">
                  <a16:creationId xmlns:a16="http://schemas.microsoft.com/office/drawing/2014/main" id="{9D3C5258-8FA5-4AE7-A075-729F20958833}"/>
                </a:ext>
              </a:extLst>
            </p:cNvPr>
            <p:cNvSpPr/>
            <p:nvPr/>
          </p:nvSpPr>
          <p:spPr>
            <a:xfrm>
              <a:off x="1312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8" name="타원 16647">
              <a:extLst>
                <a:ext uri="{FF2B5EF4-FFF2-40B4-BE49-F238E27FC236}">
                  <a16:creationId xmlns:a16="http://schemas.microsoft.com/office/drawing/2014/main" id="{E0687940-E177-417E-A2A8-995FA68CC507}"/>
                </a:ext>
              </a:extLst>
            </p:cNvPr>
            <p:cNvSpPr/>
            <p:nvPr/>
          </p:nvSpPr>
          <p:spPr>
            <a:xfrm>
              <a:off x="1464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9" name="타원 16648">
              <a:extLst>
                <a:ext uri="{FF2B5EF4-FFF2-40B4-BE49-F238E27FC236}">
                  <a16:creationId xmlns:a16="http://schemas.microsoft.com/office/drawing/2014/main" id="{C377CE9F-9D63-4DF8-9BB5-B73D8A2F1283}"/>
                </a:ext>
              </a:extLst>
            </p:cNvPr>
            <p:cNvSpPr/>
            <p:nvPr/>
          </p:nvSpPr>
          <p:spPr>
            <a:xfrm>
              <a:off x="1616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0" name="타원 16649">
              <a:extLst>
                <a:ext uri="{FF2B5EF4-FFF2-40B4-BE49-F238E27FC236}">
                  <a16:creationId xmlns:a16="http://schemas.microsoft.com/office/drawing/2014/main" id="{05727F7E-4F75-44D7-BEC2-7312AED63085}"/>
                </a:ext>
              </a:extLst>
            </p:cNvPr>
            <p:cNvSpPr/>
            <p:nvPr/>
          </p:nvSpPr>
          <p:spPr>
            <a:xfrm>
              <a:off x="1769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1" name="타원 16650">
              <a:extLst>
                <a:ext uri="{FF2B5EF4-FFF2-40B4-BE49-F238E27FC236}">
                  <a16:creationId xmlns:a16="http://schemas.microsoft.com/office/drawing/2014/main" id="{7763AB47-F55B-4E01-81B3-5C3FE7946175}"/>
                </a:ext>
              </a:extLst>
            </p:cNvPr>
            <p:cNvSpPr/>
            <p:nvPr/>
          </p:nvSpPr>
          <p:spPr>
            <a:xfrm>
              <a:off x="1921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2" name="타원 16651">
              <a:extLst>
                <a:ext uri="{FF2B5EF4-FFF2-40B4-BE49-F238E27FC236}">
                  <a16:creationId xmlns:a16="http://schemas.microsoft.com/office/drawing/2014/main" id="{4A1B7A52-F377-49EC-BFB7-CB8D010CA32F}"/>
                </a:ext>
              </a:extLst>
            </p:cNvPr>
            <p:cNvSpPr/>
            <p:nvPr/>
          </p:nvSpPr>
          <p:spPr>
            <a:xfrm>
              <a:off x="2074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3" name="타원 16652">
              <a:extLst>
                <a:ext uri="{FF2B5EF4-FFF2-40B4-BE49-F238E27FC236}">
                  <a16:creationId xmlns:a16="http://schemas.microsoft.com/office/drawing/2014/main" id="{775476E6-A5B8-4B20-83D6-306A41FF5E95}"/>
                </a:ext>
              </a:extLst>
            </p:cNvPr>
            <p:cNvSpPr/>
            <p:nvPr/>
          </p:nvSpPr>
          <p:spPr>
            <a:xfrm>
              <a:off x="2226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4" name="타원 16653">
              <a:extLst>
                <a:ext uri="{FF2B5EF4-FFF2-40B4-BE49-F238E27FC236}">
                  <a16:creationId xmlns:a16="http://schemas.microsoft.com/office/drawing/2014/main" id="{FB20B48A-AE59-45FF-9729-F37E13B5C7EC}"/>
                </a:ext>
              </a:extLst>
            </p:cNvPr>
            <p:cNvSpPr/>
            <p:nvPr/>
          </p:nvSpPr>
          <p:spPr>
            <a:xfrm>
              <a:off x="2378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5" name="타원 16654">
              <a:extLst>
                <a:ext uri="{FF2B5EF4-FFF2-40B4-BE49-F238E27FC236}">
                  <a16:creationId xmlns:a16="http://schemas.microsoft.com/office/drawing/2014/main" id="{4822BF11-EFDD-4B2C-86DD-D682A609C5A1}"/>
                </a:ext>
              </a:extLst>
            </p:cNvPr>
            <p:cNvSpPr/>
            <p:nvPr/>
          </p:nvSpPr>
          <p:spPr>
            <a:xfrm>
              <a:off x="2531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6" name="타원 16655">
              <a:extLst>
                <a:ext uri="{FF2B5EF4-FFF2-40B4-BE49-F238E27FC236}">
                  <a16:creationId xmlns:a16="http://schemas.microsoft.com/office/drawing/2014/main" id="{46509BDE-9905-4AAF-A769-20379C8B5D7D}"/>
                </a:ext>
              </a:extLst>
            </p:cNvPr>
            <p:cNvSpPr/>
            <p:nvPr/>
          </p:nvSpPr>
          <p:spPr>
            <a:xfrm>
              <a:off x="2683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7" name="타원 16656">
              <a:extLst>
                <a:ext uri="{FF2B5EF4-FFF2-40B4-BE49-F238E27FC236}">
                  <a16:creationId xmlns:a16="http://schemas.microsoft.com/office/drawing/2014/main" id="{570A8FFD-8BE7-4BFE-9A0A-5B871BE6960A}"/>
                </a:ext>
              </a:extLst>
            </p:cNvPr>
            <p:cNvSpPr/>
            <p:nvPr/>
          </p:nvSpPr>
          <p:spPr>
            <a:xfrm>
              <a:off x="2836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8" name="타원 16657">
              <a:extLst>
                <a:ext uri="{FF2B5EF4-FFF2-40B4-BE49-F238E27FC236}">
                  <a16:creationId xmlns:a16="http://schemas.microsoft.com/office/drawing/2014/main" id="{F381EE77-AB57-44A0-9D49-DEDF4B927696}"/>
                </a:ext>
              </a:extLst>
            </p:cNvPr>
            <p:cNvSpPr/>
            <p:nvPr/>
          </p:nvSpPr>
          <p:spPr>
            <a:xfrm>
              <a:off x="2988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59" name="타원 16658">
              <a:extLst>
                <a:ext uri="{FF2B5EF4-FFF2-40B4-BE49-F238E27FC236}">
                  <a16:creationId xmlns:a16="http://schemas.microsoft.com/office/drawing/2014/main" id="{23C875CC-CB8E-46D9-BCF4-5D13E7283ADD}"/>
                </a:ext>
              </a:extLst>
            </p:cNvPr>
            <p:cNvSpPr/>
            <p:nvPr/>
          </p:nvSpPr>
          <p:spPr>
            <a:xfrm>
              <a:off x="3140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0" name="타원 16659">
              <a:extLst>
                <a:ext uri="{FF2B5EF4-FFF2-40B4-BE49-F238E27FC236}">
                  <a16:creationId xmlns:a16="http://schemas.microsoft.com/office/drawing/2014/main" id="{8D8A0A69-E6B1-411A-A553-1398535266CC}"/>
                </a:ext>
              </a:extLst>
            </p:cNvPr>
            <p:cNvSpPr/>
            <p:nvPr/>
          </p:nvSpPr>
          <p:spPr>
            <a:xfrm>
              <a:off x="3293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1" name="타원 16660">
              <a:extLst>
                <a:ext uri="{FF2B5EF4-FFF2-40B4-BE49-F238E27FC236}">
                  <a16:creationId xmlns:a16="http://schemas.microsoft.com/office/drawing/2014/main" id="{DA2DAB47-F100-4EAB-8B98-2C24FBCC8DA1}"/>
                </a:ext>
              </a:extLst>
            </p:cNvPr>
            <p:cNvSpPr/>
            <p:nvPr/>
          </p:nvSpPr>
          <p:spPr>
            <a:xfrm>
              <a:off x="3445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2" name="타원 16661">
              <a:extLst>
                <a:ext uri="{FF2B5EF4-FFF2-40B4-BE49-F238E27FC236}">
                  <a16:creationId xmlns:a16="http://schemas.microsoft.com/office/drawing/2014/main" id="{5A4B3C89-7AC8-4711-91EE-13CD22A5F882}"/>
                </a:ext>
              </a:extLst>
            </p:cNvPr>
            <p:cNvSpPr/>
            <p:nvPr/>
          </p:nvSpPr>
          <p:spPr>
            <a:xfrm>
              <a:off x="3598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3" name="타원 16662">
              <a:extLst>
                <a:ext uri="{FF2B5EF4-FFF2-40B4-BE49-F238E27FC236}">
                  <a16:creationId xmlns:a16="http://schemas.microsoft.com/office/drawing/2014/main" id="{86C00B16-02B7-4356-912D-B5D4C9F29F0E}"/>
                </a:ext>
              </a:extLst>
            </p:cNvPr>
            <p:cNvSpPr/>
            <p:nvPr/>
          </p:nvSpPr>
          <p:spPr>
            <a:xfrm>
              <a:off x="3750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4" name="타원 16663">
              <a:extLst>
                <a:ext uri="{FF2B5EF4-FFF2-40B4-BE49-F238E27FC236}">
                  <a16:creationId xmlns:a16="http://schemas.microsoft.com/office/drawing/2014/main" id="{89996F6C-8B30-4734-9BF3-943039AC3C72}"/>
                </a:ext>
              </a:extLst>
            </p:cNvPr>
            <p:cNvSpPr/>
            <p:nvPr/>
          </p:nvSpPr>
          <p:spPr>
            <a:xfrm>
              <a:off x="3902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5" name="타원 16664">
              <a:extLst>
                <a:ext uri="{FF2B5EF4-FFF2-40B4-BE49-F238E27FC236}">
                  <a16:creationId xmlns:a16="http://schemas.microsoft.com/office/drawing/2014/main" id="{80E0AEF2-C068-4AD4-B629-F65F182FAFFF}"/>
                </a:ext>
              </a:extLst>
            </p:cNvPr>
            <p:cNvSpPr/>
            <p:nvPr/>
          </p:nvSpPr>
          <p:spPr>
            <a:xfrm>
              <a:off x="4055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6" name="타원 16665">
              <a:extLst>
                <a:ext uri="{FF2B5EF4-FFF2-40B4-BE49-F238E27FC236}">
                  <a16:creationId xmlns:a16="http://schemas.microsoft.com/office/drawing/2014/main" id="{C1E48F28-7361-431C-9214-FB23A5A120F5}"/>
                </a:ext>
              </a:extLst>
            </p:cNvPr>
            <p:cNvSpPr/>
            <p:nvPr/>
          </p:nvSpPr>
          <p:spPr>
            <a:xfrm>
              <a:off x="4207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7" name="타원 16666">
              <a:extLst>
                <a:ext uri="{FF2B5EF4-FFF2-40B4-BE49-F238E27FC236}">
                  <a16:creationId xmlns:a16="http://schemas.microsoft.com/office/drawing/2014/main" id="{CA79462F-0AF1-4CF8-92AF-21D6E03B0229}"/>
                </a:ext>
              </a:extLst>
            </p:cNvPr>
            <p:cNvSpPr/>
            <p:nvPr/>
          </p:nvSpPr>
          <p:spPr>
            <a:xfrm>
              <a:off x="4360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8" name="타원 16667">
              <a:extLst>
                <a:ext uri="{FF2B5EF4-FFF2-40B4-BE49-F238E27FC236}">
                  <a16:creationId xmlns:a16="http://schemas.microsoft.com/office/drawing/2014/main" id="{5EF7E0CF-49A1-4EDE-A342-CAA7861C81F2}"/>
                </a:ext>
              </a:extLst>
            </p:cNvPr>
            <p:cNvSpPr/>
            <p:nvPr/>
          </p:nvSpPr>
          <p:spPr>
            <a:xfrm>
              <a:off x="4512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69" name="타원 16668">
              <a:extLst>
                <a:ext uri="{FF2B5EF4-FFF2-40B4-BE49-F238E27FC236}">
                  <a16:creationId xmlns:a16="http://schemas.microsoft.com/office/drawing/2014/main" id="{6A53BE2B-68BE-4713-890C-D5D14E7D1ED8}"/>
                </a:ext>
              </a:extLst>
            </p:cNvPr>
            <p:cNvSpPr/>
            <p:nvPr/>
          </p:nvSpPr>
          <p:spPr>
            <a:xfrm>
              <a:off x="4664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0" name="타원 16669">
              <a:extLst>
                <a:ext uri="{FF2B5EF4-FFF2-40B4-BE49-F238E27FC236}">
                  <a16:creationId xmlns:a16="http://schemas.microsoft.com/office/drawing/2014/main" id="{FE97D38C-6281-4972-9219-932C8703345B}"/>
                </a:ext>
              </a:extLst>
            </p:cNvPr>
            <p:cNvSpPr/>
            <p:nvPr/>
          </p:nvSpPr>
          <p:spPr>
            <a:xfrm>
              <a:off x="4817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1" name="타원 16670">
              <a:extLst>
                <a:ext uri="{FF2B5EF4-FFF2-40B4-BE49-F238E27FC236}">
                  <a16:creationId xmlns:a16="http://schemas.microsoft.com/office/drawing/2014/main" id="{7DF1D83A-D406-43E7-B089-9F144CE7A95F}"/>
                </a:ext>
              </a:extLst>
            </p:cNvPr>
            <p:cNvSpPr/>
            <p:nvPr/>
          </p:nvSpPr>
          <p:spPr>
            <a:xfrm>
              <a:off x="4969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2" name="타원 16671">
              <a:extLst>
                <a:ext uri="{FF2B5EF4-FFF2-40B4-BE49-F238E27FC236}">
                  <a16:creationId xmlns:a16="http://schemas.microsoft.com/office/drawing/2014/main" id="{3F1A1218-2EA1-4BC8-A60B-E2224AF5813E}"/>
                </a:ext>
              </a:extLst>
            </p:cNvPr>
            <p:cNvSpPr/>
            <p:nvPr/>
          </p:nvSpPr>
          <p:spPr>
            <a:xfrm>
              <a:off x="5122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3" name="타원 16672">
              <a:extLst>
                <a:ext uri="{FF2B5EF4-FFF2-40B4-BE49-F238E27FC236}">
                  <a16:creationId xmlns:a16="http://schemas.microsoft.com/office/drawing/2014/main" id="{C46D464D-42FC-4C9C-9989-ED229D2A8603}"/>
                </a:ext>
              </a:extLst>
            </p:cNvPr>
            <p:cNvSpPr/>
            <p:nvPr/>
          </p:nvSpPr>
          <p:spPr>
            <a:xfrm>
              <a:off x="5274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4" name="타원 16673">
              <a:extLst>
                <a:ext uri="{FF2B5EF4-FFF2-40B4-BE49-F238E27FC236}">
                  <a16:creationId xmlns:a16="http://schemas.microsoft.com/office/drawing/2014/main" id="{B4088E69-D482-44F4-85AC-A5A623932BDA}"/>
                </a:ext>
              </a:extLst>
            </p:cNvPr>
            <p:cNvSpPr/>
            <p:nvPr/>
          </p:nvSpPr>
          <p:spPr>
            <a:xfrm>
              <a:off x="5426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5" name="타원 16674">
              <a:extLst>
                <a:ext uri="{FF2B5EF4-FFF2-40B4-BE49-F238E27FC236}">
                  <a16:creationId xmlns:a16="http://schemas.microsoft.com/office/drawing/2014/main" id="{E5E9C001-4BA7-470D-A2B8-4EB96440473F}"/>
                </a:ext>
              </a:extLst>
            </p:cNvPr>
            <p:cNvSpPr/>
            <p:nvPr/>
          </p:nvSpPr>
          <p:spPr>
            <a:xfrm>
              <a:off x="5579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6" name="타원 16675">
              <a:extLst>
                <a:ext uri="{FF2B5EF4-FFF2-40B4-BE49-F238E27FC236}">
                  <a16:creationId xmlns:a16="http://schemas.microsoft.com/office/drawing/2014/main" id="{9535C233-2369-41DB-BFE0-F523AE936E87}"/>
                </a:ext>
              </a:extLst>
            </p:cNvPr>
            <p:cNvSpPr/>
            <p:nvPr/>
          </p:nvSpPr>
          <p:spPr>
            <a:xfrm>
              <a:off x="5731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7" name="타원 16676">
              <a:extLst>
                <a:ext uri="{FF2B5EF4-FFF2-40B4-BE49-F238E27FC236}">
                  <a16:creationId xmlns:a16="http://schemas.microsoft.com/office/drawing/2014/main" id="{4CD9B022-F2A8-4A5F-A587-77D8B91518C5}"/>
                </a:ext>
              </a:extLst>
            </p:cNvPr>
            <p:cNvSpPr/>
            <p:nvPr/>
          </p:nvSpPr>
          <p:spPr>
            <a:xfrm>
              <a:off x="245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8" name="타원 16677">
              <a:extLst>
                <a:ext uri="{FF2B5EF4-FFF2-40B4-BE49-F238E27FC236}">
                  <a16:creationId xmlns:a16="http://schemas.microsoft.com/office/drawing/2014/main" id="{BF2A5365-E9FE-4A81-8FB8-376B74597821}"/>
                </a:ext>
              </a:extLst>
            </p:cNvPr>
            <p:cNvSpPr/>
            <p:nvPr/>
          </p:nvSpPr>
          <p:spPr>
            <a:xfrm>
              <a:off x="397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79" name="타원 16678">
              <a:extLst>
                <a:ext uri="{FF2B5EF4-FFF2-40B4-BE49-F238E27FC236}">
                  <a16:creationId xmlns:a16="http://schemas.microsoft.com/office/drawing/2014/main" id="{A6620AC5-EBF4-401D-B626-F2BA106BBEDA}"/>
                </a:ext>
              </a:extLst>
            </p:cNvPr>
            <p:cNvSpPr/>
            <p:nvPr/>
          </p:nvSpPr>
          <p:spPr>
            <a:xfrm>
              <a:off x="550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0" name="타원 16679">
              <a:extLst>
                <a:ext uri="{FF2B5EF4-FFF2-40B4-BE49-F238E27FC236}">
                  <a16:creationId xmlns:a16="http://schemas.microsoft.com/office/drawing/2014/main" id="{E0B719FA-DAED-4EC1-9ED0-D408F111E379}"/>
                </a:ext>
              </a:extLst>
            </p:cNvPr>
            <p:cNvSpPr/>
            <p:nvPr/>
          </p:nvSpPr>
          <p:spPr>
            <a:xfrm>
              <a:off x="702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1" name="타원 16680">
              <a:extLst>
                <a:ext uri="{FF2B5EF4-FFF2-40B4-BE49-F238E27FC236}">
                  <a16:creationId xmlns:a16="http://schemas.microsoft.com/office/drawing/2014/main" id="{DF14DDA3-9AAE-40A5-949D-BF9C7249A085}"/>
                </a:ext>
              </a:extLst>
            </p:cNvPr>
            <p:cNvSpPr/>
            <p:nvPr/>
          </p:nvSpPr>
          <p:spPr>
            <a:xfrm>
              <a:off x="854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2" name="타원 16681">
              <a:extLst>
                <a:ext uri="{FF2B5EF4-FFF2-40B4-BE49-F238E27FC236}">
                  <a16:creationId xmlns:a16="http://schemas.microsoft.com/office/drawing/2014/main" id="{AA0292E0-C83B-434C-AC50-E6955AD06A7D}"/>
                </a:ext>
              </a:extLst>
            </p:cNvPr>
            <p:cNvSpPr/>
            <p:nvPr/>
          </p:nvSpPr>
          <p:spPr>
            <a:xfrm>
              <a:off x="1007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3" name="타원 16682">
              <a:extLst>
                <a:ext uri="{FF2B5EF4-FFF2-40B4-BE49-F238E27FC236}">
                  <a16:creationId xmlns:a16="http://schemas.microsoft.com/office/drawing/2014/main" id="{C313F06D-C209-4956-A911-ECA72C3D2F21}"/>
                </a:ext>
              </a:extLst>
            </p:cNvPr>
            <p:cNvSpPr/>
            <p:nvPr/>
          </p:nvSpPr>
          <p:spPr>
            <a:xfrm>
              <a:off x="1159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4" name="타원 16683">
              <a:extLst>
                <a:ext uri="{FF2B5EF4-FFF2-40B4-BE49-F238E27FC236}">
                  <a16:creationId xmlns:a16="http://schemas.microsoft.com/office/drawing/2014/main" id="{A4C9FD74-DF5F-4BAB-8251-15780B952A32}"/>
                </a:ext>
              </a:extLst>
            </p:cNvPr>
            <p:cNvSpPr/>
            <p:nvPr/>
          </p:nvSpPr>
          <p:spPr>
            <a:xfrm>
              <a:off x="1312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5" name="타원 16684">
              <a:extLst>
                <a:ext uri="{FF2B5EF4-FFF2-40B4-BE49-F238E27FC236}">
                  <a16:creationId xmlns:a16="http://schemas.microsoft.com/office/drawing/2014/main" id="{34E79C54-4C12-4E20-AF34-DF677D6D2C8A}"/>
                </a:ext>
              </a:extLst>
            </p:cNvPr>
            <p:cNvSpPr/>
            <p:nvPr/>
          </p:nvSpPr>
          <p:spPr>
            <a:xfrm>
              <a:off x="1464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6" name="타원 16685">
              <a:extLst>
                <a:ext uri="{FF2B5EF4-FFF2-40B4-BE49-F238E27FC236}">
                  <a16:creationId xmlns:a16="http://schemas.microsoft.com/office/drawing/2014/main" id="{6AC8030C-D76F-4FAA-9CCE-6E223F511A13}"/>
                </a:ext>
              </a:extLst>
            </p:cNvPr>
            <p:cNvSpPr/>
            <p:nvPr/>
          </p:nvSpPr>
          <p:spPr>
            <a:xfrm>
              <a:off x="1616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7" name="타원 16686">
              <a:extLst>
                <a:ext uri="{FF2B5EF4-FFF2-40B4-BE49-F238E27FC236}">
                  <a16:creationId xmlns:a16="http://schemas.microsoft.com/office/drawing/2014/main" id="{99E039E2-DD05-478F-B50E-8BD3DF19FF57}"/>
                </a:ext>
              </a:extLst>
            </p:cNvPr>
            <p:cNvSpPr/>
            <p:nvPr/>
          </p:nvSpPr>
          <p:spPr>
            <a:xfrm>
              <a:off x="1769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8" name="타원 16687">
              <a:extLst>
                <a:ext uri="{FF2B5EF4-FFF2-40B4-BE49-F238E27FC236}">
                  <a16:creationId xmlns:a16="http://schemas.microsoft.com/office/drawing/2014/main" id="{E05D9D7D-68DF-4D57-B725-9C0217DDF01C}"/>
                </a:ext>
              </a:extLst>
            </p:cNvPr>
            <p:cNvSpPr/>
            <p:nvPr/>
          </p:nvSpPr>
          <p:spPr>
            <a:xfrm>
              <a:off x="1921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89" name="타원 16688">
              <a:extLst>
                <a:ext uri="{FF2B5EF4-FFF2-40B4-BE49-F238E27FC236}">
                  <a16:creationId xmlns:a16="http://schemas.microsoft.com/office/drawing/2014/main" id="{35CFE3D8-9DA3-4FA1-A2DC-91EC949C7B47}"/>
                </a:ext>
              </a:extLst>
            </p:cNvPr>
            <p:cNvSpPr/>
            <p:nvPr/>
          </p:nvSpPr>
          <p:spPr>
            <a:xfrm>
              <a:off x="2074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0" name="타원 16689">
              <a:extLst>
                <a:ext uri="{FF2B5EF4-FFF2-40B4-BE49-F238E27FC236}">
                  <a16:creationId xmlns:a16="http://schemas.microsoft.com/office/drawing/2014/main" id="{1D1DF112-E960-4DB0-8474-E298AB6D5414}"/>
                </a:ext>
              </a:extLst>
            </p:cNvPr>
            <p:cNvSpPr/>
            <p:nvPr/>
          </p:nvSpPr>
          <p:spPr>
            <a:xfrm>
              <a:off x="2226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1" name="타원 16690">
              <a:extLst>
                <a:ext uri="{FF2B5EF4-FFF2-40B4-BE49-F238E27FC236}">
                  <a16:creationId xmlns:a16="http://schemas.microsoft.com/office/drawing/2014/main" id="{946996F7-353B-4CA1-B545-BFE46E6A67B3}"/>
                </a:ext>
              </a:extLst>
            </p:cNvPr>
            <p:cNvSpPr/>
            <p:nvPr/>
          </p:nvSpPr>
          <p:spPr>
            <a:xfrm>
              <a:off x="2378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2" name="타원 16691">
              <a:extLst>
                <a:ext uri="{FF2B5EF4-FFF2-40B4-BE49-F238E27FC236}">
                  <a16:creationId xmlns:a16="http://schemas.microsoft.com/office/drawing/2014/main" id="{459C5190-B911-48C8-BED1-2DFB5AB40B4A}"/>
                </a:ext>
              </a:extLst>
            </p:cNvPr>
            <p:cNvSpPr/>
            <p:nvPr/>
          </p:nvSpPr>
          <p:spPr>
            <a:xfrm>
              <a:off x="2531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3" name="타원 16692">
              <a:extLst>
                <a:ext uri="{FF2B5EF4-FFF2-40B4-BE49-F238E27FC236}">
                  <a16:creationId xmlns:a16="http://schemas.microsoft.com/office/drawing/2014/main" id="{444E485A-715E-466D-AE9B-C4041E7A326E}"/>
                </a:ext>
              </a:extLst>
            </p:cNvPr>
            <p:cNvSpPr/>
            <p:nvPr/>
          </p:nvSpPr>
          <p:spPr>
            <a:xfrm>
              <a:off x="2683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4" name="타원 16693">
              <a:extLst>
                <a:ext uri="{FF2B5EF4-FFF2-40B4-BE49-F238E27FC236}">
                  <a16:creationId xmlns:a16="http://schemas.microsoft.com/office/drawing/2014/main" id="{4197AA55-4FBF-4F99-84DA-48684BD8BC31}"/>
                </a:ext>
              </a:extLst>
            </p:cNvPr>
            <p:cNvSpPr/>
            <p:nvPr/>
          </p:nvSpPr>
          <p:spPr>
            <a:xfrm>
              <a:off x="2836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5" name="타원 16694">
              <a:extLst>
                <a:ext uri="{FF2B5EF4-FFF2-40B4-BE49-F238E27FC236}">
                  <a16:creationId xmlns:a16="http://schemas.microsoft.com/office/drawing/2014/main" id="{E5BF3DAE-9F45-47C5-B44A-A756BDF2C138}"/>
                </a:ext>
              </a:extLst>
            </p:cNvPr>
            <p:cNvSpPr/>
            <p:nvPr/>
          </p:nvSpPr>
          <p:spPr>
            <a:xfrm>
              <a:off x="2988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6" name="타원 16695">
              <a:extLst>
                <a:ext uri="{FF2B5EF4-FFF2-40B4-BE49-F238E27FC236}">
                  <a16:creationId xmlns:a16="http://schemas.microsoft.com/office/drawing/2014/main" id="{FAA991C0-7919-4FD0-850E-2822849D66AE}"/>
                </a:ext>
              </a:extLst>
            </p:cNvPr>
            <p:cNvSpPr/>
            <p:nvPr/>
          </p:nvSpPr>
          <p:spPr>
            <a:xfrm>
              <a:off x="3140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7" name="타원 16696">
              <a:extLst>
                <a:ext uri="{FF2B5EF4-FFF2-40B4-BE49-F238E27FC236}">
                  <a16:creationId xmlns:a16="http://schemas.microsoft.com/office/drawing/2014/main" id="{D97BA712-6986-428B-A376-C70E532FE640}"/>
                </a:ext>
              </a:extLst>
            </p:cNvPr>
            <p:cNvSpPr/>
            <p:nvPr/>
          </p:nvSpPr>
          <p:spPr>
            <a:xfrm>
              <a:off x="3293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8" name="타원 16697">
              <a:extLst>
                <a:ext uri="{FF2B5EF4-FFF2-40B4-BE49-F238E27FC236}">
                  <a16:creationId xmlns:a16="http://schemas.microsoft.com/office/drawing/2014/main" id="{283EADC4-1571-4258-922D-EEC87B9A1E6A}"/>
                </a:ext>
              </a:extLst>
            </p:cNvPr>
            <p:cNvSpPr/>
            <p:nvPr/>
          </p:nvSpPr>
          <p:spPr>
            <a:xfrm>
              <a:off x="3445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99" name="타원 16698">
              <a:extLst>
                <a:ext uri="{FF2B5EF4-FFF2-40B4-BE49-F238E27FC236}">
                  <a16:creationId xmlns:a16="http://schemas.microsoft.com/office/drawing/2014/main" id="{2C563B6D-635F-4271-8806-7D86C00DA381}"/>
                </a:ext>
              </a:extLst>
            </p:cNvPr>
            <p:cNvSpPr/>
            <p:nvPr/>
          </p:nvSpPr>
          <p:spPr>
            <a:xfrm>
              <a:off x="3598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0" name="타원 16699">
              <a:extLst>
                <a:ext uri="{FF2B5EF4-FFF2-40B4-BE49-F238E27FC236}">
                  <a16:creationId xmlns:a16="http://schemas.microsoft.com/office/drawing/2014/main" id="{E67C35FB-A617-4870-B007-B66C91BBA717}"/>
                </a:ext>
              </a:extLst>
            </p:cNvPr>
            <p:cNvSpPr/>
            <p:nvPr/>
          </p:nvSpPr>
          <p:spPr>
            <a:xfrm>
              <a:off x="3750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1" name="타원 16700">
              <a:extLst>
                <a:ext uri="{FF2B5EF4-FFF2-40B4-BE49-F238E27FC236}">
                  <a16:creationId xmlns:a16="http://schemas.microsoft.com/office/drawing/2014/main" id="{6A4D9E72-19EF-4A56-AFFF-2A73FB9F89A6}"/>
                </a:ext>
              </a:extLst>
            </p:cNvPr>
            <p:cNvSpPr/>
            <p:nvPr/>
          </p:nvSpPr>
          <p:spPr>
            <a:xfrm>
              <a:off x="3902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2" name="타원 16701">
              <a:extLst>
                <a:ext uri="{FF2B5EF4-FFF2-40B4-BE49-F238E27FC236}">
                  <a16:creationId xmlns:a16="http://schemas.microsoft.com/office/drawing/2014/main" id="{05D7FBE3-411D-43B5-AC47-D88B598E9676}"/>
                </a:ext>
              </a:extLst>
            </p:cNvPr>
            <p:cNvSpPr/>
            <p:nvPr/>
          </p:nvSpPr>
          <p:spPr>
            <a:xfrm>
              <a:off x="4055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3" name="타원 16702">
              <a:extLst>
                <a:ext uri="{FF2B5EF4-FFF2-40B4-BE49-F238E27FC236}">
                  <a16:creationId xmlns:a16="http://schemas.microsoft.com/office/drawing/2014/main" id="{68A6407C-6702-46A4-A68B-D9E7CC2EF461}"/>
                </a:ext>
              </a:extLst>
            </p:cNvPr>
            <p:cNvSpPr/>
            <p:nvPr/>
          </p:nvSpPr>
          <p:spPr>
            <a:xfrm>
              <a:off x="4207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4" name="타원 16703">
              <a:extLst>
                <a:ext uri="{FF2B5EF4-FFF2-40B4-BE49-F238E27FC236}">
                  <a16:creationId xmlns:a16="http://schemas.microsoft.com/office/drawing/2014/main" id="{DC94EB63-23EB-439B-A982-C2174A820959}"/>
                </a:ext>
              </a:extLst>
            </p:cNvPr>
            <p:cNvSpPr/>
            <p:nvPr/>
          </p:nvSpPr>
          <p:spPr>
            <a:xfrm>
              <a:off x="4360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5" name="타원 16704">
              <a:extLst>
                <a:ext uri="{FF2B5EF4-FFF2-40B4-BE49-F238E27FC236}">
                  <a16:creationId xmlns:a16="http://schemas.microsoft.com/office/drawing/2014/main" id="{ADC61AA1-34B8-44F4-A539-DD1D984B684C}"/>
                </a:ext>
              </a:extLst>
            </p:cNvPr>
            <p:cNvSpPr/>
            <p:nvPr/>
          </p:nvSpPr>
          <p:spPr>
            <a:xfrm>
              <a:off x="4512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6" name="타원 16705">
              <a:extLst>
                <a:ext uri="{FF2B5EF4-FFF2-40B4-BE49-F238E27FC236}">
                  <a16:creationId xmlns:a16="http://schemas.microsoft.com/office/drawing/2014/main" id="{4C6476D0-0F24-40B0-81AE-BDF2D4CEF1B3}"/>
                </a:ext>
              </a:extLst>
            </p:cNvPr>
            <p:cNvSpPr/>
            <p:nvPr/>
          </p:nvSpPr>
          <p:spPr>
            <a:xfrm>
              <a:off x="4664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7" name="타원 16706">
              <a:extLst>
                <a:ext uri="{FF2B5EF4-FFF2-40B4-BE49-F238E27FC236}">
                  <a16:creationId xmlns:a16="http://schemas.microsoft.com/office/drawing/2014/main" id="{6A259EAD-5CFF-49D3-9326-241EF916E1CF}"/>
                </a:ext>
              </a:extLst>
            </p:cNvPr>
            <p:cNvSpPr/>
            <p:nvPr/>
          </p:nvSpPr>
          <p:spPr>
            <a:xfrm>
              <a:off x="4817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8" name="타원 16707">
              <a:extLst>
                <a:ext uri="{FF2B5EF4-FFF2-40B4-BE49-F238E27FC236}">
                  <a16:creationId xmlns:a16="http://schemas.microsoft.com/office/drawing/2014/main" id="{088C9BAD-CAF2-46AB-93B4-9F8D0018B036}"/>
                </a:ext>
              </a:extLst>
            </p:cNvPr>
            <p:cNvSpPr/>
            <p:nvPr/>
          </p:nvSpPr>
          <p:spPr>
            <a:xfrm>
              <a:off x="4969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09" name="타원 16708">
              <a:extLst>
                <a:ext uri="{FF2B5EF4-FFF2-40B4-BE49-F238E27FC236}">
                  <a16:creationId xmlns:a16="http://schemas.microsoft.com/office/drawing/2014/main" id="{C51665A9-A027-4B7B-8D19-D9D8D043C328}"/>
                </a:ext>
              </a:extLst>
            </p:cNvPr>
            <p:cNvSpPr/>
            <p:nvPr/>
          </p:nvSpPr>
          <p:spPr>
            <a:xfrm>
              <a:off x="5122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0" name="타원 16709">
              <a:extLst>
                <a:ext uri="{FF2B5EF4-FFF2-40B4-BE49-F238E27FC236}">
                  <a16:creationId xmlns:a16="http://schemas.microsoft.com/office/drawing/2014/main" id="{AFDFB7A8-43E5-430B-8DA6-1AE6E21DF685}"/>
                </a:ext>
              </a:extLst>
            </p:cNvPr>
            <p:cNvSpPr/>
            <p:nvPr/>
          </p:nvSpPr>
          <p:spPr>
            <a:xfrm>
              <a:off x="5274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1" name="타원 16710">
              <a:extLst>
                <a:ext uri="{FF2B5EF4-FFF2-40B4-BE49-F238E27FC236}">
                  <a16:creationId xmlns:a16="http://schemas.microsoft.com/office/drawing/2014/main" id="{5128ACA3-7A5B-4C28-90C8-0AA2273DE233}"/>
                </a:ext>
              </a:extLst>
            </p:cNvPr>
            <p:cNvSpPr/>
            <p:nvPr/>
          </p:nvSpPr>
          <p:spPr>
            <a:xfrm>
              <a:off x="5426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2" name="타원 16711">
              <a:extLst>
                <a:ext uri="{FF2B5EF4-FFF2-40B4-BE49-F238E27FC236}">
                  <a16:creationId xmlns:a16="http://schemas.microsoft.com/office/drawing/2014/main" id="{1F095A6B-BAD9-47C6-9A78-7D9B6DC82942}"/>
                </a:ext>
              </a:extLst>
            </p:cNvPr>
            <p:cNvSpPr/>
            <p:nvPr/>
          </p:nvSpPr>
          <p:spPr>
            <a:xfrm>
              <a:off x="5579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3" name="타원 16712">
              <a:extLst>
                <a:ext uri="{FF2B5EF4-FFF2-40B4-BE49-F238E27FC236}">
                  <a16:creationId xmlns:a16="http://schemas.microsoft.com/office/drawing/2014/main" id="{E905712A-1497-47A3-97BD-CC9A5EED391A}"/>
                </a:ext>
              </a:extLst>
            </p:cNvPr>
            <p:cNvSpPr/>
            <p:nvPr/>
          </p:nvSpPr>
          <p:spPr>
            <a:xfrm>
              <a:off x="5731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4" name="타원 16713">
              <a:extLst>
                <a:ext uri="{FF2B5EF4-FFF2-40B4-BE49-F238E27FC236}">
                  <a16:creationId xmlns:a16="http://schemas.microsoft.com/office/drawing/2014/main" id="{1CAF34B5-8EFE-4839-B5EA-D09CCA86C5EF}"/>
                </a:ext>
              </a:extLst>
            </p:cNvPr>
            <p:cNvSpPr/>
            <p:nvPr/>
          </p:nvSpPr>
          <p:spPr>
            <a:xfrm>
              <a:off x="245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5" name="타원 16714">
              <a:extLst>
                <a:ext uri="{FF2B5EF4-FFF2-40B4-BE49-F238E27FC236}">
                  <a16:creationId xmlns:a16="http://schemas.microsoft.com/office/drawing/2014/main" id="{0030B490-9FC5-4D21-B48A-FA5C393DFEE9}"/>
                </a:ext>
              </a:extLst>
            </p:cNvPr>
            <p:cNvSpPr/>
            <p:nvPr/>
          </p:nvSpPr>
          <p:spPr>
            <a:xfrm>
              <a:off x="397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6" name="타원 16715">
              <a:extLst>
                <a:ext uri="{FF2B5EF4-FFF2-40B4-BE49-F238E27FC236}">
                  <a16:creationId xmlns:a16="http://schemas.microsoft.com/office/drawing/2014/main" id="{44294B28-891E-475A-904A-E45C1D8235CD}"/>
                </a:ext>
              </a:extLst>
            </p:cNvPr>
            <p:cNvSpPr/>
            <p:nvPr/>
          </p:nvSpPr>
          <p:spPr>
            <a:xfrm>
              <a:off x="550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7" name="타원 16716">
              <a:extLst>
                <a:ext uri="{FF2B5EF4-FFF2-40B4-BE49-F238E27FC236}">
                  <a16:creationId xmlns:a16="http://schemas.microsoft.com/office/drawing/2014/main" id="{C8330B95-658A-4A52-89DB-43B4DAF00E4A}"/>
                </a:ext>
              </a:extLst>
            </p:cNvPr>
            <p:cNvSpPr/>
            <p:nvPr/>
          </p:nvSpPr>
          <p:spPr>
            <a:xfrm>
              <a:off x="702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8" name="타원 16717">
              <a:extLst>
                <a:ext uri="{FF2B5EF4-FFF2-40B4-BE49-F238E27FC236}">
                  <a16:creationId xmlns:a16="http://schemas.microsoft.com/office/drawing/2014/main" id="{2C09B173-E934-413F-9D2B-7496ECB1E325}"/>
                </a:ext>
              </a:extLst>
            </p:cNvPr>
            <p:cNvSpPr/>
            <p:nvPr/>
          </p:nvSpPr>
          <p:spPr>
            <a:xfrm>
              <a:off x="854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19" name="타원 16718">
              <a:extLst>
                <a:ext uri="{FF2B5EF4-FFF2-40B4-BE49-F238E27FC236}">
                  <a16:creationId xmlns:a16="http://schemas.microsoft.com/office/drawing/2014/main" id="{26AE45ED-891F-47B2-BAE8-54DA0E6037FE}"/>
                </a:ext>
              </a:extLst>
            </p:cNvPr>
            <p:cNvSpPr/>
            <p:nvPr/>
          </p:nvSpPr>
          <p:spPr>
            <a:xfrm>
              <a:off x="1007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0" name="타원 16719">
              <a:extLst>
                <a:ext uri="{FF2B5EF4-FFF2-40B4-BE49-F238E27FC236}">
                  <a16:creationId xmlns:a16="http://schemas.microsoft.com/office/drawing/2014/main" id="{5860AD83-7871-428F-A364-041908056D45}"/>
                </a:ext>
              </a:extLst>
            </p:cNvPr>
            <p:cNvSpPr/>
            <p:nvPr/>
          </p:nvSpPr>
          <p:spPr>
            <a:xfrm>
              <a:off x="1159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1" name="타원 16720">
              <a:extLst>
                <a:ext uri="{FF2B5EF4-FFF2-40B4-BE49-F238E27FC236}">
                  <a16:creationId xmlns:a16="http://schemas.microsoft.com/office/drawing/2014/main" id="{99DF7565-1173-4D97-9F90-6FA74B4F4BE2}"/>
                </a:ext>
              </a:extLst>
            </p:cNvPr>
            <p:cNvSpPr/>
            <p:nvPr/>
          </p:nvSpPr>
          <p:spPr>
            <a:xfrm>
              <a:off x="1312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2" name="타원 16721">
              <a:extLst>
                <a:ext uri="{FF2B5EF4-FFF2-40B4-BE49-F238E27FC236}">
                  <a16:creationId xmlns:a16="http://schemas.microsoft.com/office/drawing/2014/main" id="{B8823163-A1B0-4934-B676-734861C6265C}"/>
                </a:ext>
              </a:extLst>
            </p:cNvPr>
            <p:cNvSpPr/>
            <p:nvPr/>
          </p:nvSpPr>
          <p:spPr>
            <a:xfrm>
              <a:off x="1464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3" name="타원 16722">
              <a:extLst>
                <a:ext uri="{FF2B5EF4-FFF2-40B4-BE49-F238E27FC236}">
                  <a16:creationId xmlns:a16="http://schemas.microsoft.com/office/drawing/2014/main" id="{5C66DF6A-7903-44D3-9C50-8AD645E007BC}"/>
                </a:ext>
              </a:extLst>
            </p:cNvPr>
            <p:cNvSpPr/>
            <p:nvPr/>
          </p:nvSpPr>
          <p:spPr>
            <a:xfrm>
              <a:off x="1616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4" name="타원 16723">
              <a:extLst>
                <a:ext uri="{FF2B5EF4-FFF2-40B4-BE49-F238E27FC236}">
                  <a16:creationId xmlns:a16="http://schemas.microsoft.com/office/drawing/2014/main" id="{C64A01E7-6614-4438-AAD9-A9D94EC1F530}"/>
                </a:ext>
              </a:extLst>
            </p:cNvPr>
            <p:cNvSpPr/>
            <p:nvPr/>
          </p:nvSpPr>
          <p:spPr>
            <a:xfrm>
              <a:off x="1769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5" name="타원 16724">
              <a:extLst>
                <a:ext uri="{FF2B5EF4-FFF2-40B4-BE49-F238E27FC236}">
                  <a16:creationId xmlns:a16="http://schemas.microsoft.com/office/drawing/2014/main" id="{F9FA4B15-53BE-4C92-965D-E3FFAD48398A}"/>
                </a:ext>
              </a:extLst>
            </p:cNvPr>
            <p:cNvSpPr/>
            <p:nvPr/>
          </p:nvSpPr>
          <p:spPr>
            <a:xfrm>
              <a:off x="1921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6" name="타원 16725">
              <a:extLst>
                <a:ext uri="{FF2B5EF4-FFF2-40B4-BE49-F238E27FC236}">
                  <a16:creationId xmlns:a16="http://schemas.microsoft.com/office/drawing/2014/main" id="{F556D2F6-7B90-4E02-9834-8F7449652046}"/>
                </a:ext>
              </a:extLst>
            </p:cNvPr>
            <p:cNvSpPr/>
            <p:nvPr/>
          </p:nvSpPr>
          <p:spPr>
            <a:xfrm>
              <a:off x="2074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7" name="타원 16726">
              <a:extLst>
                <a:ext uri="{FF2B5EF4-FFF2-40B4-BE49-F238E27FC236}">
                  <a16:creationId xmlns:a16="http://schemas.microsoft.com/office/drawing/2014/main" id="{14D92E42-6779-440F-986D-67140CF86DE2}"/>
                </a:ext>
              </a:extLst>
            </p:cNvPr>
            <p:cNvSpPr/>
            <p:nvPr/>
          </p:nvSpPr>
          <p:spPr>
            <a:xfrm>
              <a:off x="2226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8" name="타원 16727">
              <a:extLst>
                <a:ext uri="{FF2B5EF4-FFF2-40B4-BE49-F238E27FC236}">
                  <a16:creationId xmlns:a16="http://schemas.microsoft.com/office/drawing/2014/main" id="{C9CEB64D-FA5F-4854-AB28-3C8BC71BDCC4}"/>
                </a:ext>
              </a:extLst>
            </p:cNvPr>
            <p:cNvSpPr/>
            <p:nvPr/>
          </p:nvSpPr>
          <p:spPr>
            <a:xfrm>
              <a:off x="2378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29" name="타원 16728">
              <a:extLst>
                <a:ext uri="{FF2B5EF4-FFF2-40B4-BE49-F238E27FC236}">
                  <a16:creationId xmlns:a16="http://schemas.microsoft.com/office/drawing/2014/main" id="{99A97247-21EE-4D63-9931-42F56AD8F13A}"/>
                </a:ext>
              </a:extLst>
            </p:cNvPr>
            <p:cNvSpPr/>
            <p:nvPr/>
          </p:nvSpPr>
          <p:spPr>
            <a:xfrm>
              <a:off x="2531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0" name="타원 16729">
              <a:extLst>
                <a:ext uri="{FF2B5EF4-FFF2-40B4-BE49-F238E27FC236}">
                  <a16:creationId xmlns:a16="http://schemas.microsoft.com/office/drawing/2014/main" id="{19A7BAB6-CD1F-4F13-8E76-3743F3C784E3}"/>
                </a:ext>
              </a:extLst>
            </p:cNvPr>
            <p:cNvSpPr/>
            <p:nvPr/>
          </p:nvSpPr>
          <p:spPr>
            <a:xfrm>
              <a:off x="2683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1" name="타원 16730">
              <a:extLst>
                <a:ext uri="{FF2B5EF4-FFF2-40B4-BE49-F238E27FC236}">
                  <a16:creationId xmlns:a16="http://schemas.microsoft.com/office/drawing/2014/main" id="{9614E16B-FF4E-45E9-98CC-F8AFB5D526A5}"/>
                </a:ext>
              </a:extLst>
            </p:cNvPr>
            <p:cNvSpPr/>
            <p:nvPr/>
          </p:nvSpPr>
          <p:spPr>
            <a:xfrm>
              <a:off x="2836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2" name="타원 16731">
              <a:extLst>
                <a:ext uri="{FF2B5EF4-FFF2-40B4-BE49-F238E27FC236}">
                  <a16:creationId xmlns:a16="http://schemas.microsoft.com/office/drawing/2014/main" id="{DB75FAA0-A69A-4DFD-A65F-D7C614A43E89}"/>
                </a:ext>
              </a:extLst>
            </p:cNvPr>
            <p:cNvSpPr/>
            <p:nvPr/>
          </p:nvSpPr>
          <p:spPr>
            <a:xfrm>
              <a:off x="2988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3" name="타원 16732">
              <a:extLst>
                <a:ext uri="{FF2B5EF4-FFF2-40B4-BE49-F238E27FC236}">
                  <a16:creationId xmlns:a16="http://schemas.microsoft.com/office/drawing/2014/main" id="{E26ACEF9-86E6-4E22-AFBD-D128007974F5}"/>
                </a:ext>
              </a:extLst>
            </p:cNvPr>
            <p:cNvSpPr/>
            <p:nvPr/>
          </p:nvSpPr>
          <p:spPr>
            <a:xfrm>
              <a:off x="3140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4" name="타원 16733">
              <a:extLst>
                <a:ext uri="{FF2B5EF4-FFF2-40B4-BE49-F238E27FC236}">
                  <a16:creationId xmlns:a16="http://schemas.microsoft.com/office/drawing/2014/main" id="{A676644A-FA8B-4EA9-85C8-7634582C4AA3}"/>
                </a:ext>
              </a:extLst>
            </p:cNvPr>
            <p:cNvSpPr/>
            <p:nvPr/>
          </p:nvSpPr>
          <p:spPr>
            <a:xfrm>
              <a:off x="3293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5" name="타원 16734">
              <a:extLst>
                <a:ext uri="{FF2B5EF4-FFF2-40B4-BE49-F238E27FC236}">
                  <a16:creationId xmlns:a16="http://schemas.microsoft.com/office/drawing/2014/main" id="{315F7779-BEC1-47DE-85F4-73F60C0C8C35}"/>
                </a:ext>
              </a:extLst>
            </p:cNvPr>
            <p:cNvSpPr/>
            <p:nvPr/>
          </p:nvSpPr>
          <p:spPr>
            <a:xfrm>
              <a:off x="3445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6" name="타원 16735">
              <a:extLst>
                <a:ext uri="{FF2B5EF4-FFF2-40B4-BE49-F238E27FC236}">
                  <a16:creationId xmlns:a16="http://schemas.microsoft.com/office/drawing/2014/main" id="{AB4CA015-44A3-4F9E-A7F4-D6F0321E3CB2}"/>
                </a:ext>
              </a:extLst>
            </p:cNvPr>
            <p:cNvSpPr/>
            <p:nvPr/>
          </p:nvSpPr>
          <p:spPr>
            <a:xfrm>
              <a:off x="3598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7" name="타원 16736">
              <a:extLst>
                <a:ext uri="{FF2B5EF4-FFF2-40B4-BE49-F238E27FC236}">
                  <a16:creationId xmlns:a16="http://schemas.microsoft.com/office/drawing/2014/main" id="{458F7BCC-BA26-4CF1-AA22-35A4371381ED}"/>
                </a:ext>
              </a:extLst>
            </p:cNvPr>
            <p:cNvSpPr/>
            <p:nvPr/>
          </p:nvSpPr>
          <p:spPr>
            <a:xfrm>
              <a:off x="3750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8" name="타원 16737">
              <a:extLst>
                <a:ext uri="{FF2B5EF4-FFF2-40B4-BE49-F238E27FC236}">
                  <a16:creationId xmlns:a16="http://schemas.microsoft.com/office/drawing/2014/main" id="{7D8619FB-C002-4BE2-8753-7219345CC3B1}"/>
                </a:ext>
              </a:extLst>
            </p:cNvPr>
            <p:cNvSpPr/>
            <p:nvPr/>
          </p:nvSpPr>
          <p:spPr>
            <a:xfrm>
              <a:off x="3902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39" name="타원 16738">
              <a:extLst>
                <a:ext uri="{FF2B5EF4-FFF2-40B4-BE49-F238E27FC236}">
                  <a16:creationId xmlns:a16="http://schemas.microsoft.com/office/drawing/2014/main" id="{41DB80B6-7EB2-4D58-B422-2B6D54D83A04}"/>
                </a:ext>
              </a:extLst>
            </p:cNvPr>
            <p:cNvSpPr/>
            <p:nvPr/>
          </p:nvSpPr>
          <p:spPr>
            <a:xfrm>
              <a:off x="4055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0" name="타원 16739">
              <a:extLst>
                <a:ext uri="{FF2B5EF4-FFF2-40B4-BE49-F238E27FC236}">
                  <a16:creationId xmlns:a16="http://schemas.microsoft.com/office/drawing/2014/main" id="{63FCC3C0-6ECC-467A-90C7-C9890170BE36}"/>
                </a:ext>
              </a:extLst>
            </p:cNvPr>
            <p:cNvSpPr/>
            <p:nvPr/>
          </p:nvSpPr>
          <p:spPr>
            <a:xfrm>
              <a:off x="4207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1" name="타원 16740">
              <a:extLst>
                <a:ext uri="{FF2B5EF4-FFF2-40B4-BE49-F238E27FC236}">
                  <a16:creationId xmlns:a16="http://schemas.microsoft.com/office/drawing/2014/main" id="{E1C32F07-D63D-409D-8990-249101B4C97A}"/>
                </a:ext>
              </a:extLst>
            </p:cNvPr>
            <p:cNvSpPr/>
            <p:nvPr/>
          </p:nvSpPr>
          <p:spPr>
            <a:xfrm>
              <a:off x="4360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2" name="타원 16741">
              <a:extLst>
                <a:ext uri="{FF2B5EF4-FFF2-40B4-BE49-F238E27FC236}">
                  <a16:creationId xmlns:a16="http://schemas.microsoft.com/office/drawing/2014/main" id="{D0CB4405-BA29-43A4-9ABD-6FCF0C5BDC6A}"/>
                </a:ext>
              </a:extLst>
            </p:cNvPr>
            <p:cNvSpPr/>
            <p:nvPr/>
          </p:nvSpPr>
          <p:spPr>
            <a:xfrm>
              <a:off x="4512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3" name="타원 16742">
              <a:extLst>
                <a:ext uri="{FF2B5EF4-FFF2-40B4-BE49-F238E27FC236}">
                  <a16:creationId xmlns:a16="http://schemas.microsoft.com/office/drawing/2014/main" id="{CCAA2862-A121-438F-959A-B1363377A6D0}"/>
                </a:ext>
              </a:extLst>
            </p:cNvPr>
            <p:cNvSpPr/>
            <p:nvPr/>
          </p:nvSpPr>
          <p:spPr>
            <a:xfrm>
              <a:off x="4664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4" name="타원 16743">
              <a:extLst>
                <a:ext uri="{FF2B5EF4-FFF2-40B4-BE49-F238E27FC236}">
                  <a16:creationId xmlns:a16="http://schemas.microsoft.com/office/drawing/2014/main" id="{1C2DD994-6FA2-4210-9D42-D40262B8B2F5}"/>
                </a:ext>
              </a:extLst>
            </p:cNvPr>
            <p:cNvSpPr/>
            <p:nvPr/>
          </p:nvSpPr>
          <p:spPr>
            <a:xfrm>
              <a:off x="4817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5" name="타원 16744">
              <a:extLst>
                <a:ext uri="{FF2B5EF4-FFF2-40B4-BE49-F238E27FC236}">
                  <a16:creationId xmlns:a16="http://schemas.microsoft.com/office/drawing/2014/main" id="{C6FC1802-02A1-4915-9D5B-5A82AACAAFCD}"/>
                </a:ext>
              </a:extLst>
            </p:cNvPr>
            <p:cNvSpPr/>
            <p:nvPr/>
          </p:nvSpPr>
          <p:spPr>
            <a:xfrm>
              <a:off x="4969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6" name="타원 16745">
              <a:extLst>
                <a:ext uri="{FF2B5EF4-FFF2-40B4-BE49-F238E27FC236}">
                  <a16:creationId xmlns:a16="http://schemas.microsoft.com/office/drawing/2014/main" id="{6A245353-658F-4D48-82D7-7DDEEE631344}"/>
                </a:ext>
              </a:extLst>
            </p:cNvPr>
            <p:cNvSpPr/>
            <p:nvPr/>
          </p:nvSpPr>
          <p:spPr>
            <a:xfrm>
              <a:off x="5122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7" name="타원 16746">
              <a:extLst>
                <a:ext uri="{FF2B5EF4-FFF2-40B4-BE49-F238E27FC236}">
                  <a16:creationId xmlns:a16="http://schemas.microsoft.com/office/drawing/2014/main" id="{61BB96F7-55B8-4F2D-A1E5-2FB9A2AA08EB}"/>
                </a:ext>
              </a:extLst>
            </p:cNvPr>
            <p:cNvSpPr/>
            <p:nvPr/>
          </p:nvSpPr>
          <p:spPr>
            <a:xfrm>
              <a:off x="5274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8" name="타원 16747">
              <a:extLst>
                <a:ext uri="{FF2B5EF4-FFF2-40B4-BE49-F238E27FC236}">
                  <a16:creationId xmlns:a16="http://schemas.microsoft.com/office/drawing/2014/main" id="{B77A0677-E60F-449C-8B8E-4395FA353ED4}"/>
                </a:ext>
              </a:extLst>
            </p:cNvPr>
            <p:cNvSpPr/>
            <p:nvPr/>
          </p:nvSpPr>
          <p:spPr>
            <a:xfrm>
              <a:off x="5426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49" name="타원 16748">
              <a:extLst>
                <a:ext uri="{FF2B5EF4-FFF2-40B4-BE49-F238E27FC236}">
                  <a16:creationId xmlns:a16="http://schemas.microsoft.com/office/drawing/2014/main" id="{1F9FC86F-BD84-4E68-8820-6E5D21FD74D8}"/>
                </a:ext>
              </a:extLst>
            </p:cNvPr>
            <p:cNvSpPr/>
            <p:nvPr/>
          </p:nvSpPr>
          <p:spPr>
            <a:xfrm>
              <a:off x="5579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0" name="타원 16749">
              <a:extLst>
                <a:ext uri="{FF2B5EF4-FFF2-40B4-BE49-F238E27FC236}">
                  <a16:creationId xmlns:a16="http://schemas.microsoft.com/office/drawing/2014/main" id="{3BF6FA82-B488-424B-99D0-A7E4899C360D}"/>
                </a:ext>
              </a:extLst>
            </p:cNvPr>
            <p:cNvSpPr/>
            <p:nvPr/>
          </p:nvSpPr>
          <p:spPr>
            <a:xfrm>
              <a:off x="5731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1" name="타원 16750">
              <a:extLst>
                <a:ext uri="{FF2B5EF4-FFF2-40B4-BE49-F238E27FC236}">
                  <a16:creationId xmlns:a16="http://schemas.microsoft.com/office/drawing/2014/main" id="{72C1DA00-56AC-4C45-9FA7-30B703800D90}"/>
                </a:ext>
              </a:extLst>
            </p:cNvPr>
            <p:cNvSpPr/>
            <p:nvPr/>
          </p:nvSpPr>
          <p:spPr>
            <a:xfrm>
              <a:off x="245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2" name="타원 16751">
              <a:extLst>
                <a:ext uri="{FF2B5EF4-FFF2-40B4-BE49-F238E27FC236}">
                  <a16:creationId xmlns:a16="http://schemas.microsoft.com/office/drawing/2014/main" id="{81D2539E-95F8-419E-8334-88DD2A970200}"/>
                </a:ext>
              </a:extLst>
            </p:cNvPr>
            <p:cNvSpPr/>
            <p:nvPr/>
          </p:nvSpPr>
          <p:spPr>
            <a:xfrm>
              <a:off x="397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3" name="타원 16752">
              <a:extLst>
                <a:ext uri="{FF2B5EF4-FFF2-40B4-BE49-F238E27FC236}">
                  <a16:creationId xmlns:a16="http://schemas.microsoft.com/office/drawing/2014/main" id="{90C16FD4-235D-41C8-BFCB-00FF6878D518}"/>
                </a:ext>
              </a:extLst>
            </p:cNvPr>
            <p:cNvSpPr/>
            <p:nvPr/>
          </p:nvSpPr>
          <p:spPr>
            <a:xfrm>
              <a:off x="550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4" name="타원 16753">
              <a:extLst>
                <a:ext uri="{FF2B5EF4-FFF2-40B4-BE49-F238E27FC236}">
                  <a16:creationId xmlns:a16="http://schemas.microsoft.com/office/drawing/2014/main" id="{5FE5081C-BA0D-4B80-91B3-D3085589D67F}"/>
                </a:ext>
              </a:extLst>
            </p:cNvPr>
            <p:cNvSpPr/>
            <p:nvPr/>
          </p:nvSpPr>
          <p:spPr>
            <a:xfrm>
              <a:off x="702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5" name="타원 16754">
              <a:extLst>
                <a:ext uri="{FF2B5EF4-FFF2-40B4-BE49-F238E27FC236}">
                  <a16:creationId xmlns:a16="http://schemas.microsoft.com/office/drawing/2014/main" id="{71E8CD48-2B77-47EA-B719-FF13E0DB1156}"/>
                </a:ext>
              </a:extLst>
            </p:cNvPr>
            <p:cNvSpPr/>
            <p:nvPr/>
          </p:nvSpPr>
          <p:spPr>
            <a:xfrm>
              <a:off x="854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6" name="타원 16755">
              <a:extLst>
                <a:ext uri="{FF2B5EF4-FFF2-40B4-BE49-F238E27FC236}">
                  <a16:creationId xmlns:a16="http://schemas.microsoft.com/office/drawing/2014/main" id="{FE5D4319-3A8D-4E18-A2D3-199DAF268D26}"/>
                </a:ext>
              </a:extLst>
            </p:cNvPr>
            <p:cNvSpPr/>
            <p:nvPr/>
          </p:nvSpPr>
          <p:spPr>
            <a:xfrm>
              <a:off x="1007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7" name="타원 16756">
              <a:extLst>
                <a:ext uri="{FF2B5EF4-FFF2-40B4-BE49-F238E27FC236}">
                  <a16:creationId xmlns:a16="http://schemas.microsoft.com/office/drawing/2014/main" id="{C3D28EE8-6846-46A9-A3E8-270B4230F835}"/>
                </a:ext>
              </a:extLst>
            </p:cNvPr>
            <p:cNvSpPr/>
            <p:nvPr/>
          </p:nvSpPr>
          <p:spPr>
            <a:xfrm>
              <a:off x="1159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8" name="타원 16757">
              <a:extLst>
                <a:ext uri="{FF2B5EF4-FFF2-40B4-BE49-F238E27FC236}">
                  <a16:creationId xmlns:a16="http://schemas.microsoft.com/office/drawing/2014/main" id="{60099551-FEB9-4C7E-8E48-F824742FD386}"/>
                </a:ext>
              </a:extLst>
            </p:cNvPr>
            <p:cNvSpPr/>
            <p:nvPr/>
          </p:nvSpPr>
          <p:spPr>
            <a:xfrm>
              <a:off x="1312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59" name="타원 16758">
              <a:extLst>
                <a:ext uri="{FF2B5EF4-FFF2-40B4-BE49-F238E27FC236}">
                  <a16:creationId xmlns:a16="http://schemas.microsoft.com/office/drawing/2014/main" id="{9254B6F3-74E4-46F0-AE31-02E2529289B4}"/>
                </a:ext>
              </a:extLst>
            </p:cNvPr>
            <p:cNvSpPr/>
            <p:nvPr/>
          </p:nvSpPr>
          <p:spPr>
            <a:xfrm>
              <a:off x="1464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0" name="타원 16759">
              <a:extLst>
                <a:ext uri="{FF2B5EF4-FFF2-40B4-BE49-F238E27FC236}">
                  <a16:creationId xmlns:a16="http://schemas.microsoft.com/office/drawing/2014/main" id="{F0E8BAE6-6742-4000-B337-B2B6584677CA}"/>
                </a:ext>
              </a:extLst>
            </p:cNvPr>
            <p:cNvSpPr/>
            <p:nvPr/>
          </p:nvSpPr>
          <p:spPr>
            <a:xfrm>
              <a:off x="1616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1" name="타원 16760">
              <a:extLst>
                <a:ext uri="{FF2B5EF4-FFF2-40B4-BE49-F238E27FC236}">
                  <a16:creationId xmlns:a16="http://schemas.microsoft.com/office/drawing/2014/main" id="{502EA519-FC8A-4D05-8215-01E8E36815B4}"/>
                </a:ext>
              </a:extLst>
            </p:cNvPr>
            <p:cNvSpPr/>
            <p:nvPr/>
          </p:nvSpPr>
          <p:spPr>
            <a:xfrm>
              <a:off x="1769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2" name="타원 16761">
              <a:extLst>
                <a:ext uri="{FF2B5EF4-FFF2-40B4-BE49-F238E27FC236}">
                  <a16:creationId xmlns:a16="http://schemas.microsoft.com/office/drawing/2014/main" id="{C751E1B7-0F60-4888-8F93-27B037ACD48E}"/>
                </a:ext>
              </a:extLst>
            </p:cNvPr>
            <p:cNvSpPr/>
            <p:nvPr/>
          </p:nvSpPr>
          <p:spPr>
            <a:xfrm>
              <a:off x="1921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3" name="타원 16762">
              <a:extLst>
                <a:ext uri="{FF2B5EF4-FFF2-40B4-BE49-F238E27FC236}">
                  <a16:creationId xmlns:a16="http://schemas.microsoft.com/office/drawing/2014/main" id="{3C2B7EFA-8498-4718-8B0E-FD012074C94D}"/>
                </a:ext>
              </a:extLst>
            </p:cNvPr>
            <p:cNvSpPr/>
            <p:nvPr/>
          </p:nvSpPr>
          <p:spPr>
            <a:xfrm>
              <a:off x="2074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4" name="타원 16763">
              <a:extLst>
                <a:ext uri="{FF2B5EF4-FFF2-40B4-BE49-F238E27FC236}">
                  <a16:creationId xmlns:a16="http://schemas.microsoft.com/office/drawing/2014/main" id="{2C1C6669-3785-42B4-B973-D4DAE68A4B62}"/>
                </a:ext>
              </a:extLst>
            </p:cNvPr>
            <p:cNvSpPr/>
            <p:nvPr/>
          </p:nvSpPr>
          <p:spPr>
            <a:xfrm>
              <a:off x="2226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5" name="타원 16764">
              <a:extLst>
                <a:ext uri="{FF2B5EF4-FFF2-40B4-BE49-F238E27FC236}">
                  <a16:creationId xmlns:a16="http://schemas.microsoft.com/office/drawing/2014/main" id="{469C8951-8C57-4C3E-82B4-307E9D9A3CC0}"/>
                </a:ext>
              </a:extLst>
            </p:cNvPr>
            <p:cNvSpPr/>
            <p:nvPr/>
          </p:nvSpPr>
          <p:spPr>
            <a:xfrm>
              <a:off x="2378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6" name="타원 16765">
              <a:extLst>
                <a:ext uri="{FF2B5EF4-FFF2-40B4-BE49-F238E27FC236}">
                  <a16:creationId xmlns:a16="http://schemas.microsoft.com/office/drawing/2014/main" id="{E762D3F3-5ED4-45DF-8273-0CD8D08F6111}"/>
                </a:ext>
              </a:extLst>
            </p:cNvPr>
            <p:cNvSpPr/>
            <p:nvPr/>
          </p:nvSpPr>
          <p:spPr>
            <a:xfrm>
              <a:off x="2531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7" name="타원 16766">
              <a:extLst>
                <a:ext uri="{FF2B5EF4-FFF2-40B4-BE49-F238E27FC236}">
                  <a16:creationId xmlns:a16="http://schemas.microsoft.com/office/drawing/2014/main" id="{4FEF40FF-B72F-41CC-B1A9-4835E115DD34}"/>
                </a:ext>
              </a:extLst>
            </p:cNvPr>
            <p:cNvSpPr/>
            <p:nvPr/>
          </p:nvSpPr>
          <p:spPr>
            <a:xfrm>
              <a:off x="2683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8" name="타원 16767">
              <a:extLst>
                <a:ext uri="{FF2B5EF4-FFF2-40B4-BE49-F238E27FC236}">
                  <a16:creationId xmlns:a16="http://schemas.microsoft.com/office/drawing/2014/main" id="{35A90A6F-98BE-4F1E-B826-FC5E10118C10}"/>
                </a:ext>
              </a:extLst>
            </p:cNvPr>
            <p:cNvSpPr/>
            <p:nvPr/>
          </p:nvSpPr>
          <p:spPr>
            <a:xfrm>
              <a:off x="2836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69" name="타원 16768">
              <a:extLst>
                <a:ext uri="{FF2B5EF4-FFF2-40B4-BE49-F238E27FC236}">
                  <a16:creationId xmlns:a16="http://schemas.microsoft.com/office/drawing/2014/main" id="{FF009DC7-477A-4B7E-833C-C0057BCB195C}"/>
                </a:ext>
              </a:extLst>
            </p:cNvPr>
            <p:cNvSpPr/>
            <p:nvPr/>
          </p:nvSpPr>
          <p:spPr>
            <a:xfrm>
              <a:off x="2988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0" name="타원 16769">
              <a:extLst>
                <a:ext uri="{FF2B5EF4-FFF2-40B4-BE49-F238E27FC236}">
                  <a16:creationId xmlns:a16="http://schemas.microsoft.com/office/drawing/2014/main" id="{FA6EF73B-179F-40D5-8A08-407A8DFC3AD1}"/>
                </a:ext>
              </a:extLst>
            </p:cNvPr>
            <p:cNvSpPr/>
            <p:nvPr/>
          </p:nvSpPr>
          <p:spPr>
            <a:xfrm>
              <a:off x="3140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1" name="타원 16770">
              <a:extLst>
                <a:ext uri="{FF2B5EF4-FFF2-40B4-BE49-F238E27FC236}">
                  <a16:creationId xmlns:a16="http://schemas.microsoft.com/office/drawing/2014/main" id="{F550529A-1A6D-4E1E-BDFB-16B7372BB676}"/>
                </a:ext>
              </a:extLst>
            </p:cNvPr>
            <p:cNvSpPr/>
            <p:nvPr/>
          </p:nvSpPr>
          <p:spPr>
            <a:xfrm>
              <a:off x="3293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2" name="타원 16771">
              <a:extLst>
                <a:ext uri="{FF2B5EF4-FFF2-40B4-BE49-F238E27FC236}">
                  <a16:creationId xmlns:a16="http://schemas.microsoft.com/office/drawing/2014/main" id="{C66F8CF9-2F32-4717-ADA6-D2B6604B43AB}"/>
                </a:ext>
              </a:extLst>
            </p:cNvPr>
            <p:cNvSpPr/>
            <p:nvPr/>
          </p:nvSpPr>
          <p:spPr>
            <a:xfrm>
              <a:off x="3445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3" name="타원 16772">
              <a:extLst>
                <a:ext uri="{FF2B5EF4-FFF2-40B4-BE49-F238E27FC236}">
                  <a16:creationId xmlns:a16="http://schemas.microsoft.com/office/drawing/2014/main" id="{BE9B0E7E-5297-4028-99E5-585A511AF2B0}"/>
                </a:ext>
              </a:extLst>
            </p:cNvPr>
            <p:cNvSpPr/>
            <p:nvPr/>
          </p:nvSpPr>
          <p:spPr>
            <a:xfrm>
              <a:off x="3598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4" name="타원 16773">
              <a:extLst>
                <a:ext uri="{FF2B5EF4-FFF2-40B4-BE49-F238E27FC236}">
                  <a16:creationId xmlns:a16="http://schemas.microsoft.com/office/drawing/2014/main" id="{487B7B31-5BD4-4EE1-A1A5-53F0FC4EF8D4}"/>
                </a:ext>
              </a:extLst>
            </p:cNvPr>
            <p:cNvSpPr/>
            <p:nvPr/>
          </p:nvSpPr>
          <p:spPr>
            <a:xfrm>
              <a:off x="3750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5" name="타원 16774">
              <a:extLst>
                <a:ext uri="{FF2B5EF4-FFF2-40B4-BE49-F238E27FC236}">
                  <a16:creationId xmlns:a16="http://schemas.microsoft.com/office/drawing/2014/main" id="{C07006E6-CF29-48FF-AD88-29C9A1913DB1}"/>
                </a:ext>
              </a:extLst>
            </p:cNvPr>
            <p:cNvSpPr/>
            <p:nvPr/>
          </p:nvSpPr>
          <p:spPr>
            <a:xfrm>
              <a:off x="3902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6" name="타원 16775">
              <a:extLst>
                <a:ext uri="{FF2B5EF4-FFF2-40B4-BE49-F238E27FC236}">
                  <a16:creationId xmlns:a16="http://schemas.microsoft.com/office/drawing/2014/main" id="{60204A2A-668C-4B97-8A66-87F18E8F7699}"/>
                </a:ext>
              </a:extLst>
            </p:cNvPr>
            <p:cNvSpPr/>
            <p:nvPr/>
          </p:nvSpPr>
          <p:spPr>
            <a:xfrm>
              <a:off x="4055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7" name="타원 16776">
              <a:extLst>
                <a:ext uri="{FF2B5EF4-FFF2-40B4-BE49-F238E27FC236}">
                  <a16:creationId xmlns:a16="http://schemas.microsoft.com/office/drawing/2014/main" id="{8D76C5B4-72DC-4673-94B0-7D6BD9990352}"/>
                </a:ext>
              </a:extLst>
            </p:cNvPr>
            <p:cNvSpPr/>
            <p:nvPr/>
          </p:nvSpPr>
          <p:spPr>
            <a:xfrm>
              <a:off x="4207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8" name="타원 16777">
              <a:extLst>
                <a:ext uri="{FF2B5EF4-FFF2-40B4-BE49-F238E27FC236}">
                  <a16:creationId xmlns:a16="http://schemas.microsoft.com/office/drawing/2014/main" id="{44D18689-4E2E-44BD-81A4-D676A46B3061}"/>
                </a:ext>
              </a:extLst>
            </p:cNvPr>
            <p:cNvSpPr/>
            <p:nvPr/>
          </p:nvSpPr>
          <p:spPr>
            <a:xfrm>
              <a:off x="4360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79" name="타원 16778">
              <a:extLst>
                <a:ext uri="{FF2B5EF4-FFF2-40B4-BE49-F238E27FC236}">
                  <a16:creationId xmlns:a16="http://schemas.microsoft.com/office/drawing/2014/main" id="{44DC670E-C052-49A3-BC46-8B6616386C49}"/>
                </a:ext>
              </a:extLst>
            </p:cNvPr>
            <p:cNvSpPr/>
            <p:nvPr/>
          </p:nvSpPr>
          <p:spPr>
            <a:xfrm>
              <a:off x="4512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0" name="타원 16779">
              <a:extLst>
                <a:ext uri="{FF2B5EF4-FFF2-40B4-BE49-F238E27FC236}">
                  <a16:creationId xmlns:a16="http://schemas.microsoft.com/office/drawing/2014/main" id="{3C2E9FA3-219C-43AB-A2B6-F1C8CFD3C4A1}"/>
                </a:ext>
              </a:extLst>
            </p:cNvPr>
            <p:cNvSpPr/>
            <p:nvPr/>
          </p:nvSpPr>
          <p:spPr>
            <a:xfrm>
              <a:off x="4664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1" name="타원 16780">
              <a:extLst>
                <a:ext uri="{FF2B5EF4-FFF2-40B4-BE49-F238E27FC236}">
                  <a16:creationId xmlns:a16="http://schemas.microsoft.com/office/drawing/2014/main" id="{2B885CE9-805C-4588-8104-0AC5F24DA0E6}"/>
                </a:ext>
              </a:extLst>
            </p:cNvPr>
            <p:cNvSpPr/>
            <p:nvPr/>
          </p:nvSpPr>
          <p:spPr>
            <a:xfrm>
              <a:off x="4817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2" name="타원 16781">
              <a:extLst>
                <a:ext uri="{FF2B5EF4-FFF2-40B4-BE49-F238E27FC236}">
                  <a16:creationId xmlns:a16="http://schemas.microsoft.com/office/drawing/2014/main" id="{61020B67-DF0C-4366-A030-97821CF69F65}"/>
                </a:ext>
              </a:extLst>
            </p:cNvPr>
            <p:cNvSpPr/>
            <p:nvPr/>
          </p:nvSpPr>
          <p:spPr>
            <a:xfrm>
              <a:off x="4969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3" name="타원 16782">
              <a:extLst>
                <a:ext uri="{FF2B5EF4-FFF2-40B4-BE49-F238E27FC236}">
                  <a16:creationId xmlns:a16="http://schemas.microsoft.com/office/drawing/2014/main" id="{8EDB398B-4569-470A-B858-E21346F4B236}"/>
                </a:ext>
              </a:extLst>
            </p:cNvPr>
            <p:cNvSpPr/>
            <p:nvPr/>
          </p:nvSpPr>
          <p:spPr>
            <a:xfrm>
              <a:off x="5122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4" name="타원 16783">
              <a:extLst>
                <a:ext uri="{FF2B5EF4-FFF2-40B4-BE49-F238E27FC236}">
                  <a16:creationId xmlns:a16="http://schemas.microsoft.com/office/drawing/2014/main" id="{046B7818-CADE-4E84-926A-D518401B92F6}"/>
                </a:ext>
              </a:extLst>
            </p:cNvPr>
            <p:cNvSpPr/>
            <p:nvPr/>
          </p:nvSpPr>
          <p:spPr>
            <a:xfrm>
              <a:off x="5274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5" name="타원 16784">
              <a:extLst>
                <a:ext uri="{FF2B5EF4-FFF2-40B4-BE49-F238E27FC236}">
                  <a16:creationId xmlns:a16="http://schemas.microsoft.com/office/drawing/2014/main" id="{A4730B6F-0A44-44CF-80CB-87B12E2C83A3}"/>
                </a:ext>
              </a:extLst>
            </p:cNvPr>
            <p:cNvSpPr/>
            <p:nvPr/>
          </p:nvSpPr>
          <p:spPr>
            <a:xfrm>
              <a:off x="5426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6" name="타원 16785">
              <a:extLst>
                <a:ext uri="{FF2B5EF4-FFF2-40B4-BE49-F238E27FC236}">
                  <a16:creationId xmlns:a16="http://schemas.microsoft.com/office/drawing/2014/main" id="{6575A5E1-33AA-4AB7-A04A-393065A82ABF}"/>
                </a:ext>
              </a:extLst>
            </p:cNvPr>
            <p:cNvSpPr/>
            <p:nvPr/>
          </p:nvSpPr>
          <p:spPr>
            <a:xfrm>
              <a:off x="5579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7" name="타원 16786">
              <a:extLst>
                <a:ext uri="{FF2B5EF4-FFF2-40B4-BE49-F238E27FC236}">
                  <a16:creationId xmlns:a16="http://schemas.microsoft.com/office/drawing/2014/main" id="{72301325-5F05-47BD-ACC1-74D1EBC4D882}"/>
                </a:ext>
              </a:extLst>
            </p:cNvPr>
            <p:cNvSpPr/>
            <p:nvPr/>
          </p:nvSpPr>
          <p:spPr>
            <a:xfrm>
              <a:off x="5731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8" name="타원 16787">
              <a:extLst>
                <a:ext uri="{FF2B5EF4-FFF2-40B4-BE49-F238E27FC236}">
                  <a16:creationId xmlns:a16="http://schemas.microsoft.com/office/drawing/2014/main" id="{4FAA1A3C-38AF-40A4-80A2-44CCBDDF272B}"/>
                </a:ext>
              </a:extLst>
            </p:cNvPr>
            <p:cNvSpPr/>
            <p:nvPr/>
          </p:nvSpPr>
          <p:spPr>
            <a:xfrm>
              <a:off x="245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89" name="타원 16788">
              <a:extLst>
                <a:ext uri="{FF2B5EF4-FFF2-40B4-BE49-F238E27FC236}">
                  <a16:creationId xmlns:a16="http://schemas.microsoft.com/office/drawing/2014/main" id="{67842E4B-0283-4BA2-82CA-34CA25FFCDF1}"/>
                </a:ext>
              </a:extLst>
            </p:cNvPr>
            <p:cNvSpPr/>
            <p:nvPr/>
          </p:nvSpPr>
          <p:spPr>
            <a:xfrm>
              <a:off x="397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0" name="타원 16789">
              <a:extLst>
                <a:ext uri="{FF2B5EF4-FFF2-40B4-BE49-F238E27FC236}">
                  <a16:creationId xmlns:a16="http://schemas.microsoft.com/office/drawing/2014/main" id="{86BFF608-90E2-407F-B962-B0AC5EF8E165}"/>
                </a:ext>
              </a:extLst>
            </p:cNvPr>
            <p:cNvSpPr/>
            <p:nvPr/>
          </p:nvSpPr>
          <p:spPr>
            <a:xfrm>
              <a:off x="550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1" name="타원 16790">
              <a:extLst>
                <a:ext uri="{FF2B5EF4-FFF2-40B4-BE49-F238E27FC236}">
                  <a16:creationId xmlns:a16="http://schemas.microsoft.com/office/drawing/2014/main" id="{D965DE96-4D92-4BAA-82F8-D89E97B4A125}"/>
                </a:ext>
              </a:extLst>
            </p:cNvPr>
            <p:cNvSpPr/>
            <p:nvPr/>
          </p:nvSpPr>
          <p:spPr>
            <a:xfrm>
              <a:off x="702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2" name="타원 16791">
              <a:extLst>
                <a:ext uri="{FF2B5EF4-FFF2-40B4-BE49-F238E27FC236}">
                  <a16:creationId xmlns:a16="http://schemas.microsoft.com/office/drawing/2014/main" id="{F56960D6-5083-42D8-A93F-0CA0632FBF99}"/>
                </a:ext>
              </a:extLst>
            </p:cNvPr>
            <p:cNvSpPr/>
            <p:nvPr/>
          </p:nvSpPr>
          <p:spPr>
            <a:xfrm>
              <a:off x="854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3" name="타원 16792">
              <a:extLst>
                <a:ext uri="{FF2B5EF4-FFF2-40B4-BE49-F238E27FC236}">
                  <a16:creationId xmlns:a16="http://schemas.microsoft.com/office/drawing/2014/main" id="{B9633A11-F69B-47C1-B253-8D69541467D8}"/>
                </a:ext>
              </a:extLst>
            </p:cNvPr>
            <p:cNvSpPr/>
            <p:nvPr/>
          </p:nvSpPr>
          <p:spPr>
            <a:xfrm>
              <a:off x="1007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4" name="타원 16793">
              <a:extLst>
                <a:ext uri="{FF2B5EF4-FFF2-40B4-BE49-F238E27FC236}">
                  <a16:creationId xmlns:a16="http://schemas.microsoft.com/office/drawing/2014/main" id="{284D6980-FCC7-4638-A1A5-BFBB833BF13B}"/>
                </a:ext>
              </a:extLst>
            </p:cNvPr>
            <p:cNvSpPr/>
            <p:nvPr/>
          </p:nvSpPr>
          <p:spPr>
            <a:xfrm>
              <a:off x="1159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5" name="타원 16794">
              <a:extLst>
                <a:ext uri="{FF2B5EF4-FFF2-40B4-BE49-F238E27FC236}">
                  <a16:creationId xmlns:a16="http://schemas.microsoft.com/office/drawing/2014/main" id="{9F2B938D-D88B-41DC-996F-59BCA73F16DD}"/>
                </a:ext>
              </a:extLst>
            </p:cNvPr>
            <p:cNvSpPr/>
            <p:nvPr/>
          </p:nvSpPr>
          <p:spPr>
            <a:xfrm>
              <a:off x="1312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6" name="타원 16795">
              <a:extLst>
                <a:ext uri="{FF2B5EF4-FFF2-40B4-BE49-F238E27FC236}">
                  <a16:creationId xmlns:a16="http://schemas.microsoft.com/office/drawing/2014/main" id="{DF3E34FE-47A0-4C45-A500-C4CA5813658F}"/>
                </a:ext>
              </a:extLst>
            </p:cNvPr>
            <p:cNvSpPr/>
            <p:nvPr/>
          </p:nvSpPr>
          <p:spPr>
            <a:xfrm>
              <a:off x="1464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7" name="타원 16796">
              <a:extLst>
                <a:ext uri="{FF2B5EF4-FFF2-40B4-BE49-F238E27FC236}">
                  <a16:creationId xmlns:a16="http://schemas.microsoft.com/office/drawing/2014/main" id="{7F9E69BE-F013-4ECB-977E-4087EFEAD5E9}"/>
                </a:ext>
              </a:extLst>
            </p:cNvPr>
            <p:cNvSpPr/>
            <p:nvPr/>
          </p:nvSpPr>
          <p:spPr>
            <a:xfrm>
              <a:off x="1616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8" name="타원 16797">
              <a:extLst>
                <a:ext uri="{FF2B5EF4-FFF2-40B4-BE49-F238E27FC236}">
                  <a16:creationId xmlns:a16="http://schemas.microsoft.com/office/drawing/2014/main" id="{B2557442-C2CC-452A-B45A-40AE2D0687A0}"/>
                </a:ext>
              </a:extLst>
            </p:cNvPr>
            <p:cNvSpPr/>
            <p:nvPr/>
          </p:nvSpPr>
          <p:spPr>
            <a:xfrm>
              <a:off x="1769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99" name="타원 16798">
              <a:extLst>
                <a:ext uri="{FF2B5EF4-FFF2-40B4-BE49-F238E27FC236}">
                  <a16:creationId xmlns:a16="http://schemas.microsoft.com/office/drawing/2014/main" id="{3738F671-6466-48FD-894A-69618EBD5799}"/>
                </a:ext>
              </a:extLst>
            </p:cNvPr>
            <p:cNvSpPr/>
            <p:nvPr/>
          </p:nvSpPr>
          <p:spPr>
            <a:xfrm>
              <a:off x="1921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0" name="타원 16799">
              <a:extLst>
                <a:ext uri="{FF2B5EF4-FFF2-40B4-BE49-F238E27FC236}">
                  <a16:creationId xmlns:a16="http://schemas.microsoft.com/office/drawing/2014/main" id="{ED2FE7DD-28DD-40FA-A50E-29A180E2C29F}"/>
                </a:ext>
              </a:extLst>
            </p:cNvPr>
            <p:cNvSpPr/>
            <p:nvPr/>
          </p:nvSpPr>
          <p:spPr>
            <a:xfrm>
              <a:off x="2074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1" name="타원 16800">
              <a:extLst>
                <a:ext uri="{FF2B5EF4-FFF2-40B4-BE49-F238E27FC236}">
                  <a16:creationId xmlns:a16="http://schemas.microsoft.com/office/drawing/2014/main" id="{1915111B-15B1-4619-8547-4117677D881F}"/>
                </a:ext>
              </a:extLst>
            </p:cNvPr>
            <p:cNvSpPr/>
            <p:nvPr/>
          </p:nvSpPr>
          <p:spPr>
            <a:xfrm>
              <a:off x="2226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2" name="타원 16801">
              <a:extLst>
                <a:ext uri="{FF2B5EF4-FFF2-40B4-BE49-F238E27FC236}">
                  <a16:creationId xmlns:a16="http://schemas.microsoft.com/office/drawing/2014/main" id="{189386E8-5A10-44EC-997C-14CD169C6C77}"/>
                </a:ext>
              </a:extLst>
            </p:cNvPr>
            <p:cNvSpPr/>
            <p:nvPr/>
          </p:nvSpPr>
          <p:spPr>
            <a:xfrm>
              <a:off x="2378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3" name="타원 16802">
              <a:extLst>
                <a:ext uri="{FF2B5EF4-FFF2-40B4-BE49-F238E27FC236}">
                  <a16:creationId xmlns:a16="http://schemas.microsoft.com/office/drawing/2014/main" id="{812E68B8-0039-47C1-ADA7-9909D18112DA}"/>
                </a:ext>
              </a:extLst>
            </p:cNvPr>
            <p:cNvSpPr/>
            <p:nvPr/>
          </p:nvSpPr>
          <p:spPr>
            <a:xfrm>
              <a:off x="2531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4" name="타원 16803">
              <a:extLst>
                <a:ext uri="{FF2B5EF4-FFF2-40B4-BE49-F238E27FC236}">
                  <a16:creationId xmlns:a16="http://schemas.microsoft.com/office/drawing/2014/main" id="{F0BA0D8B-FE61-4269-A86E-792507B440A4}"/>
                </a:ext>
              </a:extLst>
            </p:cNvPr>
            <p:cNvSpPr/>
            <p:nvPr/>
          </p:nvSpPr>
          <p:spPr>
            <a:xfrm>
              <a:off x="2683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5" name="타원 16804">
              <a:extLst>
                <a:ext uri="{FF2B5EF4-FFF2-40B4-BE49-F238E27FC236}">
                  <a16:creationId xmlns:a16="http://schemas.microsoft.com/office/drawing/2014/main" id="{1E19BE35-DA96-4504-B31B-958D65D0CA69}"/>
                </a:ext>
              </a:extLst>
            </p:cNvPr>
            <p:cNvSpPr/>
            <p:nvPr/>
          </p:nvSpPr>
          <p:spPr>
            <a:xfrm>
              <a:off x="2836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6" name="타원 16805">
              <a:extLst>
                <a:ext uri="{FF2B5EF4-FFF2-40B4-BE49-F238E27FC236}">
                  <a16:creationId xmlns:a16="http://schemas.microsoft.com/office/drawing/2014/main" id="{21D4EB56-1563-43C6-8042-7F5086AF19AE}"/>
                </a:ext>
              </a:extLst>
            </p:cNvPr>
            <p:cNvSpPr/>
            <p:nvPr/>
          </p:nvSpPr>
          <p:spPr>
            <a:xfrm>
              <a:off x="2988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7" name="타원 16806">
              <a:extLst>
                <a:ext uri="{FF2B5EF4-FFF2-40B4-BE49-F238E27FC236}">
                  <a16:creationId xmlns:a16="http://schemas.microsoft.com/office/drawing/2014/main" id="{E79FFC16-0489-4125-A80F-953A60FDAED9}"/>
                </a:ext>
              </a:extLst>
            </p:cNvPr>
            <p:cNvSpPr/>
            <p:nvPr/>
          </p:nvSpPr>
          <p:spPr>
            <a:xfrm>
              <a:off x="3140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8" name="타원 16807">
              <a:extLst>
                <a:ext uri="{FF2B5EF4-FFF2-40B4-BE49-F238E27FC236}">
                  <a16:creationId xmlns:a16="http://schemas.microsoft.com/office/drawing/2014/main" id="{081E2175-EDB3-4284-BDA7-0FBDCBE8DC85}"/>
                </a:ext>
              </a:extLst>
            </p:cNvPr>
            <p:cNvSpPr/>
            <p:nvPr/>
          </p:nvSpPr>
          <p:spPr>
            <a:xfrm>
              <a:off x="3293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09" name="타원 16808">
              <a:extLst>
                <a:ext uri="{FF2B5EF4-FFF2-40B4-BE49-F238E27FC236}">
                  <a16:creationId xmlns:a16="http://schemas.microsoft.com/office/drawing/2014/main" id="{49359F68-FD93-4A54-8480-EB8C27442979}"/>
                </a:ext>
              </a:extLst>
            </p:cNvPr>
            <p:cNvSpPr/>
            <p:nvPr/>
          </p:nvSpPr>
          <p:spPr>
            <a:xfrm>
              <a:off x="3445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0" name="타원 16809">
              <a:extLst>
                <a:ext uri="{FF2B5EF4-FFF2-40B4-BE49-F238E27FC236}">
                  <a16:creationId xmlns:a16="http://schemas.microsoft.com/office/drawing/2014/main" id="{12E47EB1-3B53-47E5-BD16-5A33B84122E9}"/>
                </a:ext>
              </a:extLst>
            </p:cNvPr>
            <p:cNvSpPr/>
            <p:nvPr/>
          </p:nvSpPr>
          <p:spPr>
            <a:xfrm>
              <a:off x="3598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1" name="타원 16810">
              <a:extLst>
                <a:ext uri="{FF2B5EF4-FFF2-40B4-BE49-F238E27FC236}">
                  <a16:creationId xmlns:a16="http://schemas.microsoft.com/office/drawing/2014/main" id="{A569BDD6-BF06-4CDF-87C1-D733BA1CF3F4}"/>
                </a:ext>
              </a:extLst>
            </p:cNvPr>
            <p:cNvSpPr/>
            <p:nvPr/>
          </p:nvSpPr>
          <p:spPr>
            <a:xfrm>
              <a:off x="3750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2" name="타원 16811">
              <a:extLst>
                <a:ext uri="{FF2B5EF4-FFF2-40B4-BE49-F238E27FC236}">
                  <a16:creationId xmlns:a16="http://schemas.microsoft.com/office/drawing/2014/main" id="{DA48F3DE-58B5-45B9-9C96-B3428E787AB8}"/>
                </a:ext>
              </a:extLst>
            </p:cNvPr>
            <p:cNvSpPr/>
            <p:nvPr/>
          </p:nvSpPr>
          <p:spPr>
            <a:xfrm>
              <a:off x="3902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3" name="타원 16812">
              <a:extLst>
                <a:ext uri="{FF2B5EF4-FFF2-40B4-BE49-F238E27FC236}">
                  <a16:creationId xmlns:a16="http://schemas.microsoft.com/office/drawing/2014/main" id="{C550A4EF-151B-423B-9045-DDAF88D6CAA4}"/>
                </a:ext>
              </a:extLst>
            </p:cNvPr>
            <p:cNvSpPr/>
            <p:nvPr/>
          </p:nvSpPr>
          <p:spPr>
            <a:xfrm>
              <a:off x="4055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4" name="타원 16813">
              <a:extLst>
                <a:ext uri="{FF2B5EF4-FFF2-40B4-BE49-F238E27FC236}">
                  <a16:creationId xmlns:a16="http://schemas.microsoft.com/office/drawing/2014/main" id="{D68899C5-39CE-442C-8FDF-B9B996055A9D}"/>
                </a:ext>
              </a:extLst>
            </p:cNvPr>
            <p:cNvSpPr/>
            <p:nvPr/>
          </p:nvSpPr>
          <p:spPr>
            <a:xfrm>
              <a:off x="4207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5" name="타원 16814">
              <a:extLst>
                <a:ext uri="{FF2B5EF4-FFF2-40B4-BE49-F238E27FC236}">
                  <a16:creationId xmlns:a16="http://schemas.microsoft.com/office/drawing/2014/main" id="{B50D169F-D8F2-4768-BE2E-0D41E05782BB}"/>
                </a:ext>
              </a:extLst>
            </p:cNvPr>
            <p:cNvSpPr/>
            <p:nvPr/>
          </p:nvSpPr>
          <p:spPr>
            <a:xfrm>
              <a:off x="4360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6" name="타원 16815">
              <a:extLst>
                <a:ext uri="{FF2B5EF4-FFF2-40B4-BE49-F238E27FC236}">
                  <a16:creationId xmlns:a16="http://schemas.microsoft.com/office/drawing/2014/main" id="{B2B31A83-45F5-4FD4-8441-44C2E34ADB65}"/>
                </a:ext>
              </a:extLst>
            </p:cNvPr>
            <p:cNvSpPr/>
            <p:nvPr/>
          </p:nvSpPr>
          <p:spPr>
            <a:xfrm>
              <a:off x="4512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7" name="타원 16816">
              <a:extLst>
                <a:ext uri="{FF2B5EF4-FFF2-40B4-BE49-F238E27FC236}">
                  <a16:creationId xmlns:a16="http://schemas.microsoft.com/office/drawing/2014/main" id="{B69D3AB0-5650-4374-8C08-6C13B818FCE8}"/>
                </a:ext>
              </a:extLst>
            </p:cNvPr>
            <p:cNvSpPr/>
            <p:nvPr/>
          </p:nvSpPr>
          <p:spPr>
            <a:xfrm>
              <a:off x="4664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8" name="타원 16817">
              <a:extLst>
                <a:ext uri="{FF2B5EF4-FFF2-40B4-BE49-F238E27FC236}">
                  <a16:creationId xmlns:a16="http://schemas.microsoft.com/office/drawing/2014/main" id="{4345C5F5-EE8A-42A0-B39C-7206928A8F7B}"/>
                </a:ext>
              </a:extLst>
            </p:cNvPr>
            <p:cNvSpPr/>
            <p:nvPr/>
          </p:nvSpPr>
          <p:spPr>
            <a:xfrm>
              <a:off x="4817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19" name="타원 16818">
              <a:extLst>
                <a:ext uri="{FF2B5EF4-FFF2-40B4-BE49-F238E27FC236}">
                  <a16:creationId xmlns:a16="http://schemas.microsoft.com/office/drawing/2014/main" id="{2AEAD71D-13CA-4A78-81B8-17B9B4924DB9}"/>
                </a:ext>
              </a:extLst>
            </p:cNvPr>
            <p:cNvSpPr/>
            <p:nvPr/>
          </p:nvSpPr>
          <p:spPr>
            <a:xfrm>
              <a:off x="4969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0" name="타원 16819">
              <a:extLst>
                <a:ext uri="{FF2B5EF4-FFF2-40B4-BE49-F238E27FC236}">
                  <a16:creationId xmlns:a16="http://schemas.microsoft.com/office/drawing/2014/main" id="{E78C5C19-EDED-49AF-85AB-7FB96CA9ABE7}"/>
                </a:ext>
              </a:extLst>
            </p:cNvPr>
            <p:cNvSpPr/>
            <p:nvPr/>
          </p:nvSpPr>
          <p:spPr>
            <a:xfrm>
              <a:off x="5122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1" name="타원 16820">
              <a:extLst>
                <a:ext uri="{FF2B5EF4-FFF2-40B4-BE49-F238E27FC236}">
                  <a16:creationId xmlns:a16="http://schemas.microsoft.com/office/drawing/2014/main" id="{8A7721F5-3683-4461-BE4F-0324FAA17A46}"/>
                </a:ext>
              </a:extLst>
            </p:cNvPr>
            <p:cNvSpPr/>
            <p:nvPr/>
          </p:nvSpPr>
          <p:spPr>
            <a:xfrm>
              <a:off x="5274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2" name="타원 16821">
              <a:extLst>
                <a:ext uri="{FF2B5EF4-FFF2-40B4-BE49-F238E27FC236}">
                  <a16:creationId xmlns:a16="http://schemas.microsoft.com/office/drawing/2014/main" id="{2B733BD3-1BD7-4441-A729-F7D17229520D}"/>
                </a:ext>
              </a:extLst>
            </p:cNvPr>
            <p:cNvSpPr/>
            <p:nvPr/>
          </p:nvSpPr>
          <p:spPr>
            <a:xfrm>
              <a:off x="5426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3" name="타원 16822">
              <a:extLst>
                <a:ext uri="{FF2B5EF4-FFF2-40B4-BE49-F238E27FC236}">
                  <a16:creationId xmlns:a16="http://schemas.microsoft.com/office/drawing/2014/main" id="{586E3EFB-526C-4276-AA8A-283B06CFAF34}"/>
                </a:ext>
              </a:extLst>
            </p:cNvPr>
            <p:cNvSpPr/>
            <p:nvPr/>
          </p:nvSpPr>
          <p:spPr>
            <a:xfrm>
              <a:off x="5579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4" name="타원 16823">
              <a:extLst>
                <a:ext uri="{FF2B5EF4-FFF2-40B4-BE49-F238E27FC236}">
                  <a16:creationId xmlns:a16="http://schemas.microsoft.com/office/drawing/2014/main" id="{0DE85311-6C97-4934-8F1B-5A9B1549B0CA}"/>
                </a:ext>
              </a:extLst>
            </p:cNvPr>
            <p:cNvSpPr/>
            <p:nvPr/>
          </p:nvSpPr>
          <p:spPr>
            <a:xfrm>
              <a:off x="5731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5" name="타원 16824">
              <a:extLst>
                <a:ext uri="{FF2B5EF4-FFF2-40B4-BE49-F238E27FC236}">
                  <a16:creationId xmlns:a16="http://schemas.microsoft.com/office/drawing/2014/main" id="{374BE3D4-347A-4421-A2AF-7137CB8A330D}"/>
                </a:ext>
              </a:extLst>
            </p:cNvPr>
            <p:cNvSpPr/>
            <p:nvPr/>
          </p:nvSpPr>
          <p:spPr>
            <a:xfrm>
              <a:off x="245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6" name="타원 16825">
              <a:extLst>
                <a:ext uri="{FF2B5EF4-FFF2-40B4-BE49-F238E27FC236}">
                  <a16:creationId xmlns:a16="http://schemas.microsoft.com/office/drawing/2014/main" id="{91DCBD9C-3E7C-4E8D-9847-8C71F3C703C5}"/>
                </a:ext>
              </a:extLst>
            </p:cNvPr>
            <p:cNvSpPr/>
            <p:nvPr/>
          </p:nvSpPr>
          <p:spPr>
            <a:xfrm>
              <a:off x="397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7" name="타원 16826">
              <a:extLst>
                <a:ext uri="{FF2B5EF4-FFF2-40B4-BE49-F238E27FC236}">
                  <a16:creationId xmlns:a16="http://schemas.microsoft.com/office/drawing/2014/main" id="{B9606022-96F9-4487-9C04-B16C24B32A30}"/>
                </a:ext>
              </a:extLst>
            </p:cNvPr>
            <p:cNvSpPr/>
            <p:nvPr/>
          </p:nvSpPr>
          <p:spPr>
            <a:xfrm>
              <a:off x="550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8" name="타원 16827">
              <a:extLst>
                <a:ext uri="{FF2B5EF4-FFF2-40B4-BE49-F238E27FC236}">
                  <a16:creationId xmlns:a16="http://schemas.microsoft.com/office/drawing/2014/main" id="{29E399AC-C78D-4CA9-8B18-CCEF17EFC842}"/>
                </a:ext>
              </a:extLst>
            </p:cNvPr>
            <p:cNvSpPr/>
            <p:nvPr/>
          </p:nvSpPr>
          <p:spPr>
            <a:xfrm>
              <a:off x="702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29" name="타원 16828">
              <a:extLst>
                <a:ext uri="{FF2B5EF4-FFF2-40B4-BE49-F238E27FC236}">
                  <a16:creationId xmlns:a16="http://schemas.microsoft.com/office/drawing/2014/main" id="{33492071-9577-457B-A325-B5B8AD2BDF48}"/>
                </a:ext>
              </a:extLst>
            </p:cNvPr>
            <p:cNvSpPr/>
            <p:nvPr/>
          </p:nvSpPr>
          <p:spPr>
            <a:xfrm>
              <a:off x="854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0" name="타원 16829">
              <a:extLst>
                <a:ext uri="{FF2B5EF4-FFF2-40B4-BE49-F238E27FC236}">
                  <a16:creationId xmlns:a16="http://schemas.microsoft.com/office/drawing/2014/main" id="{F8C02549-26C9-4BA5-BE8E-B638EDFF0ABA}"/>
                </a:ext>
              </a:extLst>
            </p:cNvPr>
            <p:cNvSpPr/>
            <p:nvPr/>
          </p:nvSpPr>
          <p:spPr>
            <a:xfrm>
              <a:off x="1007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1" name="타원 16830">
              <a:extLst>
                <a:ext uri="{FF2B5EF4-FFF2-40B4-BE49-F238E27FC236}">
                  <a16:creationId xmlns:a16="http://schemas.microsoft.com/office/drawing/2014/main" id="{79906D60-4218-4E49-B136-4E5B63E2952E}"/>
                </a:ext>
              </a:extLst>
            </p:cNvPr>
            <p:cNvSpPr/>
            <p:nvPr/>
          </p:nvSpPr>
          <p:spPr>
            <a:xfrm>
              <a:off x="1159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2" name="타원 16831">
              <a:extLst>
                <a:ext uri="{FF2B5EF4-FFF2-40B4-BE49-F238E27FC236}">
                  <a16:creationId xmlns:a16="http://schemas.microsoft.com/office/drawing/2014/main" id="{82F93E2C-798E-4DF9-8F12-59FC7565EEC8}"/>
                </a:ext>
              </a:extLst>
            </p:cNvPr>
            <p:cNvSpPr/>
            <p:nvPr/>
          </p:nvSpPr>
          <p:spPr>
            <a:xfrm>
              <a:off x="1312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3" name="타원 16832">
              <a:extLst>
                <a:ext uri="{FF2B5EF4-FFF2-40B4-BE49-F238E27FC236}">
                  <a16:creationId xmlns:a16="http://schemas.microsoft.com/office/drawing/2014/main" id="{AC72F0E1-C8B0-4911-9C90-B192E23BBC0C}"/>
                </a:ext>
              </a:extLst>
            </p:cNvPr>
            <p:cNvSpPr/>
            <p:nvPr/>
          </p:nvSpPr>
          <p:spPr>
            <a:xfrm>
              <a:off x="1464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4" name="타원 16833">
              <a:extLst>
                <a:ext uri="{FF2B5EF4-FFF2-40B4-BE49-F238E27FC236}">
                  <a16:creationId xmlns:a16="http://schemas.microsoft.com/office/drawing/2014/main" id="{8D08DFBD-9E6B-496F-81C7-325CB9C7FCF1}"/>
                </a:ext>
              </a:extLst>
            </p:cNvPr>
            <p:cNvSpPr/>
            <p:nvPr/>
          </p:nvSpPr>
          <p:spPr>
            <a:xfrm>
              <a:off x="1616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5" name="타원 16834">
              <a:extLst>
                <a:ext uri="{FF2B5EF4-FFF2-40B4-BE49-F238E27FC236}">
                  <a16:creationId xmlns:a16="http://schemas.microsoft.com/office/drawing/2014/main" id="{52DA4581-D21D-426D-ABED-EF66C28C9729}"/>
                </a:ext>
              </a:extLst>
            </p:cNvPr>
            <p:cNvSpPr/>
            <p:nvPr/>
          </p:nvSpPr>
          <p:spPr>
            <a:xfrm>
              <a:off x="1769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6" name="타원 16835">
              <a:extLst>
                <a:ext uri="{FF2B5EF4-FFF2-40B4-BE49-F238E27FC236}">
                  <a16:creationId xmlns:a16="http://schemas.microsoft.com/office/drawing/2014/main" id="{D5E5893A-EA55-4163-A612-198CC503B12D}"/>
                </a:ext>
              </a:extLst>
            </p:cNvPr>
            <p:cNvSpPr/>
            <p:nvPr/>
          </p:nvSpPr>
          <p:spPr>
            <a:xfrm>
              <a:off x="1921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7" name="타원 16836">
              <a:extLst>
                <a:ext uri="{FF2B5EF4-FFF2-40B4-BE49-F238E27FC236}">
                  <a16:creationId xmlns:a16="http://schemas.microsoft.com/office/drawing/2014/main" id="{6AE98CA9-C92B-4F44-BA87-8FC1ED40284E}"/>
                </a:ext>
              </a:extLst>
            </p:cNvPr>
            <p:cNvSpPr/>
            <p:nvPr/>
          </p:nvSpPr>
          <p:spPr>
            <a:xfrm>
              <a:off x="2074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8" name="타원 16837">
              <a:extLst>
                <a:ext uri="{FF2B5EF4-FFF2-40B4-BE49-F238E27FC236}">
                  <a16:creationId xmlns:a16="http://schemas.microsoft.com/office/drawing/2014/main" id="{CE49DB06-EC61-4F5A-ABE7-AE7515826B1C}"/>
                </a:ext>
              </a:extLst>
            </p:cNvPr>
            <p:cNvSpPr/>
            <p:nvPr/>
          </p:nvSpPr>
          <p:spPr>
            <a:xfrm>
              <a:off x="2226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39" name="타원 16838">
              <a:extLst>
                <a:ext uri="{FF2B5EF4-FFF2-40B4-BE49-F238E27FC236}">
                  <a16:creationId xmlns:a16="http://schemas.microsoft.com/office/drawing/2014/main" id="{7140B366-5841-49C5-93D7-F722EDFB29EC}"/>
                </a:ext>
              </a:extLst>
            </p:cNvPr>
            <p:cNvSpPr/>
            <p:nvPr/>
          </p:nvSpPr>
          <p:spPr>
            <a:xfrm>
              <a:off x="2378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0" name="타원 16839">
              <a:extLst>
                <a:ext uri="{FF2B5EF4-FFF2-40B4-BE49-F238E27FC236}">
                  <a16:creationId xmlns:a16="http://schemas.microsoft.com/office/drawing/2014/main" id="{80B118C5-E693-4257-A694-BA24AA423193}"/>
                </a:ext>
              </a:extLst>
            </p:cNvPr>
            <p:cNvSpPr/>
            <p:nvPr/>
          </p:nvSpPr>
          <p:spPr>
            <a:xfrm>
              <a:off x="2531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1" name="타원 16840">
              <a:extLst>
                <a:ext uri="{FF2B5EF4-FFF2-40B4-BE49-F238E27FC236}">
                  <a16:creationId xmlns:a16="http://schemas.microsoft.com/office/drawing/2014/main" id="{BA1896D1-8D7C-45C9-96DB-AD8D136B458C}"/>
                </a:ext>
              </a:extLst>
            </p:cNvPr>
            <p:cNvSpPr/>
            <p:nvPr/>
          </p:nvSpPr>
          <p:spPr>
            <a:xfrm>
              <a:off x="2683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2" name="타원 16841">
              <a:extLst>
                <a:ext uri="{FF2B5EF4-FFF2-40B4-BE49-F238E27FC236}">
                  <a16:creationId xmlns:a16="http://schemas.microsoft.com/office/drawing/2014/main" id="{D8E9A6EC-856F-48B5-A88C-1BDA3CE94BA2}"/>
                </a:ext>
              </a:extLst>
            </p:cNvPr>
            <p:cNvSpPr/>
            <p:nvPr/>
          </p:nvSpPr>
          <p:spPr>
            <a:xfrm>
              <a:off x="2836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3" name="타원 16842">
              <a:extLst>
                <a:ext uri="{FF2B5EF4-FFF2-40B4-BE49-F238E27FC236}">
                  <a16:creationId xmlns:a16="http://schemas.microsoft.com/office/drawing/2014/main" id="{FD4B0D03-1221-4FBF-8546-6D9708D30ACF}"/>
                </a:ext>
              </a:extLst>
            </p:cNvPr>
            <p:cNvSpPr/>
            <p:nvPr/>
          </p:nvSpPr>
          <p:spPr>
            <a:xfrm>
              <a:off x="2988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4" name="타원 16843">
              <a:extLst>
                <a:ext uri="{FF2B5EF4-FFF2-40B4-BE49-F238E27FC236}">
                  <a16:creationId xmlns:a16="http://schemas.microsoft.com/office/drawing/2014/main" id="{43128961-BEC4-42A1-AA5E-CEC0ABBD76E5}"/>
                </a:ext>
              </a:extLst>
            </p:cNvPr>
            <p:cNvSpPr/>
            <p:nvPr/>
          </p:nvSpPr>
          <p:spPr>
            <a:xfrm>
              <a:off x="3140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5" name="타원 16844">
              <a:extLst>
                <a:ext uri="{FF2B5EF4-FFF2-40B4-BE49-F238E27FC236}">
                  <a16:creationId xmlns:a16="http://schemas.microsoft.com/office/drawing/2014/main" id="{49217ADA-F5E4-457B-946D-BBCECEFEF3F4}"/>
                </a:ext>
              </a:extLst>
            </p:cNvPr>
            <p:cNvSpPr/>
            <p:nvPr/>
          </p:nvSpPr>
          <p:spPr>
            <a:xfrm>
              <a:off x="3293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6" name="타원 16845">
              <a:extLst>
                <a:ext uri="{FF2B5EF4-FFF2-40B4-BE49-F238E27FC236}">
                  <a16:creationId xmlns:a16="http://schemas.microsoft.com/office/drawing/2014/main" id="{C7923AC6-897B-4D4F-81BC-CC657FFB6518}"/>
                </a:ext>
              </a:extLst>
            </p:cNvPr>
            <p:cNvSpPr/>
            <p:nvPr/>
          </p:nvSpPr>
          <p:spPr>
            <a:xfrm>
              <a:off x="3445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7" name="타원 16846">
              <a:extLst>
                <a:ext uri="{FF2B5EF4-FFF2-40B4-BE49-F238E27FC236}">
                  <a16:creationId xmlns:a16="http://schemas.microsoft.com/office/drawing/2014/main" id="{BD32E544-4410-4276-A6BC-3C97A221D56B}"/>
                </a:ext>
              </a:extLst>
            </p:cNvPr>
            <p:cNvSpPr/>
            <p:nvPr/>
          </p:nvSpPr>
          <p:spPr>
            <a:xfrm>
              <a:off x="3598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8" name="타원 16847">
              <a:extLst>
                <a:ext uri="{FF2B5EF4-FFF2-40B4-BE49-F238E27FC236}">
                  <a16:creationId xmlns:a16="http://schemas.microsoft.com/office/drawing/2014/main" id="{5166E08E-8ECE-4FCC-942F-210F8222EDD2}"/>
                </a:ext>
              </a:extLst>
            </p:cNvPr>
            <p:cNvSpPr/>
            <p:nvPr/>
          </p:nvSpPr>
          <p:spPr>
            <a:xfrm>
              <a:off x="3750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49" name="타원 16848">
              <a:extLst>
                <a:ext uri="{FF2B5EF4-FFF2-40B4-BE49-F238E27FC236}">
                  <a16:creationId xmlns:a16="http://schemas.microsoft.com/office/drawing/2014/main" id="{C1126B53-BA17-46FC-BEB4-93BF818E0B11}"/>
                </a:ext>
              </a:extLst>
            </p:cNvPr>
            <p:cNvSpPr/>
            <p:nvPr/>
          </p:nvSpPr>
          <p:spPr>
            <a:xfrm>
              <a:off x="3902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0" name="타원 16849">
              <a:extLst>
                <a:ext uri="{FF2B5EF4-FFF2-40B4-BE49-F238E27FC236}">
                  <a16:creationId xmlns:a16="http://schemas.microsoft.com/office/drawing/2014/main" id="{D0E6AC99-9197-411D-B9B3-697CCA25CCF8}"/>
                </a:ext>
              </a:extLst>
            </p:cNvPr>
            <p:cNvSpPr/>
            <p:nvPr/>
          </p:nvSpPr>
          <p:spPr>
            <a:xfrm>
              <a:off x="4055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1" name="타원 16850">
              <a:extLst>
                <a:ext uri="{FF2B5EF4-FFF2-40B4-BE49-F238E27FC236}">
                  <a16:creationId xmlns:a16="http://schemas.microsoft.com/office/drawing/2014/main" id="{AFF0E9C3-9AA1-4883-A0D1-640531728160}"/>
                </a:ext>
              </a:extLst>
            </p:cNvPr>
            <p:cNvSpPr/>
            <p:nvPr/>
          </p:nvSpPr>
          <p:spPr>
            <a:xfrm>
              <a:off x="4207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2" name="타원 16851">
              <a:extLst>
                <a:ext uri="{FF2B5EF4-FFF2-40B4-BE49-F238E27FC236}">
                  <a16:creationId xmlns:a16="http://schemas.microsoft.com/office/drawing/2014/main" id="{5672CA94-3828-474F-8772-41E5A2D1092F}"/>
                </a:ext>
              </a:extLst>
            </p:cNvPr>
            <p:cNvSpPr/>
            <p:nvPr/>
          </p:nvSpPr>
          <p:spPr>
            <a:xfrm>
              <a:off x="4360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3" name="타원 16852">
              <a:extLst>
                <a:ext uri="{FF2B5EF4-FFF2-40B4-BE49-F238E27FC236}">
                  <a16:creationId xmlns:a16="http://schemas.microsoft.com/office/drawing/2014/main" id="{2A838DBF-3554-4D81-B23D-853DEA5E4BB5}"/>
                </a:ext>
              </a:extLst>
            </p:cNvPr>
            <p:cNvSpPr/>
            <p:nvPr/>
          </p:nvSpPr>
          <p:spPr>
            <a:xfrm>
              <a:off x="4512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4" name="타원 16853">
              <a:extLst>
                <a:ext uri="{FF2B5EF4-FFF2-40B4-BE49-F238E27FC236}">
                  <a16:creationId xmlns:a16="http://schemas.microsoft.com/office/drawing/2014/main" id="{4721131D-0A92-4657-845D-7916B276F78B}"/>
                </a:ext>
              </a:extLst>
            </p:cNvPr>
            <p:cNvSpPr/>
            <p:nvPr/>
          </p:nvSpPr>
          <p:spPr>
            <a:xfrm>
              <a:off x="4664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5" name="타원 16854">
              <a:extLst>
                <a:ext uri="{FF2B5EF4-FFF2-40B4-BE49-F238E27FC236}">
                  <a16:creationId xmlns:a16="http://schemas.microsoft.com/office/drawing/2014/main" id="{2EDA4945-F657-4BD1-B996-E72A6FC21492}"/>
                </a:ext>
              </a:extLst>
            </p:cNvPr>
            <p:cNvSpPr/>
            <p:nvPr/>
          </p:nvSpPr>
          <p:spPr>
            <a:xfrm>
              <a:off x="4817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6" name="타원 16855">
              <a:extLst>
                <a:ext uri="{FF2B5EF4-FFF2-40B4-BE49-F238E27FC236}">
                  <a16:creationId xmlns:a16="http://schemas.microsoft.com/office/drawing/2014/main" id="{688C03C7-10C6-4A1F-A0A9-C4690C0B34A9}"/>
                </a:ext>
              </a:extLst>
            </p:cNvPr>
            <p:cNvSpPr/>
            <p:nvPr/>
          </p:nvSpPr>
          <p:spPr>
            <a:xfrm>
              <a:off x="4969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7" name="타원 16856">
              <a:extLst>
                <a:ext uri="{FF2B5EF4-FFF2-40B4-BE49-F238E27FC236}">
                  <a16:creationId xmlns:a16="http://schemas.microsoft.com/office/drawing/2014/main" id="{8630094D-549E-4495-A1D5-E73A43D95010}"/>
                </a:ext>
              </a:extLst>
            </p:cNvPr>
            <p:cNvSpPr/>
            <p:nvPr/>
          </p:nvSpPr>
          <p:spPr>
            <a:xfrm>
              <a:off x="5122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8" name="타원 16857">
              <a:extLst>
                <a:ext uri="{FF2B5EF4-FFF2-40B4-BE49-F238E27FC236}">
                  <a16:creationId xmlns:a16="http://schemas.microsoft.com/office/drawing/2014/main" id="{1DC35E4A-2C5F-42DA-A3FB-115DB4E9446D}"/>
                </a:ext>
              </a:extLst>
            </p:cNvPr>
            <p:cNvSpPr/>
            <p:nvPr/>
          </p:nvSpPr>
          <p:spPr>
            <a:xfrm>
              <a:off x="5274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59" name="타원 16858">
              <a:extLst>
                <a:ext uri="{FF2B5EF4-FFF2-40B4-BE49-F238E27FC236}">
                  <a16:creationId xmlns:a16="http://schemas.microsoft.com/office/drawing/2014/main" id="{F65E2A42-59FB-4E91-AF61-363D647CEF14}"/>
                </a:ext>
              </a:extLst>
            </p:cNvPr>
            <p:cNvSpPr/>
            <p:nvPr/>
          </p:nvSpPr>
          <p:spPr>
            <a:xfrm>
              <a:off x="5426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0" name="타원 16859">
              <a:extLst>
                <a:ext uri="{FF2B5EF4-FFF2-40B4-BE49-F238E27FC236}">
                  <a16:creationId xmlns:a16="http://schemas.microsoft.com/office/drawing/2014/main" id="{309B3DEE-0455-439A-8B2B-1442A38185D0}"/>
                </a:ext>
              </a:extLst>
            </p:cNvPr>
            <p:cNvSpPr/>
            <p:nvPr/>
          </p:nvSpPr>
          <p:spPr>
            <a:xfrm>
              <a:off x="5579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1" name="타원 16860">
              <a:extLst>
                <a:ext uri="{FF2B5EF4-FFF2-40B4-BE49-F238E27FC236}">
                  <a16:creationId xmlns:a16="http://schemas.microsoft.com/office/drawing/2014/main" id="{A25772A1-8C27-407D-8FAE-DC768902E684}"/>
                </a:ext>
              </a:extLst>
            </p:cNvPr>
            <p:cNvSpPr/>
            <p:nvPr/>
          </p:nvSpPr>
          <p:spPr>
            <a:xfrm>
              <a:off x="5731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2" name="타원 16861">
              <a:extLst>
                <a:ext uri="{FF2B5EF4-FFF2-40B4-BE49-F238E27FC236}">
                  <a16:creationId xmlns:a16="http://schemas.microsoft.com/office/drawing/2014/main" id="{88ABC1F3-3630-4854-A234-F54515645655}"/>
                </a:ext>
              </a:extLst>
            </p:cNvPr>
            <p:cNvSpPr/>
            <p:nvPr/>
          </p:nvSpPr>
          <p:spPr>
            <a:xfrm>
              <a:off x="245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3" name="타원 16862">
              <a:extLst>
                <a:ext uri="{FF2B5EF4-FFF2-40B4-BE49-F238E27FC236}">
                  <a16:creationId xmlns:a16="http://schemas.microsoft.com/office/drawing/2014/main" id="{DF184571-F3CD-4134-9A40-3A356A932110}"/>
                </a:ext>
              </a:extLst>
            </p:cNvPr>
            <p:cNvSpPr/>
            <p:nvPr/>
          </p:nvSpPr>
          <p:spPr>
            <a:xfrm>
              <a:off x="397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4" name="타원 16863">
              <a:extLst>
                <a:ext uri="{FF2B5EF4-FFF2-40B4-BE49-F238E27FC236}">
                  <a16:creationId xmlns:a16="http://schemas.microsoft.com/office/drawing/2014/main" id="{0307AE0C-54E5-488A-B14E-1952F02BAF1C}"/>
                </a:ext>
              </a:extLst>
            </p:cNvPr>
            <p:cNvSpPr/>
            <p:nvPr/>
          </p:nvSpPr>
          <p:spPr>
            <a:xfrm>
              <a:off x="550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5" name="타원 16864">
              <a:extLst>
                <a:ext uri="{FF2B5EF4-FFF2-40B4-BE49-F238E27FC236}">
                  <a16:creationId xmlns:a16="http://schemas.microsoft.com/office/drawing/2014/main" id="{99833DCF-8A86-4753-8D3B-D38982793914}"/>
                </a:ext>
              </a:extLst>
            </p:cNvPr>
            <p:cNvSpPr/>
            <p:nvPr/>
          </p:nvSpPr>
          <p:spPr>
            <a:xfrm>
              <a:off x="702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6" name="타원 16865">
              <a:extLst>
                <a:ext uri="{FF2B5EF4-FFF2-40B4-BE49-F238E27FC236}">
                  <a16:creationId xmlns:a16="http://schemas.microsoft.com/office/drawing/2014/main" id="{2CC5EBBA-208E-47F0-9435-DF307E6D2433}"/>
                </a:ext>
              </a:extLst>
            </p:cNvPr>
            <p:cNvSpPr/>
            <p:nvPr/>
          </p:nvSpPr>
          <p:spPr>
            <a:xfrm>
              <a:off x="854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7" name="타원 16866">
              <a:extLst>
                <a:ext uri="{FF2B5EF4-FFF2-40B4-BE49-F238E27FC236}">
                  <a16:creationId xmlns:a16="http://schemas.microsoft.com/office/drawing/2014/main" id="{BA8408AC-EE69-4978-9B22-9B52B6263667}"/>
                </a:ext>
              </a:extLst>
            </p:cNvPr>
            <p:cNvSpPr/>
            <p:nvPr/>
          </p:nvSpPr>
          <p:spPr>
            <a:xfrm>
              <a:off x="1007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8" name="타원 16867">
              <a:extLst>
                <a:ext uri="{FF2B5EF4-FFF2-40B4-BE49-F238E27FC236}">
                  <a16:creationId xmlns:a16="http://schemas.microsoft.com/office/drawing/2014/main" id="{F797A8F9-5F0E-475F-8430-7B44FCAC67F4}"/>
                </a:ext>
              </a:extLst>
            </p:cNvPr>
            <p:cNvSpPr/>
            <p:nvPr/>
          </p:nvSpPr>
          <p:spPr>
            <a:xfrm>
              <a:off x="1159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69" name="타원 16868">
              <a:extLst>
                <a:ext uri="{FF2B5EF4-FFF2-40B4-BE49-F238E27FC236}">
                  <a16:creationId xmlns:a16="http://schemas.microsoft.com/office/drawing/2014/main" id="{646C8BD8-BA8B-4C3B-9E89-176BBF09CAAC}"/>
                </a:ext>
              </a:extLst>
            </p:cNvPr>
            <p:cNvSpPr/>
            <p:nvPr/>
          </p:nvSpPr>
          <p:spPr>
            <a:xfrm>
              <a:off x="1312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0" name="타원 16869">
              <a:extLst>
                <a:ext uri="{FF2B5EF4-FFF2-40B4-BE49-F238E27FC236}">
                  <a16:creationId xmlns:a16="http://schemas.microsoft.com/office/drawing/2014/main" id="{B4312CD0-FE91-49E3-8D6D-D39A466B11EE}"/>
                </a:ext>
              </a:extLst>
            </p:cNvPr>
            <p:cNvSpPr/>
            <p:nvPr/>
          </p:nvSpPr>
          <p:spPr>
            <a:xfrm>
              <a:off x="1464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1" name="타원 16870">
              <a:extLst>
                <a:ext uri="{FF2B5EF4-FFF2-40B4-BE49-F238E27FC236}">
                  <a16:creationId xmlns:a16="http://schemas.microsoft.com/office/drawing/2014/main" id="{588BBBB8-9888-4736-8796-1C9AD094D36E}"/>
                </a:ext>
              </a:extLst>
            </p:cNvPr>
            <p:cNvSpPr/>
            <p:nvPr/>
          </p:nvSpPr>
          <p:spPr>
            <a:xfrm>
              <a:off x="1616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2" name="타원 16871">
              <a:extLst>
                <a:ext uri="{FF2B5EF4-FFF2-40B4-BE49-F238E27FC236}">
                  <a16:creationId xmlns:a16="http://schemas.microsoft.com/office/drawing/2014/main" id="{662D0BCE-E991-4089-9839-6674C282FAE4}"/>
                </a:ext>
              </a:extLst>
            </p:cNvPr>
            <p:cNvSpPr/>
            <p:nvPr/>
          </p:nvSpPr>
          <p:spPr>
            <a:xfrm>
              <a:off x="1769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3" name="타원 16872">
              <a:extLst>
                <a:ext uri="{FF2B5EF4-FFF2-40B4-BE49-F238E27FC236}">
                  <a16:creationId xmlns:a16="http://schemas.microsoft.com/office/drawing/2014/main" id="{82F89BB7-B746-4644-AA9D-8E548AD314A4}"/>
                </a:ext>
              </a:extLst>
            </p:cNvPr>
            <p:cNvSpPr/>
            <p:nvPr/>
          </p:nvSpPr>
          <p:spPr>
            <a:xfrm>
              <a:off x="1921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4" name="타원 16873">
              <a:extLst>
                <a:ext uri="{FF2B5EF4-FFF2-40B4-BE49-F238E27FC236}">
                  <a16:creationId xmlns:a16="http://schemas.microsoft.com/office/drawing/2014/main" id="{1C80D4BC-6EE1-41D8-A6E7-4D87D9DBBC98}"/>
                </a:ext>
              </a:extLst>
            </p:cNvPr>
            <p:cNvSpPr/>
            <p:nvPr/>
          </p:nvSpPr>
          <p:spPr>
            <a:xfrm>
              <a:off x="2074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5" name="타원 16874">
              <a:extLst>
                <a:ext uri="{FF2B5EF4-FFF2-40B4-BE49-F238E27FC236}">
                  <a16:creationId xmlns:a16="http://schemas.microsoft.com/office/drawing/2014/main" id="{26DFD87E-F45E-4776-889A-A415CD9851B4}"/>
                </a:ext>
              </a:extLst>
            </p:cNvPr>
            <p:cNvSpPr/>
            <p:nvPr/>
          </p:nvSpPr>
          <p:spPr>
            <a:xfrm>
              <a:off x="2226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6" name="타원 16875">
              <a:extLst>
                <a:ext uri="{FF2B5EF4-FFF2-40B4-BE49-F238E27FC236}">
                  <a16:creationId xmlns:a16="http://schemas.microsoft.com/office/drawing/2014/main" id="{0F6B4CA6-FFF3-4CC0-B977-5769D727F414}"/>
                </a:ext>
              </a:extLst>
            </p:cNvPr>
            <p:cNvSpPr/>
            <p:nvPr/>
          </p:nvSpPr>
          <p:spPr>
            <a:xfrm>
              <a:off x="2378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7" name="타원 16876">
              <a:extLst>
                <a:ext uri="{FF2B5EF4-FFF2-40B4-BE49-F238E27FC236}">
                  <a16:creationId xmlns:a16="http://schemas.microsoft.com/office/drawing/2014/main" id="{CC13550F-A0D5-402E-BA56-1980E0ED0032}"/>
                </a:ext>
              </a:extLst>
            </p:cNvPr>
            <p:cNvSpPr/>
            <p:nvPr/>
          </p:nvSpPr>
          <p:spPr>
            <a:xfrm>
              <a:off x="2531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8" name="타원 16877">
              <a:extLst>
                <a:ext uri="{FF2B5EF4-FFF2-40B4-BE49-F238E27FC236}">
                  <a16:creationId xmlns:a16="http://schemas.microsoft.com/office/drawing/2014/main" id="{10A5E67E-6C78-4401-80A4-54106F4E3741}"/>
                </a:ext>
              </a:extLst>
            </p:cNvPr>
            <p:cNvSpPr/>
            <p:nvPr/>
          </p:nvSpPr>
          <p:spPr>
            <a:xfrm>
              <a:off x="2683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79" name="타원 16878">
              <a:extLst>
                <a:ext uri="{FF2B5EF4-FFF2-40B4-BE49-F238E27FC236}">
                  <a16:creationId xmlns:a16="http://schemas.microsoft.com/office/drawing/2014/main" id="{EE979FFA-0AE7-4397-89DD-0E906076A83E}"/>
                </a:ext>
              </a:extLst>
            </p:cNvPr>
            <p:cNvSpPr/>
            <p:nvPr/>
          </p:nvSpPr>
          <p:spPr>
            <a:xfrm>
              <a:off x="2836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0" name="타원 16879">
              <a:extLst>
                <a:ext uri="{FF2B5EF4-FFF2-40B4-BE49-F238E27FC236}">
                  <a16:creationId xmlns:a16="http://schemas.microsoft.com/office/drawing/2014/main" id="{0FD6FC28-7D65-4349-AA0C-43CE14073B2E}"/>
                </a:ext>
              </a:extLst>
            </p:cNvPr>
            <p:cNvSpPr/>
            <p:nvPr/>
          </p:nvSpPr>
          <p:spPr>
            <a:xfrm>
              <a:off x="2988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1" name="타원 16880">
              <a:extLst>
                <a:ext uri="{FF2B5EF4-FFF2-40B4-BE49-F238E27FC236}">
                  <a16:creationId xmlns:a16="http://schemas.microsoft.com/office/drawing/2014/main" id="{91125F4B-433C-4E90-A812-B4CB9E229B7A}"/>
                </a:ext>
              </a:extLst>
            </p:cNvPr>
            <p:cNvSpPr/>
            <p:nvPr/>
          </p:nvSpPr>
          <p:spPr>
            <a:xfrm>
              <a:off x="3140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2" name="타원 16881">
              <a:extLst>
                <a:ext uri="{FF2B5EF4-FFF2-40B4-BE49-F238E27FC236}">
                  <a16:creationId xmlns:a16="http://schemas.microsoft.com/office/drawing/2014/main" id="{95B3DB1F-6A5B-433F-80E8-F7D2B7497468}"/>
                </a:ext>
              </a:extLst>
            </p:cNvPr>
            <p:cNvSpPr/>
            <p:nvPr/>
          </p:nvSpPr>
          <p:spPr>
            <a:xfrm>
              <a:off x="3293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3" name="타원 16882">
              <a:extLst>
                <a:ext uri="{FF2B5EF4-FFF2-40B4-BE49-F238E27FC236}">
                  <a16:creationId xmlns:a16="http://schemas.microsoft.com/office/drawing/2014/main" id="{C38C5DBB-7077-407A-8E55-EEDEA0025D39}"/>
                </a:ext>
              </a:extLst>
            </p:cNvPr>
            <p:cNvSpPr/>
            <p:nvPr/>
          </p:nvSpPr>
          <p:spPr>
            <a:xfrm>
              <a:off x="3445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4" name="타원 16883">
              <a:extLst>
                <a:ext uri="{FF2B5EF4-FFF2-40B4-BE49-F238E27FC236}">
                  <a16:creationId xmlns:a16="http://schemas.microsoft.com/office/drawing/2014/main" id="{58CCA9E5-150D-470E-BF91-F1FE1396EC68}"/>
                </a:ext>
              </a:extLst>
            </p:cNvPr>
            <p:cNvSpPr/>
            <p:nvPr/>
          </p:nvSpPr>
          <p:spPr>
            <a:xfrm>
              <a:off x="3598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5" name="타원 16884">
              <a:extLst>
                <a:ext uri="{FF2B5EF4-FFF2-40B4-BE49-F238E27FC236}">
                  <a16:creationId xmlns:a16="http://schemas.microsoft.com/office/drawing/2014/main" id="{095F6D3C-8EF8-4128-9269-48398350B067}"/>
                </a:ext>
              </a:extLst>
            </p:cNvPr>
            <p:cNvSpPr/>
            <p:nvPr/>
          </p:nvSpPr>
          <p:spPr>
            <a:xfrm>
              <a:off x="3750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6" name="타원 16885">
              <a:extLst>
                <a:ext uri="{FF2B5EF4-FFF2-40B4-BE49-F238E27FC236}">
                  <a16:creationId xmlns:a16="http://schemas.microsoft.com/office/drawing/2014/main" id="{045F4475-1610-444E-95D1-D946CFAA4755}"/>
                </a:ext>
              </a:extLst>
            </p:cNvPr>
            <p:cNvSpPr/>
            <p:nvPr/>
          </p:nvSpPr>
          <p:spPr>
            <a:xfrm>
              <a:off x="3902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7" name="타원 16886">
              <a:extLst>
                <a:ext uri="{FF2B5EF4-FFF2-40B4-BE49-F238E27FC236}">
                  <a16:creationId xmlns:a16="http://schemas.microsoft.com/office/drawing/2014/main" id="{D5635A31-1920-4AE9-8B1B-71DA659674C4}"/>
                </a:ext>
              </a:extLst>
            </p:cNvPr>
            <p:cNvSpPr/>
            <p:nvPr/>
          </p:nvSpPr>
          <p:spPr>
            <a:xfrm>
              <a:off x="4055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8" name="타원 16887">
              <a:extLst>
                <a:ext uri="{FF2B5EF4-FFF2-40B4-BE49-F238E27FC236}">
                  <a16:creationId xmlns:a16="http://schemas.microsoft.com/office/drawing/2014/main" id="{5EA42275-650F-4621-93CD-F9FCD8E07544}"/>
                </a:ext>
              </a:extLst>
            </p:cNvPr>
            <p:cNvSpPr/>
            <p:nvPr/>
          </p:nvSpPr>
          <p:spPr>
            <a:xfrm>
              <a:off x="4207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89" name="타원 16888">
              <a:extLst>
                <a:ext uri="{FF2B5EF4-FFF2-40B4-BE49-F238E27FC236}">
                  <a16:creationId xmlns:a16="http://schemas.microsoft.com/office/drawing/2014/main" id="{FECCB246-C0DD-4A03-9AC0-F8727A246687}"/>
                </a:ext>
              </a:extLst>
            </p:cNvPr>
            <p:cNvSpPr/>
            <p:nvPr/>
          </p:nvSpPr>
          <p:spPr>
            <a:xfrm>
              <a:off x="4360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0" name="타원 16889">
              <a:extLst>
                <a:ext uri="{FF2B5EF4-FFF2-40B4-BE49-F238E27FC236}">
                  <a16:creationId xmlns:a16="http://schemas.microsoft.com/office/drawing/2014/main" id="{9FF453FE-0824-47C9-9EB1-0C1C46EAB4C2}"/>
                </a:ext>
              </a:extLst>
            </p:cNvPr>
            <p:cNvSpPr/>
            <p:nvPr/>
          </p:nvSpPr>
          <p:spPr>
            <a:xfrm>
              <a:off x="4512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1" name="타원 16890">
              <a:extLst>
                <a:ext uri="{FF2B5EF4-FFF2-40B4-BE49-F238E27FC236}">
                  <a16:creationId xmlns:a16="http://schemas.microsoft.com/office/drawing/2014/main" id="{98F24B6E-EF3D-43A6-90B7-8A6507B9A5F8}"/>
                </a:ext>
              </a:extLst>
            </p:cNvPr>
            <p:cNvSpPr/>
            <p:nvPr/>
          </p:nvSpPr>
          <p:spPr>
            <a:xfrm>
              <a:off x="4664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2" name="타원 16891">
              <a:extLst>
                <a:ext uri="{FF2B5EF4-FFF2-40B4-BE49-F238E27FC236}">
                  <a16:creationId xmlns:a16="http://schemas.microsoft.com/office/drawing/2014/main" id="{6DE48FD1-9DB6-4BFF-BFD4-AD9FA21670F2}"/>
                </a:ext>
              </a:extLst>
            </p:cNvPr>
            <p:cNvSpPr/>
            <p:nvPr/>
          </p:nvSpPr>
          <p:spPr>
            <a:xfrm>
              <a:off x="4817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3" name="타원 16892">
              <a:extLst>
                <a:ext uri="{FF2B5EF4-FFF2-40B4-BE49-F238E27FC236}">
                  <a16:creationId xmlns:a16="http://schemas.microsoft.com/office/drawing/2014/main" id="{0A521E14-83BB-4052-81A5-262800BDA94E}"/>
                </a:ext>
              </a:extLst>
            </p:cNvPr>
            <p:cNvSpPr/>
            <p:nvPr/>
          </p:nvSpPr>
          <p:spPr>
            <a:xfrm>
              <a:off x="4969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4" name="타원 16893">
              <a:extLst>
                <a:ext uri="{FF2B5EF4-FFF2-40B4-BE49-F238E27FC236}">
                  <a16:creationId xmlns:a16="http://schemas.microsoft.com/office/drawing/2014/main" id="{C7DC83AE-97D0-45CB-8EB6-ADCE7A596307}"/>
                </a:ext>
              </a:extLst>
            </p:cNvPr>
            <p:cNvSpPr/>
            <p:nvPr/>
          </p:nvSpPr>
          <p:spPr>
            <a:xfrm>
              <a:off x="5122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5" name="타원 16894">
              <a:extLst>
                <a:ext uri="{FF2B5EF4-FFF2-40B4-BE49-F238E27FC236}">
                  <a16:creationId xmlns:a16="http://schemas.microsoft.com/office/drawing/2014/main" id="{78302297-800B-43D1-A709-4BAB2455A15B}"/>
                </a:ext>
              </a:extLst>
            </p:cNvPr>
            <p:cNvSpPr/>
            <p:nvPr/>
          </p:nvSpPr>
          <p:spPr>
            <a:xfrm>
              <a:off x="5274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6" name="타원 16895">
              <a:extLst>
                <a:ext uri="{FF2B5EF4-FFF2-40B4-BE49-F238E27FC236}">
                  <a16:creationId xmlns:a16="http://schemas.microsoft.com/office/drawing/2014/main" id="{8F074E95-C4E0-4837-B46D-D813E01F9E14}"/>
                </a:ext>
              </a:extLst>
            </p:cNvPr>
            <p:cNvSpPr/>
            <p:nvPr/>
          </p:nvSpPr>
          <p:spPr>
            <a:xfrm>
              <a:off x="5426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7" name="타원 16896">
              <a:extLst>
                <a:ext uri="{FF2B5EF4-FFF2-40B4-BE49-F238E27FC236}">
                  <a16:creationId xmlns:a16="http://schemas.microsoft.com/office/drawing/2014/main" id="{BF6CFD5A-9D7B-465D-8768-D6EDB82CCE2A}"/>
                </a:ext>
              </a:extLst>
            </p:cNvPr>
            <p:cNvSpPr/>
            <p:nvPr/>
          </p:nvSpPr>
          <p:spPr>
            <a:xfrm>
              <a:off x="5579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8" name="타원 16897">
              <a:extLst>
                <a:ext uri="{FF2B5EF4-FFF2-40B4-BE49-F238E27FC236}">
                  <a16:creationId xmlns:a16="http://schemas.microsoft.com/office/drawing/2014/main" id="{904E1B53-0CD4-4B55-98E8-2AAB38D16307}"/>
                </a:ext>
              </a:extLst>
            </p:cNvPr>
            <p:cNvSpPr/>
            <p:nvPr/>
          </p:nvSpPr>
          <p:spPr>
            <a:xfrm>
              <a:off x="5731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99" name="타원 16898">
              <a:extLst>
                <a:ext uri="{FF2B5EF4-FFF2-40B4-BE49-F238E27FC236}">
                  <a16:creationId xmlns:a16="http://schemas.microsoft.com/office/drawing/2014/main" id="{D844EB1D-42E1-4B33-A0A9-78600CA06252}"/>
                </a:ext>
              </a:extLst>
            </p:cNvPr>
            <p:cNvSpPr/>
            <p:nvPr/>
          </p:nvSpPr>
          <p:spPr>
            <a:xfrm>
              <a:off x="245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0" name="타원 16899">
              <a:extLst>
                <a:ext uri="{FF2B5EF4-FFF2-40B4-BE49-F238E27FC236}">
                  <a16:creationId xmlns:a16="http://schemas.microsoft.com/office/drawing/2014/main" id="{BB1F1B81-8CED-44AA-8A01-01536804F12F}"/>
                </a:ext>
              </a:extLst>
            </p:cNvPr>
            <p:cNvSpPr/>
            <p:nvPr/>
          </p:nvSpPr>
          <p:spPr>
            <a:xfrm>
              <a:off x="397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1" name="타원 16900">
              <a:extLst>
                <a:ext uri="{FF2B5EF4-FFF2-40B4-BE49-F238E27FC236}">
                  <a16:creationId xmlns:a16="http://schemas.microsoft.com/office/drawing/2014/main" id="{4476BE74-BC89-415F-A7E1-84A500606F7E}"/>
                </a:ext>
              </a:extLst>
            </p:cNvPr>
            <p:cNvSpPr/>
            <p:nvPr/>
          </p:nvSpPr>
          <p:spPr>
            <a:xfrm>
              <a:off x="550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2" name="타원 16901">
              <a:extLst>
                <a:ext uri="{FF2B5EF4-FFF2-40B4-BE49-F238E27FC236}">
                  <a16:creationId xmlns:a16="http://schemas.microsoft.com/office/drawing/2014/main" id="{CE789E0B-F550-4A89-8D7E-B5E7A0F61874}"/>
                </a:ext>
              </a:extLst>
            </p:cNvPr>
            <p:cNvSpPr/>
            <p:nvPr/>
          </p:nvSpPr>
          <p:spPr>
            <a:xfrm>
              <a:off x="702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3" name="타원 16902">
              <a:extLst>
                <a:ext uri="{FF2B5EF4-FFF2-40B4-BE49-F238E27FC236}">
                  <a16:creationId xmlns:a16="http://schemas.microsoft.com/office/drawing/2014/main" id="{FBD3CFC9-6D47-4663-AAF2-539923DCAB06}"/>
                </a:ext>
              </a:extLst>
            </p:cNvPr>
            <p:cNvSpPr/>
            <p:nvPr/>
          </p:nvSpPr>
          <p:spPr>
            <a:xfrm>
              <a:off x="854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4" name="타원 16903">
              <a:extLst>
                <a:ext uri="{FF2B5EF4-FFF2-40B4-BE49-F238E27FC236}">
                  <a16:creationId xmlns:a16="http://schemas.microsoft.com/office/drawing/2014/main" id="{03545001-9DEB-4B26-89B8-54F3560BACF3}"/>
                </a:ext>
              </a:extLst>
            </p:cNvPr>
            <p:cNvSpPr/>
            <p:nvPr/>
          </p:nvSpPr>
          <p:spPr>
            <a:xfrm>
              <a:off x="1007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5" name="타원 16904">
              <a:extLst>
                <a:ext uri="{FF2B5EF4-FFF2-40B4-BE49-F238E27FC236}">
                  <a16:creationId xmlns:a16="http://schemas.microsoft.com/office/drawing/2014/main" id="{CDB782F2-259A-4351-A9C0-BADFA1976FFE}"/>
                </a:ext>
              </a:extLst>
            </p:cNvPr>
            <p:cNvSpPr/>
            <p:nvPr/>
          </p:nvSpPr>
          <p:spPr>
            <a:xfrm>
              <a:off x="1159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6" name="타원 16905">
              <a:extLst>
                <a:ext uri="{FF2B5EF4-FFF2-40B4-BE49-F238E27FC236}">
                  <a16:creationId xmlns:a16="http://schemas.microsoft.com/office/drawing/2014/main" id="{9A895D41-0A32-48C1-A930-A21DFA025837}"/>
                </a:ext>
              </a:extLst>
            </p:cNvPr>
            <p:cNvSpPr/>
            <p:nvPr/>
          </p:nvSpPr>
          <p:spPr>
            <a:xfrm>
              <a:off x="1312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7" name="타원 16906">
              <a:extLst>
                <a:ext uri="{FF2B5EF4-FFF2-40B4-BE49-F238E27FC236}">
                  <a16:creationId xmlns:a16="http://schemas.microsoft.com/office/drawing/2014/main" id="{C2580B43-6AC1-46C8-9599-0A148628496C}"/>
                </a:ext>
              </a:extLst>
            </p:cNvPr>
            <p:cNvSpPr/>
            <p:nvPr/>
          </p:nvSpPr>
          <p:spPr>
            <a:xfrm>
              <a:off x="1464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8" name="타원 16907">
              <a:extLst>
                <a:ext uri="{FF2B5EF4-FFF2-40B4-BE49-F238E27FC236}">
                  <a16:creationId xmlns:a16="http://schemas.microsoft.com/office/drawing/2014/main" id="{47B83E9E-6392-433A-93F5-FC1087C49B09}"/>
                </a:ext>
              </a:extLst>
            </p:cNvPr>
            <p:cNvSpPr/>
            <p:nvPr/>
          </p:nvSpPr>
          <p:spPr>
            <a:xfrm>
              <a:off x="1616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09" name="타원 16908">
              <a:extLst>
                <a:ext uri="{FF2B5EF4-FFF2-40B4-BE49-F238E27FC236}">
                  <a16:creationId xmlns:a16="http://schemas.microsoft.com/office/drawing/2014/main" id="{03E90BE6-12ED-4D6D-99CE-C0AA1FAAC161}"/>
                </a:ext>
              </a:extLst>
            </p:cNvPr>
            <p:cNvSpPr/>
            <p:nvPr/>
          </p:nvSpPr>
          <p:spPr>
            <a:xfrm>
              <a:off x="1769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0" name="타원 16909">
              <a:extLst>
                <a:ext uri="{FF2B5EF4-FFF2-40B4-BE49-F238E27FC236}">
                  <a16:creationId xmlns:a16="http://schemas.microsoft.com/office/drawing/2014/main" id="{FC91AA7A-A3C5-4C31-815F-9FAFC1F9DB09}"/>
                </a:ext>
              </a:extLst>
            </p:cNvPr>
            <p:cNvSpPr/>
            <p:nvPr/>
          </p:nvSpPr>
          <p:spPr>
            <a:xfrm>
              <a:off x="1921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1" name="타원 16910">
              <a:extLst>
                <a:ext uri="{FF2B5EF4-FFF2-40B4-BE49-F238E27FC236}">
                  <a16:creationId xmlns:a16="http://schemas.microsoft.com/office/drawing/2014/main" id="{659C5459-9B7B-49CE-9EDC-768839CEB799}"/>
                </a:ext>
              </a:extLst>
            </p:cNvPr>
            <p:cNvSpPr/>
            <p:nvPr/>
          </p:nvSpPr>
          <p:spPr>
            <a:xfrm>
              <a:off x="2074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2" name="타원 16911">
              <a:extLst>
                <a:ext uri="{FF2B5EF4-FFF2-40B4-BE49-F238E27FC236}">
                  <a16:creationId xmlns:a16="http://schemas.microsoft.com/office/drawing/2014/main" id="{A3180D95-C3F2-4E43-95CD-28B90EE2C568}"/>
                </a:ext>
              </a:extLst>
            </p:cNvPr>
            <p:cNvSpPr/>
            <p:nvPr/>
          </p:nvSpPr>
          <p:spPr>
            <a:xfrm>
              <a:off x="2226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3" name="타원 16912">
              <a:extLst>
                <a:ext uri="{FF2B5EF4-FFF2-40B4-BE49-F238E27FC236}">
                  <a16:creationId xmlns:a16="http://schemas.microsoft.com/office/drawing/2014/main" id="{5641234E-D7BA-4380-92D9-58743F6E16CF}"/>
                </a:ext>
              </a:extLst>
            </p:cNvPr>
            <p:cNvSpPr/>
            <p:nvPr/>
          </p:nvSpPr>
          <p:spPr>
            <a:xfrm>
              <a:off x="2378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4" name="타원 16913">
              <a:extLst>
                <a:ext uri="{FF2B5EF4-FFF2-40B4-BE49-F238E27FC236}">
                  <a16:creationId xmlns:a16="http://schemas.microsoft.com/office/drawing/2014/main" id="{B51404E6-FC6D-4903-B505-1C1D77F2AF7D}"/>
                </a:ext>
              </a:extLst>
            </p:cNvPr>
            <p:cNvSpPr/>
            <p:nvPr/>
          </p:nvSpPr>
          <p:spPr>
            <a:xfrm>
              <a:off x="2531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5" name="타원 16914">
              <a:extLst>
                <a:ext uri="{FF2B5EF4-FFF2-40B4-BE49-F238E27FC236}">
                  <a16:creationId xmlns:a16="http://schemas.microsoft.com/office/drawing/2014/main" id="{0BCB5DBB-5F65-4E77-A2CC-CD3ABD98D604}"/>
                </a:ext>
              </a:extLst>
            </p:cNvPr>
            <p:cNvSpPr/>
            <p:nvPr/>
          </p:nvSpPr>
          <p:spPr>
            <a:xfrm>
              <a:off x="2683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6" name="타원 16915">
              <a:extLst>
                <a:ext uri="{FF2B5EF4-FFF2-40B4-BE49-F238E27FC236}">
                  <a16:creationId xmlns:a16="http://schemas.microsoft.com/office/drawing/2014/main" id="{ADA32EB5-9D63-41BC-88E6-33FD4651CF3F}"/>
                </a:ext>
              </a:extLst>
            </p:cNvPr>
            <p:cNvSpPr/>
            <p:nvPr/>
          </p:nvSpPr>
          <p:spPr>
            <a:xfrm>
              <a:off x="2836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7" name="타원 16916">
              <a:extLst>
                <a:ext uri="{FF2B5EF4-FFF2-40B4-BE49-F238E27FC236}">
                  <a16:creationId xmlns:a16="http://schemas.microsoft.com/office/drawing/2014/main" id="{E15FFAA7-9DC9-4FEC-BCA2-4FB103EDCA55}"/>
                </a:ext>
              </a:extLst>
            </p:cNvPr>
            <p:cNvSpPr/>
            <p:nvPr/>
          </p:nvSpPr>
          <p:spPr>
            <a:xfrm>
              <a:off x="2988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8" name="타원 16917">
              <a:extLst>
                <a:ext uri="{FF2B5EF4-FFF2-40B4-BE49-F238E27FC236}">
                  <a16:creationId xmlns:a16="http://schemas.microsoft.com/office/drawing/2014/main" id="{E94557D7-805F-41B4-8DA3-13F536634E46}"/>
                </a:ext>
              </a:extLst>
            </p:cNvPr>
            <p:cNvSpPr/>
            <p:nvPr/>
          </p:nvSpPr>
          <p:spPr>
            <a:xfrm>
              <a:off x="3140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19" name="타원 16918">
              <a:extLst>
                <a:ext uri="{FF2B5EF4-FFF2-40B4-BE49-F238E27FC236}">
                  <a16:creationId xmlns:a16="http://schemas.microsoft.com/office/drawing/2014/main" id="{EF9E0548-BD62-4499-804F-7B4B47A1ECCE}"/>
                </a:ext>
              </a:extLst>
            </p:cNvPr>
            <p:cNvSpPr/>
            <p:nvPr/>
          </p:nvSpPr>
          <p:spPr>
            <a:xfrm>
              <a:off x="3293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0" name="타원 16919">
              <a:extLst>
                <a:ext uri="{FF2B5EF4-FFF2-40B4-BE49-F238E27FC236}">
                  <a16:creationId xmlns:a16="http://schemas.microsoft.com/office/drawing/2014/main" id="{C45FF0F4-9592-499E-A219-20F367F73B2F}"/>
                </a:ext>
              </a:extLst>
            </p:cNvPr>
            <p:cNvSpPr/>
            <p:nvPr/>
          </p:nvSpPr>
          <p:spPr>
            <a:xfrm>
              <a:off x="3445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1" name="타원 16920">
              <a:extLst>
                <a:ext uri="{FF2B5EF4-FFF2-40B4-BE49-F238E27FC236}">
                  <a16:creationId xmlns:a16="http://schemas.microsoft.com/office/drawing/2014/main" id="{D8AFE794-E511-49CF-B13B-8CFCB53E80F1}"/>
                </a:ext>
              </a:extLst>
            </p:cNvPr>
            <p:cNvSpPr/>
            <p:nvPr/>
          </p:nvSpPr>
          <p:spPr>
            <a:xfrm>
              <a:off x="3598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2" name="타원 16921">
              <a:extLst>
                <a:ext uri="{FF2B5EF4-FFF2-40B4-BE49-F238E27FC236}">
                  <a16:creationId xmlns:a16="http://schemas.microsoft.com/office/drawing/2014/main" id="{BEF1F5C4-D7E5-4E87-8CA9-8E1FD47D2DD5}"/>
                </a:ext>
              </a:extLst>
            </p:cNvPr>
            <p:cNvSpPr/>
            <p:nvPr/>
          </p:nvSpPr>
          <p:spPr>
            <a:xfrm>
              <a:off x="3750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3" name="타원 16922">
              <a:extLst>
                <a:ext uri="{FF2B5EF4-FFF2-40B4-BE49-F238E27FC236}">
                  <a16:creationId xmlns:a16="http://schemas.microsoft.com/office/drawing/2014/main" id="{3150BFC8-E74F-4B18-84AC-5401CFDBCCE5}"/>
                </a:ext>
              </a:extLst>
            </p:cNvPr>
            <p:cNvSpPr/>
            <p:nvPr/>
          </p:nvSpPr>
          <p:spPr>
            <a:xfrm>
              <a:off x="3902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4" name="타원 16923">
              <a:extLst>
                <a:ext uri="{FF2B5EF4-FFF2-40B4-BE49-F238E27FC236}">
                  <a16:creationId xmlns:a16="http://schemas.microsoft.com/office/drawing/2014/main" id="{8321E6EC-E715-48F6-BD63-59564E9F306E}"/>
                </a:ext>
              </a:extLst>
            </p:cNvPr>
            <p:cNvSpPr/>
            <p:nvPr/>
          </p:nvSpPr>
          <p:spPr>
            <a:xfrm>
              <a:off x="4055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5" name="타원 16924">
              <a:extLst>
                <a:ext uri="{FF2B5EF4-FFF2-40B4-BE49-F238E27FC236}">
                  <a16:creationId xmlns:a16="http://schemas.microsoft.com/office/drawing/2014/main" id="{849B41B8-335B-46C8-9E56-5A406C28C789}"/>
                </a:ext>
              </a:extLst>
            </p:cNvPr>
            <p:cNvSpPr/>
            <p:nvPr/>
          </p:nvSpPr>
          <p:spPr>
            <a:xfrm>
              <a:off x="4207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6" name="타원 16925">
              <a:extLst>
                <a:ext uri="{FF2B5EF4-FFF2-40B4-BE49-F238E27FC236}">
                  <a16:creationId xmlns:a16="http://schemas.microsoft.com/office/drawing/2014/main" id="{902332FE-AB13-472F-A50B-909A24770DAE}"/>
                </a:ext>
              </a:extLst>
            </p:cNvPr>
            <p:cNvSpPr/>
            <p:nvPr/>
          </p:nvSpPr>
          <p:spPr>
            <a:xfrm>
              <a:off x="4360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7" name="타원 16926">
              <a:extLst>
                <a:ext uri="{FF2B5EF4-FFF2-40B4-BE49-F238E27FC236}">
                  <a16:creationId xmlns:a16="http://schemas.microsoft.com/office/drawing/2014/main" id="{33B5ACA0-6540-45A6-9F06-F51AEBED081E}"/>
                </a:ext>
              </a:extLst>
            </p:cNvPr>
            <p:cNvSpPr/>
            <p:nvPr/>
          </p:nvSpPr>
          <p:spPr>
            <a:xfrm>
              <a:off x="4512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8" name="타원 16927">
              <a:extLst>
                <a:ext uri="{FF2B5EF4-FFF2-40B4-BE49-F238E27FC236}">
                  <a16:creationId xmlns:a16="http://schemas.microsoft.com/office/drawing/2014/main" id="{21F31671-0B20-46D9-B492-CCF80D004C8C}"/>
                </a:ext>
              </a:extLst>
            </p:cNvPr>
            <p:cNvSpPr/>
            <p:nvPr/>
          </p:nvSpPr>
          <p:spPr>
            <a:xfrm>
              <a:off x="4664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29" name="타원 16928">
              <a:extLst>
                <a:ext uri="{FF2B5EF4-FFF2-40B4-BE49-F238E27FC236}">
                  <a16:creationId xmlns:a16="http://schemas.microsoft.com/office/drawing/2014/main" id="{7A1CA226-D77D-43D3-9D30-9A884582213E}"/>
                </a:ext>
              </a:extLst>
            </p:cNvPr>
            <p:cNvSpPr/>
            <p:nvPr/>
          </p:nvSpPr>
          <p:spPr>
            <a:xfrm>
              <a:off x="4817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0" name="타원 16929">
              <a:extLst>
                <a:ext uri="{FF2B5EF4-FFF2-40B4-BE49-F238E27FC236}">
                  <a16:creationId xmlns:a16="http://schemas.microsoft.com/office/drawing/2014/main" id="{365B0BAF-6550-4DBD-B4CE-CDC8E7C9A7E7}"/>
                </a:ext>
              </a:extLst>
            </p:cNvPr>
            <p:cNvSpPr/>
            <p:nvPr/>
          </p:nvSpPr>
          <p:spPr>
            <a:xfrm>
              <a:off x="4969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1" name="타원 16930">
              <a:extLst>
                <a:ext uri="{FF2B5EF4-FFF2-40B4-BE49-F238E27FC236}">
                  <a16:creationId xmlns:a16="http://schemas.microsoft.com/office/drawing/2014/main" id="{067494BE-BFEF-4AEF-9ECD-D9EADB6AE03C}"/>
                </a:ext>
              </a:extLst>
            </p:cNvPr>
            <p:cNvSpPr/>
            <p:nvPr/>
          </p:nvSpPr>
          <p:spPr>
            <a:xfrm>
              <a:off x="5122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2" name="타원 16931">
              <a:extLst>
                <a:ext uri="{FF2B5EF4-FFF2-40B4-BE49-F238E27FC236}">
                  <a16:creationId xmlns:a16="http://schemas.microsoft.com/office/drawing/2014/main" id="{FF85F890-8CEC-4AA8-A326-D53B25BD4428}"/>
                </a:ext>
              </a:extLst>
            </p:cNvPr>
            <p:cNvSpPr/>
            <p:nvPr/>
          </p:nvSpPr>
          <p:spPr>
            <a:xfrm>
              <a:off x="5274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3" name="타원 16932">
              <a:extLst>
                <a:ext uri="{FF2B5EF4-FFF2-40B4-BE49-F238E27FC236}">
                  <a16:creationId xmlns:a16="http://schemas.microsoft.com/office/drawing/2014/main" id="{42A6C09D-17CA-4AC6-8C41-EA7CEF7E2320}"/>
                </a:ext>
              </a:extLst>
            </p:cNvPr>
            <p:cNvSpPr/>
            <p:nvPr/>
          </p:nvSpPr>
          <p:spPr>
            <a:xfrm>
              <a:off x="5426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4" name="타원 16933">
              <a:extLst>
                <a:ext uri="{FF2B5EF4-FFF2-40B4-BE49-F238E27FC236}">
                  <a16:creationId xmlns:a16="http://schemas.microsoft.com/office/drawing/2014/main" id="{EE80B857-E534-476B-8A60-0C5F4E92BE0A}"/>
                </a:ext>
              </a:extLst>
            </p:cNvPr>
            <p:cNvSpPr/>
            <p:nvPr/>
          </p:nvSpPr>
          <p:spPr>
            <a:xfrm>
              <a:off x="5579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5" name="타원 16934">
              <a:extLst>
                <a:ext uri="{FF2B5EF4-FFF2-40B4-BE49-F238E27FC236}">
                  <a16:creationId xmlns:a16="http://schemas.microsoft.com/office/drawing/2014/main" id="{CC47E324-301A-4388-BD4B-AEBDE1A50F4D}"/>
                </a:ext>
              </a:extLst>
            </p:cNvPr>
            <p:cNvSpPr/>
            <p:nvPr/>
          </p:nvSpPr>
          <p:spPr>
            <a:xfrm>
              <a:off x="5731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6" name="타원 16935">
              <a:extLst>
                <a:ext uri="{FF2B5EF4-FFF2-40B4-BE49-F238E27FC236}">
                  <a16:creationId xmlns:a16="http://schemas.microsoft.com/office/drawing/2014/main" id="{275F45D5-2EF8-4074-B4CD-23A4ECB3BCEF}"/>
                </a:ext>
              </a:extLst>
            </p:cNvPr>
            <p:cNvSpPr/>
            <p:nvPr/>
          </p:nvSpPr>
          <p:spPr>
            <a:xfrm>
              <a:off x="245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7" name="타원 16936">
              <a:extLst>
                <a:ext uri="{FF2B5EF4-FFF2-40B4-BE49-F238E27FC236}">
                  <a16:creationId xmlns:a16="http://schemas.microsoft.com/office/drawing/2014/main" id="{17F47069-C700-4C99-95C5-EF89A7DE8473}"/>
                </a:ext>
              </a:extLst>
            </p:cNvPr>
            <p:cNvSpPr/>
            <p:nvPr/>
          </p:nvSpPr>
          <p:spPr>
            <a:xfrm>
              <a:off x="397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8" name="타원 16937">
              <a:extLst>
                <a:ext uri="{FF2B5EF4-FFF2-40B4-BE49-F238E27FC236}">
                  <a16:creationId xmlns:a16="http://schemas.microsoft.com/office/drawing/2014/main" id="{61E8ECA0-1F9E-4F51-B5BD-7577AC7C7555}"/>
                </a:ext>
              </a:extLst>
            </p:cNvPr>
            <p:cNvSpPr/>
            <p:nvPr/>
          </p:nvSpPr>
          <p:spPr>
            <a:xfrm>
              <a:off x="550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39" name="타원 16938">
              <a:extLst>
                <a:ext uri="{FF2B5EF4-FFF2-40B4-BE49-F238E27FC236}">
                  <a16:creationId xmlns:a16="http://schemas.microsoft.com/office/drawing/2014/main" id="{97EFE3BE-0957-45C1-AF03-D6C6081E3A89}"/>
                </a:ext>
              </a:extLst>
            </p:cNvPr>
            <p:cNvSpPr/>
            <p:nvPr/>
          </p:nvSpPr>
          <p:spPr>
            <a:xfrm>
              <a:off x="702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0" name="타원 16939">
              <a:extLst>
                <a:ext uri="{FF2B5EF4-FFF2-40B4-BE49-F238E27FC236}">
                  <a16:creationId xmlns:a16="http://schemas.microsoft.com/office/drawing/2014/main" id="{468C5D72-2841-4468-863F-919B3D34632B}"/>
                </a:ext>
              </a:extLst>
            </p:cNvPr>
            <p:cNvSpPr/>
            <p:nvPr/>
          </p:nvSpPr>
          <p:spPr>
            <a:xfrm>
              <a:off x="854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1" name="타원 16940">
              <a:extLst>
                <a:ext uri="{FF2B5EF4-FFF2-40B4-BE49-F238E27FC236}">
                  <a16:creationId xmlns:a16="http://schemas.microsoft.com/office/drawing/2014/main" id="{4E997850-8F85-4110-A2DB-BF97485027A9}"/>
                </a:ext>
              </a:extLst>
            </p:cNvPr>
            <p:cNvSpPr/>
            <p:nvPr/>
          </p:nvSpPr>
          <p:spPr>
            <a:xfrm>
              <a:off x="1007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2" name="타원 16941">
              <a:extLst>
                <a:ext uri="{FF2B5EF4-FFF2-40B4-BE49-F238E27FC236}">
                  <a16:creationId xmlns:a16="http://schemas.microsoft.com/office/drawing/2014/main" id="{89D2AE31-0F4A-41DE-9FA4-4A016DD5A663}"/>
                </a:ext>
              </a:extLst>
            </p:cNvPr>
            <p:cNvSpPr/>
            <p:nvPr/>
          </p:nvSpPr>
          <p:spPr>
            <a:xfrm>
              <a:off x="1159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3" name="타원 16942">
              <a:extLst>
                <a:ext uri="{FF2B5EF4-FFF2-40B4-BE49-F238E27FC236}">
                  <a16:creationId xmlns:a16="http://schemas.microsoft.com/office/drawing/2014/main" id="{0A101DAE-4069-4D32-8186-594F8F10A6C4}"/>
                </a:ext>
              </a:extLst>
            </p:cNvPr>
            <p:cNvSpPr/>
            <p:nvPr/>
          </p:nvSpPr>
          <p:spPr>
            <a:xfrm>
              <a:off x="1312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4" name="타원 16943">
              <a:extLst>
                <a:ext uri="{FF2B5EF4-FFF2-40B4-BE49-F238E27FC236}">
                  <a16:creationId xmlns:a16="http://schemas.microsoft.com/office/drawing/2014/main" id="{A36DD3E0-58DF-4980-8D79-107637F56A0D}"/>
                </a:ext>
              </a:extLst>
            </p:cNvPr>
            <p:cNvSpPr/>
            <p:nvPr/>
          </p:nvSpPr>
          <p:spPr>
            <a:xfrm>
              <a:off x="1464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5" name="타원 16944">
              <a:extLst>
                <a:ext uri="{FF2B5EF4-FFF2-40B4-BE49-F238E27FC236}">
                  <a16:creationId xmlns:a16="http://schemas.microsoft.com/office/drawing/2014/main" id="{D216CD6A-6537-41A1-9CDC-5C946F02228D}"/>
                </a:ext>
              </a:extLst>
            </p:cNvPr>
            <p:cNvSpPr/>
            <p:nvPr/>
          </p:nvSpPr>
          <p:spPr>
            <a:xfrm>
              <a:off x="1616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6" name="타원 16945">
              <a:extLst>
                <a:ext uri="{FF2B5EF4-FFF2-40B4-BE49-F238E27FC236}">
                  <a16:creationId xmlns:a16="http://schemas.microsoft.com/office/drawing/2014/main" id="{5FED2C70-D094-4E34-B114-D201A97FEBAB}"/>
                </a:ext>
              </a:extLst>
            </p:cNvPr>
            <p:cNvSpPr/>
            <p:nvPr/>
          </p:nvSpPr>
          <p:spPr>
            <a:xfrm>
              <a:off x="1769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7" name="타원 16946">
              <a:extLst>
                <a:ext uri="{FF2B5EF4-FFF2-40B4-BE49-F238E27FC236}">
                  <a16:creationId xmlns:a16="http://schemas.microsoft.com/office/drawing/2014/main" id="{4B03B0AF-96BF-41F4-918E-24D096059B24}"/>
                </a:ext>
              </a:extLst>
            </p:cNvPr>
            <p:cNvSpPr/>
            <p:nvPr/>
          </p:nvSpPr>
          <p:spPr>
            <a:xfrm>
              <a:off x="1921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8" name="타원 16947">
              <a:extLst>
                <a:ext uri="{FF2B5EF4-FFF2-40B4-BE49-F238E27FC236}">
                  <a16:creationId xmlns:a16="http://schemas.microsoft.com/office/drawing/2014/main" id="{1B29B7C8-CD83-449C-95CD-B664FC3CB431}"/>
                </a:ext>
              </a:extLst>
            </p:cNvPr>
            <p:cNvSpPr/>
            <p:nvPr/>
          </p:nvSpPr>
          <p:spPr>
            <a:xfrm>
              <a:off x="2074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49" name="타원 16948">
              <a:extLst>
                <a:ext uri="{FF2B5EF4-FFF2-40B4-BE49-F238E27FC236}">
                  <a16:creationId xmlns:a16="http://schemas.microsoft.com/office/drawing/2014/main" id="{E1C4A7B3-9E8A-4410-B816-AEA9FD1B3845}"/>
                </a:ext>
              </a:extLst>
            </p:cNvPr>
            <p:cNvSpPr/>
            <p:nvPr/>
          </p:nvSpPr>
          <p:spPr>
            <a:xfrm>
              <a:off x="2226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0" name="타원 16949">
              <a:extLst>
                <a:ext uri="{FF2B5EF4-FFF2-40B4-BE49-F238E27FC236}">
                  <a16:creationId xmlns:a16="http://schemas.microsoft.com/office/drawing/2014/main" id="{8EE557AE-4D9B-4C03-A337-198E94E7B334}"/>
                </a:ext>
              </a:extLst>
            </p:cNvPr>
            <p:cNvSpPr/>
            <p:nvPr/>
          </p:nvSpPr>
          <p:spPr>
            <a:xfrm>
              <a:off x="2378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1" name="타원 16950">
              <a:extLst>
                <a:ext uri="{FF2B5EF4-FFF2-40B4-BE49-F238E27FC236}">
                  <a16:creationId xmlns:a16="http://schemas.microsoft.com/office/drawing/2014/main" id="{11CD9C23-0767-4544-840A-F9105B402600}"/>
                </a:ext>
              </a:extLst>
            </p:cNvPr>
            <p:cNvSpPr/>
            <p:nvPr/>
          </p:nvSpPr>
          <p:spPr>
            <a:xfrm>
              <a:off x="2531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2" name="타원 16951">
              <a:extLst>
                <a:ext uri="{FF2B5EF4-FFF2-40B4-BE49-F238E27FC236}">
                  <a16:creationId xmlns:a16="http://schemas.microsoft.com/office/drawing/2014/main" id="{18965972-4FC5-463C-9E32-A8DCDB3834EE}"/>
                </a:ext>
              </a:extLst>
            </p:cNvPr>
            <p:cNvSpPr/>
            <p:nvPr/>
          </p:nvSpPr>
          <p:spPr>
            <a:xfrm>
              <a:off x="2683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3" name="타원 16952">
              <a:extLst>
                <a:ext uri="{FF2B5EF4-FFF2-40B4-BE49-F238E27FC236}">
                  <a16:creationId xmlns:a16="http://schemas.microsoft.com/office/drawing/2014/main" id="{5CAB4BE4-CE7C-4946-9215-1722360FB45C}"/>
                </a:ext>
              </a:extLst>
            </p:cNvPr>
            <p:cNvSpPr/>
            <p:nvPr/>
          </p:nvSpPr>
          <p:spPr>
            <a:xfrm>
              <a:off x="2836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4" name="타원 16953">
              <a:extLst>
                <a:ext uri="{FF2B5EF4-FFF2-40B4-BE49-F238E27FC236}">
                  <a16:creationId xmlns:a16="http://schemas.microsoft.com/office/drawing/2014/main" id="{3FADB21F-A4B0-4EB8-97EA-D3F1CD94E456}"/>
                </a:ext>
              </a:extLst>
            </p:cNvPr>
            <p:cNvSpPr/>
            <p:nvPr/>
          </p:nvSpPr>
          <p:spPr>
            <a:xfrm>
              <a:off x="2988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5" name="타원 16954">
              <a:extLst>
                <a:ext uri="{FF2B5EF4-FFF2-40B4-BE49-F238E27FC236}">
                  <a16:creationId xmlns:a16="http://schemas.microsoft.com/office/drawing/2014/main" id="{9615B90A-5FE6-4280-A7ED-5DF8288B0E4E}"/>
                </a:ext>
              </a:extLst>
            </p:cNvPr>
            <p:cNvSpPr/>
            <p:nvPr/>
          </p:nvSpPr>
          <p:spPr>
            <a:xfrm>
              <a:off x="3140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6" name="타원 16955">
              <a:extLst>
                <a:ext uri="{FF2B5EF4-FFF2-40B4-BE49-F238E27FC236}">
                  <a16:creationId xmlns:a16="http://schemas.microsoft.com/office/drawing/2014/main" id="{F927A949-D793-455D-B766-27582AA74E20}"/>
                </a:ext>
              </a:extLst>
            </p:cNvPr>
            <p:cNvSpPr/>
            <p:nvPr/>
          </p:nvSpPr>
          <p:spPr>
            <a:xfrm>
              <a:off x="3293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7" name="타원 16956">
              <a:extLst>
                <a:ext uri="{FF2B5EF4-FFF2-40B4-BE49-F238E27FC236}">
                  <a16:creationId xmlns:a16="http://schemas.microsoft.com/office/drawing/2014/main" id="{2F415A11-6972-4D83-826C-194E49BE974F}"/>
                </a:ext>
              </a:extLst>
            </p:cNvPr>
            <p:cNvSpPr/>
            <p:nvPr/>
          </p:nvSpPr>
          <p:spPr>
            <a:xfrm>
              <a:off x="3445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8" name="타원 16957">
              <a:extLst>
                <a:ext uri="{FF2B5EF4-FFF2-40B4-BE49-F238E27FC236}">
                  <a16:creationId xmlns:a16="http://schemas.microsoft.com/office/drawing/2014/main" id="{8AB3347A-6401-4A59-96D5-B633B1B85ABB}"/>
                </a:ext>
              </a:extLst>
            </p:cNvPr>
            <p:cNvSpPr/>
            <p:nvPr/>
          </p:nvSpPr>
          <p:spPr>
            <a:xfrm>
              <a:off x="3598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59" name="타원 16958">
              <a:extLst>
                <a:ext uri="{FF2B5EF4-FFF2-40B4-BE49-F238E27FC236}">
                  <a16:creationId xmlns:a16="http://schemas.microsoft.com/office/drawing/2014/main" id="{BD7A7969-F991-4773-88E1-79C322908DEA}"/>
                </a:ext>
              </a:extLst>
            </p:cNvPr>
            <p:cNvSpPr/>
            <p:nvPr/>
          </p:nvSpPr>
          <p:spPr>
            <a:xfrm>
              <a:off x="3750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0" name="타원 16959">
              <a:extLst>
                <a:ext uri="{FF2B5EF4-FFF2-40B4-BE49-F238E27FC236}">
                  <a16:creationId xmlns:a16="http://schemas.microsoft.com/office/drawing/2014/main" id="{5FFEE905-0605-4170-8ABD-C75462B271CD}"/>
                </a:ext>
              </a:extLst>
            </p:cNvPr>
            <p:cNvSpPr/>
            <p:nvPr/>
          </p:nvSpPr>
          <p:spPr>
            <a:xfrm>
              <a:off x="3902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1" name="타원 16960">
              <a:extLst>
                <a:ext uri="{FF2B5EF4-FFF2-40B4-BE49-F238E27FC236}">
                  <a16:creationId xmlns:a16="http://schemas.microsoft.com/office/drawing/2014/main" id="{F4CA687E-82E1-4145-9FB5-3926509A2974}"/>
                </a:ext>
              </a:extLst>
            </p:cNvPr>
            <p:cNvSpPr/>
            <p:nvPr/>
          </p:nvSpPr>
          <p:spPr>
            <a:xfrm>
              <a:off x="4055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2" name="타원 16961">
              <a:extLst>
                <a:ext uri="{FF2B5EF4-FFF2-40B4-BE49-F238E27FC236}">
                  <a16:creationId xmlns:a16="http://schemas.microsoft.com/office/drawing/2014/main" id="{A97EAAFD-7D2C-4BFF-A8D7-145D5E3BFE58}"/>
                </a:ext>
              </a:extLst>
            </p:cNvPr>
            <p:cNvSpPr/>
            <p:nvPr/>
          </p:nvSpPr>
          <p:spPr>
            <a:xfrm>
              <a:off x="4207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3" name="타원 16962">
              <a:extLst>
                <a:ext uri="{FF2B5EF4-FFF2-40B4-BE49-F238E27FC236}">
                  <a16:creationId xmlns:a16="http://schemas.microsoft.com/office/drawing/2014/main" id="{D7BF5E95-0712-4284-9BC5-DB227A1E377B}"/>
                </a:ext>
              </a:extLst>
            </p:cNvPr>
            <p:cNvSpPr/>
            <p:nvPr/>
          </p:nvSpPr>
          <p:spPr>
            <a:xfrm>
              <a:off x="4360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4" name="타원 16963">
              <a:extLst>
                <a:ext uri="{FF2B5EF4-FFF2-40B4-BE49-F238E27FC236}">
                  <a16:creationId xmlns:a16="http://schemas.microsoft.com/office/drawing/2014/main" id="{F0D56289-4095-47AA-84AB-1D251A5ADA66}"/>
                </a:ext>
              </a:extLst>
            </p:cNvPr>
            <p:cNvSpPr/>
            <p:nvPr/>
          </p:nvSpPr>
          <p:spPr>
            <a:xfrm>
              <a:off x="4512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5" name="타원 16964">
              <a:extLst>
                <a:ext uri="{FF2B5EF4-FFF2-40B4-BE49-F238E27FC236}">
                  <a16:creationId xmlns:a16="http://schemas.microsoft.com/office/drawing/2014/main" id="{1E015604-05DC-4780-9079-A90D0BF22910}"/>
                </a:ext>
              </a:extLst>
            </p:cNvPr>
            <p:cNvSpPr/>
            <p:nvPr/>
          </p:nvSpPr>
          <p:spPr>
            <a:xfrm>
              <a:off x="4664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6" name="타원 16965">
              <a:extLst>
                <a:ext uri="{FF2B5EF4-FFF2-40B4-BE49-F238E27FC236}">
                  <a16:creationId xmlns:a16="http://schemas.microsoft.com/office/drawing/2014/main" id="{0C9F3281-B239-4BEE-A237-AB27586B0AE1}"/>
                </a:ext>
              </a:extLst>
            </p:cNvPr>
            <p:cNvSpPr/>
            <p:nvPr/>
          </p:nvSpPr>
          <p:spPr>
            <a:xfrm>
              <a:off x="4817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7" name="타원 16966">
              <a:extLst>
                <a:ext uri="{FF2B5EF4-FFF2-40B4-BE49-F238E27FC236}">
                  <a16:creationId xmlns:a16="http://schemas.microsoft.com/office/drawing/2014/main" id="{5D426933-1C0F-41E8-A3CF-10A3301E6856}"/>
                </a:ext>
              </a:extLst>
            </p:cNvPr>
            <p:cNvSpPr/>
            <p:nvPr/>
          </p:nvSpPr>
          <p:spPr>
            <a:xfrm>
              <a:off x="4969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8" name="타원 16967">
              <a:extLst>
                <a:ext uri="{FF2B5EF4-FFF2-40B4-BE49-F238E27FC236}">
                  <a16:creationId xmlns:a16="http://schemas.microsoft.com/office/drawing/2014/main" id="{BEA26B17-EFC9-47AB-B350-ED64B95F1918}"/>
                </a:ext>
              </a:extLst>
            </p:cNvPr>
            <p:cNvSpPr/>
            <p:nvPr/>
          </p:nvSpPr>
          <p:spPr>
            <a:xfrm>
              <a:off x="5122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69" name="타원 16968">
              <a:extLst>
                <a:ext uri="{FF2B5EF4-FFF2-40B4-BE49-F238E27FC236}">
                  <a16:creationId xmlns:a16="http://schemas.microsoft.com/office/drawing/2014/main" id="{C151A993-574D-456F-823B-BE76D1CFEF74}"/>
                </a:ext>
              </a:extLst>
            </p:cNvPr>
            <p:cNvSpPr/>
            <p:nvPr/>
          </p:nvSpPr>
          <p:spPr>
            <a:xfrm>
              <a:off x="5274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0" name="타원 16969">
              <a:extLst>
                <a:ext uri="{FF2B5EF4-FFF2-40B4-BE49-F238E27FC236}">
                  <a16:creationId xmlns:a16="http://schemas.microsoft.com/office/drawing/2014/main" id="{2453B3B9-0556-4BF3-8CFA-4076059F8A0C}"/>
                </a:ext>
              </a:extLst>
            </p:cNvPr>
            <p:cNvSpPr/>
            <p:nvPr/>
          </p:nvSpPr>
          <p:spPr>
            <a:xfrm>
              <a:off x="5426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1" name="타원 16970">
              <a:extLst>
                <a:ext uri="{FF2B5EF4-FFF2-40B4-BE49-F238E27FC236}">
                  <a16:creationId xmlns:a16="http://schemas.microsoft.com/office/drawing/2014/main" id="{A58E6573-8F8B-4D42-A7AC-7B5B71A23CBA}"/>
                </a:ext>
              </a:extLst>
            </p:cNvPr>
            <p:cNvSpPr/>
            <p:nvPr/>
          </p:nvSpPr>
          <p:spPr>
            <a:xfrm>
              <a:off x="5579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2" name="타원 16971">
              <a:extLst>
                <a:ext uri="{FF2B5EF4-FFF2-40B4-BE49-F238E27FC236}">
                  <a16:creationId xmlns:a16="http://schemas.microsoft.com/office/drawing/2014/main" id="{3232374E-CF51-486E-901F-649500F1D515}"/>
                </a:ext>
              </a:extLst>
            </p:cNvPr>
            <p:cNvSpPr/>
            <p:nvPr/>
          </p:nvSpPr>
          <p:spPr>
            <a:xfrm>
              <a:off x="5731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3" name="타원 16972">
              <a:extLst>
                <a:ext uri="{FF2B5EF4-FFF2-40B4-BE49-F238E27FC236}">
                  <a16:creationId xmlns:a16="http://schemas.microsoft.com/office/drawing/2014/main" id="{E368B5B2-C0D2-4E9D-93D1-47CA8D0BB89F}"/>
                </a:ext>
              </a:extLst>
            </p:cNvPr>
            <p:cNvSpPr/>
            <p:nvPr/>
          </p:nvSpPr>
          <p:spPr>
            <a:xfrm>
              <a:off x="245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4" name="타원 16973">
              <a:extLst>
                <a:ext uri="{FF2B5EF4-FFF2-40B4-BE49-F238E27FC236}">
                  <a16:creationId xmlns:a16="http://schemas.microsoft.com/office/drawing/2014/main" id="{F0A6392F-A0AD-46CB-BE4C-20A4F7267CAA}"/>
                </a:ext>
              </a:extLst>
            </p:cNvPr>
            <p:cNvSpPr/>
            <p:nvPr/>
          </p:nvSpPr>
          <p:spPr>
            <a:xfrm>
              <a:off x="397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5" name="타원 16974">
              <a:extLst>
                <a:ext uri="{FF2B5EF4-FFF2-40B4-BE49-F238E27FC236}">
                  <a16:creationId xmlns:a16="http://schemas.microsoft.com/office/drawing/2014/main" id="{4463F772-B0EB-42C7-B025-35C3AC19CE00}"/>
                </a:ext>
              </a:extLst>
            </p:cNvPr>
            <p:cNvSpPr/>
            <p:nvPr/>
          </p:nvSpPr>
          <p:spPr>
            <a:xfrm>
              <a:off x="550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6" name="타원 16975">
              <a:extLst>
                <a:ext uri="{FF2B5EF4-FFF2-40B4-BE49-F238E27FC236}">
                  <a16:creationId xmlns:a16="http://schemas.microsoft.com/office/drawing/2014/main" id="{D4F2AFAA-B275-4A50-A4AF-7AD7E1246D9F}"/>
                </a:ext>
              </a:extLst>
            </p:cNvPr>
            <p:cNvSpPr/>
            <p:nvPr/>
          </p:nvSpPr>
          <p:spPr>
            <a:xfrm>
              <a:off x="702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7" name="타원 16976">
              <a:extLst>
                <a:ext uri="{FF2B5EF4-FFF2-40B4-BE49-F238E27FC236}">
                  <a16:creationId xmlns:a16="http://schemas.microsoft.com/office/drawing/2014/main" id="{CE3F5375-EDE2-4BD9-864D-C3F47E77CF44}"/>
                </a:ext>
              </a:extLst>
            </p:cNvPr>
            <p:cNvSpPr/>
            <p:nvPr/>
          </p:nvSpPr>
          <p:spPr>
            <a:xfrm>
              <a:off x="854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8" name="타원 16977">
              <a:extLst>
                <a:ext uri="{FF2B5EF4-FFF2-40B4-BE49-F238E27FC236}">
                  <a16:creationId xmlns:a16="http://schemas.microsoft.com/office/drawing/2014/main" id="{58AE007B-915E-4A32-8449-DD5C23066F7D}"/>
                </a:ext>
              </a:extLst>
            </p:cNvPr>
            <p:cNvSpPr/>
            <p:nvPr/>
          </p:nvSpPr>
          <p:spPr>
            <a:xfrm>
              <a:off x="1007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79" name="타원 16978">
              <a:extLst>
                <a:ext uri="{FF2B5EF4-FFF2-40B4-BE49-F238E27FC236}">
                  <a16:creationId xmlns:a16="http://schemas.microsoft.com/office/drawing/2014/main" id="{616C4ED5-C01D-4A90-AE3C-1DFA72D56CE3}"/>
                </a:ext>
              </a:extLst>
            </p:cNvPr>
            <p:cNvSpPr/>
            <p:nvPr/>
          </p:nvSpPr>
          <p:spPr>
            <a:xfrm>
              <a:off x="1159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0" name="타원 16979">
              <a:extLst>
                <a:ext uri="{FF2B5EF4-FFF2-40B4-BE49-F238E27FC236}">
                  <a16:creationId xmlns:a16="http://schemas.microsoft.com/office/drawing/2014/main" id="{492618AE-5AF9-436C-932B-8FACB5FE854A}"/>
                </a:ext>
              </a:extLst>
            </p:cNvPr>
            <p:cNvSpPr/>
            <p:nvPr/>
          </p:nvSpPr>
          <p:spPr>
            <a:xfrm>
              <a:off x="1312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1" name="타원 16980">
              <a:extLst>
                <a:ext uri="{FF2B5EF4-FFF2-40B4-BE49-F238E27FC236}">
                  <a16:creationId xmlns:a16="http://schemas.microsoft.com/office/drawing/2014/main" id="{96F31CAF-030D-4712-90C7-80A24222478E}"/>
                </a:ext>
              </a:extLst>
            </p:cNvPr>
            <p:cNvSpPr/>
            <p:nvPr/>
          </p:nvSpPr>
          <p:spPr>
            <a:xfrm>
              <a:off x="1464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2" name="타원 16981">
              <a:extLst>
                <a:ext uri="{FF2B5EF4-FFF2-40B4-BE49-F238E27FC236}">
                  <a16:creationId xmlns:a16="http://schemas.microsoft.com/office/drawing/2014/main" id="{F31BFD16-35B4-4E12-BCCD-1D8FECA0E48A}"/>
                </a:ext>
              </a:extLst>
            </p:cNvPr>
            <p:cNvSpPr/>
            <p:nvPr/>
          </p:nvSpPr>
          <p:spPr>
            <a:xfrm>
              <a:off x="1616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3" name="타원 16982">
              <a:extLst>
                <a:ext uri="{FF2B5EF4-FFF2-40B4-BE49-F238E27FC236}">
                  <a16:creationId xmlns:a16="http://schemas.microsoft.com/office/drawing/2014/main" id="{C765DB76-2886-49B1-B409-8B5B3456210E}"/>
                </a:ext>
              </a:extLst>
            </p:cNvPr>
            <p:cNvSpPr/>
            <p:nvPr/>
          </p:nvSpPr>
          <p:spPr>
            <a:xfrm>
              <a:off x="1769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4" name="타원 16983">
              <a:extLst>
                <a:ext uri="{FF2B5EF4-FFF2-40B4-BE49-F238E27FC236}">
                  <a16:creationId xmlns:a16="http://schemas.microsoft.com/office/drawing/2014/main" id="{8DE94E8C-7E6D-4118-A2EB-17C9D4483512}"/>
                </a:ext>
              </a:extLst>
            </p:cNvPr>
            <p:cNvSpPr/>
            <p:nvPr/>
          </p:nvSpPr>
          <p:spPr>
            <a:xfrm>
              <a:off x="1921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5" name="타원 16984">
              <a:extLst>
                <a:ext uri="{FF2B5EF4-FFF2-40B4-BE49-F238E27FC236}">
                  <a16:creationId xmlns:a16="http://schemas.microsoft.com/office/drawing/2014/main" id="{E7C66BA9-C5CA-4579-B6E4-95F0EAFE98E9}"/>
                </a:ext>
              </a:extLst>
            </p:cNvPr>
            <p:cNvSpPr/>
            <p:nvPr/>
          </p:nvSpPr>
          <p:spPr>
            <a:xfrm>
              <a:off x="2074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6" name="타원 16985">
              <a:extLst>
                <a:ext uri="{FF2B5EF4-FFF2-40B4-BE49-F238E27FC236}">
                  <a16:creationId xmlns:a16="http://schemas.microsoft.com/office/drawing/2014/main" id="{B1100091-2325-4BF4-B769-62C812E04013}"/>
                </a:ext>
              </a:extLst>
            </p:cNvPr>
            <p:cNvSpPr/>
            <p:nvPr/>
          </p:nvSpPr>
          <p:spPr>
            <a:xfrm>
              <a:off x="2226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7" name="타원 16986">
              <a:extLst>
                <a:ext uri="{FF2B5EF4-FFF2-40B4-BE49-F238E27FC236}">
                  <a16:creationId xmlns:a16="http://schemas.microsoft.com/office/drawing/2014/main" id="{36367C75-9E71-4380-9447-692211F2F9C4}"/>
                </a:ext>
              </a:extLst>
            </p:cNvPr>
            <p:cNvSpPr/>
            <p:nvPr/>
          </p:nvSpPr>
          <p:spPr>
            <a:xfrm>
              <a:off x="2378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8" name="타원 16987">
              <a:extLst>
                <a:ext uri="{FF2B5EF4-FFF2-40B4-BE49-F238E27FC236}">
                  <a16:creationId xmlns:a16="http://schemas.microsoft.com/office/drawing/2014/main" id="{CDC005F2-002B-4418-A202-E8B6DFD29D1C}"/>
                </a:ext>
              </a:extLst>
            </p:cNvPr>
            <p:cNvSpPr/>
            <p:nvPr/>
          </p:nvSpPr>
          <p:spPr>
            <a:xfrm>
              <a:off x="2531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89" name="타원 16988">
              <a:extLst>
                <a:ext uri="{FF2B5EF4-FFF2-40B4-BE49-F238E27FC236}">
                  <a16:creationId xmlns:a16="http://schemas.microsoft.com/office/drawing/2014/main" id="{0DA944CD-8F50-4A64-AE69-DB9A5F44BFA6}"/>
                </a:ext>
              </a:extLst>
            </p:cNvPr>
            <p:cNvSpPr/>
            <p:nvPr/>
          </p:nvSpPr>
          <p:spPr>
            <a:xfrm>
              <a:off x="2683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0" name="타원 16989">
              <a:extLst>
                <a:ext uri="{FF2B5EF4-FFF2-40B4-BE49-F238E27FC236}">
                  <a16:creationId xmlns:a16="http://schemas.microsoft.com/office/drawing/2014/main" id="{33BA13CD-2DD7-418E-A2F9-029DA8837D8D}"/>
                </a:ext>
              </a:extLst>
            </p:cNvPr>
            <p:cNvSpPr/>
            <p:nvPr/>
          </p:nvSpPr>
          <p:spPr>
            <a:xfrm>
              <a:off x="2836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1" name="타원 16990">
              <a:extLst>
                <a:ext uri="{FF2B5EF4-FFF2-40B4-BE49-F238E27FC236}">
                  <a16:creationId xmlns:a16="http://schemas.microsoft.com/office/drawing/2014/main" id="{31ACBD52-42AC-46E1-A6B2-324583E1F4FD}"/>
                </a:ext>
              </a:extLst>
            </p:cNvPr>
            <p:cNvSpPr/>
            <p:nvPr/>
          </p:nvSpPr>
          <p:spPr>
            <a:xfrm>
              <a:off x="2988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2" name="타원 16991">
              <a:extLst>
                <a:ext uri="{FF2B5EF4-FFF2-40B4-BE49-F238E27FC236}">
                  <a16:creationId xmlns:a16="http://schemas.microsoft.com/office/drawing/2014/main" id="{C38613BB-643F-4ED1-8F04-1C98C00D2CB5}"/>
                </a:ext>
              </a:extLst>
            </p:cNvPr>
            <p:cNvSpPr/>
            <p:nvPr/>
          </p:nvSpPr>
          <p:spPr>
            <a:xfrm>
              <a:off x="3140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3" name="타원 16992">
              <a:extLst>
                <a:ext uri="{FF2B5EF4-FFF2-40B4-BE49-F238E27FC236}">
                  <a16:creationId xmlns:a16="http://schemas.microsoft.com/office/drawing/2014/main" id="{43455CD9-0FBB-4960-9C30-298E16713B69}"/>
                </a:ext>
              </a:extLst>
            </p:cNvPr>
            <p:cNvSpPr/>
            <p:nvPr/>
          </p:nvSpPr>
          <p:spPr>
            <a:xfrm>
              <a:off x="3293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4" name="타원 16993">
              <a:extLst>
                <a:ext uri="{FF2B5EF4-FFF2-40B4-BE49-F238E27FC236}">
                  <a16:creationId xmlns:a16="http://schemas.microsoft.com/office/drawing/2014/main" id="{0875A27F-A7D7-4687-A00C-BB002F46CFB8}"/>
                </a:ext>
              </a:extLst>
            </p:cNvPr>
            <p:cNvSpPr/>
            <p:nvPr/>
          </p:nvSpPr>
          <p:spPr>
            <a:xfrm>
              <a:off x="3445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5" name="타원 16994">
              <a:extLst>
                <a:ext uri="{FF2B5EF4-FFF2-40B4-BE49-F238E27FC236}">
                  <a16:creationId xmlns:a16="http://schemas.microsoft.com/office/drawing/2014/main" id="{0359C492-FDE9-4FE0-BB14-490C0B1814D7}"/>
                </a:ext>
              </a:extLst>
            </p:cNvPr>
            <p:cNvSpPr/>
            <p:nvPr/>
          </p:nvSpPr>
          <p:spPr>
            <a:xfrm>
              <a:off x="3598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6" name="타원 16995">
              <a:extLst>
                <a:ext uri="{FF2B5EF4-FFF2-40B4-BE49-F238E27FC236}">
                  <a16:creationId xmlns:a16="http://schemas.microsoft.com/office/drawing/2014/main" id="{D0B8606A-09C2-44E4-B2D0-17C4C5A2E03D}"/>
                </a:ext>
              </a:extLst>
            </p:cNvPr>
            <p:cNvSpPr/>
            <p:nvPr/>
          </p:nvSpPr>
          <p:spPr>
            <a:xfrm>
              <a:off x="3750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7" name="타원 16996">
              <a:extLst>
                <a:ext uri="{FF2B5EF4-FFF2-40B4-BE49-F238E27FC236}">
                  <a16:creationId xmlns:a16="http://schemas.microsoft.com/office/drawing/2014/main" id="{2DCF69C5-9620-4D3A-A96D-2397FABC40A3}"/>
                </a:ext>
              </a:extLst>
            </p:cNvPr>
            <p:cNvSpPr/>
            <p:nvPr/>
          </p:nvSpPr>
          <p:spPr>
            <a:xfrm>
              <a:off x="3902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8" name="타원 16997">
              <a:extLst>
                <a:ext uri="{FF2B5EF4-FFF2-40B4-BE49-F238E27FC236}">
                  <a16:creationId xmlns:a16="http://schemas.microsoft.com/office/drawing/2014/main" id="{27A97E96-CB2B-4C2D-92B7-8D67A0C657A5}"/>
                </a:ext>
              </a:extLst>
            </p:cNvPr>
            <p:cNvSpPr/>
            <p:nvPr/>
          </p:nvSpPr>
          <p:spPr>
            <a:xfrm>
              <a:off x="4055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99" name="타원 16998">
              <a:extLst>
                <a:ext uri="{FF2B5EF4-FFF2-40B4-BE49-F238E27FC236}">
                  <a16:creationId xmlns:a16="http://schemas.microsoft.com/office/drawing/2014/main" id="{B80F4765-9A4D-4DB4-98BA-415B16696617}"/>
                </a:ext>
              </a:extLst>
            </p:cNvPr>
            <p:cNvSpPr/>
            <p:nvPr/>
          </p:nvSpPr>
          <p:spPr>
            <a:xfrm>
              <a:off x="4207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0" name="타원 16999">
              <a:extLst>
                <a:ext uri="{FF2B5EF4-FFF2-40B4-BE49-F238E27FC236}">
                  <a16:creationId xmlns:a16="http://schemas.microsoft.com/office/drawing/2014/main" id="{8290A868-C654-4CA8-83A6-61F136ACF987}"/>
                </a:ext>
              </a:extLst>
            </p:cNvPr>
            <p:cNvSpPr/>
            <p:nvPr/>
          </p:nvSpPr>
          <p:spPr>
            <a:xfrm>
              <a:off x="4360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1" name="타원 17000">
              <a:extLst>
                <a:ext uri="{FF2B5EF4-FFF2-40B4-BE49-F238E27FC236}">
                  <a16:creationId xmlns:a16="http://schemas.microsoft.com/office/drawing/2014/main" id="{2B705059-2119-4269-99BC-DB4E2E7EFD44}"/>
                </a:ext>
              </a:extLst>
            </p:cNvPr>
            <p:cNvSpPr/>
            <p:nvPr/>
          </p:nvSpPr>
          <p:spPr>
            <a:xfrm>
              <a:off x="4512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2" name="타원 17001">
              <a:extLst>
                <a:ext uri="{FF2B5EF4-FFF2-40B4-BE49-F238E27FC236}">
                  <a16:creationId xmlns:a16="http://schemas.microsoft.com/office/drawing/2014/main" id="{9C8028E1-A5B3-434A-BCCA-D2D2ECC2C6BD}"/>
                </a:ext>
              </a:extLst>
            </p:cNvPr>
            <p:cNvSpPr/>
            <p:nvPr/>
          </p:nvSpPr>
          <p:spPr>
            <a:xfrm>
              <a:off x="4664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3" name="타원 17002">
              <a:extLst>
                <a:ext uri="{FF2B5EF4-FFF2-40B4-BE49-F238E27FC236}">
                  <a16:creationId xmlns:a16="http://schemas.microsoft.com/office/drawing/2014/main" id="{4C0C0718-B523-4E7C-AB3B-959272AC8FAB}"/>
                </a:ext>
              </a:extLst>
            </p:cNvPr>
            <p:cNvSpPr/>
            <p:nvPr/>
          </p:nvSpPr>
          <p:spPr>
            <a:xfrm>
              <a:off x="4817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4" name="타원 17003">
              <a:extLst>
                <a:ext uri="{FF2B5EF4-FFF2-40B4-BE49-F238E27FC236}">
                  <a16:creationId xmlns:a16="http://schemas.microsoft.com/office/drawing/2014/main" id="{ECD5CB06-C3D6-4B04-BDF5-55A67AD45266}"/>
                </a:ext>
              </a:extLst>
            </p:cNvPr>
            <p:cNvSpPr/>
            <p:nvPr/>
          </p:nvSpPr>
          <p:spPr>
            <a:xfrm>
              <a:off x="4969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5" name="타원 17004">
              <a:extLst>
                <a:ext uri="{FF2B5EF4-FFF2-40B4-BE49-F238E27FC236}">
                  <a16:creationId xmlns:a16="http://schemas.microsoft.com/office/drawing/2014/main" id="{F514753F-B499-431E-B86E-91B1609D596F}"/>
                </a:ext>
              </a:extLst>
            </p:cNvPr>
            <p:cNvSpPr/>
            <p:nvPr/>
          </p:nvSpPr>
          <p:spPr>
            <a:xfrm>
              <a:off x="5122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6" name="타원 17005">
              <a:extLst>
                <a:ext uri="{FF2B5EF4-FFF2-40B4-BE49-F238E27FC236}">
                  <a16:creationId xmlns:a16="http://schemas.microsoft.com/office/drawing/2014/main" id="{CB4D3C64-391B-410F-A57C-02F2AB454084}"/>
                </a:ext>
              </a:extLst>
            </p:cNvPr>
            <p:cNvSpPr/>
            <p:nvPr/>
          </p:nvSpPr>
          <p:spPr>
            <a:xfrm>
              <a:off x="5274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7" name="타원 17006">
              <a:extLst>
                <a:ext uri="{FF2B5EF4-FFF2-40B4-BE49-F238E27FC236}">
                  <a16:creationId xmlns:a16="http://schemas.microsoft.com/office/drawing/2014/main" id="{B8C5451F-3B63-4F70-8370-1947251055DE}"/>
                </a:ext>
              </a:extLst>
            </p:cNvPr>
            <p:cNvSpPr/>
            <p:nvPr/>
          </p:nvSpPr>
          <p:spPr>
            <a:xfrm>
              <a:off x="5426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8" name="타원 17007">
              <a:extLst>
                <a:ext uri="{FF2B5EF4-FFF2-40B4-BE49-F238E27FC236}">
                  <a16:creationId xmlns:a16="http://schemas.microsoft.com/office/drawing/2014/main" id="{8552035A-9611-4A16-9FA4-BC554C05C99B}"/>
                </a:ext>
              </a:extLst>
            </p:cNvPr>
            <p:cNvSpPr/>
            <p:nvPr/>
          </p:nvSpPr>
          <p:spPr>
            <a:xfrm>
              <a:off x="5579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09" name="타원 17008">
              <a:extLst>
                <a:ext uri="{FF2B5EF4-FFF2-40B4-BE49-F238E27FC236}">
                  <a16:creationId xmlns:a16="http://schemas.microsoft.com/office/drawing/2014/main" id="{D4840CE5-FB83-4E87-B133-98D4AE24F8E4}"/>
                </a:ext>
              </a:extLst>
            </p:cNvPr>
            <p:cNvSpPr/>
            <p:nvPr/>
          </p:nvSpPr>
          <p:spPr>
            <a:xfrm>
              <a:off x="5731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0" name="타원 17009">
              <a:extLst>
                <a:ext uri="{FF2B5EF4-FFF2-40B4-BE49-F238E27FC236}">
                  <a16:creationId xmlns:a16="http://schemas.microsoft.com/office/drawing/2014/main" id="{5944E811-11E3-49C8-B321-16A22220B5DB}"/>
                </a:ext>
              </a:extLst>
            </p:cNvPr>
            <p:cNvSpPr/>
            <p:nvPr/>
          </p:nvSpPr>
          <p:spPr>
            <a:xfrm>
              <a:off x="245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1" name="타원 17010">
              <a:extLst>
                <a:ext uri="{FF2B5EF4-FFF2-40B4-BE49-F238E27FC236}">
                  <a16:creationId xmlns:a16="http://schemas.microsoft.com/office/drawing/2014/main" id="{815121AD-B5DE-40E7-AE6D-52380647A9A3}"/>
                </a:ext>
              </a:extLst>
            </p:cNvPr>
            <p:cNvSpPr/>
            <p:nvPr/>
          </p:nvSpPr>
          <p:spPr>
            <a:xfrm>
              <a:off x="397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2" name="타원 17011">
              <a:extLst>
                <a:ext uri="{FF2B5EF4-FFF2-40B4-BE49-F238E27FC236}">
                  <a16:creationId xmlns:a16="http://schemas.microsoft.com/office/drawing/2014/main" id="{27A71B9C-AFCE-407F-BAE9-CBC805E2B58C}"/>
                </a:ext>
              </a:extLst>
            </p:cNvPr>
            <p:cNvSpPr/>
            <p:nvPr/>
          </p:nvSpPr>
          <p:spPr>
            <a:xfrm>
              <a:off x="550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3" name="타원 17012">
              <a:extLst>
                <a:ext uri="{FF2B5EF4-FFF2-40B4-BE49-F238E27FC236}">
                  <a16:creationId xmlns:a16="http://schemas.microsoft.com/office/drawing/2014/main" id="{7967D75B-BEBE-4AA4-9FEE-C57C9E86AFFD}"/>
                </a:ext>
              </a:extLst>
            </p:cNvPr>
            <p:cNvSpPr/>
            <p:nvPr/>
          </p:nvSpPr>
          <p:spPr>
            <a:xfrm>
              <a:off x="702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4" name="타원 17013">
              <a:extLst>
                <a:ext uri="{FF2B5EF4-FFF2-40B4-BE49-F238E27FC236}">
                  <a16:creationId xmlns:a16="http://schemas.microsoft.com/office/drawing/2014/main" id="{E7278DDF-09DA-494A-B552-F043414F8A2E}"/>
                </a:ext>
              </a:extLst>
            </p:cNvPr>
            <p:cNvSpPr/>
            <p:nvPr/>
          </p:nvSpPr>
          <p:spPr>
            <a:xfrm>
              <a:off x="854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5" name="타원 17014">
              <a:extLst>
                <a:ext uri="{FF2B5EF4-FFF2-40B4-BE49-F238E27FC236}">
                  <a16:creationId xmlns:a16="http://schemas.microsoft.com/office/drawing/2014/main" id="{D0D6DD54-5273-4FA7-95F5-918718532435}"/>
                </a:ext>
              </a:extLst>
            </p:cNvPr>
            <p:cNvSpPr/>
            <p:nvPr/>
          </p:nvSpPr>
          <p:spPr>
            <a:xfrm>
              <a:off x="1007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6" name="타원 17015">
              <a:extLst>
                <a:ext uri="{FF2B5EF4-FFF2-40B4-BE49-F238E27FC236}">
                  <a16:creationId xmlns:a16="http://schemas.microsoft.com/office/drawing/2014/main" id="{09F8F98F-8F9D-4D11-9981-C7C87CF47D13}"/>
                </a:ext>
              </a:extLst>
            </p:cNvPr>
            <p:cNvSpPr/>
            <p:nvPr/>
          </p:nvSpPr>
          <p:spPr>
            <a:xfrm>
              <a:off x="1159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7" name="타원 17016">
              <a:extLst>
                <a:ext uri="{FF2B5EF4-FFF2-40B4-BE49-F238E27FC236}">
                  <a16:creationId xmlns:a16="http://schemas.microsoft.com/office/drawing/2014/main" id="{DBEB35D9-1D79-40AB-B96C-1D55FE5686CE}"/>
                </a:ext>
              </a:extLst>
            </p:cNvPr>
            <p:cNvSpPr/>
            <p:nvPr/>
          </p:nvSpPr>
          <p:spPr>
            <a:xfrm>
              <a:off x="1312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8" name="타원 17017">
              <a:extLst>
                <a:ext uri="{FF2B5EF4-FFF2-40B4-BE49-F238E27FC236}">
                  <a16:creationId xmlns:a16="http://schemas.microsoft.com/office/drawing/2014/main" id="{3E2D9BB9-70F3-43B9-9EA7-C578186CEF40}"/>
                </a:ext>
              </a:extLst>
            </p:cNvPr>
            <p:cNvSpPr/>
            <p:nvPr/>
          </p:nvSpPr>
          <p:spPr>
            <a:xfrm>
              <a:off x="1464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19" name="타원 17018">
              <a:extLst>
                <a:ext uri="{FF2B5EF4-FFF2-40B4-BE49-F238E27FC236}">
                  <a16:creationId xmlns:a16="http://schemas.microsoft.com/office/drawing/2014/main" id="{32E4D680-C55A-4979-B4C1-54CAD9615242}"/>
                </a:ext>
              </a:extLst>
            </p:cNvPr>
            <p:cNvSpPr/>
            <p:nvPr/>
          </p:nvSpPr>
          <p:spPr>
            <a:xfrm>
              <a:off x="1616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0" name="타원 17019">
              <a:extLst>
                <a:ext uri="{FF2B5EF4-FFF2-40B4-BE49-F238E27FC236}">
                  <a16:creationId xmlns:a16="http://schemas.microsoft.com/office/drawing/2014/main" id="{236A1862-6B88-4F17-A917-99B9AA777053}"/>
                </a:ext>
              </a:extLst>
            </p:cNvPr>
            <p:cNvSpPr/>
            <p:nvPr/>
          </p:nvSpPr>
          <p:spPr>
            <a:xfrm>
              <a:off x="1769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1" name="타원 17020">
              <a:extLst>
                <a:ext uri="{FF2B5EF4-FFF2-40B4-BE49-F238E27FC236}">
                  <a16:creationId xmlns:a16="http://schemas.microsoft.com/office/drawing/2014/main" id="{B616522C-12E6-42B3-93DE-6312FFB5DD9C}"/>
                </a:ext>
              </a:extLst>
            </p:cNvPr>
            <p:cNvSpPr/>
            <p:nvPr/>
          </p:nvSpPr>
          <p:spPr>
            <a:xfrm>
              <a:off x="1921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2" name="타원 17021">
              <a:extLst>
                <a:ext uri="{FF2B5EF4-FFF2-40B4-BE49-F238E27FC236}">
                  <a16:creationId xmlns:a16="http://schemas.microsoft.com/office/drawing/2014/main" id="{5B82DF71-3495-4F8C-A009-B717DE237F4F}"/>
                </a:ext>
              </a:extLst>
            </p:cNvPr>
            <p:cNvSpPr/>
            <p:nvPr/>
          </p:nvSpPr>
          <p:spPr>
            <a:xfrm>
              <a:off x="2074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3" name="타원 17022">
              <a:extLst>
                <a:ext uri="{FF2B5EF4-FFF2-40B4-BE49-F238E27FC236}">
                  <a16:creationId xmlns:a16="http://schemas.microsoft.com/office/drawing/2014/main" id="{31121AC1-AF00-4A56-AF14-D4DF3BB05D74}"/>
                </a:ext>
              </a:extLst>
            </p:cNvPr>
            <p:cNvSpPr/>
            <p:nvPr/>
          </p:nvSpPr>
          <p:spPr>
            <a:xfrm>
              <a:off x="2226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4" name="타원 17023">
              <a:extLst>
                <a:ext uri="{FF2B5EF4-FFF2-40B4-BE49-F238E27FC236}">
                  <a16:creationId xmlns:a16="http://schemas.microsoft.com/office/drawing/2014/main" id="{9E203AA3-6324-47C3-A8E5-1C4539139EE5}"/>
                </a:ext>
              </a:extLst>
            </p:cNvPr>
            <p:cNvSpPr/>
            <p:nvPr/>
          </p:nvSpPr>
          <p:spPr>
            <a:xfrm>
              <a:off x="2378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5" name="타원 17024">
              <a:extLst>
                <a:ext uri="{FF2B5EF4-FFF2-40B4-BE49-F238E27FC236}">
                  <a16:creationId xmlns:a16="http://schemas.microsoft.com/office/drawing/2014/main" id="{F739B57F-F91A-4FD9-A2A8-7170ED1900F8}"/>
                </a:ext>
              </a:extLst>
            </p:cNvPr>
            <p:cNvSpPr/>
            <p:nvPr/>
          </p:nvSpPr>
          <p:spPr>
            <a:xfrm>
              <a:off x="2531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6" name="타원 17025">
              <a:extLst>
                <a:ext uri="{FF2B5EF4-FFF2-40B4-BE49-F238E27FC236}">
                  <a16:creationId xmlns:a16="http://schemas.microsoft.com/office/drawing/2014/main" id="{65735A01-1B14-47F4-91E1-AFD1608985E7}"/>
                </a:ext>
              </a:extLst>
            </p:cNvPr>
            <p:cNvSpPr/>
            <p:nvPr/>
          </p:nvSpPr>
          <p:spPr>
            <a:xfrm>
              <a:off x="2683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7" name="타원 17026">
              <a:extLst>
                <a:ext uri="{FF2B5EF4-FFF2-40B4-BE49-F238E27FC236}">
                  <a16:creationId xmlns:a16="http://schemas.microsoft.com/office/drawing/2014/main" id="{53A33A7D-0907-45D1-9D63-9F5A4D40F4E1}"/>
                </a:ext>
              </a:extLst>
            </p:cNvPr>
            <p:cNvSpPr/>
            <p:nvPr/>
          </p:nvSpPr>
          <p:spPr>
            <a:xfrm>
              <a:off x="2836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8" name="타원 17027">
              <a:extLst>
                <a:ext uri="{FF2B5EF4-FFF2-40B4-BE49-F238E27FC236}">
                  <a16:creationId xmlns:a16="http://schemas.microsoft.com/office/drawing/2014/main" id="{468678B6-91CE-4EBC-924A-6046EA7E3DEC}"/>
                </a:ext>
              </a:extLst>
            </p:cNvPr>
            <p:cNvSpPr/>
            <p:nvPr/>
          </p:nvSpPr>
          <p:spPr>
            <a:xfrm>
              <a:off x="2988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29" name="타원 17028">
              <a:extLst>
                <a:ext uri="{FF2B5EF4-FFF2-40B4-BE49-F238E27FC236}">
                  <a16:creationId xmlns:a16="http://schemas.microsoft.com/office/drawing/2014/main" id="{0C42E432-1AE6-4C75-B009-65430B20005E}"/>
                </a:ext>
              </a:extLst>
            </p:cNvPr>
            <p:cNvSpPr/>
            <p:nvPr/>
          </p:nvSpPr>
          <p:spPr>
            <a:xfrm>
              <a:off x="3140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0" name="타원 17029">
              <a:extLst>
                <a:ext uri="{FF2B5EF4-FFF2-40B4-BE49-F238E27FC236}">
                  <a16:creationId xmlns:a16="http://schemas.microsoft.com/office/drawing/2014/main" id="{CB09061F-1F95-4E0F-8891-374F1C2FB2DA}"/>
                </a:ext>
              </a:extLst>
            </p:cNvPr>
            <p:cNvSpPr/>
            <p:nvPr/>
          </p:nvSpPr>
          <p:spPr>
            <a:xfrm>
              <a:off x="3293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1" name="타원 17030">
              <a:extLst>
                <a:ext uri="{FF2B5EF4-FFF2-40B4-BE49-F238E27FC236}">
                  <a16:creationId xmlns:a16="http://schemas.microsoft.com/office/drawing/2014/main" id="{B494B1FB-8311-45A2-8E6D-3A35B23E72D5}"/>
                </a:ext>
              </a:extLst>
            </p:cNvPr>
            <p:cNvSpPr/>
            <p:nvPr/>
          </p:nvSpPr>
          <p:spPr>
            <a:xfrm>
              <a:off x="3445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2" name="타원 17031">
              <a:extLst>
                <a:ext uri="{FF2B5EF4-FFF2-40B4-BE49-F238E27FC236}">
                  <a16:creationId xmlns:a16="http://schemas.microsoft.com/office/drawing/2014/main" id="{78D8B761-A4D3-4714-8442-06D1AA2DE85E}"/>
                </a:ext>
              </a:extLst>
            </p:cNvPr>
            <p:cNvSpPr/>
            <p:nvPr/>
          </p:nvSpPr>
          <p:spPr>
            <a:xfrm>
              <a:off x="3598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3" name="타원 17032">
              <a:extLst>
                <a:ext uri="{FF2B5EF4-FFF2-40B4-BE49-F238E27FC236}">
                  <a16:creationId xmlns:a16="http://schemas.microsoft.com/office/drawing/2014/main" id="{774094E2-2C72-4EF0-B659-6BB582398FB3}"/>
                </a:ext>
              </a:extLst>
            </p:cNvPr>
            <p:cNvSpPr/>
            <p:nvPr/>
          </p:nvSpPr>
          <p:spPr>
            <a:xfrm>
              <a:off x="3750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4" name="타원 17033">
              <a:extLst>
                <a:ext uri="{FF2B5EF4-FFF2-40B4-BE49-F238E27FC236}">
                  <a16:creationId xmlns:a16="http://schemas.microsoft.com/office/drawing/2014/main" id="{E945B7AC-B2A7-4216-A852-87EF7FC21719}"/>
                </a:ext>
              </a:extLst>
            </p:cNvPr>
            <p:cNvSpPr/>
            <p:nvPr/>
          </p:nvSpPr>
          <p:spPr>
            <a:xfrm>
              <a:off x="3902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5" name="타원 17034">
              <a:extLst>
                <a:ext uri="{FF2B5EF4-FFF2-40B4-BE49-F238E27FC236}">
                  <a16:creationId xmlns:a16="http://schemas.microsoft.com/office/drawing/2014/main" id="{04B01377-18DF-4898-84EF-536BED1A9B47}"/>
                </a:ext>
              </a:extLst>
            </p:cNvPr>
            <p:cNvSpPr/>
            <p:nvPr/>
          </p:nvSpPr>
          <p:spPr>
            <a:xfrm>
              <a:off x="4055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6" name="타원 17035">
              <a:extLst>
                <a:ext uri="{FF2B5EF4-FFF2-40B4-BE49-F238E27FC236}">
                  <a16:creationId xmlns:a16="http://schemas.microsoft.com/office/drawing/2014/main" id="{15127313-4928-4D34-8837-1FA26F29F4B2}"/>
                </a:ext>
              </a:extLst>
            </p:cNvPr>
            <p:cNvSpPr/>
            <p:nvPr/>
          </p:nvSpPr>
          <p:spPr>
            <a:xfrm>
              <a:off x="4207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7" name="타원 17036">
              <a:extLst>
                <a:ext uri="{FF2B5EF4-FFF2-40B4-BE49-F238E27FC236}">
                  <a16:creationId xmlns:a16="http://schemas.microsoft.com/office/drawing/2014/main" id="{CC5E8372-16DA-4B24-996F-4B159C8877A3}"/>
                </a:ext>
              </a:extLst>
            </p:cNvPr>
            <p:cNvSpPr/>
            <p:nvPr/>
          </p:nvSpPr>
          <p:spPr>
            <a:xfrm>
              <a:off x="4360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8" name="타원 17037">
              <a:extLst>
                <a:ext uri="{FF2B5EF4-FFF2-40B4-BE49-F238E27FC236}">
                  <a16:creationId xmlns:a16="http://schemas.microsoft.com/office/drawing/2014/main" id="{EA26277E-06E5-41A4-9F84-1C4B4EE082BA}"/>
                </a:ext>
              </a:extLst>
            </p:cNvPr>
            <p:cNvSpPr/>
            <p:nvPr/>
          </p:nvSpPr>
          <p:spPr>
            <a:xfrm>
              <a:off x="4512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39" name="타원 17038">
              <a:extLst>
                <a:ext uri="{FF2B5EF4-FFF2-40B4-BE49-F238E27FC236}">
                  <a16:creationId xmlns:a16="http://schemas.microsoft.com/office/drawing/2014/main" id="{F90F011D-6F75-4431-875E-ADB907DF8B80}"/>
                </a:ext>
              </a:extLst>
            </p:cNvPr>
            <p:cNvSpPr/>
            <p:nvPr/>
          </p:nvSpPr>
          <p:spPr>
            <a:xfrm>
              <a:off x="4664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0" name="타원 17039">
              <a:extLst>
                <a:ext uri="{FF2B5EF4-FFF2-40B4-BE49-F238E27FC236}">
                  <a16:creationId xmlns:a16="http://schemas.microsoft.com/office/drawing/2014/main" id="{434A1904-07E7-4B76-B6D2-36C6492A2D42}"/>
                </a:ext>
              </a:extLst>
            </p:cNvPr>
            <p:cNvSpPr/>
            <p:nvPr/>
          </p:nvSpPr>
          <p:spPr>
            <a:xfrm>
              <a:off x="4817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1" name="타원 17040">
              <a:extLst>
                <a:ext uri="{FF2B5EF4-FFF2-40B4-BE49-F238E27FC236}">
                  <a16:creationId xmlns:a16="http://schemas.microsoft.com/office/drawing/2014/main" id="{7D9BEE9E-64AD-41C2-94F3-AD1A82A2D87B}"/>
                </a:ext>
              </a:extLst>
            </p:cNvPr>
            <p:cNvSpPr/>
            <p:nvPr/>
          </p:nvSpPr>
          <p:spPr>
            <a:xfrm>
              <a:off x="4969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2" name="타원 17041">
              <a:extLst>
                <a:ext uri="{FF2B5EF4-FFF2-40B4-BE49-F238E27FC236}">
                  <a16:creationId xmlns:a16="http://schemas.microsoft.com/office/drawing/2014/main" id="{7C4FC8CA-3428-4871-A9CB-58FB943EBC63}"/>
                </a:ext>
              </a:extLst>
            </p:cNvPr>
            <p:cNvSpPr/>
            <p:nvPr/>
          </p:nvSpPr>
          <p:spPr>
            <a:xfrm>
              <a:off x="5122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3" name="타원 17042">
              <a:extLst>
                <a:ext uri="{FF2B5EF4-FFF2-40B4-BE49-F238E27FC236}">
                  <a16:creationId xmlns:a16="http://schemas.microsoft.com/office/drawing/2014/main" id="{3E6C7FBC-BA73-48CA-94E0-A694B72EB51C}"/>
                </a:ext>
              </a:extLst>
            </p:cNvPr>
            <p:cNvSpPr/>
            <p:nvPr/>
          </p:nvSpPr>
          <p:spPr>
            <a:xfrm>
              <a:off x="5274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4" name="타원 17043">
              <a:extLst>
                <a:ext uri="{FF2B5EF4-FFF2-40B4-BE49-F238E27FC236}">
                  <a16:creationId xmlns:a16="http://schemas.microsoft.com/office/drawing/2014/main" id="{A3C09031-E288-4E77-A67B-38EA8D74E4ED}"/>
                </a:ext>
              </a:extLst>
            </p:cNvPr>
            <p:cNvSpPr/>
            <p:nvPr/>
          </p:nvSpPr>
          <p:spPr>
            <a:xfrm>
              <a:off x="5426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5" name="타원 17044">
              <a:extLst>
                <a:ext uri="{FF2B5EF4-FFF2-40B4-BE49-F238E27FC236}">
                  <a16:creationId xmlns:a16="http://schemas.microsoft.com/office/drawing/2014/main" id="{EBE7AAE9-4FB6-4052-883D-91573F11D6C3}"/>
                </a:ext>
              </a:extLst>
            </p:cNvPr>
            <p:cNvSpPr/>
            <p:nvPr/>
          </p:nvSpPr>
          <p:spPr>
            <a:xfrm>
              <a:off x="5579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6" name="타원 17045">
              <a:extLst>
                <a:ext uri="{FF2B5EF4-FFF2-40B4-BE49-F238E27FC236}">
                  <a16:creationId xmlns:a16="http://schemas.microsoft.com/office/drawing/2014/main" id="{A40A693C-EF3B-4981-A27F-2617ACFD25B3}"/>
                </a:ext>
              </a:extLst>
            </p:cNvPr>
            <p:cNvSpPr/>
            <p:nvPr/>
          </p:nvSpPr>
          <p:spPr>
            <a:xfrm>
              <a:off x="5731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7" name="타원 17046">
              <a:extLst>
                <a:ext uri="{FF2B5EF4-FFF2-40B4-BE49-F238E27FC236}">
                  <a16:creationId xmlns:a16="http://schemas.microsoft.com/office/drawing/2014/main" id="{F4899930-EA19-4BC8-BC64-C2912F7B6635}"/>
                </a:ext>
              </a:extLst>
            </p:cNvPr>
            <p:cNvSpPr/>
            <p:nvPr/>
          </p:nvSpPr>
          <p:spPr>
            <a:xfrm>
              <a:off x="245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8" name="타원 17047">
              <a:extLst>
                <a:ext uri="{FF2B5EF4-FFF2-40B4-BE49-F238E27FC236}">
                  <a16:creationId xmlns:a16="http://schemas.microsoft.com/office/drawing/2014/main" id="{055A8C08-2895-46E5-90EC-714EB6CA8A43}"/>
                </a:ext>
              </a:extLst>
            </p:cNvPr>
            <p:cNvSpPr/>
            <p:nvPr/>
          </p:nvSpPr>
          <p:spPr>
            <a:xfrm>
              <a:off x="397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49" name="타원 17048">
              <a:extLst>
                <a:ext uri="{FF2B5EF4-FFF2-40B4-BE49-F238E27FC236}">
                  <a16:creationId xmlns:a16="http://schemas.microsoft.com/office/drawing/2014/main" id="{2EDFD3C4-728A-4914-80AC-DBEDB8435391}"/>
                </a:ext>
              </a:extLst>
            </p:cNvPr>
            <p:cNvSpPr/>
            <p:nvPr/>
          </p:nvSpPr>
          <p:spPr>
            <a:xfrm>
              <a:off x="550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0" name="타원 17049">
              <a:extLst>
                <a:ext uri="{FF2B5EF4-FFF2-40B4-BE49-F238E27FC236}">
                  <a16:creationId xmlns:a16="http://schemas.microsoft.com/office/drawing/2014/main" id="{D63C8774-2AD9-47BD-97D5-40580254E1C0}"/>
                </a:ext>
              </a:extLst>
            </p:cNvPr>
            <p:cNvSpPr/>
            <p:nvPr/>
          </p:nvSpPr>
          <p:spPr>
            <a:xfrm>
              <a:off x="702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1" name="타원 17050">
              <a:extLst>
                <a:ext uri="{FF2B5EF4-FFF2-40B4-BE49-F238E27FC236}">
                  <a16:creationId xmlns:a16="http://schemas.microsoft.com/office/drawing/2014/main" id="{61237621-AE6E-4DD6-B571-DD1D1055A541}"/>
                </a:ext>
              </a:extLst>
            </p:cNvPr>
            <p:cNvSpPr/>
            <p:nvPr/>
          </p:nvSpPr>
          <p:spPr>
            <a:xfrm>
              <a:off x="854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2" name="타원 17051">
              <a:extLst>
                <a:ext uri="{FF2B5EF4-FFF2-40B4-BE49-F238E27FC236}">
                  <a16:creationId xmlns:a16="http://schemas.microsoft.com/office/drawing/2014/main" id="{AA551FFB-D938-41C6-BDB2-4FEB25A9B738}"/>
                </a:ext>
              </a:extLst>
            </p:cNvPr>
            <p:cNvSpPr/>
            <p:nvPr/>
          </p:nvSpPr>
          <p:spPr>
            <a:xfrm>
              <a:off x="1007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3" name="타원 17052">
              <a:extLst>
                <a:ext uri="{FF2B5EF4-FFF2-40B4-BE49-F238E27FC236}">
                  <a16:creationId xmlns:a16="http://schemas.microsoft.com/office/drawing/2014/main" id="{DD40312B-86A6-439C-BCBA-0B50AE1FFF42}"/>
                </a:ext>
              </a:extLst>
            </p:cNvPr>
            <p:cNvSpPr/>
            <p:nvPr/>
          </p:nvSpPr>
          <p:spPr>
            <a:xfrm>
              <a:off x="1159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4" name="타원 17053">
              <a:extLst>
                <a:ext uri="{FF2B5EF4-FFF2-40B4-BE49-F238E27FC236}">
                  <a16:creationId xmlns:a16="http://schemas.microsoft.com/office/drawing/2014/main" id="{0A2320AF-3AA4-4A93-AE7E-726C272E594B}"/>
                </a:ext>
              </a:extLst>
            </p:cNvPr>
            <p:cNvSpPr/>
            <p:nvPr/>
          </p:nvSpPr>
          <p:spPr>
            <a:xfrm>
              <a:off x="1312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5" name="타원 17054">
              <a:extLst>
                <a:ext uri="{FF2B5EF4-FFF2-40B4-BE49-F238E27FC236}">
                  <a16:creationId xmlns:a16="http://schemas.microsoft.com/office/drawing/2014/main" id="{649BB0C7-39FC-48B0-8F7E-D143A57C9944}"/>
                </a:ext>
              </a:extLst>
            </p:cNvPr>
            <p:cNvSpPr/>
            <p:nvPr/>
          </p:nvSpPr>
          <p:spPr>
            <a:xfrm>
              <a:off x="1464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6" name="타원 17055">
              <a:extLst>
                <a:ext uri="{FF2B5EF4-FFF2-40B4-BE49-F238E27FC236}">
                  <a16:creationId xmlns:a16="http://schemas.microsoft.com/office/drawing/2014/main" id="{DA618254-B853-4D77-A521-2FAED379E4E5}"/>
                </a:ext>
              </a:extLst>
            </p:cNvPr>
            <p:cNvSpPr/>
            <p:nvPr/>
          </p:nvSpPr>
          <p:spPr>
            <a:xfrm>
              <a:off x="1616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7" name="타원 17056">
              <a:extLst>
                <a:ext uri="{FF2B5EF4-FFF2-40B4-BE49-F238E27FC236}">
                  <a16:creationId xmlns:a16="http://schemas.microsoft.com/office/drawing/2014/main" id="{88A11B9B-140D-41C8-A5CF-4610A3114943}"/>
                </a:ext>
              </a:extLst>
            </p:cNvPr>
            <p:cNvSpPr/>
            <p:nvPr/>
          </p:nvSpPr>
          <p:spPr>
            <a:xfrm>
              <a:off x="1769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8" name="타원 17057">
              <a:extLst>
                <a:ext uri="{FF2B5EF4-FFF2-40B4-BE49-F238E27FC236}">
                  <a16:creationId xmlns:a16="http://schemas.microsoft.com/office/drawing/2014/main" id="{56F02189-4973-4C30-85FB-F8543D98038A}"/>
                </a:ext>
              </a:extLst>
            </p:cNvPr>
            <p:cNvSpPr/>
            <p:nvPr/>
          </p:nvSpPr>
          <p:spPr>
            <a:xfrm>
              <a:off x="1921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59" name="타원 17058">
              <a:extLst>
                <a:ext uri="{FF2B5EF4-FFF2-40B4-BE49-F238E27FC236}">
                  <a16:creationId xmlns:a16="http://schemas.microsoft.com/office/drawing/2014/main" id="{8D170E89-3C16-4FCE-A7E3-4D32D148716D}"/>
                </a:ext>
              </a:extLst>
            </p:cNvPr>
            <p:cNvSpPr/>
            <p:nvPr/>
          </p:nvSpPr>
          <p:spPr>
            <a:xfrm>
              <a:off x="2074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0" name="타원 17059">
              <a:extLst>
                <a:ext uri="{FF2B5EF4-FFF2-40B4-BE49-F238E27FC236}">
                  <a16:creationId xmlns:a16="http://schemas.microsoft.com/office/drawing/2014/main" id="{0F39997B-E61C-4778-B72C-971FC6D2D2EE}"/>
                </a:ext>
              </a:extLst>
            </p:cNvPr>
            <p:cNvSpPr/>
            <p:nvPr/>
          </p:nvSpPr>
          <p:spPr>
            <a:xfrm>
              <a:off x="2226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1" name="타원 17060">
              <a:extLst>
                <a:ext uri="{FF2B5EF4-FFF2-40B4-BE49-F238E27FC236}">
                  <a16:creationId xmlns:a16="http://schemas.microsoft.com/office/drawing/2014/main" id="{239BC11F-014C-49B1-9C38-D717C2001088}"/>
                </a:ext>
              </a:extLst>
            </p:cNvPr>
            <p:cNvSpPr/>
            <p:nvPr/>
          </p:nvSpPr>
          <p:spPr>
            <a:xfrm>
              <a:off x="2378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2" name="타원 17061">
              <a:extLst>
                <a:ext uri="{FF2B5EF4-FFF2-40B4-BE49-F238E27FC236}">
                  <a16:creationId xmlns:a16="http://schemas.microsoft.com/office/drawing/2014/main" id="{9D9D61FC-8973-4D28-96C3-770EE1CF6412}"/>
                </a:ext>
              </a:extLst>
            </p:cNvPr>
            <p:cNvSpPr/>
            <p:nvPr/>
          </p:nvSpPr>
          <p:spPr>
            <a:xfrm>
              <a:off x="2531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3" name="타원 17062">
              <a:extLst>
                <a:ext uri="{FF2B5EF4-FFF2-40B4-BE49-F238E27FC236}">
                  <a16:creationId xmlns:a16="http://schemas.microsoft.com/office/drawing/2014/main" id="{DECFB105-AD36-439D-A1A4-F417A0631910}"/>
                </a:ext>
              </a:extLst>
            </p:cNvPr>
            <p:cNvSpPr/>
            <p:nvPr/>
          </p:nvSpPr>
          <p:spPr>
            <a:xfrm>
              <a:off x="2683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4" name="타원 17063">
              <a:extLst>
                <a:ext uri="{FF2B5EF4-FFF2-40B4-BE49-F238E27FC236}">
                  <a16:creationId xmlns:a16="http://schemas.microsoft.com/office/drawing/2014/main" id="{A2E44952-BAC1-4FD0-B392-54D6B1E91E70}"/>
                </a:ext>
              </a:extLst>
            </p:cNvPr>
            <p:cNvSpPr/>
            <p:nvPr/>
          </p:nvSpPr>
          <p:spPr>
            <a:xfrm>
              <a:off x="2836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5" name="타원 17064">
              <a:extLst>
                <a:ext uri="{FF2B5EF4-FFF2-40B4-BE49-F238E27FC236}">
                  <a16:creationId xmlns:a16="http://schemas.microsoft.com/office/drawing/2014/main" id="{FAEE70C9-F1A4-498B-A798-3E6CAFEF3AD0}"/>
                </a:ext>
              </a:extLst>
            </p:cNvPr>
            <p:cNvSpPr/>
            <p:nvPr/>
          </p:nvSpPr>
          <p:spPr>
            <a:xfrm>
              <a:off x="2988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6" name="타원 17065">
              <a:extLst>
                <a:ext uri="{FF2B5EF4-FFF2-40B4-BE49-F238E27FC236}">
                  <a16:creationId xmlns:a16="http://schemas.microsoft.com/office/drawing/2014/main" id="{2870F8A8-3570-43A2-B050-EA03D210D4B5}"/>
                </a:ext>
              </a:extLst>
            </p:cNvPr>
            <p:cNvSpPr/>
            <p:nvPr/>
          </p:nvSpPr>
          <p:spPr>
            <a:xfrm>
              <a:off x="3140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7" name="타원 17066">
              <a:extLst>
                <a:ext uri="{FF2B5EF4-FFF2-40B4-BE49-F238E27FC236}">
                  <a16:creationId xmlns:a16="http://schemas.microsoft.com/office/drawing/2014/main" id="{EA8A38B9-C296-471F-9548-B5DDFAA5095F}"/>
                </a:ext>
              </a:extLst>
            </p:cNvPr>
            <p:cNvSpPr/>
            <p:nvPr/>
          </p:nvSpPr>
          <p:spPr>
            <a:xfrm>
              <a:off x="3293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8" name="타원 17067">
              <a:extLst>
                <a:ext uri="{FF2B5EF4-FFF2-40B4-BE49-F238E27FC236}">
                  <a16:creationId xmlns:a16="http://schemas.microsoft.com/office/drawing/2014/main" id="{D9C26051-07BD-463C-968B-BB691B5CFC61}"/>
                </a:ext>
              </a:extLst>
            </p:cNvPr>
            <p:cNvSpPr/>
            <p:nvPr/>
          </p:nvSpPr>
          <p:spPr>
            <a:xfrm>
              <a:off x="3445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69" name="타원 17068">
              <a:extLst>
                <a:ext uri="{FF2B5EF4-FFF2-40B4-BE49-F238E27FC236}">
                  <a16:creationId xmlns:a16="http://schemas.microsoft.com/office/drawing/2014/main" id="{E01CA224-DDAA-453B-9A58-C9069DA35739}"/>
                </a:ext>
              </a:extLst>
            </p:cNvPr>
            <p:cNvSpPr/>
            <p:nvPr/>
          </p:nvSpPr>
          <p:spPr>
            <a:xfrm>
              <a:off x="3598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0" name="타원 17069">
              <a:extLst>
                <a:ext uri="{FF2B5EF4-FFF2-40B4-BE49-F238E27FC236}">
                  <a16:creationId xmlns:a16="http://schemas.microsoft.com/office/drawing/2014/main" id="{A630165D-EDF5-45F1-9417-7B766BAB3F97}"/>
                </a:ext>
              </a:extLst>
            </p:cNvPr>
            <p:cNvSpPr/>
            <p:nvPr/>
          </p:nvSpPr>
          <p:spPr>
            <a:xfrm>
              <a:off x="3750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1" name="타원 17070">
              <a:extLst>
                <a:ext uri="{FF2B5EF4-FFF2-40B4-BE49-F238E27FC236}">
                  <a16:creationId xmlns:a16="http://schemas.microsoft.com/office/drawing/2014/main" id="{B2BCE34C-7EED-46B3-8DFE-8B1A93E9A1D4}"/>
                </a:ext>
              </a:extLst>
            </p:cNvPr>
            <p:cNvSpPr/>
            <p:nvPr/>
          </p:nvSpPr>
          <p:spPr>
            <a:xfrm>
              <a:off x="3902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2" name="타원 17071">
              <a:extLst>
                <a:ext uri="{FF2B5EF4-FFF2-40B4-BE49-F238E27FC236}">
                  <a16:creationId xmlns:a16="http://schemas.microsoft.com/office/drawing/2014/main" id="{7AE724DD-8524-4E4A-B8C1-3F08015E6779}"/>
                </a:ext>
              </a:extLst>
            </p:cNvPr>
            <p:cNvSpPr/>
            <p:nvPr/>
          </p:nvSpPr>
          <p:spPr>
            <a:xfrm>
              <a:off x="4055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3" name="타원 17072">
              <a:extLst>
                <a:ext uri="{FF2B5EF4-FFF2-40B4-BE49-F238E27FC236}">
                  <a16:creationId xmlns:a16="http://schemas.microsoft.com/office/drawing/2014/main" id="{61A71133-D97F-42C7-A30B-E21AE1A99A0E}"/>
                </a:ext>
              </a:extLst>
            </p:cNvPr>
            <p:cNvSpPr/>
            <p:nvPr/>
          </p:nvSpPr>
          <p:spPr>
            <a:xfrm>
              <a:off x="4207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4" name="타원 17073">
              <a:extLst>
                <a:ext uri="{FF2B5EF4-FFF2-40B4-BE49-F238E27FC236}">
                  <a16:creationId xmlns:a16="http://schemas.microsoft.com/office/drawing/2014/main" id="{FD80C818-A68D-4DB3-8401-AACAAA1E0B7A}"/>
                </a:ext>
              </a:extLst>
            </p:cNvPr>
            <p:cNvSpPr/>
            <p:nvPr/>
          </p:nvSpPr>
          <p:spPr>
            <a:xfrm>
              <a:off x="4360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5" name="타원 17074">
              <a:extLst>
                <a:ext uri="{FF2B5EF4-FFF2-40B4-BE49-F238E27FC236}">
                  <a16:creationId xmlns:a16="http://schemas.microsoft.com/office/drawing/2014/main" id="{7B8C60A3-EF7E-4FC1-9B29-88B9DBDA27C8}"/>
                </a:ext>
              </a:extLst>
            </p:cNvPr>
            <p:cNvSpPr/>
            <p:nvPr/>
          </p:nvSpPr>
          <p:spPr>
            <a:xfrm>
              <a:off x="4512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6" name="타원 17075">
              <a:extLst>
                <a:ext uri="{FF2B5EF4-FFF2-40B4-BE49-F238E27FC236}">
                  <a16:creationId xmlns:a16="http://schemas.microsoft.com/office/drawing/2014/main" id="{BE5321FB-792F-4B53-B2C5-DEEB3F4C2CB2}"/>
                </a:ext>
              </a:extLst>
            </p:cNvPr>
            <p:cNvSpPr/>
            <p:nvPr/>
          </p:nvSpPr>
          <p:spPr>
            <a:xfrm>
              <a:off x="4664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7" name="타원 17076">
              <a:extLst>
                <a:ext uri="{FF2B5EF4-FFF2-40B4-BE49-F238E27FC236}">
                  <a16:creationId xmlns:a16="http://schemas.microsoft.com/office/drawing/2014/main" id="{272D8B16-88E2-48EF-91D1-89F4810B4E8B}"/>
                </a:ext>
              </a:extLst>
            </p:cNvPr>
            <p:cNvSpPr/>
            <p:nvPr/>
          </p:nvSpPr>
          <p:spPr>
            <a:xfrm>
              <a:off x="4817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8" name="타원 17077">
              <a:extLst>
                <a:ext uri="{FF2B5EF4-FFF2-40B4-BE49-F238E27FC236}">
                  <a16:creationId xmlns:a16="http://schemas.microsoft.com/office/drawing/2014/main" id="{A496E40B-A532-431A-80A9-948D60166049}"/>
                </a:ext>
              </a:extLst>
            </p:cNvPr>
            <p:cNvSpPr/>
            <p:nvPr/>
          </p:nvSpPr>
          <p:spPr>
            <a:xfrm>
              <a:off x="4969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79" name="타원 17078">
              <a:extLst>
                <a:ext uri="{FF2B5EF4-FFF2-40B4-BE49-F238E27FC236}">
                  <a16:creationId xmlns:a16="http://schemas.microsoft.com/office/drawing/2014/main" id="{1A2AD620-FC5A-4744-A84C-F0FC1CF29B5D}"/>
                </a:ext>
              </a:extLst>
            </p:cNvPr>
            <p:cNvSpPr/>
            <p:nvPr/>
          </p:nvSpPr>
          <p:spPr>
            <a:xfrm>
              <a:off x="5122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0" name="타원 17079">
              <a:extLst>
                <a:ext uri="{FF2B5EF4-FFF2-40B4-BE49-F238E27FC236}">
                  <a16:creationId xmlns:a16="http://schemas.microsoft.com/office/drawing/2014/main" id="{9ADDCD09-9103-44AF-B26F-7F59B0C4147D}"/>
                </a:ext>
              </a:extLst>
            </p:cNvPr>
            <p:cNvSpPr/>
            <p:nvPr/>
          </p:nvSpPr>
          <p:spPr>
            <a:xfrm>
              <a:off x="5274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1" name="타원 17080">
              <a:extLst>
                <a:ext uri="{FF2B5EF4-FFF2-40B4-BE49-F238E27FC236}">
                  <a16:creationId xmlns:a16="http://schemas.microsoft.com/office/drawing/2014/main" id="{30DA9DDF-D1D1-46CA-861E-E9E4C2EF1D62}"/>
                </a:ext>
              </a:extLst>
            </p:cNvPr>
            <p:cNvSpPr/>
            <p:nvPr/>
          </p:nvSpPr>
          <p:spPr>
            <a:xfrm>
              <a:off x="5426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2" name="타원 17081">
              <a:extLst>
                <a:ext uri="{FF2B5EF4-FFF2-40B4-BE49-F238E27FC236}">
                  <a16:creationId xmlns:a16="http://schemas.microsoft.com/office/drawing/2014/main" id="{C921AA9F-BF12-44B6-8836-5FCC91892E51}"/>
                </a:ext>
              </a:extLst>
            </p:cNvPr>
            <p:cNvSpPr/>
            <p:nvPr/>
          </p:nvSpPr>
          <p:spPr>
            <a:xfrm>
              <a:off x="5579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3" name="타원 17082">
              <a:extLst>
                <a:ext uri="{FF2B5EF4-FFF2-40B4-BE49-F238E27FC236}">
                  <a16:creationId xmlns:a16="http://schemas.microsoft.com/office/drawing/2014/main" id="{330E2047-8A31-41D7-8A33-69F70E5E5E4E}"/>
                </a:ext>
              </a:extLst>
            </p:cNvPr>
            <p:cNvSpPr/>
            <p:nvPr/>
          </p:nvSpPr>
          <p:spPr>
            <a:xfrm>
              <a:off x="5731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4" name="타원 17083">
              <a:extLst>
                <a:ext uri="{FF2B5EF4-FFF2-40B4-BE49-F238E27FC236}">
                  <a16:creationId xmlns:a16="http://schemas.microsoft.com/office/drawing/2014/main" id="{9FC7E6C5-B94D-4765-A2BB-5D61A220D641}"/>
                </a:ext>
              </a:extLst>
            </p:cNvPr>
            <p:cNvSpPr/>
            <p:nvPr/>
          </p:nvSpPr>
          <p:spPr>
            <a:xfrm>
              <a:off x="245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5" name="타원 17084">
              <a:extLst>
                <a:ext uri="{FF2B5EF4-FFF2-40B4-BE49-F238E27FC236}">
                  <a16:creationId xmlns:a16="http://schemas.microsoft.com/office/drawing/2014/main" id="{38CA34D7-51CE-48E6-91B4-5AA323818161}"/>
                </a:ext>
              </a:extLst>
            </p:cNvPr>
            <p:cNvSpPr/>
            <p:nvPr/>
          </p:nvSpPr>
          <p:spPr>
            <a:xfrm>
              <a:off x="397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6" name="타원 17085">
              <a:extLst>
                <a:ext uri="{FF2B5EF4-FFF2-40B4-BE49-F238E27FC236}">
                  <a16:creationId xmlns:a16="http://schemas.microsoft.com/office/drawing/2014/main" id="{FD990F66-4BC8-4B55-8D91-678277B916D5}"/>
                </a:ext>
              </a:extLst>
            </p:cNvPr>
            <p:cNvSpPr/>
            <p:nvPr/>
          </p:nvSpPr>
          <p:spPr>
            <a:xfrm>
              <a:off x="550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7" name="타원 17086">
              <a:extLst>
                <a:ext uri="{FF2B5EF4-FFF2-40B4-BE49-F238E27FC236}">
                  <a16:creationId xmlns:a16="http://schemas.microsoft.com/office/drawing/2014/main" id="{561BB2E4-D4E4-4355-A5EC-B93C5669CD60}"/>
                </a:ext>
              </a:extLst>
            </p:cNvPr>
            <p:cNvSpPr/>
            <p:nvPr/>
          </p:nvSpPr>
          <p:spPr>
            <a:xfrm>
              <a:off x="702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8" name="타원 17087">
              <a:extLst>
                <a:ext uri="{FF2B5EF4-FFF2-40B4-BE49-F238E27FC236}">
                  <a16:creationId xmlns:a16="http://schemas.microsoft.com/office/drawing/2014/main" id="{BEFA4B28-7CA5-4D70-A405-10F272769ED1}"/>
                </a:ext>
              </a:extLst>
            </p:cNvPr>
            <p:cNvSpPr/>
            <p:nvPr/>
          </p:nvSpPr>
          <p:spPr>
            <a:xfrm>
              <a:off x="854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89" name="타원 17088">
              <a:extLst>
                <a:ext uri="{FF2B5EF4-FFF2-40B4-BE49-F238E27FC236}">
                  <a16:creationId xmlns:a16="http://schemas.microsoft.com/office/drawing/2014/main" id="{6B1F5B8C-0D5D-467D-9E26-A9F72FD3EE95}"/>
                </a:ext>
              </a:extLst>
            </p:cNvPr>
            <p:cNvSpPr/>
            <p:nvPr/>
          </p:nvSpPr>
          <p:spPr>
            <a:xfrm>
              <a:off x="1007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0" name="타원 17089">
              <a:extLst>
                <a:ext uri="{FF2B5EF4-FFF2-40B4-BE49-F238E27FC236}">
                  <a16:creationId xmlns:a16="http://schemas.microsoft.com/office/drawing/2014/main" id="{F3E5B674-9BC3-44AC-B672-290B6999295D}"/>
                </a:ext>
              </a:extLst>
            </p:cNvPr>
            <p:cNvSpPr/>
            <p:nvPr/>
          </p:nvSpPr>
          <p:spPr>
            <a:xfrm>
              <a:off x="1159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1" name="타원 17090">
              <a:extLst>
                <a:ext uri="{FF2B5EF4-FFF2-40B4-BE49-F238E27FC236}">
                  <a16:creationId xmlns:a16="http://schemas.microsoft.com/office/drawing/2014/main" id="{EF5AF9E1-3FFF-4634-8259-5B392127E928}"/>
                </a:ext>
              </a:extLst>
            </p:cNvPr>
            <p:cNvSpPr/>
            <p:nvPr/>
          </p:nvSpPr>
          <p:spPr>
            <a:xfrm>
              <a:off x="1312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2" name="타원 17091">
              <a:extLst>
                <a:ext uri="{FF2B5EF4-FFF2-40B4-BE49-F238E27FC236}">
                  <a16:creationId xmlns:a16="http://schemas.microsoft.com/office/drawing/2014/main" id="{286CA45B-E30F-4759-8019-08694BFE2852}"/>
                </a:ext>
              </a:extLst>
            </p:cNvPr>
            <p:cNvSpPr/>
            <p:nvPr/>
          </p:nvSpPr>
          <p:spPr>
            <a:xfrm>
              <a:off x="1464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3" name="타원 17092">
              <a:extLst>
                <a:ext uri="{FF2B5EF4-FFF2-40B4-BE49-F238E27FC236}">
                  <a16:creationId xmlns:a16="http://schemas.microsoft.com/office/drawing/2014/main" id="{3BF2FC39-F06E-45CA-AB49-190CF21A8CC0}"/>
                </a:ext>
              </a:extLst>
            </p:cNvPr>
            <p:cNvSpPr/>
            <p:nvPr/>
          </p:nvSpPr>
          <p:spPr>
            <a:xfrm>
              <a:off x="1616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4" name="타원 17093">
              <a:extLst>
                <a:ext uri="{FF2B5EF4-FFF2-40B4-BE49-F238E27FC236}">
                  <a16:creationId xmlns:a16="http://schemas.microsoft.com/office/drawing/2014/main" id="{3BEAE124-04BB-441F-A5F0-33C50826E604}"/>
                </a:ext>
              </a:extLst>
            </p:cNvPr>
            <p:cNvSpPr/>
            <p:nvPr/>
          </p:nvSpPr>
          <p:spPr>
            <a:xfrm>
              <a:off x="1769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5" name="타원 17094">
              <a:extLst>
                <a:ext uri="{FF2B5EF4-FFF2-40B4-BE49-F238E27FC236}">
                  <a16:creationId xmlns:a16="http://schemas.microsoft.com/office/drawing/2014/main" id="{8A807BF1-F737-4E97-8A8F-6B6A955DED7E}"/>
                </a:ext>
              </a:extLst>
            </p:cNvPr>
            <p:cNvSpPr/>
            <p:nvPr/>
          </p:nvSpPr>
          <p:spPr>
            <a:xfrm>
              <a:off x="1921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6" name="타원 17095">
              <a:extLst>
                <a:ext uri="{FF2B5EF4-FFF2-40B4-BE49-F238E27FC236}">
                  <a16:creationId xmlns:a16="http://schemas.microsoft.com/office/drawing/2014/main" id="{A2EF0426-5648-4803-BA21-9FB4AF4CFF64}"/>
                </a:ext>
              </a:extLst>
            </p:cNvPr>
            <p:cNvSpPr/>
            <p:nvPr/>
          </p:nvSpPr>
          <p:spPr>
            <a:xfrm>
              <a:off x="2074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7" name="타원 17096">
              <a:extLst>
                <a:ext uri="{FF2B5EF4-FFF2-40B4-BE49-F238E27FC236}">
                  <a16:creationId xmlns:a16="http://schemas.microsoft.com/office/drawing/2014/main" id="{4BAD7CD3-0D02-48EB-8B30-31922D35926F}"/>
                </a:ext>
              </a:extLst>
            </p:cNvPr>
            <p:cNvSpPr/>
            <p:nvPr/>
          </p:nvSpPr>
          <p:spPr>
            <a:xfrm>
              <a:off x="2226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8" name="타원 17097">
              <a:extLst>
                <a:ext uri="{FF2B5EF4-FFF2-40B4-BE49-F238E27FC236}">
                  <a16:creationId xmlns:a16="http://schemas.microsoft.com/office/drawing/2014/main" id="{2ABD636D-1864-4C08-A75B-CC91EC0C1E30}"/>
                </a:ext>
              </a:extLst>
            </p:cNvPr>
            <p:cNvSpPr/>
            <p:nvPr/>
          </p:nvSpPr>
          <p:spPr>
            <a:xfrm>
              <a:off x="2378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99" name="타원 17098">
              <a:extLst>
                <a:ext uri="{FF2B5EF4-FFF2-40B4-BE49-F238E27FC236}">
                  <a16:creationId xmlns:a16="http://schemas.microsoft.com/office/drawing/2014/main" id="{7367EF6D-1EB6-4E2A-A69B-BE7347F8415B}"/>
                </a:ext>
              </a:extLst>
            </p:cNvPr>
            <p:cNvSpPr/>
            <p:nvPr/>
          </p:nvSpPr>
          <p:spPr>
            <a:xfrm>
              <a:off x="2531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0" name="타원 17099">
              <a:extLst>
                <a:ext uri="{FF2B5EF4-FFF2-40B4-BE49-F238E27FC236}">
                  <a16:creationId xmlns:a16="http://schemas.microsoft.com/office/drawing/2014/main" id="{50BDF73D-51B1-4044-B7DF-B4DC051DE4D2}"/>
                </a:ext>
              </a:extLst>
            </p:cNvPr>
            <p:cNvSpPr/>
            <p:nvPr/>
          </p:nvSpPr>
          <p:spPr>
            <a:xfrm>
              <a:off x="2683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1" name="타원 17100">
              <a:extLst>
                <a:ext uri="{FF2B5EF4-FFF2-40B4-BE49-F238E27FC236}">
                  <a16:creationId xmlns:a16="http://schemas.microsoft.com/office/drawing/2014/main" id="{C03E7BC9-E8ED-4028-AF8F-234B2958A6C3}"/>
                </a:ext>
              </a:extLst>
            </p:cNvPr>
            <p:cNvSpPr/>
            <p:nvPr/>
          </p:nvSpPr>
          <p:spPr>
            <a:xfrm>
              <a:off x="2836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2" name="타원 17101">
              <a:extLst>
                <a:ext uri="{FF2B5EF4-FFF2-40B4-BE49-F238E27FC236}">
                  <a16:creationId xmlns:a16="http://schemas.microsoft.com/office/drawing/2014/main" id="{1A62C6EA-FF1A-4F1C-86BA-DCB2B1B24335}"/>
                </a:ext>
              </a:extLst>
            </p:cNvPr>
            <p:cNvSpPr/>
            <p:nvPr/>
          </p:nvSpPr>
          <p:spPr>
            <a:xfrm>
              <a:off x="2988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3" name="타원 17102">
              <a:extLst>
                <a:ext uri="{FF2B5EF4-FFF2-40B4-BE49-F238E27FC236}">
                  <a16:creationId xmlns:a16="http://schemas.microsoft.com/office/drawing/2014/main" id="{4500231B-40EF-4446-816C-7EE4F231825C}"/>
                </a:ext>
              </a:extLst>
            </p:cNvPr>
            <p:cNvSpPr/>
            <p:nvPr/>
          </p:nvSpPr>
          <p:spPr>
            <a:xfrm>
              <a:off x="3140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4" name="타원 17103">
              <a:extLst>
                <a:ext uri="{FF2B5EF4-FFF2-40B4-BE49-F238E27FC236}">
                  <a16:creationId xmlns:a16="http://schemas.microsoft.com/office/drawing/2014/main" id="{BCDD266E-5A95-4D34-A779-FE08376119E7}"/>
                </a:ext>
              </a:extLst>
            </p:cNvPr>
            <p:cNvSpPr/>
            <p:nvPr/>
          </p:nvSpPr>
          <p:spPr>
            <a:xfrm>
              <a:off x="3293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5" name="타원 17104">
              <a:extLst>
                <a:ext uri="{FF2B5EF4-FFF2-40B4-BE49-F238E27FC236}">
                  <a16:creationId xmlns:a16="http://schemas.microsoft.com/office/drawing/2014/main" id="{2DB0351F-EADF-4139-B304-0B1A57B03407}"/>
                </a:ext>
              </a:extLst>
            </p:cNvPr>
            <p:cNvSpPr/>
            <p:nvPr/>
          </p:nvSpPr>
          <p:spPr>
            <a:xfrm>
              <a:off x="3445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6" name="타원 17105">
              <a:extLst>
                <a:ext uri="{FF2B5EF4-FFF2-40B4-BE49-F238E27FC236}">
                  <a16:creationId xmlns:a16="http://schemas.microsoft.com/office/drawing/2014/main" id="{2B6F6A26-7136-4E63-A11B-4D225E140CB4}"/>
                </a:ext>
              </a:extLst>
            </p:cNvPr>
            <p:cNvSpPr/>
            <p:nvPr/>
          </p:nvSpPr>
          <p:spPr>
            <a:xfrm>
              <a:off x="3598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7" name="타원 17106">
              <a:extLst>
                <a:ext uri="{FF2B5EF4-FFF2-40B4-BE49-F238E27FC236}">
                  <a16:creationId xmlns:a16="http://schemas.microsoft.com/office/drawing/2014/main" id="{E22D12EC-4D00-4C17-88CB-8101C9E186C1}"/>
                </a:ext>
              </a:extLst>
            </p:cNvPr>
            <p:cNvSpPr/>
            <p:nvPr/>
          </p:nvSpPr>
          <p:spPr>
            <a:xfrm>
              <a:off x="3750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8" name="타원 17107">
              <a:extLst>
                <a:ext uri="{FF2B5EF4-FFF2-40B4-BE49-F238E27FC236}">
                  <a16:creationId xmlns:a16="http://schemas.microsoft.com/office/drawing/2014/main" id="{E253A453-B85B-434E-B6B9-7F7E79F94757}"/>
                </a:ext>
              </a:extLst>
            </p:cNvPr>
            <p:cNvSpPr/>
            <p:nvPr/>
          </p:nvSpPr>
          <p:spPr>
            <a:xfrm>
              <a:off x="3902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09" name="타원 17108">
              <a:extLst>
                <a:ext uri="{FF2B5EF4-FFF2-40B4-BE49-F238E27FC236}">
                  <a16:creationId xmlns:a16="http://schemas.microsoft.com/office/drawing/2014/main" id="{8F993FC1-6B95-44CB-B85C-A20E50968C4D}"/>
                </a:ext>
              </a:extLst>
            </p:cNvPr>
            <p:cNvSpPr/>
            <p:nvPr/>
          </p:nvSpPr>
          <p:spPr>
            <a:xfrm>
              <a:off x="4055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0" name="타원 17109">
              <a:extLst>
                <a:ext uri="{FF2B5EF4-FFF2-40B4-BE49-F238E27FC236}">
                  <a16:creationId xmlns:a16="http://schemas.microsoft.com/office/drawing/2014/main" id="{97017220-180A-411E-B1EE-B68CBC7D6F09}"/>
                </a:ext>
              </a:extLst>
            </p:cNvPr>
            <p:cNvSpPr/>
            <p:nvPr/>
          </p:nvSpPr>
          <p:spPr>
            <a:xfrm>
              <a:off x="4207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1" name="타원 17110">
              <a:extLst>
                <a:ext uri="{FF2B5EF4-FFF2-40B4-BE49-F238E27FC236}">
                  <a16:creationId xmlns:a16="http://schemas.microsoft.com/office/drawing/2014/main" id="{22ADAD42-0A05-413E-941C-E547F8CB0220}"/>
                </a:ext>
              </a:extLst>
            </p:cNvPr>
            <p:cNvSpPr/>
            <p:nvPr/>
          </p:nvSpPr>
          <p:spPr>
            <a:xfrm>
              <a:off x="4360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2" name="타원 17111">
              <a:extLst>
                <a:ext uri="{FF2B5EF4-FFF2-40B4-BE49-F238E27FC236}">
                  <a16:creationId xmlns:a16="http://schemas.microsoft.com/office/drawing/2014/main" id="{52452F0B-FC5E-422C-90A4-B85781B3A8BF}"/>
                </a:ext>
              </a:extLst>
            </p:cNvPr>
            <p:cNvSpPr/>
            <p:nvPr/>
          </p:nvSpPr>
          <p:spPr>
            <a:xfrm>
              <a:off x="4512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3" name="타원 17112">
              <a:extLst>
                <a:ext uri="{FF2B5EF4-FFF2-40B4-BE49-F238E27FC236}">
                  <a16:creationId xmlns:a16="http://schemas.microsoft.com/office/drawing/2014/main" id="{BACC8A92-339F-4A15-A1C9-2D05CB97BA3B}"/>
                </a:ext>
              </a:extLst>
            </p:cNvPr>
            <p:cNvSpPr/>
            <p:nvPr/>
          </p:nvSpPr>
          <p:spPr>
            <a:xfrm>
              <a:off x="4664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4" name="타원 17113">
              <a:extLst>
                <a:ext uri="{FF2B5EF4-FFF2-40B4-BE49-F238E27FC236}">
                  <a16:creationId xmlns:a16="http://schemas.microsoft.com/office/drawing/2014/main" id="{562A4C6F-5640-4CB0-B277-04FFDDBA1205}"/>
                </a:ext>
              </a:extLst>
            </p:cNvPr>
            <p:cNvSpPr/>
            <p:nvPr/>
          </p:nvSpPr>
          <p:spPr>
            <a:xfrm>
              <a:off x="4817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5" name="타원 17114">
              <a:extLst>
                <a:ext uri="{FF2B5EF4-FFF2-40B4-BE49-F238E27FC236}">
                  <a16:creationId xmlns:a16="http://schemas.microsoft.com/office/drawing/2014/main" id="{A6EDACB4-E795-4A2B-AB0E-49E069964FDB}"/>
                </a:ext>
              </a:extLst>
            </p:cNvPr>
            <p:cNvSpPr/>
            <p:nvPr/>
          </p:nvSpPr>
          <p:spPr>
            <a:xfrm>
              <a:off x="4969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6" name="타원 17115">
              <a:extLst>
                <a:ext uri="{FF2B5EF4-FFF2-40B4-BE49-F238E27FC236}">
                  <a16:creationId xmlns:a16="http://schemas.microsoft.com/office/drawing/2014/main" id="{AB31B4FB-EED4-4C8D-8C37-80C6322A0451}"/>
                </a:ext>
              </a:extLst>
            </p:cNvPr>
            <p:cNvSpPr/>
            <p:nvPr/>
          </p:nvSpPr>
          <p:spPr>
            <a:xfrm>
              <a:off x="5122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7" name="타원 17116">
              <a:extLst>
                <a:ext uri="{FF2B5EF4-FFF2-40B4-BE49-F238E27FC236}">
                  <a16:creationId xmlns:a16="http://schemas.microsoft.com/office/drawing/2014/main" id="{71F04FE9-3AF8-4734-BFAD-B3079C43B5A1}"/>
                </a:ext>
              </a:extLst>
            </p:cNvPr>
            <p:cNvSpPr/>
            <p:nvPr/>
          </p:nvSpPr>
          <p:spPr>
            <a:xfrm>
              <a:off x="5274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8" name="타원 17117">
              <a:extLst>
                <a:ext uri="{FF2B5EF4-FFF2-40B4-BE49-F238E27FC236}">
                  <a16:creationId xmlns:a16="http://schemas.microsoft.com/office/drawing/2014/main" id="{E8C5BCA9-4065-407E-B033-6962F472E661}"/>
                </a:ext>
              </a:extLst>
            </p:cNvPr>
            <p:cNvSpPr/>
            <p:nvPr/>
          </p:nvSpPr>
          <p:spPr>
            <a:xfrm>
              <a:off x="5426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19" name="타원 17118">
              <a:extLst>
                <a:ext uri="{FF2B5EF4-FFF2-40B4-BE49-F238E27FC236}">
                  <a16:creationId xmlns:a16="http://schemas.microsoft.com/office/drawing/2014/main" id="{BA5EDDAA-A02F-4493-A420-C7BC65DD4DF9}"/>
                </a:ext>
              </a:extLst>
            </p:cNvPr>
            <p:cNvSpPr/>
            <p:nvPr/>
          </p:nvSpPr>
          <p:spPr>
            <a:xfrm>
              <a:off x="5579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0" name="타원 17119">
              <a:extLst>
                <a:ext uri="{FF2B5EF4-FFF2-40B4-BE49-F238E27FC236}">
                  <a16:creationId xmlns:a16="http://schemas.microsoft.com/office/drawing/2014/main" id="{993071AD-C594-4DB5-AC46-AED3BB80452A}"/>
                </a:ext>
              </a:extLst>
            </p:cNvPr>
            <p:cNvSpPr/>
            <p:nvPr/>
          </p:nvSpPr>
          <p:spPr>
            <a:xfrm>
              <a:off x="5731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1" name="타원 17120">
              <a:extLst>
                <a:ext uri="{FF2B5EF4-FFF2-40B4-BE49-F238E27FC236}">
                  <a16:creationId xmlns:a16="http://schemas.microsoft.com/office/drawing/2014/main" id="{967A85BF-D63E-4048-B6F2-69C1F4A4D9C9}"/>
                </a:ext>
              </a:extLst>
            </p:cNvPr>
            <p:cNvSpPr/>
            <p:nvPr/>
          </p:nvSpPr>
          <p:spPr>
            <a:xfrm>
              <a:off x="245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2" name="타원 17121">
              <a:extLst>
                <a:ext uri="{FF2B5EF4-FFF2-40B4-BE49-F238E27FC236}">
                  <a16:creationId xmlns:a16="http://schemas.microsoft.com/office/drawing/2014/main" id="{DDEDD5CC-BC80-4C3F-9B20-C2EF25BB7DE3}"/>
                </a:ext>
              </a:extLst>
            </p:cNvPr>
            <p:cNvSpPr/>
            <p:nvPr/>
          </p:nvSpPr>
          <p:spPr>
            <a:xfrm>
              <a:off x="397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3" name="타원 17122">
              <a:extLst>
                <a:ext uri="{FF2B5EF4-FFF2-40B4-BE49-F238E27FC236}">
                  <a16:creationId xmlns:a16="http://schemas.microsoft.com/office/drawing/2014/main" id="{836E29AB-AB20-41E2-B564-830827403371}"/>
                </a:ext>
              </a:extLst>
            </p:cNvPr>
            <p:cNvSpPr/>
            <p:nvPr/>
          </p:nvSpPr>
          <p:spPr>
            <a:xfrm>
              <a:off x="550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4" name="타원 17123">
              <a:extLst>
                <a:ext uri="{FF2B5EF4-FFF2-40B4-BE49-F238E27FC236}">
                  <a16:creationId xmlns:a16="http://schemas.microsoft.com/office/drawing/2014/main" id="{2535CB32-F16F-4E51-893F-F4836FDFF46B}"/>
                </a:ext>
              </a:extLst>
            </p:cNvPr>
            <p:cNvSpPr/>
            <p:nvPr/>
          </p:nvSpPr>
          <p:spPr>
            <a:xfrm>
              <a:off x="702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5" name="타원 17124">
              <a:extLst>
                <a:ext uri="{FF2B5EF4-FFF2-40B4-BE49-F238E27FC236}">
                  <a16:creationId xmlns:a16="http://schemas.microsoft.com/office/drawing/2014/main" id="{4E792654-5715-42D3-B151-ECCC98F75D11}"/>
                </a:ext>
              </a:extLst>
            </p:cNvPr>
            <p:cNvSpPr/>
            <p:nvPr/>
          </p:nvSpPr>
          <p:spPr>
            <a:xfrm>
              <a:off x="854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6" name="타원 17125">
              <a:extLst>
                <a:ext uri="{FF2B5EF4-FFF2-40B4-BE49-F238E27FC236}">
                  <a16:creationId xmlns:a16="http://schemas.microsoft.com/office/drawing/2014/main" id="{856D3F86-1085-4673-9C4C-C3AFB716C598}"/>
                </a:ext>
              </a:extLst>
            </p:cNvPr>
            <p:cNvSpPr/>
            <p:nvPr/>
          </p:nvSpPr>
          <p:spPr>
            <a:xfrm>
              <a:off x="1007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7" name="타원 17126">
              <a:extLst>
                <a:ext uri="{FF2B5EF4-FFF2-40B4-BE49-F238E27FC236}">
                  <a16:creationId xmlns:a16="http://schemas.microsoft.com/office/drawing/2014/main" id="{FD6A860B-01D6-46D0-8EDF-55DD9A8CD6C0}"/>
                </a:ext>
              </a:extLst>
            </p:cNvPr>
            <p:cNvSpPr/>
            <p:nvPr/>
          </p:nvSpPr>
          <p:spPr>
            <a:xfrm>
              <a:off x="1159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8" name="타원 17127">
              <a:extLst>
                <a:ext uri="{FF2B5EF4-FFF2-40B4-BE49-F238E27FC236}">
                  <a16:creationId xmlns:a16="http://schemas.microsoft.com/office/drawing/2014/main" id="{9BD8C5D8-4485-4236-8348-0121A94F844E}"/>
                </a:ext>
              </a:extLst>
            </p:cNvPr>
            <p:cNvSpPr/>
            <p:nvPr/>
          </p:nvSpPr>
          <p:spPr>
            <a:xfrm>
              <a:off x="1312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29" name="타원 17128">
              <a:extLst>
                <a:ext uri="{FF2B5EF4-FFF2-40B4-BE49-F238E27FC236}">
                  <a16:creationId xmlns:a16="http://schemas.microsoft.com/office/drawing/2014/main" id="{0D499691-8208-4652-B4A4-DB95B3E0274A}"/>
                </a:ext>
              </a:extLst>
            </p:cNvPr>
            <p:cNvSpPr/>
            <p:nvPr/>
          </p:nvSpPr>
          <p:spPr>
            <a:xfrm>
              <a:off x="1464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0" name="타원 17129">
              <a:extLst>
                <a:ext uri="{FF2B5EF4-FFF2-40B4-BE49-F238E27FC236}">
                  <a16:creationId xmlns:a16="http://schemas.microsoft.com/office/drawing/2014/main" id="{A3E4F9E7-117F-48A9-B4A9-3D865342C87E}"/>
                </a:ext>
              </a:extLst>
            </p:cNvPr>
            <p:cNvSpPr/>
            <p:nvPr/>
          </p:nvSpPr>
          <p:spPr>
            <a:xfrm>
              <a:off x="1616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1" name="타원 17130">
              <a:extLst>
                <a:ext uri="{FF2B5EF4-FFF2-40B4-BE49-F238E27FC236}">
                  <a16:creationId xmlns:a16="http://schemas.microsoft.com/office/drawing/2014/main" id="{945E439C-FCFA-4F82-B8BC-AB59A89D58A3}"/>
                </a:ext>
              </a:extLst>
            </p:cNvPr>
            <p:cNvSpPr/>
            <p:nvPr/>
          </p:nvSpPr>
          <p:spPr>
            <a:xfrm>
              <a:off x="1769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2" name="타원 17131">
              <a:extLst>
                <a:ext uri="{FF2B5EF4-FFF2-40B4-BE49-F238E27FC236}">
                  <a16:creationId xmlns:a16="http://schemas.microsoft.com/office/drawing/2014/main" id="{164C9DE1-0088-4659-B49C-5A5FC7C83F5B}"/>
                </a:ext>
              </a:extLst>
            </p:cNvPr>
            <p:cNvSpPr/>
            <p:nvPr/>
          </p:nvSpPr>
          <p:spPr>
            <a:xfrm>
              <a:off x="1921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3" name="타원 17132">
              <a:extLst>
                <a:ext uri="{FF2B5EF4-FFF2-40B4-BE49-F238E27FC236}">
                  <a16:creationId xmlns:a16="http://schemas.microsoft.com/office/drawing/2014/main" id="{53409D3E-B411-4C5A-99E6-4F33A56801DE}"/>
                </a:ext>
              </a:extLst>
            </p:cNvPr>
            <p:cNvSpPr/>
            <p:nvPr/>
          </p:nvSpPr>
          <p:spPr>
            <a:xfrm>
              <a:off x="2074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4" name="타원 17133">
              <a:extLst>
                <a:ext uri="{FF2B5EF4-FFF2-40B4-BE49-F238E27FC236}">
                  <a16:creationId xmlns:a16="http://schemas.microsoft.com/office/drawing/2014/main" id="{9473C30F-FCB2-4143-BFF7-1A71091E8457}"/>
                </a:ext>
              </a:extLst>
            </p:cNvPr>
            <p:cNvSpPr/>
            <p:nvPr/>
          </p:nvSpPr>
          <p:spPr>
            <a:xfrm>
              <a:off x="2226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5" name="타원 17134">
              <a:extLst>
                <a:ext uri="{FF2B5EF4-FFF2-40B4-BE49-F238E27FC236}">
                  <a16:creationId xmlns:a16="http://schemas.microsoft.com/office/drawing/2014/main" id="{95662846-43FA-4A16-922C-2A2B07E0013D}"/>
                </a:ext>
              </a:extLst>
            </p:cNvPr>
            <p:cNvSpPr/>
            <p:nvPr/>
          </p:nvSpPr>
          <p:spPr>
            <a:xfrm>
              <a:off x="2378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6" name="타원 17135">
              <a:extLst>
                <a:ext uri="{FF2B5EF4-FFF2-40B4-BE49-F238E27FC236}">
                  <a16:creationId xmlns:a16="http://schemas.microsoft.com/office/drawing/2014/main" id="{E12A9722-5599-41B6-BE7A-D0EA7DAEB72C}"/>
                </a:ext>
              </a:extLst>
            </p:cNvPr>
            <p:cNvSpPr/>
            <p:nvPr/>
          </p:nvSpPr>
          <p:spPr>
            <a:xfrm>
              <a:off x="2531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7" name="타원 17136">
              <a:extLst>
                <a:ext uri="{FF2B5EF4-FFF2-40B4-BE49-F238E27FC236}">
                  <a16:creationId xmlns:a16="http://schemas.microsoft.com/office/drawing/2014/main" id="{95D8DF1B-3633-432E-847C-86BB1C66F854}"/>
                </a:ext>
              </a:extLst>
            </p:cNvPr>
            <p:cNvSpPr/>
            <p:nvPr/>
          </p:nvSpPr>
          <p:spPr>
            <a:xfrm>
              <a:off x="2683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8" name="타원 17137">
              <a:extLst>
                <a:ext uri="{FF2B5EF4-FFF2-40B4-BE49-F238E27FC236}">
                  <a16:creationId xmlns:a16="http://schemas.microsoft.com/office/drawing/2014/main" id="{8357FED7-7755-4DCB-A729-16C693A962BB}"/>
                </a:ext>
              </a:extLst>
            </p:cNvPr>
            <p:cNvSpPr/>
            <p:nvPr/>
          </p:nvSpPr>
          <p:spPr>
            <a:xfrm>
              <a:off x="2836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39" name="타원 17138">
              <a:extLst>
                <a:ext uri="{FF2B5EF4-FFF2-40B4-BE49-F238E27FC236}">
                  <a16:creationId xmlns:a16="http://schemas.microsoft.com/office/drawing/2014/main" id="{D2AC4961-2471-4846-8533-2DF00FE2AA0F}"/>
                </a:ext>
              </a:extLst>
            </p:cNvPr>
            <p:cNvSpPr/>
            <p:nvPr/>
          </p:nvSpPr>
          <p:spPr>
            <a:xfrm>
              <a:off x="2988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0" name="타원 17139">
              <a:extLst>
                <a:ext uri="{FF2B5EF4-FFF2-40B4-BE49-F238E27FC236}">
                  <a16:creationId xmlns:a16="http://schemas.microsoft.com/office/drawing/2014/main" id="{F164A2FF-9E4F-4C8D-8887-8CBF17BD0385}"/>
                </a:ext>
              </a:extLst>
            </p:cNvPr>
            <p:cNvSpPr/>
            <p:nvPr/>
          </p:nvSpPr>
          <p:spPr>
            <a:xfrm>
              <a:off x="3140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1" name="타원 17140">
              <a:extLst>
                <a:ext uri="{FF2B5EF4-FFF2-40B4-BE49-F238E27FC236}">
                  <a16:creationId xmlns:a16="http://schemas.microsoft.com/office/drawing/2014/main" id="{AC93E729-4F62-4B98-A9EE-5FADA3B586B7}"/>
                </a:ext>
              </a:extLst>
            </p:cNvPr>
            <p:cNvSpPr/>
            <p:nvPr/>
          </p:nvSpPr>
          <p:spPr>
            <a:xfrm>
              <a:off x="3293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2" name="타원 17141">
              <a:extLst>
                <a:ext uri="{FF2B5EF4-FFF2-40B4-BE49-F238E27FC236}">
                  <a16:creationId xmlns:a16="http://schemas.microsoft.com/office/drawing/2014/main" id="{EA0998F1-4F4C-4801-BC6B-2AA70C66AC1D}"/>
                </a:ext>
              </a:extLst>
            </p:cNvPr>
            <p:cNvSpPr/>
            <p:nvPr/>
          </p:nvSpPr>
          <p:spPr>
            <a:xfrm>
              <a:off x="3445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3" name="타원 17142">
              <a:extLst>
                <a:ext uri="{FF2B5EF4-FFF2-40B4-BE49-F238E27FC236}">
                  <a16:creationId xmlns:a16="http://schemas.microsoft.com/office/drawing/2014/main" id="{53A825E4-4EBB-4C98-9860-3881A5A2A415}"/>
                </a:ext>
              </a:extLst>
            </p:cNvPr>
            <p:cNvSpPr/>
            <p:nvPr/>
          </p:nvSpPr>
          <p:spPr>
            <a:xfrm>
              <a:off x="3598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4" name="타원 17143">
              <a:extLst>
                <a:ext uri="{FF2B5EF4-FFF2-40B4-BE49-F238E27FC236}">
                  <a16:creationId xmlns:a16="http://schemas.microsoft.com/office/drawing/2014/main" id="{871556B6-7E1C-4ED3-9E98-4A73B0BE3612}"/>
                </a:ext>
              </a:extLst>
            </p:cNvPr>
            <p:cNvSpPr/>
            <p:nvPr/>
          </p:nvSpPr>
          <p:spPr>
            <a:xfrm>
              <a:off x="3750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5" name="타원 17144">
              <a:extLst>
                <a:ext uri="{FF2B5EF4-FFF2-40B4-BE49-F238E27FC236}">
                  <a16:creationId xmlns:a16="http://schemas.microsoft.com/office/drawing/2014/main" id="{D1A4C9D8-9A8C-4C4E-81F6-00AB07951C29}"/>
                </a:ext>
              </a:extLst>
            </p:cNvPr>
            <p:cNvSpPr/>
            <p:nvPr/>
          </p:nvSpPr>
          <p:spPr>
            <a:xfrm>
              <a:off x="3902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6" name="타원 17145">
              <a:extLst>
                <a:ext uri="{FF2B5EF4-FFF2-40B4-BE49-F238E27FC236}">
                  <a16:creationId xmlns:a16="http://schemas.microsoft.com/office/drawing/2014/main" id="{0D720DC8-7F80-4A0C-B849-763EE5D54F9B}"/>
                </a:ext>
              </a:extLst>
            </p:cNvPr>
            <p:cNvSpPr/>
            <p:nvPr/>
          </p:nvSpPr>
          <p:spPr>
            <a:xfrm>
              <a:off x="4055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7" name="타원 17146">
              <a:extLst>
                <a:ext uri="{FF2B5EF4-FFF2-40B4-BE49-F238E27FC236}">
                  <a16:creationId xmlns:a16="http://schemas.microsoft.com/office/drawing/2014/main" id="{B00CE09B-9F01-4C44-AACD-D61226671825}"/>
                </a:ext>
              </a:extLst>
            </p:cNvPr>
            <p:cNvSpPr/>
            <p:nvPr/>
          </p:nvSpPr>
          <p:spPr>
            <a:xfrm>
              <a:off x="4207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8" name="타원 17147">
              <a:extLst>
                <a:ext uri="{FF2B5EF4-FFF2-40B4-BE49-F238E27FC236}">
                  <a16:creationId xmlns:a16="http://schemas.microsoft.com/office/drawing/2014/main" id="{037CAF05-2F87-4C3D-BD1E-D861F77EDE30}"/>
                </a:ext>
              </a:extLst>
            </p:cNvPr>
            <p:cNvSpPr/>
            <p:nvPr/>
          </p:nvSpPr>
          <p:spPr>
            <a:xfrm>
              <a:off x="4360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49" name="타원 17148">
              <a:extLst>
                <a:ext uri="{FF2B5EF4-FFF2-40B4-BE49-F238E27FC236}">
                  <a16:creationId xmlns:a16="http://schemas.microsoft.com/office/drawing/2014/main" id="{A47F930B-8E11-40B7-98D0-EEA74552C159}"/>
                </a:ext>
              </a:extLst>
            </p:cNvPr>
            <p:cNvSpPr/>
            <p:nvPr/>
          </p:nvSpPr>
          <p:spPr>
            <a:xfrm>
              <a:off x="4512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0" name="타원 17149">
              <a:extLst>
                <a:ext uri="{FF2B5EF4-FFF2-40B4-BE49-F238E27FC236}">
                  <a16:creationId xmlns:a16="http://schemas.microsoft.com/office/drawing/2014/main" id="{BE920580-8962-4B33-B0F2-D75FC1BC276A}"/>
                </a:ext>
              </a:extLst>
            </p:cNvPr>
            <p:cNvSpPr/>
            <p:nvPr/>
          </p:nvSpPr>
          <p:spPr>
            <a:xfrm>
              <a:off x="4664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1" name="타원 17150">
              <a:extLst>
                <a:ext uri="{FF2B5EF4-FFF2-40B4-BE49-F238E27FC236}">
                  <a16:creationId xmlns:a16="http://schemas.microsoft.com/office/drawing/2014/main" id="{5A58038F-6D34-4228-A973-9BBB42A9AF57}"/>
                </a:ext>
              </a:extLst>
            </p:cNvPr>
            <p:cNvSpPr/>
            <p:nvPr/>
          </p:nvSpPr>
          <p:spPr>
            <a:xfrm>
              <a:off x="4817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2" name="타원 17151">
              <a:extLst>
                <a:ext uri="{FF2B5EF4-FFF2-40B4-BE49-F238E27FC236}">
                  <a16:creationId xmlns:a16="http://schemas.microsoft.com/office/drawing/2014/main" id="{EF26A94E-4ACE-4227-8B7C-E36930E2B3AB}"/>
                </a:ext>
              </a:extLst>
            </p:cNvPr>
            <p:cNvSpPr/>
            <p:nvPr/>
          </p:nvSpPr>
          <p:spPr>
            <a:xfrm>
              <a:off x="4969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3" name="타원 17152">
              <a:extLst>
                <a:ext uri="{FF2B5EF4-FFF2-40B4-BE49-F238E27FC236}">
                  <a16:creationId xmlns:a16="http://schemas.microsoft.com/office/drawing/2014/main" id="{F74D35D6-4F30-4C09-937B-792CA26A59CD}"/>
                </a:ext>
              </a:extLst>
            </p:cNvPr>
            <p:cNvSpPr/>
            <p:nvPr/>
          </p:nvSpPr>
          <p:spPr>
            <a:xfrm>
              <a:off x="5122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4" name="타원 17153">
              <a:extLst>
                <a:ext uri="{FF2B5EF4-FFF2-40B4-BE49-F238E27FC236}">
                  <a16:creationId xmlns:a16="http://schemas.microsoft.com/office/drawing/2014/main" id="{4BF9B429-3661-479C-B022-8F7D932B76F6}"/>
                </a:ext>
              </a:extLst>
            </p:cNvPr>
            <p:cNvSpPr/>
            <p:nvPr/>
          </p:nvSpPr>
          <p:spPr>
            <a:xfrm>
              <a:off x="5274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5" name="타원 17154">
              <a:extLst>
                <a:ext uri="{FF2B5EF4-FFF2-40B4-BE49-F238E27FC236}">
                  <a16:creationId xmlns:a16="http://schemas.microsoft.com/office/drawing/2014/main" id="{3BB382CF-71CD-4919-870D-1C4F2DBA98EC}"/>
                </a:ext>
              </a:extLst>
            </p:cNvPr>
            <p:cNvSpPr/>
            <p:nvPr/>
          </p:nvSpPr>
          <p:spPr>
            <a:xfrm>
              <a:off x="5426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6" name="타원 17155">
              <a:extLst>
                <a:ext uri="{FF2B5EF4-FFF2-40B4-BE49-F238E27FC236}">
                  <a16:creationId xmlns:a16="http://schemas.microsoft.com/office/drawing/2014/main" id="{6E536C70-4F9C-48F3-98F4-CB583EBB0B7E}"/>
                </a:ext>
              </a:extLst>
            </p:cNvPr>
            <p:cNvSpPr/>
            <p:nvPr/>
          </p:nvSpPr>
          <p:spPr>
            <a:xfrm>
              <a:off x="5579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7" name="타원 17156">
              <a:extLst>
                <a:ext uri="{FF2B5EF4-FFF2-40B4-BE49-F238E27FC236}">
                  <a16:creationId xmlns:a16="http://schemas.microsoft.com/office/drawing/2014/main" id="{FF77E240-28EE-42C3-8F9D-843846F22716}"/>
                </a:ext>
              </a:extLst>
            </p:cNvPr>
            <p:cNvSpPr/>
            <p:nvPr/>
          </p:nvSpPr>
          <p:spPr>
            <a:xfrm>
              <a:off x="5731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8" name="타원 17157">
              <a:extLst>
                <a:ext uri="{FF2B5EF4-FFF2-40B4-BE49-F238E27FC236}">
                  <a16:creationId xmlns:a16="http://schemas.microsoft.com/office/drawing/2014/main" id="{D42A0671-49F7-4015-9542-7EFD3D0421AD}"/>
                </a:ext>
              </a:extLst>
            </p:cNvPr>
            <p:cNvSpPr/>
            <p:nvPr/>
          </p:nvSpPr>
          <p:spPr>
            <a:xfrm>
              <a:off x="245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59" name="타원 17158">
              <a:extLst>
                <a:ext uri="{FF2B5EF4-FFF2-40B4-BE49-F238E27FC236}">
                  <a16:creationId xmlns:a16="http://schemas.microsoft.com/office/drawing/2014/main" id="{7B5DC616-B66E-40FE-9908-C0F8C96CCFB2}"/>
                </a:ext>
              </a:extLst>
            </p:cNvPr>
            <p:cNvSpPr/>
            <p:nvPr/>
          </p:nvSpPr>
          <p:spPr>
            <a:xfrm>
              <a:off x="397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0" name="타원 17159">
              <a:extLst>
                <a:ext uri="{FF2B5EF4-FFF2-40B4-BE49-F238E27FC236}">
                  <a16:creationId xmlns:a16="http://schemas.microsoft.com/office/drawing/2014/main" id="{00894671-3B44-4CDE-94F2-0C35F962C61F}"/>
                </a:ext>
              </a:extLst>
            </p:cNvPr>
            <p:cNvSpPr/>
            <p:nvPr/>
          </p:nvSpPr>
          <p:spPr>
            <a:xfrm>
              <a:off x="550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1" name="타원 17160">
              <a:extLst>
                <a:ext uri="{FF2B5EF4-FFF2-40B4-BE49-F238E27FC236}">
                  <a16:creationId xmlns:a16="http://schemas.microsoft.com/office/drawing/2014/main" id="{BF791C23-771E-4FBE-8ED4-9C55E0041F35}"/>
                </a:ext>
              </a:extLst>
            </p:cNvPr>
            <p:cNvSpPr/>
            <p:nvPr/>
          </p:nvSpPr>
          <p:spPr>
            <a:xfrm>
              <a:off x="702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2" name="타원 17161">
              <a:extLst>
                <a:ext uri="{FF2B5EF4-FFF2-40B4-BE49-F238E27FC236}">
                  <a16:creationId xmlns:a16="http://schemas.microsoft.com/office/drawing/2014/main" id="{D8C105D3-6462-4492-AFCA-7B488E8EFB38}"/>
                </a:ext>
              </a:extLst>
            </p:cNvPr>
            <p:cNvSpPr/>
            <p:nvPr/>
          </p:nvSpPr>
          <p:spPr>
            <a:xfrm>
              <a:off x="854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3" name="타원 17162">
              <a:extLst>
                <a:ext uri="{FF2B5EF4-FFF2-40B4-BE49-F238E27FC236}">
                  <a16:creationId xmlns:a16="http://schemas.microsoft.com/office/drawing/2014/main" id="{0889C88B-3DD5-4117-ADAE-D8BF712FF868}"/>
                </a:ext>
              </a:extLst>
            </p:cNvPr>
            <p:cNvSpPr/>
            <p:nvPr/>
          </p:nvSpPr>
          <p:spPr>
            <a:xfrm>
              <a:off x="1007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4" name="타원 17163">
              <a:extLst>
                <a:ext uri="{FF2B5EF4-FFF2-40B4-BE49-F238E27FC236}">
                  <a16:creationId xmlns:a16="http://schemas.microsoft.com/office/drawing/2014/main" id="{58A5CC63-4F58-4E78-B8C4-AE7D5CC7C543}"/>
                </a:ext>
              </a:extLst>
            </p:cNvPr>
            <p:cNvSpPr/>
            <p:nvPr/>
          </p:nvSpPr>
          <p:spPr>
            <a:xfrm>
              <a:off x="1159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5" name="타원 17164">
              <a:extLst>
                <a:ext uri="{FF2B5EF4-FFF2-40B4-BE49-F238E27FC236}">
                  <a16:creationId xmlns:a16="http://schemas.microsoft.com/office/drawing/2014/main" id="{D022A18B-804B-4E40-A102-40CCD2AC8CAA}"/>
                </a:ext>
              </a:extLst>
            </p:cNvPr>
            <p:cNvSpPr/>
            <p:nvPr/>
          </p:nvSpPr>
          <p:spPr>
            <a:xfrm>
              <a:off x="1312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6" name="타원 17165">
              <a:extLst>
                <a:ext uri="{FF2B5EF4-FFF2-40B4-BE49-F238E27FC236}">
                  <a16:creationId xmlns:a16="http://schemas.microsoft.com/office/drawing/2014/main" id="{C43D5188-F17C-4441-AFD5-59DC0877853F}"/>
                </a:ext>
              </a:extLst>
            </p:cNvPr>
            <p:cNvSpPr/>
            <p:nvPr/>
          </p:nvSpPr>
          <p:spPr>
            <a:xfrm>
              <a:off x="1464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7" name="타원 17166">
              <a:extLst>
                <a:ext uri="{FF2B5EF4-FFF2-40B4-BE49-F238E27FC236}">
                  <a16:creationId xmlns:a16="http://schemas.microsoft.com/office/drawing/2014/main" id="{57EB7FF6-111B-47BC-9D77-EDE5B1A7A205}"/>
                </a:ext>
              </a:extLst>
            </p:cNvPr>
            <p:cNvSpPr/>
            <p:nvPr/>
          </p:nvSpPr>
          <p:spPr>
            <a:xfrm>
              <a:off x="1616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8" name="타원 17167">
              <a:extLst>
                <a:ext uri="{FF2B5EF4-FFF2-40B4-BE49-F238E27FC236}">
                  <a16:creationId xmlns:a16="http://schemas.microsoft.com/office/drawing/2014/main" id="{AB280317-0D64-49A6-8E40-08DDF425C941}"/>
                </a:ext>
              </a:extLst>
            </p:cNvPr>
            <p:cNvSpPr/>
            <p:nvPr/>
          </p:nvSpPr>
          <p:spPr>
            <a:xfrm>
              <a:off x="1769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69" name="타원 17168">
              <a:extLst>
                <a:ext uri="{FF2B5EF4-FFF2-40B4-BE49-F238E27FC236}">
                  <a16:creationId xmlns:a16="http://schemas.microsoft.com/office/drawing/2014/main" id="{5954B215-9CA2-416A-A49D-ADBA24A424F2}"/>
                </a:ext>
              </a:extLst>
            </p:cNvPr>
            <p:cNvSpPr/>
            <p:nvPr/>
          </p:nvSpPr>
          <p:spPr>
            <a:xfrm>
              <a:off x="1921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0" name="타원 17169">
              <a:extLst>
                <a:ext uri="{FF2B5EF4-FFF2-40B4-BE49-F238E27FC236}">
                  <a16:creationId xmlns:a16="http://schemas.microsoft.com/office/drawing/2014/main" id="{2E97236A-6E21-478F-85C3-26502E3BE6C7}"/>
                </a:ext>
              </a:extLst>
            </p:cNvPr>
            <p:cNvSpPr/>
            <p:nvPr/>
          </p:nvSpPr>
          <p:spPr>
            <a:xfrm>
              <a:off x="2074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1" name="타원 17170">
              <a:extLst>
                <a:ext uri="{FF2B5EF4-FFF2-40B4-BE49-F238E27FC236}">
                  <a16:creationId xmlns:a16="http://schemas.microsoft.com/office/drawing/2014/main" id="{C4DCBA29-C27C-41E3-A523-8E100A21BF51}"/>
                </a:ext>
              </a:extLst>
            </p:cNvPr>
            <p:cNvSpPr/>
            <p:nvPr/>
          </p:nvSpPr>
          <p:spPr>
            <a:xfrm>
              <a:off x="2226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2" name="타원 17171">
              <a:extLst>
                <a:ext uri="{FF2B5EF4-FFF2-40B4-BE49-F238E27FC236}">
                  <a16:creationId xmlns:a16="http://schemas.microsoft.com/office/drawing/2014/main" id="{666CA742-764B-411F-8016-13E7BC2385FB}"/>
                </a:ext>
              </a:extLst>
            </p:cNvPr>
            <p:cNvSpPr/>
            <p:nvPr/>
          </p:nvSpPr>
          <p:spPr>
            <a:xfrm>
              <a:off x="2378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3" name="타원 17172">
              <a:extLst>
                <a:ext uri="{FF2B5EF4-FFF2-40B4-BE49-F238E27FC236}">
                  <a16:creationId xmlns:a16="http://schemas.microsoft.com/office/drawing/2014/main" id="{7BC49DBD-E761-47E4-A86B-7E8FAA52A030}"/>
                </a:ext>
              </a:extLst>
            </p:cNvPr>
            <p:cNvSpPr/>
            <p:nvPr/>
          </p:nvSpPr>
          <p:spPr>
            <a:xfrm>
              <a:off x="2531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4" name="타원 17173">
              <a:extLst>
                <a:ext uri="{FF2B5EF4-FFF2-40B4-BE49-F238E27FC236}">
                  <a16:creationId xmlns:a16="http://schemas.microsoft.com/office/drawing/2014/main" id="{8947E720-EEED-4DFC-ACAF-C54E86701127}"/>
                </a:ext>
              </a:extLst>
            </p:cNvPr>
            <p:cNvSpPr/>
            <p:nvPr/>
          </p:nvSpPr>
          <p:spPr>
            <a:xfrm>
              <a:off x="2683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5" name="타원 17174">
              <a:extLst>
                <a:ext uri="{FF2B5EF4-FFF2-40B4-BE49-F238E27FC236}">
                  <a16:creationId xmlns:a16="http://schemas.microsoft.com/office/drawing/2014/main" id="{EBB21413-298F-483D-9414-28FEE0347CC6}"/>
                </a:ext>
              </a:extLst>
            </p:cNvPr>
            <p:cNvSpPr/>
            <p:nvPr/>
          </p:nvSpPr>
          <p:spPr>
            <a:xfrm>
              <a:off x="2836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6" name="타원 17175">
              <a:extLst>
                <a:ext uri="{FF2B5EF4-FFF2-40B4-BE49-F238E27FC236}">
                  <a16:creationId xmlns:a16="http://schemas.microsoft.com/office/drawing/2014/main" id="{9C93AC0A-43C8-4DE9-8584-8917819EDEAF}"/>
                </a:ext>
              </a:extLst>
            </p:cNvPr>
            <p:cNvSpPr/>
            <p:nvPr/>
          </p:nvSpPr>
          <p:spPr>
            <a:xfrm>
              <a:off x="2988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7" name="타원 17176">
              <a:extLst>
                <a:ext uri="{FF2B5EF4-FFF2-40B4-BE49-F238E27FC236}">
                  <a16:creationId xmlns:a16="http://schemas.microsoft.com/office/drawing/2014/main" id="{0A2B608D-70E5-41D8-A516-E0CD70048292}"/>
                </a:ext>
              </a:extLst>
            </p:cNvPr>
            <p:cNvSpPr/>
            <p:nvPr/>
          </p:nvSpPr>
          <p:spPr>
            <a:xfrm>
              <a:off x="3140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8" name="타원 17177">
              <a:extLst>
                <a:ext uri="{FF2B5EF4-FFF2-40B4-BE49-F238E27FC236}">
                  <a16:creationId xmlns:a16="http://schemas.microsoft.com/office/drawing/2014/main" id="{7BE4BE25-A0F8-4239-BF9D-86844364CC63}"/>
                </a:ext>
              </a:extLst>
            </p:cNvPr>
            <p:cNvSpPr/>
            <p:nvPr/>
          </p:nvSpPr>
          <p:spPr>
            <a:xfrm>
              <a:off x="3293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79" name="타원 17178">
              <a:extLst>
                <a:ext uri="{FF2B5EF4-FFF2-40B4-BE49-F238E27FC236}">
                  <a16:creationId xmlns:a16="http://schemas.microsoft.com/office/drawing/2014/main" id="{92DF68B3-98BB-4723-A970-204189BD86AF}"/>
                </a:ext>
              </a:extLst>
            </p:cNvPr>
            <p:cNvSpPr/>
            <p:nvPr/>
          </p:nvSpPr>
          <p:spPr>
            <a:xfrm>
              <a:off x="3445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0" name="타원 17179">
              <a:extLst>
                <a:ext uri="{FF2B5EF4-FFF2-40B4-BE49-F238E27FC236}">
                  <a16:creationId xmlns:a16="http://schemas.microsoft.com/office/drawing/2014/main" id="{EE2C71A1-B49C-4DFF-A4EA-42ED0910A4FA}"/>
                </a:ext>
              </a:extLst>
            </p:cNvPr>
            <p:cNvSpPr/>
            <p:nvPr/>
          </p:nvSpPr>
          <p:spPr>
            <a:xfrm>
              <a:off x="3598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1" name="타원 17180">
              <a:extLst>
                <a:ext uri="{FF2B5EF4-FFF2-40B4-BE49-F238E27FC236}">
                  <a16:creationId xmlns:a16="http://schemas.microsoft.com/office/drawing/2014/main" id="{5BD7D4A4-EB71-42EB-B1CE-15447080E533}"/>
                </a:ext>
              </a:extLst>
            </p:cNvPr>
            <p:cNvSpPr/>
            <p:nvPr/>
          </p:nvSpPr>
          <p:spPr>
            <a:xfrm>
              <a:off x="3750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2" name="타원 17181">
              <a:extLst>
                <a:ext uri="{FF2B5EF4-FFF2-40B4-BE49-F238E27FC236}">
                  <a16:creationId xmlns:a16="http://schemas.microsoft.com/office/drawing/2014/main" id="{268B1448-FEDF-48E3-BCA2-CEE003A8B317}"/>
                </a:ext>
              </a:extLst>
            </p:cNvPr>
            <p:cNvSpPr/>
            <p:nvPr/>
          </p:nvSpPr>
          <p:spPr>
            <a:xfrm>
              <a:off x="3902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3" name="타원 17182">
              <a:extLst>
                <a:ext uri="{FF2B5EF4-FFF2-40B4-BE49-F238E27FC236}">
                  <a16:creationId xmlns:a16="http://schemas.microsoft.com/office/drawing/2014/main" id="{DC8163BE-9B70-4671-B907-9FFFBB2898E6}"/>
                </a:ext>
              </a:extLst>
            </p:cNvPr>
            <p:cNvSpPr/>
            <p:nvPr/>
          </p:nvSpPr>
          <p:spPr>
            <a:xfrm>
              <a:off x="4055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4" name="타원 17183">
              <a:extLst>
                <a:ext uri="{FF2B5EF4-FFF2-40B4-BE49-F238E27FC236}">
                  <a16:creationId xmlns:a16="http://schemas.microsoft.com/office/drawing/2014/main" id="{73D922DB-66DE-4C74-9A91-7DBCF3A891D5}"/>
                </a:ext>
              </a:extLst>
            </p:cNvPr>
            <p:cNvSpPr/>
            <p:nvPr/>
          </p:nvSpPr>
          <p:spPr>
            <a:xfrm>
              <a:off x="4207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5" name="타원 17184">
              <a:extLst>
                <a:ext uri="{FF2B5EF4-FFF2-40B4-BE49-F238E27FC236}">
                  <a16:creationId xmlns:a16="http://schemas.microsoft.com/office/drawing/2014/main" id="{86B47E05-B823-4B09-843C-D42C1C984DDD}"/>
                </a:ext>
              </a:extLst>
            </p:cNvPr>
            <p:cNvSpPr/>
            <p:nvPr/>
          </p:nvSpPr>
          <p:spPr>
            <a:xfrm>
              <a:off x="4360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6" name="타원 17185">
              <a:extLst>
                <a:ext uri="{FF2B5EF4-FFF2-40B4-BE49-F238E27FC236}">
                  <a16:creationId xmlns:a16="http://schemas.microsoft.com/office/drawing/2014/main" id="{FE8DB821-9A81-4DB1-B886-DB9135F20470}"/>
                </a:ext>
              </a:extLst>
            </p:cNvPr>
            <p:cNvSpPr/>
            <p:nvPr/>
          </p:nvSpPr>
          <p:spPr>
            <a:xfrm>
              <a:off x="4512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7" name="타원 17186">
              <a:extLst>
                <a:ext uri="{FF2B5EF4-FFF2-40B4-BE49-F238E27FC236}">
                  <a16:creationId xmlns:a16="http://schemas.microsoft.com/office/drawing/2014/main" id="{75011039-D818-4E45-BE23-07BC3BEBDDED}"/>
                </a:ext>
              </a:extLst>
            </p:cNvPr>
            <p:cNvSpPr/>
            <p:nvPr/>
          </p:nvSpPr>
          <p:spPr>
            <a:xfrm>
              <a:off x="4664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8" name="타원 17187">
              <a:extLst>
                <a:ext uri="{FF2B5EF4-FFF2-40B4-BE49-F238E27FC236}">
                  <a16:creationId xmlns:a16="http://schemas.microsoft.com/office/drawing/2014/main" id="{8D2FBCAB-E82D-403D-B0D9-AA23B0BB74C4}"/>
                </a:ext>
              </a:extLst>
            </p:cNvPr>
            <p:cNvSpPr/>
            <p:nvPr/>
          </p:nvSpPr>
          <p:spPr>
            <a:xfrm>
              <a:off x="4817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89" name="타원 17188">
              <a:extLst>
                <a:ext uri="{FF2B5EF4-FFF2-40B4-BE49-F238E27FC236}">
                  <a16:creationId xmlns:a16="http://schemas.microsoft.com/office/drawing/2014/main" id="{7ADFA39B-22DA-4445-9D65-483967D9C1AE}"/>
                </a:ext>
              </a:extLst>
            </p:cNvPr>
            <p:cNvSpPr/>
            <p:nvPr/>
          </p:nvSpPr>
          <p:spPr>
            <a:xfrm>
              <a:off x="4969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0" name="타원 17189">
              <a:extLst>
                <a:ext uri="{FF2B5EF4-FFF2-40B4-BE49-F238E27FC236}">
                  <a16:creationId xmlns:a16="http://schemas.microsoft.com/office/drawing/2014/main" id="{1F8A41CE-6EF4-4431-A4DB-5C13F6F94BD7}"/>
                </a:ext>
              </a:extLst>
            </p:cNvPr>
            <p:cNvSpPr/>
            <p:nvPr/>
          </p:nvSpPr>
          <p:spPr>
            <a:xfrm>
              <a:off x="5122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1" name="타원 17190">
              <a:extLst>
                <a:ext uri="{FF2B5EF4-FFF2-40B4-BE49-F238E27FC236}">
                  <a16:creationId xmlns:a16="http://schemas.microsoft.com/office/drawing/2014/main" id="{79D40860-D739-4E56-A735-88DA3AF3F6E3}"/>
                </a:ext>
              </a:extLst>
            </p:cNvPr>
            <p:cNvSpPr/>
            <p:nvPr/>
          </p:nvSpPr>
          <p:spPr>
            <a:xfrm>
              <a:off x="5274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2" name="타원 17191">
              <a:extLst>
                <a:ext uri="{FF2B5EF4-FFF2-40B4-BE49-F238E27FC236}">
                  <a16:creationId xmlns:a16="http://schemas.microsoft.com/office/drawing/2014/main" id="{EE4F727F-6A0A-49A2-B2A6-AD9BF56158D0}"/>
                </a:ext>
              </a:extLst>
            </p:cNvPr>
            <p:cNvSpPr/>
            <p:nvPr/>
          </p:nvSpPr>
          <p:spPr>
            <a:xfrm>
              <a:off x="5426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3" name="타원 17192">
              <a:extLst>
                <a:ext uri="{FF2B5EF4-FFF2-40B4-BE49-F238E27FC236}">
                  <a16:creationId xmlns:a16="http://schemas.microsoft.com/office/drawing/2014/main" id="{72F7491C-9F76-4ECF-B121-6AB1941B6DB7}"/>
                </a:ext>
              </a:extLst>
            </p:cNvPr>
            <p:cNvSpPr/>
            <p:nvPr/>
          </p:nvSpPr>
          <p:spPr>
            <a:xfrm>
              <a:off x="5579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4" name="타원 17193">
              <a:extLst>
                <a:ext uri="{FF2B5EF4-FFF2-40B4-BE49-F238E27FC236}">
                  <a16:creationId xmlns:a16="http://schemas.microsoft.com/office/drawing/2014/main" id="{12E63A9B-2A92-4525-A5BC-A1AD02731883}"/>
                </a:ext>
              </a:extLst>
            </p:cNvPr>
            <p:cNvSpPr/>
            <p:nvPr/>
          </p:nvSpPr>
          <p:spPr>
            <a:xfrm>
              <a:off x="5731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5" name="타원 17194">
              <a:extLst>
                <a:ext uri="{FF2B5EF4-FFF2-40B4-BE49-F238E27FC236}">
                  <a16:creationId xmlns:a16="http://schemas.microsoft.com/office/drawing/2014/main" id="{4B94CA43-3D9B-49DD-B375-B498D1AD1675}"/>
                </a:ext>
              </a:extLst>
            </p:cNvPr>
            <p:cNvSpPr/>
            <p:nvPr/>
          </p:nvSpPr>
          <p:spPr>
            <a:xfrm>
              <a:off x="245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6" name="타원 17195">
              <a:extLst>
                <a:ext uri="{FF2B5EF4-FFF2-40B4-BE49-F238E27FC236}">
                  <a16:creationId xmlns:a16="http://schemas.microsoft.com/office/drawing/2014/main" id="{D53EE742-515E-4671-8B56-789748CB2019}"/>
                </a:ext>
              </a:extLst>
            </p:cNvPr>
            <p:cNvSpPr/>
            <p:nvPr/>
          </p:nvSpPr>
          <p:spPr>
            <a:xfrm>
              <a:off x="397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7" name="타원 17196">
              <a:extLst>
                <a:ext uri="{FF2B5EF4-FFF2-40B4-BE49-F238E27FC236}">
                  <a16:creationId xmlns:a16="http://schemas.microsoft.com/office/drawing/2014/main" id="{C3FBC21B-CBD8-4D29-8E6E-77753AED1326}"/>
                </a:ext>
              </a:extLst>
            </p:cNvPr>
            <p:cNvSpPr/>
            <p:nvPr/>
          </p:nvSpPr>
          <p:spPr>
            <a:xfrm>
              <a:off x="550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8" name="타원 17197">
              <a:extLst>
                <a:ext uri="{FF2B5EF4-FFF2-40B4-BE49-F238E27FC236}">
                  <a16:creationId xmlns:a16="http://schemas.microsoft.com/office/drawing/2014/main" id="{B84D949B-1CE3-44E3-B98F-AF5A94003F63}"/>
                </a:ext>
              </a:extLst>
            </p:cNvPr>
            <p:cNvSpPr/>
            <p:nvPr/>
          </p:nvSpPr>
          <p:spPr>
            <a:xfrm>
              <a:off x="702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99" name="타원 17198">
              <a:extLst>
                <a:ext uri="{FF2B5EF4-FFF2-40B4-BE49-F238E27FC236}">
                  <a16:creationId xmlns:a16="http://schemas.microsoft.com/office/drawing/2014/main" id="{E8B788F3-0719-4F1E-AE7A-196D449A9302}"/>
                </a:ext>
              </a:extLst>
            </p:cNvPr>
            <p:cNvSpPr/>
            <p:nvPr/>
          </p:nvSpPr>
          <p:spPr>
            <a:xfrm>
              <a:off x="854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0" name="타원 17199">
              <a:extLst>
                <a:ext uri="{FF2B5EF4-FFF2-40B4-BE49-F238E27FC236}">
                  <a16:creationId xmlns:a16="http://schemas.microsoft.com/office/drawing/2014/main" id="{17442CFE-F3B7-4CDE-B956-4DDB1E89A80C}"/>
                </a:ext>
              </a:extLst>
            </p:cNvPr>
            <p:cNvSpPr/>
            <p:nvPr/>
          </p:nvSpPr>
          <p:spPr>
            <a:xfrm>
              <a:off x="1007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1" name="타원 17200">
              <a:extLst>
                <a:ext uri="{FF2B5EF4-FFF2-40B4-BE49-F238E27FC236}">
                  <a16:creationId xmlns:a16="http://schemas.microsoft.com/office/drawing/2014/main" id="{9B2FAFDB-FA86-48F8-BA97-C0487D175DBD}"/>
                </a:ext>
              </a:extLst>
            </p:cNvPr>
            <p:cNvSpPr/>
            <p:nvPr/>
          </p:nvSpPr>
          <p:spPr>
            <a:xfrm>
              <a:off x="1159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2" name="타원 17201">
              <a:extLst>
                <a:ext uri="{FF2B5EF4-FFF2-40B4-BE49-F238E27FC236}">
                  <a16:creationId xmlns:a16="http://schemas.microsoft.com/office/drawing/2014/main" id="{E29F7BB5-E3D0-49BE-AA4F-D78F64F17A5E}"/>
                </a:ext>
              </a:extLst>
            </p:cNvPr>
            <p:cNvSpPr/>
            <p:nvPr/>
          </p:nvSpPr>
          <p:spPr>
            <a:xfrm>
              <a:off x="1312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3" name="타원 17202">
              <a:extLst>
                <a:ext uri="{FF2B5EF4-FFF2-40B4-BE49-F238E27FC236}">
                  <a16:creationId xmlns:a16="http://schemas.microsoft.com/office/drawing/2014/main" id="{A283DBE8-062F-49D9-8ABB-8368136F5303}"/>
                </a:ext>
              </a:extLst>
            </p:cNvPr>
            <p:cNvSpPr/>
            <p:nvPr/>
          </p:nvSpPr>
          <p:spPr>
            <a:xfrm>
              <a:off x="1464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4" name="타원 17203">
              <a:extLst>
                <a:ext uri="{FF2B5EF4-FFF2-40B4-BE49-F238E27FC236}">
                  <a16:creationId xmlns:a16="http://schemas.microsoft.com/office/drawing/2014/main" id="{930C99DB-6E85-44C2-BDD5-7EC9A28985BD}"/>
                </a:ext>
              </a:extLst>
            </p:cNvPr>
            <p:cNvSpPr/>
            <p:nvPr/>
          </p:nvSpPr>
          <p:spPr>
            <a:xfrm>
              <a:off x="1616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5" name="타원 17204">
              <a:extLst>
                <a:ext uri="{FF2B5EF4-FFF2-40B4-BE49-F238E27FC236}">
                  <a16:creationId xmlns:a16="http://schemas.microsoft.com/office/drawing/2014/main" id="{D2627AB7-E11A-4BC3-8FBC-FB945A3DA2DA}"/>
                </a:ext>
              </a:extLst>
            </p:cNvPr>
            <p:cNvSpPr/>
            <p:nvPr/>
          </p:nvSpPr>
          <p:spPr>
            <a:xfrm>
              <a:off x="1769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6" name="타원 17205">
              <a:extLst>
                <a:ext uri="{FF2B5EF4-FFF2-40B4-BE49-F238E27FC236}">
                  <a16:creationId xmlns:a16="http://schemas.microsoft.com/office/drawing/2014/main" id="{2DCF03CE-943D-4E62-8B47-F7488F56BD96}"/>
                </a:ext>
              </a:extLst>
            </p:cNvPr>
            <p:cNvSpPr/>
            <p:nvPr/>
          </p:nvSpPr>
          <p:spPr>
            <a:xfrm>
              <a:off x="1921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7" name="타원 17206">
              <a:extLst>
                <a:ext uri="{FF2B5EF4-FFF2-40B4-BE49-F238E27FC236}">
                  <a16:creationId xmlns:a16="http://schemas.microsoft.com/office/drawing/2014/main" id="{96A32BAF-945F-4A05-819A-EF32D79DEC4A}"/>
                </a:ext>
              </a:extLst>
            </p:cNvPr>
            <p:cNvSpPr/>
            <p:nvPr/>
          </p:nvSpPr>
          <p:spPr>
            <a:xfrm>
              <a:off x="2074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8" name="타원 17207">
              <a:extLst>
                <a:ext uri="{FF2B5EF4-FFF2-40B4-BE49-F238E27FC236}">
                  <a16:creationId xmlns:a16="http://schemas.microsoft.com/office/drawing/2014/main" id="{F7EC7803-1AB0-4946-B210-15D309216AFD}"/>
                </a:ext>
              </a:extLst>
            </p:cNvPr>
            <p:cNvSpPr/>
            <p:nvPr/>
          </p:nvSpPr>
          <p:spPr>
            <a:xfrm>
              <a:off x="2226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09" name="타원 17208">
              <a:extLst>
                <a:ext uri="{FF2B5EF4-FFF2-40B4-BE49-F238E27FC236}">
                  <a16:creationId xmlns:a16="http://schemas.microsoft.com/office/drawing/2014/main" id="{81A1B455-3C1A-455E-A564-B6917E8FEABC}"/>
                </a:ext>
              </a:extLst>
            </p:cNvPr>
            <p:cNvSpPr/>
            <p:nvPr/>
          </p:nvSpPr>
          <p:spPr>
            <a:xfrm>
              <a:off x="2378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0" name="타원 17209">
              <a:extLst>
                <a:ext uri="{FF2B5EF4-FFF2-40B4-BE49-F238E27FC236}">
                  <a16:creationId xmlns:a16="http://schemas.microsoft.com/office/drawing/2014/main" id="{D132BA71-313A-434E-8A2C-4A9998D7B0AE}"/>
                </a:ext>
              </a:extLst>
            </p:cNvPr>
            <p:cNvSpPr/>
            <p:nvPr/>
          </p:nvSpPr>
          <p:spPr>
            <a:xfrm>
              <a:off x="2531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1" name="타원 17210">
              <a:extLst>
                <a:ext uri="{FF2B5EF4-FFF2-40B4-BE49-F238E27FC236}">
                  <a16:creationId xmlns:a16="http://schemas.microsoft.com/office/drawing/2014/main" id="{9F928881-1158-453C-A5EA-A7875C47F180}"/>
                </a:ext>
              </a:extLst>
            </p:cNvPr>
            <p:cNvSpPr/>
            <p:nvPr/>
          </p:nvSpPr>
          <p:spPr>
            <a:xfrm>
              <a:off x="2683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2" name="타원 17211">
              <a:extLst>
                <a:ext uri="{FF2B5EF4-FFF2-40B4-BE49-F238E27FC236}">
                  <a16:creationId xmlns:a16="http://schemas.microsoft.com/office/drawing/2014/main" id="{9750C887-B31E-43C9-8A5A-CBF6AE017393}"/>
                </a:ext>
              </a:extLst>
            </p:cNvPr>
            <p:cNvSpPr/>
            <p:nvPr/>
          </p:nvSpPr>
          <p:spPr>
            <a:xfrm>
              <a:off x="2836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3" name="타원 17212">
              <a:extLst>
                <a:ext uri="{FF2B5EF4-FFF2-40B4-BE49-F238E27FC236}">
                  <a16:creationId xmlns:a16="http://schemas.microsoft.com/office/drawing/2014/main" id="{7796E02C-C971-432A-A36F-FFA9DFED5831}"/>
                </a:ext>
              </a:extLst>
            </p:cNvPr>
            <p:cNvSpPr/>
            <p:nvPr/>
          </p:nvSpPr>
          <p:spPr>
            <a:xfrm>
              <a:off x="2988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4" name="타원 17213">
              <a:extLst>
                <a:ext uri="{FF2B5EF4-FFF2-40B4-BE49-F238E27FC236}">
                  <a16:creationId xmlns:a16="http://schemas.microsoft.com/office/drawing/2014/main" id="{1F8FE712-337C-45DA-9FBA-22BC50482E9B}"/>
                </a:ext>
              </a:extLst>
            </p:cNvPr>
            <p:cNvSpPr/>
            <p:nvPr/>
          </p:nvSpPr>
          <p:spPr>
            <a:xfrm>
              <a:off x="3140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5" name="타원 17214">
              <a:extLst>
                <a:ext uri="{FF2B5EF4-FFF2-40B4-BE49-F238E27FC236}">
                  <a16:creationId xmlns:a16="http://schemas.microsoft.com/office/drawing/2014/main" id="{93003A73-715F-4628-BCC4-E199C515D7DF}"/>
                </a:ext>
              </a:extLst>
            </p:cNvPr>
            <p:cNvSpPr/>
            <p:nvPr/>
          </p:nvSpPr>
          <p:spPr>
            <a:xfrm>
              <a:off x="3293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6" name="타원 17215">
              <a:extLst>
                <a:ext uri="{FF2B5EF4-FFF2-40B4-BE49-F238E27FC236}">
                  <a16:creationId xmlns:a16="http://schemas.microsoft.com/office/drawing/2014/main" id="{2AF20E15-E0F8-4B5A-8EC1-3376C304C537}"/>
                </a:ext>
              </a:extLst>
            </p:cNvPr>
            <p:cNvSpPr/>
            <p:nvPr/>
          </p:nvSpPr>
          <p:spPr>
            <a:xfrm>
              <a:off x="3445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7" name="타원 17216">
              <a:extLst>
                <a:ext uri="{FF2B5EF4-FFF2-40B4-BE49-F238E27FC236}">
                  <a16:creationId xmlns:a16="http://schemas.microsoft.com/office/drawing/2014/main" id="{47261A5A-D2D4-44B7-A38F-0034F57966C4}"/>
                </a:ext>
              </a:extLst>
            </p:cNvPr>
            <p:cNvSpPr/>
            <p:nvPr/>
          </p:nvSpPr>
          <p:spPr>
            <a:xfrm>
              <a:off x="3598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8" name="타원 17217">
              <a:extLst>
                <a:ext uri="{FF2B5EF4-FFF2-40B4-BE49-F238E27FC236}">
                  <a16:creationId xmlns:a16="http://schemas.microsoft.com/office/drawing/2014/main" id="{E25B8A7F-F3CD-49CB-BAAB-1641ED8BBA1E}"/>
                </a:ext>
              </a:extLst>
            </p:cNvPr>
            <p:cNvSpPr/>
            <p:nvPr/>
          </p:nvSpPr>
          <p:spPr>
            <a:xfrm>
              <a:off x="3750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19" name="타원 17218">
              <a:extLst>
                <a:ext uri="{FF2B5EF4-FFF2-40B4-BE49-F238E27FC236}">
                  <a16:creationId xmlns:a16="http://schemas.microsoft.com/office/drawing/2014/main" id="{5BB99F95-BDED-46FB-BEF7-F0DEC86F2CF3}"/>
                </a:ext>
              </a:extLst>
            </p:cNvPr>
            <p:cNvSpPr/>
            <p:nvPr/>
          </p:nvSpPr>
          <p:spPr>
            <a:xfrm>
              <a:off x="3902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0" name="타원 17219">
              <a:extLst>
                <a:ext uri="{FF2B5EF4-FFF2-40B4-BE49-F238E27FC236}">
                  <a16:creationId xmlns:a16="http://schemas.microsoft.com/office/drawing/2014/main" id="{9C54D99D-502C-42D0-AF7D-D4A95536EA81}"/>
                </a:ext>
              </a:extLst>
            </p:cNvPr>
            <p:cNvSpPr/>
            <p:nvPr/>
          </p:nvSpPr>
          <p:spPr>
            <a:xfrm>
              <a:off x="4055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1" name="타원 17220">
              <a:extLst>
                <a:ext uri="{FF2B5EF4-FFF2-40B4-BE49-F238E27FC236}">
                  <a16:creationId xmlns:a16="http://schemas.microsoft.com/office/drawing/2014/main" id="{372BEF8F-7F92-400B-A024-3162005B6B61}"/>
                </a:ext>
              </a:extLst>
            </p:cNvPr>
            <p:cNvSpPr/>
            <p:nvPr/>
          </p:nvSpPr>
          <p:spPr>
            <a:xfrm>
              <a:off x="4207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2" name="타원 17221">
              <a:extLst>
                <a:ext uri="{FF2B5EF4-FFF2-40B4-BE49-F238E27FC236}">
                  <a16:creationId xmlns:a16="http://schemas.microsoft.com/office/drawing/2014/main" id="{2799C428-ABD6-4F4D-A66D-75026F81EE03}"/>
                </a:ext>
              </a:extLst>
            </p:cNvPr>
            <p:cNvSpPr/>
            <p:nvPr/>
          </p:nvSpPr>
          <p:spPr>
            <a:xfrm>
              <a:off x="4360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3" name="타원 17222">
              <a:extLst>
                <a:ext uri="{FF2B5EF4-FFF2-40B4-BE49-F238E27FC236}">
                  <a16:creationId xmlns:a16="http://schemas.microsoft.com/office/drawing/2014/main" id="{DBE870B9-899F-4885-8761-5639E4C532D0}"/>
                </a:ext>
              </a:extLst>
            </p:cNvPr>
            <p:cNvSpPr/>
            <p:nvPr/>
          </p:nvSpPr>
          <p:spPr>
            <a:xfrm>
              <a:off x="4512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4" name="타원 17223">
              <a:extLst>
                <a:ext uri="{FF2B5EF4-FFF2-40B4-BE49-F238E27FC236}">
                  <a16:creationId xmlns:a16="http://schemas.microsoft.com/office/drawing/2014/main" id="{86169B1A-5838-4BDD-97EF-6D0A512321AC}"/>
                </a:ext>
              </a:extLst>
            </p:cNvPr>
            <p:cNvSpPr/>
            <p:nvPr/>
          </p:nvSpPr>
          <p:spPr>
            <a:xfrm>
              <a:off x="4664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5" name="타원 17224">
              <a:extLst>
                <a:ext uri="{FF2B5EF4-FFF2-40B4-BE49-F238E27FC236}">
                  <a16:creationId xmlns:a16="http://schemas.microsoft.com/office/drawing/2014/main" id="{E72876B9-F19F-40CD-A301-4B22C94EBBAE}"/>
                </a:ext>
              </a:extLst>
            </p:cNvPr>
            <p:cNvSpPr/>
            <p:nvPr/>
          </p:nvSpPr>
          <p:spPr>
            <a:xfrm>
              <a:off x="4817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6" name="타원 17225">
              <a:extLst>
                <a:ext uri="{FF2B5EF4-FFF2-40B4-BE49-F238E27FC236}">
                  <a16:creationId xmlns:a16="http://schemas.microsoft.com/office/drawing/2014/main" id="{2F6B750C-8EFC-459D-985D-6D48CC94478B}"/>
                </a:ext>
              </a:extLst>
            </p:cNvPr>
            <p:cNvSpPr/>
            <p:nvPr/>
          </p:nvSpPr>
          <p:spPr>
            <a:xfrm>
              <a:off x="4969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7" name="타원 17226">
              <a:extLst>
                <a:ext uri="{FF2B5EF4-FFF2-40B4-BE49-F238E27FC236}">
                  <a16:creationId xmlns:a16="http://schemas.microsoft.com/office/drawing/2014/main" id="{AE2AB93C-7976-4D88-AF52-C755A7463CC2}"/>
                </a:ext>
              </a:extLst>
            </p:cNvPr>
            <p:cNvSpPr/>
            <p:nvPr/>
          </p:nvSpPr>
          <p:spPr>
            <a:xfrm>
              <a:off x="5122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8" name="타원 17227">
              <a:extLst>
                <a:ext uri="{FF2B5EF4-FFF2-40B4-BE49-F238E27FC236}">
                  <a16:creationId xmlns:a16="http://schemas.microsoft.com/office/drawing/2014/main" id="{24477317-D720-4842-8AFE-854B6B38F974}"/>
                </a:ext>
              </a:extLst>
            </p:cNvPr>
            <p:cNvSpPr/>
            <p:nvPr/>
          </p:nvSpPr>
          <p:spPr>
            <a:xfrm>
              <a:off x="5274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29" name="타원 17228">
              <a:extLst>
                <a:ext uri="{FF2B5EF4-FFF2-40B4-BE49-F238E27FC236}">
                  <a16:creationId xmlns:a16="http://schemas.microsoft.com/office/drawing/2014/main" id="{E5A05B10-F7DB-445C-B589-2AD498D3A6D3}"/>
                </a:ext>
              </a:extLst>
            </p:cNvPr>
            <p:cNvSpPr/>
            <p:nvPr/>
          </p:nvSpPr>
          <p:spPr>
            <a:xfrm>
              <a:off x="5426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0" name="타원 17229">
              <a:extLst>
                <a:ext uri="{FF2B5EF4-FFF2-40B4-BE49-F238E27FC236}">
                  <a16:creationId xmlns:a16="http://schemas.microsoft.com/office/drawing/2014/main" id="{B7A54198-FC21-435E-8280-1739D76E5A77}"/>
                </a:ext>
              </a:extLst>
            </p:cNvPr>
            <p:cNvSpPr/>
            <p:nvPr/>
          </p:nvSpPr>
          <p:spPr>
            <a:xfrm>
              <a:off x="5579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1" name="타원 17230">
              <a:extLst>
                <a:ext uri="{FF2B5EF4-FFF2-40B4-BE49-F238E27FC236}">
                  <a16:creationId xmlns:a16="http://schemas.microsoft.com/office/drawing/2014/main" id="{535E772C-C224-48E3-B11A-A29838B0E736}"/>
                </a:ext>
              </a:extLst>
            </p:cNvPr>
            <p:cNvSpPr/>
            <p:nvPr/>
          </p:nvSpPr>
          <p:spPr>
            <a:xfrm>
              <a:off x="5731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2" name="타원 17231">
              <a:extLst>
                <a:ext uri="{FF2B5EF4-FFF2-40B4-BE49-F238E27FC236}">
                  <a16:creationId xmlns:a16="http://schemas.microsoft.com/office/drawing/2014/main" id="{758F3D53-9B28-418D-AA8F-5BFAA233EEC6}"/>
                </a:ext>
              </a:extLst>
            </p:cNvPr>
            <p:cNvSpPr/>
            <p:nvPr/>
          </p:nvSpPr>
          <p:spPr>
            <a:xfrm>
              <a:off x="245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3" name="타원 17232">
              <a:extLst>
                <a:ext uri="{FF2B5EF4-FFF2-40B4-BE49-F238E27FC236}">
                  <a16:creationId xmlns:a16="http://schemas.microsoft.com/office/drawing/2014/main" id="{8C9966E8-9F65-4012-BFBF-FC20240EE2A9}"/>
                </a:ext>
              </a:extLst>
            </p:cNvPr>
            <p:cNvSpPr/>
            <p:nvPr/>
          </p:nvSpPr>
          <p:spPr>
            <a:xfrm>
              <a:off x="397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4" name="타원 17233">
              <a:extLst>
                <a:ext uri="{FF2B5EF4-FFF2-40B4-BE49-F238E27FC236}">
                  <a16:creationId xmlns:a16="http://schemas.microsoft.com/office/drawing/2014/main" id="{A6D157A6-CCF1-4229-AD36-C1CA269D7788}"/>
                </a:ext>
              </a:extLst>
            </p:cNvPr>
            <p:cNvSpPr/>
            <p:nvPr/>
          </p:nvSpPr>
          <p:spPr>
            <a:xfrm>
              <a:off x="550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5" name="타원 17234">
              <a:extLst>
                <a:ext uri="{FF2B5EF4-FFF2-40B4-BE49-F238E27FC236}">
                  <a16:creationId xmlns:a16="http://schemas.microsoft.com/office/drawing/2014/main" id="{0389A4CE-AEC5-4AAD-A064-2B835C7D169E}"/>
                </a:ext>
              </a:extLst>
            </p:cNvPr>
            <p:cNvSpPr/>
            <p:nvPr/>
          </p:nvSpPr>
          <p:spPr>
            <a:xfrm>
              <a:off x="702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6" name="타원 17235">
              <a:extLst>
                <a:ext uri="{FF2B5EF4-FFF2-40B4-BE49-F238E27FC236}">
                  <a16:creationId xmlns:a16="http://schemas.microsoft.com/office/drawing/2014/main" id="{C0A8B5D1-5B30-4F5F-BF8B-3090C13CB361}"/>
                </a:ext>
              </a:extLst>
            </p:cNvPr>
            <p:cNvSpPr/>
            <p:nvPr/>
          </p:nvSpPr>
          <p:spPr>
            <a:xfrm>
              <a:off x="854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7" name="타원 17236">
              <a:extLst>
                <a:ext uri="{FF2B5EF4-FFF2-40B4-BE49-F238E27FC236}">
                  <a16:creationId xmlns:a16="http://schemas.microsoft.com/office/drawing/2014/main" id="{EA91236A-F114-4C19-B9D9-1D3711D402B7}"/>
                </a:ext>
              </a:extLst>
            </p:cNvPr>
            <p:cNvSpPr/>
            <p:nvPr/>
          </p:nvSpPr>
          <p:spPr>
            <a:xfrm>
              <a:off x="1007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8" name="타원 17237">
              <a:extLst>
                <a:ext uri="{FF2B5EF4-FFF2-40B4-BE49-F238E27FC236}">
                  <a16:creationId xmlns:a16="http://schemas.microsoft.com/office/drawing/2014/main" id="{FCA38230-0A78-4FE7-9B42-292094411678}"/>
                </a:ext>
              </a:extLst>
            </p:cNvPr>
            <p:cNvSpPr/>
            <p:nvPr/>
          </p:nvSpPr>
          <p:spPr>
            <a:xfrm>
              <a:off x="1159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39" name="타원 17238">
              <a:extLst>
                <a:ext uri="{FF2B5EF4-FFF2-40B4-BE49-F238E27FC236}">
                  <a16:creationId xmlns:a16="http://schemas.microsoft.com/office/drawing/2014/main" id="{F1B1E35B-6943-4292-90AD-1F1FE14CC959}"/>
                </a:ext>
              </a:extLst>
            </p:cNvPr>
            <p:cNvSpPr/>
            <p:nvPr/>
          </p:nvSpPr>
          <p:spPr>
            <a:xfrm>
              <a:off x="1312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0" name="타원 17239">
              <a:extLst>
                <a:ext uri="{FF2B5EF4-FFF2-40B4-BE49-F238E27FC236}">
                  <a16:creationId xmlns:a16="http://schemas.microsoft.com/office/drawing/2014/main" id="{484F30B2-3BCA-490C-998E-D4246CCDF7D3}"/>
                </a:ext>
              </a:extLst>
            </p:cNvPr>
            <p:cNvSpPr/>
            <p:nvPr/>
          </p:nvSpPr>
          <p:spPr>
            <a:xfrm>
              <a:off x="1464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1" name="타원 17240">
              <a:extLst>
                <a:ext uri="{FF2B5EF4-FFF2-40B4-BE49-F238E27FC236}">
                  <a16:creationId xmlns:a16="http://schemas.microsoft.com/office/drawing/2014/main" id="{2D048E82-3F27-4033-970E-F02AB774799F}"/>
                </a:ext>
              </a:extLst>
            </p:cNvPr>
            <p:cNvSpPr/>
            <p:nvPr/>
          </p:nvSpPr>
          <p:spPr>
            <a:xfrm>
              <a:off x="1616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2" name="타원 17241">
              <a:extLst>
                <a:ext uri="{FF2B5EF4-FFF2-40B4-BE49-F238E27FC236}">
                  <a16:creationId xmlns:a16="http://schemas.microsoft.com/office/drawing/2014/main" id="{B1D8A198-B85A-4A5A-8930-4D39F8EDE668}"/>
                </a:ext>
              </a:extLst>
            </p:cNvPr>
            <p:cNvSpPr/>
            <p:nvPr/>
          </p:nvSpPr>
          <p:spPr>
            <a:xfrm>
              <a:off x="1769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3" name="타원 17242">
              <a:extLst>
                <a:ext uri="{FF2B5EF4-FFF2-40B4-BE49-F238E27FC236}">
                  <a16:creationId xmlns:a16="http://schemas.microsoft.com/office/drawing/2014/main" id="{DC35E83A-1D11-4F7C-B30F-FE8D56209FCF}"/>
                </a:ext>
              </a:extLst>
            </p:cNvPr>
            <p:cNvSpPr/>
            <p:nvPr/>
          </p:nvSpPr>
          <p:spPr>
            <a:xfrm>
              <a:off x="1921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4" name="타원 17243">
              <a:extLst>
                <a:ext uri="{FF2B5EF4-FFF2-40B4-BE49-F238E27FC236}">
                  <a16:creationId xmlns:a16="http://schemas.microsoft.com/office/drawing/2014/main" id="{F17664A5-3973-492D-8921-E53219A2459B}"/>
                </a:ext>
              </a:extLst>
            </p:cNvPr>
            <p:cNvSpPr/>
            <p:nvPr/>
          </p:nvSpPr>
          <p:spPr>
            <a:xfrm>
              <a:off x="2074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5" name="타원 17244">
              <a:extLst>
                <a:ext uri="{FF2B5EF4-FFF2-40B4-BE49-F238E27FC236}">
                  <a16:creationId xmlns:a16="http://schemas.microsoft.com/office/drawing/2014/main" id="{C20064A5-5A65-46C5-BA8A-321B32DB2871}"/>
                </a:ext>
              </a:extLst>
            </p:cNvPr>
            <p:cNvSpPr/>
            <p:nvPr/>
          </p:nvSpPr>
          <p:spPr>
            <a:xfrm>
              <a:off x="2226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6" name="타원 17245">
              <a:extLst>
                <a:ext uri="{FF2B5EF4-FFF2-40B4-BE49-F238E27FC236}">
                  <a16:creationId xmlns:a16="http://schemas.microsoft.com/office/drawing/2014/main" id="{E60E5893-AE4A-4A94-BE7C-CD2C296AC2C8}"/>
                </a:ext>
              </a:extLst>
            </p:cNvPr>
            <p:cNvSpPr/>
            <p:nvPr/>
          </p:nvSpPr>
          <p:spPr>
            <a:xfrm>
              <a:off x="2378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7" name="타원 17246">
              <a:extLst>
                <a:ext uri="{FF2B5EF4-FFF2-40B4-BE49-F238E27FC236}">
                  <a16:creationId xmlns:a16="http://schemas.microsoft.com/office/drawing/2014/main" id="{9A6E2EE0-0F83-466D-BFB3-02BA5466B761}"/>
                </a:ext>
              </a:extLst>
            </p:cNvPr>
            <p:cNvSpPr/>
            <p:nvPr/>
          </p:nvSpPr>
          <p:spPr>
            <a:xfrm>
              <a:off x="2531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8" name="타원 17247">
              <a:extLst>
                <a:ext uri="{FF2B5EF4-FFF2-40B4-BE49-F238E27FC236}">
                  <a16:creationId xmlns:a16="http://schemas.microsoft.com/office/drawing/2014/main" id="{040A6464-C867-479B-ABF4-9CFAE1F3CC83}"/>
                </a:ext>
              </a:extLst>
            </p:cNvPr>
            <p:cNvSpPr/>
            <p:nvPr/>
          </p:nvSpPr>
          <p:spPr>
            <a:xfrm>
              <a:off x="2683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49" name="타원 17248">
              <a:extLst>
                <a:ext uri="{FF2B5EF4-FFF2-40B4-BE49-F238E27FC236}">
                  <a16:creationId xmlns:a16="http://schemas.microsoft.com/office/drawing/2014/main" id="{D5F5D739-90CB-418D-9514-8C8A4ED63C62}"/>
                </a:ext>
              </a:extLst>
            </p:cNvPr>
            <p:cNvSpPr/>
            <p:nvPr/>
          </p:nvSpPr>
          <p:spPr>
            <a:xfrm>
              <a:off x="2836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0" name="타원 17249">
              <a:extLst>
                <a:ext uri="{FF2B5EF4-FFF2-40B4-BE49-F238E27FC236}">
                  <a16:creationId xmlns:a16="http://schemas.microsoft.com/office/drawing/2014/main" id="{8A44E4F8-E401-4B5E-9CB8-B58900BFD820}"/>
                </a:ext>
              </a:extLst>
            </p:cNvPr>
            <p:cNvSpPr/>
            <p:nvPr/>
          </p:nvSpPr>
          <p:spPr>
            <a:xfrm>
              <a:off x="2988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1" name="타원 17250">
              <a:extLst>
                <a:ext uri="{FF2B5EF4-FFF2-40B4-BE49-F238E27FC236}">
                  <a16:creationId xmlns:a16="http://schemas.microsoft.com/office/drawing/2014/main" id="{7AD08791-A07B-4102-8302-970ABA5F02E0}"/>
                </a:ext>
              </a:extLst>
            </p:cNvPr>
            <p:cNvSpPr/>
            <p:nvPr/>
          </p:nvSpPr>
          <p:spPr>
            <a:xfrm>
              <a:off x="3140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2" name="타원 17251">
              <a:extLst>
                <a:ext uri="{FF2B5EF4-FFF2-40B4-BE49-F238E27FC236}">
                  <a16:creationId xmlns:a16="http://schemas.microsoft.com/office/drawing/2014/main" id="{67342B92-2D4A-4681-86EE-B1E5B08058D0}"/>
                </a:ext>
              </a:extLst>
            </p:cNvPr>
            <p:cNvSpPr/>
            <p:nvPr/>
          </p:nvSpPr>
          <p:spPr>
            <a:xfrm>
              <a:off x="3293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3" name="타원 17252">
              <a:extLst>
                <a:ext uri="{FF2B5EF4-FFF2-40B4-BE49-F238E27FC236}">
                  <a16:creationId xmlns:a16="http://schemas.microsoft.com/office/drawing/2014/main" id="{3C2926EE-C349-42BA-8D46-3345C0139688}"/>
                </a:ext>
              </a:extLst>
            </p:cNvPr>
            <p:cNvSpPr/>
            <p:nvPr/>
          </p:nvSpPr>
          <p:spPr>
            <a:xfrm>
              <a:off x="3445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4" name="타원 17253">
              <a:extLst>
                <a:ext uri="{FF2B5EF4-FFF2-40B4-BE49-F238E27FC236}">
                  <a16:creationId xmlns:a16="http://schemas.microsoft.com/office/drawing/2014/main" id="{AF39F541-4695-432B-BD95-4A2D83D6722C}"/>
                </a:ext>
              </a:extLst>
            </p:cNvPr>
            <p:cNvSpPr/>
            <p:nvPr/>
          </p:nvSpPr>
          <p:spPr>
            <a:xfrm>
              <a:off x="3598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5" name="타원 17254">
              <a:extLst>
                <a:ext uri="{FF2B5EF4-FFF2-40B4-BE49-F238E27FC236}">
                  <a16:creationId xmlns:a16="http://schemas.microsoft.com/office/drawing/2014/main" id="{A05C474E-300A-4574-8D33-817B2C6F1EC1}"/>
                </a:ext>
              </a:extLst>
            </p:cNvPr>
            <p:cNvSpPr/>
            <p:nvPr/>
          </p:nvSpPr>
          <p:spPr>
            <a:xfrm>
              <a:off x="3750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6" name="타원 17255">
              <a:extLst>
                <a:ext uri="{FF2B5EF4-FFF2-40B4-BE49-F238E27FC236}">
                  <a16:creationId xmlns:a16="http://schemas.microsoft.com/office/drawing/2014/main" id="{063E081D-D159-4C09-B5F5-A2DF02C91A30}"/>
                </a:ext>
              </a:extLst>
            </p:cNvPr>
            <p:cNvSpPr/>
            <p:nvPr/>
          </p:nvSpPr>
          <p:spPr>
            <a:xfrm>
              <a:off x="3902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7" name="타원 17256">
              <a:extLst>
                <a:ext uri="{FF2B5EF4-FFF2-40B4-BE49-F238E27FC236}">
                  <a16:creationId xmlns:a16="http://schemas.microsoft.com/office/drawing/2014/main" id="{EBADF2E0-BED1-4A99-9202-4D87702AA049}"/>
                </a:ext>
              </a:extLst>
            </p:cNvPr>
            <p:cNvSpPr/>
            <p:nvPr/>
          </p:nvSpPr>
          <p:spPr>
            <a:xfrm>
              <a:off x="4055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8" name="타원 17257">
              <a:extLst>
                <a:ext uri="{FF2B5EF4-FFF2-40B4-BE49-F238E27FC236}">
                  <a16:creationId xmlns:a16="http://schemas.microsoft.com/office/drawing/2014/main" id="{4D0A690F-502F-4EBE-9DAD-F51B61AAF8AE}"/>
                </a:ext>
              </a:extLst>
            </p:cNvPr>
            <p:cNvSpPr/>
            <p:nvPr/>
          </p:nvSpPr>
          <p:spPr>
            <a:xfrm>
              <a:off x="4207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59" name="타원 17258">
              <a:extLst>
                <a:ext uri="{FF2B5EF4-FFF2-40B4-BE49-F238E27FC236}">
                  <a16:creationId xmlns:a16="http://schemas.microsoft.com/office/drawing/2014/main" id="{06F55D0E-F4B3-4B20-83FF-EA64CE0768C4}"/>
                </a:ext>
              </a:extLst>
            </p:cNvPr>
            <p:cNvSpPr/>
            <p:nvPr/>
          </p:nvSpPr>
          <p:spPr>
            <a:xfrm>
              <a:off x="4360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0" name="타원 17259">
              <a:extLst>
                <a:ext uri="{FF2B5EF4-FFF2-40B4-BE49-F238E27FC236}">
                  <a16:creationId xmlns:a16="http://schemas.microsoft.com/office/drawing/2014/main" id="{FC4B036A-6C2A-43BC-B261-2A9B57EB2771}"/>
                </a:ext>
              </a:extLst>
            </p:cNvPr>
            <p:cNvSpPr/>
            <p:nvPr/>
          </p:nvSpPr>
          <p:spPr>
            <a:xfrm>
              <a:off x="4512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1" name="타원 17260">
              <a:extLst>
                <a:ext uri="{FF2B5EF4-FFF2-40B4-BE49-F238E27FC236}">
                  <a16:creationId xmlns:a16="http://schemas.microsoft.com/office/drawing/2014/main" id="{3716F67B-C82B-4C73-A922-9BDF4FC458A6}"/>
                </a:ext>
              </a:extLst>
            </p:cNvPr>
            <p:cNvSpPr/>
            <p:nvPr/>
          </p:nvSpPr>
          <p:spPr>
            <a:xfrm>
              <a:off x="4664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2" name="타원 17261">
              <a:extLst>
                <a:ext uri="{FF2B5EF4-FFF2-40B4-BE49-F238E27FC236}">
                  <a16:creationId xmlns:a16="http://schemas.microsoft.com/office/drawing/2014/main" id="{24906643-A2EC-41CB-86A4-5DDC90C7AB0A}"/>
                </a:ext>
              </a:extLst>
            </p:cNvPr>
            <p:cNvSpPr/>
            <p:nvPr/>
          </p:nvSpPr>
          <p:spPr>
            <a:xfrm>
              <a:off x="4817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3" name="타원 17262">
              <a:extLst>
                <a:ext uri="{FF2B5EF4-FFF2-40B4-BE49-F238E27FC236}">
                  <a16:creationId xmlns:a16="http://schemas.microsoft.com/office/drawing/2014/main" id="{B3153108-DE8A-4E46-9883-36358BBE25CA}"/>
                </a:ext>
              </a:extLst>
            </p:cNvPr>
            <p:cNvSpPr/>
            <p:nvPr/>
          </p:nvSpPr>
          <p:spPr>
            <a:xfrm>
              <a:off x="4969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4" name="타원 17263">
              <a:extLst>
                <a:ext uri="{FF2B5EF4-FFF2-40B4-BE49-F238E27FC236}">
                  <a16:creationId xmlns:a16="http://schemas.microsoft.com/office/drawing/2014/main" id="{4204580D-988B-45C0-8F47-F612A01DA06A}"/>
                </a:ext>
              </a:extLst>
            </p:cNvPr>
            <p:cNvSpPr/>
            <p:nvPr/>
          </p:nvSpPr>
          <p:spPr>
            <a:xfrm>
              <a:off x="5122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5" name="타원 17264">
              <a:extLst>
                <a:ext uri="{FF2B5EF4-FFF2-40B4-BE49-F238E27FC236}">
                  <a16:creationId xmlns:a16="http://schemas.microsoft.com/office/drawing/2014/main" id="{5BC7B5CD-0B0B-468F-B695-80858D962FA7}"/>
                </a:ext>
              </a:extLst>
            </p:cNvPr>
            <p:cNvSpPr/>
            <p:nvPr/>
          </p:nvSpPr>
          <p:spPr>
            <a:xfrm>
              <a:off x="5274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6" name="타원 17265">
              <a:extLst>
                <a:ext uri="{FF2B5EF4-FFF2-40B4-BE49-F238E27FC236}">
                  <a16:creationId xmlns:a16="http://schemas.microsoft.com/office/drawing/2014/main" id="{78A46F8F-F352-477D-A186-EA423C7E4F34}"/>
                </a:ext>
              </a:extLst>
            </p:cNvPr>
            <p:cNvSpPr/>
            <p:nvPr/>
          </p:nvSpPr>
          <p:spPr>
            <a:xfrm>
              <a:off x="5426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7" name="타원 17266">
              <a:extLst>
                <a:ext uri="{FF2B5EF4-FFF2-40B4-BE49-F238E27FC236}">
                  <a16:creationId xmlns:a16="http://schemas.microsoft.com/office/drawing/2014/main" id="{73893D7C-40E0-4180-A6EB-7689B4BAA859}"/>
                </a:ext>
              </a:extLst>
            </p:cNvPr>
            <p:cNvSpPr/>
            <p:nvPr/>
          </p:nvSpPr>
          <p:spPr>
            <a:xfrm>
              <a:off x="5579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68" name="타원 17267">
              <a:extLst>
                <a:ext uri="{FF2B5EF4-FFF2-40B4-BE49-F238E27FC236}">
                  <a16:creationId xmlns:a16="http://schemas.microsoft.com/office/drawing/2014/main" id="{1B6B089C-A711-4C35-9B3F-51BF86E29615}"/>
                </a:ext>
              </a:extLst>
            </p:cNvPr>
            <p:cNvSpPr/>
            <p:nvPr/>
          </p:nvSpPr>
          <p:spPr>
            <a:xfrm>
              <a:off x="5731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28" name="타원 13827">
              <a:extLst>
                <a:ext uri="{FF2B5EF4-FFF2-40B4-BE49-F238E27FC236}">
                  <a16:creationId xmlns:a16="http://schemas.microsoft.com/office/drawing/2014/main" id="{77A68C44-C89E-424D-8567-19CDA5153573}"/>
                </a:ext>
              </a:extLst>
            </p:cNvPr>
            <p:cNvSpPr/>
            <p:nvPr/>
          </p:nvSpPr>
          <p:spPr>
            <a:xfrm>
              <a:off x="245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29" name="타원 13828">
              <a:extLst>
                <a:ext uri="{FF2B5EF4-FFF2-40B4-BE49-F238E27FC236}">
                  <a16:creationId xmlns:a16="http://schemas.microsoft.com/office/drawing/2014/main" id="{751B48C4-1A81-4DA5-8AD2-300DEDD5141B}"/>
                </a:ext>
              </a:extLst>
            </p:cNvPr>
            <p:cNvSpPr/>
            <p:nvPr/>
          </p:nvSpPr>
          <p:spPr>
            <a:xfrm>
              <a:off x="397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0" name="타원 13829">
              <a:extLst>
                <a:ext uri="{FF2B5EF4-FFF2-40B4-BE49-F238E27FC236}">
                  <a16:creationId xmlns:a16="http://schemas.microsoft.com/office/drawing/2014/main" id="{9D67023F-621B-44ED-AE57-998FD7CFBF67}"/>
                </a:ext>
              </a:extLst>
            </p:cNvPr>
            <p:cNvSpPr/>
            <p:nvPr/>
          </p:nvSpPr>
          <p:spPr>
            <a:xfrm>
              <a:off x="5501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1" name="타원 13830">
              <a:extLst>
                <a:ext uri="{FF2B5EF4-FFF2-40B4-BE49-F238E27FC236}">
                  <a16:creationId xmlns:a16="http://schemas.microsoft.com/office/drawing/2014/main" id="{574E81DD-5325-4B46-922A-A06D0723AE4C}"/>
                </a:ext>
              </a:extLst>
            </p:cNvPr>
            <p:cNvSpPr/>
            <p:nvPr/>
          </p:nvSpPr>
          <p:spPr>
            <a:xfrm>
              <a:off x="7025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2" name="타원 13831">
              <a:extLst>
                <a:ext uri="{FF2B5EF4-FFF2-40B4-BE49-F238E27FC236}">
                  <a16:creationId xmlns:a16="http://schemas.microsoft.com/office/drawing/2014/main" id="{920732C3-CFDA-49B9-B342-F5EB753D59CA}"/>
                </a:ext>
              </a:extLst>
            </p:cNvPr>
            <p:cNvSpPr/>
            <p:nvPr/>
          </p:nvSpPr>
          <p:spPr>
            <a:xfrm>
              <a:off x="8549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3" name="타원 13832">
              <a:extLst>
                <a:ext uri="{FF2B5EF4-FFF2-40B4-BE49-F238E27FC236}">
                  <a16:creationId xmlns:a16="http://schemas.microsoft.com/office/drawing/2014/main" id="{85BEA3D7-A983-42D9-983B-8050ACBAC4D3}"/>
                </a:ext>
              </a:extLst>
            </p:cNvPr>
            <p:cNvSpPr/>
            <p:nvPr/>
          </p:nvSpPr>
          <p:spPr>
            <a:xfrm>
              <a:off x="1007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4" name="타원 13833">
              <a:extLst>
                <a:ext uri="{FF2B5EF4-FFF2-40B4-BE49-F238E27FC236}">
                  <a16:creationId xmlns:a16="http://schemas.microsoft.com/office/drawing/2014/main" id="{C06C286F-C2D7-49FD-9E91-93DE4C9594EC}"/>
                </a:ext>
              </a:extLst>
            </p:cNvPr>
            <p:cNvSpPr/>
            <p:nvPr/>
          </p:nvSpPr>
          <p:spPr>
            <a:xfrm>
              <a:off x="1159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5" name="타원 13834">
              <a:extLst>
                <a:ext uri="{FF2B5EF4-FFF2-40B4-BE49-F238E27FC236}">
                  <a16:creationId xmlns:a16="http://schemas.microsoft.com/office/drawing/2014/main" id="{E7D03CFC-D5B9-4B40-BDD7-2FFEE5E57D23}"/>
                </a:ext>
              </a:extLst>
            </p:cNvPr>
            <p:cNvSpPr/>
            <p:nvPr/>
          </p:nvSpPr>
          <p:spPr>
            <a:xfrm>
              <a:off x="13121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6" name="타원 13835">
              <a:extLst>
                <a:ext uri="{FF2B5EF4-FFF2-40B4-BE49-F238E27FC236}">
                  <a16:creationId xmlns:a16="http://schemas.microsoft.com/office/drawing/2014/main" id="{F65DCD9B-A8A1-4FDD-A5BE-D3FC84935D31}"/>
                </a:ext>
              </a:extLst>
            </p:cNvPr>
            <p:cNvSpPr/>
            <p:nvPr/>
          </p:nvSpPr>
          <p:spPr>
            <a:xfrm>
              <a:off x="14645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7" name="타원 13836">
              <a:extLst>
                <a:ext uri="{FF2B5EF4-FFF2-40B4-BE49-F238E27FC236}">
                  <a16:creationId xmlns:a16="http://schemas.microsoft.com/office/drawing/2014/main" id="{A74FC9A5-240E-4395-8BA3-617B7AADB095}"/>
                </a:ext>
              </a:extLst>
            </p:cNvPr>
            <p:cNvSpPr/>
            <p:nvPr/>
          </p:nvSpPr>
          <p:spPr>
            <a:xfrm>
              <a:off x="16169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8" name="타원 13837">
              <a:extLst>
                <a:ext uri="{FF2B5EF4-FFF2-40B4-BE49-F238E27FC236}">
                  <a16:creationId xmlns:a16="http://schemas.microsoft.com/office/drawing/2014/main" id="{E96646BE-9771-4548-AA74-C85A9F904E09}"/>
                </a:ext>
              </a:extLst>
            </p:cNvPr>
            <p:cNvSpPr/>
            <p:nvPr/>
          </p:nvSpPr>
          <p:spPr>
            <a:xfrm>
              <a:off x="1769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39" name="타원 13838">
              <a:extLst>
                <a:ext uri="{FF2B5EF4-FFF2-40B4-BE49-F238E27FC236}">
                  <a16:creationId xmlns:a16="http://schemas.microsoft.com/office/drawing/2014/main" id="{596D9C65-78DF-410B-8F34-962587427B39}"/>
                </a:ext>
              </a:extLst>
            </p:cNvPr>
            <p:cNvSpPr/>
            <p:nvPr/>
          </p:nvSpPr>
          <p:spPr>
            <a:xfrm>
              <a:off x="1921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0" name="타원 13839">
              <a:extLst>
                <a:ext uri="{FF2B5EF4-FFF2-40B4-BE49-F238E27FC236}">
                  <a16:creationId xmlns:a16="http://schemas.microsoft.com/office/drawing/2014/main" id="{A3B1C13C-9C33-4701-9F96-109F7136EE3D}"/>
                </a:ext>
              </a:extLst>
            </p:cNvPr>
            <p:cNvSpPr/>
            <p:nvPr/>
          </p:nvSpPr>
          <p:spPr>
            <a:xfrm>
              <a:off x="20741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1" name="타원 13840">
              <a:extLst>
                <a:ext uri="{FF2B5EF4-FFF2-40B4-BE49-F238E27FC236}">
                  <a16:creationId xmlns:a16="http://schemas.microsoft.com/office/drawing/2014/main" id="{B485B415-708E-4754-9F32-C8054B6AF698}"/>
                </a:ext>
              </a:extLst>
            </p:cNvPr>
            <p:cNvSpPr/>
            <p:nvPr/>
          </p:nvSpPr>
          <p:spPr>
            <a:xfrm>
              <a:off x="22265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2" name="타원 13841">
              <a:extLst>
                <a:ext uri="{FF2B5EF4-FFF2-40B4-BE49-F238E27FC236}">
                  <a16:creationId xmlns:a16="http://schemas.microsoft.com/office/drawing/2014/main" id="{A54127FE-B51C-481D-94D6-156DCA5A65A2}"/>
                </a:ext>
              </a:extLst>
            </p:cNvPr>
            <p:cNvSpPr/>
            <p:nvPr/>
          </p:nvSpPr>
          <p:spPr>
            <a:xfrm>
              <a:off x="23789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3" name="타원 13842">
              <a:extLst>
                <a:ext uri="{FF2B5EF4-FFF2-40B4-BE49-F238E27FC236}">
                  <a16:creationId xmlns:a16="http://schemas.microsoft.com/office/drawing/2014/main" id="{31FA93A8-FC68-41ED-95B8-264886AD6E28}"/>
                </a:ext>
              </a:extLst>
            </p:cNvPr>
            <p:cNvSpPr/>
            <p:nvPr/>
          </p:nvSpPr>
          <p:spPr>
            <a:xfrm>
              <a:off x="2531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4" name="타원 13843">
              <a:extLst>
                <a:ext uri="{FF2B5EF4-FFF2-40B4-BE49-F238E27FC236}">
                  <a16:creationId xmlns:a16="http://schemas.microsoft.com/office/drawing/2014/main" id="{944FAB49-C4FE-41BC-8631-D2AF8BC0212A}"/>
                </a:ext>
              </a:extLst>
            </p:cNvPr>
            <p:cNvSpPr/>
            <p:nvPr/>
          </p:nvSpPr>
          <p:spPr>
            <a:xfrm>
              <a:off x="2683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5" name="타원 13844">
              <a:extLst>
                <a:ext uri="{FF2B5EF4-FFF2-40B4-BE49-F238E27FC236}">
                  <a16:creationId xmlns:a16="http://schemas.microsoft.com/office/drawing/2014/main" id="{B3F89C21-7C2D-4C1A-84F9-9ED3C3E8D519}"/>
                </a:ext>
              </a:extLst>
            </p:cNvPr>
            <p:cNvSpPr/>
            <p:nvPr/>
          </p:nvSpPr>
          <p:spPr>
            <a:xfrm>
              <a:off x="28361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6" name="타원 13845">
              <a:extLst>
                <a:ext uri="{FF2B5EF4-FFF2-40B4-BE49-F238E27FC236}">
                  <a16:creationId xmlns:a16="http://schemas.microsoft.com/office/drawing/2014/main" id="{2D04CD32-3496-478D-AAA0-33D7051D5900}"/>
                </a:ext>
              </a:extLst>
            </p:cNvPr>
            <p:cNvSpPr/>
            <p:nvPr/>
          </p:nvSpPr>
          <p:spPr>
            <a:xfrm>
              <a:off x="29885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7" name="타원 13846">
              <a:extLst>
                <a:ext uri="{FF2B5EF4-FFF2-40B4-BE49-F238E27FC236}">
                  <a16:creationId xmlns:a16="http://schemas.microsoft.com/office/drawing/2014/main" id="{2B7E6B11-E101-409C-93F5-89E8BC7692BB}"/>
                </a:ext>
              </a:extLst>
            </p:cNvPr>
            <p:cNvSpPr/>
            <p:nvPr/>
          </p:nvSpPr>
          <p:spPr>
            <a:xfrm>
              <a:off x="31409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8" name="타원 13847">
              <a:extLst>
                <a:ext uri="{FF2B5EF4-FFF2-40B4-BE49-F238E27FC236}">
                  <a16:creationId xmlns:a16="http://schemas.microsoft.com/office/drawing/2014/main" id="{E4A3ABF8-2AC1-4471-8179-237B183E2C3B}"/>
                </a:ext>
              </a:extLst>
            </p:cNvPr>
            <p:cNvSpPr/>
            <p:nvPr/>
          </p:nvSpPr>
          <p:spPr>
            <a:xfrm>
              <a:off x="3293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9" name="타원 13848">
              <a:extLst>
                <a:ext uri="{FF2B5EF4-FFF2-40B4-BE49-F238E27FC236}">
                  <a16:creationId xmlns:a16="http://schemas.microsoft.com/office/drawing/2014/main" id="{4CA64801-1CAD-4420-BE61-474EB7976D50}"/>
                </a:ext>
              </a:extLst>
            </p:cNvPr>
            <p:cNvSpPr/>
            <p:nvPr/>
          </p:nvSpPr>
          <p:spPr>
            <a:xfrm>
              <a:off x="3445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0" name="타원 13849">
              <a:extLst>
                <a:ext uri="{FF2B5EF4-FFF2-40B4-BE49-F238E27FC236}">
                  <a16:creationId xmlns:a16="http://schemas.microsoft.com/office/drawing/2014/main" id="{090BB495-2D82-4525-875F-D4C74CA72E78}"/>
                </a:ext>
              </a:extLst>
            </p:cNvPr>
            <p:cNvSpPr/>
            <p:nvPr/>
          </p:nvSpPr>
          <p:spPr>
            <a:xfrm>
              <a:off x="35981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1" name="타원 13850">
              <a:extLst>
                <a:ext uri="{FF2B5EF4-FFF2-40B4-BE49-F238E27FC236}">
                  <a16:creationId xmlns:a16="http://schemas.microsoft.com/office/drawing/2014/main" id="{D0D18E91-5002-49E5-8160-0C79C249D3D0}"/>
                </a:ext>
              </a:extLst>
            </p:cNvPr>
            <p:cNvSpPr/>
            <p:nvPr/>
          </p:nvSpPr>
          <p:spPr>
            <a:xfrm>
              <a:off x="37505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2" name="타원 13851">
              <a:extLst>
                <a:ext uri="{FF2B5EF4-FFF2-40B4-BE49-F238E27FC236}">
                  <a16:creationId xmlns:a16="http://schemas.microsoft.com/office/drawing/2014/main" id="{3E8D52CD-7AF0-4ED6-950A-81A25D0BEE0C}"/>
                </a:ext>
              </a:extLst>
            </p:cNvPr>
            <p:cNvSpPr/>
            <p:nvPr/>
          </p:nvSpPr>
          <p:spPr>
            <a:xfrm>
              <a:off x="39029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3" name="타원 13852">
              <a:extLst>
                <a:ext uri="{FF2B5EF4-FFF2-40B4-BE49-F238E27FC236}">
                  <a16:creationId xmlns:a16="http://schemas.microsoft.com/office/drawing/2014/main" id="{17AB017D-22F5-4547-A7B8-F30042B24B42}"/>
                </a:ext>
              </a:extLst>
            </p:cNvPr>
            <p:cNvSpPr/>
            <p:nvPr/>
          </p:nvSpPr>
          <p:spPr>
            <a:xfrm>
              <a:off x="4055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4" name="타원 13853">
              <a:extLst>
                <a:ext uri="{FF2B5EF4-FFF2-40B4-BE49-F238E27FC236}">
                  <a16:creationId xmlns:a16="http://schemas.microsoft.com/office/drawing/2014/main" id="{FAF7CC5A-0F1D-4AB4-85D6-6FFFDA11BE44}"/>
                </a:ext>
              </a:extLst>
            </p:cNvPr>
            <p:cNvSpPr/>
            <p:nvPr/>
          </p:nvSpPr>
          <p:spPr>
            <a:xfrm>
              <a:off x="4207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5" name="타원 13854">
              <a:extLst>
                <a:ext uri="{FF2B5EF4-FFF2-40B4-BE49-F238E27FC236}">
                  <a16:creationId xmlns:a16="http://schemas.microsoft.com/office/drawing/2014/main" id="{4E30718F-2251-472E-9C18-F2C0CAD0B44B}"/>
                </a:ext>
              </a:extLst>
            </p:cNvPr>
            <p:cNvSpPr/>
            <p:nvPr/>
          </p:nvSpPr>
          <p:spPr>
            <a:xfrm>
              <a:off x="43601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6" name="타원 13855">
              <a:extLst>
                <a:ext uri="{FF2B5EF4-FFF2-40B4-BE49-F238E27FC236}">
                  <a16:creationId xmlns:a16="http://schemas.microsoft.com/office/drawing/2014/main" id="{59317D01-459D-4764-A5BD-091F1FA45B8C}"/>
                </a:ext>
              </a:extLst>
            </p:cNvPr>
            <p:cNvSpPr/>
            <p:nvPr/>
          </p:nvSpPr>
          <p:spPr>
            <a:xfrm>
              <a:off x="45125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7" name="타원 13856">
              <a:extLst>
                <a:ext uri="{FF2B5EF4-FFF2-40B4-BE49-F238E27FC236}">
                  <a16:creationId xmlns:a16="http://schemas.microsoft.com/office/drawing/2014/main" id="{479420C2-35A9-4B46-8ADB-4375146922BE}"/>
                </a:ext>
              </a:extLst>
            </p:cNvPr>
            <p:cNvSpPr/>
            <p:nvPr/>
          </p:nvSpPr>
          <p:spPr>
            <a:xfrm>
              <a:off x="46649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8" name="타원 13857">
              <a:extLst>
                <a:ext uri="{FF2B5EF4-FFF2-40B4-BE49-F238E27FC236}">
                  <a16:creationId xmlns:a16="http://schemas.microsoft.com/office/drawing/2014/main" id="{3FF9D4D0-C207-4240-8FDC-0DADE209731B}"/>
                </a:ext>
              </a:extLst>
            </p:cNvPr>
            <p:cNvSpPr/>
            <p:nvPr/>
          </p:nvSpPr>
          <p:spPr>
            <a:xfrm>
              <a:off x="4817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9" name="타원 13858">
              <a:extLst>
                <a:ext uri="{FF2B5EF4-FFF2-40B4-BE49-F238E27FC236}">
                  <a16:creationId xmlns:a16="http://schemas.microsoft.com/office/drawing/2014/main" id="{2444B909-9B55-4985-8DAC-D980740B0237}"/>
                </a:ext>
              </a:extLst>
            </p:cNvPr>
            <p:cNvSpPr/>
            <p:nvPr/>
          </p:nvSpPr>
          <p:spPr>
            <a:xfrm>
              <a:off x="4969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0" name="타원 13859">
              <a:extLst>
                <a:ext uri="{FF2B5EF4-FFF2-40B4-BE49-F238E27FC236}">
                  <a16:creationId xmlns:a16="http://schemas.microsoft.com/office/drawing/2014/main" id="{F41EEF1B-8FBF-42A4-88A7-7DBD75ECE73E}"/>
                </a:ext>
              </a:extLst>
            </p:cNvPr>
            <p:cNvSpPr/>
            <p:nvPr/>
          </p:nvSpPr>
          <p:spPr>
            <a:xfrm>
              <a:off x="51221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1" name="타원 13860">
              <a:extLst>
                <a:ext uri="{FF2B5EF4-FFF2-40B4-BE49-F238E27FC236}">
                  <a16:creationId xmlns:a16="http://schemas.microsoft.com/office/drawing/2014/main" id="{CB4576B3-CB62-422E-A794-C066280726D0}"/>
                </a:ext>
              </a:extLst>
            </p:cNvPr>
            <p:cNvSpPr/>
            <p:nvPr/>
          </p:nvSpPr>
          <p:spPr>
            <a:xfrm>
              <a:off x="52745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2" name="타원 13861">
              <a:extLst>
                <a:ext uri="{FF2B5EF4-FFF2-40B4-BE49-F238E27FC236}">
                  <a16:creationId xmlns:a16="http://schemas.microsoft.com/office/drawing/2014/main" id="{AA3D3142-CD51-4FAF-8452-BE5F560BCB0B}"/>
                </a:ext>
              </a:extLst>
            </p:cNvPr>
            <p:cNvSpPr/>
            <p:nvPr/>
          </p:nvSpPr>
          <p:spPr>
            <a:xfrm>
              <a:off x="54269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3" name="타원 13862">
              <a:extLst>
                <a:ext uri="{FF2B5EF4-FFF2-40B4-BE49-F238E27FC236}">
                  <a16:creationId xmlns:a16="http://schemas.microsoft.com/office/drawing/2014/main" id="{EEED4677-3E6B-4BA7-B0F4-2DD9B042DC12}"/>
                </a:ext>
              </a:extLst>
            </p:cNvPr>
            <p:cNvSpPr/>
            <p:nvPr/>
          </p:nvSpPr>
          <p:spPr>
            <a:xfrm>
              <a:off x="55793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4" name="타원 13863">
              <a:extLst>
                <a:ext uri="{FF2B5EF4-FFF2-40B4-BE49-F238E27FC236}">
                  <a16:creationId xmlns:a16="http://schemas.microsoft.com/office/drawing/2014/main" id="{3FBD87DC-E948-440C-BE45-F85E27EDC9D8}"/>
                </a:ext>
              </a:extLst>
            </p:cNvPr>
            <p:cNvSpPr/>
            <p:nvPr/>
          </p:nvSpPr>
          <p:spPr>
            <a:xfrm>
              <a:off x="5731775" y="60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5" name="타원 13864">
              <a:extLst>
                <a:ext uri="{FF2B5EF4-FFF2-40B4-BE49-F238E27FC236}">
                  <a16:creationId xmlns:a16="http://schemas.microsoft.com/office/drawing/2014/main" id="{26162B3D-1890-43DF-9A8A-B692CB7E8E81}"/>
                </a:ext>
              </a:extLst>
            </p:cNvPr>
            <p:cNvSpPr/>
            <p:nvPr/>
          </p:nvSpPr>
          <p:spPr>
            <a:xfrm>
              <a:off x="245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6" name="타원 13865">
              <a:extLst>
                <a:ext uri="{FF2B5EF4-FFF2-40B4-BE49-F238E27FC236}">
                  <a16:creationId xmlns:a16="http://schemas.microsoft.com/office/drawing/2014/main" id="{8E36D297-F13D-4BB4-9795-10DD21024CA8}"/>
                </a:ext>
              </a:extLst>
            </p:cNvPr>
            <p:cNvSpPr/>
            <p:nvPr/>
          </p:nvSpPr>
          <p:spPr>
            <a:xfrm>
              <a:off x="397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7" name="타원 13866">
              <a:extLst>
                <a:ext uri="{FF2B5EF4-FFF2-40B4-BE49-F238E27FC236}">
                  <a16:creationId xmlns:a16="http://schemas.microsoft.com/office/drawing/2014/main" id="{B5E3E35E-52E4-43B3-BD4F-B1501DBE925E}"/>
                </a:ext>
              </a:extLst>
            </p:cNvPr>
            <p:cNvSpPr/>
            <p:nvPr/>
          </p:nvSpPr>
          <p:spPr>
            <a:xfrm>
              <a:off x="5501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8" name="타원 13867">
              <a:extLst>
                <a:ext uri="{FF2B5EF4-FFF2-40B4-BE49-F238E27FC236}">
                  <a16:creationId xmlns:a16="http://schemas.microsoft.com/office/drawing/2014/main" id="{ECB6D03C-DD28-4FD8-9AD8-A514FA3C97D5}"/>
                </a:ext>
              </a:extLst>
            </p:cNvPr>
            <p:cNvSpPr/>
            <p:nvPr/>
          </p:nvSpPr>
          <p:spPr>
            <a:xfrm>
              <a:off x="7025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9" name="타원 13868">
              <a:extLst>
                <a:ext uri="{FF2B5EF4-FFF2-40B4-BE49-F238E27FC236}">
                  <a16:creationId xmlns:a16="http://schemas.microsoft.com/office/drawing/2014/main" id="{46A84B1E-7A12-4BCB-AAEE-D937C3A9834A}"/>
                </a:ext>
              </a:extLst>
            </p:cNvPr>
            <p:cNvSpPr/>
            <p:nvPr/>
          </p:nvSpPr>
          <p:spPr>
            <a:xfrm>
              <a:off x="8549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0" name="타원 13869">
              <a:extLst>
                <a:ext uri="{FF2B5EF4-FFF2-40B4-BE49-F238E27FC236}">
                  <a16:creationId xmlns:a16="http://schemas.microsoft.com/office/drawing/2014/main" id="{9A5ABFA0-88CE-4667-B0B0-23BA9D6F474C}"/>
                </a:ext>
              </a:extLst>
            </p:cNvPr>
            <p:cNvSpPr/>
            <p:nvPr/>
          </p:nvSpPr>
          <p:spPr>
            <a:xfrm>
              <a:off x="1007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1" name="타원 13870">
              <a:extLst>
                <a:ext uri="{FF2B5EF4-FFF2-40B4-BE49-F238E27FC236}">
                  <a16:creationId xmlns:a16="http://schemas.microsoft.com/office/drawing/2014/main" id="{697B1645-76CA-463C-90FC-54804AD4C2B2}"/>
                </a:ext>
              </a:extLst>
            </p:cNvPr>
            <p:cNvSpPr/>
            <p:nvPr/>
          </p:nvSpPr>
          <p:spPr>
            <a:xfrm>
              <a:off x="1159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2" name="타원 13871">
              <a:extLst>
                <a:ext uri="{FF2B5EF4-FFF2-40B4-BE49-F238E27FC236}">
                  <a16:creationId xmlns:a16="http://schemas.microsoft.com/office/drawing/2014/main" id="{179AEE64-1A48-4403-B27C-B3C2B8A54DD8}"/>
                </a:ext>
              </a:extLst>
            </p:cNvPr>
            <p:cNvSpPr/>
            <p:nvPr/>
          </p:nvSpPr>
          <p:spPr>
            <a:xfrm>
              <a:off x="13121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3" name="타원 13872">
              <a:extLst>
                <a:ext uri="{FF2B5EF4-FFF2-40B4-BE49-F238E27FC236}">
                  <a16:creationId xmlns:a16="http://schemas.microsoft.com/office/drawing/2014/main" id="{13B29F77-9053-464E-A69B-C3266A9CCADD}"/>
                </a:ext>
              </a:extLst>
            </p:cNvPr>
            <p:cNvSpPr/>
            <p:nvPr/>
          </p:nvSpPr>
          <p:spPr>
            <a:xfrm>
              <a:off x="14645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4" name="타원 13873">
              <a:extLst>
                <a:ext uri="{FF2B5EF4-FFF2-40B4-BE49-F238E27FC236}">
                  <a16:creationId xmlns:a16="http://schemas.microsoft.com/office/drawing/2014/main" id="{72FA6C2B-D0C3-4A47-9D4D-B559FA03EA54}"/>
                </a:ext>
              </a:extLst>
            </p:cNvPr>
            <p:cNvSpPr/>
            <p:nvPr/>
          </p:nvSpPr>
          <p:spPr>
            <a:xfrm>
              <a:off x="16169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5" name="타원 13874">
              <a:extLst>
                <a:ext uri="{FF2B5EF4-FFF2-40B4-BE49-F238E27FC236}">
                  <a16:creationId xmlns:a16="http://schemas.microsoft.com/office/drawing/2014/main" id="{3E219D04-D8D4-4CE8-AD5D-430D6E6FC859}"/>
                </a:ext>
              </a:extLst>
            </p:cNvPr>
            <p:cNvSpPr/>
            <p:nvPr/>
          </p:nvSpPr>
          <p:spPr>
            <a:xfrm>
              <a:off x="1769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6" name="타원 13875">
              <a:extLst>
                <a:ext uri="{FF2B5EF4-FFF2-40B4-BE49-F238E27FC236}">
                  <a16:creationId xmlns:a16="http://schemas.microsoft.com/office/drawing/2014/main" id="{31C2D5E2-5288-48DB-ACBE-E7D4747A6F75}"/>
                </a:ext>
              </a:extLst>
            </p:cNvPr>
            <p:cNvSpPr/>
            <p:nvPr/>
          </p:nvSpPr>
          <p:spPr>
            <a:xfrm>
              <a:off x="1921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7" name="타원 13876">
              <a:extLst>
                <a:ext uri="{FF2B5EF4-FFF2-40B4-BE49-F238E27FC236}">
                  <a16:creationId xmlns:a16="http://schemas.microsoft.com/office/drawing/2014/main" id="{899CF5A8-2103-49CE-AD48-6B6EE6256664}"/>
                </a:ext>
              </a:extLst>
            </p:cNvPr>
            <p:cNvSpPr/>
            <p:nvPr/>
          </p:nvSpPr>
          <p:spPr>
            <a:xfrm>
              <a:off x="20741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8" name="타원 13877">
              <a:extLst>
                <a:ext uri="{FF2B5EF4-FFF2-40B4-BE49-F238E27FC236}">
                  <a16:creationId xmlns:a16="http://schemas.microsoft.com/office/drawing/2014/main" id="{BC174B34-4F9F-4685-B458-01416A74AF6B}"/>
                </a:ext>
              </a:extLst>
            </p:cNvPr>
            <p:cNvSpPr/>
            <p:nvPr/>
          </p:nvSpPr>
          <p:spPr>
            <a:xfrm>
              <a:off x="22265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9" name="타원 13878">
              <a:extLst>
                <a:ext uri="{FF2B5EF4-FFF2-40B4-BE49-F238E27FC236}">
                  <a16:creationId xmlns:a16="http://schemas.microsoft.com/office/drawing/2014/main" id="{49F393AB-F1B9-4404-818D-9100A871E799}"/>
                </a:ext>
              </a:extLst>
            </p:cNvPr>
            <p:cNvSpPr/>
            <p:nvPr/>
          </p:nvSpPr>
          <p:spPr>
            <a:xfrm>
              <a:off x="23789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0" name="타원 13879">
              <a:extLst>
                <a:ext uri="{FF2B5EF4-FFF2-40B4-BE49-F238E27FC236}">
                  <a16:creationId xmlns:a16="http://schemas.microsoft.com/office/drawing/2014/main" id="{CB13F94E-EF4F-4DFF-AC29-AA7737501945}"/>
                </a:ext>
              </a:extLst>
            </p:cNvPr>
            <p:cNvSpPr/>
            <p:nvPr/>
          </p:nvSpPr>
          <p:spPr>
            <a:xfrm>
              <a:off x="2531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1" name="타원 13880">
              <a:extLst>
                <a:ext uri="{FF2B5EF4-FFF2-40B4-BE49-F238E27FC236}">
                  <a16:creationId xmlns:a16="http://schemas.microsoft.com/office/drawing/2014/main" id="{DDFAC122-1AA3-43C0-9504-C0DD74DE1258}"/>
                </a:ext>
              </a:extLst>
            </p:cNvPr>
            <p:cNvSpPr/>
            <p:nvPr/>
          </p:nvSpPr>
          <p:spPr>
            <a:xfrm>
              <a:off x="2683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2" name="타원 13881">
              <a:extLst>
                <a:ext uri="{FF2B5EF4-FFF2-40B4-BE49-F238E27FC236}">
                  <a16:creationId xmlns:a16="http://schemas.microsoft.com/office/drawing/2014/main" id="{16F64D46-4501-4BF5-B596-AA5E8CDC891C}"/>
                </a:ext>
              </a:extLst>
            </p:cNvPr>
            <p:cNvSpPr/>
            <p:nvPr/>
          </p:nvSpPr>
          <p:spPr>
            <a:xfrm>
              <a:off x="28361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3" name="타원 13882">
              <a:extLst>
                <a:ext uri="{FF2B5EF4-FFF2-40B4-BE49-F238E27FC236}">
                  <a16:creationId xmlns:a16="http://schemas.microsoft.com/office/drawing/2014/main" id="{3936FE4D-6780-47A5-89C7-5DC57687ACD1}"/>
                </a:ext>
              </a:extLst>
            </p:cNvPr>
            <p:cNvSpPr/>
            <p:nvPr/>
          </p:nvSpPr>
          <p:spPr>
            <a:xfrm>
              <a:off x="29885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4" name="타원 13883">
              <a:extLst>
                <a:ext uri="{FF2B5EF4-FFF2-40B4-BE49-F238E27FC236}">
                  <a16:creationId xmlns:a16="http://schemas.microsoft.com/office/drawing/2014/main" id="{BE01B60F-3809-4388-BBCB-D9D9A9996FCE}"/>
                </a:ext>
              </a:extLst>
            </p:cNvPr>
            <p:cNvSpPr/>
            <p:nvPr/>
          </p:nvSpPr>
          <p:spPr>
            <a:xfrm>
              <a:off x="31409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5" name="타원 13884">
              <a:extLst>
                <a:ext uri="{FF2B5EF4-FFF2-40B4-BE49-F238E27FC236}">
                  <a16:creationId xmlns:a16="http://schemas.microsoft.com/office/drawing/2014/main" id="{070AF0EE-0F70-4CA0-9B52-AD995132F432}"/>
                </a:ext>
              </a:extLst>
            </p:cNvPr>
            <p:cNvSpPr/>
            <p:nvPr/>
          </p:nvSpPr>
          <p:spPr>
            <a:xfrm>
              <a:off x="3293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6" name="타원 13885">
              <a:extLst>
                <a:ext uri="{FF2B5EF4-FFF2-40B4-BE49-F238E27FC236}">
                  <a16:creationId xmlns:a16="http://schemas.microsoft.com/office/drawing/2014/main" id="{AC6714F4-3348-4E27-9B01-A79FF29BF0B1}"/>
                </a:ext>
              </a:extLst>
            </p:cNvPr>
            <p:cNvSpPr/>
            <p:nvPr/>
          </p:nvSpPr>
          <p:spPr>
            <a:xfrm>
              <a:off x="3445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7" name="타원 13886">
              <a:extLst>
                <a:ext uri="{FF2B5EF4-FFF2-40B4-BE49-F238E27FC236}">
                  <a16:creationId xmlns:a16="http://schemas.microsoft.com/office/drawing/2014/main" id="{324544FA-066C-458F-9F0D-850CC9AA0E94}"/>
                </a:ext>
              </a:extLst>
            </p:cNvPr>
            <p:cNvSpPr/>
            <p:nvPr/>
          </p:nvSpPr>
          <p:spPr>
            <a:xfrm>
              <a:off x="35981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8" name="타원 13887">
              <a:extLst>
                <a:ext uri="{FF2B5EF4-FFF2-40B4-BE49-F238E27FC236}">
                  <a16:creationId xmlns:a16="http://schemas.microsoft.com/office/drawing/2014/main" id="{644CA5C4-29D3-4142-B839-9B8A19CEC083}"/>
                </a:ext>
              </a:extLst>
            </p:cNvPr>
            <p:cNvSpPr/>
            <p:nvPr/>
          </p:nvSpPr>
          <p:spPr>
            <a:xfrm>
              <a:off x="37505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9" name="타원 13888">
              <a:extLst>
                <a:ext uri="{FF2B5EF4-FFF2-40B4-BE49-F238E27FC236}">
                  <a16:creationId xmlns:a16="http://schemas.microsoft.com/office/drawing/2014/main" id="{93C0A23E-5342-4677-8BD0-2545E0A52EE2}"/>
                </a:ext>
              </a:extLst>
            </p:cNvPr>
            <p:cNvSpPr/>
            <p:nvPr/>
          </p:nvSpPr>
          <p:spPr>
            <a:xfrm>
              <a:off x="39029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0" name="타원 13889">
              <a:extLst>
                <a:ext uri="{FF2B5EF4-FFF2-40B4-BE49-F238E27FC236}">
                  <a16:creationId xmlns:a16="http://schemas.microsoft.com/office/drawing/2014/main" id="{89FB2270-854C-496E-907D-ED183EF629BB}"/>
                </a:ext>
              </a:extLst>
            </p:cNvPr>
            <p:cNvSpPr/>
            <p:nvPr/>
          </p:nvSpPr>
          <p:spPr>
            <a:xfrm>
              <a:off x="4055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1" name="타원 13890">
              <a:extLst>
                <a:ext uri="{FF2B5EF4-FFF2-40B4-BE49-F238E27FC236}">
                  <a16:creationId xmlns:a16="http://schemas.microsoft.com/office/drawing/2014/main" id="{0C2CF26D-6FF3-44E6-A5C3-A12057A84090}"/>
                </a:ext>
              </a:extLst>
            </p:cNvPr>
            <p:cNvSpPr/>
            <p:nvPr/>
          </p:nvSpPr>
          <p:spPr>
            <a:xfrm>
              <a:off x="4207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2" name="타원 13891">
              <a:extLst>
                <a:ext uri="{FF2B5EF4-FFF2-40B4-BE49-F238E27FC236}">
                  <a16:creationId xmlns:a16="http://schemas.microsoft.com/office/drawing/2014/main" id="{F0E09B39-95F3-48F6-B6AA-BC39B930A059}"/>
                </a:ext>
              </a:extLst>
            </p:cNvPr>
            <p:cNvSpPr/>
            <p:nvPr/>
          </p:nvSpPr>
          <p:spPr>
            <a:xfrm>
              <a:off x="43601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3" name="타원 13892">
              <a:extLst>
                <a:ext uri="{FF2B5EF4-FFF2-40B4-BE49-F238E27FC236}">
                  <a16:creationId xmlns:a16="http://schemas.microsoft.com/office/drawing/2014/main" id="{90C8B77E-3B71-478D-88D0-85B80E552D7C}"/>
                </a:ext>
              </a:extLst>
            </p:cNvPr>
            <p:cNvSpPr/>
            <p:nvPr/>
          </p:nvSpPr>
          <p:spPr>
            <a:xfrm>
              <a:off x="45125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4" name="타원 13893">
              <a:extLst>
                <a:ext uri="{FF2B5EF4-FFF2-40B4-BE49-F238E27FC236}">
                  <a16:creationId xmlns:a16="http://schemas.microsoft.com/office/drawing/2014/main" id="{CA58F604-1F34-4249-95A7-280A35B86B98}"/>
                </a:ext>
              </a:extLst>
            </p:cNvPr>
            <p:cNvSpPr/>
            <p:nvPr/>
          </p:nvSpPr>
          <p:spPr>
            <a:xfrm>
              <a:off x="46649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5" name="타원 13894">
              <a:extLst>
                <a:ext uri="{FF2B5EF4-FFF2-40B4-BE49-F238E27FC236}">
                  <a16:creationId xmlns:a16="http://schemas.microsoft.com/office/drawing/2014/main" id="{37774967-6176-4D11-BD68-563401EF9612}"/>
                </a:ext>
              </a:extLst>
            </p:cNvPr>
            <p:cNvSpPr/>
            <p:nvPr/>
          </p:nvSpPr>
          <p:spPr>
            <a:xfrm>
              <a:off x="4817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6" name="타원 13895">
              <a:extLst>
                <a:ext uri="{FF2B5EF4-FFF2-40B4-BE49-F238E27FC236}">
                  <a16:creationId xmlns:a16="http://schemas.microsoft.com/office/drawing/2014/main" id="{261D5552-CC29-44CC-8A9D-39EE7B8970F2}"/>
                </a:ext>
              </a:extLst>
            </p:cNvPr>
            <p:cNvSpPr/>
            <p:nvPr/>
          </p:nvSpPr>
          <p:spPr>
            <a:xfrm>
              <a:off x="4969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7" name="타원 13896">
              <a:extLst>
                <a:ext uri="{FF2B5EF4-FFF2-40B4-BE49-F238E27FC236}">
                  <a16:creationId xmlns:a16="http://schemas.microsoft.com/office/drawing/2014/main" id="{C63864B1-624C-4F94-B30B-350CB085CB30}"/>
                </a:ext>
              </a:extLst>
            </p:cNvPr>
            <p:cNvSpPr/>
            <p:nvPr/>
          </p:nvSpPr>
          <p:spPr>
            <a:xfrm>
              <a:off x="51221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8" name="타원 13897">
              <a:extLst>
                <a:ext uri="{FF2B5EF4-FFF2-40B4-BE49-F238E27FC236}">
                  <a16:creationId xmlns:a16="http://schemas.microsoft.com/office/drawing/2014/main" id="{E7F5DDD3-AE72-4C52-B195-CDBA39A71416}"/>
                </a:ext>
              </a:extLst>
            </p:cNvPr>
            <p:cNvSpPr/>
            <p:nvPr/>
          </p:nvSpPr>
          <p:spPr>
            <a:xfrm>
              <a:off x="52745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9" name="타원 13898">
              <a:extLst>
                <a:ext uri="{FF2B5EF4-FFF2-40B4-BE49-F238E27FC236}">
                  <a16:creationId xmlns:a16="http://schemas.microsoft.com/office/drawing/2014/main" id="{2369BEE3-9889-44CF-AA5D-B7BE844A2E25}"/>
                </a:ext>
              </a:extLst>
            </p:cNvPr>
            <p:cNvSpPr/>
            <p:nvPr/>
          </p:nvSpPr>
          <p:spPr>
            <a:xfrm>
              <a:off x="54269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0" name="타원 13899">
              <a:extLst>
                <a:ext uri="{FF2B5EF4-FFF2-40B4-BE49-F238E27FC236}">
                  <a16:creationId xmlns:a16="http://schemas.microsoft.com/office/drawing/2014/main" id="{CBC0387E-7709-4BAE-9348-6CFBD03BD4B8}"/>
                </a:ext>
              </a:extLst>
            </p:cNvPr>
            <p:cNvSpPr/>
            <p:nvPr/>
          </p:nvSpPr>
          <p:spPr>
            <a:xfrm>
              <a:off x="55793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1" name="타원 13900">
              <a:extLst>
                <a:ext uri="{FF2B5EF4-FFF2-40B4-BE49-F238E27FC236}">
                  <a16:creationId xmlns:a16="http://schemas.microsoft.com/office/drawing/2014/main" id="{25DC7829-DD60-4040-8FDA-5CFFD6541FAF}"/>
                </a:ext>
              </a:extLst>
            </p:cNvPr>
            <p:cNvSpPr/>
            <p:nvPr/>
          </p:nvSpPr>
          <p:spPr>
            <a:xfrm>
              <a:off x="5731775" y="75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2" name="타원 13901">
              <a:extLst>
                <a:ext uri="{FF2B5EF4-FFF2-40B4-BE49-F238E27FC236}">
                  <a16:creationId xmlns:a16="http://schemas.microsoft.com/office/drawing/2014/main" id="{94AAB18D-F872-400D-BA5E-423F85DCCEA2}"/>
                </a:ext>
              </a:extLst>
            </p:cNvPr>
            <p:cNvSpPr/>
            <p:nvPr/>
          </p:nvSpPr>
          <p:spPr>
            <a:xfrm>
              <a:off x="245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3" name="타원 13902">
              <a:extLst>
                <a:ext uri="{FF2B5EF4-FFF2-40B4-BE49-F238E27FC236}">
                  <a16:creationId xmlns:a16="http://schemas.microsoft.com/office/drawing/2014/main" id="{8775604E-FDDE-424A-B556-7094DDD3D3AC}"/>
                </a:ext>
              </a:extLst>
            </p:cNvPr>
            <p:cNvSpPr/>
            <p:nvPr/>
          </p:nvSpPr>
          <p:spPr>
            <a:xfrm>
              <a:off x="397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4" name="타원 13903">
              <a:extLst>
                <a:ext uri="{FF2B5EF4-FFF2-40B4-BE49-F238E27FC236}">
                  <a16:creationId xmlns:a16="http://schemas.microsoft.com/office/drawing/2014/main" id="{02812105-BC77-4C5E-B664-C6924831FFE5}"/>
                </a:ext>
              </a:extLst>
            </p:cNvPr>
            <p:cNvSpPr/>
            <p:nvPr/>
          </p:nvSpPr>
          <p:spPr>
            <a:xfrm>
              <a:off x="5501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5" name="타원 13904">
              <a:extLst>
                <a:ext uri="{FF2B5EF4-FFF2-40B4-BE49-F238E27FC236}">
                  <a16:creationId xmlns:a16="http://schemas.microsoft.com/office/drawing/2014/main" id="{CAA9C136-67EF-4592-A2B7-F07838B2EDEC}"/>
                </a:ext>
              </a:extLst>
            </p:cNvPr>
            <p:cNvSpPr/>
            <p:nvPr/>
          </p:nvSpPr>
          <p:spPr>
            <a:xfrm>
              <a:off x="7025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6" name="타원 13905">
              <a:extLst>
                <a:ext uri="{FF2B5EF4-FFF2-40B4-BE49-F238E27FC236}">
                  <a16:creationId xmlns:a16="http://schemas.microsoft.com/office/drawing/2014/main" id="{59753435-0EF6-4D13-8ED8-690F3B7CBE46}"/>
                </a:ext>
              </a:extLst>
            </p:cNvPr>
            <p:cNvSpPr/>
            <p:nvPr/>
          </p:nvSpPr>
          <p:spPr>
            <a:xfrm>
              <a:off x="8549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7" name="타원 13906">
              <a:extLst>
                <a:ext uri="{FF2B5EF4-FFF2-40B4-BE49-F238E27FC236}">
                  <a16:creationId xmlns:a16="http://schemas.microsoft.com/office/drawing/2014/main" id="{7DCDF785-79D7-4148-AEC8-81320ED2F986}"/>
                </a:ext>
              </a:extLst>
            </p:cNvPr>
            <p:cNvSpPr/>
            <p:nvPr/>
          </p:nvSpPr>
          <p:spPr>
            <a:xfrm>
              <a:off x="1007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8" name="타원 13907">
              <a:extLst>
                <a:ext uri="{FF2B5EF4-FFF2-40B4-BE49-F238E27FC236}">
                  <a16:creationId xmlns:a16="http://schemas.microsoft.com/office/drawing/2014/main" id="{DDF33615-F2D0-4B1B-9D7A-259199D2F458}"/>
                </a:ext>
              </a:extLst>
            </p:cNvPr>
            <p:cNvSpPr/>
            <p:nvPr/>
          </p:nvSpPr>
          <p:spPr>
            <a:xfrm>
              <a:off x="1159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9" name="타원 13908">
              <a:extLst>
                <a:ext uri="{FF2B5EF4-FFF2-40B4-BE49-F238E27FC236}">
                  <a16:creationId xmlns:a16="http://schemas.microsoft.com/office/drawing/2014/main" id="{F2DD23DC-5616-4A2D-80A2-94696D326348}"/>
                </a:ext>
              </a:extLst>
            </p:cNvPr>
            <p:cNvSpPr/>
            <p:nvPr/>
          </p:nvSpPr>
          <p:spPr>
            <a:xfrm>
              <a:off x="13121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0" name="타원 13909">
              <a:extLst>
                <a:ext uri="{FF2B5EF4-FFF2-40B4-BE49-F238E27FC236}">
                  <a16:creationId xmlns:a16="http://schemas.microsoft.com/office/drawing/2014/main" id="{BB5ABB56-83DA-40FB-997A-BF15C41FF545}"/>
                </a:ext>
              </a:extLst>
            </p:cNvPr>
            <p:cNvSpPr/>
            <p:nvPr/>
          </p:nvSpPr>
          <p:spPr>
            <a:xfrm>
              <a:off x="14645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1" name="타원 13910">
              <a:extLst>
                <a:ext uri="{FF2B5EF4-FFF2-40B4-BE49-F238E27FC236}">
                  <a16:creationId xmlns:a16="http://schemas.microsoft.com/office/drawing/2014/main" id="{7F65F12B-3303-4FE3-B971-94CBB0661683}"/>
                </a:ext>
              </a:extLst>
            </p:cNvPr>
            <p:cNvSpPr/>
            <p:nvPr/>
          </p:nvSpPr>
          <p:spPr>
            <a:xfrm>
              <a:off x="16169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2" name="타원 13911">
              <a:extLst>
                <a:ext uri="{FF2B5EF4-FFF2-40B4-BE49-F238E27FC236}">
                  <a16:creationId xmlns:a16="http://schemas.microsoft.com/office/drawing/2014/main" id="{1998D263-EF4C-4383-9C59-2BCDD4FD2424}"/>
                </a:ext>
              </a:extLst>
            </p:cNvPr>
            <p:cNvSpPr/>
            <p:nvPr/>
          </p:nvSpPr>
          <p:spPr>
            <a:xfrm>
              <a:off x="1769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3" name="타원 13912">
              <a:extLst>
                <a:ext uri="{FF2B5EF4-FFF2-40B4-BE49-F238E27FC236}">
                  <a16:creationId xmlns:a16="http://schemas.microsoft.com/office/drawing/2014/main" id="{300E5DE7-FFDB-444A-ABBE-A1042BDC85FB}"/>
                </a:ext>
              </a:extLst>
            </p:cNvPr>
            <p:cNvSpPr/>
            <p:nvPr/>
          </p:nvSpPr>
          <p:spPr>
            <a:xfrm>
              <a:off x="1921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4" name="타원 13913">
              <a:extLst>
                <a:ext uri="{FF2B5EF4-FFF2-40B4-BE49-F238E27FC236}">
                  <a16:creationId xmlns:a16="http://schemas.microsoft.com/office/drawing/2014/main" id="{F7AEBE42-C308-4272-A651-1E899C8A3608}"/>
                </a:ext>
              </a:extLst>
            </p:cNvPr>
            <p:cNvSpPr/>
            <p:nvPr/>
          </p:nvSpPr>
          <p:spPr>
            <a:xfrm>
              <a:off x="20741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5" name="타원 13914">
              <a:extLst>
                <a:ext uri="{FF2B5EF4-FFF2-40B4-BE49-F238E27FC236}">
                  <a16:creationId xmlns:a16="http://schemas.microsoft.com/office/drawing/2014/main" id="{32A1C5B0-2CEF-4A33-BD0E-920468E36A88}"/>
                </a:ext>
              </a:extLst>
            </p:cNvPr>
            <p:cNvSpPr/>
            <p:nvPr/>
          </p:nvSpPr>
          <p:spPr>
            <a:xfrm>
              <a:off x="22265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6" name="타원 13915">
              <a:extLst>
                <a:ext uri="{FF2B5EF4-FFF2-40B4-BE49-F238E27FC236}">
                  <a16:creationId xmlns:a16="http://schemas.microsoft.com/office/drawing/2014/main" id="{FDDC4CA3-D48A-4CE5-BFAB-E3E316EDFBFF}"/>
                </a:ext>
              </a:extLst>
            </p:cNvPr>
            <p:cNvSpPr/>
            <p:nvPr/>
          </p:nvSpPr>
          <p:spPr>
            <a:xfrm>
              <a:off x="23789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7" name="타원 13916">
              <a:extLst>
                <a:ext uri="{FF2B5EF4-FFF2-40B4-BE49-F238E27FC236}">
                  <a16:creationId xmlns:a16="http://schemas.microsoft.com/office/drawing/2014/main" id="{EAEC3F2F-815E-4230-BE2B-E4DB62147537}"/>
                </a:ext>
              </a:extLst>
            </p:cNvPr>
            <p:cNvSpPr/>
            <p:nvPr/>
          </p:nvSpPr>
          <p:spPr>
            <a:xfrm>
              <a:off x="2531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8" name="타원 13917">
              <a:extLst>
                <a:ext uri="{FF2B5EF4-FFF2-40B4-BE49-F238E27FC236}">
                  <a16:creationId xmlns:a16="http://schemas.microsoft.com/office/drawing/2014/main" id="{80D12A06-99F6-45EB-B19F-DA96FEF79870}"/>
                </a:ext>
              </a:extLst>
            </p:cNvPr>
            <p:cNvSpPr/>
            <p:nvPr/>
          </p:nvSpPr>
          <p:spPr>
            <a:xfrm>
              <a:off x="2683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9" name="타원 13918">
              <a:extLst>
                <a:ext uri="{FF2B5EF4-FFF2-40B4-BE49-F238E27FC236}">
                  <a16:creationId xmlns:a16="http://schemas.microsoft.com/office/drawing/2014/main" id="{F75BCC15-F614-4769-B555-10D98C324D5D}"/>
                </a:ext>
              </a:extLst>
            </p:cNvPr>
            <p:cNvSpPr/>
            <p:nvPr/>
          </p:nvSpPr>
          <p:spPr>
            <a:xfrm>
              <a:off x="28361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0" name="타원 13919">
              <a:extLst>
                <a:ext uri="{FF2B5EF4-FFF2-40B4-BE49-F238E27FC236}">
                  <a16:creationId xmlns:a16="http://schemas.microsoft.com/office/drawing/2014/main" id="{0B72629F-D590-4842-99CD-3671D2F15876}"/>
                </a:ext>
              </a:extLst>
            </p:cNvPr>
            <p:cNvSpPr/>
            <p:nvPr/>
          </p:nvSpPr>
          <p:spPr>
            <a:xfrm>
              <a:off x="29885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1" name="타원 13920">
              <a:extLst>
                <a:ext uri="{FF2B5EF4-FFF2-40B4-BE49-F238E27FC236}">
                  <a16:creationId xmlns:a16="http://schemas.microsoft.com/office/drawing/2014/main" id="{7E338F91-BA84-4FC5-85AF-437825D5F712}"/>
                </a:ext>
              </a:extLst>
            </p:cNvPr>
            <p:cNvSpPr/>
            <p:nvPr/>
          </p:nvSpPr>
          <p:spPr>
            <a:xfrm>
              <a:off x="31409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2" name="타원 13921">
              <a:extLst>
                <a:ext uri="{FF2B5EF4-FFF2-40B4-BE49-F238E27FC236}">
                  <a16:creationId xmlns:a16="http://schemas.microsoft.com/office/drawing/2014/main" id="{C1EAC27E-5BD5-42EF-9542-847ABB68AEFD}"/>
                </a:ext>
              </a:extLst>
            </p:cNvPr>
            <p:cNvSpPr/>
            <p:nvPr/>
          </p:nvSpPr>
          <p:spPr>
            <a:xfrm>
              <a:off x="3293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3" name="타원 13922">
              <a:extLst>
                <a:ext uri="{FF2B5EF4-FFF2-40B4-BE49-F238E27FC236}">
                  <a16:creationId xmlns:a16="http://schemas.microsoft.com/office/drawing/2014/main" id="{9DB6D691-F622-4987-8B4C-FAFE751B67E5}"/>
                </a:ext>
              </a:extLst>
            </p:cNvPr>
            <p:cNvSpPr/>
            <p:nvPr/>
          </p:nvSpPr>
          <p:spPr>
            <a:xfrm>
              <a:off x="3445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4" name="타원 13923">
              <a:extLst>
                <a:ext uri="{FF2B5EF4-FFF2-40B4-BE49-F238E27FC236}">
                  <a16:creationId xmlns:a16="http://schemas.microsoft.com/office/drawing/2014/main" id="{3D2CA23B-4B9D-40B6-917A-3AE0D1855145}"/>
                </a:ext>
              </a:extLst>
            </p:cNvPr>
            <p:cNvSpPr/>
            <p:nvPr/>
          </p:nvSpPr>
          <p:spPr>
            <a:xfrm>
              <a:off x="35981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5" name="타원 13924">
              <a:extLst>
                <a:ext uri="{FF2B5EF4-FFF2-40B4-BE49-F238E27FC236}">
                  <a16:creationId xmlns:a16="http://schemas.microsoft.com/office/drawing/2014/main" id="{6E6E8706-4496-4AF6-BFC7-10D3AEA3227F}"/>
                </a:ext>
              </a:extLst>
            </p:cNvPr>
            <p:cNvSpPr/>
            <p:nvPr/>
          </p:nvSpPr>
          <p:spPr>
            <a:xfrm>
              <a:off x="37505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6" name="타원 13925">
              <a:extLst>
                <a:ext uri="{FF2B5EF4-FFF2-40B4-BE49-F238E27FC236}">
                  <a16:creationId xmlns:a16="http://schemas.microsoft.com/office/drawing/2014/main" id="{BE4D08B7-7DD6-445C-B50F-EE727A2EF611}"/>
                </a:ext>
              </a:extLst>
            </p:cNvPr>
            <p:cNvSpPr/>
            <p:nvPr/>
          </p:nvSpPr>
          <p:spPr>
            <a:xfrm>
              <a:off x="39029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7" name="타원 13926">
              <a:extLst>
                <a:ext uri="{FF2B5EF4-FFF2-40B4-BE49-F238E27FC236}">
                  <a16:creationId xmlns:a16="http://schemas.microsoft.com/office/drawing/2014/main" id="{80C35FD4-9655-496D-8817-EFD95B01538D}"/>
                </a:ext>
              </a:extLst>
            </p:cNvPr>
            <p:cNvSpPr/>
            <p:nvPr/>
          </p:nvSpPr>
          <p:spPr>
            <a:xfrm>
              <a:off x="4055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8" name="타원 13927">
              <a:extLst>
                <a:ext uri="{FF2B5EF4-FFF2-40B4-BE49-F238E27FC236}">
                  <a16:creationId xmlns:a16="http://schemas.microsoft.com/office/drawing/2014/main" id="{8921B4DF-FC05-4673-8DF0-A6453EE4DC74}"/>
                </a:ext>
              </a:extLst>
            </p:cNvPr>
            <p:cNvSpPr/>
            <p:nvPr/>
          </p:nvSpPr>
          <p:spPr>
            <a:xfrm>
              <a:off x="4207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9" name="타원 13928">
              <a:extLst>
                <a:ext uri="{FF2B5EF4-FFF2-40B4-BE49-F238E27FC236}">
                  <a16:creationId xmlns:a16="http://schemas.microsoft.com/office/drawing/2014/main" id="{12D73ED3-6760-437C-B755-C7B69DC6AFAD}"/>
                </a:ext>
              </a:extLst>
            </p:cNvPr>
            <p:cNvSpPr/>
            <p:nvPr/>
          </p:nvSpPr>
          <p:spPr>
            <a:xfrm>
              <a:off x="43601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0" name="타원 13929">
              <a:extLst>
                <a:ext uri="{FF2B5EF4-FFF2-40B4-BE49-F238E27FC236}">
                  <a16:creationId xmlns:a16="http://schemas.microsoft.com/office/drawing/2014/main" id="{EE471C33-51F8-4BD9-B207-1268CF6BE8CA}"/>
                </a:ext>
              </a:extLst>
            </p:cNvPr>
            <p:cNvSpPr/>
            <p:nvPr/>
          </p:nvSpPr>
          <p:spPr>
            <a:xfrm>
              <a:off x="45125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1" name="타원 13930">
              <a:extLst>
                <a:ext uri="{FF2B5EF4-FFF2-40B4-BE49-F238E27FC236}">
                  <a16:creationId xmlns:a16="http://schemas.microsoft.com/office/drawing/2014/main" id="{70C18126-0D0A-4455-BEFF-8BB7CBAD2418}"/>
                </a:ext>
              </a:extLst>
            </p:cNvPr>
            <p:cNvSpPr/>
            <p:nvPr/>
          </p:nvSpPr>
          <p:spPr>
            <a:xfrm>
              <a:off x="46649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2" name="타원 13931">
              <a:extLst>
                <a:ext uri="{FF2B5EF4-FFF2-40B4-BE49-F238E27FC236}">
                  <a16:creationId xmlns:a16="http://schemas.microsoft.com/office/drawing/2014/main" id="{9B22C76C-40D6-446C-A40C-5B22391CCBC2}"/>
                </a:ext>
              </a:extLst>
            </p:cNvPr>
            <p:cNvSpPr/>
            <p:nvPr/>
          </p:nvSpPr>
          <p:spPr>
            <a:xfrm>
              <a:off x="4817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3" name="타원 13932">
              <a:extLst>
                <a:ext uri="{FF2B5EF4-FFF2-40B4-BE49-F238E27FC236}">
                  <a16:creationId xmlns:a16="http://schemas.microsoft.com/office/drawing/2014/main" id="{22605241-CE2F-4750-849C-DC4366EA2242}"/>
                </a:ext>
              </a:extLst>
            </p:cNvPr>
            <p:cNvSpPr/>
            <p:nvPr/>
          </p:nvSpPr>
          <p:spPr>
            <a:xfrm>
              <a:off x="4969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4" name="타원 13933">
              <a:extLst>
                <a:ext uri="{FF2B5EF4-FFF2-40B4-BE49-F238E27FC236}">
                  <a16:creationId xmlns:a16="http://schemas.microsoft.com/office/drawing/2014/main" id="{1FC35CDA-38D2-42E6-ADFA-705C80455348}"/>
                </a:ext>
              </a:extLst>
            </p:cNvPr>
            <p:cNvSpPr/>
            <p:nvPr/>
          </p:nvSpPr>
          <p:spPr>
            <a:xfrm>
              <a:off x="51221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5" name="타원 13934">
              <a:extLst>
                <a:ext uri="{FF2B5EF4-FFF2-40B4-BE49-F238E27FC236}">
                  <a16:creationId xmlns:a16="http://schemas.microsoft.com/office/drawing/2014/main" id="{D703C5BE-6414-45B4-A177-19DFED008D78}"/>
                </a:ext>
              </a:extLst>
            </p:cNvPr>
            <p:cNvSpPr/>
            <p:nvPr/>
          </p:nvSpPr>
          <p:spPr>
            <a:xfrm>
              <a:off x="52745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6" name="타원 13935">
              <a:extLst>
                <a:ext uri="{FF2B5EF4-FFF2-40B4-BE49-F238E27FC236}">
                  <a16:creationId xmlns:a16="http://schemas.microsoft.com/office/drawing/2014/main" id="{26F570EF-DC74-4362-B135-6E7A359E1FCE}"/>
                </a:ext>
              </a:extLst>
            </p:cNvPr>
            <p:cNvSpPr/>
            <p:nvPr/>
          </p:nvSpPr>
          <p:spPr>
            <a:xfrm>
              <a:off x="54269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7" name="타원 13936">
              <a:extLst>
                <a:ext uri="{FF2B5EF4-FFF2-40B4-BE49-F238E27FC236}">
                  <a16:creationId xmlns:a16="http://schemas.microsoft.com/office/drawing/2014/main" id="{21D82562-E4BD-4339-8A4A-BB1A00BA9DAD}"/>
                </a:ext>
              </a:extLst>
            </p:cNvPr>
            <p:cNvSpPr/>
            <p:nvPr/>
          </p:nvSpPr>
          <p:spPr>
            <a:xfrm>
              <a:off x="55793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8" name="타원 13937">
              <a:extLst>
                <a:ext uri="{FF2B5EF4-FFF2-40B4-BE49-F238E27FC236}">
                  <a16:creationId xmlns:a16="http://schemas.microsoft.com/office/drawing/2014/main" id="{D8F066BE-C40F-4E52-84B8-19A8DAC1291A}"/>
                </a:ext>
              </a:extLst>
            </p:cNvPr>
            <p:cNvSpPr/>
            <p:nvPr/>
          </p:nvSpPr>
          <p:spPr>
            <a:xfrm>
              <a:off x="5731775" y="91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39" name="타원 13938">
              <a:extLst>
                <a:ext uri="{FF2B5EF4-FFF2-40B4-BE49-F238E27FC236}">
                  <a16:creationId xmlns:a16="http://schemas.microsoft.com/office/drawing/2014/main" id="{123A8754-FC0E-4640-9CCD-5FCDD38E71A0}"/>
                </a:ext>
              </a:extLst>
            </p:cNvPr>
            <p:cNvSpPr/>
            <p:nvPr/>
          </p:nvSpPr>
          <p:spPr>
            <a:xfrm>
              <a:off x="245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0" name="타원 13939">
              <a:extLst>
                <a:ext uri="{FF2B5EF4-FFF2-40B4-BE49-F238E27FC236}">
                  <a16:creationId xmlns:a16="http://schemas.microsoft.com/office/drawing/2014/main" id="{CDAAE1B8-0D04-4EE7-82F5-BB9524D3B9EC}"/>
                </a:ext>
              </a:extLst>
            </p:cNvPr>
            <p:cNvSpPr/>
            <p:nvPr/>
          </p:nvSpPr>
          <p:spPr>
            <a:xfrm>
              <a:off x="397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1" name="타원 13940">
              <a:extLst>
                <a:ext uri="{FF2B5EF4-FFF2-40B4-BE49-F238E27FC236}">
                  <a16:creationId xmlns:a16="http://schemas.microsoft.com/office/drawing/2014/main" id="{9140E88A-2D6F-4B80-A191-6BF81E5E60F9}"/>
                </a:ext>
              </a:extLst>
            </p:cNvPr>
            <p:cNvSpPr/>
            <p:nvPr/>
          </p:nvSpPr>
          <p:spPr>
            <a:xfrm>
              <a:off x="5501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2" name="타원 13941">
              <a:extLst>
                <a:ext uri="{FF2B5EF4-FFF2-40B4-BE49-F238E27FC236}">
                  <a16:creationId xmlns:a16="http://schemas.microsoft.com/office/drawing/2014/main" id="{F2AC7FC6-24F0-4535-A13D-E089A780AB5F}"/>
                </a:ext>
              </a:extLst>
            </p:cNvPr>
            <p:cNvSpPr/>
            <p:nvPr/>
          </p:nvSpPr>
          <p:spPr>
            <a:xfrm>
              <a:off x="7025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3" name="타원 13942">
              <a:extLst>
                <a:ext uri="{FF2B5EF4-FFF2-40B4-BE49-F238E27FC236}">
                  <a16:creationId xmlns:a16="http://schemas.microsoft.com/office/drawing/2014/main" id="{FF1C29E3-7499-4A4C-AEDC-E88813142A80}"/>
                </a:ext>
              </a:extLst>
            </p:cNvPr>
            <p:cNvSpPr/>
            <p:nvPr/>
          </p:nvSpPr>
          <p:spPr>
            <a:xfrm>
              <a:off x="8549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4" name="타원 13943">
              <a:extLst>
                <a:ext uri="{FF2B5EF4-FFF2-40B4-BE49-F238E27FC236}">
                  <a16:creationId xmlns:a16="http://schemas.microsoft.com/office/drawing/2014/main" id="{2A8917A9-BA94-4396-B273-E27A4F83560D}"/>
                </a:ext>
              </a:extLst>
            </p:cNvPr>
            <p:cNvSpPr/>
            <p:nvPr/>
          </p:nvSpPr>
          <p:spPr>
            <a:xfrm>
              <a:off x="1007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5" name="타원 13944">
              <a:extLst>
                <a:ext uri="{FF2B5EF4-FFF2-40B4-BE49-F238E27FC236}">
                  <a16:creationId xmlns:a16="http://schemas.microsoft.com/office/drawing/2014/main" id="{AC4187E1-603B-44E4-AFE3-477897A8B3E8}"/>
                </a:ext>
              </a:extLst>
            </p:cNvPr>
            <p:cNvSpPr/>
            <p:nvPr/>
          </p:nvSpPr>
          <p:spPr>
            <a:xfrm>
              <a:off x="1159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6" name="타원 13945">
              <a:extLst>
                <a:ext uri="{FF2B5EF4-FFF2-40B4-BE49-F238E27FC236}">
                  <a16:creationId xmlns:a16="http://schemas.microsoft.com/office/drawing/2014/main" id="{9F349C6E-3F78-4310-AACD-D96EFD4E51E1}"/>
                </a:ext>
              </a:extLst>
            </p:cNvPr>
            <p:cNvSpPr/>
            <p:nvPr/>
          </p:nvSpPr>
          <p:spPr>
            <a:xfrm>
              <a:off x="13121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7" name="타원 13946">
              <a:extLst>
                <a:ext uri="{FF2B5EF4-FFF2-40B4-BE49-F238E27FC236}">
                  <a16:creationId xmlns:a16="http://schemas.microsoft.com/office/drawing/2014/main" id="{BC064F48-8CBD-40B7-9A7D-431BE4854349}"/>
                </a:ext>
              </a:extLst>
            </p:cNvPr>
            <p:cNvSpPr/>
            <p:nvPr/>
          </p:nvSpPr>
          <p:spPr>
            <a:xfrm>
              <a:off x="14645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8" name="타원 13947">
              <a:extLst>
                <a:ext uri="{FF2B5EF4-FFF2-40B4-BE49-F238E27FC236}">
                  <a16:creationId xmlns:a16="http://schemas.microsoft.com/office/drawing/2014/main" id="{DD38C58D-6682-43D7-9F62-D634C6FC9EF2}"/>
                </a:ext>
              </a:extLst>
            </p:cNvPr>
            <p:cNvSpPr/>
            <p:nvPr/>
          </p:nvSpPr>
          <p:spPr>
            <a:xfrm>
              <a:off x="16169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49" name="타원 13948">
              <a:extLst>
                <a:ext uri="{FF2B5EF4-FFF2-40B4-BE49-F238E27FC236}">
                  <a16:creationId xmlns:a16="http://schemas.microsoft.com/office/drawing/2014/main" id="{719DDF0F-6130-45F5-ABD7-4D96C1D89FDB}"/>
                </a:ext>
              </a:extLst>
            </p:cNvPr>
            <p:cNvSpPr/>
            <p:nvPr/>
          </p:nvSpPr>
          <p:spPr>
            <a:xfrm>
              <a:off x="1769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0" name="타원 13949">
              <a:extLst>
                <a:ext uri="{FF2B5EF4-FFF2-40B4-BE49-F238E27FC236}">
                  <a16:creationId xmlns:a16="http://schemas.microsoft.com/office/drawing/2014/main" id="{9FE74AEC-7441-4A1C-BAEB-89AFBB47EEF5}"/>
                </a:ext>
              </a:extLst>
            </p:cNvPr>
            <p:cNvSpPr/>
            <p:nvPr/>
          </p:nvSpPr>
          <p:spPr>
            <a:xfrm>
              <a:off x="1921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1" name="타원 13950">
              <a:extLst>
                <a:ext uri="{FF2B5EF4-FFF2-40B4-BE49-F238E27FC236}">
                  <a16:creationId xmlns:a16="http://schemas.microsoft.com/office/drawing/2014/main" id="{A37443C8-3B4E-4F2A-8D02-8AB4EDF33E25}"/>
                </a:ext>
              </a:extLst>
            </p:cNvPr>
            <p:cNvSpPr/>
            <p:nvPr/>
          </p:nvSpPr>
          <p:spPr>
            <a:xfrm>
              <a:off x="20741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2" name="타원 13951">
              <a:extLst>
                <a:ext uri="{FF2B5EF4-FFF2-40B4-BE49-F238E27FC236}">
                  <a16:creationId xmlns:a16="http://schemas.microsoft.com/office/drawing/2014/main" id="{2D36F098-F330-4777-8291-4270ABA0A2E2}"/>
                </a:ext>
              </a:extLst>
            </p:cNvPr>
            <p:cNvSpPr/>
            <p:nvPr/>
          </p:nvSpPr>
          <p:spPr>
            <a:xfrm>
              <a:off x="22265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3" name="타원 13952">
              <a:extLst>
                <a:ext uri="{FF2B5EF4-FFF2-40B4-BE49-F238E27FC236}">
                  <a16:creationId xmlns:a16="http://schemas.microsoft.com/office/drawing/2014/main" id="{AAAD3F27-80F4-4F45-AB3E-7A54632E6AEB}"/>
                </a:ext>
              </a:extLst>
            </p:cNvPr>
            <p:cNvSpPr/>
            <p:nvPr/>
          </p:nvSpPr>
          <p:spPr>
            <a:xfrm>
              <a:off x="23789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4" name="타원 13953">
              <a:extLst>
                <a:ext uri="{FF2B5EF4-FFF2-40B4-BE49-F238E27FC236}">
                  <a16:creationId xmlns:a16="http://schemas.microsoft.com/office/drawing/2014/main" id="{87E8A773-2695-43F8-A767-F933B9A69541}"/>
                </a:ext>
              </a:extLst>
            </p:cNvPr>
            <p:cNvSpPr/>
            <p:nvPr/>
          </p:nvSpPr>
          <p:spPr>
            <a:xfrm>
              <a:off x="2531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5" name="타원 13954">
              <a:extLst>
                <a:ext uri="{FF2B5EF4-FFF2-40B4-BE49-F238E27FC236}">
                  <a16:creationId xmlns:a16="http://schemas.microsoft.com/office/drawing/2014/main" id="{F8F5C0BC-F340-426A-922E-6AC1C5930188}"/>
                </a:ext>
              </a:extLst>
            </p:cNvPr>
            <p:cNvSpPr/>
            <p:nvPr/>
          </p:nvSpPr>
          <p:spPr>
            <a:xfrm>
              <a:off x="2683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6" name="타원 13955">
              <a:extLst>
                <a:ext uri="{FF2B5EF4-FFF2-40B4-BE49-F238E27FC236}">
                  <a16:creationId xmlns:a16="http://schemas.microsoft.com/office/drawing/2014/main" id="{E7307A1A-F7D9-4453-BB9F-3D1E17B796FA}"/>
                </a:ext>
              </a:extLst>
            </p:cNvPr>
            <p:cNvSpPr/>
            <p:nvPr/>
          </p:nvSpPr>
          <p:spPr>
            <a:xfrm>
              <a:off x="28361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7" name="타원 13956">
              <a:extLst>
                <a:ext uri="{FF2B5EF4-FFF2-40B4-BE49-F238E27FC236}">
                  <a16:creationId xmlns:a16="http://schemas.microsoft.com/office/drawing/2014/main" id="{03A66CA1-ECAE-4CF8-8E30-D4D56DA8F24B}"/>
                </a:ext>
              </a:extLst>
            </p:cNvPr>
            <p:cNvSpPr/>
            <p:nvPr/>
          </p:nvSpPr>
          <p:spPr>
            <a:xfrm>
              <a:off x="29885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8" name="타원 13957">
              <a:extLst>
                <a:ext uri="{FF2B5EF4-FFF2-40B4-BE49-F238E27FC236}">
                  <a16:creationId xmlns:a16="http://schemas.microsoft.com/office/drawing/2014/main" id="{3D6917D8-39AD-405F-A1B6-0D24E7FBD1B2}"/>
                </a:ext>
              </a:extLst>
            </p:cNvPr>
            <p:cNvSpPr/>
            <p:nvPr/>
          </p:nvSpPr>
          <p:spPr>
            <a:xfrm>
              <a:off x="31409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59" name="타원 13958">
              <a:extLst>
                <a:ext uri="{FF2B5EF4-FFF2-40B4-BE49-F238E27FC236}">
                  <a16:creationId xmlns:a16="http://schemas.microsoft.com/office/drawing/2014/main" id="{EA5B4F35-DFA1-44D6-8AE7-68199BFECC1C}"/>
                </a:ext>
              </a:extLst>
            </p:cNvPr>
            <p:cNvSpPr/>
            <p:nvPr/>
          </p:nvSpPr>
          <p:spPr>
            <a:xfrm>
              <a:off x="3293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0" name="타원 13959">
              <a:extLst>
                <a:ext uri="{FF2B5EF4-FFF2-40B4-BE49-F238E27FC236}">
                  <a16:creationId xmlns:a16="http://schemas.microsoft.com/office/drawing/2014/main" id="{A3637B77-55B6-417B-B48F-B594EBF6110B}"/>
                </a:ext>
              </a:extLst>
            </p:cNvPr>
            <p:cNvSpPr/>
            <p:nvPr/>
          </p:nvSpPr>
          <p:spPr>
            <a:xfrm>
              <a:off x="3445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1" name="타원 13960">
              <a:extLst>
                <a:ext uri="{FF2B5EF4-FFF2-40B4-BE49-F238E27FC236}">
                  <a16:creationId xmlns:a16="http://schemas.microsoft.com/office/drawing/2014/main" id="{1A50DE9A-A283-4BDF-9185-63CB5EE650A7}"/>
                </a:ext>
              </a:extLst>
            </p:cNvPr>
            <p:cNvSpPr/>
            <p:nvPr/>
          </p:nvSpPr>
          <p:spPr>
            <a:xfrm>
              <a:off x="35981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2" name="타원 13961">
              <a:extLst>
                <a:ext uri="{FF2B5EF4-FFF2-40B4-BE49-F238E27FC236}">
                  <a16:creationId xmlns:a16="http://schemas.microsoft.com/office/drawing/2014/main" id="{1C7202FA-F62E-41FF-93C4-C89F8ED8EC4A}"/>
                </a:ext>
              </a:extLst>
            </p:cNvPr>
            <p:cNvSpPr/>
            <p:nvPr/>
          </p:nvSpPr>
          <p:spPr>
            <a:xfrm>
              <a:off x="37505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3" name="타원 13962">
              <a:extLst>
                <a:ext uri="{FF2B5EF4-FFF2-40B4-BE49-F238E27FC236}">
                  <a16:creationId xmlns:a16="http://schemas.microsoft.com/office/drawing/2014/main" id="{850508B6-B028-49BA-B66F-F377539C023F}"/>
                </a:ext>
              </a:extLst>
            </p:cNvPr>
            <p:cNvSpPr/>
            <p:nvPr/>
          </p:nvSpPr>
          <p:spPr>
            <a:xfrm>
              <a:off x="39029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4" name="타원 13963">
              <a:extLst>
                <a:ext uri="{FF2B5EF4-FFF2-40B4-BE49-F238E27FC236}">
                  <a16:creationId xmlns:a16="http://schemas.microsoft.com/office/drawing/2014/main" id="{42297DD6-1443-4FA3-A21D-18A170B64AB7}"/>
                </a:ext>
              </a:extLst>
            </p:cNvPr>
            <p:cNvSpPr/>
            <p:nvPr/>
          </p:nvSpPr>
          <p:spPr>
            <a:xfrm>
              <a:off x="4055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5" name="타원 13964">
              <a:extLst>
                <a:ext uri="{FF2B5EF4-FFF2-40B4-BE49-F238E27FC236}">
                  <a16:creationId xmlns:a16="http://schemas.microsoft.com/office/drawing/2014/main" id="{E38AAF6D-08A8-4570-9DAA-43205C32666A}"/>
                </a:ext>
              </a:extLst>
            </p:cNvPr>
            <p:cNvSpPr/>
            <p:nvPr/>
          </p:nvSpPr>
          <p:spPr>
            <a:xfrm>
              <a:off x="4207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6" name="타원 13965">
              <a:extLst>
                <a:ext uri="{FF2B5EF4-FFF2-40B4-BE49-F238E27FC236}">
                  <a16:creationId xmlns:a16="http://schemas.microsoft.com/office/drawing/2014/main" id="{50544256-5480-463A-893E-0A979921F21A}"/>
                </a:ext>
              </a:extLst>
            </p:cNvPr>
            <p:cNvSpPr/>
            <p:nvPr/>
          </p:nvSpPr>
          <p:spPr>
            <a:xfrm>
              <a:off x="43601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7" name="타원 13966">
              <a:extLst>
                <a:ext uri="{FF2B5EF4-FFF2-40B4-BE49-F238E27FC236}">
                  <a16:creationId xmlns:a16="http://schemas.microsoft.com/office/drawing/2014/main" id="{EFCB4924-522F-4A35-BC44-59DECB9DEDDE}"/>
                </a:ext>
              </a:extLst>
            </p:cNvPr>
            <p:cNvSpPr/>
            <p:nvPr/>
          </p:nvSpPr>
          <p:spPr>
            <a:xfrm>
              <a:off x="45125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8" name="타원 13967">
              <a:extLst>
                <a:ext uri="{FF2B5EF4-FFF2-40B4-BE49-F238E27FC236}">
                  <a16:creationId xmlns:a16="http://schemas.microsoft.com/office/drawing/2014/main" id="{DFD11401-BD70-4E73-97D0-260D2F6B9A38}"/>
                </a:ext>
              </a:extLst>
            </p:cNvPr>
            <p:cNvSpPr/>
            <p:nvPr/>
          </p:nvSpPr>
          <p:spPr>
            <a:xfrm>
              <a:off x="46649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69" name="타원 13968">
              <a:extLst>
                <a:ext uri="{FF2B5EF4-FFF2-40B4-BE49-F238E27FC236}">
                  <a16:creationId xmlns:a16="http://schemas.microsoft.com/office/drawing/2014/main" id="{0E1C0B26-1C2C-4F54-8FB4-CBB611FAF5D3}"/>
                </a:ext>
              </a:extLst>
            </p:cNvPr>
            <p:cNvSpPr/>
            <p:nvPr/>
          </p:nvSpPr>
          <p:spPr>
            <a:xfrm>
              <a:off x="4817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0" name="타원 13969">
              <a:extLst>
                <a:ext uri="{FF2B5EF4-FFF2-40B4-BE49-F238E27FC236}">
                  <a16:creationId xmlns:a16="http://schemas.microsoft.com/office/drawing/2014/main" id="{2C4DE2C4-C9E9-4002-8181-1E602D352687}"/>
                </a:ext>
              </a:extLst>
            </p:cNvPr>
            <p:cNvSpPr/>
            <p:nvPr/>
          </p:nvSpPr>
          <p:spPr>
            <a:xfrm>
              <a:off x="4969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1" name="타원 13970">
              <a:extLst>
                <a:ext uri="{FF2B5EF4-FFF2-40B4-BE49-F238E27FC236}">
                  <a16:creationId xmlns:a16="http://schemas.microsoft.com/office/drawing/2014/main" id="{23F2C33F-4E3E-4DA5-94DD-20055D4A1BFB}"/>
                </a:ext>
              </a:extLst>
            </p:cNvPr>
            <p:cNvSpPr/>
            <p:nvPr/>
          </p:nvSpPr>
          <p:spPr>
            <a:xfrm>
              <a:off x="51221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2" name="타원 13971">
              <a:extLst>
                <a:ext uri="{FF2B5EF4-FFF2-40B4-BE49-F238E27FC236}">
                  <a16:creationId xmlns:a16="http://schemas.microsoft.com/office/drawing/2014/main" id="{B67B421A-5D9E-48BB-A9EA-35CE75EA075F}"/>
                </a:ext>
              </a:extLst>
            </p:cNvPr>
            <p:cNvSpPr/>
            <p:nvPr/>
          </p:nvSpPr>
          <p:spPr>
            <a:xfrm>
              <a:off x="52745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3" name="타원 13972">
              <a:extLst>
                <a:ext uri="{FF2B5EF4-FFF2-40B4-BE49-F238E27FC236}">
                  <a16:creationId xmlns:a16="http://schemas.microsoft.com/office/drawing/2014/main" id="{FBF32262-512C-4553-B134-5A2253FD22DF}"/>
                </a:ext>
              </a:extLst>
            </p:cNvPr>
            <p:cNvSpPr/>
            <p:nvPr/>
          </p:nvSpPr>
          <p:spPr>
            <a:xfrm>
              <a:off x="54269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4" name="타원 13973">
              <a:extLst>
                <a:ext uri="{FF2B5EF4-FFF2-40B4-BE49-F238E27FC236}">
                  <a16:creationId xmlns:a16="http://schemas.microsoft.com/office/drawing/2014/main" id="{A54F3D5C-C3A2-4348-B835-3DBEBFA46704}"/>
                </a:ext>
              </a:extLst>
            </p:cNvPr>
            <p:cNvSpPr/>
            <p:nvPr/>
          </p:nvSpPr>
          <p:spPr>
            <a:xfrm>
              <a:off x="55793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5" name="타원 13974">
              <a:extLst>
                <a:ext uri="{FF2B5EF4-FFF2-40B4-BE49-F238E27FC236}">
                  <a16:creationId xmlns:a16="http://schemas.microsoft.com/office/drawing/2014/main" id="{8C56143B-8143-4F87-B41D-648FDDD906F9}"/>
                </a:ext>
              </a:extLst>
            </p:cNvPr>
            <p:cNvSpPr/>
            <p:nvPr/>
          </p:nvSpPr>
          <p:spPr>
            <a:xfrm>
              <a:off x="5731775" y="106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6" name="타원 13975">
              <a:extLst>
                <a:ext uri="{FF2B5EF4-FFF2-40B4-BE49-F238E27FC236}">
                  <a16:creationId xmlns:a16="http://schemas.microsoft.com/office/drawing/2014/main" id="{712AD867-CD8E-4952-A30C-237F15BD8DE5}"/>
                </a:ext>
              </a:extLst>
            </p:cNvPr>
            <p:cNvSpPr/>
            <p:nvPr/>
          </p:nvSpPr>
          <p:spPr>
            <a:xfrm>
              <a:off x="245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7" name="타원 13976">
              <a:extLst>
                <a:ext uri="{FF2B5EF4-FFF2-40B4-BE49-F238E27FC236}">
                  <a16:creationId xmlns:a16="http://schemas.microsoft.com/office/drawing/2014/main" id="{25802E14-461F-4FB8-8008-904EEBEB1653}"/>
                </a:ext>
              </a:extLst>
            </p:cNvPr>
            <p:cNvSpPr/>
            <p:nvPr/>
          </p:nvSpPr>
          <p:spPr>
            <a:xfrm>
              <a:off x="397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8" name="타원 13977">
              <a:extLst>
                <a:ext uri="{FF2B5EF4-FFF2-40B4-BE49-F238E27FC236}">
                  <a16:creationId xmlns:a16="http://schemas.microsoft.com/office/drawing/2014/main" id="{C965D91A-3756-465C-AC27-2CCABC78A9FA}"/>
                </a:ext>
              </a:extLst>
            </p:cNvPr>
            <p:cNvSpPr/>
            <p:nvPr/>
          </p:nvSpPr>
          <p:spPr>
            <a:xfrm>
              <a:off x="5501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79" name="타원 13978">
              <a:extLst>
                <a:ext uri="{FF2B5EF4-FFF2-40B4-BE49-F238E27FC236}">
                  <a16:creationId xmlns:a16="http://schemas.microsoft.com/office/drawing/2014/main" id="{D1DE20ED-95E7-4CBD-9767-D7B0EC5EF9A4}"/>
                </a:ext>
              </a:extLst>
            </p:cNvPr>
            <p:cNvSpPr/>
            <p:nvPr/>
          </p:nvSpPr>
          <p:spPr>
            <a:xfrm>
              <a:off x="7025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0" name="타원 13979">
              <a:extLst>
                <a:ext uri="{FF2B5EF4-FFF2-40B4-BE49-F238E27FC236}">
                  <a16:creationId xmlns:a16="http://schemas.microsoft.com/office/drawing/2014/main" id="{80ED74E8-29DC-4053-877E-11DB977348D5}"/>
                </a:ext>
              </a:extLst>
            </p:cNvPr>
            <p:cNvSpPr/>
            <p:nvPr/>
          </p:nvSpPr>
          <p:spPr>
            <a:xfrm>
              <a:off x="8549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1" name="타원 13980">
              <a:extLst>
                <a:ext uri="{FF2B5EF4-FFF2-40B4-BE49-F238E27FC236}">
                  <a16:creationId xmlns:a16="http://schemas.microsoft.com/office/drawing/2014/main" id="{0D2CC3C7-9787-4AFC-A1AB-E743C99BA675}"/>
                </a:ext>
              </a:extLst>
            </p:cNvPr>
            <p:cNvSpPr/>
            <p:nvPr/>
          </p:nvSpPr>
          <p:spPr>
            <a:xfrm>
              <a:off x="1007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2" name="타원 13981">
              <a:extLst>
                <a:ext uri="{FF2B5EF4-FFF2-40B4-BE49-F238E27FC236}">
                  <a16:creationId xmlns:a16="http://schemas.microsoft.com/office/drawing/2014/main" id="{ADB707AF-0642-42DE-80A9-9AE297401E7A}"/>
                </a:ext>
              </a:extLst>
            </p:cNvPr>
            <p:cNvSpPr/>
            <p:nvPr/>
          </p:nvSpPr>
          <p:spPr>
            <a:xfrm>
              <a:off x="1159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3" name="타원 13982">
              <a:extLst>
                <a:ext uri="{FF2B5EF4-FFF2-40B4-BE49-F238E27FC236}">
                  <a16:creationId xmlns:a16="http://schemas.microsoft.com/office/drawing/2014/main" id="{5119F5A1-8C87-449B-B2B1-4FA9EC2C4098}"/>
                </a:ext>
              </a:extLst>
            </p:cNvPr>
            <p:cNvSpPr/>
            <p:nvPr/>
          </p:nvSpPr>
          <p:spPr>
            <a:xfrm>
              <a:off x="13121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4" name="타원 13983">
              <a:extLst>
                <a:ext uri="{FF2B5EF4-FFF2-40B4-BE49-F238E27FC236}">
                  <a16:creationId xmlns:a16="http://schemas.microsoft.com/office/drawing/2014/main" id="{189BEFB0-6CAC-4B29-99EF-2A06950EFF29}"/>
                </a:ext>
              </a:extLst>
            </p:cNvPr>
            <p:cNvSpPr/>
            <p:nvPr/>
          </p:nvSpPr>
          <p:spPr>
            <a:xfrm>
              <a:off x="14645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5" name="타원 13984">
              <a:extLst>
                <a:ext uri="{FF2B5EF4-FFF2-40B4-BE49-F238E27FC236}">
                  <a16:creationId xmlns:a16="http://schemas.microsoft.com/office/drawing/2014/main" id="{ABDCA6EE-C92B-4B94-97E1-A1EB4A37CAC5}"/>
                </a:ext>
              </a:extLst>
            </p:cNvPr>
            <p:cNvSpPr/>
            <p:nvPr/>
          </p:nvSpPr>
          <p:spPr>
            <a:xfrm>
              <a:off x="16169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6" name="타원 13985">
              <a:extLst>
                <a:ext uri="{FF2B5EF4-FFF2-40B4-BE49-F238E27FC236}">
                  <a16:creationId xmlns:a16="http://schemas.microsoft.com/office/drawing/2014/main" id="{E5029BA7-D04B-4A02-B337-906FE7D73437}"/>
                </a:ext>
              </a:extLst>
            </p:cNvPr>
            <p:cNvSpPr/>
            <p:nvPr/>
          </p:nvSpPr>
          <p:spPr>
            <a:xfrm>
              <a:off x="1769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7" name="타원 13986">
              <a:extLst>
                <a:ext uri="{FF2B5EF4-FFF2-40B4-BE49-F238E27FC236}">
                  <a16:creationId xmlns:a16="http://schemas.microsoft.com/office/drawing/2014/main" id="{93386286-6502-4A36-873F-E7D5605B6EA9}"/>
                </a:ext>
              </a:extLst>
            </p:cNvPr>
            <p:cNvSpPr/>
            <p:nvPr/>
          </p:nvSpPr>
          <p:spPr>
            <a:xfrm>
              <a:off x="1921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8" name="타원 13987">
              <a:extLst>
                <a:ext uri="{FF2B5EF4-FFF2-40B4-BE49-F238E27FC236}">
                  <a16:creationId xmlns:a16="http://schemas.microsoft.com/office/drawing/2014/main" id="{18DC3B14-25F8-452F-9561-4581A29EA277}"/>
                </a:ext>
              </a:extLst>
            </p:cNvPr>
            <p:cNvSpPr/>
            <p:nvPr/>
          </p:nvSpPr>
          <p:spPr>
            <a:xfrm>
              <a:off x="20741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89" name="타원 13988">
              <a:extLst>
                <a:ext uri="{FF2B5EF4-FFF2-40B4-BE49-F238E27FC236}">
                  <a16:creationId xmlns:a16="http://schemas.microsoft.com/office/drawing/2014/main" id="{523E8BAE-D982-46ED-9A5D-536229C87219}"/>
                </a:ext>
              </a:extLst>
            </p:cNvPr>
            <p:cNvSpPr/>
            <p:nvPr/>
          </p:nvSpPr>
          <p:spPr>
            <a:xfrm>
              <a:off x="22265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0" name="타원 13989">
              <a:extLst>
                <a:ext uri="{FF2B5EF4-FFF2-40B4-BE49-F238E27FC236}">
                  <a16:creationId xmlns:a16="http://schemas.microsoft.com/office/drawing/2014/main" id="{CF565148-158D-445F-9060-4908FFBFBC44}"/>
                </a:ext>
              </a:extLst>
            </p:cNvPr>
            <p:cNvSpPr/>
            <p:nvPr/>
          </p:nvSpPr>
          <p:spPr>
            <a:xfrm>
              <a:off x="23789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1" name="타원 13990">
              <a:extLst>
                <a:ext uri="{FF2B5EF4-FFF2-40B4-BE49-F238E27FC236}">
                  <a16:creationId xmlns:a16="http://schemas.microsoft.com/office/drawing/2014/main" id="{84905C5E-27F2-4DE3-BA5A-7083C4357E95}"/>
                </a:ext>
              </a:extLst>
            </p:cNvPr>
            <p:cNvSpPr/>
            <p:nvPr/>
          </p:nvSpPr>
          <p:spPr>
            <a:xfrm>
              <a:off x="2531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2" name="타원 13991">
              <a:extLst>
                <a:ext uri="{FF2B5EF4-FFF2-40B4-BE49-F238E27FC236}">
                  <a16:creationId xmlns:a16="http://schemas.microsoft.com/office/drawing/2014/main" id="{7D19B0CF-A128-4DCF-88B4-E2C320D322E4}"/>
                </a:ext>
              </a:extLst>
            </p:cNvPr>
            <p:cNvSpPr/>
            <p:nvPr/>
          </p:nvSpPr>
          <p:spPr>
            <a:xfrm>
              <a:off x="2683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3" name="타원 13992">
              <a:extLst>
                <a:ext uri="{FF2B5EF4-FFF2-40B4-BE49-F238E27FC236}">
                  <a16:creationId xmlns:a16="http://schemas.microsoft.com/office/drawing/2014/main" id="{4CC46522-FE7E-4CF8-B84D-D4E5410BEBAF}"/>
                </a:ext>
              </a:extLst>
            </p:cNvPr>
            <p:cNvSpPr/>
            <p:nvPr/>
          </p:nvSpPr>
          <p:spPr>
            <a:xfrm>
              <a:off x="28361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4" name="타원 13993">
              <a:extLst>
                <a:ext uri="{FF2B5EF4-FFF2-40B4-BE49-F238E27FC236}">
                  <a16:creationId xmlns:a16="http://schemas.microsoft.com/office/drawing/2014/main" id="{D3458945-B859-474D-B1E0-85D5689B3411}"/>
                </a:ext>
              </a:extLst>
            </p:cNvPr>
            <p:cNvSpPr/>
            <p:nvPr/>
          </p:nvSpPr>
          <p:spPr>
            <a:xfrm>
              <a:off x="29885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5" name="타원 13994">
              <a:extLst>
                <a:ext uri="{FF2B5EF4-FFF2-40B4-BE49-F238E27FC236}">
                  <a16:creationId xmlns:a16="http://schemas.microsoft.com/office/drawing/2014/main" id="{7200BF02-1099-4632-8E4D-843AEACBB230}"/>
                </a:ext>
              </a:extLst>
            </p:cNvPr>
            <p:cNvSpPr/>
            <p:nvPr/>
          </p:nvSpPr>
          <p:spPr>
            <a:xfrm>
              <a:off x="31409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6" name="타원 13995">
              <a:extLst>
                <a:ext uri="{FF2B5EF4-FFF2-40B4-BE49-F238E27FC236}">
                  <a16:creationId xmlns:a16="http://schemas.microsoft.com/office/drawing/2014/main" id="{4919245E-BBE1-4283-9161-7F24F7DB74B4}"/>
                </a:ext>
              </a:extLst>
            </p:cNvPr>
            <p:cNvSpPr/>
            <p:nvPr/>
          </p:nvSpPr>
          <p:spPr>
            <a:xfrm>
              <a:off x="3293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7" name="타원 13996">
              <a:extLst>
                <a:ext uri="{FF2B5EF4-FFF2-40B4-BE49-F238E27FC236}">
                  <a16:creationId xmlns:a16="http://schemas.microsoft.com/office/drawing/2014/main" id="{83A00FC5-099E-448C-BE13-F5347914BC4E}"/>
                </a:ext>
              </a:extLst>
            </p:cNvPr>
            <p:cNvSpPr/>
            <p:nvPr/>
          </p:nvSpPr>
          <p:spPr>
            <a:xfrm>
              <a:off x="3445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8" name="타원 13997">
              <a:extLst>
                <a:ext uri="{FF2B5EF4-FFF2-40B4-BE49-F238E27FC236}">
                  <a16:creationId xmlns:a16="http://schemas.microsoft.com/office/drawing/2014/main" id="{F1E89ED1-1585-4608-81D9-1B78DBB4A969}"/>
                </a:ext>
              </a:extLst>
            </p:cNvPr>
            <p:cNvSpPr/>
            <p:nvPr/>
          </p:nvSpPr>
          <p:spPr>
            <a:xfrm>
              <a:off x="35981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99" name="타원 13998">
              <a:extLst>
                <a:ext uri="{FF2B5EF4-FFF2-40B4-BE49-F238E27FC236}">
                  <a16:creationId xmlns:a16="http://schemas.microsoft.com/office/drawing/2014/main" id="{F434C2FC-9F0B-48F8-92C6-711396B3B8FB}"/>
                </a:ext>
              </a:extLst>
            </p:cNvPr>
            <p:cNvSpPr/>
            <p:nvPr/>
          </p:nvSpPr>
          <p:spPr>
            <a:xfrm>
              <a:off x="37505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0" name="타원 13999">
              <a:extLst>
                <a:ext uri="{FF2B5EF4-FFF2-40B4-BE49-F238E27FC236}">
                  <a16:creationId xmlns:a16="http://schemas.microsoft.com/office/drawing/2014/main" id="{1C69FA4D-2082-4C01-B286-20F4CEFECDB9}"/>
                </a:ext>
              </a:extLst>
            </p:cNvPr>
            <p:cNvSpPr/>
            <p:nvPr/>
          </p:nvSpPr>
          <p:spPr>
            <a:xfrm>
              <a:off x="39029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1" name="타원 14000">
              <a:extLst>
                <a:ext uri="{FF2B5EF4-FFF2-40B4-BE49-F238E27FC236}">
                  <a16:creationId xmlns:a16="http://schemas.microsoft.com/office/drawing/2014/main" id="{9B5566E6-F08A-4C98-8407-4BC1C9264449}"/>
                </a:ext>
              </a:extLst>
            </p:cNvPr>
            <p:cNvSpPr/>
            <p:nvPr/>
          </p:nvSpPr>
          <p:spPr>
            <a:xfrm>
              <a:off x="4055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2" name="타원 14001">
              <a:extLst>
                <a:ext uri="{FF2B5EF4-FFF2-40B4-BE49-F238E27FC236}">
                  <a16:creationId xmlns:a16="http://schemas.microsoft.com/office/drawing/2014/main" id="{C8A096B8-8832-4DE1-B4C5-27E291C379F1}"/>
                </a:ext>
              </a:extLst>
            </p:cNvPr>
            <p:cNvSpPr/>
            <p:nvPr/>
          </p:nvSpPr>
          <p:spPr>
            <a:xfrm>
              <a:off x="4207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3" name="타원 14002">
              <a:extLst>
                <a:ext uri="{FF2B5EF4-FFF2-40B4-BE49-F238E27FC236}">
                  <a16:creationId xmlns:a16="http://schemas.microsoft.com/office/drawing/2014/main" id="{510D079C-A9B2-4877-AF48-E18C83C38F4E}"/>
                </a:ext>
              </a:extLst>
            </p:cNvPr>
            <p:cNvSpPr/>
            <p:nvPr/>
          </p:nvSpPr>
          <p:spPr>
            <a:xfrm>
              <a:off x="43601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4" name="타원 14003">
              <a:extLst>
                <a:ext uri="{FF2B5EF4-FFF2-40B4-BE49-F238E27FC236}">
                  <a16:creationId xmlns:a16="http://schemas.microsoft.com/office/drawing/2014/main" id="{1CB88FEB-2101-411F-B58D-CB77F81A5A06}"/>
                </a:ext>
              </a:extLst>
            </p:cNvPr>
            <p:cNvSpPr/>
            <p:nvPr/>
          </p:nvSpPr>
          <p:spPr>
            <a:xfrm>
              <a:off x="45125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5" name="타원 14004">
              <a:extLst>
                <a:ext uri="{FF2B5EF4-FFF2-40B4-BE49-F238E27FC236}">
                  <a16:creationId xmlns:a16="http://schemas.microsoft.com/office/drawing/2014/main" id="{5309EBAF-3D0E-4A31-A91B-7203CA7ED609}"/>
                </a:ext>
              </a:extLst>
            </p:cNvPr>
            <p:cNvSpPr/>
            <p:nvPr/>
          </p:nvSpPr>
          <p:spPr>
            <a:xfrm>
              <a:off x="46649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6" name="타원 14005">
              <a:extLst>
                <a:ext uri="{FF2B5EF4-FFF2-40B4-BE49-F238E27FC236}">
                  <a16:creationId xmlns:a16="http://schemas.microsoft.com/office/drawing/2014/main" id="{13E3ABEE-E020-4451-AFCD-4038F89BCF05}"/>
                </a:ext>
              </a:extLst>
            </p:cNvPr>
            <p:cNvSpPr/>
            <p:nvPr/>
          </p:nvSpPr>
          <p:spPr>
            <a:xfrm>
              <a:off x="4817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7" name="타원 14006">
              <a:extLst>
                <a:ext uri="{FF2B5EF4-FFF2-40B4-BE49-F238E27FC236}">
                  <a16:creationId xmlns:a16="http://schemas.microsoft.com/office/drawing/2014/main" id="{FFD17E5C-EE8E-44D0-831A-5ED3A9F2FD2C}"/>
                </a:ext>
              </a:extLst>
            </p:cNvPr>
            <p:cNvSpPr/>
            <p:nvPr/>
          </p:nvSpPr>
          <p:spPr>
            <a:xfrm>
              <a:off x="4969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8" name="타원 14007">
              <a:extLst>
                <a:ext uri="{FF2B5EF4-FFF2-40B4-BE49-F238E27FC236}">
                  <a16:creationId xmlns:a16="http://schemas.microsoft.com/office/drawing/2014/main" id="{E749E54A-1BD8-4E14-9913-A147406F129A}"/>
                </a:ext>
              </a:extLst>
            </p:cNvPr>
            <p:cNvSpPr/>
            <p:nvPr/>
          </p:nvSpPr>
          <p:spPr>
            <a:xfrm>
              <a:off x="51221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09" name="타원 14008">
              <a:extLst>
                <a:ext uri="{FF2B5EF4-FFF2-40B4-BE49-F238E27FC236}">
                  <a16:creationId xmlns:a16="http://schemas.microsoft.com/office/drawing/2014/main" id="{4FDCF724-8F55-422D-9570-674DC0990BA9}"/>
                </a:ext>
              </a:extLst>
            </p:cNvPr>
            <p:cNvSpPr/>
            <p:nvPr/>
          </p:nvSpPr>
          <p:spPr>
            <a:xfrm>
              <a:off x="52745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0" name="타원 14009">
              <a:extLst>
                <a:ext uri="{FF2B5EF4-FFF2-40B4-BE49-F238E27FC236}">
                  <a16:creationId xmlns:a16="http://schemas.microsoft.com/office/drawing/2014/main" id="{B060EFE2-D19E-4F32-8D81-FC68F879DEEB}"/>
                </a:ext>
              </a:extLst>
            </p:cNvPr>
            <p:cNvSpPr/>
            <p:nvPr/>
          </p:nvSpPr>
          <p:spPr>
            <a:xfrm>
              <a:off x="54269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1" name="타원 14010">
              <a:extLst>
                <a:ext uri="{FF2B5EF4-FFF2-40B4-BE49-F238E27FC236}">
                  <a16:creationId xmlns:a16="http://schemas.microsoft.com/office/drawing/2014/main" id="{43B30028-3DCA-4E55-B8E9-ACB3EEEAF4E1}"/>
                </a:ext>
              </a:extLst>
            </p:cNvPr>
            <p:cNvSpPr/>
            <p:nvPr/>
          </p:nvSpPr>
          <p:spPr>
            <a:xfrm>
              <a:off x="55793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2" name="타원 14011">
              <a:extLst>
                <a:ext uri="{FF2B5EF4-FFF2-40B4-BE49-F238E27FC236}">
                  <a16:creationId xmlns:a16="http://schemas.microsoft.com/office/drawing/2014/main" id="{D70A2485-0334-4876-97BC-1CCB9F665CDC}"/>
                </a:ext>
              </a:extLst>
            </p:cNvPr>
            <p:cNvSpPr/>
            <p:nvPr/>
          </p:nvSpPr>
          <p:spPr>
            <a:xfrm>
              <a:off x="5731775" y="121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3" name="타원 14012">
              <a:extLst>
                <a:ext uri="{FF2B5EF4-FFF2-40B4-BE49-F238E27FC236}">
                  <a16:creationId xmlns:a16="http://schemas.microsoft.com/office/drawing/2014/main" id="{48FB2E6C-1EF2-4FB8-A013-FFF60BF1C208}"/>
                </a:ext>
              </a:extLst>
            </p:cNvPr>
            <p:cNvSpPr/>
            <p:nvPr/>
          </p:nvSpPr>
          <p:spPr>
            <a:xfrm>
              <a:off x="245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4" name="타원 14013">
              <a:extLst>
                <a:ext uri="{FF2B5EF4-FFF2-40B4-BE49-F238E27FC236}">
                  <a16:creationId xmlns:a16="http://schemas.microsoft.com/office/drawing/2014/main" id="{145D54D2-4DE2-415A-9A09-8B0E783AA2BF}"/>
                </a:ext>
              </a:extLst>
            </p:cNvPr>
            <p:cNvSpPr/>
            <p:nvPr/>
          </p:nvSpPr>
          <p:spPr>
            <a:xfrm>
              <a:off x="397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5" name="타원 14014">
              <a:extLst>
                <a:ext uri="{FF2B5EF4-FFF2-40B4-BE49-F238E27FC236}">
                  <a16:creationId xmlns:a16="http://schemas.microsoft.com/office/drawing/2014/main" id="{FAAD4C9B-E886-4D5F-875C-1730AA67A12F}"/>
                </a:ext>
              </a:extLst>
            </p:cNvPr>
            <p:cNvSpPr/>
            <p:nvPr/>
          </p:nvSpPr>
          <p:spPr>
            <a:xfrm>
              <a:off x="5501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6" name="타원 14015">
              <a:extLst>
                <a:ext uri="{FF2B5EF4-FFF2-40B4-BE49-F238E27FC236}">
                  <a16:creationId xmlns:a16="http://schemas.microsoft.com/office/drawing/2014/main" id="{1F2B915F-E780-493C-A489-43048BFDC701}"/>
                </a:ext>
              </a:extLst>
            </p:cNvPr>
            <p:cNvSpPr/>
            <p:nvPr/>
          </p:nvSpPr>
          <p:spPr>
            <a:xfrm>
              <a:off x="7025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7" name="타원 14016">
              <a:extLst>
                <a:ext uri="{FF2B5EF4-FFF2-40B4-BE49-F238E27FC236}">
                  <a16:creationId xmlns:a16="http://schemas.microsoft.com/office/drawing/2014/main" id="{8273C9F3-9B92-4AD8-8920-C392D0EB4ED0}"/>
                </a:ext>
              </a:extLst>
            </p:cNvPr>
            <p:cNvSpPr/>
            <p:nvPr/>
          </p:nvSpPr>
          <p:spPr>
            <a:xfrm>
              <a:off x="8549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8" name="타원 14017">
              <a:extLst>
                <a:ext uri="{FF2B5EF4-FFF2-40B4-BE49-F238E27FC236}">
                  <a16:creationId xmlns:a16="http://schemas.microsoft.com/office/drawing/2014/main" id="{9F73E11C-15EE-46D5-8951-FE17BAD908F8}"/>
                </a:ext>
              </a:extLst>
            </p:cNvPr>
            <p:cNvSpPr/>
            <p:nvPr/>
          </p:nvSpPr>
          <p:spPr>
            <a:xfrm>
              <a:off x="1007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19" name="타원 14018">
              <a:extLst>
                <a:ext uri="{FF2B5EF4-FFF2-40B4-BE49-F238E27FC236}">
                  <a16:creationId xmlns:a16="http://schemas.microsoft.com/office/drawing/2014/main" id="{07596561-AFA6-4627-8B67-B6B677FBBBDE}"/>
                </a:ext>
              </a:extLst>
            </p:cNvPr>
            <p:cNvSpPr/>
            <p:nvPr/>
          </p:nvSpPr>
          <p:spPr>
            <a:xfrm>
              <a:off x="1159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0" name="타원 14019">
              <a:extLst>
                <a:ext uri="{FF2B5EF4-FFF2-40B4-BE49-F238E27FC236}">
                  <a16:creationId xmlns:a16="http://schemas.microsoft.com/office/drawing/2014/main" id="{D35C5181-4E1D-49F5-9230-F2945C55A0C2}"/>
                </a:ext>
              </a:extLst>
            </p:cNvPr>
            <p:cNvSpPr/>
            <p:nvPr/>
          </p:nvSpPr>
          <p:spPr>
            <a:xfrm>
              <a:off x="13121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1" name="타원 14020">
              <a:extLst>
                <a:ext uri="{FF2B5EF4-FFF2-40B4-BE49-F238E27FC236}">
                  <a16:creationId xmlns:a16="http://schemas.microsoft.com/office/drawing/2014/main" id="{876F4C05-79CB-4CCB-9B6B-181921313DC1}"/>
                </a:ext>
              </a:extLst>
            </p:cNvPr>
            <p:cNvSpPr/>
            <p:nvPr/>
          </p:nvSpPr>
          <p:spPr>
            <a:xfrm>
              <a:off x="14645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2" name="타원 14021">
              <a:extLst>
                <a:ext uri="{FF2B5EF4-FFF2-40B4-BE49-F238E27FC236}">
                  <a16:creationId xmlns:a16="http://schemas.microsoft.com/office/drawing/2014/main" id="{7FE0E1CD-ECFE-4E00-BD29-0F00BD9F7C49}"/>
                </a:ext>
              </a:extLst>
            </p:cNvPr>
            <p:cNvSpPr/>
            <p:nvPr/>
          </p:nvSpPr>
          <p:spPr>
            <a:xfrm>
              <a:off x="16169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3" name="타원 14022">
              <a:extLst>
                <a:ext uri="{FF2B5EF4-FFF2-40B4-BE49-F238E27FC236}">
                  <a16:creationId xmlns:a16="http://schemas.microsoft.com/office/drawing/2014/main" id="{D3322214-97BD-4672-8A94-01F959355E6F}"/>
                </a:ext>
              </a:extLst>
            </p:cNvPr>
            <p:cNvSpPr/>
            <p:nvPr/>
          </p:nvSpPr>
          <p:spPr>
            <a:xfrm>
              <a:off x="1769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4" name="타원 14023">
              <a:extLst>
                <a:ext uri="{FF2B5EF4-FFF2-40B4-BE49-F238E27FC236}">
                  <a16:creationId xmlns:a16="http://schemas.microsoft.com/office/drawing/2014/main" id="{7B7238D3-8645-447E-ACF9-849541BEB7D8}"/>
                </a:ext>
              </a:extLst>
            </p:cNvPr>
            <p:cNvSpPr/>
            <p:nvPr/>
          </p:nvSpPr>
          <p:spPr>
            <a:xfrm>
              <a:off x="1921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5" name="타원 14024">
              <a:extLst>
                <a:ext uri="{FF2B5EF4-FFF2-40B4-BE49-F238E27FC236}">
                  <a16:creationId xmlns:a16="http://schemas.microsoft.com/office/drawing/2014/main" id="{C48999B7-890E-4088-8CAB-DCBE3DDA4E87}"/>
                </a:ext>
              </a:extLst>
            </p:cNvPr>
            <p:cNvSpPr/>
            <p:nvPr/>
          </p:nvSpPr>
          <p:spPr>
            <a:xfrm>
              <a:off x="20741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6" name="타원 14025">
              <a:extLst>
                <a:ext uri="{FF2B5EF4-FFF2-40B4-BE49-F238E27FC236}">
                  <a16:creationId xmlns:a16="http://schemas.microsoft.com/office/drawing/2014/main" id="{C84AF228-55D7-4DCB-8BA0-6E81023D59F6}"/>
                </a:ext>
              </a:extLst>
            </p:cNvPr>
            <p:cNvSpPr/>
            <p:nvPr/>
          </p:nvSpPr>
          <p:spPr>
            <a:xfrm>
              <a:off x="22265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7" name="타원 14026">
              <a:extLst>
                <a:ext uri="{FF2B5EF4-FFF2-40B4-BE49-F238E27FC236}">
                  <a16:creationId xmlns:a16="http://schemas.microsoft.com/office/drawing/2014/main" id="{19850A47-E4C0-4B54-A7FA-BC7110A5908D}"/>
                </a:ext>
              </a:extLst>
            </p:cNvPr>
            <p:cNvSpPr/>
            <p:nvPr/>
          </p:nvSpPr>
          <p:spPr>
            <a:xfrm>
              <a:off x="23789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8" name="타원 14027">
              <a:extLst>
                <a:ext uri="{FF2B5EF4-FFF2-40B4-BE49-F238E27FC236}">
                  <a16:creationId xmlns:a16="http://schemas.microsoft.com/office/drawing/2014/main" id="{D34F1D3E-69BA-4875-B1D0-FE32DF955C70}"/>
                </a:ext>
              </a:extLst>
            </p:cNvPr>
            <p:cNvSpPr/>
            <p:nvPr/>
          </p:nvSpPr>
          <p:spPr>
            <a:xfrm>
              <a:off x="2531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29" name="타원 14028">
              <a:extLst>
                <a:ext uri="{FF2B5EF4-FFF2-40B4-BE49-F238E27FC236}">
                  <a16:creationId xmlns:a16="http://schemas.microsoft.com/office/drawing/2014/main" id="{D39FCD3F-BF57-4054-918B-D03209DF05C6}"/>
                </a:ext>
              </a:extLst>
            </p:cNvPr>
            <p:cNvSpPr/>
            <p:nvPr/>
          </p:nvSpPr>
          <p:spPr>
            <a:xfrm>
              <a:off x="2683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0" name="타원 14029">
              <a:extLst>
                <a:ext uri="{FF2B5EF4-FFF2-40B4-BE49-F238E27FC236}">
                  <a16:creationId xmlns:a16="http://schemas.microsoft.com/office/drawing/2014/main" id="{7D37F3FE-B0E8-47A2-B592-3AB447B9CCCE}"/>
                </a:ext>
              </a:extLst>
            </p:cNvPr>
            <p:cNvSpPr/>
            <p:nvPr/>
          </p:nvSpPr>
          <p:spPr>
            <a:xfrm>
              <a:off x="28361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1" name="타원 14030">
              <a:extLst>
                <a:ext uri="{FF2B5EF4-FFF2-40B4-BE49-F238E27FC236}">
                  <a16:creationId xmlns:a16="http://schemas.microsoft.com/office/drawing/2014/main" id="{64C78DF4-92A3-4DC9-A18F-5FFA8B3860E0}"/>
                </a:ext>
              </a:extLst>
            </p:cNvPr>
            <p:cNvSpPr/>
            <p:nvPr/>
          </p:nvSpPr>
          <p:spPr>
            <a:xfrm>
              <a:off x="29885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2" name="타원 14031">
              <a:extLst>
                <a:ext uri="{FF2B5EF4-FFF2-40B4-BE49-F238E27FC236}">
                  <a16:creationId xmlns:a16="http://schemas.microsoft.com/office/drawing/2014/main" id="{B0E934C9-E3D8-48F7-8242-EE0930A0B89C}"/>
                </a:ext>
              </a:extLst>
            </p:cNvPr>
            <p:cNvSpPr/>
            <p:nvPr/>
          </p:nvSpPr>
          <p:spPr>
            <a:xfrm>
              <a:off x="31409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3" name="타원 14032">
              <a:extLst>
                <a:ext uri="{FF2B5EF4-FFF2-40B4-BE49-F238E27FC236}">
                  <a16:creationId xmlns:a16="http://schemas.microsoft.com/office/drawing/2014/main" id="{9B8F854A-E04D-47E6-9295-6044E48DD412}"/>
                </a:ext>
              </a:extLst>
            </p:cNvPr>
            <p:cNvSpPr/>
            <p:nvPr/>
          </p:nvSpPr>
          <p:spPr>
            <a:xfrm>
              <a:off x="3293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4" name="타원 14033">
              <a:extLst>
                <a:ext uri="{FF2B5EF4-FFF2-40B4-BE49-F238E27FC236}">
                  <a16:creationId xmlns:a16="http://schemas.microsoft.com/office/drawing/2014/main" id="{35797982-A3C6-4176-BAD2-5C72ABE77576}"/>
                </a:ext>
              </a:extLst>
            </p:cNvPr>
            <p:cNvSpPr/>
            <p:nvPr/>
          </p:nvSpPr>
          <p:spPr>
            <a:xfrm>
              <a:off x="3445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5" name="타원 14034">
              <a:extLst>
                <a:ext uri="{FF2B5EF4-FFF2-40B4-BE49-F238E27FC236}">
                  <a16:creationId xmlns:a16="http://schemas.microsoft.com/office/drawing/2014/main" id="{3E5DF3F1-D171-4BBB-BCA8-77896687B0BD}"/>
                </a:ext>
              </a:extLst>
            </p:cNvPr>
            <p:cNvSpPr/>
            <p:nvPr/>
          </p:nvSpPr>
          <p:spPr>
            <a:xfrm>
              <a:off x="35981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6" name="타원 14035">
              <a:extLst>
                <a:ext uri="{FF2B5EF4-FFF2-40B4-BE49-F238E27FC236}">
                  <a16:creationId xmlns:a16="http://schemas.microsoft.com/office/drawing/2014/main" id="{760C7B6F-BAF7-4E64-B5F5-050220E42408}"/>
                </a:ext>
              </a:extLst>
            </p:cNvPr>
            <p:cNvSpPr/>
            <p:nvPr/>
          </p:nvSpPr>
          <p:spPr>
            <a:xfrm>
              <a:off x="37505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7" name="타원 14036">
              <a:extLst>
                <a:ext uri="{FF2B5EF4-FFF2-40B4-BE49-F238E27FC236}">
                  <a16:creationId xmlns:a16="http://schemas.microsoft.com/office/drawing/2014/main" id="{4E0A8FD3-2AA7-4F44-86D4-EB7E32F97B87}"/>
                </a:ext>
              </a:extLst>
            </p:cNvPr>
            <p:cNvSpPr/>
            <p:nvPr/>
          </p:nvSpPr>
          <p:spPr>
            <a:xfrm>
              <a:off x="39029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8" name="타원 14037">
              <a:extLst>
                <a:ext uri="{FF2B5EF4-FFF2-40B4-BE49-F238E27FC236}">
                  <a16:creationId xmlns:a16="http://schemas.microsoft.com/office/drawing/2014/main" id="{6C9B70B3-12FC-4835-A9EE-755B2D255BF9}"/>
                </a:ext>
              </a:extLst>
            </p:cNvPr>
            <p:cNvSpPr/>
            <p:nvPr/>
          </p:nvSpPr>
          <p:spPr>
            <a:xfrm>
              <a:off x="4055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39" name="타원 14038">
              <a:extLst>
                <a:ext uri="{FF2B5EF4-FFF2-40B4-BE49-F238E27FC236}">
                  <a16:creationId xmlns:a16="http://schemas.microsoft.com/office/drawing/2014/main" id="{0E1E6DA1-A70F-4BDC-8EF0-43FA09A7C7EF}"/>
                </a:ext>
              </a:extLst>
            </p:cNvPr>
            <p:cNvSpPr/>
            <p:nvPr/>
          </p:nvSpPr>
          <p:spPr>
            <a:xfrm>
              <a:off x="4207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0" name="타원 14039">
              <a:extLst>
                <a:ext uri="{FF2B5EF4-FFF2-40B4-BE49-F238E27FC236}">
                  <a16:creationId xmlns:a16="http://schemas.microsoft.com/office/drawing/2014/main" id="{F4DCEDD9-2800-41E8-AAF9-1B9286A1CAB9}"/>
                </a:ext>
              </a:extLst>
            </p:cNvPr>
            <p:cNvSpPr/>
            <p:nvPr/>
          </p:nvSpPr>
          <p:spPr>
            <a:xfrm>
              <a:off x="43601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1" name="타원 14040">
              <a:extLst>
                <a:ext uri="{FF2B5EF4-FFF2-40B4-BE49-F238E27FC236}">
                  <a16:creationId xmlns:a16="http://schemas.microsoft.com/office/drawing/2014/main" id="{A1EE2281-5E7D-492E-B385-2A048AB3DE69}"/>
                </a:ext>
              </a:extLst>
            </p:cNvPr>
            <p:cNvSpPr/>
            <p:nvPr/>
          </p:nvSpPr>
          <p:spPr>
            <a:xfrm>
              <a:off x="45125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2" name="타원 14041">
              <a:extLst>
                <a:ext uri="{FF2B5EF4-FFF2-40B4-BE49-F238E27FC236}">
                  <a16:creationId xmlns:a16="http://schemas.microsoft.com/office/drawing/2014/main" id="{9BAD3CD8-2240-443A-B1F9-411BD606D1C8}"/>
                </a:ext>
              </a:extLst>
            </p:cNvPr>
            <p:cNvSpPr/>
            <p:nvPr/>
          </p:nvSpPr>
          <p:spPr>
            <a:xfrm>
              <a:off x="46649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3" name="타원 14042">
              <a:extLst>
                <a:ext uri="{FF2B5EF4-FFF2-40B4-BE49-F238E27FC236}">
                  <a16:creationId xmlns:a16="http://schemas.microsoft.com/office/drawing/2014/main" id="{78BD1081-4AE0-438D-9CA8-60416D1859D2}"/>
                </a:ext>
              </a:extLst>
            </p:cNvPr>
            <p:cNvSpPr/>
            <p:nvPr/>
          </p:nvSpPr>
          <p:spPr>
            <a:xfrm>
              <a:off x="4817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4" name="타원 14043">
              <a:extLst>
                <a:ext uri="{FF2B5EF4-FFF2-40B4-BE49-F238E27FC236}">
                  <a16:creationId xmlns:a16="http://schemas.microsoft.com/office/drawing/2014/main" id="{E132E1BF-D1B4-443E-AD06-9B66009CEAC0}"/>
                </a:ext>
              </a:extLst>
            </p:cNvPr>
            <p:cNvSpPr/>
            <p:nvPr/>
          </p:nvSpPr>
          <p:spPr>
            <a:xfrm>
              <a:off x="4969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5" name="타원 14044">
              <a:extLst>
                <a:ext uri="{FF2B5EF4-FFF2-40B4-BE49-F238E27FC236}">
                  <a16:creationId xmlns:a16="http://schemas.microsoft.com/office/drawing/2014/main" id="{0C51B0B7-9355-4164-90B0-7729D39CCC0C}"/>
                </a:ext>
              </a:extLst>
            </p:cNvPr>
            <p:cNvSpPr/>
            <p:nvPr/>
          </p:nvSpPr>
          <p:spPr>
            <a:xfrm>
              <a:off x="51221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6" name="타원 14045">
              <a:extLst>
                <a:ext uri="{FF2B5EF4-FFF2-40B4-BE49-F238E27FC236}">
                  <a16:creationId xmlns:a16="http://schemas.microsoft.com/office/drawing/2014/main" id="{46E7429B-93D3-4DAF-AA65-82AC4358C5D6}"/>
                </a:ext>
              </a:extLst>
            </p:cNvPr>
            <p:cNvSpPr/>
            <p:nvPr/>
          </p:nvSpPr>
          <p:spPr>
            <a:xfrm>
              <a:off x="52745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7" name="타원 14046">
              <a:extLst>
                <a:ext uri="{FF2B5EF4-FFF2-40B4-BE49-F238E27FC236}">
                  <a16:creationId xmlns:a16="http://schemas.microsoft.com/office/drawing/2014/main" id="{3AA5F2F9-BBA6-470D-A9ED-7CECC483209D}"/>
                </a:ext>
              </a:extLst>
            </p:cNvPr>
            <p:cNvSpPr/>
            <p:nvPr/>
          </p:nvSpPr>
          <p:spPr>
            <a:xfrm>
              <a:off x="54269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8" name="타원 14047">
              <a:extLst>
                <a:ext uri="{FF2B5EF4-FFF2-40B4-BE49-F238E27FC236}">
                  <a16:creationId xmlns:a16="http://schemas.microsoft.com/office/drawing/2014/main" id="{215DE027-5EFB-43F3-8D21-BE25C1C7DF53}"/>
                </a:ext>
              </a:extLst>
            </p:cNvPr>
            <p:cNvSpPr/>
            <p:nvPr/>
          </p:nvSpPr>
          <p:spPr>
            <a:xfrm>
              <a:off x="55793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49" name="타원 14048">
              <a:extLst>
                <a:ext uri="{FF2B5EF4-FFF2-40B4-BE49-F238E27FC236}">
                  <a16:creationId xmlns:a16="http://schemas.microsoft.com/office/drawing/2014/main" id="{F0C102F9-9DCB-4938-9657-E4AB6EA0B469}"/>
                </a:ext>
              </a:extLst>
            </p:cNvPr>
            <p:cNvSpPr/>
            <p:nvPr/>
          </p:nvSpPr>
          <p:spPr>
            <a:xfrm>
              <a:off x="5731775" y="136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0" name="타원 14049">
              <a:extLst>
                <a:ext uri="{FF2B5EF4-FFF2-40B4-BE49-F238E27FC236}">
                  <a16:creationId xmlns:a16="http://schemas.microsoft.com/office/drawing/2014/main" id="{2A2738D6-F931-4105-9080-5875B969EA2F}"/>
                </a:ext>
              </a:extLst>
            </p:cNvPr>
            <p:cNvSpPr/>
            <p:nvPr/>
          </p:nvSpPr>
          <p:spPr>
            <a:xfrm>
              <a:off x="245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1" name="타원 14050">
              <a:extLst>
                <a:ext uri="{FF2B5EF4-FFF2-40B4-BE49-F238E27FC236}">
                  <a16:creationId xmlns:a16="http://schemas.microsoft.com/office/drawing/2014/main" id="{09D8AF31-C808-4600-87B9-4B20048D8A97}"/>
                </a:ext>
              </a:extLst>
            </p:cNvPr>
            <p:cNvSpPr/>
            <p:nvPr/>
          </p:nvSpPr>
          <p:spPr>
            <a:xfrm>
              <a:off x="397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2" name="타원 14051">
              <a:extLst>
                <a:ext uri="{FF2B5EF4-FFF2-40B4-BE49-F238E27FC236}">
                  <a16:creationId xmlns:a16="http://schemas.microsoft.com/office/drawing/2014/main" id="{9049119E-72D4-4173-8D15-F7B07C905BF0}"/>
                </a:ext>
              </a:extLst>
            </p:cNvPr>
            <p:cNvSpPr/>
            <p:nvPr/>
          </p:nvSpPr>
          <p:spPr>
            <a:xfrm>
              <a:off x="5501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3" name="타원 14052">
              <a:extLst>
                <a:ext uri="{FF2B5EF4-FFF2-40B4-BE49-F238E27FC236}">
                  <a16:creationId xmlns:a16="http://schemas.microsoft.com/office/drawing/2014/main" id="{FA0A0A89-C1F0-4E77-A66C-6AF3DCEF5A6B}"/>
                </a:ext>
              </a:extLst>
            </p:cNvPr>
            <p:cNvSpPr/>
            <p:nvPr/>
          </p:nvSpPr>
          <p:spPr>
            <a:xfrm>
              <a:off x="7025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4" name="타원 14053">
              <a:extLst>
                <a:ext uri="{FF2B5EF4-FFF2-40B4-BE49-F238E27FC236}">
                  <a16:creationId xmlns:a16="http://schemas.microsoft.com/office/drawing/2014/main" id="{67968F3C-CE8F-4413-8AE1-74505C1F10DE}"/>
                </a:ext>
              </a:extLst>
            </p:cNvPr>
            <p:cNvSpPr/>
            <p:nvPr/>
          </p:nvSpPr>
          <p:spPr>
            <a:xfrm>
              <a:off x="8549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5" name="타원 14054">
              <a:extLst>
                <a:ext uri="{FF2B5EF4-FFF2-40B4-BE49-F238E27FC236}">
                  <a16:creationId xmlns:a16="http://schemas.microsoft.com/office/drawing/2014/main" id="{4400FACA-8164-41AE-978D-2FE362248615}"/>
                </a:ext>
              </a:extLst>
            </p:cNvPr>
            <p:cNvSpPr/>
            <p:nvPr/>
          </p:nvSpPr>
          <p:spPr>
            <a:xfrm>
              <a:off x="1007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6" name="타원 14055">
              <a:extLst>
                <a:ext uri="{FF2B5EF4-FFF2-40B4-BE49-F238E27FC236}">
                  <a16:creationId xmlns:a16="http://schemas.microsoft.com/office/drawing/2014/main" id="{060A60ED-D58A-441F-AA30-9798F2523127}"/>
                </a:ext>
              </a:extLst>
            </p:cNvPr>
            <p:cNvSpPr/>
            <p:nvPr/>
          </p:nvSpPr>
          <p:spPr>
            <a:xfrm>
              <a:off x="1159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7" name="타원 14056">
              <a:extLst>
                <a:ext uri="{FF2B5EF4-FFF2-40B4-BE49-F238E27FC236}">
                  <a16:creationId xmlns:a16="http://schemas.microsoft.com/office/drawing/2014/main" id="{CAB2503E-34A7-43DF-9B6A-1C2AFC12A367}"/>
                </a:ext>
              </a:extLst>
            </p:cNvPr>
            <p:cNvSpPr/>
            <p:nvPr/>
          </p:nvSpPr>
          <p:spPr>
            <a:xfrm>
              <a:off x="13121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8" name="타원 14057">
              <a:extLst>
                <a:ext uri="{FF2B5EF4-FFF2-40B4-BE49-F238E27FC236}">
                  <a16:creationId xmlns:a16="http://schemas.microsoft.com/office/drawing/2014/main" id="{C22CFF61-45D4-41CF-8D4B-B73534DE9149}"/>
                </a:ext>
              </a:extLst>
            </p:cNvPr>
            <p:cNvSpPr/>
            <p:nvPr/>
          </p:nvSpPr>
          <p:spPr>
            <a:xfrm>
              <a:off x="14645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59" name="타원 14058">
              <a:extLst>
                <a:ext uri="{FF2B5EF4-FFF2-40B4-BE49-F238E27FC236}">
                  <a16:creationId xmlns:a16="http://schemas.microsoft.com/office/drawing/2014/main" id="{E6C0E81F-AF5E-4EE2-BCB2-13FD264A88A8}"/>
                </a:ext>
              </a:extLst>
            </p:cNvPr>
            <p:cNvSpPr/>
            <p:nvPr/>
          </p:nvSpPr>
          <p:spPr>
            <a:xfrm>
              <a:off x="16169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0" name="타원 14059">
              <a:extLst>
                <a:ext uri="{FF2B5EF4-FFF2-40B4-BE49-F238E27FC236}">
                  <a16:creationId xmlns:a16="http://schemas.microsoft.com/office/drawing/2014/main" id="{9DF0A754-B5F4-4FFC-9484-4171F7ADDF3F}"/>
                </a:ext>
              </a:extLst>
            </p:cNvPr>
            <p:cNvSpPr/>
            <p:nvPr/>
          </p:nvSpPr>
          <p:spPr>
            <a:xfrm>
              <a:off x="1769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1" name="타원 14060">
              <a:extLst>
                <a:ext uri="{FF2B5EF4-FFF2-40B4-BE49-F238E27FC236}">
                  <a16:creationId xmlns:a16="http://schemas.microsoft.com/office/drawing/2014/main" id="{82901E11-0DA9-4149-AE73-443310142C57}"/>
                </a:ext>
              </a:extLst>
            </p:cNvPr>
            <p:cNvSpPr/>
            <p:nvPr/>
          </p:nvSpPr>
          <p:spPr>
            <a:xfrm>
              <a:off x="1921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2" name="타원 14061">
              <a:extLst>
                <a:ext uri="{FF2B5EF4-FFF2-40B4-BE49-F238E27FC236}">
                  <a16:creationId xmlns:a16="http://schemas.microsoft.com/office/drawing/2014/main" id="{B232D8FF-5AA5-406E-80A1-22A92D4CD44E}"/>
                </a:ext>
              </a:extLst>
            </p:cNvPr>
            <p:cNvSpPr/>
            <p:nvPr/>
          </p:nvSpPr>
          <p:spPr>
            <a:xfrm>
              <a:off x="20741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3" name="타원 14062">
              <a:extLst>
                <a:ext uri="{FF2B5EF4-FFF2-40B4-BE49-F238E27FC236}">
                  <a16:creationId xmlns:a16="http://schemas.microsoft.com/office/drawing/2014/main" id="{51ED66B0-0EF6-4249-B562-2D4C759E39C5}"/>
                </a:ext>
              </a:extLst>
            </p:cNvPr>
            <p:cNvSpPr/>
            <p:nvPr/>
          </p:nvSpPr>
          <p:spPr>
            <a:xfrm>
              <a:off x="22265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4" name="타원 14063">
              <a:extLst>
                <a:ext uri="{FF2B5EF4-FFF2-40B4-BE49-F238E27FC236}">
                  <a16:creationId xmlns:a16="http://schemas.microsoft.com/office/drawing/2014/main" id="{B5834C01-FACE-4B8D-89F5-A44538032AD9}"/>
                </a:ext>
              </a:extLst>
            </p:cNvPr>
            <p:cNvSpPr/>
            <p:nvPr/>
          </p:nvSpPr>
          <p:spPr>
            <a:xfrm>
              <a:off x="23789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5" name="타원 14064">
              <a:extLst>
                <a:ext uri="{FF2B5EF4-FFF2-40B4-BE49-F238E27FC236}">
                  <a16:creationId xmlns:a16="http://schemas.microsoft.com/office/drawing/2014/main" id="{9F6E8C7F-0783-4F37-A1E6-0B2F782CD424}"/>
                </a:ext>
              </a:extLst>
            </p:cNvPr>
            <p:cNvSpPr/>
            <p:nvPr/>
          </p:nvSpPr>
          <p:spPr>
            <a:xfrm>
              <a:off x="2531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6" name="타원 14065">
              <a:extLst>
                <a:ext uri="{FF2B5EF4-FFF2-40B4-BE49-F238E27FC236}">
                  <a16:creationId xmlns:a16="http://schemas.microsoft.com/office/drawing/2014/main" id="{FDAB0ACE-E51B-4E36-AC71-550397F056FA}"/>
                </a:ext>
              </a:extLst>
            </p:cNvPr>
            <p:cNvSpPr/>
            <p:nvPr/>
          </p:nvSpPr>
          <p:spPr>
            <a:xfrm>
              <a:off x="2683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7" name="타원 14066">
              <a:extLst>
                <a:ext uri="{FF2B5EF4-FFF2-40B4-BE49-F238E27FC236}">
                  <a16:creationId xmlns:a16="http://schemas.microsoft.com/office/drawing/2014/main" id="{CAFE1AF6-CC56-4C59-8F52-8B4F757BC379}"/>
                </a:ext>
              </a:extLst>
            </p:cNvPr>
            <p:cNvSpPr/>
            <p:nvPr/>
          </p:nvSpPr>
          <p:spPr>
            <a:xfrm>
              <a:off x="28361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8" name="타원 14067">
              <a:extLst>
                <a:ext uri="{FF2B5EF4-FFF2-40B4-BE49-F238E27FC236}">
                  <a16:creationId xmlns:a16="http://schemas.microsoft.com/office/drawing/2014/main" id="{6B3132AF-A51D-427A-897E-6D00F73569E5}"/>
                </a:ext>
              </a:extLst>
            </p:cNvPr>
            <p:cNvSpPr/>
            <p:nvPr/>
          </p:nvSpPr>
          <p:spPr>
            <a:xfrm>
              <a:off x="29885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69" name="타원 14068">
              <a:extLst>
                <a:ext uri="{FF2B5EF4-FFF2-40B4-BE49-F238E27FC236}">
                  <a16:creationId xmlns:a16="http://schemas.microsoft.com/office/drawing/2014/main" id="{A2CE4368-8BAE-4FC2-A07A-355C018529F4}"/>
                </a:ext>
              </a:extLst>
            </p:cNvPr>
            <p:cNvSpPr/>
            <p:nvPr/>
          </p:nvSpPr>
          <p:spPr>
            <a:xfrm>
              <a:off x="31409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0" name="타원 14069">
              <a:extLst>
                <a:ext uri="{FF2B5EF4-FFF2-40B4-BE49-F238E27FC236}">
                  <a16:creationId xmlns:a16="http://schemas.microsoft.com/office/drawing/2014/main" id="{95B0A335-9F6E-4AD8-922F-654563168854}"/>
                </a:ext>
              </a:extLst>
            </p:cNvPr>
            <p:cNvSpPr/>
            <p:nvPr/>
          </p:nvSpPr>
          <p:spPr>
            <a:xfrm>
              <a:off x="3293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1" name="타원 14070">
              <a:extLst>
                <a:ext uri="{FF2B5EF4-FFF2-40B4-BE49-F238E27FC236}">
                  <a16:creationId xmlns:a16="http://schemas.microsoft.com/office/drawing/2014/main" id="{DDB349F1-2354-4A99-A1CC-45DE3DD5C9A7}"/>
                </a:ext>
              </a:extLst>
            </p:cNvPr>
            <p:cNvSpPr/>
            <p:nvPr/>
          </p:nvSpPr>
          <p:spPr>
            <a:xfrm>
              <a:off x="3445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2" name="타원 14071">
              <a:extLst>
                <a:ext uri="{FF2B5EF4-FFF2-40B4-BE49-F238E27FC236}">
                  <a16:creationId xmlns:a16="http://schemas.microsoft.com/office/drawing/2014/main" id="{D8EA74BF-722D-4E51-A501-8956EE42BB69}"/>
                </a:ext>
              </a:extLst>
            </p:cNvPr>
            <p:cNvSpPr/>
            <p:nvPr/>
          </p:nvSpPr>
          <p:spPr>
            <a:xfrm>
              <a:off x="35981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3" name="타원 14072">
              <a:extLst>
                <a:ext uri="{FF2B5EF4-FFF2-40B4-BE49-F238E27FC236}">
                  <a16:creationId xmlns:a16="http://schemas.microsoft.com/office/drawing/2014/main" id="{8458A372-7004-40CA-AEE6-B7FAB7CEBD73}"/>
                </a:ext>
              </a:extLst>
            </p:cNvPr>
            <p:cNvSpPr/>
            <p:nvPr/>
          </p:nvSpPr>
          <p:spPr>
            <a:xfrm>
              <a:off x="37505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4" name="타원 14073">
              <a:extLst>
                <a:ext uri="{FF2B5EF4-FFF2-40B4-BE49-F238E27FC236}">
                  <a16:creationId xmlns:a16="http://schemas.microsoft.com/office/drawing/2014/main" id="{6A546190-3B14-49CD-83F4-3D9A0DDECA59}"/>
                </a:ext>
              </a:extLst>
            </p:cNvPr>
            <p:cNvSpPr/>
            <p:nvPr/>
          </p:nvSpPr>
          <p:spPr>
            <a:xfrm>
              <a:off x="39029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5" name="타원 14074">
              <a:extLst>
                <a:ext uri="{FF2B5EF4-FFF2-40B4-BE49-F238E27FC236}">
                  <a16:creationId xmlns:a16="http://schemas.microsoft.com/office/drawing/2014/main" id="{029EC6F0-419A-459B-BD31-7A1AE49CD8A5}"/>
                </a:ext>
              </a:extLst>
            </p:cNvPr>
            <p:cNvSpPr/>
            <p:nvPr/>
          </p:nvSpPr>
          <p:spPr>
            <a:xfrm>
              <a:off x="4055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6" name="타원 14075">
              <a:extLst>
                <a:ext uri="{FF2B5EF4-FFF2-40B4-BE49-F238E27FC236}">
                  <a16:creationId xmlns:a16="http://schemas.microsoft.com/office/drawing/2014/main" id="{47CCAD72-77A9-4FAC-A399-3909B46C33BE}"/>
                </a:ext>
              </a:extLst>
            </p:cNvPr>
            <p:cNvSpPr/>
            <p:nvPr/>
          </p:nvSpPr>
          <p:spPr>
            <a:xfrm>
              <a:off x="4207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7" name="타원 14076">
              <a:extLst>
                <a:ext uri="{FF2B5EF4-FFF2-40B4-BE49-F238E27FC236}">
                  <a16:creationId xmlns:a16="http://schemas.microsoft.com/office/drawing/2014/main" id="{47AF01E3-66B0-4886-9662-F498E2D0B47B}"/>
                </a:ext>
              </a:extLst>
            </p:cNvPr>
            <p:cNvSpPr/>
            <p:nvPr/>
          </p:nvSpPr>
          <p:spPr>
            <a:xfrm>
              <a:off x="43601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8" name="타원 14077">
              <a:extLst>
                <a:ext uri="{FF2B5EF4-FFF2-40B4-BE49-F238E27FC236}">
                  <a16:creationId xmlns:a16="http://schemas.microsoft.com/office/drawing/2014/main" id="{EFC5CE3B-995E-4813-8169-534099429C5D}"/>
                </a:ext>
              </a:extLst>
            </p:cNvPr>
            <p:cNvSpPr/>
            <p:nvPr/>
          </p:nvSpPr>
          <p:spPr>
            <a:xfrm>
              <a:off x="45125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79" name="타원 14078">
              <a:extLst>
                <a:ext uri="{FF2B5EF4-FFF2-40B4-BE49-F238E27FC236}">
                  <a16:creationId xmlns:a16="http://schemas.microsoft.com/office/drawing/2014/main" id="{05F6F28D-D1BD-4BBD-933E-EEC3795B57A9}"/>
                </a:ext>
              </a:extLst>
            </p:cNvPr>
            <p:cNvSpPr/>
            <p:nvPr/>
          </p:nvSpPr>
          <p:spPr>
            <a:xfrm>
              <a:off x="46649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0" name="타원 14079">
              <a:extLst>
                <a:ext uri="{FF2B5EF4-FFF2-40B4-BE49-F238E27FC236}">
                  <a16:creationId xmlns:a16="http://schemas.microsoft.com/office/drawing/2014/main" id="{2BCC28AE-E012-4E8E-B349-31E655B83DF3}"/>
                </a:ext>
              </a:extLst>
            </p:cNvPr>
            <p:cNvSpPr/>
            <p:nvPr/>
          </p:nvSpPr>
          <p:spPr>
            <a:xfrm>
              <a:off x="4817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1" name="타원 14080">
              <a:extLst>
                <a:ext uri="{FF2B5EF4-FFF2-40B4-BE49-F238E27FC236}">
                  <a16:creationId xmlns:a16="http://schemas.microsoft.com/office/drawing/2014/main" id="{EC897280-B79E-48EA-9F06-73978A51A100}"/>
                </a:ext>
              </a:extLst>
            </p:cNvPr>
            <p:cNvSpPr/>
            <p:nvPr/>
          </p:nvSpPr>
          <p:spPr>
            <a:xfrm>
              <a:off x="4969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2" name="타원 14081">
              <a:extLst>
                <a:ext uri="{FF2B5EF4-FFF2-40B4-BE49-F238E27FC236}">
                  <a16:creationId xmlns:a16="http://schemas.microsoft.com/office/drawing/2014/main" id="{21D6B2CA-1CBC-4C23-A094-8FC29DBC6652}"/>
                </a:ext>
              </a:extLst>
            </p:cNvPr>
            <p:cNvSpPr/>
            <p:nvPr/>
          </p:nvSpPr>
          <p:spPr>
            <a:xfrm>
              <a:off x="51221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3" name="타원 14082">
              <a:extLst>
                <a:ext uri="{FF2B5EF4-FFF2-40B4-BE49-F238E27FC236}">
                  <a16:creationId xmlns:a16="http://schemas.microsoft.com/office/drawing/2014/main" id="{8C663C8A-BEF8-4BAF-9584-8180764DCDDC}"/>
                </a:ext>
              </a:extLst>
            </p:cNvPr>
            <p:cNvSpPr/>
            <p:nvPr/>
          </p:nvSpPr>
          <p:spPr>
            <a:xfrm>
              <a:off x="52745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4" name="타원 14083">
              <a:extLst>
                <a:ext uri="{FF2B5EF4-FFF2-40B4-BE49-F238E27FC236}">
                  <a16:creationId xmlns:a16="http://schemas.microsoft.com/office/drawing/2014/main" id="{E720E968-8285-4C1C-A0B4-7ECA4624B6A1}"/>
                </a:ext>
              </a:extLst>
            </p:cNvPr>
            <p:cNvSpPr/>
            <p:nvPr/>
          </p:nvSpPr>
          <p:spPr>
            <a:xfrm>
              <a:off x="54269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5" name="타원 14084">
              <a:extLst>
                <a:ext uri="{FF2B5EF4-FFF2-40B4-BE49-F238E27FC236}">
                  <a16:creationId xmlns:a16="http://schemas.microsoft.com/office/drawing/2014/main" id="{28A85267-E8E7-4E6E-B014-B2CF7227DDE2}"/>
                </a:ext>
              </a:extLst>
            </p:cNvPr>
            <p:cNvSpPr/>
            <p:nvPr/>
          </p:nvSpPr>
          <p:spPr>
            <a:xfrm>
              <a:off x="55793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6" name="타원 14085">
              <a:extLst>
                <a:ext uri="{FF2B5EF4-FFF2-40B4-BE49-F238E27FC236}">
                  <a16:creationId xmlns:a16="http://schemas.microsoft.com/office/drawing/2014/main" id="{FCDF936C-5BB1-44A7-8C95-CF89F3404927}"/>
                </a:ext>
              </a:extLst>
            </p:cNvPr>
            <p:cNvSpPr/>
            <p:nvPr/>
          </p:nvSpPr>
          <p:spPr>
            <a:xfrm>
              <a:off x="5731775" y="152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7" name="타원 14086">
              <a:extLst>
                <a:ext uri="{FF2B5EF4-FFF2-40B4-BE49-F238E27FC236}">
                  <a16:creationId xmlns:a16="http://schemas.microsoft.com/office/drawing/2014/main" id="{E0D59487-F44D-4047-8A25-12B2FE9E4B59}"/>
                </a:ext>
              </a:extLst>
            </p:cNvPr>
            <p:cNvSpPr/>
            <p:nvPr/>
          </p:nvSpPr>
          <p:spPr>
            <a:xfrm>
              <a:off x="245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8" name="타원 14087">
              <a:extLst>
                <a:ext uri="{FF2B5EF4-FFF2-40B4-BE49-F238E27FC236}">
                  <a16:creationId xmlns:a16="http://schemas.microsoft.com/office/drawing/2014/main" id="{540B3475-AD7C-4BBC-A27C-3E4788A053C7}"/>
                </a:ext>
              </a:extLst>
            </p:cNvPr>
            <p:cNvSpPr/>
            <p:nvPr/>
          </p:nvSpPr>
          <p:spPr>
            <a:xfrm>
              <a:off x="397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89" name="타원 14088">
              <a:extLst>
                <a:ext uri="{FF2B5EF4-FFF2-40B4-BE49-F238E27FC236}">
                  <a16:creationId xmlns:a16="http://schemas.microsoft.com/office/drawing/2014/main" id="{0746E808-2660-4017-9AFA-73A6941A7893}"/>
                </a:ext>
              </a:extLst>
            </p:cNvPr>
            <p:cNvSpPr/>
            <p:nvPr/>
          </p:nvSpPr>
          <p:spPr>
            <a:xfrm>
              <a:off x="5501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0" name="타원 14089">
              <a:extLst>
                <a:ext uri="{FF2B5EF4-FFF2-40B4-BE49-F238E27FC236}">
                  <a16:creationId xmlns:a16="http://schemas.microsoft.com/office/drawing/2014/main" id="{257A28AB-49AE-4C11-B21C-24A7A76F6780}"/>
                </a:ext>
              </a:extLst>
            </p:cNvPr>
            <p:cNvSpPr/>
            <p:nvPr/>
          </p:nvSpPr>
          <p:spPr>
            <a:xfrm>
              <a:off x="7025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1" name="타원 14090">
              <a:extLst>
                <a:ext uri="{FF2B5EF4-FFF2-40B4-BE49-F238E27FC236}">
                  <a16:creationId xmlns:a16="http://schemas.microsoft.com/office/drawing/2014/main" id="{E1785601-E7C8-4D97-AD2E-932EC4EB8841}"/>
                </a:ext>
              </a:extLst>
            </p:cNvPr>
            <p:cNvSpPr/>
            <p:nvPr/>
          </p:nvSpPr>
          <p:spPr>
            <a:xfrm>
              <a:off x="8549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2" name="타원 14091">
              <a:extLst>
                <a:ext uri="{FF2B5EF4-FFF2-40B4-BE49-F238E27FC236}">
                  <a16:creationId xmlns:a16="http://schemas.microsoft.com/office/drawing/2014/main" id="{92C03F2C-1EDC-4D52-A19F-2D8C8145D14E}"/>
                </a:ext>
              </a:extLst>
            </p:cNvPr>
            <p:cNvSpPr/>
            <p:nvPr/>
          </p:nvSpPr>
          <p:spPr>
            <a:xfrm>
              <a:off x="1007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3" name="타원 14092">
              <a:extLst>
                <a:ext uri="{FF2B5EF4-FFF2-40B4-BE49-F238E27FC236}">
                  <a16:creationId xmlns:a16="http://schemas.microsoft.com/office/drawing/2014/main" id="{6D68D379-D46F-4C89-ADE5-A5CC746468D7}"/>
                </a:ext>
              </a:extLst>
            </p:cNvPr>
            <p:cNvSpPr/>
            <p:nvPr/>
          </p:nvSpPr>
          <p:spPr>
            <a:xfrm>
              <a:off x="1159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4" name="타원 14093">
              <a:extLst>
                <a:ext uri="{FF2B5EF4-FFF2-40B4-BE49-F238E27FC236}">
                  <a16:creationId xmlns:a16="http://schemas.microsoft.com/office/drawing/2014/main" id="{A32F7636-B2EB-45E3-95A5-5B5D670AE130}"/>
                </a:ext>
              </a:extLst>
            </p:cNvPr>
            <p:cNvSpPr/>
            <p:nvPr/>
          </p:nvSpPr>
          <p:spPr>
            <a:xfrm>
              <a:off x="13121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5" name="타원 14094">
              <a:extLst>
                <a:ext uri="{FF2B5EF4-FFF2-40B4-BE49-F238E27FC236}">
                  <a16:creationId xmlns:a16="http://schemas.microsoft.com/office/drawing/2014/main" id="{8262FB7E-EF10-46A5-BDF7-44A43D952CC6}"/>
                </a:ext>
              </a:extLst>
            </p:cNvPr>
            <p:cNvSpPr/>
            <p:nvPr/>
          </p:nvSpPr>
          <p:spPr>
            <a:xfrm>
              <a:off x="14645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6" name="타원 14095">
              <a:extLst>
                <a:ext uri="{FF2B5EF4-FFF2-40B4-BE49-F238E27FC236}">
                  <a16:creationId xmlns:a16="http://schemas.microsoft.com/office/drawing/2014/main" id="{C92D8ACE-B328-45C5-A873-1D321662084F}"/>
                </a:ext>
              </a:extLst>
            </p:cNvPr>
            <p:cNvSpPr/>
            <p:nvPr/>
          </p:nvSpPr>
          <p:spPr>
            <a:xfrm>
              <a:off x="16169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7" name="타원 14096">
              <a:extLst>
                <a:ext uri="{FF2B5EF4-FFF2-40B4-BE49-F238E27FC236}">
                  <a16:creationId xmlns:a16="http://schemas.microsoft.com/office/drawing/2014/main" id="{783510DD-D432-44ED-8920-8615CDC09BD5}"/>
                </a:ext>
              </a:extLst>
            </p:cNvPr>
            <p:cNvSpPr/>
            <p:nvPr/>
          </p:nvSpPr>
          <p:spPr>
            <a:xfrm>
              <a:off x="1769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8" name="타원 14097">
              <a:extLst>
                <a:ext uri="{FF2B5EF4-FFF2-40B4-BE49-F238E27FC236}">
                  <a16:creationId xmlns:a16="http://schemas.microsoft.com/office/drawing/2014/main" id="{F8D5081E-302B-4DC3-9755-47303C64DDF2}"/>
                </a:ext>
              </a:extLst>
            </p:cNvPr>
            <p:cNvSpPr/>
            <p:nvPr/>
          </p:nvSpPr>
          <p:spPr>
            <a:xfrm>
              <a:off x="1921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9" name="타원 14098">
              <a:extLst>
                <a:ext uri="{FF2B5EF4-FFF2-40B4-BE49-F238E27FC236}">
                  <a16:creationId xmlns:a16="http://schemas.microsoft.com/office/drawing/2014/main" id="{09FA9B8A-1AFD-46D8-B883-9FBB59D7AF6F}"/>
                </a:ext>
              </a:extLst>
            </p:cNvPr>
            <p:cNvSpPr/>
            <p:nvPr/>
          </p:nvSpPr>
          <p:spPr>
            <a:xfrm>
              <a:off x="20741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0" name="타원 14099">
              <a:extLst>
                <a:ext uri="{FF2B5EF4-FFF2-40B4-BE49-F238E27FC236}">
                  <a16:creationId xmlns:a16="http://schemas.microsoft.com/office/drawing/2014/main" id="{E6B8D392-8F11-4B19-AF59-1DFAD4603E2F}"/>
                </a:ext>
              </a:extLst>
            </p:cNvPr>
            <p:cNvSpPr/>
            <p:nvPr/>
          </p:nvSpPr>
          <p:spPr>
            <a:xfrm>
              <a:off x="22265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1" name="타원 14100">
              <a:extLst>
                <a:ext uri="{FF2B5EF4-FFF2-40B4-BE49-F238E27FC236}">
                  <a16:creationId xmlns:a16="http://schemas.microsoft.com/office/drawing/2014/main" id="{AD2BDC65-F93F-47AB-97F7-6442C48F404A}"/>
                </a:ext>
              </a:extLst>
            </p:cNvPr>
            <p:cNvSpPr/>
            <p:nvPr/>
          </p:nvSpPr>
          <p:spPr>
            <a:xfrm>
              <a:off x="23789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2" name="타원 14101">
              <a:extLst>
                <a:ext uri="{FF2B5EF4-FFF2-40B4-BE49-F238E27FC236}">
                  <a16:creationId xmlns:a16="http://schemas.microsoft.com/office/drawing/2014/main" id="{30177261-9F25-429B-9CE4-A4986FD1AC6D}"/>
                </a:ext>
              </a:extLst>
            </p:cNvPr>
            <p:cNvSpPr/>
            <p:nvPr/>
          </p:nvSpPr>
          <p:spPr>
            <a:xfrm>
              <a:off x="2531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3" name="타원 14102">
              <a:extLst>
                <a:ext uri="{FF2B5EF4-FFF2-40B4-BE49-F238E27FC236}">
                  <a16:creationId xmlns:a16="http://schemas.microsoft.com/office/drawing/2014/main" id="{4E6C2659-52B1-4BE0-A04B-71BB953253F8}"/>
                </a:ext>
              </a:extLst>
            </p:cNvPr>
            <p:cNvSpPr/>
            <p:nvPr/>
          </p:nvSpPr>
          <p:spPr>
            <a:xfrm>
              <a:off x="2683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4" name="타원 14103">
              <a:extLst>
                <a:ext uri="{FF2B5EF4-FFF2-40B4-BE49-F238E27FC236}">
                  <a16:creationId xmlns:a16="http://schemas.microsoft.com/office/drawing/2014/main" id="{ECCD3173-B183-4F1D-B75A-0C0A50F02DE2}"/>
                </a:ext>
              </a:extLst>
            </p:cNvPr>
            <p:cNvSpPr/>
            <p:nvPr/>
          </p:nvSpPr>
          <p:spPr>
            <a:xfrm>
              <a:off x="28361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5" name="타원 14104">
              <a:extLst>
                <a:ext uri="{FF2B5EF4-FFF2-40B4-BE49-F238E27FC236}">
                  <a16:creationId xmlns:a16="http://schemas.microsoft.com/office/drawing/2014/main" id="{DA8F47A5-DCAB-4FE3-897E-FBAE6BD4DEA3}"/>
                </a:ext>
              </a:extLst>
            </p:cNvPr>
            <p:cNvSpPr/>
            <p:nvPr/>
          </p:nvSpPr>
          <p:spPr>
            <a:xfrm>
              <a:off x="29885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6" name="타원 14105">
              <a:extLst>
                <a:ext uri="{FF2B5EF4-FFF2-40B4-BE49-F238E27FC236}">
                  <a16:creationId xmlns:a16="http://schemas.microsoft.com/office/drawing/2014/main" id="{94E25FB1-5EBE-4518-8234-15C09DA52B66}"/>
                </a:ext>
              </a:extLst>
            </p:cNvPr>
            <p:cNvSpPr/>
            <p:nvPr/>
          </p:nvSpPr>
          <p:spPr>
            <a:xfrm>
              <a:off x="31409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7" name="타원 14106">
              <a:extLst>
                <a:ext uri="{FF2B5EF4-FFF2-40B4-BE49-F238E27FC236}">
                  <a16:creationId xmlns:a16="http://schemas.microsoft.com/office/drawing/2014/main" id="{FD6209CC-D8AC-4030-9778-F8C1B7231332}"/>
                </a:ext>
              </a:extLst>
            </p:cNvPr>
            <p:cNvSpPr/>
            <p:nvPr/>
          </p:nvSpPr>
          <p:spPr>
            <a:xfrm>
              <a:off x="3293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8" name="타원 14107">
              <a:extLst>
                <a:ext uri="{FF2B5EF4-FFF2-40B4-BE49-F238E27FC236}">
                  <a16:creationId xmlns:a16="http://schemas.microsoft.com/office/drawing/2014/main" id="{6FBBBCA2-4460-454E-B12A-12D8F6E6F75D}"/>
                </a:ext>
              </a:extLst>
            </p:cNvPr>
            <p:cNvSpPr/>
            <p:nvPr/>
          </p:nvSpPr>
          <p:spPr>
            <a:xfrm>
              <a:off x="3445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09" name="타원 14108">
              <a:extLst>
                <a:ext uri="{FF2B5EF4-FFF2-40B4-BE49-F238E27FC236}">
                  <a16:creationId xmlns:a16="http://schemas.microsoft.com/office/drawing/2014/main" id="{E43CEAFA-2094-4D7C-8A39-58E2DBCA9299}"/>
                </a:ext>
              </a:extLst>
            </p:cNvPr>
            <p:cNvSpPr/>
            <p:nvPr/>
          </p:nvSpPr>
          <p:spPr>
            <a:xfrm>
              <a:off x="35981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0" name="타원 14109">
              <a:extLst>
                <a:ext uri="{FF2B5EF4-FFF2-40B4-BE49-F238E27FC236}">
                  <a16:creationId xmlns:a16="http://schemas.microsoft.com/office/drawing/2014/main" id="{9CA4C805-CE4F-4B5C-8F2D-8AAFE27C22E2}"/>
                </a:ext>
              </a:extLst>
            </p:cNvPr>
            <p:cNvSpPr/>
            <p:nvPr/>
          </p:nvSpPr>
          <p:spPr>
            <a:xfrm>
              <a:off x="37505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1" name="타원 14110">
              <a:extLst>
                <a:ext uri="{FF2B5EF4-FFF2-40B4-BE49-F238E27FC236}">
                  <a16:creationId xmlns:a16="http://schemas.microsoft.com/office/drawing/2014/main" id="{B851CF99-0C9E-49C2-A043-8303627CBC40}"/>
                </a:ext>
              </a:extLst>
            </p:cNvPr>
            <p:cNvSpPr/>
            <p:nvPr/>
          </p:nvSpPr>
          <p:spPr>
            <a:xfrm>
              <a:off x="39029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2" name="타원 14111">
              <a:extLst>
                <a:ext uri="{FF2B5EF4-FFF2-40B4-BE49-F238E27FC236}">
                  <a16:creationId xmlns:a16="http://schemas.microsoft.com/office/drawing/2014/main" id="{EF5C82A9-C9D8-4738-9F34-C47E4DCBAFBB}"/>
                </a:ext>
              </a:extLst>
            </p:cNvPr>
            <p:cNvSpPr/>
            <p:nvPr/>
          </p:nvSpPr>
          <p:spPr>
            <a:xfrm>
              <a:off x="4055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3" name="타원 14112">
              <a:extLst>
                <a:ext uri="{FF2B5EF4-FFF2-40B4-BE49-F238E27FC236}">
                  <a16:creationId xmlns:a16="http://schemas.microsoft.com/office/drawing/2014/main" id="{B6F9FFC2-E496-432C-AA9A-E6C6C37D1E3F}"/>
                </a:ext>
              </a:extLst>
            </p:cNvPr>
            <p:cNvSpPr/>
            <p:nvPr/>
          </p:nvSpPr>
          <p:spPr>
            <a:xfrm>
              <a:off x="4207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4" name="타원 14113">
              <a:extLst>
                <a:ext uri="{FF2B5EF4-FFF2-40B4-BE49-F238E27FC236}">
                  <a16:creationId xmlns:a16="http://schemas.microsoft.com/office/drawing/2014/main" id="{1F31C65E-3673-477D-AE49-6BA8C90FE363}"/>
                </a:ext>
              </a:extLst>
            </p:cNvPr>
            <p:cNvSpPr/>
            <p:nvPr/>
          </p:nvSpPr>
          <p:spPr>
            <a:xfrm>
              <a:off x="43601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5" name="타원 14114">
              <a:extLst>
                <a:ext uri="{FF2B5EF4-FFF2-40B4-BE49-F238E27FC236}">
                  <a16:creationId xmlns:a16="http://schemas.microsoft.com/office/drawing/2014/main" id="{D8ED6C32-A06D-49E8-A319-5D19C217809E}"/>
                </a:ext>
              </a:extLst>
            </p:cNvPr>
            <p:cNvSpPr/>
            <p:nvPr/>
          </p:nvSpPr>
          <p:spPr>
            <a:xfrm>
              <a:off x="45125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6" name="타원 14115">
              <a:extLst>
                <a:ext uri="{FF2B5EF4-FFF2-40B4-BE49-F238E27FC236}">
                  <a16:creationId xmlns:a16="http://schemas.microsoft.com/office/drawing/2014/main" id="{E3022735-6FB2-4898-AECA-555374328AEC}"/>
                </a:ext>
              </a:extLst>
            </p:cNvPr>
            <p:cNvSpPr/>
            <p:nvPr/>
          </p:nvSpPr>
          <p:spPr>
            <a:xfrm>
              <a:off x="46649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7" name="타원 14116">
              <a:extLst>
                <a:ext uri="{FF2B5EF4-FFF2-40B4-BE49-F238E27FC236}">
                  <a16:creationId xmlns:a16="http://schemas.microsoft.com/office/drawing/2014/main" id="{873DE856-8E83-4586-8C9A-C0BB0F307A22}"/>
                </a:ext>
              </a:extLst>
            </p:cNvPr>
            <p:cNvSpPr/>
            <p:nvPr/>
          </p:nvSpPr>
          <p:spPr>
            <a:xfrm>
              <a:off x="4817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8" name="타원 14117">
              <a:extLst>
                <a:ext uri="{FF2B5EF4-FFF2-40B4-BE49-F238E27FC236}">
                  <a16:creationId xmlns:a16="http://schemas.microsoft.com/office/drawing/2014/main" id="{AF0C69D4-5032-4D7B-BFA2-DFA54CA44E81}"/>
                </a:ext>
              </a:extLst>
            </p:cNvPr>
            <p:cNvSpPr/>
            <p:nvPr/>
          </p:nvSpPr>
          <p:spPr>
            <a:xfrm>
              <a:off x="4969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9" name="타원 14118">
              <a:extLst>
                <a:ext uri="{FF2B5EF4-FFF2-40B4-BE49-F238E27FC236}">
                  <a16:creationId xmlns:a16="http://schemas.microsoft.com/office/drawing/2014/main" id="{8FAFB4C9-FEF0-4DF8-9EA0-3F7B90B11BE2}"/>
                </a:ext>
              </a:extLst>
            </p:cNvPr>
            <p:cNvSpPr/>
            <p:nvPr/>
          </p:nvSpPr>
          <p:spPr>
            <a:xfrm>
              <a:off x="51221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0" name="타원 14119">
              <a:extLst>
                <a:ext uri="{FF2B5EF4-FFF2-40B4-BE49-F238E27FC236}">
                  <a16:creationId xmlns:a16="http://schemas.microsoft.com/office/drawing/2014/main" id="{60C7CE27-010A-4FAA-B7F2-BC18935B4524}"/>
                </a:ext>
              </a:extLst>
            </p:cNvPr>
            <p:cNvSpPr/>
            <p:nvPr/>
          </p:nvSpPr>
          <p:spPr>
            <a:xfrm>
              <a:off x="52745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1" name="타원 14120">
              <a:extLst>
                <a:ext uri="{FF2B5EF4-FFF2-40B4-BE49-F238E27FC236}">
                  <a16:creationId xmlns:a16="http://schemas.microsoft.com/office/drawing/2014/main" id="{335194D1-C787-4D02-A10C-CB46A8391A9E}"/>
                </a:ext>
              </a:extLst>
            </p:cNvPr>
            <p:cNvSpPr/>
            <p:nvPr/>
          </p:nvSpPr>
          <p:spPr>
            <a:xfrm>
              <a:off x="54269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2" name="타원 14121">
              <a:extLst>
                <a:ext uri="{FF2B5EF4-FFF2-40B4-BE49-F238E27FC236}">
                  <a16:creationId xmlns:a16="http://schemas.microsoft.com/office/drawing/2014/main" id="{7E453D28-9A21-485B-BEE1-D54AAC0A69DA}"/>
                </a:ext>
              </a:extLst>
            </p:cNvPr>
            <p:cNvSpPr/>
            <p:nvPr/>
          </p:nvSpPr>
          <p:spPr>
            <a:xfrm>
              <a:off x="55793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3" name="타원 14122">
              <a:extLst>
                <a:ext uri="{FF2B5EF4-FFF2-40B4-BE49-F238E27FC236}">
                  <a16:creationId xmlns:a16="http://schemas.microsoft.com/office/drawing/2014/main" id="{E16FE476-88F5-4D0C-851F-8CA103BAC3F8}"/>
                </a:ext>
              </a:extLst>
            </p:cNvPr>
            <p:cNvSpPr/>
            <p:nvPr/>
          </p:nvSpPr>
          <p:spPr>
            <a:xfrm>
              <a:off x="5731775" y="167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4" name="타원 14123">
              <a:extLst>
                <a:ext uri="{FF2B5EF4-FFF2-40B4-BE49-F238E27FC236}">
                  <a16:creationId xmlns:a16="http://schemas.microsoft.com/office/drawing/2014/main" id="{81485FE3-D392-4DA1-A02E-4384EC86112F}"/>
                </a:ext>
              </a:extLst>
            </p:cNvPr>
            <p:cNvSpPr/>
            <p:nvPr/>
          </p:nvSpPr>
          <p:spPr>
            <a:xfrm>
              <a:off x="245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5" name="타원 14124">
              <a:extLst>
                <a:ext uri="{FF2B5EF4-FFF2-40B4-BE49-F238E27FC236}">
                  <a16:creationId xmlns:a16="http://schemas.microsoft.com/office/drawing/2014/main" id="{D456F39E-841B-4B96-955C-2AA4EF421848}"/>
                </a:ext>
              </a:extLst>
            </p:cNvPr>
            <p:cNvSpPr/>
            <p:nvPr/>
          </p:nvSpPr>
          <p:spPr>
            <a:xfrm>
              <a:off x="397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6" name="타원 14125">
              <a:extLst>
                <a:ext uri="{FF2B5EF4-FFF2-40B4-BE49-F238E27FC236}">
                  <a16:creationId xmlns:a16="http://schemas.microsoft.com/office/drawing/2014/main" id="{2007C809-132C-4039-9BF5-0ECC5F623912}"/>
                </a:ext>
              </a:extLst>
            </p:cNvPr>
            <p:cNvSpPr/>
            <p:nvPr/>
          </p:nvSpPr>
          <p:spPr>
            <a:xfrm>
              <a:off x="5501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7" name="타원 14126">
              <a:extLst>
                <a:ext uri="{FF2B5EF4-FFF2-40B4-BE49-F238E27FC236}">
                  <a16:creationId xmlns:a16="http://schemas.microsoft.com/office/drawing/2014/main" id="{6E54FA3F-1328-4D92-A337-EC867072ABBF}"/>
                </a:ext>
              </a:extLst>
            </p:cNvPr>
            <p:cNvSpPr/>
            <p:nvPr/>
          </p:nvSpPr>
          <p:spPr>
            <a:xfrm>
              <a:off x="7025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8" name="타원 14127">
              <a:extLst>
                <a:ext uri="{FF2B5EF4-FFF2-40B4-BE49-F238E27FC236}">
                  <a16:creationId xmlns:a16="http://schemas.microsoft.com/office/drawing/2014/main" id="{D71B8138-D410-41DF-8C89-52E8EA45F451}"/>
                </a:ext>
              </a:extLst>
            </p:cNvPr>
            <p:cNvSpPr/>
            <p:nvPr/>
          </p:nvSpPr>
          <p:spPr>
            <a:xfrm>
              <a:off x="8549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9" name="타원 14128">
              <a:extLst>
                <a:ext uri="{FF2B5EF4-FFF2-40B4-BE49-F238E27FC236}">
                  <a16:creationId xmlns:a16="http://schemas.microsoft.com/office/drawing/2014/main" id="{A725CC82-5E52-4F08-BC61-62DDAF92A4EA}"/>
                </a:ext>
              </a:extLst>
            </p:cNvPr>
            <p:cNvSpPr/>
            <p:nvPr/>
          </p:nvSpPr>
          <p:spPr>
            <a:xfrm>
              <a:off x="1007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0" name="타원 14129">
              <a:extLst>
                <a:ext uri="{FF2B5EF4-FFF2-40B4-BE49-F238E27FC236}">
                  <a16:creationId xmlns:a16="http://schemas.microsoft.com/office/drawing/2014/main" id="{A07C857A-D8BF-4FC9-9937-F6A0B2564C8D}"/>
                </a:ext>
              </a:extLst>
            </p:cNvPr>
            <p:cNvSpPr/>
            <p:nvPr/>
          </p:nvSpPr>
          <p:spPr>
            <a:xfrm>
              <a:off x="1159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1" name="타원 14130">
              <a:extLst>
                <a:ext uri="{FF2B5EF4-FFF2-40B4-BE49-F238E27FC236}">
                  <a16:creationId xmlns:a16="http://schemas.microsoft.com/office/drawing/2014/main" id="{E6BF4E34-856C-4520-915B-2711DAD7494B}"/>
                </a:ext>
              </a:extLst>
            </p:cNvPr>
            <p:cNvSpPr/>
            <p:nvPr/>
          </p:nvSpPr>
          <p:spPr>
            <a:xfrm>
              <a:off x="13121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2" name="타원 14131">
              <a:extLst>
                <a:ext uri="{FF2B5EF4-FFF2-40B4-BE49-F238E27FC236}">
                  <a16:creationId xmlns:a16="http://schemas.microsoft.com/office/drawing/2014/main" id="{91928E07-C6C5-4270-BE45-04E18A230442}"/>
                </a:ext>
              </a:extLst>
            </p:cNvPr>
            <p:cNvSpPr/>
            <p:nvPr/>
          </p:nvSpPr>
          <p:spPr>
            <a:xfrm>
              <a:off x="14645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3" name="타원 14132">
              <a:extLst>
                <a:ext uri="{FF2B5EF4-FFF2-40B4-BE49-F238E27FC236}">
                  <a16:creationId xmlns:a16="http://schemas.microsoft.com/office/drawing/2014/main" id="{19B5EB15-58E4-4F85-A8F3-EC4812CAE942}"/>
                </a:ext>
              </a:extLst>
            </p:cNvPr>
            <p:cNvSpPr/>
            <p:nvPr/>
          </p:nvSpPr>
          <p:spPr>
            <a:xfrm>
              <a:off x="16169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4" name="타원 14133">
              <a:extLst>
                <a:ext uri="{FF2B5EF4-FFF2-40B4-BE49-F238E27FC236}">
                  <a16:creationId xmlns:a16="http://schemas.microsoft.com/office/drawing/2014/main" id="{5E528939-254A-4097-8933-91D09917F976}"/>
                </a:ext>
              </a:extLst>
            </p:cNvPr>
            <p:cNvSpPr/>
            <p:nvPr/>
          </p:nvSpPr>
          <p:spPr>
            <a:xfrm>
              <a:off x="1769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5" name="타원 14134">
              <a:extLst>
                <a:ext uri="{FF2B5EF4-FFF2-40B4-BE49-F238E27FC236}">
                  <a16:creationId xmlns:a16="http://schemas.microsoft.com/office/drawing/2014/main" id="{BB9851F7-317B-4FA5-91C2-7B891A1EB166}"/>
                </a:ext>
              </a:extLst>
            </p:cNvPr>
            <p:cNvSpPr/>
            <p:nvPr/>
          </p:nvSpPr>
          <p:spPr>
            <a:xfrm>
              <a:off x="1921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6" name="타원 14135">
              <a:extLst>
                <a:ext uri="{FF2B5EF4-FFF2-40B4-BE49-F238E27FC236}">
                  <a16:creationId xmlns:a16="http://schemas.microsoft.com/office/drawing/2014/main" id="{42F61A0D-FC41-4017-BAF3-5512A470D61B}"/>
                </a:ext>
              </a:extLst>
            </p:cNvPr>
            <p:cNvSpPr/>
            <p:nvPr/>
          </p:nvSpPr>
          <p:spPr>
            <a:xfrm>
              <a:off x="20741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7" name="타원 14136">
              <a:extLst>
                <a:ext uri="{FF2B5EF4-FFF2-40B4-BE49-F238E27FC236}">
                  <a16:creationId xmlns:a16="http://schemas.microsoft.com/office/drawing/2014/main" id="{DB113D21-A428-470E-9C79-B1275AAE89FC}"/>
                </a:ext>
              </a:extLst>
            </p:cNvPr>
            <p:cNvSpPr/>
            <p:nvPr/>
          </p:nvSpPr>
          <p:spPr>
            <a:xfrm>
              <a:off x="22265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8" name="타원 14137">
              <a:extLst>
                <a:ext uri="{FF2B5EF4-FFF2-40B4-BE49-F238E27FC236}">
                  <a16:creationId xmlns:a16="http://schemas.microsoft.com/office/drawing/2014/main" id="{58FC1F65-5C18-46AA-8AC5-479C318C08A7}"/>
                </a:ext>
              </a:extLst>
            </p:cNvPr>
            <p:cNvSpPr/>
            <p:nvPr/>
          </p:nvSpPr>
          <p:spPr>
            <a:xfrm>
              <a:off x="23789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9" name="타원 14138">
              <a:extLst>
                <a:ext uri="{FF2B5EF4-FFF2-40B4-BE49-F238E27FC236}">
                  <a16:creationId xmlns:a16="http://schemas.microsoft.com/office/drawing/2014/main" id="{FBA65CBB-39CB-43A9-A678-B2DC1CE408CE}"/>
                </a:ext>
              </a:extLst>
            </p:cNvPr>
            <p:cNvSpPr/>
            <p:nvPr/>
          </p:nvSpPr>
          <p:spPr>
            <a:xfrm>
              <a:off x="2531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0" name="타원 14139">
              <a:extLst>
                <a:ext uri="{FF2B5EF4-FFF2-40B4-BE49-F238E27FC236}">
                  <a16:creationId xmlns:a16="http://schemas.microsoft.com/office/drawing/2014/main" id="{DC4B1285-2DFC-4CE4-B495-C6A465969A8F}"/>
                </a:ext>
              </a:extLst>
            </p:cNvPr>
            <p:cNvSpPr/>
            <p:nvPr/>
          </p:nvSpPr>
          <p:spPr>
            <a:xfrm>
              <a:off x="2683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1" name="타원 14140">
              <a:extLst>
                <a:ext uri="{FF2B5EF4-FFF2-40B4-BE49-F238E27FC236}">
                  <a16:creationId xmlns:a16="http://schemas.microsoft.com/office/drawing/2014/main" id="{851DE4C4-10B2-4189-B18C-B4D63F64F302}"/>
                </a:ext>
              </a:extLst>
            </p:cNvPr>
            <p:cNvSpPr/>
            <p:nvPr/>
          </p:nvSpPr>
          <p:spPr>
            <a:xfrm>
              <a:off x="28361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2" name="타원 14141">
              <a:extLst>
                <a:ext uri="{FF2B5EF4-FFF2-40B4-BE49-F238E27FC236}">
                  <a16:creationId xmlns:a16="http://schemas.microsoft.com/office/drawing/2014/main" id="{AA1C7914-F109-4935-A950-8CA52B72717E}"/>
                </a:ext>
              </a:extLst>
            </p:cNvPr>
            <p:cNvSpPr/>
            <p:nvPr/>
          </p:nvSpPr>
          <p:spPr>
            <a:xfrm>
              <a:off x="29885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3" name="타원 14142">
              <a:extLst>
                <a:ext uri="{FF2B5EF4-FFF2-40B4-BE49-F238E27FC236}">
                  <a16:creationId xmlns:a16="http://schemas.microsoft.com/office/drawing/2014/main" id="{1B941E18-B894-414C-AC9F-7E1860F18404}"/>
                </a:ext>
              </a:extLst>
            </p:cNvPr>
            <p:cNvSpPr/>
            <p:nvPr/>
          </p:nvSpPr>
          <p:spPr>
            <a:xfrm>
              <a:off x="31409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4" name="타원 14143">
              <a:extLst>
                <a:ext uri="{FF2B5EF4-FFF2-40B4-BE49-F238E27FC236}">
                  <a16:creationId xmlns:a16="http://schemas.microsoft.com/office/drawing/2014/main" id="{E42290C8-1722-46FC-8EBF-66B70ED8F297}"/>
                </a:ext>
              </a:extLst>
            </p:cNvPr>
            <p:cNvSpPr/>
            <p:nvPr/>
          </p:nvSpPr>
          <p:spPr>
            <a:xfrm>
              <a:off x="3293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5" name="타원 14144">
              <a:extLst>
                <a:ext uri="{FF2B5EF4-FFF2-40B4-BE49-F238E27FC236}">
                  <a16:creationId xmlns:a16="http://schemas.microsoft.com/office/drawing/2014/main" id="{0CCDB6F9-779C-4317-B197-94EF635BF78F}"/>
                </a:ext>
              </a:extLst>
            </p:cNvPr>
            <p:cNvSpPr/>
            <p:nvPr/>
          </p:nvSpPr>
          <p:spPr>
            <a:xfrm>
              <a:off x="3445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6" name="타원 14145">
              <a:extLst>
                <a:ext uri="{FF2B5EF4-FFF2-40B4-BE49-F238E27FC236}">
                  <a16:creationId xmlns:a16="http://schemas.microsoft.com/office/drawing/2014/main" id="{A7D9DAD3-DAA1-4DC9-ADC7-78240F2F8C5F}"/>
                </a:ext>
              </a:extLst>
            </p:cNvPr>
            <p:cNvSpPr/>
            <p:nvPr/>
          </p:nvSpPr>
          <p:spPr>
            <a:xfrm>
              <a:off x="35981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7" name="타원 14146">
              <a:extLst>
                <a:ext uri="{FF2B5EF4-FFF2-40B4-BE49-F238E27FC236}">
                  <a16:creationId xmlns:a16="http://schemas.microsoft.com/office/drawing/2014/main" id="{00AADD72-AD1D-4E9C-B4C0-8543347B1F47}"/>
                </a:ext>
              </a:extLst>
            </p:cNvPr>
            <p:cNvSpPr/>
            <p:nvPr/>
          </p:nvSpPr>
          <p:spPr>
            <a:xfrm>
              <a:off x="37505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8" name="타원 14147">
              <a:extLst>
                <a:ext uri="{FF2B5EF4-FFF2-40B4-BE49-F238E27FC236}">
                  <a16:creationId xmlns:a16="http://schemas.microsoft.com/office/drawing/2014/main" id="{6DB77F5A-E880-43E1-AD63-0FDAB2CB258B}"/>
                </a:ext>
              </a:extLst>
            </p:cNvPr>
            <p:cNvSpPr/>
            <p:nvPr/>
          </p:nvSpPr>
          <p:spPr>
            <a:xfrm>
              <a:off x="39029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9" name="타원 14148">
              <a:extLst>
                <a:ext uri="{FF2B5EF4-FFF2-40B4-BE49-F238E27FC236}">
                  <a16:creationId xmlns:a16="http://schemas.microsoft.com/office/drawing/2014/main" id="{DCD3F314-8C95-455B-B3AA-A3547122B676}"/>
                </a:ext>
              </a:extLst>
            </p:cNvPr>
            <p:cNvSpPr/>
            <p:nvPr/>
          </p:nvSpPr>
          <p:spPr>
            <a:xfrm>
              <a:off x="4055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0" name="타원 14149">
              <a:extLst>
                <a:ext uri="{FF2B5EF4-FFF2-40B4-BE49-F238E27FC236}">
                  <a16:creationId xmlns:a16="http://schemas.microsoft.com/office/drawing/2014/main" id="{48471CCD-D565-408D-8C13-4D4B7BF0E867}"/>
                </a:ext>
              </a:extLst>
            </p:cNvPr>
            <p:cNvSpPr/>
            <p:nvPr/>
          </p:nvSpPr>
          <p:spPr>
            <a:xfrm>
              <a:off x="4207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1" name="타원 14150">
              <a:extLst>
                <a:ext uri="{FF2B5EF4-FFF2-40B4-BE49-F238E27FC236}">
                  <a16:creationId xmlns:a16="http://schemas.microsoft.com/office/drawing/2014/main" id="{17FA5A20-71AD-49A7-A7B6-5D4CCA3E57DC}"/>
                </a:ext>
              </a:extLst>
            </p:cNvPr>
            <p:cNvSpPr/>
            <p:nvPr/>
          </p:nvSpPr>
          <p:spPr>
            <a:xfrm>
              <a:off x="43601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2" name="타원 14151">
              <a:extLst>
                <a:ext uri="{FF2B5EF4-FFF2-40B4-BE49-F238E27FC236}">
                  <a16:creationId xmlns:a16="http://schemas.microsoft.com/office/drawing/2014/main" id="{11A74119-FDC2-431A-8A7C-4328C9BD00E7}"/>
                </a:ext>
              </a:extLst>
            </p:cNvPr>
            <p:cNvSpPr/>
            <p:nvPr/>
          </p:nvSpPr>
          <p:spPr>
            <a:xfrm>
              <a:off x="45125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3" name="타원 14152">
              <a:extLst>
                <a:ext uri="{FF2B5EF4-FFF2-40B4-BE49-F238E27FC236}">
                  <a16:creationId xmlns:a16="http://schemas.microsoft.com/office/drawing/2014/main" id="{C1B18AE9-809E-40C4-9FFD-6513ED4BA4DA}"/>
                </a:ext>
              </a:extLst>
            </p:cNvPr>
            <p:cNvSpPr/>
            <p:nvPr/>
          </p:nvSpPr>
          <p:spPr>
            <a:xfrm>
              <a:off x="46649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4" name="타원 14153">
              <a:extLst>
                <a:ext uri="{FF2B5EF4-FFF2-40B4-BE49-F238E27FC236}">
                  <a16:creationId xmlns:a16="http://schemas.microsoft.com/office/drawing/2014/main" id="{458392B1-8320-42CE-A930-70CC14A96A6A}"/>
                </a:ext>
              </a:extLst>
            </p:cNvPr>
            <p:cNvSpPr/>
            <p:nvPr/>
          </p:nvSpPr>
          <p:spPr>
            <a:xfrm>
              <a:off x="4817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5" name="타원 14154">
              <a:extLst>
                <a:ext uri="{FF2B5EF4-FFF2-40B4-BE49-F238E27FC236}">
                  <a16:creationId xmlns:a16="http://schemas.microsoft.com/office/drawing/2014/main" id="{7A12F0F8-C7BE-4B33-A5A4-25C8D59AD9D7}"/>
                </a:ext>
              </a:extLst>
            </p:cNvPr>
            <p:cNvSpPr/>
            <p:nvPr/>
          </p:nvSpPr>
          <p:spPr>
            <a:xfrm>
              <a:off x="4969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6" name="타원 14155">
              <a:extLst>
                <a:ext uri="{FF2B5EF4-FFF2-40B4-BE49-F238E27FC236}">
                  <a16:creationId xmlns:a16="http://schemas.microsoft.com/office/drawing/2014/main" id="{8D8EAD6D-3BC6-4123-A624-0C351DFE8ACC}"/>
                </a:ext>
              </a:extLst>
            </p:cNvPr>
            <p:cNvSpPr/>
            <p:nvPr/>
          </p:nvSpPr>
          <p:spPr>
            <a:xfrm>
              <a:off x="51221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7" name="타원 14156">
              <a:extLst>
                <a:ext uri="{FF2B5EF4-FFF2-40B4-BE49-F238E27FC236}">
                  <a16:creationId xmlns:a16="http://schemas.microsoft.com/office/drawing/2014/main" id="{E31CEA43-1BCA-4EDD-8919-0058B0FBF2BC}"/>
                </a:ext>
              </a:extLst>
            </p:cNvPr>
            <p:cNvSpPr/>
            <p:nvPr/>
          </p:nvSpPr>
          <p:spPr>
            <a:xfrm>
              <a:off x="52745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8" name="타원 14157">
              <a:extLst>
                <a:ext uri="{FF2B5EF4-FFF2-40B4-BE49-F238E27FC236}">
                  <a16:creationId xmlns:a16="http://schemas.microsoft.com/office/drawing/2014/main" id="{014FA7B7-3D18-41D5-9F73-EBD05F83362A}"/>
                </a:ext>
              </a:extLst>
            </p:cNvPr>
            <p:cNvSpPr/>
            <p:nvPr/>
          </p:nvSpPr>
          <p:spPr>
            <a:xfrm>
              <a:off x="54269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9" name="타원 14158">
              <a:extLst>
                <a:ext uri="{FF2B5EF4-FFF2-40B4-BE49-F238E27FC236}">
                  <a16:creationId xmlns:a16="http://schemas.microsoft.com/office/drawing/2014/main" id="{7DB78B0B-D3C7-46B7-A1C5-CB45B2F3B6C8}"/>
                </a:ext>
              </a:extLst>
            </p:cNvPr>
            <p:cNvSpPr/>
            <p:nvPr/>
          </p:nvSpPr>
          <p:spPr>
            <a:xfrm>
              <a:off x="55793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0" name="타원 14159">
              <a:extLst>
                <a:ext uri="{FF2B5EF4-FFF2-40B4-BE49-F238E27FC236}">
                  <a16:creationId xmlns:a16="http://schemas.microsoft.com/office/drawing/2014/main" id="{6D08C3EB-E32D-4AF4-8286-AB7B75EB3631}"/>
                </a:ext>
              </a:extLst>
            </p:cNvPr>
            <p:cNvSpPr/>
            <p:nvPr/>
          </p:nvSpPr>
          <p:spPr>
            <a:xfrm>
              <a:off x="5731775" y="182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1" name="타원 14160">
              <a:extLst>
                <a:ext uri="{FF2B5EF4-FFF2-40B4-BE49-F238E27FC236}">
                  <a16:creationId xmlns:a16="http://schemas.microsoft.com/office/drawing/2014/main" id="{2D51C765-CD6D-4601-B9C2-C793FA3B0B01}"/>
                </a:ext>
              </a:extLst>
            </p:cNvPr>
            <p:cNvSpPr/>
            <p:nvPr/>
          </p:nvSpPr>
          <p:spPr>
            <a:xfrm>
              <a:off x="245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2" name="타원 14161">
              <a:extLst>
                <a:ext uri="{FF2B5EF4-FFF2-40B4-BE49-F238E27FC236}">
                  <a16:creationId xmlns:a16="http://schemas.microsoft.com/office/drawing/2014/main" id="{A04235AE-8D36-42C0-B875-3E924684F622}"/>
                </a:ext>
              </a:extLst>
            </p:cNvPr>
            <p:cNvSpPr/>
            <p:nvPr/>
          </p:nvSpPr>
          <p:spPr>
            <a:xfrm>
              <a:off x="397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3" name="타원 14162">
              <a:extLst>
                <a:ext uri="{FF2B5EF4-FFF2-40B4-BE49-F238E27FC236}">
                  <a16:creationId xmlns:a16="http://schemas.microsoft.com/office/drawing/2014/main" id="{70F760F9-987C-4D09-ABEA-E1B520911624}"/>
                </a:ext>
              </a:extLst>
            </p:cNvPr>
            <p:cNvSpPr/>
            <p:nvPr/>
          </p:nvSpPr>
          <p:spPr>
            <a:xfrm>
              <a:off x="5501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4" name="타원 14163">
              <a:extLst>
                <a:ext uri="{FF2B5EF4-FFF2-40B4-BE49-F238E27FC236}">
                  <a16:creationId xmlns:a16="http://schemas.microsoft.com/office/drawing/2014/main" id="{E7C7414A-DDA8-4DFA-81F1-A8C499B72AEE}"/>
                </a:ext>
              </a:extLst>
            </p:cNvPr>
            <p:cNvSpPr/>
            <p:nvPr/>
          </p:nvSpPr>
          <p:spPr>
            <a:xfrm>
              <a:off x="7025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5" name="타원 14164">
              <a:extLst>
                <a:ext uri="{FF2B5EF4-FFF2-40B4-BE49-F238E27FC236}">
                  <a16:creationId xmlns:a16="http://schemas.microsoft.com/office/drawing/2014/main" id="{1C02E017-B73E-4A9C-881E-4AC937BF1CFC}"/>
                </a:ext>
              </a:extLst>
            </p:cNvPr>
            <p:cNvSpPr/>
            <p:nvPr/>
          </p:nvSpPr>
          <p:spPr>
            <a:xfrm>
              <a:off x="8549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6" name="타원 14165">
              <a:extLst>
                <a:ext uri="{FF2B5EF4-FFF2-40B4-BE49-F238E27FC236}">
                  <a16:creationId xmlns:a16="http://schemas.microsoft.com/office/drawing/2014/main" id="{8258031F-16D2-4AE8-AEF6-38C7A21CA0F0}"/>
                </a:ext>
              </a:extLst>
            </p:cNvPr>
            <p:cNvSpPr/>
            <p:nvPr/>
          </p:nvSpPr>
          <p:spPr>
            <a:xfrm>
              <a:off x="1007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7" name="타원 14166">
              <a:extLst>
                <a:ext uri="{FF2B5EF4-FFF2-40B4-BE49-F238E27FC236}">
                  <a16:creationId xmlns:a16="http://schemas.microsoft.com/office/drawing/2014/main" id="{A4F66F12-DFF2-429E-B87F-1957B9E06A4D}"/>
                </a:ext>
              </a:extLst>
            </p:cNvPr>
            <p:cNvSpPr/>
            <p:nvPr/>
          </p:nvSpPr>
          <p:spPr>
            <a:xfrm>
              <a:off x="1159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8" name="타원 14167">
              <a:extLst>
                <a:ext uri="{FF2B5EF4-FFF2-40B4-BE49-F238E27FC236}">
                  <a16:creationId xmlns:a16="http://schemas.microsoft.com/office/drawing/2014/main" id="{85F7D0D4-0798-443F-ADC8-5FECAFFBEAE2}"/>
                </a:ext>
              </a:extLst>
            </p:cNvPr>
            <p:cNvSpPr/>
            <p:nvPr/>
          </p:nvSpPr>
          <p:spPr>
            <a:xfrm>
              <a:off x="13121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9" name="타원 14168">
              <a:extLst>
                <a:ext uri="{FF2B5EF4-FFF2-40B4-BE49-F238E27FC236}">
                  <a16:creationId xmlns:a16="http://schemas.microsoft.com/office/drawing/2014/main" id="{3155F720-DE1A-497A-B7DD-947E5EF6C5BC}"/>
                </a:ext>
              </a:extLst>
            </p:cNvPr>
            <p:cNvSpPr/>
            <p:nvPr/>
          </p:nvSpPr>
          <p:spPr>
            <a:xfrm>
              <a:off x="14645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0" name="타원 14169">
              <a:extLst>
                <a:ext uri="{FF2B5EF4-FFF2-40B4-BE49-F238E27FC236}">
                  <a16:creationId xmlns:a16="http://schemas.microsoft.com/office/drawing/2014/main" id="{9FADEE2D-F2AC-4F31-B50B-A156D2C3019C}"/>
                </a:ext>
              </a:extLst>
            </p:cNvPr>
            <p:cNvSpPr/>
            <p:nvPr/>
          </p:nvSpPr>
          <p:spPr>
            <a:xfrm>
              <a:off x="16169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1" name="타원 14170">
              <a:extLst>
                <a:ext uri="{FF2B5EF4-FFF2-40B4-BE49-F238E27FC236}">
                  <a16:creationId xmlns:a16="http://schemas.microsoft.com/office/drawing/2014/main" id="{C8FF1A39-934D-421E-8E81-DB9AB4E3B79B}"/>
                </a:ext>
              </a:extLst>
            </p:cNvPr>
            <p:cNvSpPr/>
            <p:nvPr/>
          </p:nvSpPr>
          <p:spPr>
            <a:xfrm>
              <a:off x="1769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2" name="타원 14171">
              <a:extLst>
                <a:ext uri="{FF2B5EF4-FFF2-40B4-BE49-F238E27FC236}">
                  <a16:creationId xmlns:a16="http://schemas.microsoft.com/office/drawing/2014/main" id="{2D13C7EE-2DA5-4DAA-8D78-6D81E0551E5D}"/>
                </a:ext>
              </a:extLst>
            </p:cNvPr>
            <p:cNvSpPr/>
            <p:nvPr/>
          </p:nvSpPr>
          <p:spPr>
            <a:xfrm>
              <a:off x="1921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3" name="타원 14172">
              <a:extLst>
                <a:ext uri="{FF2B5EF4-FFF2-40B4-BE49-F238E27FC236}">
                  <a16:creationId xmlns:a16="http://schemas.microsoft.com/office/drawing/2014/main" id="{CC8BA748-B8CE-47B2-AA87-12578F6BE92C}"/>
                </a:ext>
              </a:extLst>
            </p:cNvPr>
            <p:cNvSpPr/>
            <p:nvPr/>
          </p:nvSpPr>
          <p:spPr>
            <a:xfrm>
              <a:off x="20741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4" name="타원 14173">
              <a:extLst>
                <a:ext uri="{FF2B5EF4-FFF2-40B4-BE49-F238E27FC236}">
                  <a16:creationId xmlns:a16="http://schemas.microsoft.com/office/drawing/2014/main" id="{EC39EA61-DA89-4053-B324-0B8E3151FE6D}"/>
                </a:ext>
              </a:extLst>
            </p:cNvPr>
            <p:cNvSpPr/>
            <p:nvPr/>
          </p:nvSpPr>
          <p:spPr>
            <a:xfrm>
              <a:off x="22265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5" name="타원 14174">
              <a:extLst>
                <a:ext uri="{FF2B5EF4-FFF2-40B4-BE49-F238E27FC236}">
                  <a16:creationId xmlns:a16="http://schemas.microsoft.com/office/drawing/2014/main" id="{B682A3B1-000B-4801-B12C-D9543F6B683E}"/>
                </a:ext>
              </a:extLst>
            </p:cNvPr>
            <p:cNvSpPr/>
            <p:nvPr/>
          </p:nvSpPr>
          <p:spPr>
            <a:xfrm>
              <a:off x="23789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6" name="타원 14175">
              <a:extLst>
                <a:ext uri="{FF2B5EF4-FFF2-40B4-BE49-F238E27FC236}">
                  <a16:creationId xmlns:a16="http://schemas.microsoft.com/office/drawing/2014/main" id="{1A449CB5-79B9-4E24-9E85-8408898EBD70}"/>
                </a:ext>
              </a:extLst>
            </p:cNvPr>
            <p:cNvSpPr/>
            <p:nvPr/>
          </p:nvSpPr>
          <p:spPr>
            <a:xfrm>
              <a:off x="2531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7" name="타원 14176">
              <a:extLst>
                <a:ext uri="{FF2B5EF4-FFF2-40B4-BE49-F238E27FC236}">
                  <a16:creationId xmlns:a16="http://schemas.microsoft.com/office/drawing/2014/main" id="{60BA3F8F-9B00-4733-B602-1DA512F45A26}"/>
                </a:ext>
              </a:extLst>
            </p:cNvPr>
            <p:cNvSpPr/>
            <p:nvPr/>
          </p:nvSpPr>
          <p:spPr>
            <a:xfrm>
              <a:off x="2683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8" name="타원 14177">
              <a:extLst>
                <a:ext uri="{FF2B5EF4-FFF2-40B4-BE49-F238E27FC236}">
                  <a16:creationId xmlns:a16="http://schemas.microsoft.com/office/drawing/2014/main" id="{3C412E51-84C9-43E7-BC9F-35C768B9A667}"/>
                </a:ext>
              </a:extLst>
            </p:cNvPr>
            <p:cNvSpPr/>
            <p:nvPr/>
          </p:nvSpPr>
          <p:spPr>
            <a:xfrm>
              <a:off x="28361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9" name="타원 14178">
              <a:extLst>
                <a:ext uri="{FF2B5EF4-FFF2-40B4-BE49-F238E27FC236}">
                  <a16:creationId xmlns:a16="http://schemas.microsoft.com/office/drawing/2014/main" id="{69C182BC-96F1-42E7-82BD-E32D7E2FEF86}"/>
                </a:ext>
              </a:extLst>
            </p:cNvPr>
            <p:cNvSpPr/>
            <p:nvPr/>
          </p:nvSpPr>
          <p:spPr>
            <a:xfrm>
              <a:off x="29885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0" name="타원 14179">
              <a:extLst>
                <a:ext uri="{FF2B5EF4-FFF2-40B4-BE49-F238E27FC236}">
                  <a16:creationId xmlns:a16="http://schemas.microsoft.com/office/drawing/2014/main" id="{E860693D-D2F6-46E5-9015-421EE7CD0FDC}"/>
                </a:ext>
              </a:extLst>
            </p:cNvPr>
            <p:cNvSpPr/>
            <p:nvPr/>
          </p:nvSpPr>
          <p:spPr>
            <a:xfrm>
              <a:off x="31409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1" name="타원 14180">
              <a:extLst>
                <a:ext uri="{FF2B5EF4-FFF2-40B4-BE49-F238E27FC236}">
                  <a16:creationId xmlns:a16="http://schemas.microsoft.com/office/drawing/2014/main" id="{14F25F66-A8F7-45D2-BF81-8980C493201E}"/>
                </a:ext>
              </a:extLst>
            </p:cNvPr>
            <p:cNvSpPr/>
            <p:nvPr/>
          </p:nvSpPr>
          <p:spPr>
            <a:xfrm>
              <a:off x="3293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2" name="타원 14181">
              <a:extLst>
                <a:ext uri="{FF2B5EF4-FFF2-40B4-BE49-F238E27FC236}">
                  <a16:creationId xmlns:a16="http://schemas.microsoft.com/office/drawing/2014/main" id="{4FE3DD79-6E55-4EFB-AB05-35C47E75CC8F}"/>
                </a:ext>
              </a:extLst>
            </p:cNvPr>
            <p:cNvSpPr/>
            <p:nvPr/>
          </p:nvSpPr>
          <p:spPr>
            <a:xfrm>
              <a:off x="3445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3" name="타원 14182">
              <a:extLst>
                <a:ext uri="{FF2B5EF4-FFF2-40B4-BE49-F238E27FC236}">
                  <a16:creationId xmlns:a16="http://schemas.microsoft.com/office/drawing/2014/main" id="{FA6C89C8-FAA4-42CF-9CE8-69D32026E4B3}"/>
                </a:ext>
              </a:extLst>
            </p:cNvPr>
            <p:cNvSpPr/>
            <p:nvPr/>
          </p:nvSpPr>
          <p:spPr>
            <a:xfrm>
              <a:off x="35981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4" name="타원 14183">
              <a:extLst>
                <a:ext uri="{FF2B5EF4-FFF2-40B4-BE49-F238E27FC236}">
                  <a16:creationId xmlns:a16="http://schemas.microsoft.com/office/drawing/2014/main" id="{B5147760-4FF1-44C1-8817-FF0417D91384}"/>
                </a:ext>
              </a:extLst>
            </p:cNvPr>
            <p:cNvSpPr/>
            <p:nvPr/>
          </p:nvSpPr>
          <p:spPr>
            <a:xfrm>
              <a:off x="37505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5" name="타원 14184">
              <a:extLst>
                <a:ext uri="{FF2B5EF4-FFF2-40B4-BE49-F238E27FC236}">
                  <a16:creationId xmlns:a16="http://schemas.microsoft.com/office/drawing/2014/main" id="{B8EFF8FD-0210-4971-8DAF-8476C33DBE1C}"/>
                </a:ext>
              </a:extLst>
            </p:cNvPr>
            <p:cNvSpPr/>
            <p:nvPr/>
          </p:nvSpPr>
          <p:spPr>
            <a:xfrm>
              <a:off x="39029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6" name="타원 14185">
              <a:extLst>
                <a:ext uri="{FF2B5EF4-FFF2-40B4-BE49-F238E27FC236}">
                  <a16:creationId xmlns:a16="http://schemas.microsoft.com/office/drawing/2014/main" id="{CC5F02AF-3F6C-4284-B7C3-A2F3E91B8065}"/>
                </a:ext>
              </a:extLst>
            </p:cNvPr>
            <p:cNvSpPr/>
            <p:nvPr/>
          </p:nvSpPr>
          <p:spPr>
            <a:xfrm>
              <a:off x="4055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7" name="타원 14186">
              <a:extLst>
                <a:ext uri="{FF2B5EF4-FFF2-40B4-BE49-F238E27FC236}">
                  <a16:creationId xmlns:a16="http://schemas.microsoft.com/office/drawing/2014/main" id="{D919EEC3-FEA0-4491-87A4-1F75C37A99B2}"/>
                </a:ext>
              </a:extLst>
            </p:cNvPr>
            <p:cNvSpPr/>
            <p:nvPr/>
          </p:nvSpPr>
          <p:spPr>
            <a:xfrm>
              <a:off x="4207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8" name="타원 14187">
              <a:extLst>
                <a:ext uri="{FF2B5EF4-FFF2-40B4-BE49-F238E27FC236}">
                  <a16:creationId xmlns:a16="http://schemas.microsoft.com/office/drawing/2014/main" id="{DB1B43F1-8388-4483-A3E4-56F5D3A7996A}"/>
                </a:ext>
              </a:extLst>
            </p:cNvPr>
            <p:cNvSpPr/>
            <p:nvPr/>
          </p:nvSpPr>
          <p:spPr>
            <a:xfrm>
              <a:off x="43601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9" name="타원 14188">
              <a:extLst>
                <a:ext uri="{FF2B5EF4-FFF2-40B4-BE49-F238E27FC236}">
                  <a16:creationId xmlns:a16="http://schemas.microsoft.com/office/drawing/2014/main" id="{F1C0E1F7-4F68-4C79-9761-3542F954D640}"/>
                </a:ext>
              </a:extLst>
            </p:cNvPr>
            <p:cNvSpPr/>
            <p:nvPr/>
          </p:nvSpPr>
          <p:spPr>
            <a:xfrm>
              <a:off x="45125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0" name="타원 14189">
              <a:extLst>
                <a:ext uri="{FF2B5EF4-FFF2-40B4-BE49-F238E27FC236}">
                  <a16:creationId xmlns:a16="http://schemas.microsoft.com/office/drawing/2014/main" id="{1820D50C-E64A-481C-AB31-D969B7AFBBBE}"/>
                </a:ext>
              </a:extLst>
            </p:cNvPr>
            <p:cNvSpPr/>
            <p:nvPr/>
          </p:nvSpPr>
          <p:spPr>
            <a:xfrm>
              <a:off x="46649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1" name="타원 14190">
              <a:extLst>
                <a:ext uri="{FF2B5EF4-FFF2-40B4-BE49-F238E27FC236}">
                  <a16:creationId xmlns:a16="http://schemas.microsoft.com/office/drawing/2014/main" id="{FE57A527-85F3-402B-8436-BCAC92B71ADB}"/>
                </a:ext>
              </a:extLst>
            </p:cNvPr>
            <p:cNvSpPr/>
            <p:nvPr/>
          </p:nvSpPr>
          <p:spPr>
            <a:xfrm>
              <a:off x="4817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2" name="타원 14191">
              <a:extLst>
                <a:ext uri="{FF2B5EF4-FFF2-40B4-BE49-F238E27FC236}">
                  <a16:creationId xmlns:a16="http://schemas.microsoft.com/office/drawing/2014/main" id="{F46FAFCD-B8F3-404D-A572-F9EDC1725E02}"/>
                </a:ext>
              </a:extLst>
            </p:cNvPr>
            <p:cNvSpPr/>
            <p:nvPr/>
          </p:nvSpPr>
          <p:spPr>
            <a:xfrm>
              <a:off x="4969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3" name="타원 14192">
              <a:extLst>
                <a:ext uri="{FF2B5EF4-FFF2-40B4-BE49-F238E27FC236}">
                  <a16:creationId xmlns:a16="http://schemas.microsoft.com/office/drawing/2014/main" id="{FE6B0ECE-3700-43AA-822A-1A4DFB78A30E}"/>
                </a:ext>
              </a:extLst>
            </p:cNvPr>
            <p:cNvSpPr/>
            <p:nvPr/>
          </p:nvSpPr>
          <p:spPr>
            <a:xfrm>
              <a:off x="51221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4" name="타원 14193">
              <a:extLst>
                <a:ext uri="{FF2B5EF4-FFF2-40B4-BE49-F238E27FC236}">
                  <a16:creationId xmlns:a16="http://schemas.microsoft.com/office/drawing/2014/main" id="{B1642CFD-E1F0-4600-9BA4-5950400F45B8}"/>
                </a:ext>
              </a:extLst>
            </p:cNvPr>
            <p:cNvSpPr/>
            <p:nvPr/>
          </p:nvSpPr>
          <p:spPr>
            <a:xfrm>
              <a:off x="52745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5" name="타원 14194">
              <a:extLst>
                <a:ext uri="{FF2B5EF4-FFF2-40B4-BE49-F238E27FC236}">
                  <a16:creationId xmlns:a16="http://schemas.microsoft.com/office/drawing/2014/main" id="{5E80D616-B46C-408A-8ED9-3B0565354CD0}"/>
                </a:ext>
              </a:extLst>
            </p:cNvPr>
            <p:cNvSpPr/>
            <p:nvPr/>
          </p:nvSpPr>
          <p:spPr>
            <a:xfrm>
              <a:off x="54269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6" name="타원 14195">
              <a:extLst>
                <a:ext uri="{FF2B5EF4-FFF2-40B4-BE49-F238E27FC236}">
                  <a16:creationId xmlns:a16="http://schemas.microsoft.com/office/drawing/2014/main" id="{E13C5F3E-94E1-4A8F-96BD-3357C0ED5D62}"/>
                </a:ext>
              </a:extLst>
            </p:cNvPr>
            <p:cNvSpPr/>
            <p:nvPr/>
          </p:nvSpPr>
          <p:spPr>
            <a:xfrm>
              <a:off x="55793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7" name="타원 14196">
              <a:extLst>
                <a:ext uri="{FF2B5EF4-FFF2-40B4-BE49-F238E27FC236}">
                  <a16:creationId xmlns:a16="http://schemas.microsoft.com/office/drawing/2014/main" id="{21C6CD88-1E76-401E-A71C-5BC7B286E694}"/>
                </a:ext>
              </a:extLst>
            </p:cNvPr>
            <p:cNvSpPr/>
            <p:nvPr/>
          </p:nvSpPr>
          <p:spPr>
            <a:xfrm>
              <a:off x="5731775" y="197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8" name="타원 14197">
              <a:extLst>
                <a:ext uri="{FF2B5EF4-FFF2-40B4-BE49-F238E27FC236}">
                  <a16:creationId xmlns:a16="http://schemas.microsoft.com/office/drawing/2014/main" id="{3D064443-FC8A-4D46-85E2-07CC3C3F87B8}"/>
                </a:ext>
              </a:extLst>
            </p:cNvPr>
            <p:cNvSpPr/>
            <p:nvPr/>
          </p:nvSpPr>
          <p:spPr>
            <a:xfrm>
              <a:off x="245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9" name="타원 14198">
              <a:extLst>
                <a:ext uri="{FF2B5EF4-FFF2-40B4-BE49-F238E27FC236}">
                  <a16:creationId xmlns:a16="http://schemas.microsoft.com/office/drawing/2014/main" id="{74706D2E-9A5A-4B20-B44D-EC184CF58580}"/>
                </a:ext>
              </a:extLst>
            </p:cNvPr>
            <p:cNvSpPr/>
            <p:nvPr/>
          </p:nvSpPr>
          <p:spPr>
            <a:xfrm>
              <a:off x="397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0" name="타원 14199">
              <a:extLst>
                <a:ext uri="{FF2B5EF4-FFF2-40B4-BE49-F238E27FC236}">
                  <a16:creationId xmlns:a16="http://schemas.microsoft.com/office/drawing/2014/main" id="{C9136BE8-A7C6-4CEB-B9DD-8CAE10B35F5D}"/>
                </a:ext>
              </a:extLst>
            </p:cNvPr>
            <p:cNvSpPr/>
            <p:nvPr/>
          </p:nvSpPr>
          <p:spPr>
            <a:xfrm>
              <a:off x="5501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1" name="타원 14200">
              <a:extLst>
                <a:ext uri="{FF2B5EF4-FFF2-40B4-BE49-F238E27FC236}">
                  <a16:creationId xmlns:a16="http://schemas.microsoft.com/office/drawing/2014/main" id="{A75F9C45-E99B-495B-88C2-5F76E88853A4}"/>
                </a:ext>
              </a:extLst>
            </p:cNvPr>
            <p:cNvSpPr/>
            <p:nvPr/>
          </p:nvSpPr>
          <p:spPr>
            <a:xfrm>
              <a:off x="7025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2" name="타원 14201">
              <a:extLst>
                <a:ext uri="{FF2B5EF4-FFF2-40B4-BE49-F238E27FC236}">
                  <a16:creationId xmlns:a16="http://schemas.microsoft.com/office/drawing/2014/main" id="{FB536D2F-D00F-45A5-954D-8374ED0E36E7}"/>
                </a:ext>
              </a:extLst>
            </p:cNvPr>
            <p:cNvSpPr/>
            <p:nvPr/>
          </p:nvSpPr>
          <p:spPr>
            <a:xfrm>
              <a:off x="8549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3" name="타원 14202">
              <a:extLst>
                <a:ext uri="{FF2B5EF4-FFF2-40B4-BE49-F238E27FC236}">
                  <a16:creationId xmlns:a16="http://schemas.microsoft.com/office/drawing/2014/main" id="{C43D991D-A428-418C-A805-03B8505709BB}"/>
                </a:ext>
              </a:extLst>
            </p:cNvPr>
            <p:cNvSpPr/>
            <p:nvPr/>
          </p:nvSpPr>
          <p:spPr>
            <a:xfrm>
              <a:off x="1007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4" name="타원 14203">
              <a:extLst>
                <a:ext uri="{FF2B5EF4-FFF2-40B4-BE49-F238E27FC236}">
                  <a16:creationId xmlns:a16="http://schemas.microsoft.com/office/drawing/2014/main" id="{7AF84E45-6FBC-4383-A2A8-9D4F8D3D97D6}"/>
                </a:ext>
              </a:extLst>
            </p:cNvPr>
            <p:cNvSpPr/>
            <p:nvPr/>
          </p:nvSpPr>
          <p:spPr>
            <a:xfrm>
              <a:off x="1159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5" name="타원 14204">
              <a:extLst>
                <a:ext uri="{FF2B5EF4-FFF2-40B4-BE49-F238E27FC236}">
                  <a16:creationId xmlns:a16="http://schemas.microsoft.com/office/drawing/2014/main" id="{B03379FF-8D27-4520-BEB9-87E6D6516EEC}"/>
                </a:ext>
              </a:extLst>
            </p:cNvPr>
            <p:cNvSpPr/>
            <p:nvPr/>
          </p:nvSpPr>
          <p:spPr>
            <a:xfrm>
              <a:off x="13121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6" name="타원 14205">
              <a:extLst>
                <a:ext uri="{FF2B5EF4-FFF2-40B4-BE49-F238E27FC236}">
                  <a16:creationId xmlns:a16="http://schemas.microsoft.com/office/drawing/2014/main" id="{43523E4D-69A5-4ED5-9580-6A0E8F529353}"/>
                </a:ext>
              </a:extLst>
            </p:cNvPr>
            <p:cNvSpPr/>
            <p:nvPr/>
          </p:nvSpPr>
          <p:spPr>
            <a:xfrm>
              <a:off x="14645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7" name="타원 14206">
              <a:extLst>
                <a:ext uri="{FF2B5EF4-FFF2-40B4-BE49-F238E27FC236}">
                  <a16:creationId xmlns:a16="http://schemas.microsoft.com/office/drawing/2014/main" id="{0C63141A-095D-4528-B628-92E808514B09}"/>
                </a:ext>
              </a:extLst>
            </p:cNvPr>
            <p:cNvSpPr/>
            <p:nvPr/>
          </p:nvSpPr>
          <p:spPr>
            <a:xfrm>
              <a:off x="16169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8" name="타원 14207">
              <a:extLst>
                <a:ext uri="{FF2B5EF4-FFF2-40B4-BE49-F238E27FC236}">
                  <a16:creationId xmlns:a16="http://schemas.microsoft.com/office/drawing/2014/main" id="{5754F74D-D99C-4F71-B040-AF1CB8D169E0}"/>
                </a:ext>
              </a:extLst>
            </p:cNvPr>
            <p:cNvSpPr/>
            <p:nvPr/>
          </p:nvSpPr>
          <p:spPr>
            <a:xfrm>
              <a:off x="1769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09" name="타원 14208">
              <a:extLst>
                <a:ext uri="{FF2B5EF4-FFF2-40B4-BE49-F238E27FC236}">
                  <a16:creationId xmlns:a16="http://schemas.microsoft.com/office/drawing/2014/main" id="{5137FC52-DB0B-49C5-85CE-51232D685D9A}"/>
                </a:ext>
              </a:extLst>
            </p:cNvPr>
            <p:cNvSpPr/>
            <p:nvPr/>
          </p:nvSpPr>
          <p:spPr>
            <a:xfrm>
              <a:off x="1921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0" name="타원 14209">
              <a:extLst>
                <a:ext uri="{FF2B5EF4-FFF2-40B4-BE49-F238E27FC236}">
                  <a16:creationId xmlns:a16="http://schemas.microsoft.com/office/drawing/2014/main" id="{348A682A-E6E7-4E5B-ACD6-56CAE5C32942}"/>
                </a:ext>
              </a:extLst>
            </p:cNvPr>
            <p:cNvSpPr/>
            <p:nvPr/>
          </p:nvSpPr>
          <p:spPr>
            <a:xfrm>
              <a:off x="20741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1" name="타원 14210">
              <a:extLst>
                <a:ext uri="{FF2B5EF4-FFF2-40B4-BE49-F238E27FC236}">
                  <a16:creationId xmlns:a16="http://schemas.microsoft.com/office/drawing/2014/main" id="{5186C225-17BA-4701-A43D-4C2C04D95A86}"/>
                </a:ext>
              </a:extLst>
            </p:cNvPr>
            <p:cNvSpPr/>
            <p:nvPr/>
          </p:nvSpPr>
          <p:spPr>
            <a:xfrm>
              <a:off x="22265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2" name="타원 14211">
              <a:extLst>
                <a:ext uri="{FF2B5EF4-FFF2-40B4-BE49-F238E27FC236}">
                  <a16:creationId xmlns:a16="http://schemas.microsoft.com/office/drawing/2014/main" id="{D8262E0B-3A08-4D45-B294-CADD4973B613}"/>
                </a:ext>
              </a:extLst>
            </p:cNvPr>
            <p:cNvSpPr/>
            <p:nvPr/>
          </p:nvSpPr>
          <p:spPr>
            <a:xfrm>
              <a:off x="23789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3" name="타원 14212">
              <a:extLst>
                <a:ext uri="{FF2B5EF4-FFF2-40B4-BE49-F238E27FC236}">
                  <a16:creationId xmlns:a16="http://schemas.microsoft.com/office/drawing/2014/main" id="{36C5C078-30F5-432E-95AD-25BA05F1C581}"/>
                </a:ext>
              </a:extLst>
            </p:cNvPr>
            <p:cNvSpPr/>
            <p:nvPr/>
          </p:nvSpPr>
          <p:spPr>
            <a:xfrm>
              <a:off x="2531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4" name="타원 14213">
              <a:extLst>
                <a:ext uri="{FF2B5EF4-FFF2-40B4-BE49-F238E27FC236}">
                  <a16:creationId xmlns:a16="http://schemas.microsoft.com/office/drawing/2014/main" id="{0358A2D3-85FF-44AF-94C6-5CB229BC9487}"/>
                </a:ext>
              </a:extLst>
            </p:cNvPr>
            <p:cNvSpPr/>
            <p:nvPr/>
          </p:nvSpPr>
          <p:spPr>
            <a:xfrm>
              <a:off x="2683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5" name="타원 14214">
              <a:extLst>
                <a:ext uri="{FF2B5EF4-FFF2-40B4-BE49-F238E27FC236}">
                  <a16:creationId xmlns:a16="http://schemas.microsoft.com/office/drawing/2014/main" id="{411E1481-A9D9-40C4-B478-322ACBF1C5EA}"/>
                </a:ext>
              </a:extLst>
            </p:cNvPr>
            <p:cNvSpPr/>
            <p:nvPr/>
          </p:nvSpPr>
          <p:spPr>
            <a:xfrm>
              <a:off x="28361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6" name="타원 14215">
              <a:extLst>
                <a:ext uri="{FF2B5EF4-FFF2-40B4-BE49-F238E27FC236}">
                  <a16:creationId xmlns:a16="http://schemas.microsoft.com/office/drawing/2014/main" id="{6DD4E5C8-0C75-4333-8F5C-A0F8E5DB6A95}"/>
                </a:ext>
              </a:extLst>
            </p:cNvPr>
            <p:cNvSpPr/>
            <p:nvPr/>
          </p:nvSpPr>
          <p:spPr>
            <a:xfrm>
              <a:off x="29885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7" name="타원 14216">
              <a:extLst>
                <a:ext uri="{FF2B5EF4-FFF2-40B4-BE49-F238E27FC236}">
                  <a16:creationId xmlns:a16="http://schemas.microsoft.com/office/drawing/2014/main" id="{F46F954E-64DA-4611-BAEC-B54C7FDF341A}"/>
                </a:ext>
              </a:extLst>
            </p:cNvPr>
            <p:cNvSpPr/>
            <p:nvPr/>
          </p:nvSpPr>
          <p:spPr>
            <a:xfrm>
              <a:off x="31409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8" name="타원 14217">
              <a:extLst>
                <a:ext uri="{FF2B5EF4-FFF2-40B4-BE49-F238E27FC236}">
                  <a16:creationId xmlns:a16="http://schemas.microsoft.com/office/drawing/2014/main" id="{05714EE4-46A2-439B-810E-D4652212B9CD}"/>
                </a:ext>
              </a:extLst>
            </p:cNvPr>
            <p:cNvSpPr/>
            <p:nvPr/>
          </p:nvSpPr>
          <p:spPr>
            <a:xfrm>
              <a:off x="3293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19" name="타원 14218">
              <a:extLst>
                <a:ext uri="{FF2B5EF4-FFF2-40B4-BE49-F238E27FC236}">
                  <a16:creationId xmlns:a16="http://schemas.microsoft.com/office/drawing/2014/main" id="{62081027-39A9-46F8-B0C1-54DE37B1C1FE}"/>
                </a:ext>
              </a:extLst>
            </p:cNvPr>
            <p:cNvSpPr/>
            <p:nvPr/>
          </p:nvSpPr>
          <p:spPr>
            <a:xfrm>
              <a:off x="3445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0" name="타원 14219">
              <a:extLst>
                <a:ext uri="{FF2B5EF4-FFF2-40B4-BE49-F238E27FC236}">
                  <a16:creationId xmlns:a16="http://schemas.microsoft.com/office/drawing/2014/main" id="{B1BD366B-D4C7-4E6A-95F3-D8524E2EFA57}"/>
                </a:ext>
              </a:extLst>
            </p:cNvPr>
            <p:cNvSpPr/>
            <p:nvPr/>
          </p:nvSpPr>
          <p:spPr>
            <a:xfrm>
              <a:off x="35981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1" name="타원 14220">
              <a:extLst>
                <a:ext uri="{FF2B5EF4-FFF2-40B4-BE49-F238E27FC236}">
                  <a16:creationId xmlns:a16="http://schemas.microsoft.com/office/drawing/2014/main" id="{6B982B03-AE3E-43D6-9E7C-E8B2FBF9A033}"/>
                </a:ext>
              </a:extLst>
            </p:cNvPr>
            <p:cNvSpPr/>
            <p:nvPr/>
          </p:nvSpPr>
          <p:spPr>
            <a:xfrm>
              <a:off x="37505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2" name="타원 14221">
              <a:extLst>
                <a:ext uri="{FF2B5EF4-FFF2-40B4-BE49-F238E27FC236}">
                  <a16:creationId xmlns:a16="http://schemas.microsoft.com/office/drawing/2014/main" id="{86549898-3A3D-4C34-8CDB-2E86ECD55611}"/>
                </a:ext>
              </a:extLst>
            </p:cNvPr>
            <p:cNvSpPr/>
            <p:nvPr/>
          </p:nvSpPr>
          <p:spPr>
            <a:xfrm>
              <a:off x="39029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3" name="타원 14222">
              <a:extLst>
                <a:ext uri="{FF2B5EF4-FFF2-40B4-BE49-F238E27FC236}">
                  <a16:creationId xmlns:a16="http://schemas.microsoft.com/office/drawing/2014/main" id="{01D01ED6-F12F-453D-BB93-F8E8F28EC4B6}"/>
                </a:ext>
              </a:extLst>
            </p:cNvPr>
            <p:cNvSpPr/>
            <p:nvPr/>
          </p:nvSpPr>
          <p:spPr>
            <a:xfrm>
              <a:off x="4055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4" name="타원 14223">
              <a:extLst>
                <a:ext uri="{FF2B5EF4-FFF2-40B4-BE49-F238E27FC236}">
                  <a16:creationId xmlns:a16="http://schemas.microsoft.com/office/drawing/2014/main" id="{7C60AD39-A356-4B1E-897D-5AAE742FC53D}"/>
                </a:ext>
              </a:extLst>
            </p:cNvPr>
            <p:cNvSpPr/>
            <p:nvPr/>
          </p:nvSpPr>
          <p:spPr>
            <a:xfrm>
              <a:off x="4207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5" name="타원 14224">
              <a:extLst>
                <a:ext uri="{FF2B5EF4-FFF2-40B4-BE49-F238E27FC236}">
                  <a16:creationId xmlns:a16="http://schemas.microsoft.com/office/drawing/2014/main" id="{F90587A7-089E-4A4D-9F90-9A53E1584D55}"/>
                </a:ext>
              </a:extLst>
            </p:cNvPr>
            <p:cNvSpPr/>
            <p:nvPr/>
          </p:nvSpPr>
          <p:spPr>
            <a:xfrm>
              <a:off x="43601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6" name="타원 14225">
              <a:extLst>
                <a:ext uri="{FF2B5EF4-FFF2-40B4-BE49-F238E27FC236}">
                  <a16:creationId xmlns:a16="http://schemas.microsoft.com/office/drawing/2014/main" id="{0DA118DE-9035-47E0-A432-D486B946CB64}"/>
                </a:ext>
              </a:extLst>
            </p:cNvPr>
            <p:cNvSpPr/>
            <p:nvPr/>
          </p:nvSpPr>
          <p:spPr>
            <a:xfrm>
              <a:off x="45125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7" name="타원 14226">
              <a:extLst>
                <a:ext uri="{FF2B5EF4-FFF2-40B4-BE49-F238E27FC236}">
                  <a16:creationId xmlns:a16="http://schemas.microsoft.com/office/drawing/2014/main" id="{AB5C1044-2CED-4285-A8BC-E2469A61D789}"/>
                </a:ext>
              </a:extLst>
            </p:cNvPr>
            <p:cNvSpPr/>
            <p:nvPr/>
          </p:nvSpPr>
          <p:spPr>
            <a:xfrm>
              <a:off x="46649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8" name="타원 14227">
              <a:extLst>
                <a:ext uri="{FF2B5EF4-FFF2-40B4-BE49-F238E27FC236}">
                  <a16:creationId xmlns:a16="http://schemas.microsoft.com/office/drawing/2014/main" id="{F2B9AE69-89C1-4B7D-9031-77CFABE325EF}"/>
                </a:ext>
              </a:extLst>
            </p:cNvPr>
            <p:cNvSpPr/>
            <p:nvPr/>
          </p:nvSpPr>
          <p:spPr>
            <a:xfrm>
              <a:off x="4817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9" name="타원 14228">
              <a:extLst>
                <a:ext uri="{FF2B5EF4-FFF2-40B4-BE49-F238E27FC236}">
                  <a16:creationId xmlns:a16="http://schemas.microsoft.com/office/drawing/2014/main" id="{CAF76750-1863-4015-87EE-6A4533DF31E9}"/>
                </a:ext>
              </a:extLst>
            </p:cNvPr>
            <p:cNvSpPr/>
            <p:nvPr/>
          </p:nvSpPr>
          <p:spPr>
            <a:xfrm>
              <a:off x="4969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0" name="타원 14229">
              <a:extLst>
                <a:ext uri="{FF2B5EF4-FFF2-40B4-BE49-F238E27FC236}">
                  <a16:creationId xmlns:a16="http://schemas.microsoft.com/office/drawing/2014/main" id="{C6C6D680-0427-40A1-B819-A3643606AE6B}"/>
                </a:ext>
              </a:extLst>
            </p:cNvPr>
            <p:cNvSpPr/>
            <p:nvPr/>
          </p:nvSpPr>
          <p:spPr>
            <a:xfrm>
              <a:off x="51221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1" name="타원 14230">
              <a:extLst>
                <a:ext uri="{FF2B5EF4-FFF2-40B4-BE49-F238E27FC236}">
                  <a16:creationId xmlns:a16="http://schemas.microsoft.com/office/drawing/2014/main" id="{EFC64B48-D0C2-44F9-832E-485EC21337F2}"/>
                </a:ext>
              </a:extLst>
            </p:cNvPr>
            <p:cNvSpPr/>
            <p:nvPr/>
          </p:nvSpPr>
          <p:spPr>
            <a:xfrm>
              <a:off x="52745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2" name="타원 14231">
              <a:extLst>
                <a:ext uri="{FF2B5EF4-FFF2-40B4-BE49-F238E27FC236}">
                  <a16:creationId xmlns:a16="http://schemas.microsoft.com/office/drawing/2014/main" id="{29EC0E3B-6BC0-41AB-A460-ABC9D2F913D9}"/>
                </a:ext>
              </a:extLst>
            </p:cNvPr>
            <p:cNvSpPr/>
            <p:nvPr/>
          </p:nvSpPr>
          <p:spPr>
            <a:xfrm>
              <a:off x="54269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3" name="타원 14232">
              <a:extLst>
                <a:ext uri="{FF2B5EF4-FFF2-40B4-BE49-F238E27FC236}">
                  <a16:creationId xmlns:a16="http://schemas.microsoft.com/office/drawing/2014/main" id="{9AF1302C-DE6A-4414-AFEF-D54D2CCD9ABB}"/>
                </a:ext>
              </a:extLst>
            </p:cNvPr>
            <p:cNvSpPr/>
            <p:nvPr/>
          </p:nvSpPr>
          <p:spPr>
            <a:xfrm>
              <a:off x="55793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4" name="타원 14233">
              <a:extLst>
                <a:ext uri="{FF2B5EF4-FFF2-40B4-BE49-F238E27FC236}">
                  <a16:creationId xmlns:a16="http://schemas.microsoft.com/office/drawing/2014/main" id="{34301E68-222A-4A55-9EF6-059DA9B9BC72}"/>
                </a:ext>
              </a:extLst>
            </p:cNvPr>
            <p:cNvSpPr/>
            <p:nvPr/>
          </p:nvSpPr>
          <p:spPr>
            <a:xfrm>
              <a:off x="5731775" y="213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5" name="타원 14234">
              <a:extLst>
                <a:ext uri="{FF2B5EF4-FFF2-40B4-BE49-F238E27FC236}">
                  <a16:creationId xmlns:a16="http://schemas.microsoft.com/office/drawing/2014/main" id="{5BEEB21C-9DF0-4621-A6EE-03E74B831253}"/>
                </a:ext>
              </a:extLst>
            </p:cNvPr>
            <p:cNvSpPr/>
            <p:nvPr/>
          </p:nvSpPr>
          <p:spPr>
            <a:xfrm>
              <a:off x="245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6" name="타원 14235">
              <a:extLst>
                <a:ext uri="{FF2B5EF4-FFF2-40B4-BE49-F238E27FC236}">
                  <a16:creationId xmlns:a16="http://schemas.microsoft.com/office/drawing/2014/main" id="{046A96F0-1403-45DE-BD2C-0C809445681E}"/>
                </a:ext>
              </a:extLst>
            </p:cNvPr>
            <p:cNvSpPr/>
            <p:nvPr/>
          </p:nvSpPr>
          <p:spPr>
            <a:xfrm>
              <a:off x="397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7" name="타원 14236">
              <a:extLst>
                <a:ext uri="{FF2B5EF4-FFF2-40B4-BE49-F238E27FC236}">
                  <a16:creationId xmlns:a16="http://schemas.microsoft.com/office/drawing/2014/main" id="{A4EAAC47-CEA9-4B80-89E5-D2200C10DA84}"/>
                </a:ext>
              </a:extLst>
            </p:cNvPr>
            <p:cNvSpPr/>
            <p:nvPr/>
          </p:nvSpPr>
          <p:spPr>
            <a:xfrm>
              <a:off x="5501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8" name="타원 14237">
              <a:extLst>
                <a:ext uri="{FF2B5EF4-FFF2-40B4-BE49-F238E27FC236}">
                  <a16:creationId xmlns:a16="http://schemas.microsoft.com/office/drawing/2014/main" id="{BC99F393-3541-4B02-8180-0090F3223FD7}"/>
                </a:ext>
              </a:extLst>
            </p:cNvPr>
            <p:cNvSpPr/>
            <p:nvPr/>
          </p:nvSpPr>
          <p:spPr>
            <a:xfrm>
              <a:off x="7025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39" name="타원 14238">
              <a:extLst>
                <a:ext uri="{FF2B5EF4-FFF2-40B4-BE49-F238E27FC236}">
                  <a16:creationId xmlns:a16="http://schemas.microsoft.com/office/drawing/2014/main" id="{905220BD-205D-4C77-83F4-5B17AF389E11}"/>
                </a:ext>
              </a:extLst>
            </p:cNvPr>
            <p:cNvSpPr/>
            <p:nvPr/>
          </p:nvSpPr>
          <p:spPr>
            <a:xfrm>
              <a:off x="8549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0" name="타원 14239">
              <a:extLst>
                <a:ext uri="{FF2B5EF4-FFF2-40B4-BE49-F238E27FC236}">
                  <a16:creationId xmlns:a16="http://schemas.microsoft.com/office/drawing/2014/main" id="{E1279846-3093-44AB-82F3-913414221B1A}"/>
                </a:ext>
              </a:extLst>
            </p:cNvPr>
            <p:cNvSpPr/>
            <p:nvPr/>
          </p:nvSpPr>
          <p:spPr>
            <a:xfrm>
              <a:off x="1007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1" name="타원 14240">
              <a:extLst>
                <a:ext uri="{FF2B5EF4-FFF2-40B4-BE49-F238E27FC236}">
                  <a16:creationId xmlns:a16="http://schemas.microsoft.com/office/drawing/2014/main" id="{51D07180-333E-44B8-B04C-32AF6ADCFECD}"/>
                </a:ext>
              </a:extLst>
            </p:cNvPr>
            <p:cNvSpPr/>
            <p:nvPr/>
          </p:nvSpPr>
          <p:spPr>
            <a:xfrm>
              <a:off x="1159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2" name="타원 14241">
              <a:extLst>
                <a:ext uri="{FF2B5EF4-FFF2-40B4-BE49-F238E27FC236}">
                  <a16:creationId xmlns:a16="http://schemas.microsoft.com/office/drawing/2014/main" id="{892271B8-6BAC-4834-9A80-C8060A3E4C13}"/>
                </a:ext>
              </a:extLst>
            </p:cNvPr>
            <p:cNvSpPr/>
            <p:nvPr/>
          </p:nvSpPr>
          <p:spPr>
            <a:xfrm>
              <a:off x="13121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3" name="타원 14242">
              <a:extLst>
                <a:ext uri="{FF2B5EF4-FFF2-40B4-BE49-F238E27FC236}">
                  <a16:creationId xmlns:a16="http://schemas.microsoft.com/office/drawing/2014/main" id="{65E2ED2E-0872-4674-9446-B724D2C18CA4}"/>
                </a:ext>
              </a:extLst>
            </p:cNvPr>
            <p:cNvSpPr/>
            <p:nvPr/>
          </p:nvSpPr>
          <p:spPr>
            <a:xfrm>
              <a:off x="14645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4" name="타원 14243">
              <a:extLst>
                <a:ext uri="{FF2B5EF4-FFF2-40B4-BE49-F238E27FC236}">
                  <a16:creationId xmlns:a16="http://schemas.microsoft.com/office/drawing/2014/main" id="{E195258E-55FA-4739-AA9B-943EB6DFF9AA}"/>
                </a:ext>
              </a:extLst>
            </p:cNvPr>
            <p:cNvSpPr/>
            <p:nvPr/>
          </p:nvSpPr>
          <p:spPr>
            <a:xfrm>
              <a:off x="16169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5" name="타원 14244">
              <a:extLst>
                <a:ext uri="{FF2B5EF4-FFF2-40B4-BE49-F238E27FC236}">
                  <a16:creationId xmlns:a16="http://schemas.microsoft.com/office/drawing/2014/main" id="{FCE70D73-0AFF-4278-BBEE-48509442506D}"/>
                </a:ext>
              </a:extLst>
            </p:cNvPr>
            <p:cNvSpPr/>
            <p:nvPr/>
          </p:nvSpPr>
          <p:spPr>
            <a:xfrm>
              <a:off x="1769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6" name="타원 14245">
              <a:extLst>
                <a:ext uri="{FF2B5EF4-FFF2-40B4-BE49-F238E27FC236}">
                  <a16:creationId xmlns:a16="http://schemas.microsoft.com/office/drawing/2014/main" id="{C5816DA6-3B17-4387-B2C7-1BB375E74542}"/>
                </a:ext>
              </a:extLst>
            </p:cNvPr>
            <p:cNvSpPr/>
            <p:nvPr/>
          </p:nvSpPr>
          <p:spPr>
            <a:xfrm>
              <a:off x="1921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7" name="타원 14246">
              <a:extLst>
                <a:ext uri="{FF2B5EF4-FFF2-40B4-BE49-F238E27FC236}">
                  <a16:creationId xmlns:a16="http://schemas.microsoft.com/office/drawing/2014/main" id="{45BFD1CE-7992-4653-A008-13471D886617}"/>
                </a:ext>
              </a:extLst>
            </p:cNvPr>
            <p:cNvSpPr/>
            <p:nvPr/>
          </p:nvSpPr>
          <p:spPr>
            <a:xfrm>
              <a:off x="20741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8" name="타원 14247">
              <a:extLst>
                <a:ext uri="{FF2B5EF4-FFF2-40B4-BE49-F238E27FC236}">
                  <a16:creationId xmlns:a16="http://schemas.microsoft.com/office/drawing/2014/main" id="{12AC66D9-A8E1-4854-B017-273163472735}"/>
                </a:ext>
              </a:extLst>
            </p:cNvPr>
            <p:cNvSpPr/>
            <p:nvPr/>
          </p:nvSpPr>
          <p:spPr>
            <a:xfrm>
              <a:off x="22265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9" name="타원 14248">
              <a:extLst>
                <a:ext uri="{FF2B5EF4-FFF2-40B4-BE49-F238E27FC236}">
                  <a16:creationId xmlns:a16="http://schemas.microsoft.com/office/drawing/2014/main" id="{249F782D-97CD-4350-863F-2CB1B5C59FD6}"/>
                </a:ext>
              </a:extLst>
            </p:cNvPr>
            <p:cNvSpPr/>
            <p:nvPr/>
          </p:nvSpPr>
          <p:spPr>
            <a:xfrm>
              <a:off x="23789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0" name="타원 14249">
              <a:extLst>
                <a:ext uri="{FF2B5EF4-FFF2-40B4-BE49-F238E27FC236}">
                  <a16:creationId xmlns:a16="http://schemas.microsoft.com/office/drawing/2014/main" id="{0046C711-66F3-42AD-BF5B-B21CF0245752}"/>
                </a:ext>
              </a:extLst>
            </p:cNvPr>
            <p:cNvSpPr/>
            <p:nvPr/>
          </p:nvSpPr>
          <p:spPr>
            <a:xfrm>
              <a:off x="2531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1" name="타원 14250">
              <a:extLst>
                <a:ext uri="{FF2B5EF4-FFF2-40B4-BE49-F238E27FC236}">
                  <a16:creationId xmlns:a16="http://schemas.microsoft.com/office/drawing/2014/main" id="{32AD1425-9390-47A0-A607-ACD01B0691D0}"/>
                </a:ext>
              </a:extLst>
            </p:cNvPr>
            <p:cNvSpPr/>
            <p:nvPr/>
          </p:nvSpPr>
          <p:spPr>
            <a:xfrm>
              <a:off x="2683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2" name="타원 14251">
              <a:extLst>
                <a:ext uri="{FF2B5EF4-FFF2-40B4-BE49-F238E27FC236}">
                  <a16:creationId xmlns:a16="http://schemas.microsoft.com/office/drawing/2014/main" id="{B87B5D90-39C6-440A-BDB2-002483350419}"/>
                </a:ext>
              </a:extLst>
            </p:cNvPr>
            <p:cNvSpPr/>
            <p:nvPr/>
          </p:nvSpPr>
          <p:spPr>
            <a:xfrm>
              <a:off x="28361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3" name="타원 14252">
              <a:extLst>
                <a:ext uri="{FF2B5EF4-FFF2-40B4-BE49-F238E27FC236}">
                  <a16:creationId xmlns:a16="http://schemas.microsoft.com/office/drawing/2014/main" id="{93EB0235-14D4-4499-AC81-6C014C4F7B03}"/>
                </a:ext>
              </a:extLst>
            </p:cNvPr>
            <p:cNvSpPr/>
            <p:nvPr/>
          </p:nvSpPr>
          <p:spPr>
            <a:xfrm>
              <a:off x="29885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4" name="타원 14253">
              <a:extLst>
                <a:ext uri="{FF2B5EF4-FFF2-40B4-BE49-F238E27FC236}">
                  <a16:creationId xmlns:a16="http://schemas.microsoft.com/office/drawing/2014/main" id="{57F47C06-6D30-460F-99A8-B08301EE9435}"/>
                </a:ext>
              </a:extLst>
            </p:cNvPr>
            <p:cNvSpPr/>
            <p:nvPr/>
          </p:nvSpPr>
          <p:spPr>
            <a:xfrm>
              <a:off x="31409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5" name="타원 14254">
              <a:extLst>
                <a:ext uri="{FF2B5EF4-FFF2-40B4-BE49-F238E27FC236}">
                  <a16:creationId xmlns:a16="http://schemas.microsoft.com/office/drawing/2014/main" id="{5C9757E0-011F-4B8B-9A71-069AF066BBAD}"/>
                </a:ext>
              </a:extLst>
            </p:cNvPr>
            <p:cNvSpPr/>
            <p:nvPr/>
          </p:nvSpPr>
          <p:spPr>
            <a:xfrm>
              <a:off x="3293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6" name="타원 14255">
              <a:extLst>
                <a:ext uri="{FF2B5EF4-FFF2-40B4-BE49-F238E27FC236}">
                  <a16:creationId xmlns:a16="http://schemas.microsoft.com/office/drawing/2014/main" id="{76CCBFF4-171E-4317-886E-5F6F7C60AE3A}"/>
                </a:ext>
              </a:extLst>
            </p:cNvPr>
            <p:cNvSpPr/>
            <p:nvPr/>
          </p:nvSpPr>
          <p:spPr>
            <a:xfrm>
              <a:off x="3445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7" name="타원 14256">
              <a:extLst>
                <a:ext uri="{FF2B5EF4-FFF2-40B4-BE49-F238E27FC236}">
                  <a16:creationId xmlns:a16="http://schemas.microsoft.com/office/drawing/2014/main" id="{676C0483-4427-411E-9EC1-19A6B2DDB867}"/>
                </a:ext>
              </a:extLst>
            </p:cNvPr>
            <p:cNvSpPr/>
            <p:nvPr/>
          </p:nvSpPr>
          <p:spPr>
            <a:xfrm>
              <a:off x="35981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8" name="타원 14257">
              <a:extLst>
                <a:ext uri="{FF2B5EF4-FFF2-40B4-BE49-F238E27FC236}">
                  <a16:creationId xmlns:a16="http://schemas.microsoft.com/office/drawing/2014/main" id="{228CCAF7-2387-4AEC-ABF3-A3BD040EEE5F}"/>
                </a:ext>
              </a:extLst>
            </p:cNvPr>
            <p:cNvSpPr/>
            <p:nvPr/>
          </p:nvSpPr>
          <p:spPr>
            <a:xfrm>
              <a:off x="37505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9" name="타원 14258">
              <a:extLst>
                <a:ext uri="{FF2B5EF4-FFF2-40B4-BE49-F238E27FC236}">
                  <a16:creationId xmlns:a16="http://schemas.microsoft.com/office/drawing/2014/main" id="{4EB65481-0646-4EB3-B474-A2F8537A3E6F}"/>
                </a:ext>
              </a:extLst>
            </p:cNvPr>
            <p:cNvSpPr/>
            <p:nvPr/>
          </p:nvSpPr>
          <p:spPr>
            <a:xfrm>
              <a:off x="39029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0" name="타원 14259">
              <a:extLst>
                <a:ext uri="{FF2B5EF4-FFF2-40B4-BE49-F238E27FC236}">
                  <a16:creationId xmlns:a16="http://schemas.microsoft.com/office/drawing/2014/main" id="{85875240-C8D7-4324-AFC0-839AD8589E31}"/>
                </a:ext>
              </a:extLst>
            </p:cNvPr>
            <p:cNvSpPr/>
            <p:nvPr/>
          </p:nvSpPr>
          <p:spPr>
            <a:xfrm>
              <a:off x="4055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1" name="타원 14260">
              <a:extLst>
                <a:ext uri="{FF2B5EF4-FFF2-40B4-BE49-F238E27FC236}">
                  <a16:creationId xmlns:a16="http://schemas.microsoft.com/office/drawing/2014/main" id="{66AFFE3F-B013-4403-BFB8-6A18C66C0192}"/>
                </a:ext>
              </a:extLst>
            </p:cNvPr>
            <p:cNvSpPr/>
            <p:nvPr/>
          </p:nvSpPr>
          <p:spPr>
            <a:xfrm>
              <a:off x="4207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2" name="타원 14261">
              <a:extLst>
                <a:ext uri="{FF2B5EF4-FFF2-40B4-BE49-F238E27FC236}">
                  <a16:creationId xmlns:a16="http://schemas.microsoft.com/office/drawing/2014/main" id="{F80F54D2-D2AB-4FB1-AB49-0F81EB9AFD00}"/>
                </a:ext>
              </a:extLst>
            </p:cNvPr>
            <p:cNvSpPr/>
            <p:nvPr/>
          </p:nvSpPr>
          <p:spPr>
            <a:xfrm>
              <a:off x="43601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3" name="타원 14262">
              <a:extLst>
                <a:ext uri="{FF2B5EF4-FFF2-40B4-BE49-F238E27FC236}">
                  <a16:creationId xmlns:a16="http://schemas.microsoft.com/office/drawing/2014/main" id="{4AE379D9-B670-4A39-9F19-52F59732690E}"/>
                </a:ext>
              </a:extLst>
            </p:cNvPr>
            <p:cNvSpPr/>
            <p:nvPr/>
          </p:nvSpPr>
          <p:spPr>
            <a:xfrm>
              <a:off x="45125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4" name="타원 14263">
              <a:extLst>
                <a:ext uri="{FF2B5EF4-FFF2-40B4-BE49-F238E27FC236}">
                  <a16:creationId xmlns:a16="http://schemas.microsoft.com/office/drawing/2014/main" id="{CEECBE59-F54B-427E-B8C6-7710F0B776BF}"/>
                </a:ext>
              </a:extLst>
            </p:cNvPr>
            <p:cNvSpPr/>
            <p:nvPr/>
          </p:nvSpPr>
          <p:spPr>
            <a:xfrm>
              <a:off x="46649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5" name="타원 14264">
              <a:extLst>
                <a:ext uri="{FF2B5EF4-FFF2-40B4-BE49-F238E27FC236}">
                  <a16:creationId xmlns:a16="http://schemas.microsoft.com/office/drawing/2014/main" id="{285C1B0D-3ED7-4765-B319-12481B7F94C1}"/>
                </a:ext>
              </a:extLst>
            </p:cNvPr>
            <p:cNvSpPr/>
            <p:nvPr/>
          </p:nvSpPr>
          <p:spPr>
            <a:xfrm>
              <a:off x="4817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6" name="타원 14265">
              <a:extLst>
                <a:ext uri="{FF2B5EF4-FFF2-40B4-BE49-F238E27FC236}">
                  <a16:creationId xmlns:a16="http://schemas.microsoft.com/office/drawing/2014/main" id="{95CB13B8-DDB1-42CF-8F22-1015567D296C}"/>
                </a:ext>
              </a:extLst>
            </p:cNvPr>
            <p:cNvSpPr/>
            <p:nvPr/>
          </p:nvSpPr>
          <p:spPr>
            <a:xfrm>
              <a:off x="4969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7" name="타원 14266">
              <a:extLst>
                <a:ext uri="{FF2B5EF4-FFF2-40B4-BE49-F238E27FC236}">
                  <a16:creationId xmlns:a16="http://schemas.microsoft.com/office/drawing/2014/main" id="{ADE765A5-ACC9-4B9A-A95B-0D5EE6184FD7}"/>
                </a:ext>
              </a:extLst>
            </p:cNvPr>
            <p:cNvSpPr/>
            <p:nvPr/>
          </p:nvSpPr>
          <p:spPr>
            <a:xfrm>
              <a:off x="51221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8" name="타원 14267">
              <a:extLst>
                <a:ext uri="{FF2B5EF4-FFF2-40B4-BE49-F238E27FC236}">
                  <a16:creationId xmlns:a16="http://schemas.microsoft.com/office/drawing/2014/main" id="{126EB21E-E73E-4026-A6EC-B6A5D3ED5C44}"/>
                </a:ext>
              </a:extLst>
            </p:cNvPr>
            <p:cNvSpPr/>
            <p:nvPr/>
          </p:nvSpPr>
          <p:spPr>
            <a:xfrm>
              <a:off x="52745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9" name="타원 14268">
              <a:extLst>
                <a:ext uri="{FF2B5EF4-FFF2-40B4-BE49-F238E27FC236}">
                  <a16:creationId xmlns:a16="http://schemas.microsoft.com/office/drawing/2014/main" id="{627CD8B0-802B-4774-8852-213D223F8058}"/>
                </a:ext>
              </a:extLst>
            </p:cNvPr>
            <p:cNvSpPr/>
            <p:nvPr/>
          </p:nvSpPr>
          <p:spPr>
            <a:xfrm>
              <a:off x="54269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0" name="타원 14269">
              <a:extLst>
                <a:ext uri="{FF2B5EF4-FFF2-40B4-BE49-F238E27FC236}">
                  <a16:creationId xmlns:a16="http://schemas.microsoft.com/office/drawing/2014/main" id="{B70173BE-9B5E-4BCD-A43B-49984CF4B2AA}"/>
                </a:ext>
              </a:extLst>
            </p:cNvPr>
            <p:cNvSpPr/>
            <p:nvPr/>
          </p:nvSpPr>
          <p:spPr>
            <a:xfrm>
              <a:off x="55793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1" name="타원 14270">
              <a:extLst>
                <a:ext uri="{FF2B5EF4-FFF2-40B4-BE49-F238E27FC236}">
                  <a16:creationId xmlns:a16="http://schemas.microsoft.com/office/drawing/2014/main" id="{AFE7978B-410D-4166-9EAB-19DEF04D0A49}"/>
                </a:ext>
              </a:extLst>
            </p:cNvPr>
            <p:cNvSpPr/>
            <p:nvPr/>
          </p:nvSpPr>
          <p:spPr>
            <a:xfrm>
              <a:off x="5731775" y="228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2" name="타원 14271">
              <a:extLst>
                <a:ext uri="{FF2B5EF4-FFF2-40B4-BE49-F238E27FC236}">
                  <a16:creationId xmlns:a16="http://schemas.microsoft.com/office/drawing/2014/main" id="{65577AAC-3FB8-4734-BC1E-AB3DD5A39A5B}"/>
                </a:ext>
              </a:extLst>
            </p:cNvPr>
            <p:cNvSpPr/>
            <p:nvPr/>
          </p:nvSpPr>
          <p:spPr>
            <a:xfrm>
              <a:off x="245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3" name="타원 14272">
              <a:extLst>
                <a:ext uri="{FF2B5EF4-FFF2-40B4-BE49-F238E27FC236}">
                  <a16:creationId xmlns:a16="http://schemas.microsoft.com/office/drawing/2014/main" id="{C56D1F88-588F-46FD-B448-4FE47C78008D}"/>
                </a:ext>
              </a:extLst>
            </p:cNvPr>
            <p:cNvSpPr/>
            <p:nvPr/>
          </p:nvSpPr>
          <p:spPr>
            <a:xfrm>
              <a:off x="397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4" name="타원 14273">
              <a:extLst>
                <a:ext uri="{FF2B5EF4-FFF2-40B4-BE49-F238E27FC236}">
                  <a16:creationId xmlns:a16="http://schemas.microsoft.com/office/drawing/2014/main" id="{37967984-C460-44DC-A91B-2117F509BA9F}"/>
                </a:ext>
              </a:extLst>
            </p:cNvPr>
            <p:cNvSpPr/>
            <p:nvPr/>
          </p:nvSpPr>
          <p:spPr>
            <a:xfrm>
              <a:off x="5501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5" name="타원 14274">
              <a:extLst>
                <a:ext uri="{FF2B5EF4-FFF2-40B4-BE49-F238E27FC236}">
                  <a16:creationId xmlns:a16="http://schemas.microsoft.com/office/drawing/2014/main" id="{67FB5F9F-E360-47A2-A3FD-B1D047E0DF83}"/>
                </a:ext>
              </a:extLst>
            </p:cNvPr>
            <p:cNvSpPr/>
            <p:nvPr/>
          </p:nvSpPr>
          <p:spPr>
            <a:xfrm>
              <a:off x="7025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6" name="타원 14275">
              <a:extLst>
                <a:ext uri="{FF2B5EF4-FFF2-40B4-BE49-F238E27FC236}">
                  <a16:creationId xmlns:a16="http://schemas.microsoft.com/office/drawing/2014/main" id="{CB0181B9-E8C4-4E93-B6CF-A3C8D47C20D4}"/>
                </a:ext>
              </a:extLst>
            </p:cNvPr>
            <p:cNvSpPr/>
            <p:nvPr/>
          </p:nvSpPr>
          <p:spPr>
            <a:xfrm>
              <a:off x="8549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7" name="타원 14276">
              <a:extLst>
                <a:ext uri="{FF2B5EF4-FFF2-40B4-BE49-F238E27FC236}">
                  <a16:creationId xmlns:a16="http://schemas.microsoft.com/office/drawing/2014/main" id="{D746CDE4-58EB-48AE-9E15-9C83EC724876}"/>
                </a:ext>
              </a:extLst>
            </p:cNvPr>
            <p:cNvSpPr/>
            <p:nvPr/>
          </p:nvSpPr>
          <p:spPr>
            <a:xfrm>
              <a:off x="1007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8" name="타원 14277">
              <a:extLst>
                <a:ext uri="{FF2B5EF4-FFF2-40B4-BE49-F238E27FC236}">
                  <a16:creationId xmlns:a16="http://schemas.microsoft.com/office/drawing/2014/main" id="{836E7E1B-7237-4AFD-9A10-CB412612243B}"/>
                </a:ext>
              </a:extLst>
            </p:cNvPr>
            <p:cNvSpPr/>
            <p:nvPr/>
          </p:nvSpPr>
          <p:spPr>
            <a:xfrm>
              <a:off x="1159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9" name="타원 14278">
              <a:extLst>
                <a:ext uri="{FF2B5EF4-FFF2-40B4-BE49-F238E27FC236}">
                  <a16:creationId xmlns:a16="http://schemas.microsoft.com/office/drawing/2014/main" id="{BB0FAC1F-CF98-4461-83D9-EE719FC7776B}"/>
                </a:ext>
              </a:extLst>
            </p:cNvPr>
            <p:cNvSpPr/>
            <p:nvPr/>
          </p:nvSpPr>
          <p:spPr>
            <a:xfrm>
              <a:off x="13121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0" name="타원 14279">
              <a:extLst>
                <a:ext uri="{FF2B5EF4-FFF2-40B4-BE49-F238E27FC236}">
                  <a16:creationId xmlns:a16="http://schemas.microsoft.com/office/drawing/2014/main" id="{6F8E146F-0578-4CF6-A183-E101A5E46C74}"/>
                </a:ext>
              </a:extLst>
            </p:cNvPr>
            <p:cNvSpPr/>
            <p:nvPr/>
          </p:nvSpPr>
          <p:spPr>
            <a:xfrm>
              <a:off x="14645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1" name="타원 14280">
              <a:extLst>
                <a:ext uri="{FF2B5EF4-FFF2-40B4-BE49-F238E27FC236}">
                  <a16:creationId xmlns:a16="http://schemas.microsoft.com/office/drawing/2014/main" id="{08674BB3-F08E-4363-B39D-F097322A4F2B}"/>
                </a:ext>
              </a:extLst>
            </p:cNvPr>
            <p:cNvSpPr/>
            <p:nvPr/>
          </p:nvSpPr>
          <p:spPr>
            <a:xfrm>
              <a:off x="16169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2" name="타원 14281">
              <a:extLst>
                <a:ext uri="{FF2B5EF4-FFF2-40B4-BE49-F238E27FC236}">
                  <a16:creationId xmlns:a16="http://schemas.microsoft.com/office/drawing/2014/main" id="{331C12C2-1C91-4B75-9596-1D1670C567D9}"/>
                </a:ext>
              </a:extLst>
            </p:cNvPr>
            <p:cNvSpPr/>
            <p:nvPr/>
          </p:nvSpPr>
          <p:spPr>
            <a:xfrm>
              <a:off x="1769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3" name="타원 14282">
              <a:extLst>
                <a:ext uri="{FF2B5EF4-FFF2-40B4-BE49-F238E27FC236}">
                  <a16:creationId xmlns:a16="http://schemas.microsoft.com/office/drawing/2014/main" id="{D81E586C-1E8F-4EF0-8CC1-017BCF28225E}"/>
                </a:ext>
              </a:extLst>
            </p:cNvPr>
            <p:cNvSpPr/>
            <p:nvPr/>
          </p:nvSpPr>
          <p:spPr>
            <a:xfrm>
              <a:off x="1921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4" name="타원 14283">
              <a:extLst>
                <a:ext uri="{FF2B5EF4-FFF2-40B4-BE49-F238E27FC236}">
                  <a16:creationId xmlns:a16="http://schemas.microsoft.com/office/drawing/2014/main" id="{031B50A4-1164-482B-8E2B-B0AAEDE0EE23}"/>
                </a:ext>
              </a:extLst>
            </p:cNvPr>
            <p:cNvSpPr/>
            <p:nvPr/>
          </p:nvSpPr>
          <p:spPr>
            <a:xfrm>
              <a:off x="20741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5" name="타원 14284">
              <a:extLst>
                <a:ext uri="{FF2B5EF4-FFF2-40B4-BE49-F238E27FC236}">
                  <a16:creationId xmlns:a16="http://schemas.microsoft.com/office/drawing/2014/main" id="{29BDDCC6-8E42-4970-88F7-092B10EA04C0}"/>
                </a:ext>
              </a:extLst>
            </p:cNvPr>
            <p:cNvSpPr/>
            <p:nvPr/>
          </p:nvSpPr>
          <p:spPr>
            <a:xfrm>
              <a:off x="22265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6" name="타원 14285">
              <a:extLst>
                <a:ext uri="{FF2B5EF4-FFF2-40B4-BE49-F238E27FC236}">
                  <a16:creationId xmlns:a16="http://schemas.microsoft.com/office/drawing/2014/main" id="{0F84D25C-F396-4EFF-955B-0157B14F6F9A}"/>
                </a:ext>
              </a:extLst>
            </p:cNvPr>
            <p:cNvSpPr/>
            <p:nvPr/>
          </p:nvSpPr>
          <p:spPr>
            <a:xfrm>
              <a:off x="23789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7" name="타원 14286">
              <a:extLst>
                <a:ext uri="{FF2B5EF4-FFF2-40B4-BE49-F238E27FC236}">
                  <a16:creationId xmlns:a16="http://schemas.microsoft.com/office/drawing/2014/main" id="{D83B0BCC-5D73-476D-BF9A-CDCEF9DDB22F}"/>
                </a:ext>
              </a:extLst>
            </p:cNvPr>
            <p:cNvSpPr/>
            <p:nvPr/>
          </p:nvSpPr>
          <p:spPr>
            <a:xfrm>
              <a:off x="2531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8" name="타원 14287">
              <a:extLst>
                <a:ext uri="{FF2B5EF4-FFF2-40B4-BE49-F238E27FC236}">
                  <a16:creationId xmlns:a16="http://schemas.microsoft.com/office/drawing/2014/main" id="{9C521C06-E1FC-4D1D-AD3D-F9B6B0310A13}"/>
                </a:ext>
              </a:extLst>
            </p:cNvPr>
            <p:cNvSpPr/>
            <p:nvPr/>
          </p:nvSpPr>
          <p:spPr>
            <a:xfrm>
              <a:off x="2683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9" name="타원 14288">
              <a:extLst>
                <a:ext uri="{FF2B5EF4-FFF2-40B4-BE49-F238E27FC236}">
                  <a16:creationId xmlns:a16="http://schemas.microsoft.com/office/drawing/2014/main" id="{79C06B01-6ABE-4678-9BB9-5B02149D7386}"/>
                </a:ext>
              </a:extLst>
            </p:cNvPr>
            <p:cNvSpPr/>
            <p:nvPr/>
          </p:nvSpPr>
          <p:spPr>
            <a:xfrm>
              <a:off x="28361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0" name="타원 14289">
              <a:extLst>
                <a:ext uri="{FF2B5EF4-FFF2-40B4-BE49-F238E27FC236}">
                  <a16:creationId xmlns:a16="http://schemas.microsoft.com/office/drawing/2014/main" id="{01ED45E0-F009-40D5-9929-D360B793939C}"/>
                </a:ext>
              </a:extLst>
            </p:cNvPr>
            <p:cNvSpPr/>
            <p:nvPr/>
          </p:nvSpPr>
          <p:spPr>
            <a:xfrm>
              <a:off x="29885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1" name="타원 14290">
              <a:extLst>
                <a:ext uri="{FF2B5EF4-FFF2-40B4-BE49-F238E27FC236}">
                  <a16:creationId xmlns:a16="http://schemas.microsoft.com/office/drawing/2014/main" id="{AA13641D-19D0-41B1-A947-7C13820A4D92}"/>
                </a:ext>
              </a:extLst>
            </p:cNvPr>
            <p:cNvSpPr/>
            <p:nvPr/>
          </p:nvSpPr>
          <p:spPr>
            <a:xfrm>
              <a:off x="31409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2" name="타원 14291">
              <a:extLst>
                <a:ext uri="{FF2B5EF4-FFF2-40B4-BE49-F238E27FC236}">
                  <a16:creationId xmlns:a16="http://schemas.microsoft.com/office/drawing/2014/main" id="{969A3077-7AFA-4BE5-86A4-16BA3FF54556}"/>
                </a:ext>
              </a:extLst>
            </p:cNvPr>
            <p:cNvSpPr/>
            <p:nvPr/>
          </p:nvSpPr>
          <p:spPr>
            <a:xfrm>
              <a:off x="3293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3" name="타원 14292">
              <a:extLst>
                <a:ext uri="{FF2B5EF4-FFF2-40B4-BE49-F238E27FC236}">
                  <a16:creationId xmlns:a16="http://schemas.microsoft.com/office/drawing/2014/main" id="{F130A9AB-A507-4CEA-8CF2-44AF5AE20221}"/>
                </a:ext>
              </a:extLst>
            </p:cNvPr>
            <p:cNvSpPr/>
            <p:nvPr/>
          </p:nvSpPr>
          <p:spPr>
            <a:xfrm>
              <a:off x="3445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4" name="타원 14293">
              <a:extLst>
                <a:ext uri="{FF2B5EF4-FFF2-40B4-BE49-F238E27FC236}">
                  <a16:creationId xmlns:a16="http://schemas.microsoft.com/office/drawing/2014/main" id="{53A12546-78AE-4480-94B7-014CB4B57C9E}"/>
                </a:ext>
              </a:extLst>
            </p:cNvPr>
            <p:cNvSpPr/>
            <p:nvPr/>
          </p:nvSpPr>
          <p:spPr>
            <a:xfrm>
              <a:off x="35981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5" name="타원 14294">
              <a:extLst>
                <a:ext uri="{FF2B5EF4-FFF2-40B4-BE49-F238E27FC236}">
                  <a16:creationId xmlns:a16="http://schemas.microsoft.com/office/drawing/2014/main" id="{2924C798-42BA-41FE-8503-D61AE9D65A94}"/>
                </a:ext>
              </a:extLst>
            </p:cNvPr>
            <p:cNvSpPr/>
            <p:nvPr/>
          </p:nvSpPr>
          <p:spPr>
            <a:xfrm>
              <a:off x="37505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6" name="타원 14295">
              <a:extLst>
                <a:ext uri="{FF2B5EF4-FFF2-40B4-BE49-F238E27FC236}">
                  <a16:creationId xmlns:a16="http://schemas.microsoft.com/office/drawing/2014/main" id="{1C75F5E4-ADA8-4C04-825C-9A908740402C}"/>
                </a:ext>
              </a:extLst>
            </p:cNvPr>
            <p:cNvSpPr/>
            <p:nvPr/>
          </p:nvSpPr>
          <p:spPr>
            <a:xfrm>
              <a:off x="39029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7" name="타원 14296">
              <a:extLst>
                <a:ext uri="{FF2B5EF4-FFF2-40B4-BE49-F238E27FC236}">
                  <a16:creationId xmlns:a16="http://schemas.microsoft.com/office/drawing/2014/main" id="{0914662C-A727-43DD-B1E1-9724D0149668}"/>
                </a:ext>
              </a:extLst>
            </p:cNvPr>
            <p:cNvSpPr/>
            <p:nvPr/>
          </p:nvSpPr>
          <p:spPr>
            <a:xfrm>
              <a:off x="4055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8" name="타원 14297">
              <a:extLst>
                <a:ext uri="{FF2B5EF4-FFF2-40B4-BE49-F238E27FC236}">
                  <a16:creationId xmlns:a16="http://schemas.microsoft.com/office/drawing/2014/main" id="{08168104-4FC0-49E4-B6FC-F8157DFAF358}"/>
                </a:ext>
              </a:extLst>
            </p:cNvPr>
            <p:cNvSpPr/>
            <p:nvPr/>
          </p:nvSpPr>
          <p:spPr>
            <a:xfrm>
              <a:off x="4207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9" name="타원 14298">
              <a:extLst>
                <a:ext uri="{FF2B5EF4-FFF2-40B4-BE49-F238E27FC236}">
                  <a16:creationId xmlns:a16="http://schemas.microsoft.com/office/drawing/2014/main" id="{2A85A92B-9C5D-4531-869C-233337A3F8F5}"/>
                </a:ext>
              </a:extLst>
            </p:cNvPr>
            <p:cNvSpPr/>
            <p:nvPr/>
          </p:nvSpPr>
          <p:spPr>
            <a:xfrm>
              <a:off x="43601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0" name="타원 14299">
              <a:extLst>
                <a:ext uri="{FF2B5EF4-FFF2-40B4-BE49-F238E27FC236}">
                  <a16:creationId xmlns:a16="http://schemas.microsoft.com/office/drawing/2014/main" id="{BA45D4FE-2ECA-4ABA-AE9A-489B29068292}"/>
                </a:ext>
              </a:extLst>
            </p:cNvPr>
            <p:cNvSpPr/>
            <p:nvPr/>
          </p:nvSpPr>
          <p:spPr>
            <a:xfrm>
              <a:off x="45125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1" name="타원 14300">
              <a:extLst>
                <a:ext uri="{FF2B5EF4-FFF2-40B4-BE49-F238E27FC236}">
                  <a16:creationId xmlns:a16="http://schemas.microsoft.com/office/drawing/2014/main" id="{726B0FBF-5E68-4A0A-8A06-1BD95AB5E49D}"/>
                </a:ext>
              </a:extLst>
            </p:cNvPr>
            <p:cNvSpPr/>
            <p:nvPr/>
          </p:nvSpPr>
          <p:spPr>
            <a:xfrm>
              <a:off x="46649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2" name="타원 14301">
              <a:extLst>
                <a:ext uri="{FF2B5EF4-FFF2-40B4-BE49-F238E27FC236}">
                  <a16:creationId xmlns:a16="http://schemas.microsoft.com/office/drawing/2014/main" id="{E3A3F256-692B-4FF0-9680-555BF7E5EB7C}"/>
                </a:ext>
              </a:extLst>
            </p:cNvPr>
            <p:cNvSpPr/>
            <p:nvPr/>
          </p:nvSpPr>
          <p:spPr>
            <a:xfrm>
              <a:off x="4817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3" name="타원 14302">
              <a:extLst>
                <a:ext uri="{FF2B5EF4-FFF2-40B4-BE49-F238E27FC236}">
                  <a16:creationId xmlns:a16="http://schemas.microsoft.com/office/drawing/2014/main" id="{3C029946-89B2-49D5-8133-1C9DC34E40B8}"/>
                </a:ext>
              </a:extLst>
            </p:cNvPr>
            <p:cNvSpPr/>
            <p:nvPr/>
          </p:nvSpPr>
          <p:spPr>
            <a:xfrm>
              <a:off x="4969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4" name="타원 14303">
              <a:extLst>
                <a:ext uri="{FF2B5EF4-FFF2-40B4-BE49-F238E27FC236}">
                  <a16:creationId xmlns:a16="http://schemas.microsoft.com/office/drawing/2014/main" id="{8FEBC01C-7A07-4C9C-B25C-DFFA6EE09249}"/>
                </a:ext>
              </a:extLst>
            </p:cNvPr>
            <p:cNvSpPr/>
            <p:nvPr/>
          </p:nvSpPr>
          <p:spPr>
            <a:xfrm>
              <a:off x="51221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5" name="타원 14304">
              <a:extLst>
                <a:ext uri="{FF2B5EF4-FFF2-40B4-BE49-F238E27FC236}">
                  <a16:creationId xmlns:a16="http://schemas.microsoft.com/office/drawing/2014/main" id="{908B7CB1-1548-4528-9526-23C1DFA7292E}"/>
                </a:ext>
              </a:extLst>
            </p:cNvPr>
            <p:cNvSpPr/>
            <p:nvPr/>
          </p:nvSpPr>
          <p:spPr>
            <a:xfrm>
              <a:off x="52745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6" name="타원 14305">
              <a:extLst>
                <a:ext uri="{FF2B5EF4-FFF2-40B4-BE49-F238E27FC236}">
                  <a16:creationId xmlns:a16="http://schemas.microsoft.com/office/drawing/2014/main" id="{7935B448-9091-4F62-BFC9-114648F7E815}"/>
                </a:ext>
              </a:extLst>
            </p:cNvPr>
            <p:cNvSpPr/>
            <p:nvPr/>
          </p:nvSpPr>
          <p:spPr>
            <a:xfrm>
              <a:off x="54269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7" name="타원 14306">
              <a:extLst>
                <a:ext uri="{FF2B5EF4-FFF2-40B4-BE49-F238E27FC236}">
                  <a16:creationId xmlns:a16="http://schemas.microsoft.com/office/drawing/2014/main" id="{DA651C09-5646-4BDC-8906-22452CADB030}"/>
                </a:ext>
              </a:extLst>
            </p:cNvPr>
            <p:cNvSpPr/>
            <p:nvPr/>
          </p:nvSpPr>
          <p:spPr>
            <a:xfrm>
              <a:off x="55793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8" name="타원 14307">
              <a:extLst>
                <a:ext uri="{FF2B5EF4-FFF2-40B4-BE49-F238E27FC236}">
                  <a16:creationId xmlns:a16="http://schemas.microsoft.com/office/drawing/2014/main" id="{C0CF0B80-579A-449D-AC9A-9FD7587E369F}"/>
                </a:ext>
              </a:extLst>
            </p:cNvPr>
            <p:cNvSpPr/>
            <p:nvPr/>
          </p:nvSpPr>
          <p:spPr>
            <a:xfrm>
              <a:off x="5731775" y="243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9" name="타원 14308">
              <a:extLst>
                <a:ext uri="{FF2B5EF4-FFF2-40B4-BE49-F238E27FC236}">
                  <a16:creationId xmlns:a16="http://schemas.microsoft.com/office/drawing/2014/main" id="{44F3EC4C-1230-4DD9-A585-B6D147C916FB}"/>
                </a:ext>
              </a:extLst>
            </p:cNvPr>
            <p:cNvSpPr/>
            <p:nvPr/>
          </p:nvSpPr>
          <p:spPr>
            <a:xfrm>
              <a:off x="245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0" name="타원 14309">
              <a:extLst>
                <a:ext uri="{FF2B5EF4-FFF2-40B4-BE49-F238E27FC236}">
                  <a16:creationId xmlns:a16="http://schemas.microsoft.com/office/drawing/2014/main" id="{AEBE98CE-8237-4DD9-B257-25DD40D63630}"/>
                </a:ext>
              </a:extLst>
            </p:cNvPr>
            <p:cNvSpPr/>
            <p:nvPr/>
          </p:nvSpPr>
          <p:spPr>
            <a:xfrm>
              <a:off x="397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1" name="타원 14310">
              <a:extLst>
                <a:ext uri="{FF2B5EF4-FFF2-40B4-BE49-F238E27FC236}">
                  <a16:creationId xmlns:a16="http://schemas.microsoft.com/office/drawing/2014/main" id="{41BF19F0-26C0-4BE9-84E5-4D6B94231EDE}"/>
                </a:ext>
              </a:extLst>
            </p:cNvPr>
            <p:cNvSpPr/>
            <p:nvPr/>
          </p:nvSpPr>
          <p:spPr>
            <a:xfrm>
              <a:off x="5501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2" name="타원 14311">
              <a:extLst>
                <a:ext uri="{FF2B5EF4-FFF2-40B4-BE49-F238E27FC236}">
                  <a16:creationId xmlns:a16="http://schemas.microsoft.com/office/drawing/2014/main" id="{14DC6F31-55B0-4E8A-ABE8-E74F4913F392}"/>
                </a:ext>
              </a:extLst>
            </p:cNvPr>
            <p:cNvSpPr/>
            <p:nvPr/>
          </p:nvSpPr>
          <p:spPr>
            <a:xfrm>
              <a:off x="7025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3" name="타원 14312">
              <a:extLst>
                <a:ext uri="{FF2B5EF4-FFF2-40B4-BE49-F238E27FC236}">
                  <a16:creationId xmlns:a16="http://schemas.microsoft.com/office/drawing/2014/main" id="{406150FC-733F-4515-8763-BEA2E8F21FFF}"/>
                </a:ext>
              </a:extLst>
            </p:cNvPr>
            <p:cNvSpPr/>
            <p:nvPr/>
          </p:nvSpPr>
          <p:spPr>
            <a:xfrm>
              <a:off x="8549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4" name="타원 14313">
              <a:extLst>
                <a:ext uri="{FF2B5EF4-FFF2-40B4-BE49-F238E27FC236}">
                  <a16:creationId xmlns:a16="http://schemas.microsoft.com/office/drawing/2014/main" id="{51E367FF-3AC8-4F1D-B8CE-75A8785A1DCF}"/>
                </a:ext>
              </a:extLst>
            </p:cNvPr>
            <p:cNvSpPr/>
            <p:nvPr/>
          </p:nvSpPr>
          <p:spPr>
            <a:xfrm>
              <a:off x="1007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5" name="타원 14314">
              <a:extLst>
                <a:ext uri="{FF2B5EF4-FFF2-40B4-BE49-F238E27FC236}">
                  <a16:creationId xmlns:a16="http://schemas.microsoft.com/office/drawing/2014/main" id="{BA41BFEB-4405-4FCE-853E-AA695C912AE8}"/>
                </a:ext>
              </a:extLst>
            </p:cNvPr>
            <p:cNvSpPr/>
            <p:nvPr/>
          </p:nvSpPr>
          <p:spPr>
            <a:xfrm>
              <a:off x="1159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6" name="타원 14315">
              <a:extLst>
                <a:ext uri="{FF2B5EF4-FFF2-40B4-BE49-F238E27FC236}">
                  <a16:creationId xmlns:a16="http://schemas.microsoft.com/office/drawing/2014/main" id="{38E8BCB9-80A3-4686-9B00-0D7FFCEC4227}"/>
                </a:ext>
              </a:extLst>
            </p:cNvPr>
            <p:cNvSpPr/>
            <p:nvPr/>
          </p:nvSpPr>
          <p:spPr>
            <a:xfrm>
              <a:off x="13121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7" name="타원 14316">
              <a:extLst>
                <a:ext uri="{FF2B5EF4-FFF2-40B4-BE49-F238E27FC236}">
                  <a16:creationId xmlns:a16="http://schemas.microsoft.com/office/drawing/2014/main" id="{0C4F93C9-591A-4C0C-A522-78D60AB748CA}"/>
                </a:ext>
              </a:extLst>
            </p:cNvPr>
            <p:cNvSpPr/>
            <p:nvPr/>
          </p:nvSpPr>
          <p:spPr>
            <a:xfrm>
              <a:off x="14645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8" name="타원 14317">
              <a:extLst>
                <a:ext uri="{FF2B5EF4-FFF2-40B4-BE49-F238E27FC236}">
                  <a16:creationId xmlns:a16="http://schemas.microsoft.com/office/drawing/2014/main" id="{794EB559-013D-41A8-AB1B-F24090344CD4}"/>
                </a:ext>
              </a:extLst>
            </p:cNvPr>
            <p:cNvSpPr/>
            <p:nvPr/>
          </p:nvSpPr>
          <p:spPr>
            <a:xfrm>
              <a:off x="16169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9" name="타원 14318">
              <a:extLst>
                <a:ext uri="{FF2B5EF4-FFF2-40B4-BE49-F238E27FC236}">
                  <a16:creationId xmlns:a16="http://schemas.microsoft.com/office/drawing/2014/main" id="{4D0433DB-7AA4-42A8-B1C0-64D1457A55A3}"/>
                </a:ext>
              </a:extLst>
            </p:cNvPr>
            <p:cNvSpPr/>
            <p:nvPr/>
          </p:nvSpPr>
          <p:spPr>
            <a:xfrm>
              <a:off x="1769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0" name="타원 14319">
              <a:extLst>
                <a:ext uri="{FF2B5EF4-FFF2-40B4-BE49-F238E27FC236}">
                  <a16:creationId xmlns:a16="http://schemas.microsoft.com/office/drawing/2014/main" id="{303E6348-B443-4C2A-A669-EB8FA37BCAC6}"/>
                </a:ext>
              </a:extLst>
            </p:cNvPr>
            <p:cNvSpPr/>
            <p:nvPr/>
          </p:nvSpPr>
          <p:spPr>
            <a:xfrm>
              <a:off x="1921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1" name="타원 14320">
              <a:extLst>
                <a:ext uri="{FF2B5EF4-FFF2-40B4-BE49-F238E27FC236}">
                  <a16:creationId xmlns:a16="http://schemas.microsoft.com/office/drawing/2014/main" id="{DB68BF0F-D12F-4032-A681-8196C0353300}"/>
                </a:ext>
              </a:extLst>
            </p:cNvPr>
            <p:cNvSpPr/>
            <p:nvPr/>
          </p:nvSpPr>
          <p:spPr>
            <a:xfrm>
              <a:off x="20741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2" name="타원 14321">
              <a:extLst>
                <a:ext uri="{FF2B5EF4-FFF2-40B4-BE49-F238E27FC236}">
                  <a16:creationId xmlns:a16="http://schemas.microsoft.com/office/drawing/2014/main" id="{1A2F1E65-398D-442E-84D7-CD4C7507A7A8}"/>
                </a:ext>
              </a:extLst>
            </p:cNvPr>
            <p:cNvSpPr/>
            <p:nvPr/>
          </p:nvSpPr>
          <p:spPr>
            <a:xfrm>
              <a:off x="22265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3" name="타원 14322">
              <a:extLst>
                <a:ext uri="{FF2B5EF4-FFF2-40B4-BE49-F238E27FC236}">
                  <a16:creationId xmlns:a16="http://schemas.microsoft.com/office/drawing/2014/main" id="{0A3DDE01-85D4-44A4-91DD-2FBB860827E3}"/>
                </a:ext>
              </a:extLst>
            </p:cNvPr>
            <p:cNvSpPr/>
            <p:nvPr/>
          </p:nvSpPr>
          <p:spPr>
            <a:xfrm>
              <a:off x="23789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4" name="타원 14323">
              <a:extLst>
                <a:ext uri="{FF2B5EF4-FFF2-40B4-BE49-F238E27FC236}">
                  <a16:creationId xmlns:a16="http://schemas.microsoft.com/office/drawing/2014/main" id="{7CDDEED5-E2A7-4151-BBF7-726EC8BF2333}"/>
                </a:ext>
              </a:extLst>
            </p:cNvPr>
            <p:cNvSpPr/>
            <p:nvPr/>
          </p:nvSpPr>
          <p:spPr>
            <a:xfrm>
              <a:off x="2531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5" name="타원 14324">
              <a:extLst>
                <a:ext uri="{FF2B5EF4-FFF2-40B4-BE49-F238E27FC236}">
                  <a16:creationId xmlns:a16="http://schemas.microsoft.com/office/drawing/2014/main" id="{1D967A1D-B2D3-4304-9A84-6BDF3E9B22EC}"/>
                </a:ext>
              </a:extLst>
            </p:cNvPr>
            <p:cNvSpPr/>
            <p:nvPr/>
          </p:nvSpPr>
          <p:spPr>
            <a:xfrm>
              <a:off x="2683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6" name="타원 14325">
              <a:extLst>
                <a:ext uri="{FF2B5EF4-FFF2-40B4-BE49-F238E27FC236}">
                  <a16:creationId xmlns:a16="http://schemas.microsoft.com/office/drawing/2014/main" id="{67231270-7028-491E-99B9-A758C2E3A146}"/>
                </a:ext>
              </a:extLst>
            </p:cNvPr>
            <p:cNvSpPr/>
            <p:nvPr/>
          </p:nvSpPr>
          <p:spPr>
            <a:xfrm>
              <a:off x="28361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7" name="타원 14326">
              <a:extLst>
                <a:ext uri="{FF2B5EF4-FFF2-40B4-BE49-F238E27FC236}">
                  <a16:creationId xmlns:a16="http://schemas.microsoft.com/office/drawing/2014/main" id="{25A4C162-69F0-4425-9327-7C0C80A93602}"/>
                </a:ext>
              </a:extLst>
            </p:cNvPr>
            <p:cNvSpPr/>
            <p:nvPr/>
          </p:nvSpPr>
          <p:spPr>
            <a:xfrm>
              <a:off x="29885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8" name="타원 14327">
              <a:extLst>
                <a:ext uri="{FF2B5EF4-FFF2-40B4-BE49-F238E27FC236}">
                  <a16:creationId xmlns:a16="http://schemas.microsoft.com/office/drawing/2014/main" id="{284E6A51-3117-46C7-B170-BA57CA3C0A3B}"/>
                </a:ext>
              </a:extLst>
            </p:cNvPr>
            <p:cNvSpPr/>
            <p:nvPr/>
          </p:nvSpPr>
          <p:spPr>
            <a:xfrm>
              <a:off x="31409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9" name="타원 14328">
              <a:extLst>
                <a:ext uri="{FF2B5EF4-FFF2-40B4-BE49-F238E27FC236}">
                  <a16:creationId xmlns:a16="http://schemas.microsoft.com/office/drawing/2014/main" id="{8A38623E-1817-4BF4-B86C-6842DF4763E9}"/>
                </a:ext>
              </a:extLst>
            </p:cNvPr>
            <p:cNvSpPr/>
            <p:nvPr/>
          </p:nvSpPr>
          <p:spPr>
            <a:xfrm>
              <a:off x="3293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0" name="타원 14329">
              <a:extLst>
                <a:ext uri="{FF2B5EF4-FFF2-40B4-BE49-F238E27FC236}">
                  <a16:creationId xmlns:a16="http://schemas.microsoft.com/office/drawing/2014/main" id="{799A20FA-53E9-462A-9803-5C005F61EF7E}"/>
                </a:ext>
              </a:extLst>
            </p:cNvPr>
            <p:cNvSpPr/>
            <p:nvPr/>
          </p:nvSpPr>
          <p:spPr>
            <a:xfrm>
              <a:off x="3445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1" name="타원 14330">
              <a:extLst>
                <a:ext uri="{FF2B5EF4-FFF2-40B4-BE49-F238E27FC236}">
                  <a16:creationId xmlns:a16="http://schemas.microsoft.com/office/drawing/2014/main" id="{889E2C48-C5DC-4694-8650-5ECD9FCDC352}"/>
                </a:ext>
              </a:extLst>
            </p:cNvPr>
            <p:cNvSpPr/>
            <p:nvPr/>
          </p:nvSpPr>
          <p:spPr>
            <a:xfrm>
              <a:off x="35981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2" name="타원 14331">
              <a:extLst>
                <a:ext uri="{FF2B5EF4-FFF2-40B4-BE49-F238E27FC236}">
                  <a16:creationId xmlns:a16="http://schemas.microsoft.com/office/drawing/2014/main" id="{DCFA0298-F4E8-4670-B12F-B9A0BE64B2FD}"/>
                </a:ext>
              </a:extLst>
            </p:cNvPr>
            <p:cNvSpPr/>
            <p:nvPr/>
          </p:nvSpPr>
          <p:spPr>
            <a:xfrm>
              <a:off x="37505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3" name="타원 14332">
              <a:extLst>
                <a:ext uri="{FF2B5EF4-FFF2-40B4-BE49-F238E27FC236}">
                  <a16:creationId xmlns:a16="http://schemas.microsoft.com/office/drawing/2014/main" id="{CC1B2FBC-3F79-4C05-AFB6-8FEED87FB936}"/>
                </a:ext>
              </a:extLst>
            </p:cNvPr>
            <p:cNvSpPr/>
            <p:nvPr/>
          </p:nvSpPr>
          <p:spPr>
            <a:xfrm>
              <a:off x="39029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4" name="타원 14333">
              <a:extLst>
                <a:ext uri="{FF2B5EF4-FFF2-40B4-BE49-F238E27FC236}">
                  <a16:creationId xmlns:a16="http://schemas.microsoft.com/office/drawing/2014/main" id="{4C2DA2F2-B97D-4D28-874D-E940131DADFD}"/>
                </a:ext>
              </a:extLst>
            </p:cNvPr>
            <p:cNvSpPr/>
            <p:nvPr/>
          </p:nvSpPr>
          <p:spPr>
            <a:xfrm>
              <a:off x="4055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5" name="타원 14334">
              <a:extLst>
                <a:ext uri="{FF2B5EF4-FFF2-40B4-BE49-F238E27FC236}">
                  <a16:creationId xmlns:a16="http://schemas.microsoft.com/office/drawing/2014/main" id="{35F3524C-A30F-4C0C-881D-F57EE004438E}"/>
                </a:ext>
              </a:extLst>
            </p:cNvPr>
            <p:cNvSpPr/>
            <p:nvPr/>
          </p:nvSpPr>
          <p:spPr>
            <a:xfrm>
              <a:off x="4207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6" name="타원 14335">
              <a:extLst>
                <a:ext uri="{FF2B5EF4-FFF2-40B4-BE49-F238E27FC236}">
                  <a16:creationId xmlns:a16="http://schemas.microsoft.com/office/drawing/2014/main" id="{52E8E0D1-009A-4F70-BAEF-8D565EB6074B}"/>
                </a:ext>
              </a:extLst>
            </p:cNvPr>
            <p:cNvSpPr/>
            <p:nvPr/>
          </p:nvSpPr>
          <p:spPr>
            <a:xfrm>
              <a:off x="43601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7" name="타원 14336">
              <a:extLst>
                <a:ext uri="{FF2B5EF4-FFF2-40B4-BE49-F238E27FC236}">
                  <a16:creationId xmlns:a16="http://schemas.microsoft.com/office/drawing/2014/main" id="{D99C0D5D-00E1-46FC-94C0-1FF7BF76354F}"/>
                </a:ext>
              </a:extLst>
            </p:cNvPr>
            <p:cNvSpPr/>
            <p:nvPr/>
          </p:nvSpPr>
          <p:spPr>
            <a:xfrm>
              <a:off x="45125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8" name="타원 14337">
              <a:extLst>
                <a:ext uri="{FF2B5EF4-FFF2-40B4-BE49-F238E27FC236}">
                  <a16:creationId xmlns:a16="http://schemas.microsoft.com/office/drawing/2014/main" id="{1581E7C4-105F-403A-A74F-BE84FEEC9548}"/>
                </a:ext>
              </a:extLst>
            </p:cNvPr>
            <p:cNvSpPr/>
            <p:nvPr/>
          </p:nvSpPr>
          <p:spPr>
            <a:xfrm>
              <a:off x="46649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39" name="타원 14338">
              <a:extLst>
                <a:ext uri="{FF2B5EF4-FFF2-40B4-BE49-F238E27FC236}">
                  <a16:creationId xmlns:a16="http://schemas.microsoft.com/office/drawing/2014/main" id="{857E7290-C310-4EC6-9BBE-408D0D6A46C4}"/>
                </a:ext>
              </a:extLst>
            </p:cNvPr>
            <p:cNvSpPr/>
            <p:nvPr/>
          </p:nvSpPr>
          <p:spPr>
            <a:xfrm>
              <a:off x="4817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0" name="타원 14339">
              <a:extLst>
                <a:ext uri="{FF2B5EF4-FFF2-40B4-BE49-F238E27FC236}">
                  <a16:creationId xmlns:a16="http://schemas.microsoft.com/office/drawing/2014/main" id="{17B1A670-4D5E-40CC-8097-0C907A8F67DC}"/>
                </a:ext>
              </a:extLst>
            </p:cNvPr>
            <p:cNvSpPr/>
            <p:nvPr/>
          </p:nvSpPr>
          <p:spPr>
            <a:xfrm>
              <a:off x="4969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1" name="타원 14340">
              <a:extLst>
                <a:ext uri="{FF2B5EF4-FFF2-40B4-BE49-F238E27FC236}">
                  <a16:creationId xmlns:a16="http://schemas.microsoft.com/office/drawing/2014/main" id="{502B2B8A-7CED-42D1-B9F2-3B22ADAC7B92}"/>
                </a:ext>
              </a:extLst>
            </p:cNvPr>
            <p:cNvSpPr/>
            <p:nvPr/>
          </p:nvSpPr>
          <p:spPr>
            <a:xfrm>
              <a:off x="51221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2" name="타원 14341">
              <a:extLst>
                <a:ext uri="{FF2B5EF4-FFF2-40B4-BE49-F238E27FC236}">
                  <a16:creationId xmlns:a16="http://schemas.microsoft.com/office/drawing/2014/main" id="{E2660B84-DE33-4724-86B4-ABFE7DDF14AF}"/>
                </a:ext>
              </a:extLst>
            </p:cNvPr>
            <p:cNvSpPr/>
            <p:nvPr/>
          </p:nvSpPr>
          <p:spPr>
            <a:xfrm>
              <a:off x="52745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3" name="타원 14342">
              <a:extLst>
                <a:ext uri="{FF2B5EF4-FFF2-40B4-BE49-F238E27FC236}">
                  <a16:creationId xmlns:a16="http://schemas.microsoft.com/office/drawing/2014/main" id="{7F89C5F3-133A-4A1C-9716-996DDCA97968}"/>
                </a:ext>
              </a:extLst>
            </p:cNvPr>
            <p:cNvSpPr/>
            <p:nvPr/>
          </p:nvSpPr>
          <p:spPr>
            <a:xfrm>
              <a:off x="54269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4" name="타원 14343">
              <a:extLst>
                <a:ext uri="{FF2B5EF4-FFF2-40B4-BE49-F238E27FC236}">
                  <a16:creationId xmlns:a16="http://schemas.microsoft.com/office/drawing/2014/main" id="{C8FC9911-4D41-4BF9-BDCE-17C8BD5DBE99}"/>
                </a:ext>
              </a:extLst>
            </p:cNvPr>
            <p:cNvSpPr/>
            <p:nvPr/>
          </p:nvSpPr>
          <p:spPr>
            <a:xfrm>
              <a:off x="55793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5" name="타원 14344">
              <a:extLst>
                <a:ext uri="{FF2B5EF4-FFF2-40B4-BE49-F238E27FC236}">
                  <a16:creationId xmlns:a16="http://schemas.microsoft.com/office/drawing/2014/main" id="{DABF6751-C82A-42F0-BC0D-634EB2ADA253}"/>
                </a:ext>
              </a:extLst>
            </p:cNvPr>
            <p:cNvSpPr/>
            <p:nvPr/>
          </p:nvSpPr>
          <p:spPr>
            <a:xfrm>
              <a:off x="5731775" y="258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6" name="타원 14345">
              <a:extLst>
                <a:ext uri="{FF2B5EF4-FFF2-40B4-BE49-F238E27FC236}">
                  <a16:creationId xmlns:a16="http://schemas.microsoft.com/office/drawing/2014/main" id="{7092CD0B-0E86-408B-9F4F-E503B5F07BAE}"/>
                </a:ext>
              </a:extLst>
            </p:cNvPr>
            <p:cNvSpPr/>
            <p:nvPr/>
          </p:nvSpPr>
          <p:spPr>
            <a:xfrm>
              <a:off x="245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7" name="타원 14346">
              <a:extLst>
                <a:ext uri="{FF2B5EF4-FFF2-40B4-BE49-F238E27FC236}">
                  <a16:creationId xmlns:a16="http://schemas.microsoft.com/office/drawing/2014/main" id="{47685538-3592-4E2C-9F4F-B8ECEE5FEE3B}"/>
                </a:ext>
              </a:extLst>
            </p:cNvPr>
            <p:cNvSpPr/>
            <p:nvPr/>
          </p:nvSpPr>
          <p:spPr>
            <a:xfrm>
              <a:off x="397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8" name="타원 14347">
              <a:extLst>
                <a:ext uri="{FF2B5EF4-FFF2-40B4-BE49-F238E27FC236}">
                  <a16:creationId xmlns:a16="http://schemas.microsoft.com/office/drawing/2014/main" id="{01AE3555-4C7C-4162-9C44-846272C1A993}"/>
                </a:ext>
              </a:extLst>
            </p:cNvPr>
            <p:cNvSpPr/>
            <p:nvPr/>
          </p:nvSpPr>
          <p:spPr>
            <a:xfrm>
              <a:off x="5501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49" name="타원 14348">
              <a:extLst>
                <a:ext uri="{FF2B5EF4-FFF2-40B4-BE49-F238E27FC236}">
                  <a16:creationId xmlns:a16="http://schemas.microsoft.com/office/drawing/2014/main" id="{12A2843C-BCFE-4122-BC65-FCB3F7449013}"/>
                </a:ext>
              </a:extLst>
            </p:cNvPr>
            <p:cNvSpPr/>
            <p:nvPr/>
          </p:nvSpPr>
          <p:spPr>
            <a:xfrm>
              <a:off x="7025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0" name="타원 14349">
              <a:extLst>
                <a:ext uri="{FF2B5EF4-FFF2-40B4-BE49-F238E27FC236}">
                  <a16:creationId xmlns:a16="http://schemas.microsoft.com/office/drawing/2014/main" id="{B0EF8DE0-0503-4F7D-B86C-C86906E7D04D}"/>
                </a:ext>
              </a:extLst>
            </p:cNvPr>
            <p:cNvSpPr/>
            <p:nvPr/>
          </p:nvSpPr>
          <p:spPr>
            <a:xfrm>
              <a:off x="8549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1" name="타원 14350">
              <a:extLst>
                <a:ext uri="{FF2B5EF4-FFF2-40B4-BE49-F238E27FC236}">
                  <a16:creationId xmlns:a16="http://schemas.microsoft.com/office/drawing/2014/main" id="{AD8EB801-42CC-4B14-B78D-AF5D70D9F2A2}"/>
                </a:ext>
              </a:extLst>
            </p:cNvPr>
            <p:cNvSpPr/>
            <p:nvPr/>
          </p:nvSpPr>
          <p:spPr>
            <a:xfrm>
              <a:off x="1007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2" name="타원 14351">
              <a:extLst>
                <a:ext uri="{FF2B5EF4-FFF2-40B4-BE49-F238E27FC236}">
                  <a16:creationId xmlns:a16="http://schemas.microsoft.com/office/drawing/2014/main" id="{C075A38F-6606-4FA0-9CD7-37BAF4F062E5}"/>
                </a:ext>
              </a:extLst>
            </p:cNvPr>
            <p:cNvSpPr/>
            <p:nvPr/>
          </p:nvSpPr>
          <p:spPr>
            <a:xfrm>
              <a:off x="1159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3" name="타원 14352">
              <a:extLst>
                <a:ext uri="{FF2B5EF4-FFF2-40B4-BE49-F238E27FC236}">
                  <a16:creationId xmlns:a16="http://schemas.microsoft.com/office/drawing/2014/main" id="{A6A9CD36-4CA1-4F33-9896-9156B6F710AC}"/>
                </a:ext>
              </a:extLst>
            </p:cNvPr>
            <p:cNvSpPr/>
            <p:nvPr/>
          </p:nvSpPr>
          <p:spPr>
            <a:xfrm>
              <a:off x="13121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4" name="타원 14353">
              <a:extLst>
                <a:ext uri="{FF2B5EF4-FFF2-40B4-BE49-F238E27FC236}">
                  <a16:creationId xmlns:a16="http://schemas.microsoft.com/office/drawing/2014/main" id="{1C911118-BDF5-4622-A832-6BB4546DEA45}"/>
                </a:ext>
              </a:extLst>
            </p:cNvPr>
            <p:cNvSpPr/>
            <p:nvPr/>
          </p:nvSpPr>
          <p:spPr>
            <a:xfrm>
              <a:off x="14645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5" name="타원 14354">
              <a:extLst>
                <a:ext uri="{FF2B5EF4-FFF2-40B4-BE49-F238E27FC236}">
                  <a16:creationId xmlns:a16="http://schemas.microsoft.com/office/drawing/2014/main" id="{B7253842-363E-4F50-B22F-2DB01BF6DEAB}"/>
                </a:ext>
              </a:extLst>
            </p:cNvPr>
            <p:cNvSpPr/>
            <p:nvPr/>
          </p:nvSpPr>
          <p:spPr>
            <a:xfrm>
              <a:off x="16169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6" name="타원 14355">
              <a:extLst>
                <a:ext uri="{FF2B5EF4-FFF2-40B4-BE49-F238E27FC236}">
                  <a16:creationId xmlns:a16="http://schemas.microsoft.com/office/drawing/2014/main" id="{07594D79-F52D-490A-82F8-F470D6495A0C}"/>
                </a:ext>
              </a:extLst>
            </p:cNvPr>
            <p:cNvSpPr/>
            <p:nvPr/>
          </p:nvSpPr>
          <p:spPr>
            <a:xfrm>
              <a:off x="1769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7" name="타원 14356">
              <a:extLst>
                <a:ext uri="{FF2B5EF4-FFF2-40B4-BE49-F238E27FC236}">
                  <a16:creationId xmlns:a16="http://schemas.microsoft.com/office/drawing/2014/main" id="{D68B8981-28CB-4E2D-BEB3-387571CBF279}"/>
                </a:ext>
              </a:extLst>
            </p:cNvPr>
            <p:cNvSpPr/>
            <p:nvPr/>
          </p:nvSpPr>
          <p:spPr>
            <a:xfrm>
              <a:off x="1921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8" name="타원 14357">
              <a:extLst>
                <a:ext uri="{FF2B5EF4-FFF2-40B4-BE49-F238E27FC236}">
                  <a16:creationId xmlns:a16="http://schemas.microsoft.com/office/drawing/2014/main" id="{568AE68E-C0B6-4ABB-8742-E342C3833558}"/>
                </a:ext>
              </a:extLst>
            </p:cNvPr>
            <p:cNvSpPr/>
            <p:nvPr/>
          </p:nvSpPr>
          <p:spPr>
            <a:xfrm>
              <a:off x="20741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9" name="타원 14358">
              <a:extLst>
                <a:ext uri="{FF2B5EF4-FFF2-40B4-BE49-F238E27FC236}">
                  <a16:creationId xmlns:a16="http://schemas.microsoft.com/office/drawing/2014/main" id="{CEC0A18F-D52E-41E9-840B-ED12C00725DE}"/>
                </a:ext>
              </a:extLst>
            </p:cNvPr>
            <p:cNvSpPr/>
            <p:nvPr/>
          </p:nvSpPr>
          <p:spPr>
            <a:xfrm>
              <a:off x="22265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0" name="타원 14359">
              <a:extLst>
                <a:ext uri="{FF2B5EF4-FFF2-40B4-BE49-F238E27FC236}">
                  <a16:creationId xmlns:a16="http://schemas.microsoft.com/office/drawing/2014/main" id="{8084FFAC-693E-443C-884E-0B3DD3A66152}"/>
                </a:ext>
              </a:extLst>
            </p:cNvPr>
            <p:cNvSpPr/>
            <p:nvPr/>
          </p:nvSpPr>
          <p:spPr>
            <a:xfrm>
              <a:off x="23789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1" name="타원 14360">
              <a:extLst>
                <a:ext uri="{FF2B5EF4-FFF2-40B4-BE49-F238E27FC236}">
                  <a16:creationId xmlns:a16="http://schemas.microsoft.com/office/drawing/2014/main" id="{07BF47F3-B54A-4BEE-8C60-43E7763C9305}"/>
                </a:ext>
              </a:extLst>
            </p:cNvPr>
            <p:cNvSpPr/>
            <p:nvPr/>
          </p:nvSpPr>
          <p:spPr>
            <a:xfrm>
              <a:off x="2531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2" name="타원 14361">
              <a:extLst>
                <a:ext uri="{FF2B5EF4-FFF2-40B4-BE49-F238E27FC236}">
                  <a16:creationId xmlns:a16="http://schemas.microsoft.com/office/drawing/2014/main" id="{9ED7E558-64CD-4C39-9424-D6809AA8AADC}"/>
                </a:ext>
              </a:extLst>
            </p:cNvPr>
            <p:cNvSpPr/>
            <p:nvPr/>
          </p:nvSpPr>
          <p:spPr>
            <a:xfrm>
              <a:off x="2683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3" name="타원 14362">
              <a:extLst>
                <a:ext uri="{FF2B5EF4-FFF2-40B4-BE49-F238E27FC236}">
                  <a16:creationId xmlns:a16="http://schemas.microsoft.com/office/drawing/2014/main" id="{01CA36CB-D93F-4A48-9C87-E0BAF32E8EB5}"/>
                </a:ext>
              </a:extLst>
            </p:cNvPr>
            <p:cNvSpPr/>
            <p:nvPr/>
          </p:nvSpPr>
          <p:spPr>
            <a:xfrm>
              <a:off x="28361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4" name="타원 14363">
              <a:extLst>
                <a:ext uri="{FF2B5EF4-FFF2-40B4-BE49-F238E27FC236}">
                  <a16:creationId xmlns:a16="http://schemas.microsoft.com/office/drawing/2014/main" id="{8C5EC635-14FA-44A7-9260-C9C860EB60C2}"/>
                </a:ext>
              </a:extLst>
            </p:cNvPr>
            <p:cNvSpPr/>
            <p:nvPr/>
          </p:nvSpPr>
          <p:spPr>
            <a:xfrm>
              <a:off x="29885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5" name="타원 14364">
              <a:extLst>
                <a:ext uri="{FF2B5EF4-FFF2-40B4-BE49-F238E27FC236}">
                  <a16:creationId xmlns:a16="http://schemas.microsoft.com/office/drawing/2014/main" id="{7EF3E896-B5D4-4701-ABB7-ED529C380CDD}"/>
                </a:ext>
              </a:extLst>
            </p:cNvPr>
            <p:cNvSpPr/>
            <p:nvPr/>
          </p:nvSpPr>
          <p:spPr>
            <a:xfrm>
              <a:off x="31409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6" name="타원 14365">
              <a:extLst>
                <a:ext uri="{FF2B5EF4-FFF2-40B4-BE49-F238E27FC236}">
                  <a16:creationId xmlns:a16="http://schemas.microsoft.com/office/drawing/2014/main" id="{808C0325-3F61-4992-8CD2-82DC1BD14BFF}"/>
                </a:ext>
              </a:extLst>
            </p:cNvPr>
            <p:cNvSpPr/>
            <p:nvPr/>
          </p:nvSpPr>
          <p:spPr>
            <a:xfrm>
              <a:off x="3293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7" name="타원 14366">
              <a:extLst>
                <a:ext uri="{FF2B5EF4-FFF2-40B4-BE49-F238E27FC236}">
                  <a16:creationId xmlns:a16="http://schemas.microsoft.com/office/drawing/2014/main" id="{88C86495-8E40-46B6-A706-E3BE880CC136}"/>
                </a:ext>
              </a:extLst>
            </p:cNvPr>
            <p:cNvSpPr/>
            <p:nvPr/>
          </p:nvSpPr>
          <p:spPr>
            <a:xfrm>
              <a:off x="3445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8" name="타원 14367">
              <a:extLst>
                <a:ext uri="{FF2B5EF4-FFF2-40B4-BE49-F238E27FC236}">
                  <a16:creationId xmlns:a16="http://schemas.microsoft.com/office/drawing/2014/main" id="{92A3DA0B-124D-48A0-BB52-8A69AEDCD8B5}"/>
                </a:ext>
              </a:extLst>
            </p:cNvPr>
            <p:cNvSpPr/>
            <p:nvPr/>
          </p:nvSpPr>
          <p:spPr>
            <a:xfrm>
              <a:off x="35981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9" name="타원 14368">
              <a:extLst>
                <a:ext uri="{FF2B5EF4-FFF2-40B4-BE49-F238E27FC236}">
                  <a16:creationId xmlns:a16="http://schemas.microsoft.com/office/drawing/2014/main" id="{67351A5F-6F50-455F-AF83-63C022465F25}"/>
                </a:ext>
              </a:extLst>
            </p:cNvPr>
            <p:cNvSpPr/>
            <p:nvPr/>
          </p:nvSpPr>
          <p:spPr>
            <a:xfrm>
              <a:off x="37505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0" name="타원 14369">
              <a:extLst>
                <a:ext uri="{FF2B5EF4-FFF2-40B4-BE49-F238E27FC236}">
                  <a16:creationId xmlns:a16="http://schemas.microsoft.com/office/drawing/2014/main" id="{A64ABF0E-4939-4A4C-809E-8D2FCF53B9C5}"/>
                </a:ext>
              </a:extLst>
            </p:cNvPr>
            <p:cNvSpPr/>
            <p:nvPr/>
          </p:nvSpPr>
          <p:spPr>
            <a:xfrm>
              <a:off x="39029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1" name="타원 14370">
              <a:extLst>
                <a:ext uri="{FF2B5EF4-FFF2-40B4-BE49-F238E27FC236}">
                  <a16:creationId xmlns:a16="http://schemas.microsoft.com/office/drawing/2014/main" id="{E7C8DF9B-5499-4B37-9A1C-9C2751E44AC9}"/>
                </a:ext>
              </a:extLst>
            </p:cNvPr>
            <p:cNvSpPr/>
            <p:nvPr/>
          </p:nvSpPr>
          <p:spPr>
            <a:xfrm>
              <a:off x="4055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2" name="타원 14371">
              <a:extLst>
                <a:ext uri="{FF2B5EF4-FFF2-40B4-BE49-F238E27FC236}">
                  <a16:creationId xmlns:a16="http://schemas.microsoft.com/office/drawing/2014/main" id="{86BC6511-48DE-4BFF-AD50-30562E66CAD0}"/>
                </a:ext>
              </a:extLst>
            </p:cNvPr>
            <p:cNvSpPr/>
            <p:nvPr/>
          </p:nvSpPr>
          <p:spPr>
            <a:xfrm>
              <a:off x="4207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3" name="타원 14372">
              <a:extLst>
                <a:ext uri="{FF2B5EF4-FFF2-40B4-BE49-F238E27FC236}">
                  <a16:creationId xmlns:a16="http://schemas.microsoft.com/office/drawing/2014/main" id="{0A742972-C31D-4F49-B429-7B450BBA825F}"/>
                </a:ext>
              </a:extLst>
            </p:cNvPr>
            <p:cNvSpPr/>
            <p:nvPr/>
          </p:nvSpPr>
          <p:spPr>
            <a:xfrm>
              <a:off x="43601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4" name="타원 14373">
              <a:extLst>
                <a:ext uri="{FF2B5EF4-FFF2-40B4-BE49-F238E27FC236}">
                  <a16:creationId xmlns:a16="http://schemas.microsoft.com/office/drawing/2014/main" id="{8B50CFB9-E912-4D80-83AE-DD88573B7459}"/>
                </a:ext>
              </a:extLst>
            </p:cNvPr>
            <p:cNvSpPr/>
            <p:nvPr/>
          </p:nvSpPr>
          <p:spPr>
            <a:xfrm>
              <a:off x="45125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5" name="타원 14374">
              <a:extLst>
                <a:ext uri="{FF2B5EF4-FFF2-40B4-BE49-F238E27FC236}">
                  <a16:creationId xmlns:a16="http://schemas.microsoft.com/office/drawing/2014/main" id="{7D4B8850-AA9D-4545-B9FC-A9EA1E60E06A}"/>
                </a:ext>
              </a:extLst>
            </p:cNvPr>
            <p:cNvSpPr/>
            <p:nvPr/>
          </p:nvSpPr>
          <p:spPr>
            <a:xfrm>
              <a:off x="46649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6" name="타원 14375">
              <a:extLst>
                <a:ext uri="{FF2B5EF4-FFF2-40B4-BE49-F238E27FC236}">
                  <a16:creationId xmlns:a16="http://schemas.microsoft.com/office/drawing/2014/main" id="{64475913-8417-405A-84A5-D5C1157127C8}"/>
                </a:ext>
              </a:extLst>
            </p:cNvPr>
            <p:cNvSpPr/>
            <p:nvPr/>
          </p:nvSpPr>
          <p:spPr>
            <a:xfrm>
              <a:off x="4817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7" name="타원 14376">
              <a:extLst>
                <a:ext uri="{FF2B5EF4-FFF2-40B4-BE49-F238E27FC236}">
                  <a16:creationId xmlns:a16="http://schemas.microsoft.com/office/drawing/2014/main" id="{A2CBFD89-5971-4BAD-B7BE-F69734BE056B}"/>
                </a:ext>
              </a:extLst>
            </p:cNvPr>
            <p:cNvSpPr/>
            <p:nvPr/>
          </p:nvSpPr>
          <p:spPr>
            <a:xfrm>
              <a:off x="4969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8" name="타원 14377">
              <a:extLst>
                <a:ext uri="{FF2B5EF4-FFF2-40B4-BE49-F238E27FC236}">
                  <a16:creationId xmlns:a16="http://schemas.microsoft.com/office/drawing/2014/main" id="{3FC7211A-E8AB-4844-8882-79079265BBCD}"/>
                </a:ext>
              </a:extLst>
            </p:cNvPr>
            <p:cNvSpPr/>
            <p:nvPr/>
          </p:nvSpPr>
          <p:spPr>
            <a:xfrm>
              <a:off x="51221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79" name="타원 14378">
              <a:extLst>
                <a:ext uri="{FF2B5EF4-FFF2-40B4-BE49-F238E27FC236}">
                  <a16:creationId xmlns:a16="http://schemas.microsoft.com/office/drawing/2014/main" id="{1D740889-1368-4A72-B1C3-ECE067C46350}"/>
                </a:ext>
              </a:extLst>
            </p:cNvPr>
            <p:cNvSpPr/>
            <p:nvPr/>
          </p:nvSpPr>
          <p:spPr>
            <a:xfrm>
              <a:off x="52745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0" name="타원 14379">
              <a:extLst>
                <a:ext uri="{FF2B5EF4-FFF2-40B4-BE49-F238E27FC236}">
                  <a16:creationId xmlns:a16="http://schemas.microsoft.com/office/drawing/2014/main" id="{639CE92F-174E-4BCA-8292-1BE951855323}"/>
                </a:ext>
              </a:extLst>
            </p:cNvPr>
            <p:cNvSpPr/>
            <p:nvPr/>
          </p:nvSpPr>
          <p:spPr>
            <a:xfrm>
              <a:off x="54269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1" name="타원 14380">
              <a:extLst>
                <a:ext uri="{FF2B5EF4-FFF2-40B4-BE49-F238E27FC236}">
                  <a16:creationId xmlns:a16="http://schemas.microsoft.com/office/drawing/2014/main" id="{827061D2-69EE-4B45-9AF6-B9CC4C531EC8}"/>
                </a:ext>
              </a:extLst>
            </p:cNvPr>
            <p:cNvSpPr/>
            <p:nvPr/>
          </p:nvSpPr>
          <p:spPr>
            <a:xfrm>
              <a:off x="55793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2" name="타원 14381">
              <a:extLst>
                <a:ext uri="{FF2B5EF4-FFF2-40B4-BE49-F238E27FC236}">
                  <a16:creationId xmlns:a16="http://schemas.microsoft.com/office/drawing/2014/main" id="{D52A3162-78B4-4651-879E-FE2AB34EBDB1}"/>
                </a:ext>
              </a:extLst>
            </p:cNvPr>
            <p:cNvSpPr/>
            <p:nvPr/>
          </p:nvSpPr>
          <p:spPr>
            <a:xfrm>
              <a:off x="5731775" y="274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3" name="타원 14382">
              <a:extLst>
                <a:ext uri="{FF2B5EF4-FFF2-40B4-BE49-F238E27FC236}">
                  <a16:creationId xmlns:a16="http://schemas.microsoft.com/office/drawing/2014/main" id="{66240AE1-CBBB-40C7-A69B-1A5B8749187B}"/>
                </a:ext>
              </a:extLst>
            </p:cNvPr>
            <p:cNvSpPr/>
            <p:nvPr/>
          </p:nvSpPr>
          <p:spPr>
            <a:xfrm>
              <a:off x="245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4" name="타원 14383">
              <a:extLst>
                <a:ext uri="{FF2B5EF4-FFF2-40B4-BE49-F238E27FC236}">
                  <a16:creationId xmlns:a16="http://schemas.microsoft.com/office/drawing/2014/main" id="{5C37BBD2-CF70-4F73-8F7B-1F0A66A18218}"/>
                </a:ext>
              </a:extLst>
            </p:cNvPr>
            <p:cNvSpPr/>
            <p:nvPr/>
          </p:nvSpPr>
          <p:spPr>
            <a:xfrm>
              <a:off x="397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5" name="타원 14384">
              <a:extLst>
                <a:ext uri="{FF2B5EF4-FFF2-40B4-BE49-F238E27FC236}">
                  <a16:creationId xmlns:a16="http://schemas.microsoft.com/office/drawing/2014/main" id="{C395C412-55BA-449B-B9C4-10F4DED6EDF7}"/>
                </a:ext>
              </a:extLst>
            </p:cNvPr>
            <p:cNvSpPr/>
            <p:nvPr/>
          </p:nvSpPr>
          <p:spPr>
            <a:xfrm>
              <a:off x="5501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6" name="타원 14385">
              <a:extLst>
                <a:ext uri="{FF2B5EF4-FFF2-40B4-BE49-F238E27FC236}">
                  <a16:creationId xmlns:a16="http://schemas.microsoft.com/office/drawing/2014/main" id="{8E76EDB3-B3D3-4A52-AD09-2CE33D688551}"/>
                </a:ext>
              </a:extLst>
            </p:cNvPr>
            <p:cNvSpPr/>
            <p:nvPr/>
          </p:nvSpPr>
          <p:spPr>
            <a:xfrm>
              <a:off x="7025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7" name="타원 14386">
              <a:extLst>
                <a:ext uri="{FF2B5EF4-FFF2-40B4-BE49-F238E27FC236}">
                  <a16:creationId xmlns:a16="http://schemas.microsoft.com/office/drawing/2014/main" id="{A640AD78-9353-4FD9-8FD1-9BEA23FEEA6D}"/>
                </a:ext>
              </a:extLst>
            </p:cNvPr>
            <p:cNvSpPr/>
            <p:nvPr/>
          </p:nvSpPr>
          <p:spPr>
            <a:xfrm>
              <a:off x="8549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8" name="타원 14387">
              <a:extLst>
                <a:ext uri="{FF2B5EF4-FFF2-40B4-BE49-F238E27FC236}">
                  <a16:creationId xmlns:a16="http://schemas.microsoft.com/office/drawing/2014/main" id="{EB44169F-87C6-484A-862D-E4423FE63384}"/>
                </a:ext>
              </a:extLst>
            </p:cNvPr>
            <p:cNvSpPr/>
            <p:nvPr/>
          </p:nvSpPr>
          <p:spPr>
            <a:xfrm>
              <a:off x="1007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89" name="타원 14388">
              <a:extLst>
                <a:ext uri="{FF2B5EF4-FFF2-40B4-BE49-F238E27FC236}">
                  <a16:creationId xmlns:a16="http://schemas.microsoft.com/office/drawing/2014/main" id="{5EB42F9F-A8D1-49C6-B10F-907DC24100EC}"/>
                </a:ext>
              </a:extLst>
            </p:cNvPr>
            <p:cNvSpPr/>
            <p:nvPr/>
          </p:nvSpPr>
          <p:spPr>
            <a:xfrm>
              <a:off x="1159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0" name="타원 14389">
              <a:extLst>
                <a:ext uri="{FF2B5EF4-FFF2-40B4-BE49-F238E27FC236}">
                  <a16:creationId xmlns:a16="http://schemas.microsoft.com/office/drawing/2014/main" id="{B9A355F0-BA94-4D10-9081-63D59B139CD9}"/>
                </a:ext>
              </a:extLst>
            </p:cNvPr>
            <p:cNvSpPr/>
            <p:nvPr/>
          </p:nvSpPr>
          <p:spPr>
            <a:xfrm>
              <a:off x="13121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1" name="타원 14390">
              <a:extLst>
                <a:ext uri="{FF2B5EF4-FFF2-40B4-BE49-F238E27FC236}">
                  <a16:creationId xmlns:a16="http://schemas.microsoft.com/office/drawing/2014/main" id="{DCAD545F-C515-49E4-9639-9327213E1664}"/>
                </a:ext>
              </a:extLst>
            </p:cNvPr>
            <p:cNvSpPr/>
            <p:nvPr/>
          </p:nvSpPr>
          <p:spPr>
            <a:xfrm>
              <a:off x="14645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2" name="타원 14391">
              <a:extLst>
                <a:ext uri="{FF2B5EF4-FFF2-40B4-BE49-F238E27FC236}">
                  <a16:creationId xmlns:a16="http://schemas.microsoft.com/office/drawing/2014/main" id="{F4ED0E24-D288-4196-A1B0-F9DF3160254F}"/>
                </a:ext>
              </a:extLst>
            </p:cNvPr>
            <p:cNvSpPr/>
            <p:nvPr/>
          </p:nvSpPr>
          <p:spPr>
            <a:xfrm>
              <a:off x="16169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3" name="타원 14392">
              <a:extLst>
                <a:ext uri="{FF2B5EF4-FFF2-40B4-BE49-F238E27FC236}">
                  <a16:creationId xmlns:a16="http://schemas.microsoft.com/office/drawing/2014/main" id="{73606F9B-522C-453F-95CE-BCBC8B1DB9E1}"/>
                </a:ext>
              </a:extLst>
            </p:cNvPr>
            <p:cNvSpPr/>
            <p:nvPr/>
          </p:nvSpPr>
          <p:spPr>
            <a:xfrm>
              <a:off x="1769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4" name="타원 14393">
              <a:extLst>
                <a:ext uri="{FF2B5EF4-FFF2-40B4-BE49-F238E27FC236}">
                  <a16:creationId xmlns:a16="http://schemas.microsoft.com/office/drawing/2014/main" id="{53BF921B-E5E0-409A-8F71-BFDDB6F04B08}"/>
                </a:ext>
              </a:extLst>
            </p:cNvPr>
            <p:cNvSpPr/>
            <p:nvPr/>
          </p:nvSpPr>
          <p:spPr>
            <a:xfrm>
              <a:off x="1921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5" name="타원 14394">
              <a:extLst>
                <a:ext uri="{FF2B5EF4-FFF2-40B4-BE49-F238E27FC236}">
                  <a16:creationId xmlns:a16="http://schemas.microsoft.com/office/drawing/2014/main" id="{7DF0EC2B-9342-43A9-900D-CC6A55503E61}"/>
                </a:ext>
              </a:extLst>
            </p:cNvPr>
            <p:cNvSpPr/>
            <p:nvPr/>
          </p:nvSpPr>
          <p:spPr>
            <a:xfrm>
              <a:off x="20741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6" name="타원 14395">
              <a:extLst>
                <a:ext uri="{FF2B5EF4-FFF2-40B4-BE49-F238E27FC236}">
                  <a16:creationId xmlns:a16="http://schemas.microsoft.com/office/drawing/2014/main" id="{EE24C9B4-2E2A-49CE-A1B2-34BB86FFDEAB}"/>
                </a:ext>
              </a:extLst>
            </p:cNvPr>
            <p:cNvSpPr/>
            <p:nvPr/>
          </p:nvSpPr>
          <p:spPr>
            <a:xfrm>
              <a:off x="22265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7" name="타원 14396">
              <a:extLst>
                <a:ext uri="{FF2B5EF4-FFF2-40B4-BE49-F238E27FC236}">
                  <a16:creationId xmlns:a16="http://schemas.microsoft.com/office/drawing/2014/main" id="{5EAFE0CC-D4EB-425C-AFC5-854FB27FE7C2}"/>
                </a:ext>
              </a:extLst>
            </p:cNvPr>
            <p:cNvSpPr/>
            <p:nvPr/>
          </p:nvSpPr>
          <p:spPr>
            <a:xfrm>
              <a:off x="23789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8" name="타원 14397">
              <a:extLst>
                <a:ext uri="{FF2B5EF4-FFF2-40B4-BE49-F238E27FC236}">
                  <a16:creationId xmlns:a16="http://schemas.microsoft.com/office/drawing/2014/main" id="{2F343B13-52A8-4BEB-AD98-1E094FA51D08}"/>
                </a:ext>
              </a:extLst>
            </p:cNvPr>
            <p:cNvSpPr/>
            <p:nvPr/>
          </p:nvSpPr>
          <p:spPr>
            <a:xfrm>
              <a:off x="2531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9" name="타원 14398">
              <a:extLst>
                <a:ext uri="{FF2B5EF4-FFF2-40B4-BE49-F238E27FC236}">
                  <a16:creationId xmlns:a16="http://schemas.microsoft.com/office/drawing/2014/main" id="{5374B850-F657-44BC-8AFD-DE7AB51EF45A}"/>
                </a:ext>
              </a:extLst>
            </p:cNvPr>
            <p:cNvSpPr/>
            <p:nvPr/>
          </p:nvSpPr>
          <p:spPr>
            <a:xfrm>
              <a:off x="2683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0" name="타원 14399">
              <a:extLst>
                <a:ext uri="{FF2B5EF4-FFF2-40B4-BE49-F238E27FC236}">
                  <a16:creationId xmlns:a16="http://schemas.microsoft.com/office/drawing/2014/main" id="{F66E0989-64C0-4335-A5F9-C59FA5EB0F4F}"/>
                </a:ext>
              </a:extLst>
            </p:cNvPr>
            <p:cNvSpPr/>
            <p:nvPr/>
          </p:nvSpPr>
          <p:spPr>
            <a:xfrm>
              <a:off x="28361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1" name="타원 14400">
              <a:extLst>
                <a:ext uri="{FF2B5EF4-FFF2-40B4-BE49-F238E27FC236}">
                  <a16:creationId xmlns:a16="http://schemas.microsoft.com/office/drawing/2014/main" id="{3CB04559-1DDF-4E25-BB1B-412CF0FDCAD3}"/>
                </a:ext>
              </a:extLst>
            </p:cNvPr>
            <p:cNvSpPr/>
            <p:nvPr/>
          </p:nvSpPr>
          <p:spPr>
            <a:xfrm>
              <a:off x="29885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2" name="타원 14401">
              <a:extLst>
                <a:ext uri="{FF2B5EF4-FFF2-40B4-BE49-F238E27FC236}">
                  <a16:creationId xmlns:a16="http://schemas.microsoft.com/office/drawing/2014/main" id="{0004096F-3700-4BE2-997F-5CDB174F1A47}"/>
                </a:ext>
              </a:extLst>
            </p:cNvPr>
            <p:cNvSpPr/>
            <p:nvPr/>
          </p:nvSpPr>
          <p:spPr>
            <a:xfrm>
              <a:off x="31409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3" name="타원 14402">
              <a:extLst>
                <a:ext uri="{FF2B5EF4-FFF2-40B4-BE49-F238E27FC236}">
                  <a16:creationId xmlns:a16="http://schemas.microsoft.com/office/drawing/2014/main" id="{3F1E68A6-5E18-43B8-B0E7-DCA88507E271}"/>
                </a:ext>
              </a:extLst>
            </p:cNvPr>
            <p:cNvSpPr/>
            <p:nvPr/>
          </p:nvSpPr>
          <p:spPr>
            <a:xfrm>
              <a:off x="3293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4" name="타원 14403">
              <a:extLst>
                <a:ext uri="{FF2B5EF4-FFF2-40B4-BE49-F238E27FC236}">
                  <a16:creationId xmlns:a16="http://schemas.microsoft.com/office/drawing/2014/main" id="{D8D94B0C-DB35-4DD2-B5C3-0DDA22083FCC}"/>
                </a:ext>
              </a:extLst>
            </p:cNvPr>
            <p:cNvSpPr/>
            <p:nvPr/>
          </p:nvSpPr>
          <p:spPr>
            <a:xfrm>
              <a:off x="3445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5" name="타원 14404">
              <a:extLst>
                <a:ext uri="{FF2B5EF4-FFF2-40B4-BE49-F238E27FC236}">
                  <a16:creationId xmlns:a16="http://schemas.microsoft.com/office/drawing/2014/main" id="{BB8EAE65-F4B3-4AAE-9FBD-B87BD664A479}"/>
                </a:ext>
              </a:extLst>
            </p:cNvPr>
            <p:cNvSpPr/>
            <p:nvPr/>
          </p:nvSpPr>
          <p:spPr>
            <a:xfrm>
              <a:off x="35981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6" name="타원 14405">
              <a:extLst>
                <a:ext uri="{FF2B5EF4-FFF2-40B4-BE49-F238E27FC236}">
                  <a16:creationId xmlns:a16="http://schemas.microsoft.com/office/drawing/2014/main" id="{C7117071-27BF-4AC6-B210-F7BC1EEAC451}"/>
                </a:ext>
              </a:extLst>
            </p:cNvPr>
            <p:cNvSpPr/>
            <p:nvPr/>
          </p:nvSpPr>
          <p:spPr>
            <a:xfrm>
              <a:off x="37505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7" name="타원 14406">
              <a:extLst>
                <a:ext uri="{FF2B5EF4-FFF2-40B4-BE49-F238E27FC236}">
                  <a16:creationId xmlns:a16="http://schemas.microsoft.com/office/drawing/2014/main" id="{D6C85FB9-CA25-4202-AB4B-9CD0845DE06E}"/>
                </a:ext>
              </a:extLst>
            </p:cNvPr>
            <p:cNvSpPr/>
            <p:nvPr/>
          </p:nvSpPr>
          <p:spPr>
            <a:xfrm>
              <a:off x="39029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8" name="타원 14407">
              <a:extLst>
                <a:ext uri="{FF2B5EF4-FFF2-40B4-BE49-F238E27FC236}">
                  <a16:creationId xmlns:a16="http://schemas.microsoft.com/office/drawing/2014/main" id="{8B0E7030-A7AB-4C26-A324-59D31CEAD334}"/>
                </a:ext>
              </a:extLst>
            </p:cNvPr>
            <p:cNvSpPr/>
            <p:nvPr/>
          </p:nvSpPr>
          <p:spPr>
            <a:xfrm>
              <a:off x="4055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09" name="타원 14408">
              <a:extLst>
                <a:ext uri="{FF2B5EF4-FFF2-40B4-BE49-F238E27FC236}">
                  <a16:creationId xmlns:a16="http://schemas.microsoft.com/office/drawing/2014/main" id="{001FF3DA-F813-448A-BF1A-A5BD43E2ABCF}"/>
                </a:ext>
              </a:extLst>
            </p:cNvPr>
            <p:cNvSpPr/>
            <p:nvPr/>
          </p:nvSpPr>
          <p:spPr>
            <a:xfrm>
              <a:off x="4207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0" name="타원 14409">
              <a:extLst>
                <a:ext uri="{FF2B5EF4-FFF2-40B4-BE49-F238E27FC236}">
                  <a16:creationId xmlns:a16="http://schemas.microsoft.com/office/drawing/2014/main" id="{8DD60A54-9CA0-46B2-BB09-30DB5FD60B16}"/>
                </a:ext>
              </a:extLst>
            </p:cNvPr>
            <p:cNvSpPr/>
            <p:nvPr/>
          </p:nvSpPr>
          <p:spPr>
            <a:xfrm>
              <a:off x="43601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1" name="타원 14410">
              <a:extLst>
                <a:ext uri="{FF2B5EF4-FFF2-40B4-BE49-F238E27FC236}">
                  <a16:creationId xmlns:a16="http://schemas.microsoft.com/office/drawing/2014/main" id="{F4B54B48-D893-49BF-A3BE-FCAF92489CC7}"/>
                </a:ext>
              </a:extLst>
            </p:cNvPr>
            <p:cNvSpPr/>
            <p:nvPr/>
          </p:nvSpPr>
          <p:spPr>
            <a:xfrm>
              <a:off x="45125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2" name="타원 14411">
              <a:extLst>
                <a:ext uri="{FF2B5EF4-FFF2-40B4-BE49-F238E27FC236}">
                  <a16:creationId xmlns:a16="http://schemas.microsoft.com/office/drawing/2014/main" id="{D3C93372-BAB0-43B5-B71F-B8E986233A30}"/>
                </a:ext>
              </a:extLst>
            </p:cNvPr>
            <p:cNvSpPr/>
            <p:nvPr/>
          </p:nvSpPr>
          <p:spPr>
            <a:xfrm>
              <a:off x="46649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3" name="타원 14412">
              <a:extLst>
                <a:ext uri="{FF2B5EF4-FFF2-40B4-BE49-F238E27FC236}">
                  <a16:creationId xmlns:a16="http://schemas.microsoft.com/office/drawing/2014/main" id="{8E252A8D-BBBA-4FED-B3D8-6FDDCAB207AF}"/>
                </a:ext>
              </a:extLst>
            </p:cNvPr>
            <p:cNvSpPr/>
            <p:nvPr/>
          </p:nvSpPr>
          <p:spPr>
            <a:xfrm>
              <a:off x="4817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4" name="타원 14413">
              <a:extLst>
                <a:ext uri="{FF2B5EF4-FFF2-40B4-BE49-F238E27FC236}">
                  <a16:creationId xmlns:a16="http://schemas.microsoft.com/office/drawing/2014/main" id="{CFFAE28D-7653-443C-9D26-A792424BC42F}"/>
                </a:ext>
              </a:extLst>
            </p:cNvPr>
            <p:cNvSpPr/>
            <p:nvPr/>
          </p:nvSpPr>
          <p:spPr>
            <a:xfrm>
              <a:off x="4969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5" name="타원 14414">
              <a:extLst>
                <a:ext uri="{FF2B5EF4-FFF2-40B4-BE49-F238E27FC236}">
                  <a16:creationId xmlns:a16="http://schemas.microsoft.com/office/drawing/2014/main" id="{356CC89C-65F3-4425-954E-EC9BD2959599}"/>
                </a:ext>
              </a:extLst>
            </p:cNvPr>
            <p:cNvSpPr/>
            <p:nvPr/>
          </p:nvSpPr>
          <p:spPr>
            <a:xfrm>
              <a:off x="51221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6" name="타원 14415">
              <a:extLst>
                <a:ext uri="{FF2B5EF4-FFF2-40B4-BE49-F238E27FC236}">
                  <a16:creationId xmlns:a16="http://schemas.microsoft.com/office/drawing/2014/main" id="{9C5FCC23-6565-4ECF-ACF3-55E0ACC2D4D7}"/>
                </a:ext>
              </a:extLst>
            </p:cNvPr>
            <p:cNvSpPr/>
            <p:nvPr/>
          </p:nvSpPr>
          <p:spPr>
            <a:xfrm>
              <a:off x="52745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7" name="타원 14416">
              <a:extLst>
                <a:ext uri="{FF2B5EF4-FFF2-40B4-BE49-F238E27FC236}">
                  <a16:creationId xmlns:a16="http://schemas.microsoft.com/office/drawing/2014/main" id="{C6078116-4A84-4CB8-AD86-08940CEBD510}"/>
                </a:ext>
              </a:extLst>
            </p:cNvPr>
            <p:cNvSpPr/>
            <p:nvPr/>
          </p:nvSpPr>
          <p:spPr>
            <a:xfrm>
              <a:off x="54269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8" name="타원 14417">
              <a:extLst>
                <a:ext uri="{FF2B5EF4-FFF2-40B4-BE49-F238E27FC236}">
                  <a16:creationId xmlns:a16="http://schemas.microsoft.com/office/drawing/2014/main" id="{9D98B8B3-367B-4C01-9691-272CF5656522}"/>
                </a:ext>
              </a:extLst>
            </p:cNvPr>
            <p:cNvSpPr/>
            <p:nvPr/>
          </p:nvSpPr>
          <p:spPr>
            <a:xfrm>
              <a:off x="55793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19" name="타원 14418">
              <a:extLst>
                <a:ext uri="{FF2B5EF4-FFF2-40B4-BE49-F238E27FC236}">
                  <a16:creationId xmlns:a16="http://schemas.microsoft.com/office/drawing/2014/main" id="{43EB61BC-D386-42CC-84BF-17795D60321B}"/>
                </a:ext>
              </a:extLst>
            </p:cNvPr>
            <p:cNvSpPr/>
            <p:nvPr/>
          </p:nvSpPr>
          <p:spPr>
            <a:xfrm>
              <a:off x="5731775" y="289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0" name="타원 14419">
              <a:extLst>
                <a:ext uri="{FF2B5EF4-FFF2-40B4-BE49-F238E27FC236}">
                  <a16:creationId xmlns:a16="http://schemas.microsoft.com/office/drawing/2014/main" id="{8030DA82-EA58-42C4-AD7B-132F7C14C489}"/>
                </a:ext>
              </a:extLst>
            </p:cNvPr>
            <p:cNvSpPr/>
            <p:nvPr/>
          </p:nvSpPr>
          <p:spPr>
            <a:xfrm>
              <a:off x="245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1" name="타원 14420">
              <a:extLst>
                <a:ext uri="{FF2B5EF4-FFF2-40B4-BE49-F238E27FC236}">
                  <a16:creationId xmlns:a16="http://schemas.microsoft.com/office/drawing/2014/main" id="{31A483BC-445E-4073-9C2B-EFA76F49A2DE}"/>
                </a:ext>
              </a:extLst>
            </p:cNvPr>
            <p:cNvSpPr/>
            <p:nvPr/>
          </p:nvSpPr>
          <p:spPr>
            <a:xfrm>
              <a:off x="397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2" name="타원 14421">
              <a:extLst>
                <a:ext uri="{FF2B5EF4-FFF2-40B4-BE49-F238E27FC236}">
                  <a16:creationId xmlns:a16="http://schemas.microsoft.com/office/drawing/2014/main" id="{01632F3B-BCE7-49DA-B4C1-CE0D98CED643}"/>
                </a:ext>
              </a:extLst>
            </p:cNvPr>
            <p:cNvSpPr/>
            <p:nvPr/>
          </p:nvSpPr>
          <p:spPr>
            <a:xfrm>
              <a:off x="5501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3" name="타원 14422">
              <a:extLst>
                <a:ext uri="{FF2B5EF4-FFF2-40B4-BE49-F238E27FC236}">
                  <a16:creationId xmlns:a16="http://schemas.microsoft.com/office/drawing/2014/main" id="{7CDE6E92-19DC-4FCF-8C75-441AAA9EAFED}"/>
                </a:ext>
              </a:extLst>
            </p:cNvPr>
            <p:cNvSpPr/>
            <p:nvPr/>
          </p:nvSpPr>
          <p:spPr>
            <a:xfrm>
              <a:off x="7025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4" name="타원 14423">
              <a:extLst>
                <a:ext uri="{FF2B5EF4-FFF2-40B4-BE49-F238E27FC236}">
                  <a16:creationId xmlns:a16="http://schemas.microsoft.com/office/drawing/2014/main" id="{4181C2C8-897C-4E8A-A968-94069D45BF76}"/>
                </a:ext>
              </a:extLst>
            </p:cNvPr>
            <p:cNvSpPr/>
            <p:nvPr/>
          </p:nvSpPr>
          <p:spPr>
            <a:xfrm>
              <a:off x="8549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5" name="타원 14424">
              <a:extLst>
                <a:ext uri="{FF2B5EF4-FFF2-40B4-BE49-F238E27FC236}">
                  <a16:creationId xmlns:a16="http://schemas.microsoft.com/office/drawing/2014/main" id="{85F638BE-CD64-44E5-82F5-52D4F8EEA907}"/>
                </a:ext>
              </a:extLst>
            </p:cNvPr>
            <p:cNvSpPr/>
            <p:nvPr/>
          </p:nvSpPr>
          <p:spPr>
            <a:xfrm>
              <a:off x="1007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6" name="타원 14425">
              <a:extLst>
                <a:ext uri="{FF2B5EF4-FFF2-40B4-BE49-F238E27FC236}">
                  <a16:creationId xmlns:a16="http://schemas.microsoft.com/office/drawing/2014/main" id="{FA8AC9E4-7FBF-461D-BE0A-172E96EDBF96}"/>
                </a:ext>
              </a:extLst>
            </p:cNvPr>
            <p:cNvSpPr/>
            <p:nvPr/>
          </p:nvSpPr>
          <p:spPr>
            <a:xfrm>
              <a:off x="1159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7" name="타원 14426">
              <a:extLst>
                <a:ext uri="{FF2B5EF4-FFF2-40B4-BE49-F238E27FC236}">
                  <a16:creationId xmlns:a16="http://schemas.microsoft.com/office/drawing/2014/main" id="{FC899615-5619-4D09-8888-A7EF764E34BC}"/>
                </a:ext>
              </a:extLst>
            </p:cNvPr>
            <p:cNvSpPr/>
            <p:nvPr/>
          </p:nvSpPr>
          <p:spPr>
            <a:xfrm>
              <a:off x="13121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8" name="타원 14427">
              <a:extLst>
                <a:ext uri="{FF2B5EF4-FFF2-40B4-BE49-F238E27FC236}">
                  <a16:creationId xmlns:a16="http://schemas.microsoft.com/office/drawing/2014/main" id="{708B08AA-B237-4E0E-BC24-5FAD2CB7714B}"/>
                </a:ext>
              </a:extLst>
            </p:cNvPr>
            <p:cNvSpPr/>
            <p:nvPr/>
          </p:nvSpPr>
          <p:spPr>
            <a:xfrm>
              <a:off x="14645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29" name="타원 14428">
              <a:extLst>
                <a:ext uri="{FF2B5EF4-FFF2-40B4-BE49-F238E27FC236}">
                  <a16:creationId xmlns:a16="http://schemas.microsoft.com/office/drawing/2014/main" id="{0848FF7A-3D68-4969-9F99-7588BE716626}"/>
                </a:ext>
              </a:extLst>
            </p:cNvPr>
            <p:cNvSpPr/>
            <p:nvPr/>
          </p:nvSpPr>
          <p:spPr>
            <a:xfrm>
              <a:off x="16169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0" name="타원 14429">
              <a:extLst>
                <a:ext uri="{FF2B5EF4-FFF2-40B4-BE49-F238E27FC236}">
                  <a16:creationId xmlns:a16="http://schemas.microsoft.com/office/drawing/2014/main" id="{B4CF1464-84F7-4A5C-B068-7B903F39E17C}"/>
                </a:ext>
              </a:extLst>
            </p:cNvPr>
            <p:cNvSpPr/>
            <p:nvPr/>
          </p:nvSpPr>
          <p:spPr>
            <a:xfrm>
              <a:off x="1769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1" name="타원 14430">
              <a:extLst>
                <a:ext uri="{FF2B5EF4-FFF2-40B4-BE49-F238E27FC236}">
                  <a16:creationId xmlns:a16="http://schemas.microsoft.com/office/drawing/2014/main" id="{00881497-4BDA-4C9D-AD45-4FC85C531784}"/>
                </a:ext>
              </a:extLst>
            </p:cNvPr>
            <p:cNvSpPr/>
            <p:nvPr/>
          </p:nvSpPr>
          <p:spPr>
            <a:xfrm>
              <a:off x="1921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2" name="타원 14431">
              <a:extLst>
                <a:ext uri="{FF2B5EF4-FFF2-40B4-BE49-F238E27FC236}">
                  <a16:creationId xmlns:a16="http://schemas.microsoft.com/office/drawing/2014/main" id="{5B820B24-A47D-4A3A-856C-70EF70411C38}"/>
                </a:ext>
              </a:extLst>
            </p:cNvPr>
            <p:cNvSpPr/>
            <p:nvPr/>
          </p:nvSpPr>
          <p:spPr>
            <a:xfrm>
              <a:off x="20741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3" name="타원 14432">
              <a:extLst>
                <a:ext uri="{FF2B5EF4-FFF2-40B4-BE49-F238E27FC236}">
                  <a16:creationId xmlns:a16="http://schemas.microsoft.com/office/drawing/2014/main" id="{A1554C17-A447-4B24-8EEA-B545E44C5C76}"/>
                </a:ext>
              </a:extLst>
            </p:cNvPr>
            <p:cNvSpPr/>
            <p:nvPr/>
          </p:nvSpPr>
          <p:spPr>
            <a:xfrm>
              <a:off x="22265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4" name="타원 14433">
              <a:extLst>
                <a:ext uri="{FF2B5EF4-FFF2-40B4-BE49-F238E27FC236}">
                  <a16:creationId xmlns:a16="http://schemas.microsoft.com/office/drawing/2014/main" id="{99B1A960-C2CF-4A24-8637-ED45511ABD30}"/>
                </a:ext>
              </a:extLst>
            </p:cNvPr>
            <p:cNvSpPr/>
            <p:nvPr/>
          </p:nvSpPr>
          <p:spPr>
            <a:xfrm>
              <a:off x="23789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5" name="타원 14434">
              <a:extLst>
                <a:ext uri="{FF2B5EF4-FFF2-40B4-BE49-F238E27FC236}">
                  <a16:creationId xmlns:a16="http://schemas.microsoft.com/office/drawing/2014/main" id="{04BB0009-D15F-4B9E-B1D9-D67FFAF903AE}"/>
                </a:ext>
              </a:extLst>
            </p:cNvPr>
            <p:cNvSpPr/>
            <p:nvPr/>
          </p:nvSpPr>
          <p:spPr>
            <a:xfrm>
              <a:off x="2531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6" name="타원 14435">
              <a:extLst>
                <a:ext uri="{FF2B5EF4-FFF2-40B4-BE49-F238E27FC236}">
                  <a16:creationId xmlns:a16="http://schemas.microsoft.com/office/drawing/2014/main" id="{8E14BA4C-E84D-4B14-9520-C6A211A67589}"/>
                </a:ext>
              </a:extLst>
            </p:cNvPr>
            <p:cNvSpPr/>
            <p:nvPr/>
          </p:nvSpPr>
          <p:spPr>
            <a:xfrm>
              <a:off x="2683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7" name="타원 14436">
              <a:extLst>
                <a:ext uri="{FF2B5EF4-FFF2-40B4-BE49-F238E27FC236}">
                  <a16:creationId xmlns:a16="http://schemas.microsoft.com/office/drawing/2014/main" id="{C6D53D24-881B-4758-A182-8140F76CC59C}"/>
                </a:ext>
              </a:extLst>
            </p:cNvPr>
            <p:cNvSpPr/>
            <p:nvPr/>
          </p:nvSpPr>
          <p:spPr>
            <a:xfrm>
              <a:off x="28361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8" name="타원 14437">
              <a:extLst>
                <a:ext uri="{FF2B5EF4-FFF2-40B4-BE49-F238E27FC236}">
                  <a16:creationId xmlns:a16="http://schemas.microsoft.com/office/drawing/2014/main" id="{63685D09-139B-44ED-A6F7-EBDBA73C4B9C}"/>
                </a:ext>
              </a:extLst>
            </p:cNvPr>
            <p:cNvSpPr/>
            <p:nvPr/>
          </p:nvSpPr>
          <p:spPr>
            <a:xfrm>
              <a:off x="29885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39" name="타원 14438">
              <a:extLst>
                <a:ext uri="{FF2B5EF4-FFF2-40B4-BE49-F238E27FC236}">
                  <a16:creationId xmlns:a16="http://schemas.microsoft.com/office/drawing/2014/main" id="{A6AE7CF8-FA0C-4847-B061-E528554F119D}"/>
                </a:ext>
              </a:extLst>
            </p:cNvPr>
            <p:cNvSpPr/>
            <p:nvPr/>
          </p:nvSpPr>
          <p:spPr>
            <a:xfrm>
              <a:off x="31409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0" name="타원 14439">
              <a:extLst>
                <a:ext uri="{FF2B5EF4-FFF2-40B4-BE49-F238E27FC236}">
                  <a16:creationId xmlns:a16="http://schemas.microsoft.com/office/drawing/2014/main" id="{FE826FF5-899A-46B9-A049-3C6318B6BA03}"/>
                </a:ext>
              </a:extLst>
            </p:cNvPr>
            <p:cNvSpPr/>
            <p:nvPr/>
          </p:nvSpPr>
          <p:spPr>
            <a:xfrm>
              <a:off x="3293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1" name="타원 14440">
              <a:extLst>
                <a:ext uri="{FF2B5EF4-FFF2-40B4-BE49-F238E27FC236}">
                  <a16:creationId xmlns:a16="http://schemas.microsoft.com/office/drawing/2014/main" id="{924D5DF6-27A1-42FB-BA57-8458A2D667C1}"/>
                </a:ext>
              </a:extLst>
            </p:cNvPr>
            <p:cNvSpPr/>
            <p:nvPr/>
          </p:nvSpPr>
          <p:spPr>
            <a:xfrm>
              <a:off x="3445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2" name="타원 14441">
              <a:extLst>
                <a:ext uri="{FF2B5EF4-FFF2-40B4-BE49-F238E27FC236}">
                  <a16:creationId xmlns:a16="http://schemas.microsoft.com/office/drawing/2014/main" id="{C90BCF92-3784-48C7-9918-7D5104A542E0}"/>
                </a:ext>
              </a:extLst>
            </p:cNvPr>
            <p:cNvSpPr/>
            <p:nvPr/>
          </p:nvSpPr>
          <p:spPr>
            <a:xfrm>
              <a:off x="35981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3" name="타원 14442">
              <a:extLst>
                <a:ext uri="{FF2B5EF4-FFF2-40B4-BE49-F238E27FC236}">
                  <a16:creationId xmlns:a16="http://schemas.microsoft.com/office/drawing/2014/main" id="{E7718285-046C-48BC-B605-CE7A9082C112}"/>
                </a:ext>
              </a:extLst>
            </p:cNvPr>
            <p:cNvSpPr/>
            <p:nvPr/>
          </p:nvSpPr>
          <p:spPr>
            <a:xfrm>
              <a:off x="37505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4" name="타원 14443">
              <a:extLst>
                <a:ext uri="{FF2B5EF4-FFF2-40B4-BE49-F238E27FC236}">
                  <a16:creationId xmlns:a16="http://schemas.microsoft.com/office/drawing/2014/main" id="{9D05750D-BAEF-4256-AF50-F1A5266EFAF7}"/>
                </a:ext>
              </a:extLst>
            </p:cNvPr>
            <p:cNvSpPr/>
            <p:nvPr/>
          </p:nvSpPr>
          <p:spPr>
            <a:xfrm>
              <a:off x="39029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5" name="타원 14444">
              <a:extLst>
                <a:ext uri="{FF2B5EF4-FFF2-40B4-BE49-F238E27FC236}">
                  <a16:creationId xmlns:a16="http://schemas.microsoft.com/office/drawing/2014/main" id="{662DFA07-6A6B-405A-92E2-8980E57F09B5}"/>
                </a:ext>
              </a:extLst>
            </p:cNvPr>
            <p:cNvSpPr/>
            <p:nvPr/>
          </p:nvSpPr>
          <p:spPr>
            <a:xfrm>
              <a:off x="4055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6" name="타원 14445">
              <a:extLst>
                <a:ext uri="{FF2B5EF4-FFF2-40B4-BE49-F238E27FC236}">
                  <a16:creationId xmlns:a16="http://schemas.microsoft.com/office/drawing/2014/main" id="{8DC9AB3E-8194-4B40-A016-D437F3BDFA4B}"/>
                </a:ext>
              </a:extLst>
            </p:cNvPr>
            <p:cNvSpPr/>
            <p:nvPr/>
          </p:nvSpPr>
          <p:spPr>
            <a:xfrm>
              <a:off x="4207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7" name="타원 14446">
              <a:extLst>
                <a:ext uri="{FF2B5EF4-FFF2-40B4-BE49-F238E27FC236}">
                  <a16:creationId xmlns:a16="http://schemas.microsoft.com/office/drawing/2014/main" id="{C53C8605-C869-4370-8548-DDF1FB88177D}"/>
                </a:ext>
              </a:extLst>
            </p:cNvPr>
            <p:cNvSpPr/>
            <p:nvPr/>
          </p:nvSpPr>
          <p:spPr>
            <a:xfrm>
              <a:off x="43601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8" name="타원 14447">
              <a:extLst>
                <a:ext uri="{FF2B5EF4-FFF2-40B4-BE49-F238E27FC236}">
                  <a16:creationId xmlns:a16="http://schemas.microsoft.com/office/drawing/2014/main" id="{E13C96EE-C405-4311-A67E-15142A9415BE}"/>
                </a:ext>
              </a:extLst>
            </p:cNvPr>
            <p:cNvSpPr/>
            <p:nvPr/>
          </p:nvSpPr>
          <p:spPr>
            <a:xfrm>
              <a:off x="45125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49" name="타원 14448">
              <a:extLst>
                <a:ext uri="{FF2B5EF4-FFF2-40B4-BE49-F238E27FC236}">
                  <a16:creationId xmlns:a16="http://schemas.microsoft.com/office/drawing/2014/main" id="{B0F05F5D-4773-4ADB-90FD-C4A56E711F5A}"/>
                </a:ext>
              </a:extLst>
            </p:cNvPr>
            <p:cNvSpPr/>
            <p:nvPr/>
          </p:nvSpPr>
          <p:spPr>
            <a:xfrm>
              <a:off x="46649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0" name="타원 14449">
              <a:extLst>
                <a:ext uri="{FF2B5EF4-FFF2-40B4-BE49-F238E27FC236}">
                  <a16:creationId xmlns:a16="http://schemas.microsoft.com/office/drawing/2014/main" id="{CE6D6988-06B7-4DE3-9456-60EFA69E3297}"/>
                </a:ext>
              </a:extLst>
            </p:cNvPr>
            <p:cNvSpPr/>
            <p:nvPr/>
          </p:nvSpPr>
          <p:spPr>
            <a:xfrm>
              <a:off x="4817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1" name="타원 14450">
              <a:extLst>
                <a:ext uri="{FF2B5EF4-FFF2-40B4-BE49-F238E27FC236}">
                  <a16:creationId xmlns:a16="http://schemas.microsoft.com/office/drawing/2014/main" id="{14AE5031-40A2-456D-825A-8BEE92D78CEA}"/>
                </a:ext>
              </a:extLst>
            </p:cNvPr>
            <p:cNvSpPr/>
            <p:nvPr/>
          </p:nvSpPr>
          <p:spPr>
            <a:xfrm>
              <a:off x="4969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2" name="타원 14451">
              <a:extLst>
                <a:ext uri="{FF2B5EF4-FFF2-40B4-BE49-F238E27FC236}">
                  <a16:creationId xmlns:a16="http://schemas.microsoft.com/office/drawing/2014/main" id="{31BB56D3-92C0-4D8A-AFAE-5BD5D4775DD1}"/>
                </a:ext>
              </a:extLst>
            </p:cNvPr>
            <p:cNvSpPr/>
            <p:nvPr/>
          </p:nvSpPr>
          <p:spPr>
            <a:xfrm>
              <a:off x="51221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3" name="타원 14452">
              <a:extLst>
                <a:ext uri="{FF2B5EF4-FFF2-40B4-BE49-F238E27FC236}">
                  <a16:creationId xmlns:a16="http://schemas.microsoft.com/office/drawing/2014/main" id="{372DC18E-7E37-4BEC-96D0-B89539914647}"/>
                </a:ext>
              </a:extLst>
            </p:cNvPr>
            <p:cNvSpPr/>
            <p:nvPr/>
          </p:nvSpPr>
          <p:spPr>
            <a:xfrm>
              <a:off x="52745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4" name="타원 14453">
              <a:extLst>
                <a:ext uri="{FF2B5EF4-FFF2-40B4-BE49-F238E27FC236}">
                  <a16:creationId xmlns:a16="http://schemas.microsoft.com/office/drawing/2014/main" id="{D7611287-9B86-4806-9602-7C6A13B08215}"/>
                </a:ext>
              </a:extLst>
            </p:cNvPr>
            <p:cNvSpPr/>
            <p:nvPr/>
          </p:nvSpPr>
          <p:spPr>
            <a:xfrm>
              <a:off x="54269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5" name="타원 14454">
              <a:extLst>
                <a:ext uri="{FF2B5EF4-FFF2-40B4-BE49-F238E27FC236}">
                  <a16:creationId xmlns:a16="http://schemas.microsoft.com/office/drawing/2014/main" id="{BF26EFF2-0703-43FF-9B01-7A5EA06A9BA9}"/>
                </a:ext>
              </a:extLst>
            </p:cNvPr>
            <p:cNvSpPr/>
            <p:nvPr/>
          </p:nvSpPr>
          <p:spPr>
            <a:xfrm>
              <a:off x="55793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6" name="타원 14455">
              <a:extLst>
                <a:ext uri="{FF2B5EF4-FFF2-40B4-BE49-F238E27FC236}">
                  <a16:creationId xmlns:a16="http://schemas.microsoft.com/office/drawing/2014/main" id="{1E05EE38-9922-4170-ABE7-7974DCCD85A5}"/>
                </a:ext>
              </a:extLst>
            </p:cNvPr>
            <p:cNvSpPr/>
            <p:nvPr/>
          </p:nvSpPr>
          <p:spPr>
            <a:xfrm>
              <a:off x="5731775" y="304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7" name="타원 14456">
              <a:extLst>
                <a:ext uri="{FF2B5EF4-FFF2-40B4-BE49-F238E27FC236}">
                  <a16:creationId xmlns:a16="http://schemas.microsoft.com/office/drawing/2014/main" id="{47CB4197-B670-4E9C-903D-DB72B6C21C48}"/>
                </a:ext>
              </a:extLst>
            </p:cNvPr>
            <p:cNvSpPr/>
            <p:nvPr/>
          </p:nvSpPr>
          <p:spPr>
            <a:xfrm>
              <a:off x="245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8" name="타원 14457">
              <a:extLst>
                <a:ext uri="{FF2B5EF4-FFF2-40B4-BE49-F238E27FC236}">
                  <a16:creationId xmlns:a16="http://schemas.microsoft.com/office/drawing/2014/main" id="{77073304-655D-4BAE-9A0D-7C7D884DD653}"/>
                </a:ext>
              </a:extLst>
            </p:cNvPr>
            <p:cNvSpPr/>
            <p:nvPr/>
          </p:nvSpPr>
          <p:spPr>
            <a:xfrm>
              <a:off x="397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9" name="타원 14458">
              <a:extLst>
                <a:ext uri="{FF2B5EF4-FFF2-40B4-BE49-F238E27FC236}">
                  <a16:creationId xmlns:a16="http://schemas.microsoft.com/office/drawing/2014/main" id="{4A0CA2BD-D77E-4035-9691-4FE0C7D3B8E8}"/>
                </a:ext>
              </a:extLst>
            </p:cNvPr>
            <p:cNvSpPr/>
            <p:nvPr/>
          </p:nvSpPr>
          <p:spPr>
            <a:xfrm>
              <a:off x="5501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0" name="타원 14459">
              <a:extLst>
                <a:ext uri="{FF2B5EF4-FFF2-40B4-BE49-F238E27FC236}">
                  <a16:creationId xmlns:a16="http://schemas.microsoft.com/office/drawing/2014/main" id="{BB619A35-FAB9-4C70-AD93-9298F30DF62F}"/>
                </a:ext>
              </a:extLst>
            </p:cNvPr>
            <p:cNvSpPr/>
            <p:nvPr/>
          </p:nvSpPr>
          <p:spPr>
            <a:xfrm>
              <a:off x="7025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1" name="타원 14460">
              <a:extLst>
                <a:ext uri="{FF2B5EF4-FFF2-40B4-BE49-F238E27FC236}">
                  <a16:creationId xmlns:a16="http://schemas.microsoft.com/office/drawing/2014/main" id="{25F52D93-FD8A-4EA7-AFE6-5E2E4CFC7366}"/>
                </a:ext>
              </a:extLst>
            </p:cNvPr>
            <p:cNvSpPr/>
            <p:nvPr/>
          </p:nvSpPr>
          <p:spPr>
            <a:xfrm>
              <a:off x="8549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2" name="타원 14461">
              <a:extLst>
                <a:ext uri="{FF2B5EF4-FFF2-40B4-BE49-F238E27FC236}">
                  <a16:creationId xmlns:a16="http://schemas.microsoft.com/office/drawing/2014/main" id="{02623A87-0F63-406D-817A-618077082134}"/>
                </a:ext>
              </a:extLst>
            </p:cNvPr>
            <p:cNvSpPr/>
            <p:nvPr/>
          </p:nvSpPr>
          <p:spPr>
            <a:xfrm>
              <a:off x="1007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3" name="타원 14462">
              <a:extLst>
                <a:ext uri="{FF2B5EF4-FFF2-40B4-BE49-F238E27FC236}">
                  <a16:creationId xmlns:a16="http://schemas.microsoft.com/office/drawing/2014/main" id="{00E6D1B5-EFF1-46AE-9CF2-8F99C5CF9DC6}"/>
                </a:ext>
              </a:extLst>
            </p:cNvPr>
            <p:cNvSpPr/>
            <p:nvPr/>
          </p:nvSpPr>
          <p:spPr>
            <a:xfrm>
              <a:off x="1159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4" name="타원 14463">
              <a:extLst>
                <a:ext uri="{FF2B5EF4-FFF2-40B4-BE49-F238E27FC236}">
                  <a16:creationId xmlns:a16="http://schemas.microsoft.com/office/drawing/2014/main" id="{FE8D40D5-09BA-46A3-AD2B-8D39AE3130EE}"/>
                </a:ext>
              </a:extLst>
            </p:cNvPr>
            <p:cNvSpPr/>
            <p:nvPr/>
          </p:nvSpPr>
          <p:spPr>
            <a:xfrm>
              <a:off x="13121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5" name="타원 14464">
              <a:extLst>
                <a:ext uri="{FF2B5EF4-FFF2-40B4-BE49-F238E27FC236}">
                  <a16:creationId xmlns:a16="http://schemas.microsoft.com/office/drawing/2014/main" id="{77B2A388-6BBD-4007-910D-4F3056371562}"/>
                </a:ext>
              </a:extLst>
            </p:cNvPr>
            <p:cNvSpPr/>
            <p:nvPr/>
          </p:nvSpPr>
          <p:spPr>
            <a:xfrm>
              <a:off x="14645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6" name="타원 14465">
              <a:extLst>
                <a:ext uri="{FF2B5EF4-FFF2-40B4-BE49-F238E27FC236}">
                  <a16:creationId xmlns:a16="http://schemas.microsoft.com/office/drawing/2014/main" id="{84AEEEF2-12CA-456A-B4C4-59656CCED062}"/>
                </a:ext>
              </a:extLst>
            </p:cNvPr>
            <p:cNvSpPr/>
            <p:nvPr/>
          </p:nvSpPr>
          <p:spPr>
            <a:xfrm>
              <a:off x="16169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7" name="타원 14466">
              <a:extLst>
                <a:ext uri="{FF2B5EF4-FFF2-40B4-BE49-F238E27FC236}">
                  <a16:creationId xmlns:a16="http://schemas.microsoft.com/office/drawing/2014/main" id="{1EAEADB3-F536-4C94-85D8-813FCD1B2EEA}"/>
                </a:ext>
              </a:extLst>
            </p:cNvPr>
            <p:cNvSpPr/>
            <p:nvPr/>
          </p:nvSpPr>
          <p:spPr>
            <a:xfrm>
              <a:off x="1769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8" name="타원 14467">
              <a:extLst>
                <a:ext uri="{FF2B5EF4-FFF2-40B4-BE49-F238E27FC236}">
                  <a16:creationId xmlns:a16="http://schemas.microsoft.com/office/drawing/2014/main" id="{33764638-676F-4F7C-8C22-86B076851A34}"/>
                </a:ext>
              </a:extLst>
            </p:cNvPr>
            <p:cNvSpPr/>
            <p:nvPr/>
          </p:nvSpPr>
          <p:spPr>
            <a:xfrm>
              <a:off x="1921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69" name="타원 14468">
              <a:extLst>
                <a:ext uri="{FF2B5EF4-FFF2-40B4-BE49-F238E27FC236}">
                  <a16:creationId xmlns:a16="http://schemas.microsoft.com/office/drawing/2014/main" id="{ADD2C6B0-4944-4029-9474-B9E8DACDF9B2}"/>
                </a:ext>
              </a:extLst>
            </p:cNvPr>
            <p:cNvSpPr/>
            <p:nvPr/>
          </p:nvSpPr>
          <p:spPr>
            <a:xfrm>
              <a:off x="20741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0" name="타원 14469">
              <a:extLst>
                <a:ext uri="{FF2B5EF4-FFF2-40B4-BE49-F238E27FC236}">
                  <a16:creationId xmlns:a16="http://schemas.microsoft.com/office/drawing/2014/main" id="{211FD6CF-90A0-446D-8812-7FB7BAB5554C}"/>
                </a:ext>
              </a:extLst>
            </p:cNvPr>
            <p:cNvSpPr/>
            <p:nvPr/>
          </p:nvSpPr>
          <p:spPr>
            <a:xfrm>
              <a:off x="22265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1" name="타원 14470">
              <a:extLst>
                <a:ext uri="{FF2B5EF4-FFF2-40B4-BE49-F238E27FC236}">
                  <a16:creationId xmlns:a16="http://schemas.microsoft.com/office/drawing/2014/main" id="{65182108-D6C6-4421-B242-465B5458B490}"/>
                </a:ext>
              </a:extLst>
            </p:cNvPr>
            <p:cNvSpPr/>
            <p:nvPr/>
          </p:nvSpPr>
          <p:spPr>
            <a:xfrm>
              <a:off x="23789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2" name="타원 14471">
              <a:extLst>
                <a:ext uri="{FF2B5EF4-FFF2-40B4-BE49-F238E27FC236}">
                  <a16:creationId xmlns:a16="http://schemas.microsoft.com/office/drawing/2014/main" id="{DD06D46C-7681-4179-90DD-F4C7DA6D1AB7}"/>
                </a:ext>
              </a:extLst>
            </p:cNvPr>
            <p:cNvSpPr/>
            <p:nvPr/>
          </p:nvSpPr>
          <p:spPr>
            <a:xfrm>
              <a:off x="2531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3" name="타원 14472">
              <a:extLst>
                <a:ext uri="{FF2B5EF4-FFF2-40B4-BE49-F238E27FC236}">
                  <a16:creationId xmlns:a16="http://schemas.microsoft.com/office/drawing/2014/main" id="{8BA21E83-5B77-4C0E-AE96-71256279E490}"/>
                </a:ext>
              </a:extLst>
            </p:cNvPr>
            <p:cNvSpPr/>
            <p:nvPr/>
          </p:nvSpPr>
          <p:spPr>
            <a:xfrm>
              <a:off x="2683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4" name="타원 14473">
              <a:extLst>
                <a:ext uri="{FF2B5EF4-FFF2-40B4-BE49-F238E27FC236}">
                  <a16:creationId xmlns:a16="http://schemas.microsoft.com/office/drawing/2014/main" id="{1B891D9C-F25C-4127-B719-569B13C81FEB}"/>
                </a:ext>
              </a:extLst>
            </p:cNvPr>
            <p:cNvSpPr/>
            <p:nvPr/>
          </p:nvSpPr>
          <p:spPr>
            <a:xfrm>
              <a:off x="28361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5" name="타원 14474">
              <a:extLst>
                <a:ext uri="{FF2B5EF4-FFF2-40B4-BE49-F238E27FC236}">
                  <a16:creationId xmlns:a16="http://schemas.microsoft.com/office/drawing/2014/main" id="{46D25F48-BBDA-41B1-8D45-36104E8B779B}"/>
                </a:ext>
              </a:extLst>
            </p:cNvPr>
            <p:cNvSpPr/>
            <p:nvPr/>
          </p:nvSpPr>
          <p:spPr>
            <a:xfrm>
              <a:off x="29885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6" name="타원 14475">
              <a:extLst>
                <a:ext uri="{FF2B5EF4-FFF2-40B4-BE49-F238E27FC236}">
                  <a16:creationId xmlns:a16="http://schemas.microsoft.com/office/drawing/2014/main" id="{68A3DE33-39E3-425C-8D43-26EB1BD8D35F}"/>
                </a:ext>
              </a:extLst>
            </p:cNvPr>
            <p:cNvSpPr/>
            <p:nvPr/>
          </p:nvSpPr>
          <p:spPr>
            <a:xfrm>
              <a:off x="31409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7" name="타원 14476">
              <a:extLst>
                <a:ext uri="{FF2B5EF4-FFF2-40B4-BE49-F238E27FC236}">
                  <a16:creationId xmlns:a16="http://schemas.microsoft.com/office/drawing/2014/main" id="{61358C7D-8E22-484D-AC2B-93A7FC3BCB2E}"/>
                </a:ext>
              </a:extLst>
            </p:cNvPr>
            <p:cNvSpPr/>
            <p:nvPr/>
          </p:nvSpPr>
          <p:spPr>
            <a:xfrm>
              <a:off x="3293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8" name="타원 14477">
              <a:extLst>
                <a:ext uri="{FF2B5EF4-FFF2-40B4-BE49-F238E27FC236}">
                  <a16:creationId xmlns:a16="http://schemas.microsoft.com/office/drawing/2014/main" id="{C71A963C-07D0-40F1-B25B-85E661E97CAF}"/>
                </a:ext>
              </a:extLst>
            </p:cNvPr>
            <p:cNvSpPr/>
            <p:nvPr/>
          </p:nvSpPr>
          <p:spPr>
            <a:xfrm>
              <a:off x="3445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79" name="타원 14478">
              <a:extLst>
                <a:ext uri="{FF2B5EF4-FFF2-40B4-BE49-F238E27FC236}">
                  <a16:creationId xmlns:a16="http://schemas.microsoft.com/office/drawing/2014/main" id="{7E82C3B6-9862-488A-B6B9-2FBAD73E6EB7}"/>
                </a:ext>
              </a:extLst>
            </p:cNvPr>
            <p:cNvSpPr/>
            <p:nvPr/>
          </p:nvSpPr>
          <p:spPr>
            <a:xfrm>
              <a:off x="35981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0" name="타원 14479">
              <a:extLst>
                <a:ext uri="{FF2B5EF4-FFF2-40B4-BE49-F238E27FC236}">
                  <a16:creationId xmlns:a16="http://schemas.microsoft.com/office/drawing/2014/main" id="{486A1698-B13F-4F1A-A227-C36B4A23C593}"/>
                </a:ext>
              </a:extLst>
            </p:cNvPr>
            <p:cNvSpPr/>
            <p:nvPr/>
          </p:nvSpPr>
          <p:spPr>
            <a:xfrm>
              <a:off x="37505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1" name="타원 14480">
              <a:extLst>
                <a:ext uri="{FF2B5EF4-FFF2-40B4-BE49-F238E27FC236}">
                  <a16:creationId xmlns:a16="http://schemas.microsoft.com/office/drawing/2014/main" id="{AA85DA11-63C1-4D7B-AC46-42304302440B}"/>
                </a:ext>
              </a:extLst>
            </p:cNvPr>
            <p:cNvSpPr/>
            <p:nvPr/>
          </p:nvSpPr>
          <p:spPr>
            <a:xfrm>
              <a:off x="39029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2" name="타원 14481">
              <a:extLst>
                <a:ext uri="{FF2B5EF4-FFF2-40B4-BE49-F238E27FC236}">
                  <a16:creationId xmlns:a16="http://schemas.microsoft.com/office/drawing/2014/main" id="{6245B404-22B4-4E13-B5B4-D7B3E5BD422A}"/>
                </a:ext>
              </a:extLst>
            </p:cNvPr>
            <p:cNvSpPr/>
            <p:nvPr/>
          </p:nvSpPr>
          <p:spPr>
            <a:xfrm>
              <a:off x="4055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3" name="타원 14482">
              <a:extLst>
                <a:ext uri="{FF2B5EF4-FFF2-40B4-BE49-F238E27FC236}">
                  <a16:creationId xmlns:a16="http://schemas.microsoft.com/office/drawing/2014/main" id="{1BE5D522-FB54-4E94-B418-4D5D424BB019}"/>
                </a:ext>
              </a:extLst>
            </p:cNvPr>
            <p:cNvSpPr/>
            <p:nvPr/>
          </p:nvSpPr>
          <p:spPr>
            <a:xfrm>
              <a:off x="4207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4" name="타원 14483">
              <a:extLst>
                <a:ext uri="{FF2B5EF4-FFF2-40B4-BE49-F238E27FC236}">
                  <a16:creationId xmlns:a16="http://schemas.microsoft.com/office/drawing/2014/main" id="{19CAD515-B2A9-4A15-8E32-BB9C1CD56173}"/>
                </a:ext>
              </a:extLst>
            </p:cNvPr>
            <p:cNvSpPr/>
            <p:nvPr/>
          </p:nvSpPr>
          <p:spPr>
            <a:xfrm>
              <a:off x="43601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5" name="타원 14484">
              <a:extLst>
                <a:ext uri="{FF2B5EF4-FFF2-40B4-BE49-F238E27FC236}">
                  <a16:creationId xmlns:a16="http://schemas.microsoft.com/office/drawing/2014/main" id="{7DDECA42-E832-4DEC-9BCB-078ED280EA18}"/>
                </a:ext>
              </a:extLst>
            </p:cNvPr>
            <p:cNvSpPr/>
            <p:nvPr/>
          </p:nvSpPr>
          <p:spPr>
            <a:xfrm>
              <a:off x="45125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6" name="타원 14485">
              <a:extLst>
                <a:ext uri="{FF2B5EF4-FFF2-40B4-BE49-F238E27FC236}">
                  <a16:creationId xmlns:a16="http://schemas.microsoft.com/office/drawing/2014/main" id="{789F7935-BE50-4EFA-B377-2FDCEDBC9CC3}"/>
                </a:ext>
              </a:extLst>
            </p:cNvPr>
            <p:cNvSpPr/>
            <p:nvPr/>
          </p:nvSpPr>
          <p:spPr>
            <a:xfrm>
              <a:off x="46649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7" name="타원 14486">
              <a:extLst>
                <a:ext uri="{FF2B5EF4-FFF2-40B4-BE49-F238E27FC236}">
                  <a16:creationId xmlns:a16="http://schemas.microsoft.com/office/drawing/2014/main" id="{75E31442-84CF-42B2-AA27-88BD2498A360}"/>
                </a:ext>
              </a:extLst>
            </p:cNvPr>
            <p:cNvSpPr/>
            <p:nvPr/>
          </p:nvSpPr>
          <p:spPr>
            <a:xfrm>
              <a:off x="4817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8" name="타원 14487">
              <a:extLst>
                <a:ext uri="{FF2B5EF4-FFF2-40B4-BE49-F238E27FC236}">
                  <a16:creationId xmlns:a16="http://schemas.microsoft.com/office/drawing/2014/main" id="{C42BA2D9-7670-4B0B-A36D-ADC750CDC7B5}"/>
                </a:ext>
              </a:extLst>
            </p:cNvPr>
            <p:cNvSpPr/>
            <p:nvPr/>
          </p:nvSpPr>
          <p:spPr>
            <a:xfrm>
              <a:off x="4969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89" name="타원 14488">
              <a:extLst>
                <a:ext uri="{FF2B5EF4-FFF2-40B4-BE49-F238E27FC236}">
                  <a16:creationId xmlns:a16="http://schemas.microsoft.com/office/drawing/2014/main" id="{7FDB76D1-0C87-4D03-AA74-B9CD0086E994}"/>
                </a:ext>
              </a:extLst>
            </p:cNvPr>
            <p:cNvSpPr/>
            <p:nvPr/>
          </p:nvSpPr>
          <p:spPr>
            <a:xfrm>
              <a:off x="51221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0" name="타원 14489">
              <a:extLst>
                <a:ext uri="{FF2B5EF4-FFF2-40B4-BE49-F238E27FC236}">
                  <a16:creationId xmlns:a16="http://schemas.microsoft.com/office/drawing/2014/main" id="{A66DC3C9-F1AE-408C-8F39-A828EE597F81}"/>
                </a:ext>
              </a:extLst>
            </p:cNvPr>
            <p:cNvSpPr/>
            <p:nvPr/>
          </p:nvSpPr>
          <p:spPr>
            <a:xfrm>
              <a:off x="52745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1" name="타원 14490">
              <a:extLst>
                <a:ext uri="{FF2B5EF4-FFF2-40B4-BE49-F238E27FC236}">
                  <a16:creationId xmlns:a16="http://schemas.microsoft.com/office/drawing/2014/main" id="{58C43DB3-3E67-4249-BDA9-13919132A188}"/>
                </a:ext>
              </a:extLst>
            </p:cNvPr>
            <p:cNvSpPr/>
            <p:nvPr/>
          </p:nvSpPr>
          <p:spPr>
            <a:xfrm>
              <a:off x="54269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2" name="타원 14491">
              <a:extLst>
                <a:ext uri="{FF2B5EF4-FFF2-40B4-BE49-F238E27FC236}">
                  <a16:creationId xmlns:a16="http://schemas.microsoft.com/office/drawing/2014/main" id="{6A7CF147-348B-489A-B0B8-220B41AFDD30}"/>
                </a:ext>
              </a:extLst>
            </p:cNvPr>
            <p:cNvSpPr/>
            <p:nvPr/>
          </p:nvSpPr>
          <p:spPr>
            <a:xfrm>
              <a:off x="55793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3" name="타원 14492">
              <a:extLst>
                <a:ext uri="{FF2B5EF4-FFF2-40B4-BE49-F238E27FC236}">
                  <a16:creationId xmlns:a16="http://schemas.microsoft.com/office/drawing/2014/main" id="{CB534765-4547-4AFD-9B91-51FD24177D39}"/>
                </a:ext>
              </a:extLst>
            </p:cNvPr>
            <p:cNvSpPr/>
            <p:nvPr/>
          </p:nvSpPr>
          <p:spPr>
            <a:xfrm>
              <a:off x="5731775" y="319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4" name="타원 14493">
              <a:extLst>
                <a:ext uri="{FF2B5EF4-FFF2-40B4-BE49-F238E27FC236}">
                  <a16:creationId xmlns:a16="http://schemas.microsoft.com/office/drawing/2014/main" id="{1BE2048F-6E84-4D21-B9BD-016D4E826E52}"/>
                </a:ext>
              </a:extLst>
            </p:cNvPr>
            <p:cNvSpPr/>
            <p:nvPr/>
          </p:nvSpPr>
          <p:spPr>
            <a:xfrm>
              <a:off x="245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5" name="타원 14494">
              <a:extLst>
                <a:ext uri="{FF2B5EF4-FFF2-40B4-BE49-F238E27FC236}">
                  <a16:creationId xmlns:a16="http://schemas.microsoft.com/office/drawing/2014/main" id="{0B0E5A24-D53F-468A-9DD9-783923B47489}"/>
                </a:ext>
              </a:extLst>
            </p:cNvPr>
            <p:cNvSpPr/>
            <p:nvPr/>
          </p:nvSpPr>
          <p:spPr>
            <a:xfrm>
              <a:off x="397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6" name="타원 14495">
              <a:extLst>
                <a:ext uri="{FF2B5EF4-FFF2-40B4-BE49-F238E27FC236}">
                  <a16:creationId xmlns:a16="http://schemas.microsoft.com/office/drawing/2014/main" id="{D4E0CE03-1ED7-4155-97D5-EFB852679C6B}"/>
                </a:ext>
              </a:extLst>
            </p:cNvPr>
            <p:cNvSpPr/>
            <p:nvPr/>
          </p:nvSpPr>
          <p:spPr>
            <a:xfrm>
              <a:off x="5501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7" name="타원 14496">
              <a:extLst>
                <a:ext uri="{FF2B5EF4-FFF2-40B4-BE49-F238E27FC236}">
                  <a16:creationId xmlns:a16="http://schemas.microsoft.com/office/drawing/2014/main" id="{86F91E22-8888-48E5-80AE-0F88BE470133}"/>
                </a:ext>
              </a:extLst>
            </p:cNvPr>
            <p:cNvSpPr/>
            <p:nvPr/>
          </p:nvSpPr>
          <p:spPr>
            <a:xfrm>
              <a:off x="7025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8" name="타원 14497">
              <a:extLst>
                <a:ext uri="{FF2B5EF4-FFF2-40B4-BE49-F238E27FC236}">
                  <a16:creationId xmlns:a16="http://schemas.microsoft.com/office/drawing/2014/main" id="{1CC26A5B-1537-4077-AFE2-BA69728598A0}"/>
                </a:ext>
              </a:extLst>
            </p:cNvPr>
            <p:cNvSpPr/>
            <p:nvPr/>
          </p:nvSpPr>
          <p:spPr>
            <a:xfrm>
              <a:off x="8549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9" name="타원 14498">
              <a:extLst>
                <a:ext uri="{FF2B5EF4-FFF2-40B4-BE49-F238E27FC236}">
                  <a16:creationId xmlns:a16="http://schemas.microsoft.com/office/drawing/2014/main" id="{CFF264DD-CC84-4D30-AEF1-77CC9FE778C1}"/>
                </a:ext>
              </a:extLst>
            </p:cNvPr>
            <p:cNvSpPr/>
            <p:nvPr/>
          </p:nvSpPr>
          <p:spPr>
            <a:xfrm>
              <a:off x="1007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0" name="타원 14499">
              <a:extLst>
                <a:ext uri="{FF2B5EF4-FFF2-40B4-BE49-F238E27FC236}">
                  <a16:creationId xmlns:a16="http://schemas.microsoft.com/office/drawing/2014/main" id="{B258AE46-1048-4B90-A32A-B1C69B667A20}"/>
                </a:ext>
              </a:extLst>
            </p:cNvPr>
            <p:cNvSpPr/>
            <p:nvPr/>
          </p:nvSpPr>
          <p:spPr>
            <a:xfrm>
              <a:off x="1159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1" name="타원 14500">
              <a:extLst>
                <a:ext uri="{FF2B5EF4-FFF2-40B4-BE49-F238E27FC236}">
                  <a16:creationId xmlns:a16="http://schemas.microsoft.com/office/drawing/2014/main" id="{81882E9F-C1D3-4946-A07B-4C4FB7330CDC}"/>
                </a:ext>
              </a:extLst>
            </p:cNvPr>
            <p:cNvSpPr/>
            <p:nvPr/>
          </p:nvSpPr>
          <p:spPr>
            <a:xfrm>
              <a:off x="13121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2" name="타원 14501">
              <a:extLst>
                <a:ext uri="{FF2B5EF4-FFF2-40B4-BE49-F238E27FC236}">
                  <a16:creationId xmlns:a16="http://schemas.microsoft.com/office/drawing/2014/main" id="{DD5AD85D-A907-4CDF-A1A8-C5CD4B076962}"/>
                </a:ext>
              </a:extLst>
            </p:cNvPr>
            <p:cNvSpPr/>
            <p:nvPr/>
          </p:nvSpPr>
          <p:spPr>
            <a:xfrm>
              <a:off x="14645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3" name="타원 14502">
              <a:extLst>
                <a:ext uri="{FF2B5EF4-FFF2-40B4-BE49-F238E27FC236}">
                  <a16:creationId xmlns:a16="http://schemas.microsoft.com/office/drawing/2014/main" id="{997B7040-C0FB-4A56-B7EE-2F81940178D6}"/>
                </a:ext>
              </a:extLst>
            </p:cNvPr>
            <p:cNvSpPr/>
            <p:nvPr/>
          </p:nvSpPr>
          <p:spPr>
            <a:xfrm>
              <a:off x="16169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4" name="타원 14503">
              <a:extLst>
                <a:ext uri="{FF2B5EF4-FFF2-40B4-BE49-F238E27FC236}">
                  <a16:creationId xmlns:a16="http://schemas.microsoft.com/office/drawing/2014/main" id="{6C06E4F6-F9FE-400D-A498-26FB4A996447}"/>
                </a:ext>
              </a:extLst>
            </p:cNvPr>
            <p:cNvSpPr/>
            <p:nvPr/>
          </p:nvSpPr>
          <p:spPr>
            <a:xfrm>
              <a:off x="1769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5" name="타원 14504">
              <a:extLst>
                <a:ext uri="{FF2B5EF4-FFF2-40B4-BE49-F238E27FC236}">
                  <a16:creationId xmlns:a16="http://schemas.microsoft.com/office/drawing/2014/main" id="{733C79D6-26D0-4180-9DA7-B99EA892FA2D}"/>
                </a:ext>
              </a:extLst>
            </p:cNvPr>
            <p:cNvSpPr/>
            <p:nvPr/>
          </p:nvSpPr>
          <p:spPr>
            <a:xfrm>
              <a:off x="1921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6" name="타원 14505">
              <a:extLst>
                <a:ext uri="{FF2B5EF4-FFF2-40B4-BE49-F238E27FC236}">
                  <a16:creationId xmlns:a16="http://schemas.microsoft.com/office/drawing/2014/main" id="{BA6FA8C3-3B15-486B-8296-16FFAAAA610E}"/>
                </a:ext>
              </a:extLst>
            </p:cNvPr>
            <p:cNvSpPr/>
            <p:nvPr/>
          </p:nvSpPr>
          <p:spPr>
            <a:xfrm>
              <a:off x="20741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7" name="타원 14506">
              <a:extLst>
                <a:ext uri="{FF2B5EF4-FFF2-40B4-BE49-F238E27FC236}">
                  <a16:creationId xmlns:a16="http://schemas.microsoft.com/office/drawing/2014/main" id="{37F97DE6-B551-4AB7-AB6E-082C58DA21B4}"/>
                </a:ext>
              </a:extLst>
            </p:cNvPr>
            <p:cNvSpPr/>
            <p:nvPr/>
          </p:nvSpPr>
          <p:spPr>
            <a:xfrm>
              <a:off x="22265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8" name="타원 14507">
              <a:extLst>
                <a:ext uri="{FF2B5EF4-FFF2-40B4-BE49-F238E27FC236}">
                  <a16:creationId xmlns:a16="http://schemas.microsoft.com/office/drawing/2014/main" id="{D855DB0F-8F48-47D5-94C4-29B5A1928950}"/>
                </a:ext>
              </a:extLst>
            </p:cNvPr>
            <p:cNvSpPr/>
            <p:nvPr/>
          </p:nvSpPr>
          <p:spPr>
            <a:xfrm>
              <a:off x="23789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09" name="타원 14508">
              <a:extLst>
                <a:ext uri="{FF2B5EF4-FFF2-40B4-BE49-F238E27FC236}">
                  <a16:creationId xmlns:a16="http://schemas.microsoft.com/office/drawing/2014/main" id="{CE8AD0E1-93E7-4BA3-9475-11CE1DEFE890}"/>
                </a:ext>
              </a:extLst>
            </p:cNvPr>
            <p:cNvSpPr/>
            <p:nvPr/>
          </p:nvSpPr>
          <p:spPr>
            <a:xfrm>
              <a:off x="2531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0" name="타원 14509">
              <a:extLst>
                <a:ext uri="{FF2B5EF4-FFF2-40B4-BE49-F238E27FC236}">
                  <a16:creationId xmlns:a16="http://schemas.microsoft.com/office/drawing/2014/main" id="{AF0447FF-05A8-49EE-8A4D-32DB77760BE7}"/>
                </a:ext>
              </a:extLst>
            </p:cNvPr>
            <p:cNvSpPr/>
            <p:nvPr/>
          </p:nvSpPr>
          <p:spPr>
            <a:xfrm>
              <a:off x="2683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1" name="타원 14510">
              <a:extLst>
                <a:ext uri="{FF2B5EF4-FFF2-40B4-BE49-F238E27FC236}">
                  <a16:creationId xmlns:a16="http://schemas.microsoft.com/office/drawing/2014/main" id="{B53440F3-EE82-4C1C-9DAC-5091D74BCE13}"/>
                </a:ext>
              </a:extLst>
            </p:cNvPr>
            <p:cNvSpPr/>
            <p:nvPr/>
          </p:nvSpPr>
          <p:spPr>
            <a:xfrm>
              <a:off x="28361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2" name="타원 14511">
              <a:extLst>
                <a:ext uri="{FF2B5EF4-FFF2-40B4-BE49-F238E27FC236}">
                  <a16:creationId xmlns:a16="http://schemas.microsoft.com/office/drawing/2014/main" id="{7BE26243-274A-47B3-A7A6-49655AAA2ECB}"/>
                </a:ext>
              </a:extLst>
            </p:cNvPr>
            <p:cNvSpPr/>
            <p:nvPr/>
          </p:nvSpPr>
          <p:spPr>
            <a:xfrm>
              <a:off x="29885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3" name="타원 14512">
              <a:extLst>
                <a:ext uri="{FF2B5EF4-FFF2-40B4-BE49-F238E27FC236}">
                  <a16:creationId xmlns:a16="http://schemas.microsoft.com/office/drawing/2014/main" id="{AEABA4F9-DD63-4640-AEA5-2F0CC901BE72}"/>
                </a:ext>
              </a:extLst>
            </p:cNvPr>
            <p:cNvSpPr/>
            <p:nvPr/>
          </p:nvSpPr>
          <p:spPr>
            <a:xfrm>
              <a:off x="31409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4" name="타원 14513">
              <a:extLst>
                <a:ext uri="{FF2B5EF4-FFF2-40B4-BE49-F238E27FC236}">
                  <a16:creationId xmlns:a16="http://schemas.microsoft.com/office/drawing/2014/main" id="{BE8E7EEA-D6DF-444C-A2FE-9DAA2B099A43}"/>
                </a:ext>
              </a:extLst>
            </p:cNvPr>
            <p:cNvSpPr/>
            <p:nvPr/>
          </p:nvSpPr>
          <p:spPr>
            <a:xfrm>
              <a:off x="3293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5" name="타원 14514">
              <a:extLst>
                <a:ext uri="{FF2B5EF4-FFF2-40B4-BE49-F238E27FC236}">
                  <a16:creationId xmlns:a16="http://schemas.microsoft.com/office/drawing/2014/main" id="{065F21C9-9526-4FBE-8188-5917CDAD14B2}"/>
                </a:ext>
              </a:extLst>
            </p:cNvPr>
            <p:cNvSpPr/>
            <p:nvPr/>
          </p:nvSpPr>
          <p:spPr>
            <a:xfrm>
              <a:off x="3445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6" name="타원 14515">
              <a:extLst>
                <a:ext uri="{FF2B5EF4-FFF2-40B4-BE49-F238E27FC236}">
                  <a16:creationId xmlns:a16="http://schemas.microsoft.com/office/drawing/2014/main" id="{DD7AF116-8D61-4A0A-AEB4-92C6808CA669}"/>
                </a:ext>
              </a:extLst>
            </p:cNvPr>
            <p:cNvSpPr/>
            <p:nvPr/>
          </p:nvSpPr>
          <p:spPr>
            <a:xfrm>
              <a:off x="35981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7" name="타원 14516">
              <a:extLst>
                <a:ext uri="{FF2B5EF4-FFF2-40B4-BE49-F238E27FC236}">
                  <a16:creationId xmlns:a16="http://schemas.microsoft.com/office/drawing/2014/main" id="{8E9DDA09-27F5-40E7-9C76-362529BFAFB5}"/>
                </a:ext>
              </a:extLst>
            </p:cNvPr>
            <p:cNvSpPr/>
            <p:nvPr/>
          </p:nvSpPr>
          <p:spPr>
            <a:xfrm>
              <a:off x="37505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8" name="타원 14517">
              <a:extLst>
                <a:ext uri="{FF2B5EF4-FFF2-40B4-BE49-F238E27FC236}">
                  <a16:creationId xmlns:a16="http://schemas.microsoft.com/office/drawing/2014/main" id="{1703C6BA-459F-480E-8BAD-2BA91EA04E68}"/>
                </a:ext>
              </a:extLst>
            </p:cNvPr>
            <p:cNvSpPr/>
            <p:nvPr/>
          </p:nvSpPr>
          <p:spPr>
            <a:xfrm>
              <a:off x="39029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9" name="타원 14518">
              <a:extLst>
                <a:ext uri="{FF2B5EF4-FFF2-40B4-BE49-F238E27FC236}">
                  <a16:creationId xmlns:a16="http://schemas.microsoft.com/office/drawing/2014/main" id="{8B0E18A3-8E61-495A-AD6F-98B70F7EC596}"/>
                </a:ext>
              </a:extLst>
            </p:cNvPr>
            <p:cNvSpPr/>
            <p:nvPr/>
          </p:nvSpPr>
          <p:spPr>
            <a:xfrm>
              <a:off x="4055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0" name="타원 14519">
              <a:extLst>
                <a:ext uri="{FF2B5EF4-FFF2-40B4-BE49-F238E27FC236}">
                  <a16:creationId xmlns:a16="http://schemas.microsoft.com/office/drawing/2014/main" id="{E2E30C28-EDE1-4DCA-BFFC-E0133E030F90}"/>
                </a:ext>
              </a:extLst>
            </p:cNvPr>
            <p:cNvSpPr/>
            <p:nvPr/>
          </p:nvSpPr>
          <p:spPr>
            <a:xfrm>
              <a:off x="4207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1" name="타원 14520">
              <a:extLst>
                <a:ext uri="{FF2B5EF4-FFF2-40B4-BE49-F238E27FC236}">
                  <a16:creationId xmlns:a16="http://schemas.microsoft.com/office/drawing/2014/main" id="{DBC6C4EC-C70B-41AD-829E-1F0162A86ABF}"/>
                </a:ext>
              </a:extLst>
            </p:cNvPr>
            <p:cNvSpPr/>
            <p:nvPr/>
          </p:nvSpPr>
          <p:spPr>
            <a:xfrm>
              <a:off x="43601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2" name="타원 14521">
              <a:extLst>
                <a:ext uri="{FF2B5EF4-FFF2-40B4-BE49-F238E27FC236}">
                  <a16:creationId xmlns:a16="http://schemas.microsoft.com/office/drawing/2014/main" id="{6DEA6E2C-A405-4412-BEB7-43A86509B6A4}"/>
                </a:ext>
              </a:extLst>
            </p:cNvPr>
            <p:cNvSpPr/>
            <p:nvPr/>
          </p:nvSpPr>
          <p:spPr>
            <a:xfrm>
              <a:off x="45125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3" name="타원 14522">
              <a:extLst>
                <a:ext uri="{FF2B5EF4-FFF2-40B4-BE49-F238E27FC236}">
                  <a16:creationId xmlns:a16="http://schemas.microsoft.com/office/drawing/2014/main" id="{C2D5556C-57D9-40D9-B532-72B960A84885}"/>
                </a:ext>
              </a:extLst>
            </p:cNvPr>
            <p:cNvSpPr/>
            <p:nvPr/>
          </p:nvSpPr>
          <p:spPr>
            <a:xfrm>
              <a:off x="46649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4" name="타원 14523">
              <a:extLst>
                <a:ext uri="{FF2B5EF4-FFF2-40B4-BE49-F238E27FC236}">
                  <a16:creationId xmlns:a16="http://schemas.microsoft.com/office/drawing/2014/main" id="{7C4E107F-123F-4585-9823-44E7F9F41D85}"/>
                </a:ext>
              </a:extLst>
            </p:cNvPr>
            <p:cNvSpPr/>
            <p:nvPr/>
          </p:nvSpPr>
          <p:spPr>
            <a:xfrm>
              <a:off x="4817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5" name="타원 14524">
              <a:extLst>
                <a:ext uri="{FF2B5EF4-FFF2-40B4-BE49-F238E27FC236}">
                  <a16:creationId xmlns:a16="http://schemas.microsoft.com/office/drawing/2014/main" id="{067197E2-BCFC-4805-934A-923A6B169B0A}"/>
                </a:ext>
              </a:extLst>
            </p:cNvPr>
            <p:cNvSpPr/>
            <p:nvPr/>
          </p:nvSpPr>
          <p:spPr>
            <a:xfrm>
              <a:off x="4969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6" name="타원 14525">
              <a:extLst>
                <a:ext uri="{FF2B5EF4-FFF2-40B4-BE49-F238E27FC236}">
                  <a16:creationId xmlns:a16="http://schemas.microsoft.com/office/drawing/2014/main" id="{B2C56A7E-45A4-4083-B37A-66B856AE35E0}"/>
                </a:ext>
              </a:extLst>
            </p:cNvPr>
            <p:cNvSpPr/>
            <p:nvPr/>
          </p:nvSpPr>
          <p:spPr>
            <a:xfrm>
              <a:off x="51221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7" name="타원 14526">
              <a:extLst>
                <a:ext uri="{FF2B5EF4-FFF2-40B4-BE49-F238E27FC236}">
                  <a16:creationId xmlns:a16="http://schemas.microsoft.com/office/drawing/2014/main" id="{DAC5FBE8-7858-4033-A0EC-62B1639A392F}"/>
                </a:ext>
              </a:extLst>
            </p:cNvPr>
            <p:cNvSpPr/>
            <p:nvPr/>
          </p:nvSpPr>
          <p:spPr>
            <a:xfrm>
              <a:off x="52745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8" name="타원 14527">
              <a:extLst>
                <a:ext uri="{FF2B5EF4-FFF2-40B4-BE49-F238E27FC236}">
                  <a16:creationId xmlns:a16="http://schemas.microsoft.com/office/drawing/2014/main" id="{BA57FDFB-ECC3-4D9B-8F14-7CC8FE20B69B}"/>
                </a:ext>
              </a:extLst>
            </p:cNvPr>
            <p:cNvSpPr/>
            <p:nvPr/>
          </p:nvSpPr>
          <p:spPr>
            <a:xfrm>
              <a:off x="54269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9" name="타원 14528">
              <a:extLst>
                <a:ext uri="{FF2B5EF4-FFF2-40B4-BE49-F238E27FC236}">
                  <a16:creationId xmlns:a16="http://schemas.microsoft.com/office/drawing/2014/main" id="{E1745291-5000-4175-809E-BD71A489B446}"/>
                </a:ext>
              </a:extLst>
            </p:cNvPr>
            <p:cNvSpPr/>
            <p:nvPr/>
          </p:nvSpPr>
          <p:spPr>
            <a:xfrm>
              <a:off x="55793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0" name="타원 14529">
              <a:extLst>
                <a:ext uri="{FF2B5EF4-FFF2-40B4-BE49-F238E27FC236}">
                  <a16:creationId xmlns:a16="http://schemas.microsoft.com/office/drawing/2014/main" id="{C213192B-7CF4-4B53-A22F-19C72B520C39}"/>
                </a:ext>
              </a:extLst>
            </p:cNvPr>
            <p:cNvSpPr/>
            <p:nvPr/>
          </p:nvSpPr>
          <p:spPr>
            <a:xfrm>
              <a:off x="5731775" y="335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1" name="타원 14530">
              <a:extLst>
                <a:ext uri="{FF2B5EF4-FFF2-40B4-BE49-F238E27FC236}">
                  <a16:creationId xmlns:a16="http://schemas.microsoft.com/office/drawing/2014/main" id="{526179A3-BA71-4EE1-BF22-043AE93B1740}"/>
                </a:ext>
              </a:extLst>
            </p:cNvPr>
            <p:cNvSpPr/>
            <p:nvPr/>
          </p:nvSpPr>
          <p:spPr>
            <a:xfrm>
              <a:off x="245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2" name="타원 14531">
              <a:extLst>
                <a:ext uri="{FF2B5EF4-FFF2-40B4-BE49-F238E27FC236}">
                  <a16:creationId xmlns:a16="http://schemas.microsoft.com/office/drawing/2014/main" id="{B5E3EBC2-6FA2-40D1-ACD9-AD101210BDF3}"/>
                </a:ext>
              </a:extLst>
            </p:cNvPr>
            <p:cNvSpPr/>
            <p:nvPr/>
          </p:nvSpPr>
          <p:spPr>
            <a:xfrm>
              <a:off x="397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3" name="타원 14532">
              <a:extLst>
                <a:ext uri="{FF2B5EF4-FFF2-40B4-BE49-F238E27FC236}">
                  <a16:creationId xmlns:a16="http://schemas.microsoft.com/office/drawing/2014/main" id="{B411864A-3282-47A1-813C-3A0B67107DB6}"/>
                </a:ext>
              </a:extLst>
            </p:cNvPr>
            <p:cNvSpPr/>
            <p:nvPr/>
          </p:nvSpPr>
          <p:spPr>
            <a:xfrm>
              <a:off x="5501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4" name="타원 14533">
              <a:extLst>
                <a:ext uri="{FF2B5EF4-FFF2-40B4-BE49-F238E27FC236}">
                  <a16:creationId xmlns:a16="http://schemas.microsoft.com/office/drawing/2014/main" id="{F2C21316-F00C-4E00-9BCF-08B43AC1AC49}"/>
                </a:ext>
              </a:extLst>
            </p:cNvPr>
            <p:cNvSpPr/>
            <p:nvPr/>
          </p:nvSpPr>
          <p:spPr>
            <a:xfrm>
              <a:off x="7025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5" name="타원 14534">
              <a:extLst>
                <a:ext uri="{FF2B5EF4-FFF2-40B4-BE49-F238E27FC236}">
                  <a16:creationId xmlns:a16="http://schemas.microsoft.com/office/drawing/2014/main" id="{2F3E4FCA-848F-4027-B353-CDD481252B82}"/>
                </a:ext>
              </a:extLst>
            </p:cNvPr>
            <p:cNvSpPr/>
            <p:nvPr/>
          </p:nvSpPr>
          <p:spPr>
            <a:xfrm>
              <a:off x="8549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6" name="타원 14535">
              <a:extLst>
                <a:ext uri="{FF2B5EF4-FFF2-40B4-BE49-F238E27FC236}">
                  <a16:creationId xmlns:a16="http://schemas.microsoft.com/office/drawing/2014/main" id="{B5560A19-9B89-4C56-9E2D-6A1A7440C82A}"/>
                </a:ext>
              </a:extLst>
            </p:cNvPr>
            <p:cNvSpPr/>
            <p:nvPr/>
          </p:nvSpPr>
          <p:spPr>
            <a:xfrm>
              <a:off x="1007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7" name="타원 14536">
              <a:extLst>
                <a:ext uri="{FF2B5EF4-FFF2-40B4-BE49-F238E27FC236}">
                  <a16:creationId xmlns:a16="http://schemas.microsoft.com/office/drawing/2014/main" id="{DEC9F921-ED01-4EC8-BF99-71CF0F63BECA}"/>
                </a:ext>
              </a:extLst>
            </p:cNvPr>
            <p:cNvSpPr/>
            <p:nvPr/>
          </p:nvSpPr>
          <p:spPr>
            <a:xfrm>
              <a:off x="1159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8" name="타원 14537">
              <a:extLst>
                <a:ext uri="{FF2B5EF4-FFF2-40B4-BE49-F238E27FC236}">
                  <a16:creationId xmlns:a16="http://schemas.microsoft.com/office/drawing/2014/main" id="{B921946D-20E8-4346-A4D3-5D0F02AC5639}"/>
                </a:ext>
              </a:extLst>
            </p:cNvPr>
            <p:cNvSpPr/>
            <p:nvPr/>
          </p:nvSpPr>
          <p:spPr>
            <a:xfrm>
              <a:off x="13121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9" name="타원 14538">
              <a:extLst>
                <a:ext uri="{FF2B5EF4-FFF2-40B4-BE49-F238E27FC236}">
                  <a16:creationId xmlns:a16="http://schemas.microsoft.com/office/drawing/2014/main" id="{60ECB1C1-8251-4A87-A3DA-4F9235120B37}"/>
                </a:ext>
              </a:extLst>
            </p:cNvPr>
            <p:cNvSpPr/>
            <p:nvPr/>
          </p:nvSpPr>
          <p:spPr>
            <a:xfrm>
              <a:off x="14645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0" name="타원 14539">
              <a:extLst>
                <a:ext uri="{FF2B5EF4-FFF2-40B4-BE49-F238E27FC236}">
                  <a16:creationId xmlns:a16="http://schemas.microsoft.com/office/drawing/2014/main" id="{46F4119C-FE58-4CBF-BA80-0D1F21302A59}"/>
                </a:ext>
              </a:extLst>
            </p:cNvPr>
            <p:cNvSpPr/>
            <p:nvPr/>
          </p:nvSpPr>
          <p:spPr>
            <a:xfrm>
              <a:off x="16169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1" name="타원 14540">
              <a:extLst>
                <a:ext uri="{FF2B5EF4-FFF2-40B4-BE49-F238E27FC236}">
                  <a16:creationId xmlns:a16="http://schemas.microsoft.com/office/drawing/2014/main" id="{80A5E52F-06B7-47AC-AB8D-BA1A2014D49D}"/>
                </a:ext>
              </a:extLst>
            </p:cNvPr>
            <p:cNvSpPr/>
            <p:nvPr/>
          </p:nvSpPr>
          <p:spPr>
            <a:xfrm>
              <a:off x="1769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2" name="타원 14541">
              <a:extLst>
                <a:ext uri="{FF2B5EF4-FFF2-40B4-BE49-F238E27FC236}">
                  <a16:creationId xmlns:a16="http://schemas.microsoft.com/office/drawing/2014/main" id="{D9F673E7-1F38-40E2-A028-99C7809D3DC0}"/>
                </a:ext>
              </a:extLst>
            </p:cNvPr>
            <p:cNvSpPr/>
            <p:nvPr/>
          </p:nvSpPr>
          <p:spPr>
            <a:xfrm>
              <a:off x="1921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3" name="타원 14542">
              <a:extLst>
                <a:ext uri="{FF2B5EF4-FFF2-40B4-BE49-F238E27FC236}">
                  <a16:creationId xmlns:a16="http://schemas.microsoft.com/office/drawing/2014/main" id="{74BE8E1F-07BC-475C-A593-D3D8F1ED7CEA}"/>
                </a:ext>
              </a:extLst>
            </p:cNvPr>
            <p:cNvSpPr/>
            <p:nvPr/>
          </p:nvSpPr>
          <p:spPr>
            <a:xfrm>
              <a:off x="20741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4" name="타원 14543">
              <a:extLst>
                <a:ext uri="{FF2B5EF4-FFF2-40B4-BE49-F238E27FC236}">
                  <a16:creationId xmlns:a16="http://schemas.microsoft.com/office/drawing/2014/main" id="{01C4883F-C9C3-4EFC-A5A9-D1D7AA374AED}"/>
                </a:ext>
              </a:extLst>
            </p:cNvPr>
            <p:cNvSpPr/>
            <p:nvPr/>
          </p:nvSpPr>
          <p:spPr>
            <a:xfrm>
              <a:off x="22265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5" name="타원 14544">
              <a:extLst>
                <a:ext uri="{FF2B5EF4-FFF2-40B4-BE49-F238E27FC236}">
                  <a16:creationId xmlns:a16="http://schemas.microsoft.com/office/drawing/2014/main" id="{C8BFC92D-E1FF-492F-AFED-5E113F944149}"/>
                </a:ext>
              </a:extLst>
            </p:cNvPr>
            <p:cNvSpPr/>
            <p:nvPr/>
          </p:nvSpPr>
          <p:spPr>
            <a:xfrm>
              <a:off x="23789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6" name="타원 14545">
              <a:extLst>
                <a:ext uri="{FF2B5EF4-FFF2-40B4-BE49-F238E27FC236}">
                  <a16:creationId xmlns:a16="http://schemas.microsoft.com/office/drawing/2014/main" id="{10964B8B-883D-49A8-97A2-1F852FD92CE4}"/>
                </a:ext>
              </a:extLst>
            </p:cNvPr>
            <p:cNvSpPr/>
            <p:nvPr/>
          </p:nvSpPr>
          <p:spPr>
            <a:xfrm>
              <a:off x="2531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7" name="타원 14546">
              <a:extLst>
                <a:ext uri="{FF2B5EF4-FFF2-40B4-BE49-F238E27FC236}">
                  <a16:creationId xmlns:a16="http://schemas.microsoft.com/office/drawing/2014/main" id="{288A0FA4-AFBF-4073-A75F-382A494E2641}"/>
                </a:ext>
              </a:extLst>
            </p:cNvPr>
            <p:cNvSpPr/>
            <p:nvPr/>
          </p:nvSpPr>
          <p:spPr>
            <a:xfrm>
              <a:off x="2683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8" name="타원 14547">
              <a:extLst>
                <a:ext uri="{FF2B5EF4-FFF2-40B4-BE49-F238E27FC236}">
                  <a16:creationId xmlns:a16="http://schemas.microsoft.com/office/drawing/2014/main" id="{41ECB760-37B9-44BA-99D7-014BAC0AB6BB}"/>
                </a:ext>
              </a:extLst>
            </p:cNvPr>
            <p:cNvSpPr/>
            <p:nvPr/>
          </p:nvSpPr>
          <p:spPr>
            <a:xfrm>
              <a:off x="28361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9" name="타원 14548">
              <a:extLst>
                <a:ext uri="{FF2B5EF4-FFF2-40B4-BE49-F238E27FC236}">
                  <a16:creationId xmlns:a16="http://schemas.microsoft.com/office/drawing/2014/main" id="{98DFB05F-E66E-4E62-AE69-259852B37579}"/>
                </a:ext>
              </a:extLst>
            </p:cNvPr>
            <p:cNvSpPr/>
            <p:nvPr/>
          </p:nvSpPr>
          <p:spPr>
            <a:xfrm>
              <a:off x="29885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0" name="타원 14549">
              <a:extLst>
                <a:ext uri="{FF2B5EF4-FFF2-40B4-BE49-F238E27FC236}">
                  <a16:creationId xmlns:a16="http://schemas.microsoft.com/office/drawing/2014/main" id="{CD473882-E818-4B28-9C39-10BFA165293A}"/>
                </a:ext>
              </a:extLst>
            </p:cNvPr>
            <p:cNvSpPr/>
            <p:nvPr/>
          </p:nvSpPr>
          <p:spPr>
            <a:xfrm>
              <a:off x="31409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1" name="타원 14550">
              <a:extLst>
                <a:ext uri="{FF2B5EF4-FFF2-40B4-BE49-F238E27FC236}">
                  <a16:creationId xmlns:a16="http://schemas.microsoft.com/office/drawing/2014/main" id="{BC35936F-2FD6-4173-BA29-539706853CD5}"/>
                </a:ext>
              </a:extLst>
            </p:cNvPr>
            <p:cNvSpPr/>
            <p:nvPr/>
          </p:nvSpPr>
          <p:spPr>
            <a:xfrm>
              <a:off x="3293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2" name="타원 14551">
              <a:extLst>
                <a:ext uri="{FF2B5EF4-FFF2-40B4-BE49-F238E27FC236}">
                  <a16:creationId xmlns:a16="http://schemas.microsoft.com/office/drawing/2014/main" id="{BD6B3B65-3059-42D8-AE7F-8162E2B531B0}"/>
                </a:ext>
              </a:extLst>
            </p:cNvPr>
            <p:cNvSpPr/>
            <p:nvPr/>
          </p:nvSpPr>
          <p:spPr>
            <a:xfrm>
              <a:off x="3445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3" name="타원 14552">
              <a:extLst>
                <a:ext uri="{FF2B5EF4-FFF2-40B4-BE49-F238E27FC236}">
                  <a16:creationId xmlns:a16="http://schemas.microsoft.com/office/drawing/2014/main" id="{E0CA2A55-102B-40B1-8F86-0CFDCEE03BB5}"/>
                </a:ext>
              </a:extLst>
            </p:cNvPr>
            <p:cNvSpPr/>
            <p:nvPr/>
          </p:nvSpPr>
          <p:spPr>
            <a:xfrm>
              <a:off x="35981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4" name="타원 14553">
              <a:extLst>
                <a:ext uri="{FF2B5EF4-FFF2-40B4-BE49-F238E27FC236}">
                  <a16:creationId xmlns:a16="http://schemas.microsoft.com/office/drawing/2014/main" id="{717EE03C-97E6-49A3-96E9-CEC89AD4E8B6}"/>
                </a:ext>
              </a:extLst>
            </p:cNvPr>
            <p:cNvSpPr/>
            <p:nvPr/>
          </p:nvSpPr>
          <p:spPr>
            <a:xfrm>
              <a:off x="37505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5" name="타원 14554">
              <a:extLst>
                <a:ext uri="{FF2B5EF4-FFF2-40B4-BE49-F238E27FC236}">
                  <a16:creationId xmlns:a16="http://schemas.microsoft.com/office/drawing/2014/main" id="{4106E219-3E3D-4E5F-80AE-7375E230B332}"/>
                </a:ext>
              </a:extLst>
            </p:cNvPr>
            <p:cNvSpPr/>
            <p:nvPr/>
          </p:nvSpPr>
          <p:spPr>
            <a:xfrm>
              <a:off x="39029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6" name="타원 14555">
              <a:extLst>
                <a:ext uri="{FF2B5EF4-FFF2-40B4-BE49-F238E27FC236}">
                  <a16:creationId xmlns:a16="http://schemas.microsoft.com/office/drawing/2014/main" id="{ACD0D50D-3B7C-4A90-AA0E-85750A9C3D72}"/>
                </a:ext>
              </a:extLst>
            </p:cNvPr>
            <p:cNvSpPr/>
            <p:nvPr/>
          </p:nvSpPr>
          <p:spPr>
            <a:xfrm>
              <a:off x="4055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7" name="타원 14556">
              <a:extLst>
                <a:ext uri="{FF2B5EF4-FFF2-40B4-BE49-F238E27FC236}">
                  <a16:creationId xmlns:a16="http://schemas.microsoft.com/office/drawing/2014/main" id="{379A813B-287F-43BC-8DF6-7BF67BA48FE8}"/>
                </a:ext>
              </a:extLst>
            </p:cNvPr>
            <p:cNvSpPr/>
            <p:nvPr/>
          </p:nvSpPr>
          <p:spPr>
            <a:xfrm>
              <a:off x="4207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8" name="타원 14557">
              <a:extLst>
                <a:ext uri="{FF2B5EF4-FFF2-40B4-BE49-F238E27FC236}">
                  <a16:creationId xmlns:a16="http://schemas.microsoft.com/office/drawing/2014/main" id="{C1DD81A5-2EA0-46FB-AF72-285851D779FC}"/>
                </a:ext>
              </a:extLst>
            </p:cNvPr>
            <p:cNvSpPr/>
            <p:nvPr/>
          </p:nvSpPr>
          <p:spPr>
            <a:xfrm>
              <a:off x="43601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9" name="타원 14558">
              <a:extLst>
                <a:ext uri="{FF2B5EF4-FFF2-40B4-BE49-F238E27FC236}">
                  <a16:creationId xmlns:a16="http://schemas.microsoft.com/office/drawing/2014/main" id="{6EFD2BC5-4C41-4A9D-9C0E-BB29C7F717AA}"/>
                </a:ext>
              </a:extLst>
            </p:cNvPr>
            <p:cNvSpPr/>
            <p:nvPr/>
          </p:nvSpPr>
          <p:spPr>
            <a:xfrm>
              <a:off x="45125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0" name="타원 14559">
              <a:extLst>
                <a:ext uri="{FF2B5EF4-FFF2-40B4-BE49-F238E27FC236}">
                  <a16:creationId xmlns:a16="http://schemas.microsoft.com/office/drawing/2014/main" id="{43B8939B-CB0B-414F-AF1D-C728F18A446A}"/>
                </a:ext>
              </a:extLst>
            </p:cNvPr>
            <p:cNvSpPr/>
            <p:nvPr/>
          </p:nvSpPr>
          <p:spPr>
            <a:xfrm>
              <a:off x="46649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1" name="타원 14560">
              <a:extLst>
                <a:ext uri="{FF2B5EF4-FFF2-40B4-BE49-F238E27FC236}">
                  <a16:creationId xmlns:a16="http://schemas.microsoft.com/office/drawing/2014/main" id="{14B51028-373B-4A48-AFB6-28AC78FAA6BC}"/>
                </a:ext>
              </a:extLst>
            </p:cNvPr>
            <p:cNvSpPr/>
            <p:nvPr/>
          </p:nvSpPr>
          <p:spPr>
            <a:xfrm>
              <a:off x="4817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2" name="타원 14561">
              <a:extLst>
                <a:ext uri="{FF2B5EF4-FFF2-40B4-BE49-F238E27FC236}">
                  <a16:creationId xmlns:a16="http://schemas.microsoft.com/office/drawing/2014/main" id="{257489E6-600C-4A06-B3B6-3E4CB32F6D82}"/>
                </a:ext>
              </a:extLst>
            </p:cNvPr>
            <p:cNvSpPr/>
            <p:nvPr/>
          </p:nvSpPr>
          <p:spPr>
            <a:xfrm>
              <a:off x="4969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3" name="타원 14562">
              <a:extLst>
                <a:ext uri="{FF2B5EF4-FFF2-40B4-BE49-F238E27FC236}">
                  <a16:creationId xmlns:a16="http://schemas.microsoft.com/office/drawing/2014/main" id="{C1D4A415-CD60-47D7-BB3B-A31447150C0E}"/>
                </a:ext>
              </a:extLst>
            </p:cNvPr>
            <p:cNvSpPr/>
            <p:nvPr/>
          </p:nvSpPr>
          <p:spPr>
            <a:xfrm>
              <a:off x="51221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4" name="타원 14563">
              <a:extLst>
                <a:ext uri="{FF2B5EF4-FFF2-40B4-BE49-F238E27FC236}">
                  <a16:creationId xmlns:a16="http://schemas.microsoft.com/office/drawing/2014/main" id="{150EAD22-71EC-48F2-811D-6AE468E271CD}"/>
                </a:ext>
              </a:extLst>
            </p:cNvPr>
            <p:cNvSpPr/>
            <p:nvPr/>
          </p:nvSpPr>
          <p:spPr>
            <a:xfrm>
              <a:off x="52745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5" name="타원 14564">
              <a:extLst>
                <a:ext uri="{FF2B5EF4-FFF2-40B4-BE49-F238E27FC236}">
                  <a16:creationId xmlns:a16="http://schemas.microsoft.com/office/drawing/2014/main" id="{8F2BF108-522B-4855-871C-B14A9E0118FE}"/>
                </a:ext>
              </a:extLst>
            </p:cNvPr>
            <p:cNvSpPr/>
            <p:nvPr/>
          </p:nvSpPr>
          <p:spPr>
            <a:xfrm>
              <a:off x="54269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6" name="타원 14565">
              <a:extLst>
                <a:ext uri="{FF2B5EF4-FFF2-40B4-BE49-F238E27FC236}">
                  <a16:creationId xmlns:a16="http://schemas.microsoft.com/office/drawing/2014/main" id="{43A7BA23-C0E5-4B5C-B6C0-457DFDB7DD55}"/>
                </a:ext>
              </a:extLst>
            </p:cNvPr>
            <p:cNvSpPr/>
            <p:nvPr/>
          </p:nvSpPr>
          <p:spPr>
            <a:xfrm>
              <a:off x="55793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7" name="타원 14566">
              <a:extLst>
                <a:ext uri="{FF2B5EF4-FFF2-40B4-BE49-F238E27FC236}">
                  <a16:creationId xmlns:a16="http://schemas.microsoft.com/office/drawing/2014/main" id="{31A44D8D-53BF-40D0-9C17-E8FACE3D36EA}"/>
                </a:ext>
              </a:extLst>
            </p:cNvPr>
            <p:cNvSpPr/>
            <p:nvPr/>
          </p:nvSpPr>
          <p:spPr>
            <a:xfrm>
              <a:off x="5731775" y="350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8" name="타원 14567">
              <a:extLst>
                <a:ext uri="{FF2B5EF4-FFF2-40B4-BE49-F238E27FC236}">
                  <a16:creationId xmlns:a16="http://schemas.microsoft.com/office/drawing/2014/main" id="{B42365C4-78CF-48B9-817C-0A8877DEF4E6}"/>
                </a:ext>
              </a:extLst>
            </p:cNvPr>
            <p:cNvSpPr/>
            <p:nvPr/>
          </p:nvSpPr>
          <p:spPr>
            <a:xfrm>
              <a:off x="245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9" name="타원 14568">
              <a:extLst>
                <a:ext uri="{FF2B5EF4-FFF2-40B4-BE49-F238E27FC236}">
                  <a16:creationId xmlns:a16="http://schemas.microsoft.com/office/drawing/2014/main" id="{C4AADE9D-4885-4611-A7DC-1E4A3A72A146}"/>
                </a:ext>
              </a:extLst>
            </p:cNvPr>
            <p:cNvSpPr/>
            <p:nvPr/>
          </p:nvSpPr>
          <p:spPr>
            <a:xfrm>
              <a:off x="397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0" name="타원 14569">
              <a:extLst>
                <a:ext uri="{FF2B5EF4-FFF2-40B4-BE49-F238E27FC236}">
                  <a16:creationId xmlns:a16="http://schemas.microsoft.com/office/drawing/2014/main" id="{5506DC3F-9C2A-4EE2-9D62-9D381E17A093}"/>
                </a:ext>
              </a:extLst>
            </p:cNvPr>
            <p:cNvSpPr/>
            <p:nvPr/>
          </p:nvSpPr>
          <p:spPr>
            <a:xfrm>
              <a:off x="5501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1" name="타원 14570">
              <a:extLst>
                <a:ext uri="{FF2B5EF4-FFF2-40B4-BE49-F238E27FC236}">
                  <a16:creationId xmlns:a16="http://schemas.microsoft.com/office/drawing/2014/main" id="{1F658A62-51BE-441C-B9E3-1C39F1A08C36}"/>
                </a:ext>
              </a:extLst>
            </p:cNvPr>
            <p:cNvSpPr/>
            <p:nvPr/>
          </p:nvSpPr>
          <p:spPr>
            <a:xfrm>
              <a:off x="7025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2" name="타원 14571">
              <a:extLst>
                <a:ext uri="{FF2B5EF4-FFF2-40B4-BE49-F238E27FC236}">
                  <a16:creationId xmlns:a16="http://schemas.microsoft.com/office/drawing/2014/main" id="{2C774A69-2E06-4D79-9B20-ED1B166FF100}"/>
                </a:ext>
              </a:extLst>
            </p:cNvPr>
            <p:cNvSpPr/>
            <p:nvPr/>
          </p:nvSpPr>
          <p:spPr>
            <a:xfrm>
              <a:off x="8549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3" name="타원 14572">
              <a:extLst>
                <a:ext uri="{FF2B5EF4-FFF2-40B4-BE49-F238E27FC236}">
                  <a16:creationId xmlns:a16="http://schemas.microsoft.com/office/drawing/2014/main" id="{09E4B914-3DEE-46CE-8B48-92A3EF01D11E}"/>
                </a:ext>
              </a:extLst>
            </p:cNvPr>
            <p:cNvSpPr/>
            <p:nvPr/>
          </p:nvSpPr>
          <p:spPr>
            <a:xfrm>
              <a:off x="1007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4" name="타원 14573">
              <a:extLst>
                <a:ext uri="{FF2B5EF4-FFF2-40B4-BE49-F238E27FC236}">
                  <a16:creationId xmlns:a16="http://schemas.microsoft.com/office/drawing/2014/main" id="{6E73761A-15F6-47F9-B210-176AD086085A}"/>
                </a:ext>
              </a:extLst>
            </p:cNvPr>
            <p:cNvSpPr/>
            <p:nvPr/>
          </p:nvSpPr>
          <p:spPr>
            <a:xfrm>
              <a:off x="1159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5" name="타원 14574">
              <a:extLst>
                <a:ext uri="{FF2B5EF4-FFF2-40B4-BE49-F238E27FC236}">
                  <a16:creationId xmlns:a16="http://schemas.microsoft.com/office/drawing/2014/main" id="{C04E1620-6DE8-47B6-99CB-C42610BA4A70}"/>
                </a:ext>
              </a:extLst>
            </p:cNvPr>
            <p:cNvSpPr/>
            <p:nvPr/>
          </p:nvSpPr>
          <p:spPr>
            <a:xfrm>
              <a:off x="13121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6" name="타원 14575">
              <a:extLst>
                <a:ext uri="{FF2B5EF4-FFF2-40B4-BE49-F238E27FC236}">
                  <a16:creationId xmlns:a16="http://schemas.microsoft.com/office/drawing/2014/main" id="{FB473666-2FAA-4E0C-B11F-4EEE42EA5CD0}"/>
                </a:ext>
              </a:extLst>
            </p:cNvPr>
            <p:cNvSpPr/>
            <p:nvPr/>
          </p:nvSpPr>
          <p:spPr>
            <a:xfrm>
              <a:off x="14645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7" name="타원 14576">
              <a:extLst>
                <a:ext uri="{FF2B5EF4-FFF2-40B4-BE49-F238E27FC236}">
                  <a16:creationId xmlns:a16="http://schemas.microsoft.com/office/drawing/2014/main" id="{B97C3B04-4927-497D-B70C-9CC931EF4223}"/>
                </a:ext>
              </a:extLst>
            </p:cNvPr>
            <p:cNvSpPr/>
            <p:nvPr/>
          </p:nvSpPr>
          <p:spPr>
            <a:xfrm>
              <a:off x="16169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8" name="타원 14577">
              <a:extLst>
                <a:ext uri="{FF2B5EF4-FFF2-40B4-BE49-F238E27FC236}">
                  <a16:creationId xmlns:a16="http://schemas.microsoft.com/office/drawing/2014/main" id="{6BB9BECB-E7B8-468D-B751-2CA29AB77222}"/>
                </a:ext>
              </a:extLst>
            </p:cNvPr>
            <p:cNvSpPr/>
            <p:nvPr/>
          </p:nvSpPr>
          <p:spPr>
            <a:xfrm>
              <a:off x="1769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9" name="타원 14578">
              <a:extLst>
                <a:ext uri="{FF2B5EF4-FFF2-40B4-BE49-F238E27FC236}">
                  <a16:creationId xmlns:a16="http://schemas.microsoft.com/office/drawing/2014/main" id="{C18628CE-8BE4-4A7D-949B-24CD8634B4DE}"/>
                </a:ext>
              </a:extLst>
            </p:cNvPr>
            <p:cNvSpPr/>
            <p:nvPr/>
          </p:nvSpPr>
          <p:spPr>
            <a:xfrm>
              <a:off x="1921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0" name="타원 14579">
              <a:extLst>
                <a:ext uri="{FF2B5EF4-FFF2-40B4-BE49-F238E27FC236}">
                  <a16:creationId xmlns:a16="http://schemas.microsoft.com/office/drawing/2014/main" id="{FC529888-A768-4AC8-9D0E-B39DC8159BC8}"/>
                </a:ext>
              </a:extLst>
            </p:cNvPr>
            <p:cNvSpPr/>
            <p:nvPr/>
          </p:nvSpPr>
          <p:spPr>
            <a:xfrm>
              <a:off x="20741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1" name="타원 14580">
              <a:extLst>
                <a:ext uri="{FF2B5EF4-FFF2-40B4-BE49-F238E27FC236}">
                  <a16:creationId xmlns:a16="http://schemas.microsoft.com/office/drawing/2014/main" id="{41FB4046-74C6-4A24-A803-ACB103953371}"/>
                </a:ext>
              </a:extLst>
            </p:cNvPr>
            <p:cNvSpPr/>
            <p:nvPr/>
          </p:nvSpPr>
          <p:spPr>
            <a:xfrm>
              <a:off x="22265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2" name="타원 14581">
              <a:extLst>
                <a:ext uri="{FF2B5EF4-FFF2-40B4-BE49-F238E27FC236}">
                  <a16:creationId xmlns:a16="http://schemas.microsoft.com/office/drawing/2014/main" id="{2FCD19D2-DE35-4BBB-959C-300601AA5657}"/>
                </a:ext>
              </a:extLst>
            </p:cNvPr>
            <p:cNvSpPr/>
            <p:nvPr/>
          </p:nvSpPr>
          <p:spPr>
            <a:xfrm>
              <a:off x="23789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3" name="타원 14582">
              <a:extLst>
                <a:ext uri="{FF2B5EF4-FFF2-40B4-BE49-F238E27FC236}">
                  <a16:creationId xmlns:a16="http://schemas.microsoft.com/office/drawing/2014/main" id="{41F606FB-9A68-4E54-87CB-2B0E6CF67688}"/>
                </a:ext>
              </a:extLst>
            </p:cNvPr>
            <p:cNvSpPr/>
            <p:nvPr/>
          </p:nvSpPr>
          <p:spPr>
            <a:xfrm>
              <a:off x="2531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4" name="타원 14583">
              <a:extLst>
                <a:ext uri="{FF2B5EF4-FFF2-40B4-BE49-F238E27FC236}">
                  <a16:creationId xmlns:a16="http://schemas.microsoft.com/office/drawing/2014/main" id="{96FA6334-B38A-461C-AA05-6E33ACB037FF}"/>
                </a:ext>
              </a:extLst>
            </p:cNvPr>
            <p:cNvSpPr/>
            <p:nvPr/>
          </p:nvSpPr>
          <p:spPr>
            <a:xfrm>
              <a:off x="2683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5" name="타원 14584">
              <a:extLst>
                <a:ext uri="{FF2B5EF4-FFF2-40B4-BE49-F238E27FC236}">
                  <a16:creationId xmlns:a16="http://schemas.microsoft.com/office/drawing/2014/main" id="{F9938BE9-097B-47AC-8CFB-8350F372408D}"/>
                </a:ext>
              </a:extLst>
            </p:cNvPr>
            <p:cNvSpPr/>
            <p:nvPr/>
          </p:nvSpPr>
          <p:spPr>
            <a:xfrm>
              <a:off x="28361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6" name="타원 14585">
              <a:extLst>
                <a:ext uri="{FF2B5EF4-FFF2-40B4-BE49-F238E27FC236}">
                  <a16:creationId xmlns:a16="http://schemas.microsoft.com/office/drawing/2014/main" id="{CDDFEC6B-6B77-4B3F-B073-C6A07268AEFF}"/>
                </a:ext>
              </a:extLst>
            </p:cNvPr>
            <p:cNvSpPr/>
            <p:nvPr/>
          </p:nvSpPr>
          <p:spPr>
            <a:xfrm>
              <a:off x="29885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7" name="타원 14586">
              <a:extLst>
                <a:ext uri="{FF2B5EF4-FFF2-40B4-BE49-F238E27FC236}">
                  <a16:creationId xmlns:a16="http://schemas.microsoft.com/office/drawing/2014/main" id="{C8D5A3E5-A433-4B92-B5C0-1B7FA79C5E4C}"/>
                </a:ext>
              </a:extLst>
            </p:cNvPr>
            <p:cNvSpPr/>
            <p:nvPr/>
          </p:nvSpPr>
          <p:spPr>
            <a:xfrm>
              <a:off x="31409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8" name="타원 14587">
              <a:extLst>
                <a:ext uri="{FF2B5EF4-FFF2-40B4-BE49-F238E27FC236}">
                  <a16:creationId xmlns:a16="http://schemas.microsoft.com/office/drawing/2014/main" id="{85CB0086-3818-46AA-B15E-500D1992B346}"/>
                </a:ext>
              </a:extLst>
            </p:cNvPr>
            <p:cNvSpPr/>
            <p:nvPr/>
          </p:nvSpPr>
          <p:spPr>
            <a:xfrm>
              <a:off x="3293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9" name="타원 14588">
              <a:extLst>
                <a:ext uri="{FF2B5EF4-FFF2-40B4-BE49-F238E27FC236}">
                  <a16:creationId xmlns:a16="http://schemas.microsoft.com/office/drawing/2014/main" id="{BD24EE24-B85D-49AA-8B57-5E15FB84CAA5}"/>
                </a:ext>
              </a:extLst>
            </p:cNvPr>
            <p:cNvSpPr/>
            <p:nvPr/>
          </p:nvSpPr>
          <p:spPr>
            <a:xfrm>
              <a:off x="3445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0" name="타원 14589">
              <a:extLst>
                <a:ext uri="{FF2B5EF4-FFF2-40B4-BE49-F238E27FC236}">
                  <a16:creationId xmlns:a16="http://schemas.microsoft.com/office/drawing/2014/main" id="{FC754DE6-008F-44D2-9A4F-D492480700F3}"/>
                </a:ext>
              </a:extLst>
            </p:cNvPr>
            <p:cNvSpPr/>
            <p:nvPr/>
          </p:nvSpPr>
          <p:spPr>
            <a:xfrm>
              <a:off x="35981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1" name="타원 14590">
              <a:extLst>
                <a:ext uri="{FF2B5EF4-FFF2-40B4-BE49-F238E27FC236}">
                  <a16:creationId xmlns:a16="http://schemas.microsoft.com/office/drawing/2014/main" id="{DB0B59A0-A5F1-4999-9B3F-05BCFB9CD480}"/>
                </a:ext>
              </a:extLst>
            </p:cNvPr>
            <p:cNvSpPr/>
            <p:nvPr/>
          </p:nvSpPr>
          <p:spPr>
            <a:xfrm>
              <a:off x="37505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2" name="타원 14591">
              <a:extLst>
                <a:ext uri="{FF2B5EF4-FFF2-40B4-BE49-F238E27FC236}">
                  <a16:creationId xmlns:a16="http://schemas.microsoft.com/office/drawing/2014/main" id="{31EAF777-AD2A-4E0C-81E6-3F6DCF5259F0}"/>
                </a:ext>
              </a:extLst>
            </p:cNvPr>
            <p:cNvSpPr/>
            <p:nvPr/>
          </p:nvSpPr>
          <p:spPr>
            <a:xfrm>
              <a:off x="39029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3" name="타원 14592">
              <a:extLst>
                <a:ext uri="{FF2B5EF4-FFF2-40B4-BE49-F238E27FC236}">
                  <a16:creationId xmlns:a16="http://schemas.microsoft.com/office/drawing/2014/main" id="{BBE4FEB0-AEF5-43F7-B9F1-BCF61D72C298}"/>
                </a:ext>
              </a:extLst>
            </p:cNvPr>
            <p:cNvSpPr/>
            <p:nvPr/>
          </p:nvSpPr>
          <p:spPr>
            <a:xfrm>
              <a:off x="4055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4" name="타원 14593">
              <a:extLst>
                <a:ext uri="{FF2B5EF4-FFF2-40B4-BE49-F238E27FC236}">
                  <a16:creationId xmlns:a16="http://schemas.microsoft.com/office/drawing/2014/main" id="{E2990725-31B2-4059-A697-541AB32E9325}"/>
                </a:ext>
              </a:extLst>
            </p:cNvPr>
            <p:cNvSpPr/>
            <p:nvPr/>
          </p:nvSpPr>
          <p:spPr>
            <a:xfrm>
              <a:off x="4207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5" name="타원 14594">
              <a:extLst>
                <a:ext uri="{FF2B5EF4-FFF2-40B4-BE49-F238E27FC236}">
                  <a16:creationId xmlns:a16="http://schemas.microsoft.com/office/drawing/2014/main" id="{75DF2C43-1371-4EA0-9EA4-F7BE0928FBD3}"/>
                </a:ext>
              </a:extLst>
            </p:cNvPr>
            <p:cNvSpPr/>
            <p:nvPr/>
          </p:nvSpPr>
          <p:spPr>
            <a:xfrm>
              <a:off x="43601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6" name="타원 14595">
              <a:extLst>
                <a:ext uri="{FF2B5EF4-FFF2-40B4-BE49-F238E27FC236}">
                  <a16:creationId xmlns:a16="http://schemas.microsoft.com/office/drawing/2014/main" id="{49A5223E-C6FD-4885-BE2F-669E6C25DA4A}"/>
                </a:ext>
              </a:extLst>
            </p:cNvPr>
            <p:cNvSpPr/>
            <p:nvPr/>
          </p:nvSpPr>
          <p:spPr>
            <a:xfrm>
              <a:off x="45125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7" name="타원 14596">
              <a:extLst>
                <a:ext uri="{FF2B5EF4-FFF2-40B4-BE49-F238E27FC236}">
                  <a16:creationId xmlns:a16="http://schemas.microsoft.com/office/drawing/2014/main" id="{9F2A1285-E0D3-4785-B138-4067C08BED52}"/>
                </a:ext>
              </a:extLst>
            </p:cNvPr>
            <p:cNvSpPr/>
            <p:nvPr/>
          </p:nvSpPr>
          <p:spPr>
            <a:xfrm>
              <a:off x="46649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8" name="타원 14597">
              <a:extLst>
                <a:ext uri="{FF2B5EF4-FFF2-40B4-BE49-F238E27FC236}">
                  <a16:creationId xmlns:a16="http://schemas.microsoft.com/office/drawing/2014/main" id="{B4F2D007-163E-41D9-B068-632026F1C231}"/>
                </a:ext>
              </a:extLst>
            </p:cNvPr>
            <p:cNvSpPr/>
            <p:nvPr/>
          </p:nvSpPr>
          <p:spPr>
            <a:xfrm>
              <a:off x="4817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9" name="타원 14598">
              <a:extLst>
                <a:ext uri="{FF2B5EF4-FFF2-40B4-BE49-F238E27FC236}">
                  <a16:creationId xmlns:a16="http://schemas.microsoft.com/office/drawing/2014/main" id="{CBC5DE67-3B37-4AF6-8391-C74B7DE39680}"/>
                </a:ext>
              </a:extLst>
            </p:cNvPr>
            <p:cNvSpPr/>
            <p:nvPr/>
          </p:nvSpPr>
          <p:spPr>
            <a:xfrm>
              <a:off x="4969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0" name="타원 14599">
              <a:extLst>
                <a:ext uri="{FF2B5EF4-FFF2-40B4-BE49-F238E27FC236}">
                  <a16:creationId xmlns:a16="http://schemas.microsoft.com/office/drawing/2014/main" id="{B628AFC7-200C-4816-9694-D71EDE27666E}"/>
                </a:ext>
              </a:extLst>
            </p:cNvPr>
            <p:cNvSpPr/>
            <p:nvPr/>
          </p:nvSpPr>
          <p:spPr>
            <a:xfrm>
              <a:off x="51221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1" name="타원 14600">
              <a:extLst>
                <a:ext uri="{FF2B5EF4-FFF2-40B4-BE49-F238E27FC236}">
                  <a16:creationId xmlns:a16="http://schemas.microsoft.com/office/drawing/2014/main" id="{5026535E-E606-4ACE-97BA-ECB996C4BC91}"/>
                </a:ext>
              </a:extLst>
            </p:cNvPr>
            <p:cNvSpPr/>
            <p:nvPr/>
          </p:nvSpPr>
          <p:spPr>
            <a:xfrm>
              <a:off x="52745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2" name="타원 14601">
              <a:extLst>
                <a:ext uri="{FF2B5EF4-FFF2-40B4-BE49-F238E27FC236}">
                  <a16:creationId xmlns:a16="http://schemas.microsoft.com/office/drawing/2014/main" id="{9970294C-CC4B-44BD-9C5A-698A9E65F3B6}"/>
                </a:ext>
              </a:extLst>
            </p:cNvPr>
            <p:cNvSpPr/>
            <p:nvPr/>
          </p:nvSpPr>
          <p:spPr>
            <a:xfrm>
              <a:off x="54269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3" name="타원 14602">
              <a:extLst>
                <a:ext uri="{FF2B5EF4-FFF2-40B4-BE49-F238E27FC236}">
                  <a16:creationId xmlns:a16="http://schemas.microsoft.com/office/drawing/2014/main" id="{1FBCFEE2-81B8-48E0-A898-28FD27B708CC}"/>
                </a:ext>
              </a:extLst>
            </p:cNvPr>
            <p:cNvSpPr/>
            <p:nvPr/>
          </p:nvSpPr>
          <p:spPr>
            <a:xfrm>
              <a:off x="55793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4" name="타원 14603">
              <a:extLst>
                <a:ext uri="{FF2B5EF4-FFF2-40B4-BE49-F238E27FC236}">
                  <a16:creationId xmlns:a16="http://schemas.microsoft.com/office/drawing/2014/main" id="{46DF6345-E961-4F7F-BFD2-EB7C82517B1E}"/>
                </a:ext>
              </a:extLst>
            </p:cNvPr>
            <p:cNvSpPr/>
            <p:nvPr/>
          </p:nvSpPr>
          <p:spPr>
            <a:xfrm>
              <a:off x="5731775" y="365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5" name="타원 14604">
              <a:extLst>
                <a:ext uri="{FF2B5EF4-FFF2-40B4-BE49-F238E27FC236}">
                  <a16:creationId xmlns:a16="http://schemas.microsoft.com/office/drawing/2014/main" id="{F4E63233-044E-4B23-A48E-A44015B0387E}"/>
                </a:ext>
              </a:extLst>
            </p:cNvPr>
            <p:cNvSpPr/>
            <p:nvPr/>
          </p:nvSpPr>
          <p:spPr>
            <a:xfrm>
              <a:off x="245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6" name="타원 14605">
              <a:extLst>
                <a:ext uri="{FF2B5EF4-FFF2-40B4-BE49-F238E27FC236}">
                  <a16:creationId xmlns:a16="http://schemas.microsoft.com/office/drawing/2014/main" id="{6960F07A-AAF5-414F-A000-A37E02372049}"/>
                </a:ext>
              </a:extLst>
            </p:cNvPr>
            <p:cNvSpPr/>
            <p:nvPr/>
          </p:nvSpPr>
          <p:spPr>
            <a:xfrm>
              <a:off x="397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7" name="타원 14606">
              <a:extLst>
                <a:ext uri="{FF2B5EF4-FFF2-40B4-BE49-F238E27FC236}">
                  <a16:creationId xmlns:a16="http://schemas.microsoft.com/office/drawing/2014/main" id="{F144CBD8-E8B9-4CD8-8829-789B29B1E374}"/>
                </a:ext>
              </a:extLst>
            </p:cNvPr>
            <p:cNvSpPr/>
            <p:nvPr/>
          </p:nvSpPr>
          <p:spPr>
            <a:xfrm>
              <a:off x="5501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8" name="타원 14607">
              <a:extLst>
                <a:ext uri="{FF2B5EF4-FFF2-40B4-BE49-F238E27FC236}">
                  <a16:creationId xmlns:a16="http://schemas.microsoft.com/office/drawing/2014/main" id="{36649F12-77B2-44C8-A5BC-4E4E54DCBD07}"/>
                </a:ext>
              </a:extLst>
            </p:cNvPr>
            <p:cNvSpPr/>
            <p:nvPr/>
          </p:nvSpPr>
          <p:spPr>
            <a:xfrm>
              <a:off x="7025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09" name="타원 14608">
              <a:extLst>
                <a:ext uri="{FF2B5EF4-FFF2-40B4-BE49-F238E27FC236}">
                  <a16:creationId xmlns:a16="http://schemas.microsoft.com/office/drawing/2014/main" id="{3D98C148-11EC-4A5F-87E2-6CF8496609D4}"/>
                </a:ext>
              </a:extLst>
            </p:cNvPr>
            <p:cNvSpPr/>
            <p:nvPr/>
          </p:nvSpPr>
          <p:spPr>
            <a:xfrm>
              <a:off x="8549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0" name="타원 14609">
              <a:extLst>
                <a:ext uri="{FF2B5EF4-FFF2-40B4-BE49-F238E27FC236}">
                  <a16:creationId xmlns:a16="http://schemas.microsoft.com/office/drawing/2014/main" id="{78DF1EB9-54A4-4295-AD10-B8A609C6C32B}"/>
                </a:ext>
              </a:extLst>
            </p:cNvPr>
            <p:cNvSpPr/>
            <p:nvPr/>
          </p:nvSpPr>
          <p:spPr>
            <a:xfrm>
              <a:off x="1007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1" name="타원 14610">
              <a:extLst>
                <a:ext uri="{FF2B5EF4-FFF2-40B4-BE49-F238E27FC236}">
                  <a16:creationId xmlns:a16="http://schemas.microsoft.com/office/drawing/2014/main" id="{D66D3F07-3806-49B5-9FF4-A5CDF424E9B9}"/>
                </a:ext>
              </a:extLst>
            </p:cNvPr>
            <p:cNvSpPr/>
            <p:nvPr/>
          </p:nvSpPr>
          <p:spPr>
            <a:xfrm>
              <a:off x="1159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2" name="타원 14611">
              <a:extLst>
                <a:ext uri="{FF2B5EF4-FFF2-40B4-BE49-F238E27FC236}">
                  <a16:creationId xmlns:a16="http://schemas.microsoft.com/office/drawing/2014/main" id="{23BAFE5E-5659-432B-809A-4A40E4AB551F}"/>
                </a:ext>
              </a:extLst>
            </p:cNvPr>
            <p:cNvSpPr/>
            <p:nvPr/>
          </p:nvSpPr>
          <p:spPr>
            <a:xfrm>
              <a:off x="13121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3" name="타원 14612">
              <a:extLst>
                <a:ext uri="{FF2B5EF4-FFF2-40B4-BE49-F238E27FC236}">
                  <a16:creationId xmlns:a16="http://schemas.microsoft.com/office/drawing/2014/main" id="{725274AC-93FA-4048-8247-A038E56A680C}"/>
                </a:ext>
              </a:extLst>
            </p:cNvPr>
            <p:cNvSpPr/>
            <p:nvPr/>
          </p:nvSpPr>
          <p:spPr>
            <a:xfrm>
              <a:off x="14645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4" name="타원 14613">
              <a:extLst>
                <a:ext uri="{FF2B5EF4-FFF2-40B4-BE49-F238E27FC236}">
                  <a16:creationId xmlns:a16="http://schemas.microsoft.com/office/drawing/2014/main" id="{5E25A8D7-09DF-4C4D-B1F8-0722872296EC}"/>
                </a:ext>
              </a:extLst>
            </p:cNvPr>
            <p:cNvSpPr/>
            <p:nvPr/>
          </p:nvSpPr>
          <p:spPr>
            <a:xfrm>
              <a:off x="16169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5" name="타원 14614">
              <a:extLst>
                <a:ext uri="{FF2B5EF4-FFF2-40B4-BE49-F238E27FC236}">
                  <a16:creationId xmlns:a16="http://schemas.microsoft.com/office/drawing/2014/main" id="{70D1A35F-770F-484C-9CBB-4C21327AB1D8}"/>
                </a:ext>
              </a:extLst>
            </p:cNvPr>
            <p:cNvSpPr/>
            <p:nvPr/>
          </p:nvSpPr>
          <p:spPr>
            <a:xfrm>
              <a:off x="1769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6" name="타원 14615">
              <a:extLst>
                <a:ext uri="{FF2B5EF4-FFF2-40B4-BE49-F238E27FC236}">
                  <a16:creationId xmlns:a16="http://schemas.microsoft.com/office/drawing/2014/main" id="{86174DBA-0D4F-43A6-8D1A-11345066C3C9}"/>
                </a:ext>
              </a:extLst>
            </p:cNvPr>
            <p:cNvSpPr/>
            <p:nvPr/>
          </p:nvSpPr>
          <p:spPr>
            <a:xfrm>
              <a:off x="1921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7" name="타원 14616">
              <a:extLst>
                <a:ext uri="{FF2B5EF4-FFF2-40B4-BE49-F238E27FC236}">
                  <a16:creationId xmlns:a16="http://schemas.microsoft.com/office/drawing/2014/main" id="{CFDFF655-7CCC-4439-B325-CA930175DB50}"/>
                </a:ext>
              </a:extLst>
            </p:cNvPr>
            <p:cNvSpPr/>
            <p:nvPr/>
          </p:nvSpPr>
          <p:spPr>
            <a:xfrm>
              <a:off x="20741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8" name="타원 14617">
              <a:extLst>
                <a:ext uri="{FF2B5EF4-FFF2-40B4-BE49-F238E27FC236}">
                  <a16:creationId xmlns:a16="http://schemas.microsoft.com/office/drawing/2014/main" id="{14502339-13AF-4F0A-A259-77B8C7156EC6}"/>
                </a:ext>
              </a:extLst>
            </p:cNvPr>
            <p:cNvSpPr/>
            <p:nvPr/>
          </p:nvSpPr>
          <p:spPr>
            <a:xfrm>
              <a:off x="22265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19" name="타원 14618">
              <a:extLst>
                <a:ext uri="{FF2B5EF4-FFF2-40B4-BE49-F238E27FC236}">
                  <a16:creationId xmlns:a16="http://schemas.microsoft.com/office/drawing/2014/main" id="{0887EED9-B641-4970-9075-DDFCBEF72D8C}"/>
                </a:ext>
              </a:extLst>
            </p:cNvPr>
            <p:cNvSpPr/>
            <p:nvPr/>
          </p:nvSpPr>
          <p:spPr>
            <a:xfrm>
              <a:off x="23789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0" name="타원 14619">
              <a:extLst>
                <a:ext uri="{FF2B5EF4-FFF2-40B4-BE49-F238E27FC236}">
                  <a16:creationId xmlns:a16="http://schemas.microsoft.com/office/drawing/2014/main" id="{6E16CEDA-00EB-4987-B1BF-8F2B84B91593}"/>
                </a:ext>
              </a:extLst>
            </p:cNvPr>
            <p:cNvSpPr/>
            <p:nvPr/>
          </p:nvSpPr>
          <p:spPr>
            <a:xfrm>
              <a:off x="2531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1" name="타원 14620">
              <a:extLst>
                <a:ext uri="{FF2B5EF4-FFF2-40B4-BE49-F238E27FC236}">
                  <a16:creationId xmlns:a16="http://schemas.microsoft.com/office/drawing/2014/main" id="{06E7FFAB-1C1C-4E70-8D9E-1D3C9739EB0D}"/>
                </a:ext>
              </a:extLst>
            </p:cNvPr>
            <p:cNvSpPr/>
            <p:nvPr/>
          </p:nvSpPr>
          <p:spPr>
            <a:xfrm>
              <a:off x="2683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2" name="타원 14621">
              <a:extLst>
                <a:ext uri="{FF2B5EF4-FFF2-40B4-BE49-F238E27FC236}">
                  <a16:creationId xmlns:a16="http://schemas.microsoft.com/office/drawing/2014/main" id="{85A164F1-85E1-4CAF-B681-7421359EEB3D}"/>
                </a:ext>
              </a:extLst>
            </p:cNvPr>
            <p:cNvSpPr/>
            <p:nvPr/>
          </p:nvSpPr>
          <p:spPr>
            <a:xfrm>
              <a:off x="28361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3" name="타원 14622">
              <a:extLst>
                <a:ext uri="{FF2B5EF4-FFF2-40B4-BE49-F238E27FC236}">
                  <a16:creationId xmlns:a16="http://schemas.microsoft.com/office/drawing/2014/main" id="{83CA5AD9-8E01-4402-9EA5-A72E233B7114}"/>
                </a:ext>
              </a:extLst>
            </p:cNvPr>
            <p:cNvSpPr/>
            <p:nvPr/>
          </p:nvSpPr>
          <p:spPr>
            <a:xfrm>
              <a:off x="29885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4" name="타원 14623">
              <a:extLst>
                <a:ext uri="{FF2B5EF4-FFF2-40B4-BE49-F238E27FC236}">
                  <a16:creationId xmlns:a16="http://schemas.microsoft.com/office/drawing/2014/main" id="{8B54F1B7-9F6A-41B4-9289-BDFD21F29CA4}"/>
                </a:ext>
              </a:extLst>
            </p:cNvPr>
            <p:cNvSpPr/>
            <p:nvPr/>
          </p:nvSpPr>
          <p:spPr>
            <a:xfrm>
              <a:off x="31409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5" name="타원 14624">
              <a:extLst>
                <a:ext uri="{FF2B5EF4-FFF2-40B4-BE49-F238E27FC236}">
                  <a16:creationId xmlns:a16="http://schemas.microsoft.com/office/drawing/2014/main" id="{E8F82BAB-2444-4D10-B761-90ECBAEBF9D1}"/>
                </a:ext>
              </a:extLst>
            </p:cNvPr>
            <p:cNvSpPr/>
            <p:nvPr/>
          </p:nvSpPr>
          <p:spPr>
            <a:xfrm>
              <a:off x="3293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6" name="타원 14625">
              <a:extLst>
                <a:ext uri="{FF2B5EF4-FFF2-40B4-BE49-F238E27FC236}">
                  <a16:creationId xmlns:a16="http://schemas.microsoft.com/office/drawing/2014/main" id="{46A23599-7A2E-4F07-B42A-8415623EF59B}"/>
                </a:ext>
              </a:extLst>
            </p:cNvPr>
            <p:cNvSpPr/>
            <p:nvPr/>
          </p:nvSpPr>
          <p:spPr>
            <a:xfrm>
              <a:off x="3445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7" name="타원 14626">
              <a:extLst>
                <a:ext uri="{FF2B5EF4-FFF2-40B4-BE49-F238E27FC236}">
                  <a16:creationId xmlns:a16="http://schemas.microsoft.com/office/drawing/2014/main" id="{52A0F753-2E1F-48A6-B6A1-8037609DEFB2}"/>
                </a:ext>
              </a:extLst>
            </p:cNvPr>
            <p:cNvSpPr/>
            <p:nvPr/>
          </p:nvSpPr>
          <p:spPr>
            <a:xfrm>
              <a:off x="35981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8" name="타원 14627">
              <a:extLst>
                <a:ext uri="{FF2B5EF4-FFF2-40B4-BE49-F238E27FC236}">
                  <a16:creationId xmlns:a16="http://schemas.microsoft.com/office/drawing/2014/main" id="{D95BD13D-E56B-472F-8C47-8F1199D42CB0}"/>
                </a:ext>
              </a:extLst>
            </p:cNvPr>
            <p:cNvSpPr/>
            <p:nvPr/>
          </p:nvSpPr>
          <p:spPr>
            <a:xfrm>
              <a:off x="37505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29" name="타원 14628">
              <a:extLst>
                <a:ext uri="{FF2B5EF4-FFF2-40B4-BE49-F238E27FC236}">
                  <a16:creationId xmlns:a16="http://schemas.microsoft.com/office/drawing/2014/main" id="{8520E1E1-B39C-459D-B6A6-063CAC9E182D}"/>
                </a:ext>
              </a:extLst>
            </p:cNvPr>
            <p:cNvSpPr/>
            <p:nvPr/>
          </p:nvSpPr>
          <p:spPr>
            <a:xfrm>
              <a:off x="39029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0" name="타원 14629">
              <a:extLst>
                <a:ext uri="{FF2B5EF4-FFF2-40B4-BE49-F238E27FC236}">
                  <a16:creationId xmlns:a16="http://schemas.microsoft.com/office/drawing/2014/main" id="{1EA03C7A-2897-4ED5-BFC1-22645EF5DBC0}"/>
                </a:ext>
              </a:extLst>
            </p:cNvPr>
            <p:cNvSpPr/>
            <p:nvPr/>
          </p:nvSpPr>
          <p:spPr>
            <a:xfrm>
              <a:off x="4055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1" name="타원 14630">
              <a:extLst>
                <a:ext uri="{FF2B5EF4-FFF2-40B4-BE49-F238E27FC236}">
                  <a16:creationId xmlns:a16="http://schemas.microsoft.com/office/drawing/2014/main" id="{3BDC14C8-552D-4F8A-8066-C4DD9E1583A3}"/>
                </a:ext>
              </a:extLst>
            </p:cNvPr>
            <p:cNvSpPr/>
            <p:nvPr/>
          </p:nvSpPr>
          <p:spPr>
            <a:xfrm>
              <a:off x="4207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2" name="타원 14631">
              <a:extLst>
                <a:ext uri="{FF2B5EF4-FFF2-40B4-BE49-F238E27FC236}">
                  <a16:creationId xmlns:a16="http://schemas.microsoft.com/office/drawing/2014/main" id="{064038E4-F0FF-48BB-AFF5-2262C1911D2F}"/>
                </a:ext>
              </a:extLst>
            </p:cNvPr>
            <p:cNvSpPr/>
            <p:nvPr/>
          </p:nvSpPr>
          <p:spPr>
            <a:xfrm>
              <a:off x="43601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3" name="타원 14632">
              <a:extLst>
                <a:ext uri="{FF2B5EF4-FFF2-40B4-BE49-F238E27FC236}">
                  <a16:creationId xmlns:a16="http://schemas.microsoft.com/office/drawing/2014/main" id="{CBBB09DF-E58C-4EC4-BE6A-238F667E0EA1}"/>
                </a:ext>
              </a:extLst>
            </p:cNvPr>
            <p:cNvSpPr/>
            <p:nvPr/>
          </p:nvSpPr>
          <p:spPr>
            <a:xfrm>
              <a:off x="45125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4" name="타원 14633">
              <a:extLst>
                <a:ext uri="{FF2B5EF4-FFF2-40B4-BE49-F238E27FC236}">
                  <a16:creationId xmlns:a16="http://schemas.microsoft.com/office/drawing/2014/main" id="{4818E885-F41B-4475-BBD5-87BDC75E4A8A}"/>
                </a:ext>
              </a:extLst>
            </p:cNvPr>
            <p:cNvSpPr/>
            <p:nvPr/>
          </p:nvSpPr>
          <p:spPr>
            <a:xfrm>
              <a:off x="46649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5" name="타원 14634">
              <a:extLst>
                <a:ext uri="{FF2B5EF4-FFF2-40B4-BE49-F238E27FC236}">
                  <a16:creationId xmlns:a16="http://schemas.microsoft.com/office/drawing/2014/main" id="{DD22D340-C4D0-47FC-978E-73196631DD7C}"/>
                </a:ext>
              </a:extLst>
            </p:cNvPr>
            <p:cNvSpPr/>
            <p:nvPr/>
          </p:nvSpPr>
          <p:spPr>
            <a:xfrm>
              <a:off x="4817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6" name="타원 14635">
              <a:extLst>
                <a:ext uri="{FF2B5EF4-FFF2-40B4-BE49-F238E27FC236}">
                  <a16:creationId xmlns:a16="http://schemas.microsoft.com/office/drawing/2014/main" id="{0862C16F-2762-4EAC-B0D5-49061B1DA85C}"/>
                </a:ext>
              </a:extLst>
            </p:cNvPr>
            <p:cNvSpPr/>
            <p:nvPr/>
          </p:nvSpPr>
          <p:spPr>
            <a:xfrm>
              <a:off x="4969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7" name="타원 14636">
              <a:extLst>
                <a:ext uri="{FF2B5EF4-FFF2-40B4-BE49-F238E27FC236}">
                  <a16:creationId xmlns:a16="http://schemas.microsoft.com/office/drawing/2014/main" id="{E33CFD7D-B10E-476C-A5ED-0A5A5795545E}"/>
                </a:ext>
              </a:extLst>
            </p:cNvPr>
            <p:cNvSpPr/>
            <p:nvPr/>
          </p:nvSpPr>
          <p:spPr>
            <a:xfrm>
              <a:off x="51221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8" name="타원 14637">
              <a:extLst>
                <a:ext uri="{FF2B5EF4-FFF2-40B4-BE49-F238E27FC236}">
                  <a16:creationId xmlns:a16="http://schemas.microsoft.com/office/drawing/2014/main" id="{636A855F-3F3F-4307-9A84-369968B8E9A3}"/>
                </a:ext>
              </a:extLst>
            </p:cNvPr>
            <p:cNvSpPr/>
            <p:nvPr/>
          </p:nvSpPr>
          <p:spPr>
            <a:xfrm>
              <a:off x="52745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39" name="타원 14638">
              <a:extLst>
                <a:ext uri="{FF2B5EF4-FFF2-40B4-BE49-F238E27FC236}">
                  <a16:creationId xmlns:a16="http://schemas.microsoft.com/office/drawing/2014/main" id="{2FA75FCC-7A6C-4727-BA37-24CD76FF9C82}"/>
                </a:ext>
              </a:extLst>
            </p:cNvPr>
            <p:cNvSpPr/>
            <p:nvPr/>
          </p:nvSpPr>
          <p:spPr>
            <a:xfrm>
              <a:off x="54269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0" name="타원 14639">
              <a:extLst>
                <a:ext uri="{FF2B5EF4-FFF2-40B4-BE49-F238E27FC236}">
                  <a16:creationId xmlns:a16="http://schemas.microsoft.com/office/drawing/2014/main" id="{660DBB26-5713-4811-8F74-6CD46A360FDA}"/>
                </a:ext>
              </a:extLst>
            </p:cNvPr>
            <p:cNvSpPr/>
            <p:nvPr/>
          </p:nvSpPr>
          <p:spPr>
            <a:xfrm>
              <a:off x="55793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1" name="타원 14640">
              <a:extLst>
                <a:ext uri="{FF2B5EF4-FFF2-40B4-BE49-F238E27FC236}">
                  <a16:creationId xmlns:a16="http://schemas.microsoft.com/office/drawing/2014/main" id="{393F31B5-A448-4A6C-BF66-9ACE34ED7B0F}"/>
                </a:ext>
              </a:extLst>
            </p:cNvPr>
            <p:cNvSpPr/>
            <p:nvPr/>
          </p:nvSpPr>
          <p:spPr>
            <a:xfrm>
              <a:off x="5731775" y="3807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2" name="타원 14641">
              <a:extLst>
                <a:ext uri="{FF2B5EF4-FFF2-40B4-BE49-F238E27FC236}">
                  <a16:creationId xmlns:a16="http://schemas.microsoft.com/office/drawing/2014/main" id="{6EB3133D-5A5A-4DF1-BA0A-D78B92136CED}"/>
                </a:ext>
              </a:extLst>
            </p:cNvPr>
            <p:cNvSpPr/>
            <p:nvPr/>
          </p:nvSpPr>
          <p:spPr>
            <a:xfrm>
              <a:off x="245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3" name="타원 14642">
              <a:extLst>
                <a:ext uri="{FF2B5EF4-FFF2-40B4-BE49-F238E27FC236}">
                  <a16:creationId xmlns:a16="http://schemas.microsoft.com/office/drawing/2014/main" id="{B83F0C93-0D25-4A32-AD1D-8A1C4D383C5D}"/>
                </a:ext>
              </a:extLst>
            </p:cNvPr>
            <p:cNvSpPr/>
            <p:nvPr/>
          </p:nvSpPr>
          <p:spPr>
            <a:xfrm>
              <a:off x="397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4" name="타원 14643">
              <a:extLst>
                <a:ext uri="{FF2B5EF4-FFF2-40B4-BE49-F238E27FC236}">
                  <a16:creationId xmlns:a16="http://schemas.microsoft.com/office/drawing/2014/main" id="{99E925AA-4674-4249-8E6B-8B4E6262CDAD}"/>
                </a:ext>
              </a:extLst>
            </p:cNvPr>
            <p:cNvSpPr/>
            <p:nvPr/>
          </p:nvSpPr>
          <p:spPr>
            <a:xfrm>
              <a:off x="5501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5" name="타원 14644">
              <a:extLst>
                <a:ext uri="{FF2B5EF4-FFF2-40B4-BE49-F238E27FC236}">
                  <a16:creationId xmlns:a16="http://schemas.microsoft.com/office/drawing/2014/main" id="{C261294A-661F-4EB3-A42E-6A71C69DA41E}"/>
                </a:ext>
              </a:extLst>
            </p:cNvPr>
            <p:cNvSpPr/>
            <p:nvPr/>
          </p:nvSpPr>
          <p:spPr>
            <a:xfrm>
              <a:off x="7025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6" name="타원 14645">
              <a:extLst>
                <a:ext uri="{FF2B5EF4-FFF2-40B4-BE49-F238E27FC236}">
                  <a16:creationId xmlns:a16="http://schemas.microsoft.com/office/drawing/2014/main" id="{DB99C79A-77FF-44CE-B033-07ED960270C0}"/>
                </a:ext>
              </a:extLst>
            </p:cNvPr>
            <p:cNvSpPr/>
            <p:nvPr/>
          </p:nvSpPr>
          <p:spPr>
            <a:xfrm>
              <a:off x="8549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7" name="타원 14646">
              <a:extLst>
                <a:ext uri="{FF2B5EF4-FFF2-40B4-BE49-F238E27FC236}">
                  <a16:creationId xmlns:a16="http://schemas.microsoft.com/office/drawing/2014/main" id="{00FE2706-3F2D-4C51-8E98-0F3D7C7BF964}"/>
                </a:ext>
              </a:extLst>
            </p:cNvPr>
            <p:cNvSpPr/>
            <p:nvPr/>
          </p:nvSpPr>
          <p:spPr>
            <a:xfrm>
              <a:off x="1007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8" name="타원 14647">
              <a:extLst>
                <a:ext uri="{FF2B5EF4-FFF2-40B4-BE49-F238E27FC236}">
                  <a16:creationId xmlns:a16="http://schemas.microsoft.com/office/drawing/2014/main" id="{8770888B-8645-4CE5-A5C8-6F1BACC3C1C2}"/>
                </a:ext>
              </a:extLst>
            </p:cNvPr>
            <p:cNvSpPr/>
            <p:nvPr/>
          </p:nvSpPr>
          <p:spPr>
            <a:xfrm>
              <a:off x="1159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49" name="타원 14648">
              <a:extLst>
                <a:ext uri="{FF2B5EF4-FFF2-40B4-BE49-F238E27FC236}">
                  <a16:creationId xmlns:a16="http://schemas.microsoft.com/office/drawing/2014/main" id="{B6C142D8-E12E-4048-9831-F3E992AD45CC}"/>
                </a:ext>
              </a:extLst>
            </p:cNvPr>
            <p:cNvSpPr/>
            <p:nvPr/>
          </p:nvSpPr>
          <p:spPr>
            <a:xfrm>
              <a:off x="13121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0" name="타원 14649">
              <a:extLst>
                <a:ext uri="{FF2B5EF4-FFF2-40B4-BE49-F238E27FC236}">
                  <a16:creationId xmlns:a16="http://schemas.microsoft.com/office/drawing/2014/main" id="{0DCBD384-00AB-49A9-A110-190FF2474BA5}"/>
                </a:ext>
              </a:extLst>
            </p:cNvPr>
            <p:cNvSpPr/>
            <p:nvPr/>
          </p:nvSpPr>
          <p:spPr>
            <a:xfrm>
              <a:off x="14645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1" name="타원 14650">
              <a:extLst>
                <a:ext uri="{FF2B5EF4-FFF2-40B4-BE49-F238E27FC236}">
                  <a16:creationId xmlns:a16="http://schemas.microsoft.com/office/drawing/2014/main" id="{1123FCE6-8717-41B3-8F03-87F72A2F6650}"/>
                </a:ext>
              </a:extLst>
            </p:cNvPr>
            <p:cNvSpPr/>
            <p:nvPr/>
          </p:nvSpPr>
          <p:spPr>
            <a:xfrm>
              <a:off x="16169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2" name="타원 14651">
              <a:extLst>
                <a:ext uri="{FF2B5EF4-FFF2-40B4-BE49-F238E27FC236}">
                  <a16:creationId xmlns:a16="http://schemas.microsoft.com/office/drawing/2014/main" id="{9DAD590A-F4B8-4E6F-8039-F7DDAE166D34}"/>
                </a:ext>
              </a:extLst>
            </p:cNvPr>
            <p:cNvSpPr/>
            <p:nvPr/>
          </p:nvSpPr>
          <p:spPr>
            <a:xfrm>
              <a:off x="1769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3" name="타원 14652">
              <a:extLst>
                <a:ext uri="{FF2B5EF4-FFF2-40B4-BE49-F238E27FC236}">
                  <a16:creationId xmlns:a16="http://schemas.microsoft.com/office/drawing/2014/main" id="{A874CBE6-9E01-4DEB-88EA-1AB03956066B}"/>
                </a:ext>
              </a:extLst>
            </p:cNvPr>
            <p:cNvSpPr/>
            <p:nvPr/>
          </p:nvSpPr>
          <p:spPr>
            <a:xfrm>
              <a:off x="1921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4" name="타원 14653">
              <a:extLst>
                <a:ext uri="{FF2B5EF4-FFF2-40B4-BE49-F238E27FC236}">
                  <a16:creationId xmlns:a16="http://schemas.microsoft.com/office/drawing/2014/main" id="{975D1968-2D4F-49C5-A66C-62DCC81B06B6}"/>
                </a:ext>
              </a:extLst>
            </p:cNvPr>
            <p:cNvSpPr/>
            <p:nvPr/>
          </p:nvSpPr>
          <p:spPr>
            <a:xfrm>
              <a:off x="20741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5" name="타원 14654">
              <a:extLst>
                <a:ext uri="{FF2B5EF4-FFF2-40B4-BE49-F238E27FC236}">
                  <a16:creationId xmlns:a16="http://schemas.microsoft.com/office/drawing/2014/main" id="{91D5D175-60B3-4A26-97ED-077EB5E73E55}"/>
                </a:ext>
              </a:extLst>
            </p:cNvPr>
            <p:cNvSpPr/>
            <p:nvPr/>
          </p:nvSpPr>
          <p:spPr>
            <a:xfrm>
              <a:off x="22265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6" name="타원 14655">
              <a:extLst>
                <a:ext uri="{FF2B5EF4-FFF2-40B4-BE49-F238E27FC236}">
                  <a16:creationId xmlns:a16="http://schemas.microsoft.com/office/drawing/2014/main" id="{0513E79E-207C-4695-B0D0-A0F0116AFE91}"/>
                </a:ext>
              </a:extLst>
            </p:cNvPr>
            <p:cNvSpPr/>
            <p:nvPr/>
          </p:nvSpPr>
          <p:spPr>
            <a:xfrm>
              <a:off x="23789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7" name="타원 14656">
              <a:extLst>
                <a:ext uri="{FF2B5EF4-FFF2-40B4-BE49-F238E27FC236}">
                  <a16:creationId xmlns:a16="http://schemas.microsoft.com/office/drawing/2014/main" id="{6AD92A5B-71D8-4458-9D32-DD36549B6EE7}"/>
                </a:ext>
              </a:extLst>
            </p:cNvPr>
            <p:cNvSpPr/>
            <p:nvPr/>
          </p:nvSpPr>
          <p:spPr>
            <a:xfrm>
              <a:off x="2531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8" name="타원 14657">
              <a:extLst>
                <a:ext uri="{FF2B5EF4-FFF2-40B4-BE49-F238E27FC236}">
                  <a16:creationId xmlns:a16="http://schemas.microsoft.com/office/drawing/2014/main" id="{9788A51F-FB56-4AFF-A042-034E8B638908}"/>
                </a:ext>
              </a:extLst>
            </p:cNvPr>
            <p:cNvSpPr/>
            <p:nvPr/>
          </p:nvSpPr>
          <p:spPr>
            <a:xfrm>
              <a:off x="2683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59" name="타원 14658">
              <a:extLst>
                <a:ext uri="{FF2B5EF4-FFF2-40B4-BE49-F238E27FC236}">
                  <a16:creationId xmlns:a16="http://schemas.microsoft.com/office/drawing/2014/main" id="{B6CD5C85-B8DD-47CD-907D-1889E8B3AE35}"/>
                </a:ext>
              </a:extLst>
            </p:cNvPr>
            <p:cNvSpPr/>
            <p:nvPr/>
          </p:nvSpPr>
          <p:spPr>
            <a:xfrm>
              <a:off x="28361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0" name="타원 14659">
              <a:extLst>
                <a:ext uri="{FF2B5EF4-FFF2-40B4-BE49-F238E27FC236}">
                  <a16:creationId xmlns:a16="http://schemas.microsoft.com/office/drawing/2014/main" id="{CD0DFAA9-7DE2-421C-9CAD-39E0A545501B}"/>
                </a:ext>
              </a:extLst>
            </p:cNvPr>
            <p:cNvSpPr/>
            <p:nvPr/>
          </p:nvSpPr>
          <p:spPr>
            <a:xfrm>
              <a:off x="29885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1" name="타원 14660">
              <a:extLst>
                <a:ext uri="{FF2B5EF4-FFF2-40B4-BE49-F238E27FC236}">
                  <a16:creationId xmlns:a16="http://schemas.microsoft.com/office/drawing/2014/main" id="{57BD000A-4C71-4BD7-84B5-98D0A67E571B}"/>
                </a:ext>
              </a:extLst>
            </p:cNvPr>
            <p:cNvSpPr/>
            <p:nvPr/>
          </p:nvSpPr>
          <p:spPr>
            <a:xfrm>
              <a:off x="31409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2" name="타원 14661">
              <a:extLst>
                <a:ext uri="{FF2B5EF4-FFF2-40B4-BE49-F238E27FC236}">
                  <a16:creationId xmlns:a16="http://schemas.microsoft.com/office/drawing/2014/main" id="{E51DE13D-628C-4138-850D-35D25FBE9425}"/>
                </a:ext>
              </a:extLst>
            </p:cNvPr>
            <p:cNvSpPr/>
            <p:nvPr/>
          </p:nvSpPr>
          <p:spPr>
            <a:xfrm>
              <a:off x="3293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3" name="타원 14662">
              <a:extLst>
                <a:ext uri="{FF2B5EF4-FFF2-40B4-BE49-F238E27FC236}">
                  <a16:creationId xmlns:a16="http://schemas.microsoft.com/office/drawing/2014/main" id="{AB12FD11-60D1-4708-86B4-FC259399800C}"/>
                </a:ext>
              </a:extLst>
            </p:cNvPr>
            <p:cNvSpPr/>
            <p:nvPr/>
          </p:nvSpPr>
          <p:spPr>
            <a:xfrm>
              <a:off x="3445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4" name="타원 14663">
              <a:extLst>
                <a:ext uri="{FF2B5EF4-FFF2-40B4-BE49-F238E27FC236}">
                  <a16:creationId xmlns:a16="http://schemas.microsoft.com/office/drawing/2014/main" id="{B2D5C29C-E020-45E0-B6B5-11FEFBD5B783}"/>
                </a:ext>
              </a:extLst>
            </p:cNvPr>
            <p:cNvSpPr/>
            <p:nvPr/>
          </p:nvSpPr>
          <p:spPr>
            <a:xfrm>
              <a:off x="35981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5" name="타원 14664">
              <a:extLst>
                <a:ext uri="{FF2B5EF4-FFF2-40B4-BE49-F238E27FC236}">
                  <a16:creationId xmlns:a16="http://schemas.microsoft.com/office/drawing/2014/main" id="{1B29A158-3279-49F1-A6F3-E786B3333662}"/>
                </a:ext>
              </a:extLst>
            </p:cNvPr>
            <p:cNvSpPr/>
            <p:nvPr/>
          </p:nvSpPr>
          <p:spPr>
            <a:xfrm>
              <a:off x="37505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6" name="타원 14665">
              <a:extLst>
                <a:ext uri="{FF2B5EF4-FFF2-40B4-BE49-F238E27FC236}">
                  <a16:creationId xmlns:a16="http://schemas.microsoft.com/office/drawing/2014/main" id="{72FA66FC-E918-4999-A173-E314508299C3}"/>
                </a:ext>
              </a:extLst>
            </p:cNvPr>
            <p:cNvSpPr/>
            <p:nvPr/>
          </p:nvSpPr>
          <p:spPr>
            <a:xfrm>
              <a:off x="39029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7" name="타원 14666">
              <a:extLst>
                <a:ext uri="{FF2B5EF4-FFF2-40B4-BE49-F238E27FC236}">
                  <a16:creationId xmlns:a16="http://schemas.microsoft.com/office/drawing/2014/main" id="{BB607C33-D150-46C0-B43F-902FA167003F}"/>
                </a:ext>
              </a:extLst>
            </p:cNvPr>
            <p:cNvSpPr/>
            <p:nvPr/>
          </p:nvSpPr>
          <p:spPr>
            <a:xfrm>
              <a:off x="4055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8" name="타원 14667">
              <a:extLst>
                <a:ext uri="{FF2B5EF4-FFF2-40B4-BE49-F238E27FC236}">
                  <a16:creationId xmlns:a16="http://schemas.microsoft.com/office/drawing/2014/main" id="{752940AB-A515-4FCF-B517-09282566E488}"/>
                </a:ext>
              </a:extLst>
            </p:cNvPr>
            <p:cNvSpPr/>
            <p:nvPr/>
          </p:nvSpPr>
          <p:spPr>
            <a:xfrm>
              <a:off x="4207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69" name="타원 14668">
              <a:extLst>
                <a:ext uri="{FF2B5EF4-FFF2-40B4-BE49-F238E27FC236}">
                  <a16:creationId xmlns:a16="http://schemas.microsoft.com/office/drawing/2014/main" id="{7E0E74A5-CC66-4621-B960-069B53D5DD41}"/>
                </a:ext>
              </a:extLst>
            </p:cNvPr>
            <p:cNvSpPr/>
            <p:nvPr/>
          </p:nvSpPr>
          <p:spPr>
            <a:xfrm>
              <a:off x="43601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0" name="타원 14669">
              <a:extLst>
                <a:ext uri="{FF2B5EF4-FFF2-40B4-BE49-F238E27FC236}">
                  <a16:creationId xmlns:a16="http://schemas.microsoft.com/office/drawing/2014/main" id="{6AC634B0-8106-4CEF-9399-95918A0001A2}"/>
                </a:ext>
              </a:extLst>
            </p:cNvPr>
            <p:cNvSpPr/>
            <p:nvPr/>
          </p:nvSpPr>
          <p:spPr>
            <a:xfrm>
              <a:off x="45125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1" name="타원 14670">
              <a:extLst>
                <a:ext uri="{FF2B5EF4-FFF2-40B4-BE49-F238E27FC236}">
                  <a16:creationId xmlns:a16="http://schemas.microsoft.com/office/drawing/2014/main" id="{F499C1A7-0253-474E-998C-1478154F3032}"/>
                </a:ext>
              </a:extLst>
            </p:cNvPr>
            <p:cNvSpPr/>
            <p:nvPr/>
          </p:nvSpPr>
          <p:spPr>
            <a:xfrm>
              <a:off x="46649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2" name="타원 14671">
              <a:extLst>
                <a:ext uri="{FF2B5EF4-FFF2-40B4-BE49-F238E27FC236}">
                  <a16:creationId xmlns:a16="http://schemas.microsoft.com/office/drawing/2014/main" id="{08BA853E-9C6D-490D-B3E5-8034856BE14E}"/>
                </a:ext>
              </a:extLst>
            </p:cNvPr>
            <p:cNvSpPr/>
            <p:nvPr/>
          </p:nvSpPr>
          <p:spPr>
            <a:xfrm>
              <a:off x="4817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3" name="타원 14672">
              <a:extLst>
                <a:ext uri="{FF2B5EF4-FFF2-40B4-BE49-F238E27FC236}">
                  <a16:creationId xmlns:a16="http://schemas.microsoft.com/office/drawing/2014/main" id="{3C59C95A-3E96-4D31-8619-0F5E13F45CB5}"/>
                </a:ext>
              </a:extLst>
            </p:cNvPr>
            <p:cNvSpPr/>
            <p:nvPr/>
          </p:nvSpPr>
          <p:spPr>
            <a:xfrm>
              <a:off x="4969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4" name="타원 14673">
              <a:extLst>
                <a:ext uri="{FF2B5EF4-FFF2-40B4-BE49-F238E27FC236}">
                  <a16:creationId xmlns:a16="http://schemas.microsoft.com/office/drawing/2014/main" id="{1CAF167D-3C4A-4E8B-BAF3-B5E09853AD8D}"/>
                </a:ext>
              </a:extLst>
            </p:cNvPr>
            <p:cNvSpPr/>
            <p:nvPr/>
          </p:nvSpPr>
          <p:spPr>
            <a:xfrm>
              <a:off x="51221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5" name="타원 14674">
              <a:extLst>
                <a:ext uri="{FF2B5EF4-FFF2-40B4-BE49-F238E27FC236}">
                  <a16:creationId xmlns:a16="http://schemas.microsoft.com/office/drawing/2014/main" id="{9FBF81D6-1A5C-417B-8D94-5B5F328EC6C1}"/>
                </a:ext>
              </a:extLst>
            </p:cNvPr>
            <p:cNvSpPr/>
            <p:nvPr/>
          </p:nvSpPr>
          <p:spPr>
            <a:xfrm>
              <a:off x="52745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6" name="타원 14675">
              <a:extLst>
                <a:ext uri="{FF2B5EF4-FFF2-40B4-BE49-F238E27FC236}">
                  <a16:creationId xmlns:a16="http://schemas.microsoft.com/office/drawing/2014/main" id="{C368BA11-134B-4456-8D4B-1A1EAF854AC5}"/>
                </a:ext>
              </a:extLst>
            </p:cNvPr>
            <p:cNvSpPr/>
            <p:nvPr/>
          </p:nvSpPr>
          <p:spPr>
            <a:xfrm>
              <a:off x="54269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7" name="타원 14676">
              <a:extLst>
                <a:ext uri="{FF2B5EF4-FFF2-40B4-BE49-F238E27FC236}">
                  <a16:creationId xmlns:a16="http://schemas.microsoft.com/office/drawing/2014/main" id="{045B563F-E59F-4C63-A340-CDB23CD34270}"/>
                </a:ext>
              </a:extLst>
            </p:cNvPr>
            <p:cNvSpPr/>
            <p:nvPr/>
          </p:nvSpPr>
          <p:spPr>
            <a:xfrm>
              <a:off x="55793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8" name="타원 14677">
              <a:extLst>
                <a:ext uri="{FF2B5EF4-FFF2-40B4-BE49-F238E27FC236}">
                  <a16:creationId xmlns:a16="http://schemas.microsoft.com/office/drawing/2014/main" id="{32FBF2F6-6325-4E06-8759-F35894B2833F}"/>
                </a:ext>
              </a:extLst>
            </p:cNvPr>
            <p:cNvSpPr/>
            <p:nvPr/>
          </p:nvSpPr>
          <p:spPr>
            <a:xfrm>
              <a:off x="5731775" y="3960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79" name="타원 14678">
              <a:extLst>
                <a:ext uri="{FF2B5EF4-FFF2-40B4-BE49-F238E27FC236}">
                  <a16:creationId xmlns:a16="http://schemas.microsoft.com/office/drawing/2014/main" id="{B9600621-8088-4853-BAF9-3EDA82DE090C}"/>
                </a:ext>
              </a:extLst>
            </p:cNvPr>
            <p:cNvSpPr/>
            <p:nvPr/>
          </p:nvSpPr>
          <p:spPr>
            <a:xfrm>
              <a:off x="245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0" name="타원 14679">
              <a:extLst>
                <a:ext uri="{FF2B5EF4-FFF2-40B4-BE49-F238E27FC236}">
                  <a16:creationId xmlns:a16="http://schemas.microsoft.com/office/drawing/2014/main" id="{628E612A-0E80-4C2D-9AEE-F54A0E954DE1}"/>
                </a:ext>
              </a:extLst>
            </p:cNvPr>
            <p:cNvSpPr/>
            <p:nvPr/>
          </p:nvSpPr>
          <p:spPr>
            <a:xfrm>
              <a:off x="397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1" name="타원 14680">
              <a:extLst>
                <a:ext uri="{FF2B5EF4-FFF2-40B4-BE49-F238E27FC236}">
                  <a16:creationId xmlns:a16="http://schemas.microsoft.com/office/drawing/2014/main" id="{E52503CE-B568-4AF1-8B1D-47B76E883E66}"/>
                </a:ext>
              </a:extLst>
            </p:cNvPr>
            <p:cNvSpPr/>
            <p:nvPr/>
          </p:nvSpPr>
          <p:spPr>
            <a:xfrm>
              <a:off x="5501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2" name="타원 14681">
              <a:extLst>
                <a:ext uri="{FF2B5EF4-FFF2-40B4-BE49-F238E27FC236}">
                  <a16:creationId xmlns:a16="http://schemas.microsoft.com/office/drawing/2014/main" id="{345D1BC4-7E0C-4B16-8760-EFB6D890745E}"/>
                </a:ext>
              </a:extLst>
            </p:cNvPr>
            <p:cNvSpPr/>
            <p:nvPr/>
          </p:nvSpPr>
          <p:spPr>
            <a:xfrm>
              <a:off x="7025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3" name="타원 14682">
              <a:extLst>
                <a:ext uri="{FF2B5EF4-FFF2-40B4-BE49-F238E27FC236}">
                  <a16:creationId xmlns:a16="http://schemas.microsoft.com/office/drawing/2014/main" id="{99FF98A8-0861-408F-9B2E-F533AF380D23}"/>
                </a:ext>
              </a:extLst>
            </p:cNvPr>
            <p:cNvSpPr/>
            <p:nvPr/>
          </p:nvSpPr>
          <p:spPr>
            <a:xfrm>
              <a:off x="8549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4" name="타원 14683">
              <a:extLst>
                <a:ext uri="{FF2B5EF4-FFF2-40B4-BE49-F238E27FC236}">
                  <a16:creationId xmlns:a16="http://schemas.microsoft.com/office/drawing/2014/main" id="{F997C9C7-0B41-4F15-BD7F-4D390916F588}"/>
                </a:ext>
              </a:extLst>
            </p:cNvPr>
            <p:cNvSpPr/>
            <p:nvPr/>
          </p:nvSpPr>
          <p:spPr>
            <a:xfrm>
              <a:off x="1007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5" name="타원 14684">
              <a:extLst>
                <a:ext uri="{FF2B5EF4-FFF2-40B4-BE49-F238E27FC236}">
                  <a16:creationId xmlns:a16="http://schemas.microsoft.com/office/drawing/2014/main" id="{E72D794E-4D01-42BA-A1EE-9D69A05F7C06}"/>
                </a:ext>
              </a:extLst>
            </p:cNvPr>
            <p:cNvSpPr/>
            <p:nvPr/>
          </p:nvSpPr>
          <p:spPr>
            <a:xfrm>
              <a:off x="1159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6" name="타원 14685">
              <a:extLst>
                <a:ext uri="{FF2B5EF4-FFF2-40B4-BE49-F238E27FC236}">
                  <a16:creationId xmlns:a16="http://schemas.microsoft.com/office/drawing/2014/main" id="{1BF57DA9-CC1E-4A3E-B1CB-DEEA8645A32D}"/>
                </a:ext>
              </a:extLst>
            </p:cNvPr>
            <p:cNvSpPr/>
            <p:nvPr/>
          </p:nvSpPr>
          <p:spPr>
            <a:xfrm>
              <a:off x="13121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7" name="타원 14686">
              <a:extLst>
                <a:ext uri="{FF2B5EF4-FFF2-40B4-BE49-F238E27FC236}">
                  <a16:creationId xmlns:a16="http://schemas.microsoft.com/office/drawing/2014/main" id="{D05E36D6-3893-421D-B133-89415DDF5B3B}"/>
                </a:ext>
              </a:extLst>
            </p:cNvPr>
            <p:cNvSpPr/>
            <p:nvPr/>
          </p:nvSpPr>
          <p:spPr>
            <a:xfrm>
              <a:off x="14645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8" name="타원 14687">
              <a:extLst>
                <a:ext uri="{FF2B5EF4-FFF2-40B4-BE49-F238E27FC236}">
                  <a16:creationId xmlns:a16="http://schemas.microsoft.com/office/drawing/2014/main" id="{FE98EEBB-FAEA-4FA3-A19E-F4DA1B50BB56}"/>
                </a:ext>
              </a:extLst>
            </p:cNvPr>
            <p:cNvSpPr/>
            <p:nvPr/>
          </p:nvSpPr>
          <p:spPr>
            <a:xfrm>
              <a:off x="16169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89" name="타원 14688">
              <a:extLst>
                <a:ext uri="{FF2B5EF4-FFF2-40B4-BE49-F238E27FC236}">
                  <a16:creationId xmlns:a16="http://schemas.microsoft.com/office/drawing/2014/main" id="{C7F8A490-25F3-4965-87F7-DCF78939B9C3}"/>
                </a:ext>
              </a:extLst>
            </p:cNvPr>
            <p:cNvSpPr/>
            <p:nvPr/>
          </p:nvSpPr>
          <p:spPr>
            <a:xfrm>
              <a:off x="1769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0" name="타원 14689">
              <a:extLst>
                <a:ext uri="{FF2B5EF4-FFF2-40B4-BE49-F238E27FC236}">
                  <a16:creationId xmlns:a16="http://schemas.microsoft.com/office/drawing/2014/main" id="{C4847767-C181-4EB3-955B-C12711E6CA06}"/>
                </a:ext>
              </a:extLst>
            </p:cNvPr>
            <p:cNvSpPr/>
            <p:nvPr/>
          </p:nvSpPr>
          <p:spPr>
            <a:xfrm>
              <a:off x="1921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1" name="타원 14690">
              <a:extLst>
                <a:ext uri="{FF2B5EF4-FFF2-40B4-BE49-F238E27FC236}">
                  <a16:creationId xmlns:a16="http://schemas.microsoft.com/office/drawing/2014/main" id="{161FE938-65D0-4587-9A4B-2C2932A984C9}"/>
                </a:ext>
              </a:extLst>
            </p:cNvPr>
            <p:cNvSpPr/>
            <p:nvPr/>
          </p:nvSpPr>
          <p:spPr>
            <a:xfrm>
              <a:off x="20741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2" name="타원 14691">
              <a:extLst>
                <a:ext uri="{FF2B5EF4-FFF2-40B4-BE49-F238E27FC236}">
                  <a16:creationId xmlns:a16="http://schemas.microsoft.com/office/drawing/2014/main" id="{8ACA1133-767F-439F-85B6-99C8158BBB1A}"/>
                </a:ext>
              </a:extLst>
            </p:cNvPr>
            <p:cNvSpPr/>
            <p:nvPr/>
          </p:nvSpPr>
          <p:spPr>
            <a:xfrm>
              <a:off x="22265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3" name="타원 14692">
              <a:extLst>
                <a:ext uri="{FF2B5EF4-FFF2-40B4-BE49-F238E27FC236}">
                  <a16:creationId xmlns:a16="http://schemas.microsoft.com/office/drawing/2014/main" id="{A4F29D4F-64F1-4488-B32A-40E67D267551}"/>
                </a:ext>
              </a:extLst>
            </p:cNvPr>
            <p:cNvSpPr/>
            <p:nvPr/>
          </p:nvSpPr>
          <p:spPr>
            <a:xfrm>
              <a:off x="23789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4" name="타원 14693">
              <a:extLst>
                <a:ext uri="{FF2B5EF4-FFF2-40B4-BE49-F238E27FC236}">
                  <a16:creationId xmlns:a16="http://schemas.microsoft.com/office/drawing/2014/main" id="{1E2BA9D6-CEA0-4D5F-831C-D9468DEB2A9C}"/>
                </a:ext>
              </a:extLst>
            </p:cNvPr>
            <p:cNvSpPr/>
            <p:nvPr/>
          </p:nvSpPr>
          <p:spPr>
            <a:xfrm>
              <a:off x="2531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5" name="타원 14694">
              <a:extLst>
                <a:ext uri="{FF2B5EF4-FFF2-40B4-BE49-F238E27FC236}">
                  <a16:creationId xmlns:a16="http://schemas.microsoft.com/office/drawing/2014/main" id="{D009405E-66A5-439E-B87F-86E5D26A1E11}"/>
                </a:ext>
              </a:extLst>
            </p:cNvPr>
            <p:cNvSpPr/>
            <p:nvPr/>
          </p:nvSpPr>
          <p:spPr>
            <a:xfrm>
              <a:off x="2683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6" name="타원 14695">
              <a:extLst>
                <a:ext uri="{FF2B5EF4-FFF2-40B4-BE49-F238E27FC236}">
                  <a16:creationId xmlns:a16="http://schemas.microsoft.com/office/drawing/2014/main" id="{0352315F-66D3-4E39-A945-8074596C91F0}"/>
                </a:ext>
              </a:extLst>
            </p:cNvPr>
            <p:cNvSpPr/>
            <p:nvPr/>
          </p:nvSpPr>
          <p:spPr>
            <a:xfrm>
              <a:off x="28361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7" name="타원 14696">
              <a:extLst>
                <a:ext uri="{FF2B5EF4-FFF2-40B4-BE49-F238E27FC236}">
                  <a16:creationId xmlns:a16="http://schemas.microsoft.com/office/drawing/2014/main" id="{944B2FDC-590D-4210-BA2A-B36B7B800BC3}"/>
                </a:ext>
              </a:extLst>
            </p:cNvPr>
            <p:cNvSpPr/>
            <p:nvPr/>
          </p:nvSpPr>
          <p:spPr>
            <a:xfrm>
              <a:off x="29885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8" name="타원 14697">
              <a:extLst>
                <a:ext uri="{FF2B5EF4-FFF2-40B4-BE49-F238E27FC236}">
                  <a16:creationId xmlns:a16="http://schemas.microsoft.com/office/drawing/2014/main" id="{0D7E047A-6A63-4BAA-B488-ABDA62C93250}"/>
                </a:ext>
              </a:extLst>
            </p:cNvPr>
            <p:cNvSpPr/>
            <p:nvPr/>
          </p:nvSpPr>
          <p:spPr>
            <a:xfrm>
              <a:off x="31409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99" name="타원 14698">
              <a:extLst>
                <a:ext uri="{FF2B5EF4-FFF2-40B4-BE49-F238E27FC236}">
                  <a16:creationId xmlns:a16="http://schemas.microsoft.com/office/drawing/2014/main" id="{703D77E8-A31D-456B-BF8F-3FFB33D9B697}"/>
                </a:ext>
              </a:extLst>
            </p:cNvPr>
            <p:cNvSpPr/>
            <p:nvPr/>
          </p:nvSpPr>
          <p:spPr>
            <a:xfrm>
              <a:off x="3293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0" name="타원 14699">
              <a:extLst>
                <a:ext uri="{FF2B5EF4-FFF2-40B4-BE49-F238E27FC236}">
                  <a16:creationId xmlns:a16="http://schemas.microsoft.com/office/drawing/2014/main" id="{36D32670-311B-498A-908E-ACDD82B095E5}"/>
                </a:ext>
              </a:extLst>
            </p:cNvPr>
            <p:cNvSpPr/>
            <p:nvPr/>
          </p:nvSpPr>
          <p:spPr>
            <a:xfrm>
              <a:off x="3445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1" name="타원 14700">
              <a:extLst>
                <a:ext uri="{FF2B5EF4-FFF2-40B4-BE49-F238E27FC236}">
                  <a16:creationId xmlns:a16="http://schemas.microsoft.com/office/drawing/2014/main" id="{D14DE627-C2AE-4FED-A741-3FB2B1B43280}"/>
                </a:ext>
              </a:extLst>
            </p:cNvPr>
            <p:cNvSpPr/>
            <p:nvPr/>
          </p:nvSpPr>
          <p:spPr>
            <a:xfrm>
              <a:off x="35981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2" name="타원 14701">
              <a:extLst>
                <a:ext uri="{FF2B5EF4-FFF2-40B4-BE49-F238E27FC236}">
                  <a16:creationId xmlns:a16="http://schemas.microsoft.com/office/drawing/2014/main" id="{F9D79ABD-445D-4F61-8E5E-003DC11986F5}"/>
                </a:ext>
              </a:extLst>
            </p:cNvPr>
            <p:cNvSpPr/>
            <p:nvPr/>
          </p:nvSpPr>
          <p:spPr>
            <a:xfrm>
              <a:off x="37505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3" name="타원 14702">
              <a:extLst>
                <a:ext uri="{FF2B5EF4-FFF2-40B4-BE49-F238E27FC236}">
                  <a16:creationId xmlns:a16="http://schemas.microsoft.com/office/drawing/2014/main" id="{694B2E52-F209-4105-855A-2B4592D2486D}"/>
                </a:ext>
              </a:extLst>
            </p:cNvPr>
            <p:cNvSpPr/>
            <p:nvPr/>
          </p:nvSpPr>
          <p:spPr>
            <a:xfrm>
              <a:off x="39029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4" name="타원 14703">
              <a:extLst>
                <a:ext uri="{FF2B5EF4-FFF2-40B4-BE49-F238E27FC236}">
                  <a16:creationId xmlns:a16="http://schemas.microsoft.com/office/drawing/2014/main" id="{FE6E6E81-F43C-41E7-96A8-63A5045FF7F9}"/>
                </a:ext>
              </a:extLst>
            </p:cNvPr>
            <p:cNvSpPr/>
            <p:nvPr/>
          </p:nvSpPr>
          <p:spPr>
            <a:xfrm>
              <a:off x="4055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5" name="타원 14704">
              <a:extLst>
                <a:ext uri="{FF2B5EF4-FFF2-40B4-BE49-F238E27FC236}">
                  <a16:creationId xmlns:a16="http://schemas.microsoft.com/office/drawing/2014/main" id="{FFB9D9FF-1939-483B-90A8-C79FD1191D2B}"/>
                </a:ext>
              </a:extLst>
            </p:cNvPr>
            <p:cNvSpPr/>
            <p:nvPr/>
          </p:nvSpPr>
          <p:spPr>
            <a:xfrm>
              <a:off x="4207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6" name="타원 14705">
              <a:extLst>
                <a:ext uri="{FF2B5EF4-FFF2-40B4-BE49-F238E27FC236}">
                  <a16:creationId xmlns:a16="http://schemas.microsoft.com/office/drawing/2014/main" id="{5CCA30C1-F8A4-43F0-AD37-7E960400A389}"/>
                </a:ext>
              </a:extLst>
            </p:cNvPr>
            <p:cNvSpPr/>
            <p:nvPr/>
          </p:nvSpPr>
          <p:spPr>
            <a:xfrm>
              <a:off x="43601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7" name="타원 14706">
              <a:extLst>
                <a:ext uri="{FF2B5EF4-FFF2-40B4-BE49-F238E27FC236}">
                  <a16:creationId xmlns:a16="http://schemas.microsoft.com/office/drawing/2014/main" id="{10F3356D-A14F-4D1C-BED1-0F4AFFFFB26E}"/>
                </a:ext>
              </a:extLst>
            </p:cNvPr>
            <p:cNvSpPr/>
            <p:nvPr/>
          </p:nvSpPr>
          <p:spPr>
            <a:xfrm>
              <a:off x="45125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8" name="타원 14707">
              <a:extLst>
                <a:ext uri="{FF2B5EF4-FFF2-40B4-BE49-F238E27FC236}">
                  <a16:creationId xmlns:a16="http://schemas.microsoft.com/office/drawing/2014/main" id="{6AC55632-F11F-4141-A43A-E8A2CE8E6EBC}"/>
                </a:ext>
              </a:extLst>
            </p:cNvPr>
            <p:cNvSpPr/>
            <p:nvPr/>
          </p:nvSpPr>
          <p:spPr>
            <a:xfrm>
              <a:off x="46649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09" name="타원 14708">
              <a:extLst>
                <a:ext uri="{FF2B5EF4-FFF2-40B4-BE49-F238E27FC236}">
                  <a16:creationId xmlns:a16="http://schemas.microsoft.com/office/drawing/2014/main" id="{2374CFC8-55ED-4331-806D-CE1A53CE7A35}"/>
                </a:ext>
              </a:extLst>
            </p:cNvPr>
            <p:cNvSpPr/>
            <p:nvPr/>
          </p:nvSpPr>
          <p:spPr>
            <a:xfrm>
              <a:off x="4817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0" name="타원 14709">
              <a:extLst>
                <a:ext uri="{FF2B5EF4-FFF2-40B4-BE49-F238E27FC236}">
                  <a16:creationId xmlns:a16="http://schemas.microsoft.com/office/drawing/2014/main" id="{3996F3BF-F260-4159-BFB3-1F00A0D3AECD}"/>
                </a:ext>
              </a:extLst>
            </p:cNvPr>
            <p:cNvSpPr/>
            <p:nvPr/>
          </p:nvSpPr>
          <p:spPr>
            <a:xfrm>
              <a:off x="4969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1" name="타원 14710">
              <a:extLst>
                <a:ext uri="{FF2B5EF4-FFF2-40B4-BE49-F238E27FC236}">
                  <a16:creationId xmlns:a16="http://schemas.microsoft.com/office/drawing/2014/main" id="{D335482F-C42E-42A0-99F0-4FB832F07C47}"/>
                </a:ext>
              </a:extLst>
            </p:cNvPr>
            <p:cNvSpPr/>
            <p:nvPr/>
          </p:nvSpPr>
          <p:spPr>
            <a:xfrm>
              <a:off x="51221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2" name="타원 14711">
              <a:extLst>
                <a:ext uri="{FF2B5EF4-FFF2-40B4-BE49-F238E27FC236}">
                  <a16:creationId xmlns:a16="http://schemas.microsoft.com/office/drawing/2014/main" id="{72B9AAA2-2838-49C9-A881-E6E11167568E}"/>
                </a:ext>
              </a:extLst>
            </p:cNvPr>
            <p:cNvSpPr/>
            <p:nvPr/>
          </p:nvSpPr>
          <p:spPr>
            <a:xfrm>
              <a:off x="52745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3" name="타원 14712">
              <a:extLst>
                <a:ext uri="{FF2B5EF4-FFF2-40B4-BE49-F238E27FC236}">
                  <a16:creationId xmlns:a16="http://schemas.microsoft.com/office/drawing/2014/main" id="{C2A79FC7-B4E4-4DD6-8FD3-1A9A749895AD}"/>
                </a:ext>
              </a:extLst>
            </p:cNvPr>
            <p:cNvSpPr/>
            <p:nvPr/>
          </p:nvSpPr>
          <p:spPr>
            <a:xfrm>
              <a:off x="54269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4" name="타원 14713">
              <a:extLst>
                <a:ext uri="{FF2B5EF4-FFF2-40B4-BE49-F238E27FC236}">
                  <a16:creationId xmlns:a16="http://schemas.microsoft.com/office/drawing/2014/main" id="{4DA51BF4-F2F1-4A5D-ABFE-8E0139111913}"/>
                </a:ext>
              </a:extLst>
            </p:cNvPr>
            <p:cNvSpPr/>
            <p:nvPr/>
          </p:nvSpPr>
          <p:spPr>
            <a:xfrm>
              <a:off x="55793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5" name="타원 14714">
              <a:extLst>
                <a:ext uri="{FF2B5EF4-FFF2-40B4-BE49-F238E27FC236}">
                  <a16:creationId xmlns:a16="http://schemas.microsoft.com/office/drawing/2014/main" id="{CDA16492-03C4-480F-92B8-94A84389EB74}"/>
                </a:ext>
              </a:extLst>
            </p:cNvPr>
            <p:cNvSpPr/>
            <p:nvPr/>
          </p:nvSpPr>
          <p:spPr>
            <a:xfrm>
              <a:off x="5731775" y="4112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6" name="타원 14715">
              <a:extLst>
                <a:ext uri="{FF2B5EF4-FFF2-40B4-BE49-F238E27FC236}">
                  <a16:creationId xmlns:a16="http://schemas.microsoft.com/office/drawing/2014/main" id="{21FCCBAF-182A-4DCA-9F01-0225223761F8}"/>
                </a:ext>
              </a:extLst>
            </p:cNvPr>
            <p:cNvSpPr/>
            <p:nvPr/>
          </p:nvSpPr>
          <p:spPr>
            <a:xfrm>
              <a:off x="245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7" name="타원 14716">
              <a:extLst>
                <a:ext uri="{FF2B5EF4-FFF2-40B4-BE49-F238E27FC236}">
                  <a16:creationId xmlns:a16="http://schemas.microsoft.com/office/drawing/2014/main" id="{95A3D3E9-5EC5-4234-B235-DF28C7BC5FE4}"/>
                </a:ext>
              </a:extLst>
            </p:cNvPr>
            <p:cNvSpPr/>
            <p:nvPr/>
          </p:nvSpPr>
          <p:spPr>
            <a:xfrm>
              <a:off x="397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8" name="타원 14717">
              <a:extLst>
                <a:ext uri="{FF2B5EF4-FFF2-40B4-BE49-F238E27FC236}">
                  <a16:creationId xmlns:a16="http://schemas.microsoft.com/office/drawing/2014/main" id="{CC9A6047-68AC-47A7-92E5-BE18FCAE5B0C}"/>
                </a:ext>
              </a:extLst>
            </p:cNvPr>
            <p:cNvSpPr/>
            <p:nvPr/>
          </p:nvSpPr>
          <p:spPr>
            <a:xfrm>
              <a:off x="5501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19" name="타원 14718">
              <a:extLst>
                <a:ext uri="{FF2B5EF4-FFF2-40B4-BE49-F238E27FC236}">
                  <a16:creationId xmlns:a16="http://schemas.microsoft.com/office/drawing/2014/main" id="{4F528A3C-9CAD-4E9E-AED4-2378FFFAB764}"/>
                </a:ext>
              </a:extLst>
            </p:cNvPr>
            <p:cNvSpPr/>
            <p:nvPr/>
          </p:nvSpPr>
          <p:spPr>
            <a:xfrm>
              <a:off x="7025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0" name="타원 14719">
              <a:extLst>
                <a:ext uri="{FF2B5EF4-FFF2-40B4-BE49-F238E27FC236}">
                  <a16:creationId xmlns:a16="http://schemas.microsoft.com/office/drawing/2014/main" id="{1B971D4F-636A-468A-ABD6-76A85CF7D83F}"/>
                </a:ext>
              </a:extLst>
            </p:cNvPr>
            <p:cNvSpPr/>
            <p:nvPr/>
          </p:nvSpPr>
          <p:spPr>
            <a:xfrm>
              <a:off x="8549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1" name="타원 14720">
              <a:extLst>
                <a:ext uri="{FF2B5EF4-FFF2-40B4-BE49-F238E27FC236}">
                  <a16:creationId xmlns:a16="http://schemas.microsoft.com/office/drawing/2014/main" id="{0E49D5E9-197F-4338-85BC-A5E91E2E6F6E}"/>
                </a:ext>
              </a:extLst>
            </p:cNvPr>
            <p:cNvSpPr/>
            <p:nvPr/>
          </p:nvSpPr>
          <p:spPr>
            <a:xfrm>
              <a:off x="1007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2" name="타원 14721">
              <a:extLst>
                <a:ext uri="{FF2B5EF4-FFF2-40B4-BE49-F238E27FC236}">
                  <a16:creationId xmlns:a16="http://schemas.microsoft.com/office/drawing/2014/main" id="{621C5187-048E-4587-A8E5-92715DFECA24}"/>
                </a:ext>
              </a:extLst>
            </p:cNvPr>
            <p:cNvSpPr/>
            <p:nvPr/>
          </p:nvSpPr>
          <p:spPr>
            <a:xfrm>
              <a:off x="1159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3" name="타원 14722">
              <a:extLst>
                <a:ext uri="{FF2B5EF4-FFF2-40B4-BE49-F238E27FC236}">
                  <a16:creationId xmlns:a16="http://schemas.microsoft.com/office/drawing/2014/main" id="{5B8BA016-384E-4D24-B96E-A3F861F6CB1F}"/>
                </a:ext>
              </a:extLst>
            </p:cNvPr>
            <p:cNvSpPr/>
            <p:nvPr/>
          </p:nvSpPr>
          <p:spPr>
            <a:xfrm>
              <a:off x="13121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4" name="타원 14723">
              <a:extLst>
                <a:ext uri="{FF2B5EF4-FFF2-40B4-BE49-F238E27FC236}">
                  <a16:creationId xmlns:a16="http://schemas.microsoft.com/office/drawing/2014/main" id="{DA07CA18-53E6-4C39-9253-54D3AB399935}"/>
                </a:ext>
              </a:extLst>
            </p:cNvPr>
            <p:cNvSpPr/>
            <p:nvPr/>
          </p:nvSpPr>
          <p:spPr>
            <a:xfrm>
              <a:off x="14645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5" name="타원 14724">
              <a:extLst>
                <a:ext uri="{FF2B5EF4-FFF2-40B4-BE49-F238E27FC236}">
                  <a16:creationId xmlns:a16="http://schemas.microsoft.com/office/drawing/2014/main" id="{FBE702B0-1EC6-4D86-AC34-C1C36AA9B6F1}"/>
                </a:ext>
              </a:extLst>
            </p:cNvPr>
            <p:cNvSpPr/>
            <p:nvPr/>
          </p:nvSpPr>
          <p:spPr>
            <a:xfrm>
              <a:off x="16169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6" name="타원 14725">
              <a:extLst>
                <a:ext uri="{FF2B5EF4-FFF2-40B4-BE49-F238E27FC236}">
                  <a16:creationId xmlns:a16="http://schemas.microsoft.com/office/drawing/2014/main" id="{B5AACCF0-FED5-4656-82DB-61ABB570C439}"/>
                </a:ext>
              </a:extLst>
            </p:cNvPr>
            <p:cNvSpPr/>
            <p:nvPr/>
          </p:nvSpPr>
          <p:spPr>
            <a:xfrm>
              <a:off x="1769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7" name="타원 14726">
              <a:extLst>
                <a:ext uri="{FF2B5EF4-FFF2-40B4-BE49-F238E27FC236}">
                  <a16:creationId xmlns:a16="http://schemas.microsoft.com/office/drawing/2014/main" id="{42503C6F-7E4C-49C7-9537-5E0BE0090B12}"/>
                </a:ext>
              </a:extLst>
            </p:cNvPr>
            <p:cNvSpPr/>
            <p:nvPr/>
          </p:nvSpPr>
          <p:spPr>
            <a:xfrm>
              <a:off x="1921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8" name="타원 14727">
              <a:extLst>
                <a:ext uri="{FF2B5EF4-FFF2-40B4-BE49-F238E27FC236}">
                  <a16:creationId xmlns:a16="http://schemas.microsoft.com/office/drawing/2014/main" id="{635695B5-896E-4C26-9EAE-4BB9CB1FE578}"/>
                </a:ext>
              </a:extLst>
            </p:cNvPr>
            <p:cNvSpPr/>
            <p:nvPr/>
          </p:nvSpPr>
          <p:spPr>
            <a:xfrm>
              <a:off x="20741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29" name="타원 14728">
              <a:extLst>
                <a:ext uri="{FF2B5EF4-FFF2-40B4-BE49-F238E27FC236}">
                  <a16:creationId xmlns:a16="http://schemas.microsoft.com/office/drawing/2014/main" id="{8D42F8DF-518E-414C-88F1-64EDECBFE82B}"/>
                </a:ext>
              </a:extLst>
            </p:cNvPr>
            <p:cNvSpPr/>
            <p:nvPr/>
          </p:nvSpPr>
          <p:spPr>
            <a:xfrm>
              <a:off x="22265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0" name="타원 14729">
              <a:extLst>
                <a:ext uri="{FF2B5EF4-FFF2-40B4-BE49-F238E27FC236}">
                  <a16:creationId xmlns:a16="http://schemas.microsoft.com/office/drawing/2014/main" id="{449BF38D-E0D7-449A-9FA3-967BCE2BBD7B}"/>
                </a:ext>
              </a:extLst>
            </p:cNvPr>
            <p:cNvSpPr/>
            <p:nvPr/>
          </p:nvSpPr>
          <p:spPr>
            <a:xfrm>
              <a:off x="23789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1" name="타원 14730">
              <a:extLst>
                <a:ext uri="{FF2B5EF4-FFF2-40B4-BE49-F238E27FC236}">
                  <a16:creationId xmlns:a16="http://schemas.microsoft.com/office/drawing/2014/main" id="{2A1884A8-6A0A-4543-AA68-D3065C582D51}"/>
                </a:ext>
              </a:extLst>
            </p:cNvPr>
            <p:cNvSpPr/>
            <p:nvPr/>
          </p:nvSpPr>
          <p:spPr>
            <a:xfrm>
              <a:off x="2531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2" name="타원 14731">
              <a:extLst>
                <a:ext uri="{FF2B5EF4-FFF2-40B4-BE49-F238E27FC236}">
                  <a16:creationId xmlns:a16="http://schemas.microsoft.com/office/drawing/2014/main" id="{3475980F-9B8E-4C4F-92F6-FBB04A804411}"/>
                </a:ext>
              </a:extLst>
            </p:cNvPr>
            <p:cNvSpPr/>
            <p:nvPr/>
          </p:nvSpPr>
          <p:spPr>
            <a:xfrm>
              <a:off x="2683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3" name="타원 14732">
              <a:extLst>
                <a:ext uri="{FF2B5EF4-FFF2-40B4-BE49-F238E27FC236}">
                  <a16:creationId xmlns:a16="http://schemas.microsoft.com/office/drawing/2014/main" id="{81903696-B02E-4A50-9EA3-E0005CED5068}"/>
                </a:ext>
              </a:extLst>
            </p:cNvPr>
            <p:cNvSpPr/>
            <p:nvPr/>
          </p:nvSpPr>
          <p:spPr>
            <a:xfrm>
              <a:off x="28361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4" name="타원 14733">
              <a:extLst>
                <a:ext uri="{FF2B5EF4-FFF2-40B4-BE49-F238E27FC236}">
                  <a16:creationId xmlns:a16="http://schemas.microsoft.com/office/drawing/2014/main" id="{C2C3D950-7810-4B75-8571-8EC4460450EF}"/>
                </a:ext>
              </a:extLst>
            </p:cNvPr>
            <p:cNvSpPr/>
            <p:nvPr/>
          </p:nvSpPr>
          <p:spPr>
            <a:xfrm>
              <a:off x="29885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5" name="타원 14734">
              <a:extLst>
                <a:ext uri="{FF2B5EF4-FFF2-40B4-BE49-F238E27FC236}">
                  <a16:creationId xmlns:a16="http://schemas.microsoft.com/office/drawing/2014/main" id="{81C53CA5-6A21-451D-B4EA-0A45A45BEDD0}"/>
                </a:ext>
              </a:extLst>
            </p:cNvPr>
            <p:cNvSpPr/>
            <p:nvPr/>
          </p:nvSpPr>
          <p:spPr>
            <a:xfrm>
              <a:off x="31409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6" name="타원 14735">
              <a:extLst>
                <a:ext uri="{FF2B5EF4-FFF2-40B4-BE49-F238E27FC236}">
                  <a16:creationId xmlns:a16="http://schemas.microsoft.com/office/drawing/2014/main" id="{4C86A546-613A-4779-A80B-A01BEA5E10DB}"/>
                </a:ext>
              </a:extLst>
            </p:cNvPr>
            <p:cNvSpPr/>
            <p:nvPr/>
          </p:nvSpPr>
          <p:spPr>
            <a:xfrm>
              <a:off x="3293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7" name="타원 14736">
              <a:extLst>
                <a:ext uri="{FF2B5EF4-FFF2-40B4-BE49-F238E27FC236}">
                  <a16:creationId xmlns:a16="http://schemas.microsoft.com/office/drawing/2014/main" id="{52075183-A4EC-48BC-B6AB-758283A5F525}"/>
                </a:ext>
              </a:extLst>
            </p:cNvPr>
            <p:cNvSpPr/>
            <p:nvPr/>
          </p:nvSpPr>
          <p:spPr>
            <a:xfrm>
              <a:off x="3445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8" name="타원 14737">
              <a:extLst>
                <a:ext uri="{FF2B5EF4-FFF2-40B4-BE49-F238E27FC236}">
                  <a16:creationId xmlns:a16="http://schemas.microsoft.com/office/drawing/2014/main" id="{252477BC-119F-4991-97F9-863BE48DE035}"/>
                </a:ext>
              </a:extLst>
            </p:cNvPr>
            <p:cNvSpPr/>
            <p:nvPr/>
          </p:nvSpPr>
          <p:spPr>
            <a:xfrm>
              <a:off x="35981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39" name="타원 14738">
              <a:extLst>
                <a:ext uri="{FF2B5EF4-FFF2-40B4-BE49-F238E27FC236}">
                  <a16:creationId xmlns:a16="http://schemas.microsoft.com/office/drawing/2014/main" id="{83966C2D-E873-4799-A333-E58239B3D59B}"/>
                </a:ext>
              </a:extLst>
            </p:cNvPr>
            <p:cNvSpPr/>
            <p:nvPr/>
          </p:nvSpPr>
          <p:spPr>
            <a:xfrm>
              <a:off x="37505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0" name="타원 14739">
              <a:extLst>
                <a:ext uri="{FF2B5EF4-FFF2-40B4-BE49-F238E27FC236}">
                  <a16:creationId xmlns:a16="http://schemas.microsoft.com/office/drawing/2014/main" id="{CA1C0650-B2E5-415D-BAD6-8D2A5E79A643}"/>
                </a:ext>
              </a:extLst>
            </p:cNvPr>
            <p:cNvSpPr/>
            <p:nvPr/>
          </p:nvSpPr>
          <p:spPr>
            <a:xfrm>
              <a:off x="39029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1" name="타원 14740">
              <a:extLst>
                <a:ext uri="{FF2B5EF4-FFF2-40B4-BE49-F238E27FC236}">
                  <a16:creationId xmlns:a16="http://schemas.microsoft.com/office/drawing/2014/main" id="{54E9F663-12B4-4665-B2CF-D1CE84485F95}"/>
                </a:ext>
              </a:extLst>
            </p:cNvPr>
            <p:cNvSpPr/>
            <p:nvPr/>
          </p:nvSpPr>
          <p:spPr>
            <a:xfrm>
              <a:off x="4055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2" name="타원 14741">
              <a:extLst>
                <a:ext uri="{FF2B5EF4-FFF2-40B4-BE49-F238E27FC236}">
                  <a16:creationId xmlns:a16="http://schemas.microsoft.com/office/drawing/2014/main" id="{BD19B29C-1E28-4B65-9644-97DAD15ECBBA}"/>
                </a:ext>
              </a:extLst>
            </p:cNvPr>
            <p:cNvSpPr/>
            <p:nvPr/>
          </p:nvSpPr>
          <p:spPr>
            <a:xfrm>
              <a:off x="4207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3" name="타원 14742">
              <a:extLst>
                <a:ext uri="{FF2B5EF4-FFF2-40B4-BE49-F238E27FC236}">
                  <a16:creationId xmlns:a16="http://schemas.microsoft.com/office/drawing/2014/main" id="{FD85E257-A2C2-424D-BDF7-29D6155132A7}"/>
                </a:ext>
              </a:extLst>
            </p:cNvPr>
            <p:cNvSpPr/>
            <p:nvPr/>
          </p:nvSpPr>
          <p:spPr>
            <a:xfrm>
              <a:off x="43601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4" name="타원 14743">
              <a:extLst>
                <a:ext uri="{FF2B5EF4-FFF2-40B4-BE49-F238E27FC236}">
                  <a16:creationId xmlns:a16="http://schemas.microsoft.com/office/drawing/2014/main" id="{B8919734-B7C5-43C3-AA41-C6500B1107FF}"/>
                </a:ext>
              </a:extLst>
            </p:cNvPr>
            <p:cNvSpPr/>
            <p:nvPr/>
          </p:nvSpPr>
          <p:spPr>
            <a:xfrm>
              <a:off x="45125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5" name="타원 14744">
              <a:extLst>
                <a:ext uri="{FF2B5EF4-FFF2-40B4-BE49-F238E27FC236}">
                  <a16:creationId xmlns:a16="http://schemas.microsoft.com/office/drawing/2014/main" id="{E66971AD-0861-4B35-9CDB-A2DD4AA57F02}"/>
                </a:ext>
              </a:extLst>
            </p:cNvPr>
            <p:cNvSpPr/>
            <p:nvPr/>
          </p:nvSpPr>
          <p:spPr>
            <a:xfrm>
              <a:off x="46649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6" name="타원 14745">
              <a:extLst>
                <a:ext uri="{FF2B5EF4-FFF2-40B4-BE49-F238E27FC236}">
                  <a16:creationId xmlns:a16="http://schemas.microsoft.com/office/drawing/2014/main" id="{EF4BE606-91F0-49CC-B0BF-72AD090AC0F8}"/>
                </a:ext>
              </a:extLst>
            </p:cNvPr>
            <p:cNvSpPr/>
            <p:nvPr/>
          </p:nvSpPr>
          <p:spPr>
            <a:xfrm>
              <a:off x="4817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7" name="타원 14746">
              <a:extLst>
                <a:ext uri="{FF2B5EF4-FFF2-40B4-BE49-F238E27FC236}">
                  <a16:creationId xmlns:a16="http://schemas.microsoft.com/office/drawing/2014/main" id="{26DC160C-27BE-4C6D-9BCA-6DCCA97487CC}"/>
                </a:ext>
              </a:extLst>
            </p:cNvPr>
            <p:cNvSpPr/>
            <p:nvPr/>
          </p:nvSpPr>
          <p:spPr>
            <a:xfrm>
              <a:off x="4969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8" name="타원 14747">
              <a:extLst>
                <a:ext uri="{FF2B5EF4-FFF2-40B4-BE49-F238E27FC236}">
                  <a16:creationId xmlns:a16="http://schemas.microsoft.com/office/drawing/2014/main" id="{A71A25B0-EAB3-48D4-A7CD-F4E607EA3E75}"/>
                </a:ext>
              </a:extLst>
            </p:cNvPr>
            <p:cNvSpPr/>
            <p:nvPr/>
          </p:nvSpPr>
          <p:spPr>
            <a:xfrm>
              <a:off x="51221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49" name="타원 14748">
              <a:extLst>
                <a:ext uri="{FF2B5EF4-FFF2-40B4-BE49-F238E27FC236}">
                  <a16:creationId xmlns:a16="http://schemas.microsoft.com/office/drawing/2014/main" id="{6278AEEE-AA94-4625-9AD1-6FBE56B911B5}"/>
                </a:ext>
              </a:extLst>
            </p:cNvPr>
            <p:cNvSpPr/>
            <p:nvPr/>
          </p:nvSpPr>
          <p:spPr>
            <a:xfrm>
              <a:off x="52745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0" name="타원 14749">
              <a:extLst>
                <a:ext uri="{FF2B5EF4-FFF2-40B4-BE49-F238E27FC236}">
                  <a16:creationId xmlns:a16="http://schemas.microsoft.com/office/drawing/2014/main" id="{9CF7844D-9B9F-4711-BD51-304A438776CC}"/>
                </a:ext>
              </a:extLst>
            </p:cNvPr>
            <p:cNvSpPr/>
            <p:nvPr/>
          </p:nvSpPr>
          <p:spPr>
            <a:xfrm>
              <a:off x="54269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1" name="타원 14750">
              <a:extLst>
                <a:ext uri="{FF2B5EF4-FFF2-40B4-BE49-F238E27FC236}">
                  <a16:creationId xmlns:a16="http://schemas.microsoft.com/office/drawing/2014/main" id="{10E149D3-A85F-440B-8B0F-B0E24D76247C}"/>
                </a:ext>
              </a:extLst>
            </p:cNvPr>
            <p:cNvSpPr/>
            <p:nvPr/>
          </p:nvSpPr>
          <p:spPr>
            <a:xfrm>
              <a:off x="55793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2" name="타원 14751">
              <a:extLst>
                <a:ext uri="{FF2B5EF4-FFF2-40B4-BE49-F238E27FC236}">
                  <a16:creationId xmlns:a16="http://schemas.microsoft.com/office/drawing/2014/main" id="{94CCDBB1-BD41-4C8F-8E49-4D37FE68BDC9}"/>
                </a:ext>
              </a:extLst>
            </p:cNvPr>
            <p:cNvSpPr/>
            <p:nvPr/>
          </p:nvSpPr>
          <p:spPr>
            <a:xfrm>
              <a:off x="5731775" y="4264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3" name="타원 14752">
              <a:extLst>
                <a:ext uri="{FF2B5EF4-FFF2-40B4-BE49-F238E27FC236}">
                  <a16:creationId xmlns:a16="http://schemas.microsoft.com/office/drawing/2014/main" id="{8FE5A5D3-8F3D-43FB-B5AA-1549896C42A1}"/>
                </a:ext>
              </a:extLst>
            </p:cNvPr>
            <p:cNvSpPr/>
            <p:nvPr/>
          </p:nvSpPr>
          <p:spPr>
            <a:xfrm>
              <a:off x="245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4" name="타원 14753">
              <a:extLst>
                <a:ext uri="{FF2B5EF4-FFF2-40B4-BE49-F238E27FC236}">
                  <a16:creationId xmlns:a16="http://schemas.microsoft.com/office/drawing/2014/main" id="{E44545FF-7021-494D-83A2-4C54670ED29D}"/>
                </a:ext>
              </a:extLst>
            </p:cNvPr>
            <p:cNvSpPr/>
            <p:nvPr/>
          </p:nvSpPr>
          <p:spPr>
            <a:xfrm>
              <a:off x="397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5" name="타원 14754">
              <a:extLst>
                <a:ext uri="{FF2B5EF4-FFF2-40B4-BE49-F238E27FC236}">
                  <a16:creationId xmlns:a16="http://schemas.microsoft.com/office/drawing/2014/main" id="{9391E063-7D7C-44C1-A8CA-1601CC2CEFE0}"/>
                </a:ext>
              </a:extLst>
            </p:cNvPr>
            <p:cNvSpPr/>
            <p:nvPr/>
          </p:nvSpPr>
          <p:spPr>
            <a:xfrm>
              <a:off x="5501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6" name="타원 14755">
              <a:extLst>
                <a:ext uri="{FF2B5EF4-FFF2-40B4-BE49-F238E27FC236}">
                  <a16:creationId xmlns:a16="http://schemas.microsoft.com/office/drawing/2014/main" id="{CD15DB22-AED3-4EB0-BF60-13BD6AF7E781}"/>
                </a:ext>
              </a:extLst>
            </p:cNvPr>
            <p:cNvSpPr/>
            <p:nvPr/>
          </p:nvSpPr>
          <p:spPr>
            <a:xfrm>
              <a:off x="7025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7" name="타원 14756">
              <a:extLst>
                <a:ext uri="{FF2B5EF4-FFF2-40B4-BE49-F238E27FC236}">
                  <a16:creationId xmlns:a16="http://schemas.microsoft.com/office/drawing/2014/main" id="{6DD5C074-A721-4EA5-A42A-CE59282FF7DA}"/>
                </a:ext>
              </a:extLst>
            </p:cNvPr>
            <p:cNvSpPr/>
            <p:nvPr/>
          </p:nvSpPr>
          <p:spPr>
            <a:xfrm>
              <a:off x="8549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8" name="타원 14757">
              <a:extLst>
                <a:ext uri="{FF2B5EF4-FFF2-40B4-BE49-F238E27FC236}">
                  <a16:creationId xmlns:a16="http://schemas.microsoft.com/office/drawing/2014/main" id="{0CBA0A98-8D79-4528-B177-9EA16AB0A0C6}"/>
                </a:ext>
              </a:extLst>
            </p:cNvPr>
            <p:cNvSpPr/>
            <p:nvPr/>
          </p:nvSpPr>
          <p:spPr>
            <a:xfrm>
              <a:off x="1007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59" name="타원 14758">
              <a:extLst>
                <a:ext uri="{FF2B5EF4-FFF2-40B4-BE49-F238E27FC236}">
                  <a16:creationId xmlns:a16="http://schemas.microsoft.com/office/drawing/2014/main" id="{884335CD-F7F3-4388-9666-88F073737057}"/>
                </a:ext>
              </a:extLst>
            </p:cNvPr>
            <p:cNvSpPr/>
            <p:nvPr/>
          </p:nvSpPr>
          <p:spPr>
            <a:xfrm>
              <a:off x="1159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0" name="타원 14759">
              <a:extLst>
                <a:ext uri="{FF2B5EF4-FFF2-40B4-BE49-F238E27FC236}">
                  <a16:creationId xmlns:a16="http://schemas.microsoft.com/office/drawing/2014/main" id="{9F7C4D6B-C884-4322-A930-D7C5078D8E6B}"/>
                </a:ext>
              </a:extLst>
            </p:cNvPr>
            <p:cNvSpPr/>
            <p:nvPr/>
          </p:nvSpPr>
          <p:spPr>
            <a:xfrm>
              <a:off x="13121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1" name="타원 14760">
              <a:extLst>
                <a:ext uri="{FF2B5EF4-FFF2-40B4-BE49-F238E27FC236}">
                  <a16:creationId xmlns:a16="http://schemas.microsoft.com/office/drawing/2014/main" id="{62E4F00B-F698-4F19-A66F-D35804F76A44}"/>
                </a:ext>
              </a:extLst>
            </p:cNvPr>
            <p:cNvSpPr/>
            <p:nvPr/>
          </p:nvSpPr>
          <p:spPr>
            <a:xfrm>
              <a:off x="14645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2" name="타원 14761">
              <a:extLst>
                <a:ext uri="{FF2B5EF4-FFF2-40B4-BE49-F238E27FC236}">
                  <a16:creationId xmlns:a16="http://schemas.microsoft.com/office/drawing/2014/main" id="{4F639D8D-258E-42C2-84E1-907D75A46CB9}"/>
                </a:ext>
              </a:extLst>
            </p:cNvPr>
            <p:cNvSpPr/>
            <p:nvPr/>
          </p:nvSpPr>
          <p:spPr>
            <a:xfrm>
              <a:off x="16169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3" name="타원 14762">
              <a:extLst>
                <a:ext uri="{FF2B5EF4-FFF2-40B4-BE49-F238E27FC236}">
                  <a16:creationId xmlns:a16="http://schemas.microsoft.com/office/drawing/2014/main" id="{A7CCFBFC-8E5D-48E8-AF0B-FAC808B83F74}"/>
                </a:ext>
              </a:extLst>
            </p:cNvPr>
            <p:cNvSpPr/>
            <p:nvPr/>
          </p:nvSpPr>
          <p:spPr>
            <a:xfrm>
              <a:off x="1769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4" name="타원 14763">
              <a:extLst>
                <a:ext uri="{FF2B5EF4-FFF2-40B4-BE49-F238E27FC236}">
                  <a16:creationId xmlns:a16="http://schemas.microsoft.com/office/drawing/2014/main" id="{1FFA4932-DC42-40B0-BCC3-3FF31257A49D}"/>
                </a:ext>
              </a:extLst>
            </p:cNvPr>
            <p:cNvSpPr/>
            <p:nvPr/>
          </p:nvSpPr>
          <p:spPr>
            <a:xfrm>
              <a:off x="1921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5" name="타원 14764">
              <a:extLst>
                <a:ext uri="{FF2B5EF4-FFF2-40B4-BE49-F238E27FC236}">
                  <a16:creationId xmlns:a16="http://schemas.microsoft.com/office/drawing/2014/main" id="{0B4425DC-111D-49A4-B120-850409361DE3}"/>
                </a:ext>
              </a:extLst>
            </p:cNvPr>
            <p:cNvSpPr/>
            <p:nvPr/>
          </p:nvSpPr>
          <p:spPr>
            <a:xfrm>
              <a:off x="20741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6" name="타원 14765">
              <a:extLst>
                <a:ext uri="{FF2B5EF4-FFF2-40B4-BE49-F238E27FC236}">
                  <a16:creationId xmlns:a16="http://schemas.microsoft.com/office/drawing/2014/main" id="{E5FAAD67-DC89-4334-BEE7-DFBA7CE07321}"/>
                </a:ext>
              </a:extLst>
            </p:cNvPr>
            <p:cNvSpPr/>
            <p:nvPr/>
          </p:nvSpPr>
          <p:spPr>
            <a:xfrm>
              <a:off x="22265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7" name="타원 14766">
              <a:extLst>
                <a:ext uri="{FF2B5EF4-FFF2-40B4-BE49-F238E27FC236}">
                  <a16:creationId xmlns:a16="http://schemas.microsoft.com/office/drawing/2014/main" id="{A6B23D0B-4D4A-4FA0-A8B6-A326D94DD2AA}"/>
                </a:ext>
              </a:extLst>
            </p:cNvPr>
            <p:cNvSpPr/>
            <p:nvPr/>
          </p:nvSpPr>
          <p:spPr>
            <a:xfrm>
              <a:off x="23789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8" name="타원 14767">
              <a:extLst>
                <a:ext uri="{FF2B5EF4-FFF2-40B4-BE49-F238E27FC236}">
                  <a16:creationId xmlns:a16="http://schemas.microsoft.com/office/drawing/2014/main" id="{9AD94B21-2E21-46FA-864B-7AA2B05A9CE3}"/>
                </a:ext>
              </a:extLst>
            </p:cNvPr>
            <p:cNvSpPr/>
            <p:nvPr/>
          </p:nvSpPr>
          <p:spPr>
            <a:xfrm>
              <a:off x="2531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69" name="타원 14768">
              <a:extLst>
                <a:ext uri="{FF2B5EF4-FFF2-40B4-BE49-F238E27FC236}">
                  <a16:creationId xmlns:a16="http://schemas.microsoft.com/office/drawing/2014/main" id="{F9A18E7A-0B79-4B12-B009-0176A962AED2}"/>
                </a:ext>
              </a:extLst>
            </p:cNvPr>
            <p:cNvSpPr/>
            <p:nvPr/>
          </p:nvSpPr>
          <p:spPr>
            <a:xfrm>
              <a:off x="2683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0" name="타원 14769">
              <a:extLst>
                <a:ext uri="{FF2B5EF4-FFF2-40B4-BE49-F238E27FC236}">
                  <a16:creationId xmlns:a16="http://schemas.microsoft.com/office/drawing/2014/main" id="{DF0A8100-1AF8-40D4-9E18-F765B1C46A41}"/>
                </a:ext>
              </a:extLst>
            </p:cNvPr>
            <p:cNvSpPr/>
            <p:nvPr/>
          </p:nvSpPr>
          <p:spPr>
            <a:xfrm>
              <a:off x="28361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1" name="타원 14770">
              <a:extLst>
                <a:ext uri="{FF2B5EF4-FFF2-40B4-BE49-F238E27FC236}">
                  <a16:creationId xmlns:a16="http://schemas.microsoft.com/office/drawing/2014/main" id="{1FFB39D4-E3B9-4F2F-92DC-BD1BF2CDE3C9}"/>
                </a:ext>
              </a:extLst>
            </p:cNvPr>
            <p:cNvSpPr/>
            <p:nvPr/>
          </p:nvSpPr>
          <p:spPr>
            <a:xfrm>
              <a:off x="29885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2" name="타원 14771">
              <a:extLst>
                <a:ext uri="{FF2B5EF4-FFF2-40B4-BE49-F238E27FC236}">
                  <a16:creationId xmlns:a16="http://schemas.microsoft.com/office/drawing/2014/main" id="{466DE6EB-68FE-433E-B9BC-ED1C4C012F83}"/>
                </a:ext>
              </a:extLst>
            </p:cNvPr>
            <p:cNvSpPr/>
            <p:nvPr/>
          </p:nvSpPr>
          <p:spPr>
            <a:xfrm>
              <a:off x="31409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3" name="타원 14772">
              <a:extLst>
                <a:ext uri="{FF2B5EF4-FFF2-40B4-BE49-F238E27FC236}">
                  <a16:creationId xmlns:a16="http://schemas.microsoft.com/office/drawing/2014/main" id="{4AE42CE2-A98C-4E44-9AF6-A49B0906CBAF}"/>
                </a:ext>
              </a:extLst>
            </p:cNvPr>
            <p:cNvSpPr/>
            <p:nvPr/>
          </p:nvSpPr>
          <p:spPr>
            <a:xfrm>
              <a:off x="3293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4" name="타원 14773">
              <a:extLst>
                <a:ext uri="{FF2B5EF4-FFF2-40B4-BE49-F238E27FC236}">
                  <a16:creationId xmlns:a16="http://schemas.microsoft.com/office/drawing/2014/main" id="{64A23B96-EC6E-4DDA-8B0D-834C8D0289C9}"/>
                </a:ext>
              </a:extLst>
            </p:cNvPr>
            <p:cNvSpPr/>
            <p:nvPr/>
          </p:nvSpPr>
          <p:spPr>
            <a:xfrm>
              <a:off x="3445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5" name="타원 14774">
              <a:extLst>
                <a:ext uri="{FF2B5EF4-FFF2-40B4-BE49-F238E27FC236}">
                  <a16:creationId xmlns:a16="http://schemas.microsoft.com/office/drawing/2014/main" id="{90F981A9-C330-4583-966D-9EAB8CE1954D}"/>
                </a:ext>
              </a:extLst>
            </p:cNvPr>
            <p:cNvSpPr/>
            <p:nvPr/>
          </p:nvSpPr>
          <p:spPr>
            <a:xfrm>
              <a:off x="35981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6" name="타원 14775">
              <a:extLst>
                <a:ext uri="{FF2B5EF4-FFF2-40B4-BE49-F238E27FC236}">
                  <a16:creationId xmlns:a16="http://schemas.microsoft.com/office/drawing/2014/main" id="{126BE4D8-05BA-4277-A63D-7FE029E47358}"/>
                </a:ext>
              </a:extLst>
            </p:cNvPr>
            <p:cNvSpPr/>
            <p:nvPr/>
          </p:nvSpPr>
          <p:spPr>
            <a:xfrm>
              <a:off x="37505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7" name="타원 14776">
              <a:extLst>
                <a:ext uri="{FF2B5EF4-FFF2-40B4-BE49-F238E27FC236}">
                  <a16:creationId xmlns:a16="http://schemas.microsoft.com/office/drawing/2014/main" id="{25E91C6B-7506-41DC-86CC-022AE0598991}"/>
                </a:ext>
              </a:extLst>
            </p:cNvPr>
            <p:cNvSpPr/>
            <p:nvPr/>
          </p:nvSpPr>
          <p:spPr>
            <a:xfrm>
              <a:off x="39029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8" name="타원 14777">
              <a:extLst>
                <a:ext uri="{FF2B5EF4-FFF2-40B4-BE49-F238E27FC236}">
                  <a16:creationId xmlns:a16="http://schemas.microsoft.com/office/drawing/2014/main" id="{68D71BD5-9094-45AC-8BD1-1E7059E87FF0}"/>
                </a:ext>
              </a:extLst>
            </p:cNvPr>
            <p:cNvSpPr/>
            <p:nvPr/>
          </p:nvSpPr>
          <p:spPr>
            <a:xfrm>
              <a:off x="4055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79" name="타원 14778">
              <a:extLst>
                <a:ext uri="{FF2B5EF4-FFF2-40B4-BE49-F238E27FC236}">
                  <a16:creationId xmlns:a16="http://schemas.microsoft.com/office/drawing/2014/main" id="{5EC802D8-BB67-49B7-8640-AA3B1DCEEB5A}"/>
                </a:ext>
              </a:extLst>
            </p:cNvPr>
            <p:cNvSpPr/>
            <p:nvPr/>
          </p:nvSpPr>
          <p:spPr>
            <a:xfrm>
              <a:off x="4207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0" name="타원 14779">
              <a:extLst>
                <a:ext uri="{FF2B5EF4-FFF2-40B4-BE49-F238E27FC236}">
                  <a16:creationId xmlns:a16="http://schemas.microsoft.com/office/drawing/2014/main" id="{E50E75E3-18C7-46FB-AE90-81EF0CB79915}"/>
                </a:ext>
              </a:extLst>
            </p:cNvPr>
            <p:cNvSpPr/>
            <p:nvPr/>
          </p:nvSpPr>
          <p:spPr>
            <a:xfrm>
              <a:off x="43601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1" name="타원 14780">
              <a:extLst>
                <a:ext uri="{FF2B5EF4-FFF2-40B4-BE49-F238E27FC236}">
                  <a16:creationId xmlns:a16="http://schemas.microsoft.com/office/drawing/2014/main" id="{71FA8643-8A1E-4D5D-902C-C6D861CD1F35}"/>
                </a:ext>
              </a:extLst>
            </p:cNvPr>
            <p:cNvSpPr/>
            <p:nvPr/>
          </p:nvSpPr>
          <p:spPr>
            <a:xfrm>
              <a:off x="45125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2" name="타원 14781">
              <a:extLst>
                <a:ext uri="{FF2B5EF4-FFF2-40B4-BE49-F238E27FC236}">
                  <a16:creationId xmlns:a16="http://schemas.microsoft.com/office/drawing/2014/main" id="{342296AE-58E9-4CE2-9513-247C6679D0C5}"/>
                </a:ext>
              </a:extLst>
            </p:cNvPr>
            <p:cNvSpPr/>
            <p:nvPr/>
          </p:nvSpPr>
          <p:spPr>
            <a:xfrm>
              <a:off x="46649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3" name="타원 14782">
              <a:extLst>
                <a:ext uri="{FF2B5EF4-FFF2-40B4-BE49-F238E27FC236}">
                  <a16:creationId xmlns:a16="http://schemas.microsoft.com/office/drawing/2014/main" id="{FEF3CAB9-F728-45CD-A6C3-64C2011A4622}"/>
                </a:ext>
              </a:extLst>
            </p:cNvPr>
            <p:cNvSpPr/>
            <p:nvPr/>
          </p:nvSpPr>
          <p:spPr>
            <a:xfrm>
              <a:off x="4817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4" name="타원 14783">
              <a:extLst>
                <a:ext uri="{FF2B5EF4-FFF2-40B4-BE49-F238E27FC236}">
                  <a16:creationId xmlns:a16="http://schemas.microsoft.com/office/drawing/2014/main" id="{CF360C3A-D045-475B-866D-B86794BF7E5A}"/>
                </a:ext>
              </a:extLst>
            </p:cNvPr>
            <p:cNvSpPr/>
            <p:nvPr/>
          </p:nvSpPr>
          <p:spPr>
            <a:xfrm>
              <a:off x="4969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5" name="타원 14784">
              <a:extLst>
                <a:ext uri="{FF2B5EF4-FFF2-40B4-BE49-F238E27FC236}">
                  <a16:creationId xmlns:a16="http://schemas.microsoft.com/office/drawing/2014/main" id="{488BB91D-F051-4C9E-9D55-1ABF3B89B628}"/>
                </a:ext>
              </a:extLst>
            </p:cNvPr>
            <p:cNvSpPr/>
            <p:nvPr/>
          </p:nvSpPr>
          <p:spPr>
            <a:xfrm>
              <a:off x="51221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6" name="타원 14785">
              <a:extLst>
                <a:ext uri="{FF2B5EF4-FFF2-40B4-BE49-F238E27FC236}">
                  <a16:creationId xmlns:a16="http://schemas.microsoft.com/office/drawing/2014/main" id="{AE380F48-4E99-435F-A3AE-A8351E8EE002}"/>
                </a:ext>
              </a:extLst>
            </p:cNvPr>
            <p:cNvSpPr/>
            <p:nvPr/>
          </p:nvSpPr>
          <p:spPr>
            <a:xfrm>
              <a:off x="52745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7" name="타원 14786">
              <a:extLst>
                <a:ext uri="{FF2B5EF4-FFF2-40B4-BE49-F238E27FC236}">
                  <a16:creationId xmlns:a16="http://schemas.microsoft.com/office/drawing/2014/main" id="{7F78FA9E-0F12-4BA9-8BE9-997A5666E555}"/>
                </a:ext>
              </a:extLst>
            </p:cNvPr>
            <p:cNvSpPr/>
            <p:nvPr/>
          </p:nvSpPr>
          <p:spPr>
            <a:xfrm>
              <a:off x="54269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8" name="타원 14787">
              <a:extLst>
                <a:ext uri="{FF2B5EF4-FFF2-40B4-BE49-F238E27FC236}">
                  <a16:creationId xmlns:a16="http://schemas.microsoft.com/office/drawing/2014/main" id="{3B269F79-2896-4BCF-A462-B0E46167E6D8}"/>
                </a:ext>
              </a:extLst>
            </p:cNvPr>
            <p:cNvSpPr/>
            <p:nvPr/>
          </p:nvSpPr>
          <p:spPr>
            <a:xfrm>
              <a:off x="55793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89" name="타원 14788">
              <a:extLst>
                <a:ext uri="{FF2B5EF4-FFF2-40B4-BE49-F238E27FC236}">
                  <a16:creationId xmlns:a16="http://schemas.microsoft.com/office/drawing/2014/main" id="{3D5BE32F-49CE-4CD7-9B55-F744EFE938D4}"/>
                </a:ext>
              </a:extLst>
            </p:cNvPr>
            <p:cNvSpPr/>
            <p:nvPr/>
          </p:nvSpPr>
          <p:spPr>
            <a:xfrm>
              <a:off x="5731775" y="4417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0" name="타원 14789">
              <a:extLst>
                <a:ext uri="{FF2B5EF4-FFF2-40B4-BE49-F238E27FC236}">
                  <a16:creationId xmlns:a16="http://schemas.microsoft.com/office/drawing/2014/main" id="{9491088A-09CB-4BD1-BEC9-C84C4EA77463}"/>
                </a:ext>
              </a:extLst>
            </p:cNvPr>
            <p:cNvSpPr/>
            <p:nvPr/>
          </p:nvSpPr>
          <p:spPr>
            <a:xfrm>
              <a:off x="245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1" name="타원 14790">
              <a:extLst>
                <a:ext uri="{FF2B5EF4-FFF2-40B4-BE49-F238E27FC236}">
                  <a16:creationId xmlns:a16="http://schemas.microsoft.com/office/drawing/2014/main" id="{0C8FFE2D-974A-4CEC-A1D7-3A86B5CBC4B0}"/>
                </a:ext>
              </a:extLst>
            </p:cNvPr>
            <p:cNvSpPr/>
            <p:nvPr/>
          </p:nvSpPr>
          <p:spPr>
            <a:xfrm>
              <a:off x="397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2" name="타원 14791">
              <a:extLst>
                <a:ext uri="{FF2B5EF4-FFF2-40B4-BE49-F238E27FC236}">
                  <a16:creationId xmlns:a16="http://schemas.microsoft.com/office/drawing/2014/main" id="{FDCD227C-7088-43E7-9E43-6CF79A48EF81}"/>
                </a:ext>
              </a:extLst>
            </p:cNvPr>
            <p:cNvSpPr/>
            <p:nvPr/>
          </p:nvSpPr>
          <p:spPr>
            <a:xfrm>
              <a:off x="5501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3" name="타원 14792">
              <a:extLst>
                <a:ext uri="{FF2B5EF4-FFF2-40B4-BE49-F238E27FC236}">
                  <a16:creationId xmlns:a16="http://schemas.microsoft.com/office/drawing/2014/main" id="{F3DA36E5-6DFC-4842-AA60-B2496BEBE4F1}"/>
                </a:ext>
              </a:extLst>
            </p:cNvPr>
            <p:cNvSpPr/>
            <p:nvPr/>
          </p:nvSpPr>
          <p:spPr>
            <a:xfrm>
              <a:off x="7025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4" name="타원 14793">
              <a:extLst>
                <a:ext uri="{FF2B5EF4-FFF2-40B4-BE49-F238E27FC236}">
                  <a16:creationId xmlns:a16="http://schemas.microsoft.com/office/drawing/2014/main" id="{5ABA02DE-68D2-46D7-B909-C3D7EB36B68B}"/>
                </a:ext>
              </a:extLst>
            </p:cNvPr>
            <p:cNvSpPr/>
            <p:nvPr/>
          </p:nvSpPr>
          <p:spPr>
            <a:xfrm>
              <a:off x="8549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5" name="타원 14794">
              <a:extLst>
                <a:ext uri="{FF2B5EF4-FFF2-40B4-BE49-F238E27FC236}">
                  <a16:creationId xmlns:a16="http://schemas.microsoft.com/office/drawing/2014/main" id="{B82CC84F-1A28-4762-85DD-F30B170E4E88}"/>
                </a:ext>
              </a:extLst>
            </p:cNvPr>
            <p:cNvSpPr/>
            <p:nvPr/>
          </p:nvSpPr>
          <p:spPr>
            <a:xfrm>
              <a:off x="1007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6" name="타원 14795">
              <a:extLst>
                <a:ext uri="{FF2B5EF4-FFF2-40B4-BE49-F238E27FC236}">
                  <a16:creationId xmlns:a16="http://schemas.microsoft.com/office/drawing/2014/main" id="{9F568067-8F61-4AF9-89CA-4D065ACCE079}"/>
                </a:ext>
              </a:extLst>
            </p:cNvPr>
            <p:cNvSpPr/>
            <p:nvPr/>
          </p:nvSpPr>
          <p:spPr>
            <a:xfrm>
              <a:off x="1159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7" name="타원 14796">
              <a:extLst>
                <a:ext uri="{FF2B5EF4-FFF2-40B4-BE49-F238E27FC236}">
                  <a16:creationId xmlns:a16="http://schemas.microsoft.com/office/drawing/2014/main" id="{092FEF98-AF63-4110-9229-7A942F337F02}"/>
                </a:ext>
              </a:extLst>
            </p:cNvPr>
            <p:cNvSpPr/>
            <p:nvPr/>
          </p:nvSpPr>
          <p:spPr>
            <a:xfrm>
              <a:off x="13121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8" name="타원 14797">
              <a:extLst>
                <a:ext uri="{FF2B5EF4-FFF2-40B4-BE49-F238E27FC236}">
                  <a16:creationId xmlns:a16="http://schemas.microsoft.com/office/drawing/2014/main" id="{DDB65670-0211-4E21-9C06-402133A8CC6D}"/>
                </a:ext>
              </a:extLst>
            </p:cNvPr>
            <p:cNvSpPr/>
            <p:nvPr/>
          </p:nvSpPr>
          <p:spPr>
            <a:xfrm>
              <a:off x="14645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99" name="타원 14798">
              <a:extLst>
                <a:ext uri="{FF2B5EF4-FFF2-40B4-BE49-F238E27FC236}">
                  <a16:creationId xmlns:a16="http://schemas.microsoft.com/office/drawing/2014/main" id="{4B207A74-389D-4A0A-A7C2-2C6F199E84D3}"/>
                </a:ext>
              </a:extLst>
            </p:cNvPr>
            <p:cNvSpPr/>
            <p:nvPr/>
          </p:nvSpPr>
          <p:spPr>
            <a:xfrm>
              <a:off x="16169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0" name="타원 14799">
              <a:extLst>
                <a:ext uri="{FF2B5EF4-FFF2-40B4-BE49-F238E27FC236}">
                  <a16:creationId xmlns:a16="http://schemas.microsoft.com/office/drawing/2014/main" id="{1869EA52-A696-4EE2-B52A-D90A77CFC942}"/>
                </a:ext>
              </a:extLst>
            </p:cNvPr>
            <p:cNvSpPr/>
            <p:nvPr/>
          </p:nvSpPr>
          <p:spPr>
            <a:xfrm>
              <a:off x="1769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1" name="타원 14800">
              <a:extLst>
                <a:ext uri="{FF2B5EF4-FFF2-40B4-BE49-F238E27FC236}">
                  <a16:creationId xmlns:a16="http://schemas.microsoft.com/office/drawing/2014/main" id="{295F0C9D-9FC1-4477-B29A-5479906A4D18}"/>
                </a:ext>
              </a:extLst>
            </p:cNvPr>
            <p:cNvSpPr/>
            <p:nvPr/>
          </p:nvSpPr>
          <p:spPr>
            <a:xfrm>
              <a:off x="1921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2" name="타원 14801">
              <a:extLst>
                <a:ext uri="{FF2B5EF4-FFF2-40B4-BE49-F238E27FC236}">
                  <a16:creationId xmlns:a16="http://schemas.microsoft.com/office/drawing/2014/main" id="{4DAAB953-6EEA-41C4-9073-7D7B3EC20574}"/>
                </a:ext>
              </a:extLst>
            </p:cNvPr>
            <p:cNvSpPr/>
            <p:nvPr/>
          </p:nvSpPr>
          <p:spPr>
            <a:xfrm>
              <a:off x="20741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3" name="타원 14802">
              <a:extLst>
                <a:ext uri="{FF2B5EF4-FFF2-40B4-BE49-F238E27FC236}">
                  <a16:creationId xmlns:a16="http://schemas.microsoft.com/office/drawing/2014/main" id="{B4F19896-2AE3-4FFC-BF58-D16EF0734AED}"/>
                </a:ext>
              </a:extLst>
            </p:cNvPr>
            <p:cNvSpPr/>
            <p:nvPr/>
          </p:nvSpPr>
          <p:spPr>
            <a:xfrm>
              <a:off x="22265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4" name="타원 14803">
              <a:extLst>
                <a:ext uri="{FF2B5EF4-FFF2-40B4-BE49-F238E27FC236}">
                  <a16:creationId xmlns:a16="http://schemas.microsoft.com/office/drawing/2014/main" id="{1B8A4713-7FE6-44CC-B37D-446ECE95FE46}"/>
                </a:ext>
              </a:extLst>
            </p:cNvPr>
            <p:cNvSpPr/>
            <p:nvPr/>
          </p:nvSpPr>
          <p:spPr>
            <a:xfrm>
              <a:off x="23789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5" name="타원 14804">
              <a:extLst>
                <a:ext uri="{FF2B5EF4-FFF2-40B4-BE49-F238E27FC236}">
                  <a16:creationId xmlns:a16="http://schemas.microsoft.com/office/drawing/2014/main" id="{A849CB4B-A19B-4D75-9E74-DAB5846D47CA}"/>
                </a:ext>
              </a:extLst>
            </p:cNvPr>
            <p:cNvSpPr/>
            <p:nvPr/>
          </p:nvSpPr>
          <p:spPr>
            <a:xfrm>
              <a:off x="2531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6" name="타원 14805">
              <a:extLst>
                <a:ext uri="{FF2B5EF4-FFF2-40B4-BE49-F238E27FC236}">
                  <a16:creationId xmlns:a16="http://schemas.microsoft.com/office/drawing/2014/main" id="{102AF00C-BA09-4753-9530-E55E1A1B0092}"/>
                </a:ext>
              </a:extLst>
            </p:cNvPr>
            <p:cNvSpPr/>
            <p:nvPr/>
          </p:nvSpPr>
          <p:spPr>
            <a:xfrm>
              <a:off x="2683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7" name="타원 14806">
              <a:extLst>
                <a:ext uri="{FF2B5EF4-FFF2-40B4-BE49-F238E27FC236}">
                  <a16:creationId xmlns:a16="http://schemas.microsoft.com/office/drawing/2014/main" id="{3FAB63A1-B3C9-4565-9788-9563DB258A27}"/>
                </a:ext>
              </a:extLst>
            </p:cNvPr>
            <p:cNvSpPr/>
            <p:nvPr/>
          </p:nvSpPr>
          <p:spPr>
            <a:xfrm>
              <a:off x="28361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8" name="타원 14807">
              <a:extLst>
                <a:ext uri="{FF2B5EF4-FFF2-40B4-BE49-F238E27FC236}">
                  <a16:creationId xmlns:a16="http://schemas.microsoft.com/office/drawing/2014/main" id="{014301A2-84D9-41B7-B5F7-5D3208906110}"/>
                </a:ext>
              </a:extLst>
            </p:cNvPr>
            <p:cNvSpPr/>
            <p:nvPr/>
          </p:nvSpPr>
          <p:spPr>
            <a:xfrm>
              <a:off x="29885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09" name="타원 14808">
              <a:extLst>
                <a:ext uri="{FF2B5EF4-FFF2-40B4-BE49-F238E27FC236}">
                  <a16:creationId xmlns:a16="http://schemas.microsoft.com/office/drawing/2014/main" id="{60580392-5CBF-4D46-A702-8FDCC276A5BE}"/>
                </a:ext>
              </a:extLst>
            </p:cNvPr>
            <p:cNvSpPr/>
            <p:nvPr/>
          </p:nvSpPr>
          <p:spPr>
            <a:xfrm>
              <a:off x="31409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0" name="타원 14809">
              <a:extLst>
                <a:ext uri="{FF2B5EF4-FFF2-40B4-BE49-F238E27FC236}">
                  <a16:creationId xmlns:a16="http://schemas.microsoft.com/office/drawing/2014/main" id="{C897D8F0-4565-43B4-92A6-7BE1754A7582}"/>
                </a:ext>
              </a:extLst>
            </p:cNvPr>
            <p:cNvSpPr/>
            <p:nvPr/>
          </p:nvSpPr>
          <p:spPr>
            <a:xfrm>
              <a:off x="3293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1" name="타원 14810">
              <a:extLst>
                <a:ext uri="{FF2B5EF4-FFF2-40B4-BE49-F238E27FC236}">
                  <a16:creationId xmlns:a16="http://schemas.microsoft.com/office/drawing/2014/main" id="{7A81563C-ED72-4EAB-AF67-61A1D5293011}"/>
                </a:ext>
              </a:extLst>
            </p:cNvPr>
            <p:cNvSpPr/>
            <p:nvPr/>
          </p:nvSpPr>
          <p:spPr>
            <a:xfrm>
              <a:off x="3445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2" name="타원 14811">
              <a:extLst>
                <a:ext uri="{FF2B5EF4-FFF2-40B4-BE49-F238E27FC236}">
                  <a16:creationId xmlns:a16="http://schemas.microsoft.com/office/drawing/2014/main" id="{E805CCD8-437B-450D-B37F-B61653DB09EC}"/>
                </a:ext>
              </a:extLst>
            </p:cNvPr>
            <p:cNvSpPr/>
            <p:nvPr/>
          </p:nvSpPr>
          <p:spPr>
            <a:xfrm>
              <a:off x="35981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3" name="타원 14812">
              <a:extLst>
                <a:ext uri="{FF2B5EF4-FFF2-40B4-BE49-F238E27FC236}">
                  <a16:creationId xmlns:a16="http://schemas.microsoft.com/office/drawing/2014/main" id="{8CC594CF-4460-4752-B125-96545F2A4426}"/>
                </a:ext>
              </a:extLst>
            </p:cNvPr>
            <p:cNvSpPr/>
            <p:nvPr/>
          </p:nvSpPr>
          <p:spPr>
            <a:xfrm>
              <a:off x="37505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4" name="타원 14813">
              <a:extLst>
                <a:ext uri="{FF2B5EF4-FFF2-40B4-BE49-F238E27FC236}">
                  <a16:creationId xmlns:a16="http://schemas.microsoft.com/office/drawing/2014/main" id="{31E78CD5-4D1B-46A3-AF26-026BFF433D3F}"/>
                </a:ext>
              </a:extLst>
            </p:cNvPr>
            <p:cNvSpPr/>
            <p:nvPr/>
          </p:nvSpPr>
          <p:spPr>
            <a:xfrm>
              <a:off x="39029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5" name="타원 14814">
              <a:extLst>
                <a:ext uri="{FF2B5EF4-FFF2-40B4-BE49-F238E27FC236}">
                  <a16:creationId xmlns:a16="http://schemas.microsoft.com/office/drawing/2014/main" id="{C5C74C9F-9D1C-4870-A6C5-FB4FBAE0914D}"/>
                </a:ext>
              </a:extLst>
            </p:cNvPr>
            <p:cNvSpPr/>
            <p:nvPr/>
          </p:nvSpPr>
          <p:spPr>
            <a:xfrm>
              <a:off x="4055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6" name="타원 14815">
              <a:extLst>
                <a:ext uri="{FF2B5EF4-FFF2-40B4-BE49-F238E27FC236}">
                  <a16:creationId xmlns:a16="http://schemas.microsoft.com/office/drawing/2014/main" id="{5EFE8639-C05B-462C-A00F-1FB6CAC1A5CA}"/>
                </a:ext>
              </a:extLst>
            </p:cNvPr>
            <p:cNvSpPr/>
            <p:nvPr/>
          </p:nvSpPr>
          <p:spPr>
            <a:xfrm>
              <a:off x="4207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7" name="타원 14816">
              <a:extLst>
                <a:ext uri="{FF2B5EF4-FFF2-40B4-BE49-F238E27FC236}">
                  <a16:creationId xmlns:a16="http://schemas.microsoft.com/office/drawing/2014/main" id="{ABD3E379-2841-4B97-8F24-F64DC50D8BF7}"/>
                </a:ext>
              </a:extLst>
            </p:cNvPr>
            <p:cNvSpPr/>
            <p:nvPr/>
          </p:nvSpPr>
          <p:spPr>
            <a:xfrm>
              <a:off x="43601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8" name="타원 14817">
              <a:extLst>
                <a:ext uri="{FF2B5EF4-FFF2-40B4-BE49-F238E27FC236}">
                  <a16:creationId xmlns:a16="http://schemas.microsoft.com/office/drawing/2014/main" id="{E5C17C21-85EC-4DF5-A95B-26A8707DD40B}"/>
                </a:ext>
              </a:extLst>
            </p:cNvPr>
            <p:cNvSpPr/>
            <p:nvPr/>
          </p:nvSpPr>
          <p:spPr>
            <a:xfrm>
              <a:off x="45125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19" name="타원 14818">
              <a:extLst>
                <a:ext uri="{FF2B5EF4-FFF2-40B4-BE49-F238E27FC236}">
                  <a16:creationId xmlns:a16="http://schemas.microsoft.com/office/drawing/2014/main" id="{28F26C2D-B1C7-459E-8F30-992A91AA2AF2}"/>
                </a:ext>
              </a:extLst>
            </p:cNvPr>
            <p:cNvSpPr/>
            <p:nvPr/>
          </p:nvSpPr>
          <p:spPr>
            <a:xfrm>
              <a:off x="46649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0" name="타원 14819">
              <a:extLst>
                <a:ext uri="{FF2B5EF4-FFF2-40B4-BE49-F238E27FC236}">
                  <a16:creationId xmlns:a16="http://schemas.microsoft.com/office/drawing/2014/main" id="{FA47D917-9C93-4932-9BE7-E50D7750E34A}"/>
                </a:ext>
              </a:extLst>
            </p:cNvPr>
            <p:cNvSpPr/>
            <p:nvPr/>
          </p:nvSpPr>
          <p:spPr>
            <a:xfrm>
              <a:off x="4817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1" name="타원 14820">
              <a:extLst>
                <a:ext uri="{FF2B5EF4-FFF2-40B4-BE49-F238E27FC236}">
                  <a16:creationId xmlns:a16="http://schemas.microsoft.com/office/drawing/2014/main" id="{2AAC0CE6-8234-4D3F-ACB6-8943E8F4D2BB}"/>
                </a:ext>
              </a:extLst>
            </p:cNvPr>
            <p:cNvSpPr/>
            <p:nvPr/>
          </p:nvSpPr>
          <p:spPr>
            <a:xfrm>
              <a:off x="4969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2" name="타원 14821">
              <a:extLst>
                <a:ext uri="{FF2B5EF4-FFF2-40B4-BE49-F238E27FC236}">
                  <a16:creationId xmlns:a16="http://schemas.microsoft.com/office/drawing/2014/main" id="{7645DBA8-E177-4182-AA4A-46EE85761809}"/>
                </a:ext>
              </a:extLst>
            </p:cNvPr>
            <p:cNvSpPr/>
            <p:nvPr/>
          </p:nvSpPr>
          <p:spPr>
            <a:xfrm>
              <a:off x="51221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3" name="타원 14822">
              <a:extLst>
                <a:ext uri="{FF2B5EF4-FFF2-40B4-BE49-F238E27FC236}">
                  <a16:creationId xmlns:a16="http://schemas.microsoft.com/office/drawing/2014/main" id="{587CCF3A-FE9B-49DB-B628-B8071032AFDD}"/>
                </a:ext>
              </a:extLst>
            </p:cNvPr>
            <p:cNvSpPr/>
            <p:nvPr/>
          </p:nvSpPr>
          <p:spPr>
            <a:xfrm>
              <a:off x="52745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4" name="타원 14823">
              <a:extLst>
                <a:ext uri="{FF2B5EF4-FFF2-40B4-BE49-F238E27FC236}">
                  <a16:creationId xmlns:a16="http://schemas.microsoft.com/office/drawing/2014/main" id="{7B9211B8-D5B0-4B6D-B71E-A48750B8BFA6}"/>
                </a:ext>
              </a:extLst>
            </p:cNvPr>
            <p:cNvSpPr/>
            <p:nvPr/>
          </p:nvSpPr>
          <p:spPr>
            <a:xfrm>
              <a:off x="54269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5" name="타원 14824">
              <a:extLst>
                <a:ext uri="{FF2B5EF4-FFF2-40B4-BE49-F238E27FC236}">
                  <a16:creationId xmlns:a16="http://schemas.microsoft.com/office/drawing/2014/main" id="{B0C92E74-9A10-4B7C-A82C-B8B4C070CBAE}"/>
                </a:ext>
              </a:extLst>
            </p:cNvPr>
            <p:cNvSpPr/>
            <p:nvPr/>
          </p:nvSpPr>
          <p:spPr>
            <a:xfrm>
              <a:off x="55793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6" name="타원 14825">
              <a:extLst>
                <a:ext uri="{FF2B5EF4-FFF2-40B4-BE49-F238E27FC236}">
                  <a16:creationId xmlns:a16="http://schemas.microsoft.com/office/drawing/2014/main" id="{C90E37AD-FD42-4FB4-8510-D1AA6F7A66CF}"/>
                </a:ext>
              </a:extLst>
            </p:cNvPr>
            <p:cNvSpPr/>
            <p:nvPr/>
          </p:nvSpPr>
          <p:spPr>
            <a:xfrm>
              <a:off x="5731775" y="4569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7" name="타원 14826">
              <a:extLst>
                <a:ext uri="{FF2B5EF4-FFF2-40B4-BE49-F238E27FC236}">
                  <a16:creationId xmlns:a16="http://schemas.microsoft.com/office/drawing/2014/main" id="{3F938347-87AB-4C2A-8D4B-A6A1F14269F4}"/>
                </a:ext>
              </a:extLst>
            </p:cNvPr>
            <p:cNvSpPr/>
            <p:nvPr/>
          </p:nvSpPr>
          <p:spPr>
            <a:xfrm>
              <a:off x="245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8" name="타원 14827">
              <a:extLst>
                <a:ext uri="{FF2B5EF4-FFF2-40B4-BE49-F238E27FC236}">
                  <a16:creationId xmlns:a16="http://schemas.microsoft.com/office/drawing/2014/main" id="{0F3C8E73-B966-40F9-A40C-F59EFBDD6B10}"/>
                </a:ext>
              </a:extLst>
            </p:cNvPr>
            <p:cNvSpPr/>
            <p:nvPr/>
          </p:nvSpPr>
          <p:spPr>
            <a:xfrm>
              <a:off x="397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29" name="타원 14828">
              <a:extLst>
                <a:ext uri="{FF2B5EF4-FFF2-40B4-BE49-F238E27FC236}">
                  <a16:creationId xmlns:a16="http://schemas.microsoft.com/office/drawing/2014/main" id="{403F5E1F-C7BD-46EC-B630-0193EDAAFF3F}"/>
                </a:ext>
              </a:extLst>
            </p:cNvPr>
            <p:cNvSpPr/>
            <p:nvPr/>
          </p:nvSpPr>
          <p:spPr>
            <a:xfrm>
              <a:off x="5501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0" name="타원 14829">
              <a:extLst>
                <a:ext uri="{FF2B5EF4-FFF2-40B4-BE49-F238E27FC236}">
                  <a16:creationId xmlns:a16="http://schemas.microsoft.com/office/drawing/2014/main" id="{A23EB797-8691-407F-B5E8-A837E0061FB6}"/>
                </a:ext>
              </a:extLst>
            </p:cNvPr>
            <p:cNvSpPr/>
            <p:nvPr/>
          </p:nvSpPr>
          <p:spPr>
            <a:xfrm>
              <a:off x="7025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1" name="타원 14830">
              <a:extLst>
                <a:ext uri="{FF2B5EF4-FFF2-40B4-BE49-F238E27FC236}">
                  <a16:creationId xmlns:a16="http://schemas.microsoft.com/office/drawing/2014/main" id="{62DF7AE4-858D-4262-B3DD-70275592ACCB}"/>
                </a:ext>
              </a:extLst>
            </p:cNvPr>
            <p:cNvSpPr/>
            <p:nvPr/>
          </p:nvSpPr>
          <p:spPr>
            <a:xfrm>
              <a:off x="8549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2" name="타원 14831">
              <a:extLst>
                <a:ext uri="{FF2B5EF4-FFF2-40B4-BE49-F238E27FC236}">
                  <a16:creationId xmlns:a16="http://schemas.microsoft.com/office/drawing/2014/main" id="{757D35DF-C3F4-4ABA-863F-623BDD1C4AFF}"/>
                </a:ext>
              </a:extLst>
            </p:cNvPr>
            <p:cNvSpPr/>
            <p:nvPr/>
          </p:nvSpPr>
          <p:spPr>
            <a:xfrm>
              <a:off x="1007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3" name="타원 14832">
              <a:extLst>
                <a:ext uri="{FF2B5EF4-FFF2-40B4-BE49-F238E27FC236}">
                  <a16:creationId xmlns:a16="http://schemas.microsoft.com/office/drawing/2014/main" id="{90EB810C-482E-4C46-878E-B2C7345625B8}"/>
                </a:ext>
              </a:extLst>
            </p:cNvPr>
            <p:cNvSpPr/>
            <p:nvPr/>
          </p:nvSpPr>
          <p:spPr>
            <a:xfrm>
              <a:off x="1159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4" name="타원 14833">
              <a:extLst>
                <a:ext uri="{FF2B5EF4-FFF2-40B4-BE49-F238E27FC236}">
                  <a16:creationId xmlns:a16="http://schemas.microsoft.com/office/drawing/2014/main" id="{FADC224A-4398-4A05-B30A-50305708D83E}"/>
                </a:ext>
              </a:extLst>
            </p:cNvPr>
            <p:cNvSpPr/>
            <p:nvPr/>
          </p:nvSpPr>
          <p:spPr>
            <a:xfrm>
              <a:off x="13121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5" name="타원 14834">
              <a:extLst>
                <a:ext uri="{FF2B5EF4-FFF2-40B4-BE49-F238E27FC236}">
                  <a16:creationId xmlns:a16="http://schemas.microsoft.com/office/drawing/2014/main" id="{4835ADB1-1F60-4A3A-A863-D5C185A8935C}"/>
                </a:ext>
              </a:extLst>
            </p:cNvPr>
            <p:cNvSpPr/>
            <p:nvPr/>
          </p:nvSpPr>
          <p:spPr>
            <a:xfrm>
              <a:off x="14645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6" name="타원 14835">
              <a:extLst>
                <a:ext uri="{FF2B5EF4-FFF2-40B4-BE49-F238E27FC236}">
                  <a16:creationId xmlns:a16="http://schemas.microsoft.com/office/drawing/2014/main" id="{C47D8F4D-0472-484D-9037-158830791287}"/>
                </a:ext>
              </a:extLst>
            </p:cNvPr>
            <p:cNvSpPr/>
            <p:nvPr/>
          </p:nvSpPr>
          <p:spPr>
            <a:xfrm>
              <a:off x="16169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7" name="타원 14836">
              <a:extLst>
                <a:ext uri="{FF2B5EF4-FFF2-40B4-BE49-F238E27FC236}">
                  <a16:creationId xmlns:a16="http://schemas.microsoft.com/office/drawing/2014/main" id="{45497FA6-3693-4358-BB79-BEEEA1C81AA3}"/>
                </a:ext>
              </a:extLst>
            </p:cNvPr>
            <p:cNvSpPr/>
            <p:nvPr/>
          </p:nvSpPr>
          <p:spPr>
            <a:xfrm>
              <a:off x="1769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8" name="타원 14837">
              <a:extLst>
                <a:ext uri="{FF2B5EF4-FFF2-40B4-BE49-F238E27FC236}">
                  <a16:creationId xmlns:a16="http://schemas.microsoft.com/office/drawing/2014/main" id="{3EA0EE42-BF67-4EA2-BDF7-2023279BD24A}"/>
                </a:ext>
              </a:extLst>
            </p:cNvPr>
            <p:cNvSpPr/>
            <p:nvPr/>
          </p:nvSpPr>
          <p:spPr>
            <a:xfrm>
              <a:off x="1921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39" name="타원 14838">
              <a:extLst>
                <a:ext uri="{FF2B5EF4-FFF2-40B4-BE49-F238E27FC236}">
                  <a16:creationId xmlns:a16="http://schemas.microsoft.com/office/drawing/2014/main" id="{8D9AEC69-1A9A-4EC4-AF4C-CE97853CB4FA}"/>
                </a:ext>
              </a:extLst>
            </p:cNvPr>
            <p:cNvSpPr/>
            <p:nvPr/>
          </p:nvSpPr>
          <p:spPr>
            <a:xfrm>
              <a:off x="20741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0" name="타원 14839">
              <a:extLst>
                <a:ext uri="{FF2B5EF4-FFF2-40B4-BE49-F238E27FC236}">
                  <a16:creationId xmlns:a16="http://schemas.microsoft.com/office/drawing/2014/main" id="{4BCF8393-40DE-470A-8870-9B2C35667046}"/>
                </a:ext>
              </a:extLst>
            </p:cNvPr>
            <p:cNvSpPr/>
            <p:nvPr/>
          </p:nvSpPr>
          <p:spPr>
            <a:xfrm>
              <a:off x="22265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1" name="타원 14840">
              <a:extLst>
                <a:ext uri="{FF2B5EF4-FFF2-40B4-BE49-F238E27FC236}">
                  <a16:creationId xmlns:a16="http://schemas.microsoft.com/office/drawing/2014/main" id="{11C87219-38CB-46B4-A4AE-42B8FA203EE7}"/>
                </a:ext>
              </a:extLst>
            </p:cNvPr>
            <p:cNvSpPr/>
            <p:nvPr/>
          </p:nvSpPr>
          <p:spPr>
            <a:xfrm>
              <a:off x="23789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2" name="타원 14841">
              <a:extLst>
                <a:ext uri="{FF2B5EF4-FFF2-40B4-BE49-F238E27FC236}">
                  <a16:creationId xmlns:a16="http://schemas.microsoft.com/office/drawing/2014/main" id="{E40D7362-F2A6-4C8F-96D6-1358ECD90244}"/>
                </a:ext>
              </a:extLst>
            </p:cNvPr>
            <p:cNvSpPr/>
            <p:nvPr/>
          </p:nvSpPr>
          <p:spPr>
            <a:xfrm>
              <a:off x="2531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3" name="타원 14842">
              <a:extLst>
                <a:ext uri="{FF2B5EF4-FFF2-40B4-BE49-F238E27FC236}">
                  <a16:creationId xmlns:a16="http://schemas.microsoft.com/office/drawing/2014/main" id="{9CEB3557-079F-488B-810B-F2535948F8EB}"/>
                </a:ext>
              </a:extLst>
            </p:cNvPr>
            <p:cNvSpPr/>
            <p:nvPr/>
          </p:nvSpPr>
          <p:spPr>
            <a:xfrm>
              <a:off x="2683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4" name="타원 14843">
              <a:extLst>
                <a:ext uri="{FF2B5EF4-FFF2-40B4-BE49-F238E27FC236}">
                  <a16:creationId xmlns:a16="http://schemas.microsoft.com/office/drawing/2014/main" id="{3ED82C85-61EF-4DA4-9900-85571CCD82D6}"/>
                </a:ext>
              </a:extLst>
            </p:cNvPr>
            <p:cNvSpPr/>
            <p:nvPr/>
          </p:nvSpPr>
          <p:spPr>
            <a:xfrm>
              <a:off x="28361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5" name="타원 14844">
              <a:extLst>
                <a:ext uri="{FF2B5EF4-FFF2-40B4-BE49-F238E27FC236}">
                  <a16:creationId xmlns:a16="http://schemas.microsoft.com/office/drawing/2014/main" id="{E139D550-2B5D-4B01-9617-F8B602F6C905}"/>
                </a:ext>
              </a:extLst>
            </p:cNvPr>
            <p:cNvSpPr/>
            <p:nvPr/>
          </p:nvSpPr>
          <p:spPr>
            <a:xfrm>
              <a:off x="29885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6" name="타원 14845">
              <a:extLst>
                <a:ext uri="{FF2B5EF4-FFF2-40B4-BE49-F238E27FC236}">
                  <a16:creationId xmlns:a16="http://schemas.microsoft.com/office/drawing/2014/main" id="{B00CB4D9-27EB-4689-9276-718CF8FD6C7B}"/>
                </a:ext>
              </a:extLst>
            </p:cNvPr>
            <p:cNvSpPr/>
            <p:nvPr/>
          </p:nvSpPr>
          <p:spPr>
            <a:xfrm>
              <a:off x="31409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7" name="타원 14846">
              <a:extLst>
                <a:ext uri="{FF2B5EF4-FFF2-40B4-BE49-F238E27FC236}">
                  <a16:creationId xmlns:a16="http://schemas.microsoft.com/office/drawing/2014/main" id="{A44E5FC3-399F-4741-9195-FD482007BFB0}"/>
                </a:ext>
              </a:extLst>
            </p:cNvPr>
            <p:cNvSpPr/>
            <p:nvPr/>
          </p:nvSpPr>
          <p:spPr>
            <a:xfrm>
              <a:off x="3293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8" name="타원 14847">
              <a:extLst>
                <a:ext uri="{FF2B5EF4-FFF2-40B4-BE49-F238E27FC236}">
                  <a16:creationId xmlns:a16="http://schemas.microsoft.com/office/drawing/2014/main" id="{FED26D44-5E42-4BA5-878B-7494171C2942}"/>
                </a:ext>
              </a:extLst>
            </p:cNvPr>
            <p:cNvSpPr/>
            <p:nvPr/>
          </p:nvSpPr>
          <p:spPr>
            <a:xfrm>
              <a:off x="3445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49" name="타원 14848">
              <a:extLst>
                <a:ext uri="{FF2B5EF4-FFF2-40B4-BE49-F238E27FC236}">
                  <a16:creationId xmlns:a16="http://schemas.microsoft.com/office/drawing/2014/main" id="{46A2711D-D08D-4344-9CF0-7C95764A0B68}"/>
                </a:ext>
              </a:extLst>
            </p:cNvPr>
            <p:cNvSpPr/>
            <p:nvPr/>
          </p:nvSpPr>
          <p:spPr>
            <a:xfrm>
              <a:off x="35981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0" name="타원 14849">
              <a:extLst>
                <a:ext uri="{FF2B5EF4-FFF2-40B4-BE49-F238E27FC236}">
                  <a16:creationId xmlns:a16="http://schemas.microsoft.com/office/drawing/2014/main" id="{6E2C05D4-B3AA-46FA-AC1F-C4C449AE0FB3}"/>
                </a:ext>
              </a:extLst>
            </p:cNvPr>
            <p:cNvSpPr/>
            <p:nvPr/>
          </p:nvSpPr>
          <p:spPr>
            <a:xfrm>
              <a:off x="37505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1" name="타원 14850">
              <a:extLst>
                <a:ext uri="{FF2B5EF4-FFF2-40B4-BE49-F238E27FC236}">
                  <a16:creationId xmlns:a16="http://schemas.microsoft.com/office/drawing/2014/main" id="{039913D6-CCB9-433E-8B76-4C73C77BF6B5}"/>
                </a:ext>
              </a:extLst>
            </p:cNvPr>
            <p:cNvSpPr/>
            <p:nvPr/>
          </p:nvSpPr>
          <p:spPr>
            <a:xfrm>
              <a:off x="39029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2" name="타원 14851">
              <a:extLst>
                <a:ext uri="{FF2B5EF4-FFF2-40B4-BE49-F238E27FC236}">
                  <a16:creationId xmlns:a16="http://schemas.microsoft.com/office/drawing/2014/main" id="{6BAD0A58-68AD-449A-B140-D83A1692C4D0}"/>
                </a:ext>
              </a:extLst>
            </p:cNvPr>
            <p:cNvSpPr/>
            <p:nvPr/>
          </p:nvSpPr>
          <p:spPr>
            <a:xfrm>
              <a:off x="4055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3" name="타원 14852">
              <a:extLst>
                <a:ext uri="{FF2B5EF4-FFF2-40B4-BE49-F238E27FC236}">
                  <a16:creationId xmlns:a16="http://schemas.microsoft.com/office/drawing/2014/main" id="{AC0C7FF6-DACB-4F88-B2FE-2043785274C2}"/>
                </a:ext>
              </a:extLst>
            </p:cNvPr>
            <p:cNvSpPr/>
            <p:nvPr/>
          </p:nvSpPr>
          <p:spPr>
            <a:xfrm>
              <a:off x="4207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4" name="타원 14853">
              <a:extLst>
                <a:ext uri="{FF2B5EF4-FFF2-40B4-BE49-F238E27FC236}">
                  <a16:creationId xmlns:a16="http://schemas.microsoft.com/office/drawing/2014/main" id="{64746401-86E8-48BB-9CB7-F3A3821AF08B}"/>
                </a:ext>
              </a:extLst>
            </p:cNvPr>
            <p:cNvSpPr/>
            <p:nvPr/>
          </p:nvSpPr>
          <p:spPr>
            <a:xfrm>
              <a:off x="43601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5" name="타원 14854">
              <a:extLst>
                <a:ext uri="{FF2B5EF4-FFF2-40B4-BE49-F238E27FC236}">
                  <a16:creationId xmlns:a16="http://schemas.microsoft.com/office/drawing/2014/main" id="{87657454-9563-4972-A94C-173B472772F3}"/>
                </a:ext>
              </a:extLst>
            </p:cNvPr>
            <p:cNvSpPr/>
            <p:nvPr/>
          </p:nvSpPr>
          <p:spPr>
            <a:xfrm>
              <a:off x="45125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6" name="타원 14855">
              <a:extLst>
                <a:ext uri="{FF2B5EF4-FFF2-40B4-BE49-F238E27FC236}">
                  <a16:creationId xmlns:a16="http://schemas.microsoft.com/office/drawing/2014/main" id="{9AA6EF3F-E217-402C-B928-B6382434554E}"/>
                </a:ext>
              </a:extLst>
            </p:cNvPr>
            <p:cNvSpPr/>
            <p:nvPr/>
          </p:nvSpPr>
          <p:spPr>
            <a:xfrm>
              <a:off x="46649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7" name="타원 14856">
              <a:extLst>
                <a:ext uri="{FF2B5EF4-FFF2-40B4-BE49-F238E27FC236}">
                  <a16:creationId xmlns:a16="http://schemas.microsoft.com/office/drawing/2014/main" id="{76E364E8-35E0-4AFB-AB82-C1A30D87DD68}"/>
                </a:ext>
              </a:extLst>
            </p:cNvPr>
            <p:cNvSpPr/>
            <p:nvPr/>
          </p:nvSpPr>
          <p:spPr>
            <a:xfrm>
              <a:off x="4817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8" name="타원 14857">
              <a:extLst>
                <a:ext uri="{FF2B5EF4-FFF2-40B4-BE49-F238E27FC236}">
                  <a16:creationId xmlns:a16="http://schemas.microsoft.com/office/drawing/2014/main" id="{B4C8E7C7-F32D-49C3-B582-8CB21B040502}"/>
                </a:ext>
              </a:extLst>
            </p:cNvPr>
            <p:cNvSpPr/>
            <p:nvPr/>
          </p:nvSpPr>
          <p:spPr>
            <a:xfrm>
              <a:off x="4969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59" name="타원 14858">
              <a:extLst>
                <a:ext uri="{FF2B5EF4-FFF2-40B4-BE49-F238E27FC236}">
                  <a16:creationId xmlns:a16="http://schemas.microsoft.com/office/drawing/2014/main" id="{561B74DC-FD08-4AA2-84BF-6B2DAAE033CB}"/>
                </a:ext>
              </a:extLst>
            </p:cNvPr>
            <p:cNvSpPr/>
            <p:nvPr/>
          </p:nvSpPr>
          <p:spPr>
            <a:xfrm>
              <a:off x="51221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0" name="타원 14859">
              <a:extLst>
                <a:ext uri="{FF2B5EF4-FFF2-40B4-BE49-F238E27FC236}">
                  <a16:creationId xmlns:a16="http://schemas.microsoft.com/office/drawing/2014/main" id="{8B156B59-F4AB-447D-83B1-ECB1D542D886}"/>
                </a:ext>
              </a:extLst>
            </p:cNvPr>
            <p:cNvSpPr/>
            <p:nvPr/>
          </p:nvSpPr>
          <p:spPr>
            <a:xfrm>
              <a:off x="52745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1" name="타원 14860">
              <a:extLst>
                <a:ext uri="{FF2B5EF4-FFF2-40B4-BE49-F238E27FC236}">
                  <a16:creationId xmlns:a16="http://schemas.microsoft.com/office/drawing/2014/main" id="{B62F16CD-E93D-403A-9A68-CC1E1EA4E6E8}"/>
                </a:ext>
              </a:extLst>
            </p:cNvPr>
            <p:cNvSpPr/>
            <p:nvPr/>
          </p:nvSpPr>
          <p:spPr>
            <a:xfrm>
              <a:off x="54269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2" name="타원 14861">
              <a:extLst>
                <a:ext uri="{FF2B5EF4-FFF2-40B4-BE49-F238E27FC236}">
                  <a16:creationId xmlns:a16="http://schemas.microsoft.com/office/drawing/2014/main" id="{D326F6B7-1547-4230-A66C-6C3C536DD58E}"/>
                </a:ext>
              </a:extLst>
            </p:cNvPr>
            <p:cNvSpPr/>
            <p:nvPr/>
          </p:nvSpPr>
          <p:spPr>
            <a:xfrm>
              <a:off x="55793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3" name="타원 14862">
              <a:extLst>
                <a:ext uri="{FF2B5EF4-FFF2-40B4-BE49-F238E27FC236}">
                  <a16:creationId xmlns:a16="http://schemas.microsoft.com/office/drawing/2014/main" id="{3CB8B559-77C8-4324-87B6-387A7B6A222D}"/>
                </a:ext>
              </a:extLst>
            </p:cNvPr>
            <p:cNvSpPr/>
            <p:nvPr/>
          </p:nvSpPr>
          <p:spPr>
            <a:xfrm>
              <a:off x="5731775" y="4722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4" name="타원 14863">
              <a:extLst>
                <a:ext uri="{FF2B5EF4-FFF2-40B4-BE49-F238E27FC236}">
                  <a16:creationId xmlns:a16="http://schemas.microsoft.com/office/drawing/2014/main" id="{F60E5DF3-4078-487F-ACE1-5B88125AFF2F}"/>
                </a:ext>
              </a:extLst>
            </p:cNvPr>
            <p:cNvSpPr/>
            <p:nvPr/>
          </p:nvSpPr>
          <p:spPr>
            <a:xfrm>
              <a:off x="245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5" name="타원 14864">
              <a:extLst>
                <a:ext uri="{FF2B5EF4-FFF2-40B4-BE49-F238E27FC236}">
                  <a16:creationId xmlns:a16="http://schemas.microsoft.com/office/drawing/2014/main" id="{92277458-C9AA-4EF3-B56C-606BA155A814}"/>
                </a:ext>
              </a:extLst>
            </p:cNvPr>
            <p:cNvSpPr/>
            <p:nvPr/>
          </p:nvSpPr>
          <p:spPr>
            <a:xfrm>
              <a:off x="397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6" name="타원 14865">
              <a:extLst>
                <a:ext uri="{FF2B5EF4-FFF2-40B4-BE49-F238E27FC236}">
                  <a16:creationId xmlns:a16="http://schemas.microsoft.com/office/drawing/2014/main" id="{9361656D-3569-433F-84ED-5F51522B742A}"/>
                </a:ext>
              </a:extLst>
            </p:cNvPr>
            <p:cNvSpPr/>
            <p:nvPr/>
          </p:nvSpPr>
          <p:spPr>
            <a:xfrm>
              <a:off x="5501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7" name="타원 14866">
              <a:extLst>
                <a:ext uri="{FF2B5EF4-FFF2-40B4-BE49-F238E27FC236}">
                  <a16:creationId xmlns:a16="http://schemas.microsoft.com/office/drawing/2014/main" id="{541F4FF5-1D13-4700-9E29-EB8C531A3694}"/>
                </a:ext>
              </a:extLst>
            </p:cNvPr>
            <p:cNvSpPr/>
            <p:nvPr/>
          </p:nvSpPr>
          <p:spPr>
            <a:xfrm>
              <a:off x="7025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8" name="타원 14867">
              <a:extLst>
                <a:ext uri="{FF2B5EF4-FFF2-40B4-BE49-F238E27FC236}">
                  <a16:creationId xmlns:a16="http://schemas.microsoft.com/office/drawing/2014/main" id="{3685E06D-EBCE-4ABD-BAF5-B222470847B0}"/>
                </a:ext>
              </a:extLst>
            </p:cNvPr>
            <p:cNvSpPr/>
            <p:nvPr/>
          </p:nvSpPr>
          <p:spPr>
            <a:xfrm>
              <a:off x="8549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69" name="타원 14868">
              <a:extLst>
                <a:ext uri="{FF2B5EF4-FFF2-40B4-BE49-F238E27FC236}">
                  <a16:creationId xmlns:a16="http://schemas.microsoft.com/office/drawing/2014/main" id="{D99ECA18-BAC8-4BCC-B222-E8C61670CD60}"/>
                </a:ext>
              </a:extLst>
            </p:cNvPr>
            <p:cNvSpPr/>
            <p:nvPr/>
          </p:nvSpPr>
          <p:spPr>
            <a:xfrm>
              <a:off x="1007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0" name="타원 14869">
              <a:extLst>
                <a:ext uri="{FF2B5EF4-FFF2-40B4-BE49-F238E27FC236}">
                  <a16:creationId xmlns:a16="http://schemas.microsoft.com/office/drawing/2014/main" id="{9EE2EC3E-D54C-4BE1-A247-AAA5D2632D27}"/>
                </a:ext>
              </a:extLst>
            </p:cNvPr>
            <p:cNvSpPr/>
            <p:nvPr/>
          </p:nvSpPr>
          <p:spPr>
            <a:xfrm>
              <a:off x="1159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1" name="타원 14870">
              <a:extLst>
                <a:ext uri="{FF2B5EF4-FFF2-40B4-BE49-F238E27FC236}">
                  <a16:creationId xmlns:a16="http://schemas.microsoft.com/office/drawing/2014/main" id="{A2FDDCD5-78FA-46DE-A011-BFE8DE2200BE}"/>
                </a:ext>
              </a:extLst>
            </p:cNvPr>
            <p:cNvSpPr/>
            <p:nvPr/>
          </p:nvSpPr>
          <p:spPr>
            <a:xfrm>
              <a:off x="13121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2" name="타원 14871">
              <a:extLst>
                <a:ext uri="{FF2B5EF4-FFF2-40B4-BE49-F238E27FC236}">
                  <a16:creationId xmlns:a16="http://schemas.microsoft.com/office/drawing/2014/main" id="{20546731-DE78-4A76-BD95-D8688288004F}"/>
                </a:ext>
              </a:extLst>
            </p:cNvPr>
            <p:cNvSpPr/>
            <p:nvPr/>
          </p:nvSpPr>
          <p:spPr>
            <a:xfrm>
              <a:off x="14645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3" name="타원 14872">
              <a:extLst>
                <a:ext uri="{FF2B5EF4-FFF2-40B4-BE49-F238E27FC236}">
                  <a16:creationId xmlns:a16="http://schemas.microsoft.com/office/drawing/2014/main" id="{9E59434C-7F87-40E2-806D-1F22FFAB4ED8}"/>
                </a:ext>
              </a:extLst>
            </p:cNvPr>
            <p:cNvSpPr/>
            <p:nvPr/>
          </p:nvSpPr>
          <p:spPr>
            <a:xfrm>
              <a:off x="16169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4" name="타원 14873">
              <a:extLst>
                <a:ext uri="{FF2B5EF4-FFF2-40B4-BE49-F238E27FC236}">
                  <a16:creationId xmlns:a16="http://schemas.microsoft.com/office/drawing/2014/main" id="{25F44A95-D359-40AC-820C-E7C63FFE0AD0}"/>
                </a:ext>
              </a:extLst>
            </p:cNvPr>
            <p:cNvSpPr/>
            <p:nvPr/>
          </p:nvSpPr>
          <p:spPr>
            <a:xfrm>
              <a:off x="1769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5" name="타원 14874">
              <a:extLst>
                <a:ext uri="{FF2B5EF4-FFF2-40B4-BE49-F238E27FC236}">
                  <a16:creationId xmlns:a16="http://schemas.microsoft.com/office/drawing/2014/main" id="{C3F7D130-CA1A-417E-91F6-C0616032EA15}"/>
                </a:ext>
              </a:extLst>
            </p:cNvPr>
            <p:cNvSpPr/>
            <p:nvPr/>
          </p:nvSpPr>
          <p:spPr>
            <a:xfrm>
              <a:off x="1921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6" name="타원 14875">
              <a:extLst>
                <a:ext uri="{FF2B5EF4-FFF2-40B4-BE49-F238E27FC236}">
                  <a16:creationId xmlns:a16="http://schemas.microsoft.com/office/drawing/2014/main" id="{30492B03-92B9-4E76-ABD5-46F5CABE709F}"/>
                </a:ext>
              </a:extLst>
            </p:cNvPr>
            <p:cNvSpPr/>
            <p:nvPr/>
          </p:nvSpPr>
          <p:spPr>
            <a:xfrm>
              <a:off x="20741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7" name="타원 14876">
              <a:extLst>
                <a:ext uri="{FF2B5EF4-FFF2-40B4-BE49-F238E27FC236}">
                  <a16:creationId xmlns:a16="http://schemas.microsoft.com/office/drawing/2014/main" id="{63793E9F-5AA8-42A5-A0F4-0B1F1B8EA7AE}"/>
                </a:ext>
              </a:extLst>
            </p:cNvPr>
            <p:cNvSpPr/>
            <p:nvPr/>
          </p:nvSpPr>
          <p:spPr>
            <a:xfrm>
              <a:off x="22265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8" name="타원 14877">
              <a:extLst>
                <a:ext uri="{FF2B5EF4-FFF2-40B4-BE49-F238E27FC236}">
                  <a16:creationId xmlns:a16="http://schemas.microsoft.com/office/drawing/2014/main" id="{5706A2E4-C009-47F9-A80A-7FB9732C5C66}"/>
                </a:ext>
              </a:extLst>
            </p:cNvPr>
            <p:cNvSpPr/>
            <p:nvPr/>
          </p:nvSpPr>
          <p:spPr>
            <a:xfrm>
              <a:off x="23789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79" name="타원 14878">
              <a:extLst>
                <a:ext uri="{FF2B5EF4-FFF2-40B4-BE49-F238E27FC236}">
                  <a16:creationId xmlns:a16="http://schemas.microsoft.com/office/drawing/2014/main" id="{436E4EDC-F1DB-40BF-B3BD-EBE3AFEBB8CD}"/>
                </a:ext>
              </a:extLst>
            </p:cNvPr>
            <p:cNvSpPr/>
            <p:nvPr/>
          </p:nvSpPr>
          <p:spPr>
            <a:xfrm>
              <a:off x="2531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0" name="타원 14879">
              <a:extLst>
                <a:ext uri="{FF2B5EF4-FFF2-40B4-BE49-F238E27FC236}">
                  <a16:creationId xmlns:a16="http://schemas.microsoft.com/office/drawing/2014/main" id="{A5A10C58-0EC3-41E3-A088-BFEE6E79F5C8}"/>
                </a:ext>
              </a:extLst>
            </p:cNvPr>
            <p:cNvSpPr/>
            <p:nvPr/>
          </p:nvSpPr>
          <p:spPr>
            <a:xfrm>
              <a:off x="2683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1" name="타원 14880">
              <a:extLst>
                <a:ext uri="{FF2B5EF4-FFF2-40B4-BE49-F238E27FC236}">
                  <a16:creationId xmlns:a16="http://schemas.microsoft.com/office/drawing/2014/main" id="{4A5417E6-241A-45C3-9FC1-E02D4F0E04D2}"/>
                </a:ext>
              </a:extLst>
            </p:cNvPr>
            <p:cNvSpPr/>
            <p:nvPr/>
          </p:nvSpPr>
          <p:spPr>
            <a:xfrm>
              <a:off x="28361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2" name="타원 14881">
              <a:extLst>
                <a:ext uri="{FF2B5EF4-FFF2-40B4-BE49-F238E27FC236}">
                  <a16:creationId xmlns:a16="http://schemas.microsoft.com/office/drawing/2014/main" id="{847EC421-BEB6-466B-8427-25575CBA8752}"/>
                </a:ext>
              </a:extLst>
            </p:cNvPr>
            <p:cNvSpPr/>
            <p:nvPr/>
          </p:nvSpPr>
          <p:spPr>
            <a:xfrm>
              <a:off x="29885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3" name="타원 14882">
              <a:extLst>
                <a:ext uri="{FF2B5EF4-FFF2-40B4-BE49-F238E27FC236}">
                  <a16:creationId xmlns:a16="http://schemas.microsoft.com/office/drawing/2014/main" id="{ABE66E73-8F11-460D-BFC3-50665E74C835}"/>
                </a:ext>
              </a:extLst>
            </p:cNvPr>
            <p:cNvSpPr/>
            <p:nvPr/>
          </p:nvSpPr>
          <p:spPr>
            <a:xfrm>
              <a:off x="31409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4" name="타원 14883">
              <a:extLst>
                <a:ext uri="{FF2B5EF4-FFF2-40B4-BE49-F238E27FC236}">
                  <a16:creationId xmlns:a16="http://schemas.microsoft.com/office/drawing/2014/main" id="{611BA7A2-C19C-45A3-9305-498B1BD4A869}"/>
                </a:ext>
              </a:extLst>
            </p:cNvPr>
            <p:cNvSpPr/>
            <p:nvPr/>
          </p:nvSpPr>
          <p:spPr>
            <a:xfrm>
              <a:off x="3293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5" name="타원 14884">
              <a:extLst>
                <a:ext uri="{FF2B5EF4-FFF2-40B4-BE49-F238E27FC236}">
                  <a16:creationId xmlns:a16="http://schemas.microsoft.com/office/drawing/2014/main" id="{787B4892-1A7B-475C-8DFE-BF83CB33D049}"/>
                </a:ext>
              </a:extLst>
            </p:cNvPr>
            <p:cNvSpPr/>
            <p:nvPr/>
          </p:nvSpPr>
          <p:spPr>
            <a:xfrm>
              <a:off x="3445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6" name="타원 14885">
              <a:extLst>
                <a:ext uri="{FF2B5EF4-FFF2-40B4-BE49-F238E27FC236}">
                  <a16:creationId xmlns:a16="http://schemas.microsoft.com/office/drawing/2014/main" id="{814BC959-C3E5-45B0-8C3D-967770CAD0E0}"/>
                </a:ext>
              </a:extLst>
            </p:cNvPr>
            <p:cNvSpPr/>
            <p:nvPr/>
          </p:nvSpPr>
          <p:spPr>
            <a:xfrm>
              <a:off x="35981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7" name="타원 14886">
              <a:extLst>
                <a:ext uri="{FF2B5EF4-FFF2-40B4-BE49-F238E27FC236}">
                  <a16:creationId xmlns:a16="http://schemas.microsoft.com/office/drawing/2014/main" id="{FD5CB5D1-6DD0-4CF3-9F21-A6E4EC972F4E}"/>
                </a:ext>
              </a:extLst>
            </p:cNvPr>
            <p:cNvSpPr/>
            <p:nvPr/>
          </p:nvSpPr>
          <p:spPr>
            <a:xfrm>
              <a:off x="37505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8" name="타원 14887">
              <a:extLst>
                <a:ext uri="{FF2B5EF4-FFF2-40B4-BE49-F238E27FC236}">
                  <a16:creationId xmlns:a16="http://schemas.microsoft.com/office/drawing/2014/main" id="{D754CD51-5DA3-4660-B21D-691A79D60C36}"/>
                </a:ext>
              </a:extLst>
            </p:cNvPr>
            <p:cNvSpPr/>
            <p:nvPr/>
          </p:nvSpPr>
          <p:spPr>
            <a:xfrm>
              <a:off x="39029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9" name="타원 14888">
              <a:extLst>
                <a:ext uri="{FF2B5EF4-FFF2-40B4-BE49-F238E27FC236}">
                  <a16:creationId xmlns:a16="http://schemas.microsoft.com/office/drawing/2014/main" id="{5994A48F-E26B-4D6B-9967-F872510F6818}"/>
                </a:ext>
              </a:extLst>
            </p:cNvPr>
            <p:cNvSpPr/>
            <p:nvPr/>
          </p:nvSpPr>
          <p:spPr>
            <a:xfrm>
              <a:off x="4055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0" name="타원 14889">
              <a:extLst>
                <a:ext uri="{FF2B5EF4-FFF2-40B4-BE49-F238E27FC236}">
                  <a16:creationId xmlns:a16="http://schemas.microsoft.com/office/drawing/2014/main" id="{07F5A2D7-0D45-4DFE-B63F-49130F66C452}"/>
                </a:ext>
              </a:extLst>
            </p:cNvPr>
            <p:cNvSpPr/>
            <p:nvPr/>
          </p:nvSpPr>
          <p:spPr>
            <a:xfrm>
              <a:off x="4207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1" name="타원 14890">
              <a:extLst>
                <a:ext uri="{FF2B5EF4-FFF2-40B4-BE49-F238E27FC236}">
                  <a16:creationId xmlns:a16="http://schemas.microsoft.com/office/drawing/2014/main" id="{BFE2C44A-7B31-4147-9A90-A5F2D03294FD}"/>
                </a:ext>
              </a:extLst>
            </p:cNvPr>
            <p:cNvSpPr/>
            <p:nvPr/>
          </p:nvSpPr>
          <p:spPr>
            <a:xfrm>
              <a:off x="43601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2" name="타원 14891">
              <a:extLst>
                <a:ext uri="{FF2B5EF4-FFF2-40B4-BE49-F238E27FC236}">
                  <a16:creationId xmlns:a16="http://schemas.microsoft.com/office/drawing/2014/main" id="{1A5AA39E-09B6-43FA-AF4D-84D2E2EA02FB}"/>
                </a:ext>
              </a:extLst>
            </p:cNvPr>
            <p:cNvSpPr/>
            <p:nvPr/>
          </p:nvSpPr>
          <p:spPr>
            <a:xfrm>
              <a:off x="45125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3" name="타원 14892">
              <a:extLst>
                <a:ext uri="{FF2B5EF4-FFF2-40B4-BE49-F238E27FC236}">
                  <a16:creationId xmlns:a16="http://schemas.microsoft.com/office/drawing/2014/main" id="{24B0E6C4-20BC-4414-88CB-838E72052DAE}"/>
                </a:ext>
              </a:extLst>
            </p:cNvPr>
            <p:cNvSpPr/>
            <p:nvPr/>
          </p:nvSpPr>
          <p:spPr>
            <a:xfrm>
              <a:off x="46649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4" name="타원 14893">
              <a:extLst>
                <a:ext uri="{FF2B5EF4-FFF2-40B4-BE49-F238E27FC236}">
                  <a16:creationId xmlns:a16="http://schemas.microsoft.com/office/drawing/2014/main" id="{1D4B5C4C-03A1-4D41-AE62-F62C3403E278}"/>
                </a:ext>
              </a:extLst>
            </p:cNvPr>
            <p:cNvSpPr/>
            <p:nvPr/>
          </p:nvSpPr>
          <p:spPr>
            <a:xfrm>
              <a:off x="4817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5" name="타원 14894">
              <a:extLst>
                <a:ext uri="{FF2B5EF4-FFF2-40B4-BE49-F238E27FC236}">
                  <a16:creationId xmlns:a16="http://schemas.microsoft.com/office/drawing/2014/main" id="{24910120-FE02-4A2C-9DFC-F108CE702F55}"/>
                </a:ext>
              </a:extLst>
            </p:cNvPr>
            <p:cNvSpPr/>
            <p:nvPr/>
          </p:nvSpPr>
          <p:spPr>
            <a:xfrm>
              <a:off x="4969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6" name="타원 14895">
              <a:extLst>
                <a:ext uri="{FF2B5EF4-FFF2-40B4-BE49-F238E27FC236}">
                  <a16:creationId xmlns:a16="http://schemas.microsoft.com/office/drawing/2014/main" id="{C10A4296-244C-42AB-B1C9-6C99EF48546F}"/>
                </a:ext>
              </a:extLst>
            </p:cNvPr>
            <p:cNvSpPr/>
            <p:nvPr/>
          </p:nvSpPr>
          <p:spPr>
            <a:xfrm>
              <a:off x="51221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7" name="타원 14896">
              <a:extLst>
                <a:ext uri="{FF2B5EF4-FFF2-40B4-BE49-F238E27FC236}">
                  <a16:creationId xmlns:a16="http://schemas.microsoft.com/office/drawing/2014/main" id="{D264B07A-0B05-47AF-BEB0-F335971E6A26}"/>
                </a:ext>
              </a:extLst>
            </p:cNvPr>
            <p:cNvSpPr/>
            <p:nvPr/>
          </p:nvSpPr>
          <p:spPr>
            <a:xfrm>
              <a:off x="52745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8" name="타원 14897">
              <a:extLst>
                <a:ext uri="{FF2B5EF4-FFF2-40B4-BE49-F238E27FC236}">
                  <a16:creationId xmlns:a16="http://schemas.microsoft.com/office/drawing/2014/main" id="{344114CD-D486-4BC8-B18E-E343931C8A79}"/>
                </a:ext>
              </a:extLst>
            </p:cNvPr>
            <p:cNvSpPr/>
            <p:nvPr/>
          </p:nvSpPr>
          <p:spPr>
            <a:xfrm>
              <a:off x="54269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99" name="타원 14898">
              <a:extLst>
                <a:ext uri="{FF2B5EF4-FFF2-40B4-BE49-F238E27FC236}">
                  <a16:creationId xmlns:a16="http://schemas.microsoft.com/office/drawing/2014/main" id="{F5E06BAC-FDF6-4A0D-A5B4-D6F749F50756}"/>
                </a:ext>
              </a:extLst>
            </p:cNvPr>
            <p:cNvSpPr/>
            <p:nvPr/>
          </p:nvSpPr>
          <p:spPr>
            <a:xfrm>
              <a:off x="55793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0" name="타원 14899">
              <a:extLst>
                <a:ext uri="{FF2B5EF4-FFF2-40B4-BE49-F238E27FC236}">
                  <a16:creationId xmlns:a16="http://schemas.microsoft.com/office/drawing/2014/main" id="{31304F93-4C97-41A0-AA37-9F402F3FD412}"/>
                </a:ext>
              </a:extLst>
            </p:cNvPr>
            <p:cNvSpPr/>
            <p:nvPr/>
          </p:nvSpPr>
          <p:spPr>
            <a:xfrm>
              <a:off x="5731775" y="4874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1" name="타원 14900">
              <a:extLst>
                <a:ext uri="{FF2B5EF4-FFF2-40B4-BE49-F238E27FC236}">
                  <a16:creationId xmlns:a16="http://schemas.microsoft.com/office/drawing/2014/main" id="{D784A57A-3DBB-4EE1-A492-1952175E25EC}"/>
                </a:ext>
              </a:extLst>
            </p:cNvPr>
            <p:cNvSpPr/>
            <p:nvPr/>
          </p:nvSpPr>
          <p:spPr>
            <a:xfrm>
              <a:off x="245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2" name="타원 14901">
              <a:extLst>
                <a:ext uri="{FF2B5EF4-FFF2-40B4-BE49-F238E27FC236}">
                  <a16:creationId xmlns:a16="http://schemas.microsoft.com/office/drawing/2014/main" id="{14E4B8DA-426E-4F25-B19A-EBAED1AF55EC}"/>
                </a:ext>
              </a:extLst>
            </p:cNvPr>
            <p:cNvSpPr/>
            <p:nvPr/>
          </p:nvSpPr>
          <p:spPr>
            <a:xfrm>
              <a:off x="397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3" name="타원 14902">
              <a:extLst>
                <a:ext uri="{FF2B5EF4-FFF2-40B4-BE49-F238E27FC236}">
                  <a16:creationId xmlns:a16="http://schemas.microsoft.com/office/drawing/2014/main" id="{8B8C05D0-A069-403B-A75A-702A1112F5B6}"/>
                </a:ext>
              </a:extLst>
            </p:cNvPr>
            <p:cNvSpPr/>
            <p:nvPr/>
          </p:nvSpPr>
          <p:spPr>
            <a:xfrm>
              <a:off x="5501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4" name="타원 14903">
              <a:extLst>
                <a:ext uri="{FF2B5EF4-FFF2-40B4-BE49-F238E27FC236}">
                  <a16:creationId xmlns:a16="http://schemas.microsoft.com/office/drawing/2014/main" id="{60EF88A4-CD47-4A0B-9EC4-53A354489AB9}"/>
                </a:ext>
              </a:extLst>
            </p:cNvPr>
            <p:cNvSpPr/>
            <p:nvPr/>
          </p:nvSpPr>
          <p:spPr>
            <a:xfrm>
              <a:off x="7025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5" name="타원 14904">
              <a:extLst>
                <a:ext uri="{FF2B5EF4-FFF2-40B4-BE49-F238E27FC236}">
                  <a16:creationId xmlns:a16="http://schemas.microsoft.com/office/drawing/2014/main" id="{22557607-1378-4426-BD12-7213D9514A7B}"/>
                </a:ext>
              </a:extLst>
            </p:cNvPr>
            <p:cNvSpPr/>
            <p:nvPr/>
          </p:nvSpPr>
          <p:spPr>
            <a:xfrm>
              <a:off x="8549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6" name="타원 14905">
              <a:extLst>
                <a:ext uri="{FF2B5EF4-FFF2-40B4-BE49-F238E27FC236}">
                  <a16:creationId xmlns:a16="http://schemas.microsoft.com/office/drawing/2014/main" id="{FA6FDE5E-D578-4D59-AA41-2B12EAD73D9F}"/>
                </a:ext>
              </a:extLst>
            </p:cNvPr>
            <p:cNvSpPr/>
            <p:nvPr/>
          </p:nvSpPr>
          <p:spPr>
            <a:xfrm>
              <a:off x="1007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7" name="타원 14906">
              <a:extLst>
                <a:ext uri="{FF2B5EF4-FFF2-40B4-BE49-F238E27FC236}">
                  <a16:creationId xmlns:a16="http://schemas.microsoft.com/office/drawing/2014/main" id="{EF718E65-EE50-4BE3-B8D0-AA95EB7D49B6}"/>
                </a:ext>
              </a:extLst>
            </p:cNvPr>
            <p:cNvSpPr/>
            <p:nvPr/>
          </p:nvSpPr>
          <p:spPr>
            <a:xfrm>
              <a:off x="1159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8" name="타원 14907">
              <a:extLst>
                <a:ext uri="{FF2B5EF4-FFF2-40B4-BE49-F238E27FC236}">
                  <a16:creationId xmlns:a16="http://schemas.microsoft.com/office/drawing/2014/main" id="{06281972-E962-4BFB-BBEE-757F6895153D}"/>
                </a:ext>
              </a:extLst>
            </p:cNvPr>
            <p:cNvSpPr/>
            <p:nvPr/>
          </p:nvSpPr>
          <p:spPr>
            <a:xfrm>
              <a:off x="13121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9" name="타원 14908">
              <a:extLst>
                <a:ext uri="{FF2B5EF4-FFF2-40B4-BE49-F238E27FC236}">
                  <a16:creationId xmlns:a16="http://schemas.microsoft.com/office/drawing/2014/main" id="{C988A875-2AE8-44A5-BCAE-0CBC4012D73E}"/>
                </a:ext>
              </a:extLst>
            </p:cNvPr>
            <p:cNvSpPr/>
            <p:nvPr/>
          </p:nvSpPr>
          <p:spPr>
            <a:xfrm>
              <a:off x="14645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0" name="타원 14909">
              <a:extLst>
                <a:ext uri="{FF2B5EF4-FFF2-40B4-BE49-F238E27FC236}">
                  <a16:creationId xmlns:a16="http://schemas.microsoft.com/office/drawing/2014/main" id="{A017D079-BAF9-49A8-9E2C-E3E19C383661}"/>
                </a:ext>
              </a:extLst>
            </p:cNvPr>
            <p:cNvSpPr/>
            <p:nvPr/>
          </p:nvSpPr>
          <p:spPr>
            <a:xfrm>
              <a:off x="16169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1" name="타원 14910">
              <a:extLst>
                <a:ext uri="{FF2B5EF4-FFF2-40B4-BE49-F238E27FC236}">
                  <a16:creationId xmlns:a16="http://schemas.microsoft.com/office/drawing/2014/main" id="{B36C2ABC-E2B3-43FB-9F98-B101B1501BE4}"/>
                </a:ext>
              </a:extLst>
            </p:cNvPr>
            <p:cNvSpPr/>
            <p:nvPr/>
          </p:nvSpPr>
          <p:spPr>
            <a:xfrm>
              <a:off x="1769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2" name="타원 14911">
              <a:extLst>
                <a:ext uri="{FF2B5EF4-FFF2-40B4-BE49-F238E27FC236}">
                  <a16:creationId xmlns:a16="http://schemas.microsoft.com/office/drawing/2014/main" id="{F033FCD5-9B4C-4185-8BE0-7FF669F20638}"/>
                </a:ext>
              </a:extLst>
            </p:cNvPr>
            <p:cNvSpPr/>
            <p:nvPr/>
          </p:nvSpPr>
          <p:spPr>
            <a:xfrm>
              <a:off x="1921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3" name="타원 14912">
              <a:extLst>
                <a:ext uri="{FF2B5EF4-FFF2-40B4-BE49-F238E27FC236}">
                  <a16:creationId xmlns:a16="http://schemas.microsoft.com/office/drawing/2014/main" id="{661D30F9-BC3A-4DF6-9802-FE5DE7313E3B}"/>
                </a:ext>
              </a:extLst>
            </p:cNvPr>
            <p:cNvSpPr/>
            <p:nvPr/>
          </p:nvSpPr>
          <p:spPr>
            <a:xfrm>
              <a:off x="20741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4" name="타원 14913">
              <a:extLst>
                <a:ext uri="{FF2B5EF4-FFF2-40B4-BE49-F238E27FC236}">
                  <a16:creationId xmlns:a16="http://schemas.microsoft.com/office/drawing/2014/main" id="{D1524168-B4E5-4EE9-B62E-38554198293F}"/>
                </a:ext>
              </a:extLst>
            </p:cNvPr>
            <p:cNvSpPr/>
            <p:nvPr/>
          </p:nvSpPr>
          <p:spPr>
            <a:xfrm>
              <a:off x="22265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5" name="타원 14914">
              <a:extLst>
                <a:ext uri="{FF2B5EF4-FFF2-40B4-BE49-F238E27FC236}">
                  <a16:creationId xmlns:a16="http://schemas.microsoft.com/office/drawing/2014/main" id="{AA81B7F0-B3AF-4911-A0D3-F0A9B68F3324}"/>
                </a:ext>
              </a:extLst>
            </p:cNvPr>
            <p:cNvSpPr/>
            <p:nvPr/>
          </p:nvSpPr>
          <p:spPr>
            <a:xfrm>
              <a:off x="23789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6" name="타원 14915">
              <a:extLst>
                <a:ext uri="{FF2B5EF4-FFF2-40B4-BE49-F238E27FC236}">
                  <a16:creationId xmlns:a16="http://schemas.microsoft.com/office/drawing/2014/main" id="{450E5BC2-FFF2-477A-8D64-AF7ABE58F413}"/>
                </a:ext>
              </a:extLst>
            </p:cNvPr>
            <p:cNvSpPr/>
            <p:nvPr/>
          </p:nvSpPr>
          <p:spPr>
            <a:xfrm>
              <a:off x="2531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7" name="타원 14916">
              <a:extLst>
                <a:ext uri="{FF2B5EF4-FFF2-40B4-BE49-F238E27FC236}">
                  <a16:creationId xmlns:a16="http://schemas.microsoft.com/office/drawing/2014/main" id="{91E88C58-F9D6-492F-84DD-5A936136EAC9}"/>
                </a:ext>
              </a:extLst>
            </p:cNvPr>
            <p:cNvSpPr/>
            <p:nvPr/>
          </p:nvSpPr>
          <p:spPr>
            <a:xfrm>
              <a:off x="2683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8" name="타원 14917">
              <a:extLst>
                <a:ext uri="{FF2B5EF4-FFF2-40B4-BE49-F238E27FC236}">
                  <a16:creationId xmlns:a16="http://schemas.microsoft.com/office/drawing/2014/main" id="{5800C72B-6051-4D0E-B023-280DA37FD688}"/>
                </a:ext>
              </a:extLst>
            </p:cNvPr>
            <p:cNvSpPr/>
            <p:nvPr/>
          </p:nvSpPr>
          <p:spPr>
            <a:xfrm>
              <a:off x="28361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9" name="타원 14918">
              <a:extLst>
                <a:ext uri="{FF2B5EF4-FFF2-40B4-BE49-F238E27FC236}">
                  <a16:creationId xmlns:a16="http://schemas.microsoft.com/office/drawing/2014/main" id="{D452EE3B-BAB3-4416-A39E-8213332992EE}"/>
                </a:ext>
              </a:extLst>
            </p:cNvPr>
            <p:cNvSpPr/>
            <p:nvPr/>
          </p:nvSpPr>
          <p:spPr>
            <a:xfrm>
              <a:off x="29885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0" name="타원 14919">
              <a:extLst>
                <a:ext uri="{FF2B5EF4-FFF2-40B4-BE49-F238E27FC236}">
                  <a16:creationId xmlns:a16="http://schemas.microsoft.com/office/drawing/2014/main" id="{D2209E84-A1BC-416B-B588-5E78BF8DB084}"/>
                </a:ext>
              </a:extLst>
            </p:cNvPr>
            <p:cNvSpPr/>
            <p:nvPr/>
          </p:nvSpPr>
          <p:spPr>
            <a:xfrm>
              <a:off x="31409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1" name="타원 14920">
              <a:extLst>
                <a:ext uri="{FF2B5EF4-FFF2-40B4-BE49-F238E27FC236}">
                  <a16:creationId xmlns:a16="http://schemas.microsoft.com/office/drawing/2014/main" id="{33AEB5BF-0BC6-407B-AB72-F418FF8AA3CF}"/>
                </a:ext>
              </a:extLst>
            </p:cNvPr>
            <p:cNvSpPr/>
            <p:nvPr/>
          </p:nvSpPr>
          <p:spPr>
            <a:xfrm>
              <a:off x="3293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2" name="타원 14921">
              <a:extLst>
                <a:ext uri="{FF2B5EF4-FFF2-40B4-BE49-F238E27FC236}">
                  <a16:creationId xmlns:a16="http://schemas.microsoft.com/office/drawing/2014/main" id="{18E24AC6-2E9C-4A07-84C7-58B41BDA32CC}"/>
                </a:ext>
              </a:extLst>
            </p:cNvPr>
            <p:cNvSpPr/>
            <p:nvPr/>
          </p:nvSpPr>
          <p:spPr>
            <a:xfrm>
              <a:off x="3445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3" name="타원 14922">
              <a:extLst>
                <a:ext uri="{FF2B5EF4-FFF2-40B4-BE49-F238E27FC236}">
                  <a16:creationId xmlns:a16="http://schemas.microsoft.com/office/drawing/2014/main" id="{1235026D-4EC2-4CAD-B385-1F695284DD3A}"/>
                </a:ext>
              </a:extLst>
            </p:cNvPr>
            <p:cNvSpPr/>
            <p:nvPr/>
          </p:nvSpPr>
          <p:spPr>
            <a:xfrm>
              <a:off x="35981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4" name="타원 14923">
              <a:extLst>
                <a:ext uri="{FF2B5EF4-FFF2-40B4-BE49-F238E27FC236}">
                  <a16:creationId xmlns:a16="http://schemas.microsoft.com/office/drawing/2014/main" id="{D8EB83D4-EACA-4ADE-BE3B-8F7C168213CC}"/>
                </a:ext>
              </a:extLst>
            </p:cNvPr>
            <p:cNvSpPr/>
            <p:nvPr/>
          </p:nvSpPr>
          <p:spPr>
            <a:xfrm>
              <a:off x="37505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5" name="타원 14924">
              <a:extLst>
                <a:ext uri="{FF2B5EF4-FFF2-40B4-BE49-F238E27FC236}">
                  <a16:creationId xmlns:a16="http://schemas.microsoft.com/office/drawing/2014/main" id="{EEC536A0-DA29-44C5-8A74-AC8FA0A23C81}"/>
                </a:ext>
              </a:extLst>
            </p:cNvPr>
            <p:cNvSpPr/>
            <p:nvPr/>
          </p:nvSpPr>
          <p:spPr>
            <a:xfrm>
              <a:off x="39029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6" name="타원 14925">
              <a:extLst>
                <a:ext uri="{FF2B5EF4-FFF2-40B4-BE49-F238E27FC236}">
                  <a16:creationId xmlns:a16="http://schemas.microsoft.com/office/drawing/2014/main" id="{BCC8BD15-CCF0-4008-8228-BFB3ED74D334}"/>
                </a:ext>
              </a:extLst>
            </p:cNvPr>
            <p:cNvSpPr/>
            <p:nvPr/>
          </p:nvSpPr>
          <p:spPr>
            <a:xfrm>
              <a:off x="4055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7" name="타원 14926">
              <a:extLst>
                <a:ext uri="{FF2B5EF4-FFF2-40B4-BE49-F238E27FC236}">
                  <a16:creationId xmlns:a16="http://schemas.microsoft.com/office/drawing/2014/main" id="{80533854-FF64-4497-A132-E43FD2799C51}"/>
                </a:ext>
              </a:extLst>
            </p:cNvPr>
            <p:cNvSpPr/>
            <p:nvPr/>
          </p:nvSpPr>
          <p:spPr>
            <a:xfrm>
              <a:off x="4207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8" name="타원 14927">
              <a:extLst>
                <a:ext uri="{FF2B5EF4-FFF2-40B4-BE49-F238E27FC236}">
                  <a16:creationId xmlns:a16="http://schemas.microsoft.com/office/drawing/2014/main" id="{65EADBF7-CC87-475D-BE04-2E969463BAA0}"/>
                </a:ext>
              </a:extLst>
            </p:cNvPr>
            <p:cNvSpPr/>
            <p:nvPr/>
          </p:nvSpPr>
          <p:spPr>
            <a:xfrm>
              <a:off x="43601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9" name="타원 14928">
              <a:extLst>
                <a:ext uri="{FF2B5EF4-FFF2-40B4-BE49-F238E27FC236}">
                  <a16:creationId xmlns:a16="http://schemas.microsoft.com/office/drawing/2014/main" id="{1D3560D2-85DB-4E80-B71B-C0A05410D083}"/>
                </a:ext>
              </a:extLst>
            </p:cNvPr>
            <p:cNvSpPr/>
            <p:nvPr/>
          </p:nvSpPr>
          <p:spPr>
            <a:xfrm>
              <a:off x="45125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0" name="타원 14929">
              <a:extLst>
                <a:ext uri="{FF2B5EF4-FFF2-40B4-BE49-F238E27FC236}">
                  <a16:creationId xmlns:a16="http://schemas.microsoft.com/office/drawing/2014/main" id="{DE47F1D5-BF56-46A1-9528-F402B0242C56}"/>
                </a:ext>
              </a:extLst>
            </p:cNvPr>
            <p:cNvSpPr/>
            <p:nvPr/>
          </p:nvSpPr>
          <p:spPr>
            <a:xfrm>
              <a:off x="46649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1" name="타원 14930">
              <a:extLst>
                <a:ext uri="{FF2B5EF4-FFF2-40B4-BE49-F238E27FC236}">
                  <a16:creationId xmlns:a16="http://schemas.microsoft.com/office/drawing/2014/main" id="{38388853-D70B-4A3C-8865-802C6FDA775B}"/>
                </a:ext>
              </a:extLst>
            </p:cNvPr>
            <p:cNvSpPr/>
            <p:nvPr/>
          </p:nvSpPr>
          <p:spPr>
            <a:xfrm>
              <a:off x="4817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2" name="타원 14931">
              <a:extLst>
                <a:ext uri="{FF2B5EF4-FFF2-40B4-BE49-F238E27FC236}">
                  <a16:creationId xmlns:a16="http://schemas.microsoft.com/office/drawing/2014/main" id="{27458425-B1D1-42E8-9AE5-DD8EE6485E1A}"/>
                </a:ext>
              </a:extLst>
            </p:cNvPr>
            <p:cNvSpPr/>
            <p:nvPr/>
          </p:nvSpPr>
          <p:spPr>
            <a:xfrm>
              <a:off x="4969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3" name="타원 14932">
              <a:extLst>
                <a:ext uri="{FF2B5EF4-FFF2-40B4-BE49-F238E27FC236}">
                  <a16:creationId xmlns:a16="http://schemas.microsoft.com/office/drawing/2014/main" id="{010A7D84-6211-48CC-A463-0E13424DBD4C}"/>
                </a:ext>
              </a:extLst>
            </p:cNvPr>
            <p:cNvSpPr/>
            <p:nvPr/>
          </p:nvSpPr>
          <p:spPr>
            <a:xfrm>
              <a:off x="51221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4" name="타원 14933">
              <a:extLst>
                <a:ext uri="{FF2B5EF4-FFF2-40B4-BE49-F238E27FC236}">
                  <a16:creationId xmlns:a16="http://schemas.microsoft.com/office/drawing/2014/main" id="{EE45C06D-94F9-4CCE-B4EB-F765F547AA62}"/>
                </a:ext>
              </a:extLst>
            </p:cNvPr>
            <p:cNvSpPr/>
            <p:nvPr/>
          </p:nvSpPr>
          <p:spPr>
            <a:xfrm>
              <a:off x="52745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5" name="타원 14934">
              <a:extLst>
                <a:ext uri="{FF2B5EF4-FFF2-40B4-BE49-F238E27FC236}">
                  <a16:creationId xmlns:a16="http://schemas.microsoft.com/office/drawing/2014/main" id="{F19E1168-EE14-4943-84DC-4AADB9CB3FA0}"/>
                </a:ext>
              </a:extLst>
            </p:cNvPr>
            <p:cNvSpPr/>
            <p:nvPr/>
          </p:nvSpPr>
          <p:spPr>
            <a:xfrm>
              <a:off x="54269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6" name="타원 14935">
              <a:extLst>
                <a:ext uri="{FF2B5EF4-FFF2-40B4-BE49-F238E27FC236}">
                  <a16:creationId xmlns:a16="http://schemas.microsoft.com/office/drawing/2014/main" id="{B51A59A7-B793-41DD-88E7-C9C6CBD81D02}"/>
                </a:ext>
              </a:extLst>
            </p:cNvPr>
            <p:cNvSpPr/>
            <p:nvPr/>
          </p:nvSpPr>
          <p:spPr>
            <a:xfrm>
              <a:off x="55793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7" name="타원 14936">
              <a:extLst>
                <a:ext uri="{FF2B5EF4-FFF2-40B4-BE49-F238E27FC236}">
                  <a16:creationId xmlns:a16="http://schemas.microsoft.com/office/drawing/2014/main" id="{C511FA61-324F-4974-83EB-F752EEDD795C}"/>
                </a:ext>
              </a:extLst>
            </p:cNvPr>
            <p:cNvSpPr/>
            <p:nvPr/>
          </p:nvSpPr>
          <p:spPr>
            <a:xfrm>
              <a:off x="5731775" y="5026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8" name="타원 14937">
              <a:extLst>
                <a:ext uri="{FF2B5EF4-FFF2-40B4-BE49-F238E27FC236}">
                  <a16:creationId xmlns:a16="http://schemas.microsoft.com/office/drawing/2014/main" id="{915AA877-2524-4BAB-B4E9-72BDC4825E9B}"/>
                </a:ext>
              </a:extLst>
            </p:cNvPr>
            <p:cNvSpPr/>
            <p:nvPr/>
          </p:nvSpPr>
          <p:spPr>
            <a:xfrm>
              <a:off x="245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9" name="타원 14938">
              <a:extLst>
                <a:ext uri="{FF2B5EF4-FFF2-40B4-BE49-F238E27FC236}">
                  <a16:creationId xmlns:a16="http://schemas.microsoft.com/office/drawing/2014/main" id="{A5CDA70A-BB65-4B62-9AA7-811E939973C6}"/>
                </a:ext>
              </a:extLst>
            </p:cNvPr>
            <p:cNvSpPr/>
            <p:nvPr/>
          </p:nvSpPr>
          <p:spPr>
            <a:xfrm>
              <a:off x="397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0" name="타원 14939">
              <a:extLst>
                <a:ext uri="{FF2B5EF4-FFF2-40B4-BE49-F238E27FC236}">
                  <a16:creationId xmlns:a16="http://schemas.microsoft.com/office/drawing/2014/main" id="{CB5ED2A8-0969-4026-B224-A57516B4DFE9}"/>
                </a:ext>
              </a:extLst>
            </p:cNvPr>
            <p:cNvSpPr/>
            <p:nvPr/>
          </p:nvSpPr>
          <p:spPr>
            <a:xfrm>
              <a:off x="5501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1" name="타원 14940">
              <a:extLst>
                <a:ext uri="{FF2B5EF4-FFF2-40B4-BE49-F238E27FC236}">
                  <a16:creationId xmlns:a16="http://schemas.microsoft.com/office/drawing/2014/main" id="{C9212616-2450-4D71-A71E-CB01999B0846}"/>
                </a:ext>
              </a:extLst>
            </p:cNvPr>
            <p:cNvSpPr/>
            <p:nvPr/>
          </p:nvSpPr>
          <p:spPr>
            <a:xfrm>
              <a:off x="7025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2" name="타원 14941">
              <a:extLst>
                <a:ext uri="{FF2B5EF4-FFF2-40B4-BE49-F238E27FC236}">
                  <a16:creationId xmlns:a16="http://schemas.microsoft.com/office/drawing/2014/main" id="{E776B1AE-60FE-4467-8AA3-93D6C3560E3E}"/>
                </a:ext>
              </a:extLst>
            </p:cNvPr>
            <p:cNvSpPr/>
            <p:nvPr/>
          </p:nvSpPr>
          <p:spPr>
            <a:xfrm>
              <a:off x="8549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3" name="타원 14942">
              <a:extLst>
                <a:ext uri="{FF2B5EF4-FFF2-40B4-BE49-F238E27FC236}">
                  <a16:creationId xmlns:a16="http://schemas.microsoft.com/office/drawing/2014/main" id="{3F58F142-2B09-400D-88A9-781416A68CE7}"/>
                </a:ext>
              </a:extLst>
            </p:cNvPr>
            <p:cNvSpPr/>
            <p:nvPr/>
          </p:nvSpPr>
          <p:spPr>
            <a:xfrm>
              <a:off x="1007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4" name="타원 14943">
              <a:extLst>
                <a:ext uri="{FF2B5EF4-FFF2-40B4-BE49-F238E27FC236}">
                  <a16:creationId xmlns:a16="http://schemas.microsoft.com/office/drawing/2014/main" id="{97EA52BD-0BA8-41E1-8CC8-C364ED72CA08}"/>
                </a:ext>
              </a:extLst>
            </p:cNvPr>
            <p:cNvSpPr/>
            <p:nvPr/>
          </p:nvSpPr>
          <p:spPr>
            <a:xfrm>
              <a:off x="1159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5" name="타원 14944">
              <a:extLst>
                <a:ext uri="{FF2B5EF4-FFF2-40B4-BE49-F238E27FC236}">
                  <a16:creationId xmlns:a16="http://schemas.microsoft.com/office/drawing/2014/main" id="{3304BD27-ECCC-4409-92DF-AAC6FB4B79B6}"/>
                </a:ext>
              </a:extLst>
            </p:cNvPr>
            <p:cNvSpPr/>
            <p:nvPr/>
          </p:nvSpPr>
          <p:spPr>
            <a:xfrm>
              <a:off x="13121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6" name="타원 14945">
              <a:extLst>
                <a:ext uri="{FF2B5EF4-FFF2-40B4-BE49-F238E27FC236}">
                  <a16:creationId xmlns:a16="http://schemas.microsoft.com/office/drawing/2014/main" id="{7CFE1B45-093D-46BD-9BAD-5478F172E5F1}"/>
                </a:ext>
              </a:extLst>
            </p:cNvPr>
            <p:cNvSpPr/>
            <p:nvPr/>
          </p:nvSpPr>
          <p:spPr>
            <a:xfrm>
              <a:off x="14645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7" name="타원 14946">
              <a:extLst>
                <a:ext uri="{FF2B5EF4-FFF2-40B4-BE49-F238E27FC236}">
                  <a16:creationId xmlns:a16="http://schemas.microsoft.com/office/drawing/2014/main" id="{22203E35-2C1A-4F95-8D38-87EB6B850DD9}"/>
                </a:ext>
              </a:extLst>
            </p:cNvPr>
            <p:cNvSpPr/>
            <p:nvPr/>
          </p:nvSpPr>
          <p:spPr>
            <a:xfrm>
              <a:off x="16169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8" name="타원 14947">
              <a:extLst>
                <a:ext uri="{FF2B5EF4-FFF2-40B4-BE49-F238E27FC236}">
                  <a16:creationId xmlns:a16="http://schemas.microsoft.com/office/drawing/2014/main" id="{67D67819-E273-437D-B6BC-7AD9CE9A88AB}"/>
                </a:ext>
              </a:extLst>
            </p:cNvPr>
            <p:cNvSpPr/>
            <p:nvPr/>
          </p:nvSpPr>
          <p:spPr>
            <a:xfrm>
              <a:off x="1769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9" name="타원 14948">
              <a:extLst>
                <a:ext uri="{FF2B5EF4-FFF2-40B4-BE49-F238E27FC236}">
                  <a16:creationId xmlns:a16="http://schemas.microsoft.com/office/drawing/2014/main" id="{1EA78F5B-8784-4413-B947-B59AFC7F16B0}"/>
                </a:ext>
              </a:extLst>
            </p:cNvPr>
            <p:cNvSpPr/>
            <p:nvPr/>
          </p:nvSpPr>
          <p:spPr>
            <a:xfrm>
              <a:off x="1921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0" name="타원 14949">
              <a:extLst>
                <a:ext uri="{FF2B5EF4-FFF2-40B4-BE49-F238E27FC236}">
                  <a16:creationId xmlns:a16="http://schemas.microsoft.com/office/drawing/2014/main" id="{4438A1A5-562F-4980-B1AB-6B1C17D2C48F}"/>
                </a:ext>
              </a:extLst>
            </p:cNvPr>
            <p:cNvSpPr/>
            <p:nvPr/>
          </p:nvSpPr>
          <p:spPr>
            <a:xfrm>
              <a:off x="20741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1" name="타원 14950">
              <a:extLst>
                <a:ext uri="{FF2B5EF4-FFF2-40B4-BE49-F238E27FC236}">
                  <a16:creationId xmlns:a16="http://schemas.microsoft.com/office/drawing/2014/main" id="{EF5A0EF8-B817-4CAB-8272-C57A837755F3}"/>
                </a:ext>
              </a:extLst>
            </p:cNvPr>
            <p:cNvSpPr/>
            <p:nvPr/>
          </p:nvSpPr>
          <p:spPr>
            <a:xfrm>
              <a:off x="22265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2" name="타원 14951">
              <a:extLst>
                <a:ext uri="{FF2B5EF4-FFF2-40B4-BE49-F238E27FC236}">
                  <a16:creationId xmlns:a16="http://schemas.microsoft.com/office/drawing/2014/main" id="{D9CFACDD-DD5A-4A34-9B82-3670330C8FCC}"/>
                </a:ext>
              </a:extLst>
            </p:cNvPr>
            <p:cNvSpPr/>
            <p:nvPr/>
          </p:nvSpPr>
          <p:spPr>
            <a:xfrm>
              <a:off x="23789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3" name="타원 14952">
              <a:extLst>
                <a:ext uri="{FF2B5EF4-FFF2-40B4-BE49-F238E27FC236}">
                  <a16:creationId xmlns:a16="http://schemas.microsoft.com/office/drawing/2014/main" id="{B2C0E47F-F52D-49E4-9673-754559BBBEE6}"/>
                </a:ext>
              </a:extLst>
            </p:cNvPr>
            <p:cNvSpPr/>
            <p:nvPr/>
          </p:nvSpPr>
          <p:spPr>
            <a:xfrm>
              <a:off x="2531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4" name="타원 14953">
              <a:extLst>
                <a:ext uri="{FF2B5EF4-FFF2-40B4-BE49-F238E27FC236}">
                  <a16:creationId xmlns:a16="http://schemas.microsoft.com/office/drawing/2014/main" id="{44E5F93D-6B3C-4AC6-ADC7-BDE1078416C8}"/>
                </a:ext>
              </a:extLst>
            </p:cNvPr>
            <p:cNvSpPr/>
            <p:nvPr/>
          </p:nvSpPr>
          <p:spPr>
            <a:xfrm>
              <a:off x="2683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5" name="타원 14954">
              <a:extLst>
                <a:ext uri="{FF2B5EF4-FFF2-40B4-BE49-F238E27FC236}">
                  <a16:creationId xmlns:a16="http://schemas.microsoft.com/office/drawing/2014/main" id="{A19E32A9-31A9-4AB5-9EDE-7F89C49D8983}"/>
                </a:ext>
              </a:extLst>
            </p:cNvPr>
            <p:cNvSpPr/>
            <p:nvPr/>
          </p:nvSpPr>
          <p:spPr>
            <a:xfrm>
              <a:off x="28361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6" name="타원 14955">
              <a:extLst>
                <a:ext uri="{FF2B5EF4-FFF2-40B4-BE49-F238E27FC236}">
                  <a16:creationId xmlns:a16="http://schemas.microsoft.com/office/drawing/2014/main" id="{CB54A985-DECE-4DE2-A2C1-387BB2143B65}"/>
                </a:ext>
              </a:extLst>
            </p:cNvPr>
            <p:cNvSpPr/>
            <p:nvPr/>
          </p:nvSpPr>
          <p:spPr>
            <a:xfrm>
              <a:off x="29885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7" name="타원 14956">
              <a:extLst>
                <a:ext uri="{FF2B5EF4-FFF2-40B4-BE49-F238E27FC236}">
                  <a16:creationId xmlns:a16="http://schemas.microsoft.com/office/drawing/2014/main" id="{AE53DD2B-70AA-4756-955B-ED8DF37427EA}"/>
                </a:ext>
              </a:extLst>
            </p:cNvPr>
            <p:cNvSpPr/>
            <p:nvPr/>
          </p:nvSpPr>
          <p:spPr>
            <a:xfrm>
              <a:off x="31409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8" name="타원 14957">
              <a:extLst>
                <a:ext uri="{FF2B5EF4-FFF2-40B4-BE49-F238E27FC236}">
                  <a16:creationId xmlns:a16="http://schemas.microsoft.com/office/drawing/2014/main" id="{0E3ADB70-6D0B-401D-A7E9-C24F12104CFB}"/>
                </a:ext>
              </a:extLst>
            </p:cNvPr>
            <p:cNvSpPr/>
            <p:nvPr/>
          </p:nvSpPr>
          <p:spPr>
            <a:xfrm>
              <a:off x="3293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9" name="타원 14958">
              <a:extLst>
                <a:ext uri="{FF2B5EF4-FFF2-40B4-BE49-F238E27FC236}">
                  <a16:creationId xmlns:a16="http://schemas.microsoft.com/office/drawing/2014/main" id="{648E6EE7-19C2-40A1-BB69-A99BBD327595}"/>
                </a:ext>
              </a:extLst>
            </p:cNvPr>
            <p:cNvSpPr/>
            <p:nvPr/>
          </p:nvSpPr>
          <p:spPr>
            <a:xfrm>
              <a:off x="3445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0" name="타원 14959">
              <a:extLst>
                <a:ext uri="{FF2B5EF4-FFF2-40B4-BE49-F238E27FC236}">
                  <a16:creationId xmlns:a16="http://schemas.microsoft.com/office/drawing/2014/main" id="{21F3458D-5D9B-4800-BCE3-B33F2582A80F}"/>
                </a:ext>
              </a:extLst>
            </p:cNvPr>
            <p:cNvSpPr/>
            <p:nvPr/>
          </p:nvSpPr>
          <p:spPr>
            <a:xfrm>
              <a:off x="35981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1" name="타원 14960">
              <a:extLst>
                <a:ext uri="{FF2B5EF4-FFF2-40B4-BE49-F238E27FC236}">
                  <a16:creationId xmlns:a16="http://schemas.microsoft.com/office/drawing/2014/main" id="{F152997A-4C24-48E5-8F63-A0720A920D6C}"/>
                </a:ext>
              </a:extLst>
            </p:cNvPr>
            <p:cNvSpPr/>
            <p:nvPr/>
          </p:nvSpPr>
          <p:spPr>
            <a:xfrm>
              <a:off x="37505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2" name="타원 14961">
              <a:extLst>
                <a:ext uri="{FF2B5EF4-FFF2-40B4-BE49-F238E27FC236}">
                  <a16:creationId xmlns:a16="http://schemas.microsoft.com/office/drawing/2014/main" id="{0761440E-DEEE-4972-A8FB-630E63C568AE}"/>
                </a:ext>
              </a:extLst>
            </p:cNvPr>
            <p:cNvSpPr/>
            <p:nvPr/>
          </p:nvSpPr>
          <p:spPr>
            <a:xfrm>
              <a:off x="39029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3" name="타원 14962">
              <a:extLst>
                <a:ext uri="{FF2B5EF4-FFF2-40B4-BE49-F238E27FC236}">
                  <a16:creationId xmlns:a16="http://schemas.microsoft.com/office/drawing/2014/main" id="{EB9D8FC8-B6FE-4E36-8C0F-12D659E27FEA}"/>
                </a:ext>
              </a:extLst>
            </p:cNvPr>
            <p:cNvSpPr/>
            <p:nvPr/>
          </p:nvSpPr>
          <p:spPr>
            <a:xfrm>
              <a:off x="4055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4" name="타원 14963">
              <a:extLst>
                <a:ext uri="{FF2B5EF4-FFF2-40B4-BE49-F238E27FC236}">
                  <a16:creationId xmlns:a16="http://schemas.microsoft.com/office/drawing/2014/main" id="{1DB235AE-225A-4E5B-A266-1F24CE76E89F}"/>
                </a:ext>
              </a:extLst>
            </p:cNvPr>
            <p:cNvSpPr/>
            <p:nvPr/>
          </p:nvSpPr>
          <p:spPr>
            <a:xfrm>
              <a:off x="4207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5" name="타원 14964">
              <a:extLst>
                <a:ext uri="{FF2B5EF4-FFF2-40B4-BE49-F238E27FC236}">
                  <a16:creationId xmlns:a16="http://schemas.microsoft.com/office/drawing/2014/main" id="{0572EA0E-82F5-4E3E-A206-0358D516BA7B}"/>
                </a:ext>
              </a:extLst>
            </p:cNvPr>
            <p:cNvSpPr/>
            <p:nvPr/>
          </p:nvSpPr>
          <p:spPr>
            <a:xfrm>
              <a:off x="43601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6" name="타원 14965">
              <a:extLst>
                <a:ext uri="{FF2B5EF4-FFF2-40B4-BE49-F238E27FC236}">
                  <a16:creationId xmlns:a16="http://schemas.microsoft.com/office/drawing/2014/main" id="{3616FA7A-D655-498A-9E00-07415FF8522A}"/>
                </a:ext>
              </a:extLst>
            </p:cNvPr>
            <p:cNvSpPr/>
            <p:nvPr/>
          </p:nvSpPr>
          <p:spPr>
            <a:xfrm>
              <a:off x="45125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7" name="타원 14966">
              <a:extLst>
                <a:ext uri="{FF2B5EF4-FFF2-40B4-BE49-F238E27FC236}">
                  <a16:creationId xmlns:a16="http://schemas.microsoft.com/office/drawing/2014/main" id="{2B6CD7EA-3F63-448D-97E0-10767D206BAF}"/>
                </a:ext>
              </a:extLst>
            </p:cNvPr>
            <p:cNvSpPr/>
            <p:nvPr/>
          </p:nvSpPr>
          <p:spPr>
            <a:xfrm>
              <a:off x="46649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8" name="타원 14967">
              <a:extLst>
                <a:ext uri="{FF2B5EF4-FFF2-40B4-BE49-F238E27FC236}">
                  <a16:creationId xmlns:a16="http://schemas.microsoft.com/office/drawing/2014/main" id="{0F2B9BAD-0485-4E69-85C4-030EBDDFAFE4}"/>
                </a:ext>
              </a:extLst>
            </p:cNvPr>
            <p:cNvSpPr/>
            <p:nvPr/>
          </p:nvSpPr>
          <p:spPr>
            <a:xfrm>
              <a:off x="4817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9" name="타원 14968">
              <a:extLst>
                <a:ext uri="{FF2B5EF4-FFF2-40B4-BE49-F238E27FC236}">
                  <a16:creationId xmlns:a16="http://schemas.microsoft.com/office/drawing/2014/main" id="{140CA153-D09C-48C8-86AA-CBC8F83B2686}"/>
                </a:ext>
              </a:extLst>
            </p:cNvPr>
            <p:cNvSpPr/>
            <p:nvPr/>
          </p:nvSpPr>
          <p:spPr>
            <a:xfrm>
              <a:off x="4969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0" name="타원 14969">
              <a:extLst>
                <a:ext uri="{FF2B5EF4-FFF2-40B4-BE49-F238E27FC236}">
                  <a16:creationId xmlns:a16="http://schemas.microsoft.com/office/drawing/2014/main" id="{ADC95F41-A333-4713-A44B-8C3020BCED96}"/>
                </a:ext>
              </a:extLst>
            </p:cNvPr>
            <p:cNvSpPr/>
            <p:nvPr/>
          </p:nvSpPr>
          <p:spPr>
            <a:xfrm>
              <a:off x="51221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1" name="타원 14970">
              <a:extLst>
                <a:ext uri="{FF2B5EF4-FFF2-40B4-BE49-F238E27FC236}">
                  <a16:creationId xmlns:a16="http://schemas.microsoft.com/office/drawing/2014/main" id="{930A2389-D794-48A5-BB82-8DFC7A682A98}"/>
                </a:ext>
              </a:extLst>
            </p:cNvPr>
            <p:cNvSpPr/>
            <p:nvPr/>
          </p:nvSpPr>
          <p:spPr>
            <a:xfrm>
              <a:off x="52745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2" name="타원 14971">
              <a:extLst>
                <a:ext uri="{FF2B5EF4-FFF2-40B4-BE49-F238E27FC236}">
                  <a16:creationId xmlns:a16="http://schemas.microsoft.com/office/drawing/2014/main" id="{89B85F5E-E1AE-4974-AC5F-2A4201643C35}"/>
                </a:ext>
              </a:extLst>
            </p:cNvPr>
            <p:cNvSpPr/>
            <p:nvPr/>
          </p:nvSpPr>
          <p:spPr>
            <a:xfrm>
              <a:off x="54269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3" name="타원 14972">
              <a:extLst>
                <a:ext uri="{FF2B5EF4-FFF2-40B4-BE49-F238E27FC236}">
                  <a16:creationId xmlns:a16="http://schemas.microsoft.com/office/drawing/2014/main" id="{62084034-1C8E-4E4F-B1C6-2F5CD91F8C41}"/>
                </a:ext>
              </a:extLst>
            </p:cNvPr>
            <p:cNvSpPr/>
            <p:nvPr/>
          </p:nvSpPr>
          <p:spPr>
            <a:xfrm>
              <a:off x="55793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4" name="타원 14973">
              <a:extLst>
                <a:ext uri="{FF2B5EF4-FFF2-40B4-BE49-F238E27FC236}">
                  <a16:creationId xmlns:a16="http://schemas.microsoft.com/office/drawing/2014/main" id="{5C372D9B-3DCA-4347-BDFC-7C102193E5CC}"/>
                </a:ext>
              </a:extLst>
            </p:cNvPr>
            <p:cNvSpPr/>
            <p:nvPr/>
          </p:nvSpPr>
          <p:spPr>
            <a:xfrm>
              <a:off x="5731775" y="5179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5" name="타원 14974">
              <a:extLst>
                <a:ext uri="{FF2B5EF4-FFF2-40B4-BE49-F238E27FC236}">
                  <a16:creationId xmlns:a16="http://schemas.microsoft.com/office/drawing/2014/main" id="{196555B0-F790-4493-A76D-929AE578D7A4}"/>
                </a:ext>
              </a:extLst>
            </p:cNvPr>
            <p:cNvSpPr/>
            <p:nvPr/>
          </p:nvSpPr>
          <p:spPr>
            <a:xfrm>
              <a:off x="245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6" name="타원 14975">
              <a:extLst>
                <a:ext uri="{FF2B5EF4-FFF2-40B4-BE49-F238E27FC236}">
                  <a16:creationId xmlns:a16="http://schemas.microsoft.com/office/drawing/2014/main" id="{CA69D71B-6338-446F-9595-AEA28F505FF0}"/>
                </a:ext>
              </a:extLst>
            </p:cNvPr>
            <p:cNvSpPr/>
            <p:nvPr/>
          </p:nvSpPr>
          <p:spPr>
            <a:xfrm>
              <a:off x="397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7" name="타원 14976">
              <a:extLst>
                <a:ext uri="{FF2B5EF4-FFF2-40B4-BE49-F238E27FC236}">
                  <a16:creationId xmlns:a16="http://schemas.microsoft.com/office/drawing/2014/main" id="{DFB39951-070F-4244-8E9F-B3C9D60623DD}"/>
                </a:ext>
              </a:extLst>
            </p:cNvPr>
            <p:cNvSpPr/>
            <p:nvPr/>
          </p:nvSpPr>
          <p:spPr>
            <a:xfrm>
              <a:off x="5501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8" name="타원 14977">
              <a:extLst>
                <a:ext uri="{FF2B5EF4-FFF2-40B4-BE49-F238E27FC236}">
                  <a16:creationId xmlns:a16="http://schemas.microsoft.com/office/drawing/2014/main" id="{65CC9176-4725-4E7C-B68E-3B84F70D55BD}"/>
                </a:ext>
              </a:extLst>
            </p:cNvPr>
            <p:cNvSpPr/>
            <p:nvPr/>
          </p:nvSpPr>
          <p:spPr>
            <a:xfrm>
              <a:off x="7025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9" name="타원 14978">
              <a:extLst>
                <a:ext uri="{FF2B5EF4-FFF2-40B4-BE49-F238E27FC236}">
                  <a16:creationId xmlns:a16="http://schemas.microsoft.com/office/drawing/2014/main" id="{559519A1-BAFB-41EF-9CB9-D8C653099F96}"/>
                </a:ext>
              </a:extLst>
            </p:cNvPr>
            <p:cNvSpPr/>
            <p:nvPr/>
          </p:nvSpPr>
          <p:spPr>
            <a:xfrm>
              <a:off x="8549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0" name="타원 14979">
              <a:extLst>
                <a:ext uri="{FF2B5EF4-FFF2-40B4-BE49-F238E27FC236}">
                  <a16:creationId xmlns:a16="http://schemas.microsoft.com/office/drawing/2014/main" id="{06BE6B62-62F9-4998-A207-EB13E251F717}"/>
                </a:ext>
              </a:extLst>
            </p:cNvPr>
            <p:cNvSpPr/>
            <p:nvPr/>
          </p:nvSpPr>
          <p:spPr>
            <a:xfrm>
              <a:off x="1007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1" name="타원 14980">
              <a:extLst>
                <a:ext uri="{FF2B5EF4-FFF2-40B4-BE49-F238E27FC236}">
                  <a16:creationId xmlns:a16="http://schemas.microsoft.com/office/drawing/2014/main" id="{FE6E1F86-E6FE-40EE-A085-5B9AD5D2A96A}"/>
                </a:ext>
              </a:extLst>
            </p:cNvPr>
            <p:cNvSpPr/>
            <p:nvPr/>
          </p:nvSpPr>
          <p:spPr>
            <a:xfrm>
              <a:off x="1159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2" name="타원 14981">
              <a:extLst>
                <a:ext uri="{FF2B5EF4-FFF2-40B4-BE49-F238E27FC236}">
                  <a16:creationId xmlns:a16="http://schemas.microsoft.com/office/drawing/2014/main" id="{F3AFBE95-006E-4B66-B515-3399FA87C633}"/>
                </a:ext>
              </a:extLst>
            </p:cNvPr>
            <p:cNvSpPr/>
            <p:nvPr/>
          </p:nvSpPr>
          <p:spPr>
            <a:xfrm>
              <a:off x="13121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3" name="타원 14982">
              <a:extLst>
                <a:ext uri="{FF2B5EF4-FFF2-40B4-BE49-F238E27FC236}">
                  <a16:creationId xmlns:a16="http://schemas.microsoft.com/office/drawing/2014/main" id="{249A88AC-75ED-4CD7-8E87-5734E85C1F8B}"/>
                </a:ext>
              </a:extLst>
            </p:cNvPr>
            <p:cNvSpPr/>
            <p:nvPr/>
          </p:nvSpPr>
          <p:spPr>
            <a:xfrm>
              <a:off x="14645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4" name="타원 14983">
              <a:extLst>
                <a:ext uri="{FF2B5EF4-FFF2-40B4-BE49-F238E27FC236}">
                  <a16:creationId xmlns:a16="http://schemas.microsoft.com/office/drawing/2014/main" id="{5115799C-D23E-48CF-97E6-66051F08EA5F}"/>
                </a:ext>
              </a:extLst>
            </p:cNvPr>
            <p:cNvSpPr/>
            <p:nvPr/>
          </p:nvSpPr>
          <p:spPr>
            <a:xfrm>
              <a:off x="16169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5" name="타원 14984">
              <a:extLst>
                <a:ext uri="{FF2B5EF4-FFF2-40B4-BE49-F238E27FC236}">
                  <a16:creationId xmlns:a16="http://schemas.microsoft.com/office/drawing/2014/main" id="{F2D7E993-7D6D-4A2D-971C-AF1EBE925375}"/>
                </a:ext>
              </a:extLst>
            </p:cNvPr>
            <p:cNvSpPr/>
            <p:nvPr/>
          </p:nvSpPr>
          <p:spPr>
            <a:xfrm>
              <a:off x="1769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6" name="타원 14985">
              <a:extLst>
                <a:ext uri="{FF2B5EF4-FFF2-40B4-BE49-F238E27FC236}">
                  <a16:creationId xmlns:a16="http://schemas.microsoft.com/office/drawing/2014/main" id="{9C85170A-0B9C-4C6C-B4AD-E2253E29009D}"/>
                </a:ext>
              </a:extLst>
            </p:cNvPr>
            <p:cNvSpPr/>
            <p:nvPr/>
          </p:nvSpPr>
          <p:spPr>
            <a:xfrm>
              <a:off x="1921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7" name="타원 14986">
              <a:extLst>
                <a:ext uri="{FF2B5EF4-FFF2-40B4-BE49-F238E27FC236}">
                  <a16:creationId xmlns:a16="http://schemas.microsoft.com/office/drawing/2014/main" id="{EFCBA482-0989-4E53-B639-28AE11C32095}"/>
                </a:ext>
              </a:extLst>
            </p:cNvPr>
            <p:cNvSpPr/>
            <p:nvPr/>
          </p:nvSpPr>
          <p:spPr>
            <a:xfrm>
              <a:off x="20741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8" name="타원 14987">
              <a:extLst>
                <a:ext uri="{FF2B5EF4-FFF2-40B4-BE49-F238E27FC236}">
                  <a16:creationId xmlns:a16="http://schemas.microsoft.com/office/drawing/2014/main" id="{0AA9DBB9-9500-46A1-88F7-58AC0EB10681}"/>
                </a:ext>
              </a:extLst>
            </p:cNvPr>
            <p:cNvSpPr/>
            <p:nvPr/>
          </p:nvSpPr>
          <p:spPr>
            <a:xfrm>
              <a:off x="22265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9" name="타원 14988">
              <a:extLst>
                <a:ext uri="{FF2B5EF4-FFF2-40B4-BE49-F238E27FC236}">
                  <a16:creationId xmlns:a16="http://schemas.microsoft.com/office/drawing/2014/main" id="{809761C9-4F80-418C-A0F6-DF2AC554BDE9}"/>
                </a:ext>
              </a:extLst>
            </p:cNvPr>
            <p:cNvSpPr/>
            <p:nvPr/>
          </p:nvSpPr>
          <p:spPr>
            <a:xfrm>
              <a:off x="23789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0" name="타원 14989">
              <a:extLst>
                <a:ext uri="{FF2B5EF4-FFF2-40B4-BE49-F238E27FC236}">
                  <a16:creationId xmlns:a16="http://schemas.microsoft.com/office/drawing/2014/main" id="{D299B1A5-9FFD-4A0F-9BA6-DDD0C0AE3FC1}"/>
                </a:ext>
              </a:extLst>
            </p:cNvPr>
            <p:cNvSpPr/>
            <p:nvPr/>
          </p:nvSpPr>
          <p:spPr>
            <a:xfrm>
              <a:off x="2531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1" name="타원 14990">
              <a:extLst>
                <a:ext uri="{FF2B5EF4-FFF2-40B4-BE49-F238E27FC236}">
                  <a16:creationId xmlns:a16="http://schemas.microsoft.com/office/drawing/2014/main" id="{221C9980-E90F-49A9-B2D1-A98509D2857A}"/>
                </a:ext>
              </a:extLst>
            </p:cNvPr>
            <p:cNvSpPr/>
            <p:nvPr/>
          </p:nvSpPr>
          <p:spPr>
            <a:xfrm>
              <a:off x="2683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2" name="타원 14991">
              <a:extLst>
                <a:ext uri="{FF2B5EF4-FFF2-40B4-BE49-F238E27FC236}">
                  <a16:creationId xmlns:a16="http://schemas.microsoft.com/office/drawing/2014/main" id="{52D035C9-8BA1-4271-8A26-2F04929DD056}"/>
                </a:ext>
              </a:extLst>
            </p:cNvPr>
            <p:cNvSpPr/>
            <p:nvPr/>
          </p:nvSpPr>
          <p:spPr>
            <a:xfrm>
              <a:off x="28361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3" name="타원 14992">
              <a:extLst>
                <a:ext uri="{FF2B5EF4-FFF2-40B4-BE49-F238E27FC236}">
                  <a16:creationId xmlns:a16="http://schemas.microsoft.com/office/drawing/2014/main" id="{99A63457-FEA5-439D-9CED-04F68B651E0B}"/>
                </a:ext>
              </a:extLst>
            </p:cNvPr>
            <p:cNvSpPr/>
            <p:nvPr/>
          </p:nvSpPr>
          <p:spPr>
            <a:xfrm>
              <a:off x="29885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4" name="타원 14993">
              <a:extLst>
                <a:ext uri="{FF2B5EF4-FFF2-40B4-BE49-F238E27FC236}">
                  <a16:creationId xmlns:a16="http://schemas.microsoft.com/office/drawing/2014/main" id="{5D975B72-C1C1-4AB9-84DA-4138EFEBD40B}"/>
                </a:ext>
              </a:extLst>
            </p:cNvPr>
            <p:cNvSpPr/>
            <p:nvPr/>
          </p:nvSpPr>
          <p:spPr>
            <a:xfrm>
              <a:off x="31409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5" name="타원 14994">
              <a:extLst>
                <a:ext uri="{FF2B5EF4-FFF2-40B4-BE49-F238E27FC236}">
                  <a16:creationId xmlns:a16="http://schemas.microsoft.com/office/drawing/2014/main" id="{F064BD6B-9E68-4C95-BE09-77A7DB97E5E5}"/>
                </a:ext>
              </a:extLst>
            </p:cNvPr>
            <p:cNvSpPr/>
            <p:nvPr/>
          </p:nvSpPr>
          <p:spPr>
            <a:xfrm>
              <a:off x="3293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6" name="타원 14995">
              <a:extLst>
                <a:ext uri="{FF2B5EF4-FFF2-40B4-BE49-F238E27FC236}">
                  <a16:creationId xmlns:a16="http://schemas.microsoft.com/office/drawing/2014/main" id="{A1C6109C-EDEE-40E6-95D4-7F1BF5216899}"/>
                </a:ext>
              </a:extLst>
            </p:cNvPr>
            <p:cNvSpPr/>
            <p:nvPr/>
          </p:nvSpPr>
          <p:spPr>
            <a:xfrm>
              <a:off x="3445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7" name="타원 14996">
              <a:extLst>
                <a:ext uri="{FF2B5EF4-FFF2-40B4-BE49-F238E27FC236}">
                  <a16:creationId xmlns:a16="http://schemas.microsoft.com/office/drawing/2014/main" id="{B4BB3282-13C8-486C-AC99-637725569A21}"/>
                </a:ext>
              </a:extLst>
            </p:cNvPr>
            <p:cNvSpPr/>
            <p:nvPr/>
          </p:nvSpPr>
          <p:spPr>
            <a:xfrm>
              <a:off x="35981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8" name="타원 14997">
              <a:extLst>
                <a:ext uri="{FF2B5EF4-FFF2-40B4-BE49-F238E27FC236}">
                  <a16:creationId xmlns:a16="http://schemas.microsoft.com/office/drawing/2014/main" id="{76AE9BDC-292E-4666-8B6B-EA3D4A18C9C1}"/>
                </a:ext>
              </a:extLst>
            </p:cNvPr>
            <p:cNvSpPr/>
            <p:nvPr/>
          </p:nvSpPr>
          <p:spPr>
            <a:xfrm>
              <a:off x="37505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99" name="타원 14998">
              <a:extLst>
                <a:ext uri="{FF2B5EF4-FFF2-40B4-BE49-F238E27FC236}">
                  <a16:creationId xmlns:a16="http://schemas.microsoft.com/office/drawing/2014/main" id="{F1B72C64-C29F-42D9-91F3-3A1DAE0D7F07}"/>
                </a:ext>
              </a:extLst>
            </p:cNvPr>
            <p:cNvSpPr/>
            <p:nvPr/>
          </p:nvSpPr>
          <p:spPr>
            <a:xfrm>
              <a:off x="39029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0" name="타원 14999">
              <a:extLst>
                <a:ext uri="{FF2B5EF4-FFF2-40B4-BE49-F238E27FC236}">
                  <a16:creationId xmlns:a16="http://schemas.microsoft.com/office/drawing/2014/main" id="{DEE11E31-F3EE-4AAA-A536-C8C3F6616753}"/>
                </a:ext>
              </a:extLst>
            </p:cNvPr>
            <p:cNvSpPr/>
            <p:nvPr/>
          </p:nvSpPr>
          <p:spPr>
            <a:xfrm>
              <a:off x="4055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1" name="타원 15000">
              <a:extLst>
                <a:ext uri="{FF2B5EF4-FFF2-40B4-BE49-F238E27FC236}">
                  <a16:creationId xmlns:a16="http://schemas.microsoft.com/office/drawing/2014/main" id="{9C4F426C-0780-4217-BB6E-CC756C409A82}"/>
                </a:ext>
              </a:extLst>
            </p:cNvPr>
            <p:cNvSpPr/>
            <p:nvPr/>
          </p:nvSpPr>
          <p:spPr>
            <a:xfrm>
              <a:off x="4207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2" name="타원 15001">
              <a:extLst>
                <a:ext uri="{FF2B5EF4-FFF2-40B4-BE49-F238E27FC236}">
                  <a16:creationId xmlns:a16="http://schemas.microsoft.com/office/drawing/2014/main" id="{1EA50634-A4E9-4FD5-8E00-E5383742846A}"/>
                </a:ext>
              </a:extLst>
            </p:cNvPr>
            <p:cNvSpPr/>
            <p:nvPr/>
          </p:nvSpPr>
          <p:spPr>
            <a:xfrm>
              <a:off x="43601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3" name="타원 15002">
              <a:extLst>
                <a:ext uri="{FF2B5EF4-FFF2-40B4-BE49-F238E27FC236}">
                  <a16:creationId xmlns:a16="http://schemas.microsoft.com/office/drawing/2014/main" id="{E04B6337-3247-4956-AD0D-8669A993C983}"/>
                </a:ext>
              </a:extLst>
            </p:cNvPr>
            <p:cNvSpPr/>
            <p:nvPr/>
          </p:nvSpPr>
          <p:spPr>
            <a:xfrm>
              <a:off x="45125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4" name="타원 15003">
              <a:extLst>
                <a:ext uri="{FF2B5EF4-FFF2-40B4-BE49-F238E27FC236}">
                  <a16:creationId xmlns:a16="http://schemas.microsoft.com/office/drawing/2014/main" id="{2607EBA6-3BCB-4028-9956-3CA186C550B4}"/>
                </a:ext>
              </a:extLst>
            </p:cNvPr>
            <p:cNvSpPr/>
            <p:nvPr/>
          </p:nvSpPr>
          <p:spPr>
            <a:xfrm>
              <a:off x="46649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5" name="타원 15004">
              <a:extLst>
                <a:ext uri="{FF2B5EF4-FFF2-40B4-BE49-F238E27FC236}">
                  <a16:creationId xmlns:a16="http://schemas.microsoft.com/office/drawing/2014/main" id="{293B6487-A2FB-40FE-A9E4-2EE313FE0049}"/>
                </a:ext>
              </a:extLst>
            </p:cNvPr>
            <p:cNvSpPr/>
            <p:nvPr/>
          </p:nvSpPr>
          <p:spPr>
            <a:xfrm>
              <a:off x="4817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6" name="타원 15005">
              <a:extLst>
                <a:ext uri="{FF2B5EF4-FFF2-40B4-BE49-F238E27FC236}">
                  <a16:creationId xmlns:a16="http://schemas.microsoft.com/office/drawing/2014/main" id="{78EC0F7D-8F91-4E2F-99A5-3EB2C84231A3}"/>
                </a:ext>
              </a:extLst>
            </p:cNvPr>
            <p:cNvSpPr/>
            <p:nvPr/>
          </p:nvSpPr>
          <p:spPr>
            <a:xfrm>
              <a:off x="4969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7" name="타원 15006">
              <a:extLst>
                <a:ext uri="{FF2B5EF4-FFF2-40B4-BE49-F238E27FC236}">
                  <a16:creationId xmlns:a16="http://schemas.microsoft.com/office/drawing/2014/main" id="{0243D42B-FA1B-45B5-ACD1-F77D9EF0EDFF}"/>
                </a:ext>
              </a:extLst>
            </p:cNvPr>
            <p:cNvSpPr/>
            <p:nvPr/>
          </p:nvSpPr>
          <p:spPr>
            <a:xfrm>
              <a:off x="51221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8" name="타원 15007">
              <a:extLst>
                <a:ext uri="{FF2B5EF4-FFF2-40B4-BE49-F238E27FC236}">
                  <a16:creationId xmlns:a16="http://schemas.microsoft.com/office/drawing/2014/main" id="{2833903D-D69E-4A63-813B-80C4140476A1}"/>
                </a:ext>
              </a:extLst>
            </p:cNvPr>
            <p:cNvSpPr/>
            <p:nvPr/>
          </p:nvSpPr>
          <p:spPr>
            <a:xfrm>
              <a:off x="52745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09" name="타원 15008">
              <a:extLst>
                <a:ext uri="{FF2B5EF4-FFF2-40B4-BE49-F238E27FC236}">
                  <a16:creationId xmlns:a16="http://schemas.microsoft.com/office/drawing/2014/main" id="{0AFFFD91-77B5-456C-B620-94D00B40919F}"/>
                </a:ext>
              </a:extLst>
            </p:cNvPr>
            <p:cNvSpPr/>
            <p:nvPr/>
          </p:nvSpPr>
          <p:spPr>
            <a:xfrm>
              <a:off x="54269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0" name="타원 15009">
              <a:extLst>
                <a:ext uri="{FF2B5EF4-FFF2-40B4-BE49-F238E27FC236}">
                  <a16:creationId xmlns:a16="http://schemas.microsoft.com/office/drawing/2014/main" id="{5174BF76-54BD-4FAF-93CB-CE167890ECF0}"/>
                </a:ext>
              </a:extLst>
            </p:cNvPr>
            <p:cNvSpPr/>
            <p:nvPr/>
          </p:nvSpPr>
          <p:spPr>
            <a:xfrm>
              <a:off x="55793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1" name="타원 15010">
              <a:extLst>
                <a:ext uri="{FF2B5EF4-FFF2-40B4-BE49-F238E27FC236}">
                  <a16:creationId xmlns:a16="http://schemas.microsoft.com/office/drawing/2014/main" id="{F3E6FDBB-5DC6-450A-B0C4-4BC3FDF0741C}"/>
                </a:ext>
              </a:extLst>
            </p:cNvPr>
            <p:cNvSpPr/>
            <p:nvPr/>
          </p:nvSpPr>
          <p:spPr>
            <a:xfrm>
              <a:off x="5731775" y="5331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2" name="타원 15011">
              <a:extLst>
                <a:ext uri="{FF2B5EF4-FFF2-40B4-BE49-F238E27FC236}">
                  <a16:creationId xmlns:a16="http://schemas.microsoft.com/office/drawing/2014/main" id="{30FC4D62-F356-4382-8FF0-140B564C22EF}"/>
                </a:ext>
              </a:extLst>
            </p:cNvPr>
            <p:cNvSpPr/>
            <p:nvPr/>
          </p:nvSpPr>
          <p:spPr>
            <a:xfrm>
              <a:off x="245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3" name="타원 15012">
              <a:extLst>
                <a:ext uri="{FF2B5EF4-FFF2-40B4-BE49-F238E27FC236}">
                  <a16:creationId xmlns:a16="http://schemas.microsoft.com/office/drawing/2014/main" id="{2D09E499-2CE1-4C12-A095-5610041A8D72}"/>
                </a:ext>
              </a:extLst>
            </p:cNvPr>
            <p:cNvSpPr/>
            <p:nvPr/>
          </p:nvSpPr>
          <p:spPr>
            <a:xfrm>
              <a:off x="397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4" name="타원 15013">
              <a:extLst>
                <a:ext uri="{FF2B5EF4-FFF2-40B4-BE49-F238E27FC236}">
                  <a16:creationId xmlns:a16="http://schemas.microsoft.com/office/drawing/2014/main" id="{2262FDF1-5C20-48A1-A4E8-260AFD7711A1}"/>
                </a:ext>
              </a:extLst>
            </p:cNvPr>
            <p:cNvSpPr/>
            <p:nvPr/>
          </p:nvSpPr>
          <p:spPr>
            <a:xfrm>
              <a:off x="5501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5" name="타원 15014">
              <a:extLst>
                <a:ext uri="{FF2B5EF4-FFF2-40B4-BE49-F238E27FC236}">
                  <a16:creationId xmlns:a16="http://schemas.microsoft.com/office/drawing/2014/main" id="{29C48E5E-280B-4518-AB4A-18D1A45667CD}"/>
                </a:ext>
              </a:extLst>
            </p:cNvPr>
            <p:cNvSpPr/>
            <p:nvPr/>
          </p:nvSpPr>
          <p:spPr>
            <a:xfrm>
              <a:off x="7025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6" name="타원 15015">
              <a:extLst>
                <a:ext uri="{FF2B5EF4-FFF2-40B4-BE49-F238E27FC236}">
                  <a16:creationId xmlns:a16="http://schemas.microsoft.com/office/drawing/2014/main" id="{69EE28C1-96E5-4E9C-84AD-B9D8BAE550D1}"/>
                </a:ext>
              </a:extLst>
            </p:cNvPr>
            <p:cNvSpPr/>
            <p:nvPr/>
          </p:nvSpPr>
          <p:spPr>
            <a:xfrm>
              <a:off x="8549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7" name="타원 15016">
              <a:extLst>
                <a:ext uri="{FF2B5EF4-FFF2-40B4-BE49-F238E27FC236}">
                  <a16:creationId xmlns:a16="http://schemas.microsoft.com/office/drawing/2014/main" id="{D4121FF8-DA0E-4A3B-9D75-3C9E30A49390}"/>
                </a:ext>
              </a:extLst>
            </p:cNvPr>
            <p:cNvSpPr/>
            <p:nvPr/>
          </p:nvSpPr>
          <p:spPr>
            <a:xfrm>
              <a:off x="1007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8" name="타원 15017">
              <a:extLst>
                <a:ext uri="{FF2B5EF4-FFF2-40B4-BE49-F238E27FC236}">
                  <a16:creationId xmlns:a16="http://schemas.microsoft.com/office/drawing/2014/main" id="{771E2152-785B-4C9F-A434-7EF051F7C1FB}"/>
                </a:ext>
              </a:extLst>
            </p:cNvPr>
            <p:cNvSpPr/>
            <p:nvPr/>
          </p:nvSpPr>
          <p:spPr>
            <a:xfrm>
              <a:off x="1159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9" name="타원 15018">
              <a:extLst>
                <a:ext uri="{FF2B5EF4-FFF2-40B4-BE49-F238E27FC236}">
                  <a16:creationId xmlns:a16="http://schemas.microsoft.com/office/drawing/2014/main" id="{6D9089A3-9E5E-4DA0-8EF4-FD14AC9D6BD2}"/>
                </a:ext>
              </a:extLst>
            </p:cNvPr>
            <p:cNvSpPr/>
            <p:nvPr/>
          </p:nvSpPr>
          <p:spPr>
            <a:xfrm>
              <a:off x="13121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0" name="타원 15019">
              <a:extLst>
                <a:ext uri="{FF2B5EF4-FFF2-40B4-BE49-F238E27FC236}">
                  <a16:creationId xmlns:a16="http://schemas.microsoft.com/office/drawing/2014/main" id="{3B184D33-F91A-4DD4-9AC2-B58D1535C64F}"/>
                </a:ext>
              </a:extLst>
            </p:cNvPr>
            <p:cNvSpPr/>
            <p:nvPr/>
          </p:nvSpPr>
          <p:spPr>
            <a:xfrm>
              <a:off x="14645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1" name="타원 15020">
              <a:extLst>
                <a:ext uri="{FF2B5EF4-FFF2-40B4-BE49-F238E27FC236}">
                  <a16:creationId xmlns:a16="http://schemas.microsoft.com/office/drawing/2014/main" id="{241CFB50-2975-426A-897B-3531F0911C59}"/>
                </a:ext>
              </a:extLst>
            </p:cNvPr>
            <p:cNvSpPr/>
            <p:nvPr/>
          </p:nvSpPr>
          <p:spPr>
            <a:xfrm>
              <a:off x="16169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2" name="타원 15021">
              <a:extLst>
                <a:ext uri="{FF2B5EF4-FFF2-40B4-BE49-F238E27FC236}">
                  <a16:creationId xmlns:a16="http://schemas.microsoft.com/office/drawing/2014/main" id="{06178877-A84A-449B-B4E2-508EFED498B8}"/>
                </a:ext>
              </a:extLst>
            </p:cNvPr>
            <p:cNvSpPr/>
            <p:nvPr/>
          </p:nvSpPr>
          <p:spPr>
            <a:xfrm>
              <a:off x="1769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3" name="타원 15022">
              <a:extLst>
                <a:ext uri="{FF2B5EF4-FFF2-40B4-BE49-F238E27FC236}">
                  <a16:creationId xmlns:a16="http://schemas.microsoft.com/office/drawing/2014/main" id="{933A25CB-41D9-4A5D-A499-FC3E8BFB980F}"/>
                </a:ext>
              </a:extLst>
            </p:cNvPr>
            <p:cNvSpPr/>
            <p:nvPr/>
          </p:nvSpPr>
          <p:spPr>
            <a:xfrm>
              <a:off x="1921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4" name="타원 15023">
              <a:extLst>
                <a:ext uri="{FF2B5EF4-FFF2-40B4-BE49-F238E27FC236}">
                  <a16:creationId xmlns:a16="http://schemas.microsoft.com/office/drawing/2014/main" id="{D6D5038A-80ED-40D7-BB87-2235CEF26F85}"/>
                </a:ext>
              </a:extLst>
            </p:cNvPr>
            <p:cNvSpPr/>
            <p:nvPr/>
          </p:nvSpPr>
          <p:spPr>
            <a:xfrm>
              <a:off x="20741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5" name="타원 15024">
              <a:extLst>
                <a:ext uri="{FF2B5EF4-FFF2-40B4-BE49-F238E27FC236}">
                  <a16:creationId xmlns:a16="http://schemas.microsoft.com/office/drawing/2014/main" id="{34B2E967-E4B3-47DD-8C15-F7234CC3D6D8}"/>
                </a:ext>
              </a:extLst>
            </p:cNvPr>
            <p:cNvSpPr/>
            <p:nvPr/>
          </p:nvSpPr>
          <p:spPr>
            <a:xfrm>
              <a:off x="22265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6" name="타원 15025">
              <a:extLst>
                <a:ext uri="{FF2B5EF4-FFF2-40B4-BE49-F238E27FC236}">
                  <a16:creationId xmlns:a16="http://schemas.microsoft.com/office/drawing/2014/main" id="{AF0C096E-5C6B-401C-85BD-BD4D8F0A0067}"/>
                </a:ext>
              </a:extLst>
            </p:cNvPr>
            <p:cNvSpPr/>
            <p:nvPr/>
          </p:nvSpPr>
          <p:spPr>
            <a:xfrm>
              <a:off x="23789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7" name="타원 15026">
              <a:extLst>
                <a:ext uri="{FF2B5EF4-FFF2-40B4-BE49-F238E27FC236}">
                  <a16:creationId xmlns:a16="http://schemas.microsoft.com/office/drawing/2014/main" id="{38ABECEB-8E42-40A6-A2E6-A70E6A7CD47F}"/>
                </a:ext>
              </a:extLst>
            </p:cNvPr>
            <p:cNvSpPr/>
            <p:nvPr/>
          </p:nvSpPr>
          <p:spPr>
            <a:xfrm>
              <a:off x="2531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8" name="타원 15027">
              <a:extLst>
                <a:ext uri="{FF2B5EF4-FFF2-40B4-BE49-F238E27FC236}">
                  <a16:creationId xmlns:a16="http://schemas.microsoft.com/office/drawing/2014/main" id="{B5A97292-1759-431E-B823-E869E0BF16E2}"/>
                </a:ext>
              </a:extLst>
            </p:cNvPr>
            <p:cNvSpPr/>
            <p:nvPr/>
          </p:nvSpPr>
          <p:spPr>
            <a:xfrm>
              <a:off x="2683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29" name="타원 15028">
              <a:extLst>
                <a:ext uri="{FF2B5EF4-FFF2-40B4-BE49-F238E27FC236}">
                  <a16:creationId xmlns:a16="http://schemas.microsoft.com/office/drawing/2014/main" id="{BB704B08-F209-433E-9B6D-A629F7602216}"/>
                </a:ext>
              </a:extLst>
            </p:cNvPr>
            <p:cNvSpPr/>
            <p:nvPr/>
          </p:nvSpPr>
          <p:spPr>
            <a:xfrm>
              <a:off x="28361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0" name="타원 15029">
              <a:extLst>
                <a:ext uri="{FF2B5EF4-FFF2-40B4-BE49-F238E27FC236}">
                  <a16:creationId xmlns:a16="http://schemas.microsoft.com/office/drawing/2014/main" id="{57F71E09-D25E-4479-90EC-3D92C7293DCA}"/>
                </a:ext>
              </a:extLst>
            </p:cNvPr>
            <p:cNvSpPr/>
            <p:nvPr/>
          </p:nvSpPr>
          <p:spPr>
            <a:xfrm>
              <a:off x="29885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1" name="타원 15030">
              <a:extLst>
                <a:ext uri="{FF2B5EF4-FFF2-40B4-BE49-F238E27FC236}">
                  <a16:creationId xmlns:a16="http://schemas.microsoft.com/office/drawing/2014/main" id="{9C8DE508-1F86-4989-BC8C-021A40E9CEE1}"/>
                </a:ext>
              </a:extLst>
            </p:cNvPr>
            <p:cNvSpPr/>
            <p:nvPr/>
          </p:nvSpPr>
          <p:spPr>
            <a:xfrm>
              <a:off x="31409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2" name="타원 15031">
              <a:extLst>
                <a:ext uri="{FF2B5EF4-FFF2-40B4-BE49-F238E27FC236}">
                  <a16:creationId xmlns:a16="http://schemas.microsoft.com/office/drawing/2014/main" id="{FAB2437F-C658-448C-9D11-CD8A33EBA944}"/>
                </a:ext>
              </a:extLst>
            </p:cNvPr>
            <p:cNvSpPr/>
            <p:nvPr/>
          </p:nvSpPr>
          <p:spPr>
            <a:xfrm>
              <a:off x="3293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3" name="타원 15032">
              <a:extLst>
                <a:ext uri="{FF2B5EF4-FFF2-40B4-BE49-F238E27FC236}">
                  <a16:creationId xmlns:a16="http://schemas.microsoft.com/office/drawing/2014/main" id="{64FEC8D2-F4FC-4AD9-8DC1-A636FC8F9C23}"/>
                </a:ext>
              </a:extLst>
            </p:cNvPr>
            <p:cNvSpPr/>
            <p:nvPr/>
          </p:nvSpPr>
          <p:spPr>
            <a:xfrm>
              <a:off x="3445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4" name="타원 15033">
              <a:extLst>
                <a:ext uri="{FF2B5EF4-FFF2-40B4-BE49-F238E27FC236}">
                  <a16:creationId xmlns:a16="http://schemas.microsoft.com/office/drawing/2014/main" id="{98570A1C-AEF7-4160-B673-C8BEDC72015E}"/>
                </a:ext>
              </a:extLst>
            </p:cNvPr>
            <p:cNvSpPr/>
            <p:nvPr/>
          </p:nvSpPr>
          <p:spPr>
            <a:xfrm>
              <a:off x="35981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5" name="타원 15034">
              <a:extLst>
                <a:ext uri="{FF2B5EF4-FFF2-40B4-BE49-F238E27FC236}">
                  <a16:creationId xmlns:a16="http://schemas.microsoft.com/office/drawing/2014/main" id="{F8CB9C35-D9B2-4F6F-AC7C-588004B63D10}"/>
                </a:ext>
              </a:extLst>
            </p:cNvPr>
            <p:cNvSpPr/>
            <p:nvPr/>
          </p:nvSpPr>
          <p:spPr>
            <a:xfrm>
              <a:off x="37505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6" name="타원 15035">
              <a:extLst>
                <a:ext uri="{FF2B5EF4-FFF2-40B4-BE49-F238E27FC236}">
                  <a16:creationId xmlns:a16="http://schemas.microsoft.com/office/drawing/2014/main" id="{F3CBC0D4-C707-4FBA-ADF3-B6A39C7C5DA7}"/>
                </a:ext>
              </a:extLst>
            </p:cNvPr>
            <p:cNvSpPr/>
            <p:nvPr/>
          </p:nvSpPr>
          <p:spPr>
            <a:xfrm>
              <a:off x="39029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7" name="타원 15036">
              <a:extLst>
                <a:ext uri="{FF2B5EF4-FFF2-40B4-BE49-F238E27FC236}">
                  <a16:creationId xmlns:a16="http://schemas.microsoft.com/office/drawing/2014/main" id="{1EBABE3D-9E2E-4A3F-BA88-69C803F25A0B}"/>
                </a:ext>
              </a:extLst>
            </p:cNvPr>
            <p:cNvSpPr/>
            <p:nvPr/>
          </p:nvSpPr>
          <p:spPr>
            <a:xfrm>
              <a:off x="4055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8" name="타원 15037">
              <a:extLst>
                <a:ext uri="{FF2B5EF4-FFF2-40B4-BE49-F238E27FC236}">
                  <a16:creationId xmlns:a16="http://schemas.microsoft.com/office/drawing/2014/main" id="{9A3E3DFE-80F6-49BA-A10E-C115B5624EA0}"/>
                </a:ext>
              </a:extLst>
            </p:cNvPr>
            <p:cNvSpPr/>
            <p:nvPr/>
          </p:nvSpPr>
          <p:spPr>
            <a:xfrm>
              <a:off x="4207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9" name="타원 15038">
              <a:extLst>
                <a:ext uri="{FF2B5EF4-FFF2-40B4-BE49-F238E27FC236}">
                  <a16:creationId xmlns:a16="http://schemas.microsoft.com/office/drawing/2014/main" id="{7750AD9F-1C2C-40EB-9EE5-EC7C70443735}"/>
                </a:ext>
              </a:extLst>
            </p:cNvPr>
            <p:cNvSpPr/>
            <p:nvPr/>
          </p:nvSpPr>
          <p:spPr>
            <a:xfrm>
              <a:off x="43601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0" name="타원 15039">
              <a:extLst>
                <a:ext uri="{FF2B5EF4-FFF2-40B4-BE49-F238E27FC236}">
                  <a16:creationId xmlns:a16="http://schemas.microsoft.com/office/drawing/2014/main" id="{58087C7D-AFB1-4903-B28D-38041F57030B}"/>
                </a:ext>
              </a:extLst>
            </p:cNvPr>
            <p:cNvSpPr/>
            <p:nvPr/>
          </p:nvSpPr>
          <p:spPr>
            <a:xfrm>
              <a:off x="45125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1" name="타원 15040">
              <a:extLst>
                <a:ext uri="{FF2B5EF4-FFF2-40B4-BE49-F238E27FC236}">
                  <a16:creationId xmlns:a16="http://schemas.microsoft.com/office/drawing/2014/main" id="{0A5F1F2D-9FF3-4945-80B3-B63622D8D548}"/>
                </a:ext>
              </a:extLst>
            </p:cNvPr>
            <p:cNvSpPr/>
            <p:nvPr/>
          </p:nvSpPr>
          <p:spPr>
            <a:xfrm>
              <a:off x="46649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2" name="타원 15041">
              <a:extLst>
                <a:ext uri="{FF2B5EF4-FFF2-40B4-BE49-F238E27FC236}">
                  <a16:creationId xmlns:a16="http://schemas.microsoft.com/office/drawing/2014/main" id="{3E5105AB-0835-4836-9FA4-554F3B6C28B8}"/>
                </a:ext>
              </a:extLst>
            </p:cNvPr>
            <p:cNvSpPr/>
            <p:nvPr/>
          </p:nvSpPr>
          <p:spPr>
            <a:xfrm>
              <a:off x="4817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3" name="타원 15042">
              <a:extLst>
                <a:ext uri="{FF2B5EF4-FFF2-40B4-BE49-F238E27FC236}">
                  <a16:creationId xmlns:a16="http://schemas.microsoft.com/office/drawing/2014/main" id="{37B39050-EF73-497A-A2E1-D3D582FC4211}"/>
                </a:ext>
              </a:extLst>
            </p:cNvPr>
            <p:cNvSpPr/>
            <p:nvPr/>
          </p:nvSpPr>
          <p:spPr>
            <a:xfrm>
              <a:off x="4969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4" name="타원 15043">
              <a:extLst>
                <a:ext uri="{FF2B5EF4-FFF2-40B4-BE49-F238E27FC236}">
                  <a16:creationId xmlns:a16="http://schemas.microsoft.com/office/drawing/2014/main" id="{88AD3108-0FF9-45C6-924A-E947007D29D8}"/>
                </a:ext>
              </a:extLst>
            </p:cNvPr>
            <p:cNvSpPr/>
            <p:nvPr/>
          </p:nvSpPr>
          <p:spPr>
            <a:xfrm>
              <a:off x="51221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5" name="타원 15044">
              <a:extLst>
                <a:ext uri="{FF2B5EF4-FFF2-40B4-BE49-F238E27FC236}">
                  <a16:creationId xmlns:a16="http://schemas.microsoft.com/office/drawing/2014/main" id="{0FF7D9C2-AA23-40D6-A7F0-4BF7C851285A}"/>
                </a:ext>
              </a:extLst>
            </p:cNvPr>
            <p:cNvSpPr/>
            <p:nvPr/>
          </p:nvSpPr>
          <p:spPr>
            <a:xfrm>
              <a:off x="52745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6" name="타원 15045">
              <a:extLst>
                <a:ext uri="{FF2B5EF4-FFF2-40B4-BE49-F238E27FC236}">
                  <a16:creationId xmlns:a16="http://schemas.microsoft.com/office/drawing/2014/main" id="{1F4FB737-DBA7-45B5-9E46-7FEC12EFD6BA}"/>
                </a:ext>
              </a:extLst>
            </p:cNvPr>
            <p:cNvSpPr/>
            <p:nvPr/>
          </p:nvSpPr>
          <p:spPr>
            <a:xfrm>
              <a:off x="54269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7" name="타원 15046">
              <a:extLst>
                <a:ext uri="{FF2B5EF4-FFF2-40B4-BE49-F238E27FC236}">
                  <a16:creationId xmlns:a16="http://schemas.microsoft.com/office/drawing/2014/main" id="{406F0594-D0F8-41C3-B9C9-06C4FFA01986}"/>
                </a:ext>
              </a:extLst>
            </p:cNvPr>
            <p:cNvSpPr/>
            <p:nvPr/>
          </p:nvSpPr>
          <p:spPr>
            <a:xfrm>
              <a:off x="55793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8" name="타원 15047">
              <a:extLst>
                <a:ext uri="{FF2B5EF4-FFF2-40B4-BE49-F238E27FC236}">
                  <a16:creationId xmlns:a16="http://schemas.microsoft.com/office/drawing/2014/main" id="{C06773B8-D6AA-41CA-AF7C-D90B60524E9E}"/>
                </a:ext>
              </a:extLst>
            </p:cNvPr>
            <p:cNvSpPr/>
            <p:nvPr/>
          </p:nvSpPr>
          <p:spPr>
            <a:xfrm>
              <a:off x="5731775" y="5484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9" name="타원 15048">
              <a:extLst>
                <a:ext uri="{FF2B5EF4-FFF2-40B4-BE49-F238E27FC236}">
                  <a16:creationId xmlns:a16="http://schemas.microsoft.com/office/drawing/2014/main" id="{E1517618-32AE-48D3-A932-3FB65EA3D747}"/>
                </a:ext>
              </a:extLst>
            </p:cNvPr>
            <p:cNvSpPr/>
            <p:nvPr/>
          </p:nvSpPr>
          <p:spPr>
            <a:xfrm>
              <a:off x="245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0" name="타원 15049">
              <a:extLst>
                <a:ext uri="{FF2B5EF4-FFF2-40B4-BE49-F238E27FC236}">
                  <a16:creationId xmlns:a16="http://schemas.microsoft.com/office/drawing/2014/main" id="{0D318F7A-F075-40C5-ABAC-A11F315EB7E0}"/>
                </a:ext>
              </a:extLst>
            </p:cNvPr>
            <p:cNvSpPr/>
            <p:nvPr/>
          </p:nvSpPr>
          <p:spPr>
            <a:xfrm>
              <a:off x="397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1" name="타원 15050">
              <a:extLst>
                <a:ext uri="{FF2B5EF4-FFF2-40B4-BE49-F238E27FC236}">
                  <a16:creationId xmlns:a16="http://schemas.microsoft.com/office/drawing/2014/main" id="{1D095063-38AA-446E-95A5-2A46C7ED3B59}"/>
                </a:ext>
              </a:extLst>
            </p:cNvPr>
            <p:cNvSpPr/>
            <p:nvPr/>
          </p:nvSpPr>
          <p:spPr>
            <a:xfrm>
              <a:off x="5501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2" name="타원 15051">
              <a:extLst>
                <a:ext uri="{FF2B5EF4-FFF2-40B4-BE49-F238E27FC236}">
                  <a16:creationId xmlns:a16="http://schemas.microsoft.com/office/drawing/2014/main" id="{FB21F22B-D091-4050-8442-7E15BC215904}"/>
                </a:ext>
              </a:extLst>
            </p:cNvPr>
            <p:cNvSpPr/>
            <p:nvPr/>
          </p:nvSpPr>
          <p:spPr>
            <a:xfrm>
              <a:off x="7025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3" name="타원 15052">
              <a:extLst>
                <a:ext uri="{FF2B5EF4-FFF2-40B4-BE49-F238E27FC236}">
                  <a16:creationId xmlns:a16="http://schemas.microsoft.com/office/drawing/2014/main" id="{0B0DFE55-21EC-4C2A-BD04-24B0EB4412D4}"/>
                </a:ext>
              </a:extLst>
            </p:cNvPr>
            <p:cNvSpPr/>
            <p:nvPr/>
          </p:nvSpPr>
          <p:spPr>
            <a:xfrm>
              <a:off x="8549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4" name="타원 15053">
              <a:extLst>
                <a:ext uri="{FF2B5EF4-FFF2-40B4-BE49-F238E27FC236}">
                  <a16:creationId xmlns:a16="http://schemas.microsoft.com/office/drawing/2014/main" id="{267558F9-F77C-450A-831B-60AB3ED1F35F}"/>
                </a:ext>
              </a:extLst>
            </p:cNvPr>
            <p:cNvSpPr/>
            <p:nvPr/>
          </p:nvSpPr>
          <p:spPr>
            <a:xfrm>
              <a:off x="1007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5" name="타원 15054">
              <a:extLst>
                <a:ext uri="{FF2B5EF4-FFF2-40B4-BE49-F238E27FC236}">
                  <a16:creationId xmlns:a16="http://schemas.microsoft.com/office/drawing/2014/main" id="{6C713725-D3B0-4221-A7F4-CE5E616FE5B7}"/>
                </a:ext>
              </a:extLst>
            </p:cNvPr>
            <p:cNvSpPr/>
            <p:nvPr/>
          </p:nvSpPr>
          <p:spPr>
            <a:xfrm>
              <a:off x="1159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6" name="타원 15055">
              <a:extLst>
                <a:ext uri="{FF2B5EF4-FFF2-40B4-BE49-F238E27FC236}">
                  <a16:creationId xmlns:a16="http://schemas.microsoft.com/office/drawing/2014/main" id="{0251796D-9428-4C44-85A4-3FABBDE8BFA5}"/>
                </a:ext>
              </a:extLst>
            </p:cNvPr>
            <p:cNvSpPr/>
            <p:nvPr/>
          </p:nvSpPr>
          <p:spPr>
            <a:xfrm>
              <a:off x="13121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7" name="타원 15056">
              <a:extLst>
                <a:ext uri="{FF2B5EF4-FFF2-40B4-BE49-F238E27FC236}">
                  <a16:creationId xmlns:a16="http://schemas.microsoft.com/office/drawing/2014/main" id="{942931F9-9AC6-43FC-B10A-D07E2A8887BD}"/>
                </a:ext>
              </a:extLst>
            </p:cNvPr>
            <p:cNvSpPr/>
            <p:nvPr/>
          </p:nvSpPr>
          <p:spPr>
            <a:xfrm>
              <a:off x="14645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8" name="타원 15057">
              <a:extLst>
                <a:ext uri="{FF2B5EF4-FFF2-40B4-BE49-F238E27FC236}">
                  <a16:creationId xmlns:a16="http://schemas.microsoft.com/office/drawing/2014/main" id="{2FEA8FC9-113D-4409-9396-A6E12F31D5D9}"/>
                </a:ext>
              </a:extLst>
            </p:cNvPr>
            <p:cNvSpPr/>
            <p:nvPr/>
          </p:nvSpPr>
          <p:spPr>
            <a:xfrm>
              <a:off x="16169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9" name="타원 15058">
              <a:extLst>
                <a:ext uri="{FF2B5EF4-FFF2-40B4-BE49-F238E27FC236}">
                  <a16:creationId xmlns:a16="http://schemas.microsoft.com/office/drawing/2014/main" id="{5432D61A-5408-4DBB-BBE7-6E78226F36AD}"/>
                </a:ext>
              </a:extLst>
            </p:cNvPr>
            <p:cNvSpPr/>
            <p:nvPr/>
          </p:nvSpPr>
          <p:spPr>
            <a:xfrm>
              <a:off x="1769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0" name="타원 15059">
              <a:extLst>
                <a:ext uri="{FF2B5EF4-FFF2-40B4-BE49-F238E27FC236}">
                  <a16:creationId xmlns:a16="http://schemas.microsoft.com/office/drawing/2014/main" id="{6D5891DB-3D9E-4332-8D44-6C054ABD4239}"/>
                </a:ext>
              </a:extLst>
            </p:cNvPr>
            <p:cNvSpPr/>
            <p:nvPr/>
          </p:nvSpPr>
          <p:spPr>
            <a:xfrm>
              <a:off x="1921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1" name="타원 15060">
              <a:extLst>
                <a:ext uri="{FF2B5EF4-FFF2-40B4-BE49-F238E27FC236}">
                  <a16:creationId xmlns:a16="http://schemas.microsoft.com/office/drawing/2014/main" id="{93200292-4BDC-4E4B-96EE-7B0B12484E47}"/>
                </a:ext>
              </a:extLst>
            </p:cNvPr>
            <p:cNvSpPr/>
            <p:nvPr/>
          </p:nvSpPr>
          <p:spPr>
            <a:xfrm>
              <a:off x="20741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2" name="타원 15061">
              <a:extLst>
                <a:ext uri="{FF2B5EF4-FFF2-40B4-BE49-F238E27FC236}">
                  <a16:creationId xmlns:a16="http://schemas.microsoft.com/office/drawing/2014/main" id="{ACDF21E4-056A-4A92-9617-D109F91C5998}"/>
                </a:ext>
              </a:extLst>
            </p:cNvPr>
            <p:cNvSpPr/>
            <p:nvPr/>
          </p:nvSpPr>
          <p:spPr>
            <a:xfrm>
              <a:off x="22265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3" name="타원 15062">
              <a:extLst>
                <a:ext uri="{FF2B5EF4-FFF2-40B4-BE49-F238E27FC236}">
                  <a16:creationId xmlns:a16="http://schemas.microsoft.com/office/drawing/2014/main" id="{260E035A-D2CF-4AC7-B426-A110BCB20B7B}"/>
                </a:ext>
              </a:extLst>
            </p:cNvPr>
            <p:cNvSpPr/>
            <p:nvPr/>
          </p:nvSpPr>
          <p:spPr>
            <a:xfrm>
              <a:off x="23789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4" name="타원 15063">
              <a:extLst>
                <a:ext uri="{FF2B5EF4-FFF2-40B4-BE49-F238E27FC236}">
                  <a16:creationId xmlns:a16="http://schemas.microsoft.com/office/drawing/2014/main" id="{F933C19B-4901-4FB8-B838-FCD24CB52D99}"/>
                </a:ext>
              </a:extLst>
            </p:cNvPr>
            <p:cNvSpPr/>
            <p:nvPr/>
          </p:nvSpPr>
          <p:spPr>
            <a:xfrm>
              <a:off x="2531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5" name="타원 15064">
              <a:extLst>
                <a:ext uri="{FF2B5EF4-FFF2-40B4-BE49-F238E27FC236}">
                  <a16:creationId xmlns:a16="http://schemas.microsoft.com/office/drawing/2014/main" id="{BB8A7425-F908-4F6E-BC8E-35390C9C93C4}"/>
                </a:ext>
              </a:extLst>
            </p:cNvPr>
            <p:cNvSpPr/>
            <p:nvPr/>
          </p:nvSpPr>
          <p:spPr>
            <a:xfrm>
              <a:off x="2683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6" name="타원 15065">
              <a:extLst>
                <a:ext uri="{FF2B5EF4-FFF2-40B4-BE49-F238E27FC236}">
                  <a16:creationId xmlns:a16="http://schemas.microsoft.com/office/drawing/2014/main" id="{E46BA786-15A8-4649-81D0-35A0A5182D02}"/>
                </a:ext>
              </a:extLst>
            </p:cNvPr>
            <p:cNvSpPr/>
            <p:nvPr/>
          </p:nvSpPr>
          <p:spPr>
            <a:xfrm>
              <a:off x="28361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7" name="타원 15066">
              <a:extLst>
                <a:ext uri="{FF2B5EF4-FFF2-40B4-BE49-F238E27FC236}">
                  <a16:creationId xmlns:a16="http://schemas.microsoft.com/office/drawing/2014/main" id="{FCB8C2D9-1AC0-4F8F-9E6F-F55B7A96A828}"/>
                </a:ext>
              </a:extLst>
            </p:cNvPr>
            <p:cNvSpPr/>
            <p:nvPr/>
          </p:nvSpPr>
          <p:spPr>
            <a:xfrm>
              <a:off x="29885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8" name="타원 15067">
              <a:extLst>
                <a:ext uri="{FF2B5EF4-FFF2-40B4-BE49-F238E27FC236}">
                  <a16:creationId xmlns:a16="http://schemas.microsoft.com/office/drawing/2014/main" id="{4BF93D6D-CE09-407D-9AA5-78BFEEF9FD7A}"/>
                </a:ext>
              </a:extLst>
            </p:cNvPr>
            <p:cNvSpPr/>
            <p:nvPr/>
          </p:nvSpPr>
          <p:spPr>
            <a:xfrm>
              <a:off x="31409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9" name="타원 15068">
              <a:extLst>
                <a:ext uri="{FF2B5EF4-FFF2-40B4-BE49-F238E27FC236}">
                  <a16:creationId xmlns:a16="http://schemas.microsoft.com/office/drawing/2014/main" id="{179730CA-0305-4017-976E-D9512B5CDA77}"/>
                </a:ext>
              </a:extLst>
            </p:cNvPr>
            <p:cNvSpPr/>
            <p:nvPr/>
          </p:nvSpPr>
          <p:spPr>
            <a:xfrm>
              <a:off x="3293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0" name="타원 15069">
              <a:extLst>
                <a:ext uri="{FF2B5EF4-FFF2-40B4-BE49-F238E27FC236}">
                  <a16:creationId xmlns:a16="http://schemas.microsoft.com/office/drawing/2014/main" id="{AE46C491-C616-4BAE-8D0B-37DD77DD8DE7}"/>
                </a:ext>
              </a:extLst>
            </p:cNvPr>
            <p:cNvSpPr/>
            <p:nvPr/>
          </p:nvSpPr>
          <p:spPr>
            <a:xfrm>
              <a:off x="3445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1" name="타원 15070">
              <a:extLst>
                <a:ext uri="{FF2B5EF4-FFF2-40B4-BE49-F238E27FC236}">
                  <a16:creationId xmlns:a16="http://schemas.microsoft.com/office/drawing/2014/main" id="{C814B2F7-596C-4E45-8F2E-D1FF3465A4E3}"/>
                </a:ext>
              </a:extLst>
            </p:cNvPr>
            <p:cNvSpPr/>
            <p:nvPr/>
          </p:nvSpPr>
          <p:spPr>
            <a:xfrm>
              <a:off x="35981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2" name="타원 15071">
              <a:extLst>
                <a:ext uri="{FF2B5EF4-FFF2-40B4-BE49-F238E27FC236}">
                  <a16:creationId xmlns:a16="http://schemas.microsoft.com/office/drawing/2014/main" id="{ADA668ED-21DA-4674-8028-A80442DDF716}"/>
                </a:ext>
              </a:extLst>
            </p:cNvPr>
            <p:cNvSpPr/>
            <p:nvPr/>
          </p:nvSpPr>
          <p:spPr>
            <a:xfrm>
              <a:off x="37505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3" name="타원 15072">
              <a:extLst>
                <a:ext uri="{FF2B5EF4-FFF2-40B4-BE49-F238E27FC236}">
                  <a16:creationId xmlns:a16="http://schemas.microsoft.com/office/drawing/2014/main" id="{41C4600F-0D5B-4948-B96B-4354657A7B97}"/>
                </a:ext>
              </a:extLst>
            </p:cNvPr>
            <p:cNvSpPr/>
            <p:nvPr/>
          </p:nvSpPr>
          <p:spPr>
            <a:xfrm>
              <a:off x="39029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4" name="타원 15073">
              <a:extLst>
                <a:ext uri="{FF2B5EF4-FFF2-40B4-BE49-F238E27FC236}">
                  <a16:creationId xmlns:a16="http://schemas.microsoft.com/office/drawing/2014/main" id="{EA1E6412-6C31-46CC-984A-4A7E9E13EFF0}"/>
                </a:ext>
              </a:extLst>
            </p:cNvPr>
            <p:cNvSpPr/>
            <p:nvPr/>
          </p:nvSpPr>
          <p:spPr>
            <a:xfrm>
              <a:off x="4055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5" name="타원 15074">
              <a:extLst>
                <a:ext uri="{FF2B5EF4-FFF2-40B4-BE49-F238E27FC236}">
                  <a16:creationId xmlns:a16="http://schemas.microsoft.com/office/drawing/2014/main" id="{C6C2C1A3-257E-4A7C-99EC-6C293574CD63}"/>
                </a:ext>
              </a:extLst>
            </p:cNvPr>
            <p:cNvSpPr/>
            <p:nvPr/>
          </p:nvSpPr>
          <p:spPr>
            <a:xfrm>
              <a:off x="4207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6" name="타원 15075">
              <a:extLst>
                <a:ext uri="{FF2B5EF4-FFF2-40B4-BE49-F238E27FC236}">
                  <a16:creationId xmlns:a16="http://schemas.microsoft.com/office/drawing/2014/main" id="{8971EC06-C815-4DF7-B15D-48EC02DF09A3}"/>
                </a:ext>
              </a:extLst>
            </p:cNvPr>
            <p:cNvSpPr/>
            <p:nvPr/>
          </p:nvSpPr>
          <p:spPr>
            <a:xfrm>
              <a:off x="43601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7" name="타원 15076">
              <a:extLst>
                <a:ext uri="{FF2B5EF4-FFF2-40B4-BE49-F238E27FC236}">
                  <a16:creationId xmlns:a16="http://schemas.microsoft.com/office/drawing/2014/main" id="{925FEEAF-5033-4267-A3F6-791CEE6AB337}"/>
                </a:ext>
              </a:extLst>
            </p:cNvPr>
            <p:cNvSpPr/>
            <p:nvPr/>
          </p:nvSpPr>
          <p:spPr>
            <a:xfrm>
              <a:off x="45125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8" name="타원 15077">
              <a:extLst>
                <a:ext uri="{FF2B5EF4-FFF2-40B4-BE49-F238E27FC236}">
                  <a16:creationId xmlns:a16="http://schemas.microsoft.com/office/drawing/2014/main" id="{34567E4E-3E87-4BF4-BF1A-CCBA599B2CDC}"/>
                </a:ext>
              </a:extLst>
            </p:cNvPr>
            <p:cNvSpPr/>
            <p:nvPr/>
          </p:nvSpPr>
          <p:spPr>
            <a:xfrm>
              <a:off x="46649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9" name="타원 15078">
              <a:extLst>
                <a:ext uri="{FF2B5EF4-FFF2-40B4-BE49-F238E27FC236}">
                  <a16:creationId xmlns:a16="http://schemas.microsoft.com/office/drawing/2014/main" id="{5E2133E9-995B-4A0A-AE99-99FC20EAAB16}"/>
                </a:ext>
              </a:extLst>
            </p:cNvPr>
            <p:cNvSpPr/>
            <p:nvPr/>
          </p:nvSpPr>
          <p:spPr>
            <a:xfrm>
              <a:off x="4817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0" name="타원 15079">
              <a:extLst>
                <a:ext uri="{FF2B5EF4-FFF2-40B4-BE49-F238E27FC236}">
                  <a16:creationId xmlns:a16="http://schemas.microsoft.com/office/drawing/2014/main" id="{25F2F48D-9948-4C50-8015-1CE01EE7109D}"/>
                </a:ext>
              </a:extLst>
            </p:cNvPr>
            <p:cNvSpPr/>
            <p:nvPr/>
          </p:nvSpPr>
          <p:spPr>
            <a:xfrm>
              <a:off x="4969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1" name="타원 15080">
              <a:extLst>
                <a:ext uri="{FF2B5EF4-FFF2-40B4-BE49-F238E27FC236}">
                  <a16:creationId xmlns:a16="http://schemas.microsoft.com/office/drawing/2014/main" id="{20AAAC44-69EF-4F2D-AD9D-263A4457E296}"/>
                </a:ext>
              </a:extLst>
            </p:cNvPr>
            <p:cNvSpPr/>
            <p:nvPr/>
          </p:nvSpPr>
          <p:spPr>
            <a:xfrm>
              <a:off x="51221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2" name="타원 15081">
              <a:extLst>
                <a:ext uri="{FF2B5EF4-FFF2-40B4-BE49-F238E27FC236}">
                  <a16:creationId xmlns:a16="http://schemas.microsoft.com/office/drawing/2014/main" id="{4C6D0ED2-824F-46BC-81D8-C46D733727F7}"/>
                </a:ext>
              </a:extLst>
            </p:cNvPr>
            <p:cNvSpPr/>
            <p:nvPr/>
          </p:nvSpPr>
          <p:spPr>
            <a:xfrm>
              <a:off x="52745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3" name="타원 15082">
              <a:extLst>
                <a:ext uri="{FF2B5EF4-FFF2-40B4-BE49-F238E27FC236}">
                  <a16:creationId xmlns:a16="http://schemas.microsoft.com/office/drawing/2014/main" id="{A5F407D5-50D0-4326-8500-5FC3B2D00F73}"/>
                </a:ext>
              </a:extLst>
            </p:cNvPr>
            <p:cNvSpPr/>
            <p:nvPr/>
          </p:nvSpPr>
          <p:spPr>
            <a:xfrm>
              <a:off x="54269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4" name="타원 15083">
              <a:extLst>
                <a:ext uri="{FF2B5EF4-FFF2-40B4-BE49-F238E27FC236}">
                  <a16:creationId xmlns:a16="http://schemas.microsoft.com/office/drawing/2014/main" id="{BD91A879-457C-4E39-B06F-CB1C60996CEF}"/>
                </a:ext>
              </a:extLst>
            </p:cNvPr>
            <p:cNvSpPr/>
            <p:nvPr/>
          </p:nvSpPr>
          <p:spPr>
            <a:xfrm>
              <a:off x="55793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5" name="타원 15084">
              <a:extLst>
                <a:ext uri="{FF2B5EF4-FFF2-40B4-BE49-F238E27FC236}">
                  <a16:creationId xmlns:a16="http://schemas.microsoft.com/office/drawing/2014/main" id="{0A25CE0F-8E39-4BAA-878C-67144DFF9F0A}"/>
                </a:ext>
              </a:extLst>
            </p:cNvPr>
            <p:cNvSpPr/>
            <p:nvPr/>
          </p:nvSpPr>
          <p:spPr>
            <a:xfrm>
              <a:off x="5731775" y="5636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6" name="타원 15085">
              <a:extLst>
                <a:ext uri="{FF2B5EF4-FFF2-40B4-BE49-F238E27FC236}">
                  <a16:creationId xmlns:a16="http://schemas.microsoft.com/office/drawing/2014/main" id="{909B79C6-2D42-40A9-A163-08655E0C35C4}"/>
                </a:ext>
              </a:extLst>
            </p:cNvPr>
            <p:cNvSpPr/>
            <p:nvPr/>
          </p:nvSpPr>
          <p:spPr>
            <a:xfrm>
              <a:off x="245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7" name="타원 15086">
              <a:extLst>
                <a:ext uri="{FF2B5EF4-FFF2-40B4-BE49-F238E27FC236}">
                  <a16:creationId xmlns:a16="http://schemas.microsoft.com/office/drawing/2014/main" id="{BB6950A3-59C6-4391-9185-1BE998C69F5A}"/>
                </a:ext>
              </a:extLst>
            </p:cNvPr>
            <p:cNvSpPr/>
            <p:nvPr/>
          </p:nvSpPr>
          <p:spPr>
            <a:xfrm>
              <a:off x="397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8" name="타원 15087">
              <a:extLst>
                <a:ext uri="{FF2B5EF4-FFF2-40B4-BE49-F238E27FC236}">
                  <a16:creationId xmlns:a16="http://schemas.microsoft.com/office/drawing/2014/main" id="{E450A461-FB58-41AD-8094-53A306799CE5}"/>
                </a:ext>
              </a:extLst>
            </p:cNvPr>
            <p:cNvSpPr/>
            <p:nvPr/>
          </p:nvSpPr>
          <p:spPr>
            <a:xfrm>
              <a:off x="5501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9" name="타원 15088">
              <a:extLst>
                <a:ext uri="{FF2B5EF4-FFF2-40B4-BE49-F238E27FC236}">
                  <a16:creationId xmlns:a16="http://schemas.microsoft.com/office/drawing/2014/main" id="{8E394CB8-CFC2-4081-AEEF-4AC6A2F0922C}"/>
                </a:ext>
              </a:extLst>
            </p:cNvPr>
            <p:cNvSpPr/>
            <p:nvPr/>
          </p:nvSpPr>
          <p:spPr>
            <a:xfrm>
              <a:off x="7025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0" name="타원 15089">
              <a:extLst>
                <a:ext uri="{FF2B5EF4-FFF2-40B4-BE49-F238E27FC236}">
                  <a16:creationId xmlns:a16="http://schemas.microsoft.com/office/drawing/2014/main" id="{807AB6B0-1E75-43F4-AAA2-DA81F0D3AC49}"/>
                </a:ext>
              </a:extLst>
            </p:cNvPr>
            <p:cNvSpPr/>
            <p:nvPr/>
          </p:nvSpPr>
          <p:spPr>
            <a:xfrm>
              <a:off x="8549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1" name="타원 15090">
              <a:extLst>
                <a:ext uri="{FF2B5EF4-FFF2-40B4-BE49-F238E27FC236}">
                  <a16:creationId xmlns:a16="http://schemas.microsoft.com/office/drawing/2014/main" id="{5E7E12B2-AB8A-426E-921B-ACEE9176287B}"/>
                </a:ext>
              </a:extLst>
            </p:cNvPr>
            <p:cNvSpPr/>
            <p:nvPr/>
          </p:nvSpPr>
          <p:spPr>
            <a:xfrm>
              <a:off x="1007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2" name="타원 15091">
              <a:extLst>
                <a:ext uri="{FF2B5EF4-FFF2-40B4-BE49-F238E27FC236}">
                  <a16:creationId xmlns:a16="http://schemas.microsoft.com/office/drawing/2014/main" id="{130C7A77-3782-4749-9278-FE0D28AA4CD6}"/>
                </a:ext>
              </a:extLst>
            </p:cNvPr>
            <p:cNvSpPr/>
            <p:nvPr/>
          </p:nvSpPr>
          <p:spPr>
            <a:xfrm>
              <a:off x="1159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3" name="타원 15092">
              <a:extLst>
                <a:ext uri="{FF2B5EF4-FFF2-40B4-BE49-F238E27FC236}">
                  <a16:creationId xmlns:a16="http://schemas.microsoft.com/office/drawing/2014/main" id="{F5E363FC-8A20-4D94-91AD-1E719FC42E18}"/>
                </a:ext>
              </a:extLst>
            </p:cNvPr>
            <p:cNvSpPr/>
            <p:nvPr/>
          </p:nvSpPr>
          <p:spPr>
            <a:xfrm>
              <a:off x="13121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4" name="타원 15093">
              <a:extLst>
                <a:ext uri="{FF2B5EF4-FFF2-40B4-BE49-F238E27FC236}">
                  <a16:creationId xmlns:a16="http://schemas.microsoft.com/office/drawing/2014/main" id="{FE11CE5A-8641-47FF-930B-AC311221ACF1}"/>
                </a:ext>
              </a:extLst>
            </p:cNvPr>
            <p:cNvSpPr/>
            <p:nvPr/>
          </p:nvSpPr>
          <p:spPr>
            <a:xfrm>
              <a:off x="14645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5" name="타원 15094">
              <a:extLst>
                <a:ext uri="{FF2B5EF4-FFF2-40B4-BE49-F238E27FC236}">
                  <a16:creationId xmlns:a16="http://schemas.microsoft.com/office/drawing/2014/main" id="{897BFB07-2E16-472B-9FF7-7C9878B47107}"/>
                </a:ext>
              </a:extLst>
            </p:cNvPr>
            <p:cNvSpPr/>
            <p:nvPr/>
          </p:nvSpPr>
          <p:spPr>
            <a:xfrm>
              <a:off x="16169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6" name="타원 15095">
              <a:extLst>
                <a:ext uri="{FF2B5EF4-FFF2-40B4-BE49-F238E27FC236}">
                  <a16:creationId xmlns:a16="http://schemas.microsoft.com/office/drawing/2014/main" id="{048EC64C-4D80-43F0-BEBE-E0D1C9ABC31B}"/>
                </a:ext>
              </a:extLst>
            </p:cNvPr>
            <p:cNvSpPr/>
            <p:nvPr/>
          </p:nvSpPr>
          <p:spPr>
            <a:xfrm>
              <a:off x="1769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7" name="타원 15096">
              <a:extLst>
                <a:ext uri="{FF2B5EF4-FFF2-40B4-BE49-F238E27FC236}">
                  <a16:creationId xmlns:a16="http://schemas.microsoft.com/office/drawing/2014/main" id="{ECC63651-1612-4EA7-9A55-95C0511C7EA6}"/>
                </a:ext>
              </a:extLst>
            </p:cNvPr>
            <p:cNvSpPr/>
            <p:nvPr/>
          </p:nvSpPr>
          <p:spPr>
            <a:xfrm>
              <a:off x="1921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8" name="타원 15097">
              <a:extLst>
                <a:ext uri="{FF2B5EF4-FFF2-40B4-BE49-F238E27FC236}">
                  <a16:creationId xmlns:a16="http://schemas.microsoft.com/office/drawing/2014/main" id="{C1416E3E-DDED-4B7F-A28A-1EE5BED47C9C}"/>
                </a:ext>
              </a:extLst>
            </p:cNvPr>
            <p:cNvSpPr/>
            <p:nvPr/>
          </p:nvSpPr>
          <p:spPr>
            <a:xfrm>
              <a:off x="20741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9" name="타원 15098">
              <a:extLst>
                <a:ext uri="{FF2B5EF4-FFF2-40B4-BE49-F238E27FC236}">
                  <a16:creationId xmlns:a16="http://schemas.microsoft.com/office/drawing/2014/main" id="{71F97E99-2024-4F5E-B672-F07F3C93A908}"/>
                </a:ext>
              </a:extLst>
            </p:cNvPr>
            <p:cNvSpPr/>
            <p:nvPr/>
          </p:nvSpPr>
          <p:spPr>
            <a:xfrm>
              <a:off x="22265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0" name="타원 15099">
              <a:extLst>
                <a:ext uri="{FF2B5EF4-FFF2-40B4-BE49-F238E27FC236}">
                  <a16:creationId xmlns:a16="http://schemas.microsoft.com/office/drawing/2014/main" id="{07926274-D074-4DFE-91E9-75C9A17D0D40}"/>
                </a:ext>
              </a:extLst>
            </p:cNvPr>
            <p:cNvSpPr/>
            <p:nvPr/>
          </p:nvSpPr>
          <p:spPr>
            <a:xfrm>
              <a:off x="23789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1" name="타원 15100">
              <a:extLst>
                <a:ext uri="{FF2B5EF4-FFF2-40B4-BE49-F238E27FC236}">
                  <a16:creationId xmlns:a16="http://schemas.microsoft.com/office/drawing/2014/main" id="{F05FD637-5CAE-47C6-9B8A-4DE98B5541A7}"/>
                </a:ext>
              </a:extLst>
            </p:cNvPr>
            <p:cNvSpPr/>
            <p:nvPr/>
          </p:nvSpPr>
          <p:spPr>
            <a:xfrm>
              <a:off x="2531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2" name="타원 15101">
              <a:extLst>
                <a:ext uri="{FF2B5EF4-FFF2-40B4-BE49-F238E27FC236}">
                  <a16:creationId xmlns:a16="http://schemas.microsoft.com/office/drawing/2014/main" id="{AE750226-50A6-41F9-91D0-79E739ACA63C}"/>
                </a:ext>
              </a:extLst>
            </p:cNvPr>
            <p:cNvSpPr/>
            <p:nvPr/>
          </p:nvSpPr>
          <p:spPr>
            <a:xfrm>
              <a:off x="2683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3" name="타원 15102">
              <a:extLst>
                <a:ext uri="{FF2B5EF4-FFF2-40B4-BE49-F238E27FC236}">
                  <a16:creationId xmlns:a16="http://schemas.microsoft.com/office/drawing/2014/main" id="{2848C8CC-7261-45A0-BFC4-FD166E87E611}"/>
                </a:ext>
              </a:extLst>
            </p:cNvPr>
            <p:cNvSpPr/>
            <p:nvPr/>
          </p:nvSpPr>
          <p:spPr>
            <a:xfrm>
              <a:off x="28361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4" name="타원 15103">
              <a:extLst>
                <a:ext uri="{FF2B5EF4-FFF2-40B4-BE49-F238E27FC236}">
                  <a16:creationId xmlns:a16="http://schemas.microsoft.com/office/drawing/2014/main" id="{DB7D0F6B-52D3-4E51-B087-ACC44A35CC9A}"/>
                </a:ext>
              </a:extLst>
            </p:cNvPr>
            <p:cNvSpPr/>
            <p:nvPr/>
          </p:nvSpPr>
          <p:spPr>
            <a:xfrm>
              <a:off x="29885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5" name="타원 15104">
              <a:extLst>
                <a:ext uri="{FF2B5EF4-FFF2-40B4-BE49-F238E27FC236}">
                  <a16:creationId xmlns:a16="http://schemas.microsoft.com/office/drawing/2014/main" id="{3DD5EB64-6A33-426F-9044-38FFC0453526}"/>
                </a:ext>
              </a:extLst>
            </p:cNvPr>
            <p:cNvSpPr/>
            <p:nvPr/>
          </p:nvSpPr>
          <p:spPr>
            <a:xfrm>
              <a:off x="31409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6" name="타원 15105">
              <a:extLst>
                <a:ext uri="{FF2B5EF4-FFF2-40B4-BE49-F238E27FC236}">
                  <a16:creationId xmlns:a16="http://schemas.microsoft.com/office/drawing/2014/main" id="{28E8B100-9057-4FA2-A41E-D38D6AE88BAD}"/>
                </a:ext>
              </a:extLst>
            </p:cNvPr>
            <p:cNvSpPr/>
            <p:nvPr/>
          </p:nvSpPr>
          <p:spPr>
            <a:xfrm>
              <a:off x="3293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7" name="타원 15106">
              <a:extLst>
                <a:ext uri="{FF2B5EF4-FFF2-40B4-BE49-F238E27FC236}">
                  <a16:creationId xmlns:a16="http://schemas.microsoft.com/office/drawing/2014/main" id="{D5FF26BD-6193-41F4-9657-853BD3D15C41}"/>
                </a:ext>
              </a:extLst>
            </p:cNvPr>
            <p:cNvSpPr/>
            <p:nvPr/>
          </p:nvSpPr>
          <p:spPr>
            <a:xfrm>
              <a:off x="3445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8" name="타원 15107">
              <a:extLst>
                <a:ext uri="{FF2B5EF4-FFF2-40B4-BE49-F238E27FC236}">
                  <a16:creationId xmlns:a16="http://schemas.microsoft.com/office/drawing/2014/main" id="{EF8E9588-7BA1-4418-A51E-E031658D308C}"/>
                </a:ext>
              </a:extLst>
            </p:cNvPr>
            <p:cNvSpPr/>
            <p:nvPr/>
          </p:nvSpPr>
          <p:spPr>
            <a:xfrm>
              <a:off x="35981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9" name="타원 15108">
              <a:extLst>
                <a:ext uri="{FF2B5EF4-FFF2-40B4-BE49-F238E27FC236}">
                  <a16:creationId xmlns:a16="http://schemas.microsoft.com/office/drawing/2014/main" id="{4833AC58-2F5D-487F-B1EF-D31636847DE2}"/>
                </a:ext>
              </a:extLst>
            </p:cNvPr>
            <p:cNvSpPr/>
            <p:nvPr/>
          </p:nvSpPr>
          <p:spPr>
            <a:xfrm>
              <a:off x="37505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0" name="타원 15109">
              <a:extLst>
                <a:ext uri="{FF2B5EF4-FFF2-40B4-BE49-F238E27FC236}">
                  <a16:creationId xmlns:a16="http://schemas.microsoft.com/office/drawing/2014/main" id="{AC7CDC4C-EEEE-48F1-AD62-BB089EDC1B72}"/>
                </a:ext>
              </a:extLst>
            </p:cNvPr>
            <p:cNvSpPr/>
            <p:nvPr/>
          </p:nvSpPr>
          <p:spPr>
            <a:xfrm>
              <a:off x="39029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1" name="타원 15110">
              <a:extLst>
                <a:ext uri="{FF2B5EF4-FFF2-40B4-BE49-F238E27FC236}">
                  <a16:creationId xmlns:a16="http://schemas.microsoft.com/office/drawing/2014/main" id="{E4117073-9C30-476E-9AA1-68B9DDFC5A4F}"/>
                </a:ext>
              </a:extLst>
            </p:cNvPr>
            <p:cNvSpPr/>
            <p:nvPr/>
          </p:nvSpPr>
          <p:spPr>
            <a:xfrm>
              <a:off x="4055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2" name="타원 15111">
              <a:extLst>
                <a:ext uri="{FF2B5EF4-FFF2-40B4-BE49-F238E27FC236}">
                  <a16:creationId xmlns:a16="http://schemas.microsoft.com/office/drawing/2014/main" id="{9D862EE7-8B39-4639-B3A5-9797742643DE}"/>
                </a:ext>
              </a:extLst>
            </p:cNvPr>
            <p:cNvSpPr/>
            <p:nvPr/>
          </p:nvSpPr>
          <p:spPr>
            <a:xfrm>
              <a:off x="4207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3" name="타원 15112">
              <a:extLst>
                <a:ext uri="{FF2B5EF4-FFF2-40B4-BE49-F238E27FC236}">
                  <a16:creationId xmlns:a16="http://schemas.microsoft.com/office/drawing/2014/main" id="{6A124915-C96B-4E7E-A9E0-D34FBE86A471}"/>
                </a:ext>
              </a:extLst>
            </p:cNvPr>
            <p:cNvSpPr/>
            <p:nvPr/>
          </p:nvSpPr>
          <p:spPr>
            <a:xfrm>
              <a:off x="43601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4" name="타원 15113">
              <a:extLst>
                <a:ext uri="{FF2B5EF4-FFF2-40B4-BE49-F238E27FC236}">
                  <a16:creationId xmlns:a16="http://schemas.microsoft.com/office/drawing/2014/main" id="{AA43BD04-28C2-4AE8-93B1-C1CB8DF8C78B}"/>
                </a:ext>
              </a:extLst>
            </p:cNvPr>
            <p:cNvSpPr/>
            <p:nvPr/>
          </p:nvSpPr>
          <p:spPr>
            <a:xfrm>
              <a:off x="45125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5" name="타원 15114">
              <a:extLst>
                <a:ext uri="{FF2B5EF4-FFF2-40B4-BE49-F238E27FC236}">
                  <a16:creationId xmlns:a16="http://schemas.microsoft.com/office/drawing/2014/main" id="{1419532C-AF62-438F-B338-83EDAD027F53}"/>
                </a:ext>
              </a:extLst>
            </p:cNvPr>
            <p:cNvSpPr/>
            <p:nvPr/>
          </p:nvSpPr>
          <p:spPr>
            <a:xfrm>
              <a:off x="46649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6" name="타원 15115">
              <a:extLst>
                <a:ext uri="{FF2B5EF4-FFF2-40B4-BE49-F238E27FC236}">
                  <a16:creationId xmlns:a16="http://schemas.microsoft.com/office/drawing/2014/main" id="{D40628B2-F9A9-4CB3-8067-9B69991DBF89}"/>
                </a:ext>
              </a:extLst>
            </p:cNvPr>
            <p:cNvSpPr/>
            <p:nvPr/>
          </p:nvSpPr>
          <p:spPr>
            <a:xfrm>
              <a:off x="4817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7" name="타원 15116">
              <a:extLst>
                <a:ext uri="{FF2B5EF4-FFF2-40B4-BE49-F238E27FC236}">
                  <a16:creationId xmlns:a16="http://schemas.microsoft.com/office/drawing/2014/main" id="{369A3F82-58C6-4DD3-B570-13A8902A03CD}"/>
                </a:ext>
              </a:extLst>
            </p:cNvPr>
            <p:cNvSpPr/>
            <p:nvPr/>
          </p:nvSpPr>
          <p:spPr>
            <a:xfrm>
              <a:off x="4969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8" name="타원 15117">
              <a:extLst>
                <a:ext uri="{FF2B5EF4-FFF2-40B4-BE49-F238E27FC236}">
                  <a16:creationId xmlns:a16="http://schemas.microsoft.com/office/drawing/2014/main" id="{AB26FE30-1227-4BD9-A1BE-438C8727D42E}"/>
                </a:ext>
              </a:extLst>
            </p:cNvPr>
            <p:cNvSpPr/>
            <p:nvPr/>
          </p:nvSpPr>
          <p:spPr>
            <a:xfrm>
              <a:off x="51221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9" name="타원 15118">
              <a:extLst>
                <a:ext uri="{FF2B5EF4-FFF2-40B4-BE49-F238E27FC236}">
                  <a16:creationId xmlns:a16="http://schemas.microsoft.com/office/drawing/2014/main" id="{D5DE04E4-AD76-450B-B914-CC8D6CF87E4F}"/>
                </a:ext>
              </a:extLst>
            </p:cNvPr>
            <p:cNvSpPr/>
            <p:nvPr/>
          </p:nvSpPr>
          <p:spPr>
            <a:xfrm>
              <a:off x="52745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0" name="타원 15119">
              <a:extLst>
                <a:ext uri="{FF2B5EF4-FFF2-40B4-BE49-F238E27FC236}">
                  <a16:creationId xmlns:a16="http://schemas.microsoft.com/office/drawing/2014/main" id="{EE37BBAB-AE27-4AB0-ADFE-5C4FA5A2EE67}"/>
                </a:ext>
              </a:extLst>
            </p:cNvPr>
            <p:cNvSpPr/>
            <p:nvPr/>
          </p:nvSpPr>
          <p:spPr>
            <a:xfrm>
              <a:off x="54269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1" name="타원 15120">
              <a:extLst>
                <a:ext uri="{FF2B5EF4-FFF2-40B4-BE49-F238E27FC236}">
                  <a16:creationId xmlns:a16="http://schemas.microsoft.com/office/drawing/2014/main" id="{6F123F70-3875-4580-A707-56ECBB69C561}"/>
                </a:ext>
              </a:extLst>
            </p:cNvPr>
            <p:cNvSpPr/>
            <p:nvPr/>
          </p:nvSpPr>
          <p:spPr>
            <a:xfrm>
              <a:off x="55793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2" name="타원 15121">
              <a:extLst>
                <a:ext uri="{FF2B5EF4-FFF2-40B4-BE49-F238E27FC236}">
                  <a16:creationId xmlns:a16="http://schemas.microsoft.com/office/drawing/2014/main" id="{8E767BDB-8F5F-47FA-B507-6F1A86660E46}"/>
                </a:ext>
              </a:extLst>
            </p:cNvPr>
            <p:cNvSpPr/>
            <p:nvPr/>
          </p:nvSpPr>
          <p:spPr>
            <a:xfrm>
              <a:off x="5731775" y="5788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3" name="타원 15122">
              <a:extLst>
                <a:ext uri="{FF2B5EF4-FFF2-40B4-BE49-F238E27FC236}">
                  <a16:creationId xmlns:a16="http://schemas.microsoft.com/office/drawing/2014/main" id="{EFC834B3-AEA5-4533-9C63-23706D616B7F}"/>
                </a:ext>
              </a:extLst>
            </p:cNvPr>
            <p:cNvSpPr/>
            <p:nvPr/>
          </p:nvSpPr>
          <p:spPr>
            <a:xfrm>
              <a:off x="245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4" name="타원 15123">
              <a:extLst>
                <a:ext uri="{FF2B5EF4-FFF2-40B4-BE49-F238E27FC236}">
                  <a16:creationId xmlns:a16="http://schemas.microsoft.com/office/drawing/2014/main" id="{186A0EF5-11E5-422C-B822-F973B14729FE}"/>
                </a:ext>
              </a:extLst>
            </p:cNvPr>
            <p:cNvSpPr/>
            <p:nvPr/>
          </p:nvSpPr>
          <p:spPr>
            <a:xfrm>
              <a:off x="397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5" name="타원 15124">
              <a:extLst>
                <a:ext uri="{FF2B5EF4-FFF2-40B4-BE49-F238E27FC236}">
                  <a16:creationId xmlns:a16="http://schemas.microsoft.com/office/drawing/2014/main" id="{E8B193EF-41EA-4333-BF30-2804A6FED3D9}"/>
                </a:ext>
              </a:extLst>
            </p:cNvPr>
            <p:cNvSpPr/>
            <p:nvPr/>
          </p:nvSpPr>
          <p:spPr>
            <a:xfrm>
              <a:off x="5501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6" name="타원 15125">
              <a:extLst>
                <a:ext uri="{FF2B5EF4-FFF2-40B4-BE49-F238E27FC236}">
                  <a16:creationId xmlns:a16="http://schemas.microsoft.com/office/drawing/2014/main" id="{75F93DF5-1AC8-46CE-A008-49B353385FEE}"/>
                </a:ext>
              </a:extLst>
            </p:cNvPr>
            <p:cNvSpPr/>
            <p:nvPr/>
          </p:nvSpPr>
          <p:spPr>
            <a:xfrm>
              <a:off x="7025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7" name="타원 15126">
              <a:extLst>
                <a:ext uri="{FF2B5EF4-FFF2-40B4-BE49-F238E27FC236}">
                  <a16:creationId xmlns:a16="http://schemas.microsoft.com/office/drawing/2014/main" id="{6F59FF48-BEAF-46A2-BDE6-3A70A237131E}"/>
                </a:ext>
              </a:extLst>
            </p:cNvPr>
            <p:cNvSpPr/>
            <p:nvPr/>
          </p:nvSpPr>
          <p:spPr>
            <a:xfrm>
              <a:off x="8549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8" name="타원 15127">
              <a:extLst>
                <a:ext uri="{FF2B5EF4-FFF2-40B4-BE49-F238E27FC236}">
                  <a16:creationId xmlns:a16="http://schemas.microsoft.com/office/drawing/2014/main" id="{6AEB2254-9F5A-419E-963A-953E6B7FD565}"/>
                </a:ext>
              </a:extLst>
            </p:cNvPr>
            <p:cNvSpPr/>
            <p:nvPr/>
          </p:nvSpPr>
          <p:spPr>
            <a:xfrm>
              <a:off x="1007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29" name="타원 15128">
              <a:extLst>
                <a:ext uri="{FF2B5EF4-FFF2-40B4-BE49-F238E27FC236}">
                  <a16:creationId xmlns:a16="http://schemas.microsoft.com/office/drawing/2014/main" id="{667192E9-6596-4FCE-89F6-DF1DD0B8108F}"/>
                </a:ext>
              </a:extLst>
            </p:cNvPr>
            <p:cNvSpPr/>
            <p:nvPr/>
          </p:nvSpPr>
          <p:spPr>
            <a:xfrm>
              <a:off x="1159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0" name="타원 15129">
              <a:extLst>
                <a:ext uri="{FF2B5EF4-FFF2-40B4-BE49-F238E27FC236}">
                  <a16:creationId xmlns:a16="http://schemas.microsoft.com/office/drawing/2014/main" id="{DB7C2FAB-490D-4910-AD33-DE37A70C5D47}"/>
                </a:ext>
              </a:extLst>
            </p:cNvPr>
            <p:cNvSpPr/>
            <p:nvPr/>
          </p:nvSpPr>
          <p:spPr>
            <a:xfrm>
              <a:off x="13121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1" name="타원 15130">
              <a:extLst>
                <a:ext uri="{FF2B5EF4-FFF2-40B4-BE49-F238E27FC236}">
                  <a16:creationId xmlns:a16="http://schemas.microsoft.com/office/drawing/2014/main" id="{841BFF29-EF6B-4C65-AD91-BC53E6C6EAF1}"/>
                </a:ext>
              </a:extLst>
            </p:cNvPr>
            <p:cNvSpPr/>
            <p:nvPr/>
          </p:nvSpPr>
          <p:spPr>
            <a:xfrm>
              <a:off x="14645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2" name="타원 15131">
              <a:extLst>
                <a:ext uri="{FF2B5EF4-FFF2-40B4-BE49-F238E27FC236}">
                  <a16:creationId xmlns:a16="http://schemas.microsoft.com/office/drawing/2014/main" id="{25A855B8-A806-4706-8DF6-0278D5917E2B}"/>
                </a:ext>
              </a:extLst>
            </p:cNvPr>
            <p:cNvSpPr/>
            <p:nvPr/>
          </p:nvSpPr>
          <p:spPr>
            <a:xfrm>
              <a:off x="16169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3" name="타원 15132">
              <a:extLst>
                <a:ext uri="{FF2B5EF4-FFF2-40B4-BE49-F238E27FC236}">
                  <a16:creationId xmlns:a16="http://schemas.microsoft.com/office/drawing/2014/main" id="{EF44545E-547F-4901-A5D5-DFF508FF519C}"/>
                </a:ext>
              </a:extLst>
            </p:cNvPr>
            <p:cNvSpPr/>
            <p:nvPr/>
          </p:nvSpPr>
          <p:spPr>
            <a:xfrm>
              <a:off x="1769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4" name="타원 15133">
              <a:extLst>
                <a:ext uri="{FF2B5EF4-FFF2-40B4-BE49-F238E27FC236}">
                  <a16:creationId xmlns:a16="http://schemas.microsoft.com/office/drawing/2014/main" id="{F3F3BCD7-A969-48F7-A64C-F56FBE8FA46E}"/>
                </a:ext>
              </a:extLst>
            </p:cNvPr>
            <p:cNvSpPr/>
            <p:nvPr/>
          </p:nvSpPr>
          <p:spPr>
            <a:xfrm>
              <a:off x="1921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5" name="타원 15134">
              <a:extLst>
                <a:ext uri="{FF2B5EF4-FFF2-40B4-BE49-F238E27FC236}">
                  <a16:creationId xmlns:a16="http://schemas.microsoft.com/office/drawing/2014/main" id="{8B03108A-7C60-405A-97C9-665F56B15E23}"/>
                </a:ext>
              </a:extLst>
            </p:cNvPr>
            <p:cNvSpPr/>
            <p:nvPr/>
          </p:nvSpPr>
          <p:spPr>
            <a:xfrm>
              <a:off x="20741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6" name="타원 15135">
              <a:extLst>
                <a:ext uri="{FF2B5EF4-FFF2-40B4-BE49-F238E27FC236}">
                  <a16:creationId xmlns:a16="http://schemas.microsoft.com/office/drawing/2014/main" id="{455188DE-B0EC-4D8D-84AD-DB19E584611C}"/>
                </a:ext>
              </a:extLst>
            </p:cNvPr>
            <p:cNvSpPr/>
            <p:nvPr/>
          </p:nvSpPr>
          <p:spPr>
            <a:xfrm>
              <a:off x="22265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7" name="타원 15136">
              <a:extLst>
                <a:ext uri="{FF2B5EF4-FFF2-40B4-BE49-F238E27FC236}">
                  <a16:creationId xmlns:a16="http://schemas.microsoft.com/office/drawing/2014/main" id="{3E6BAB40-AFA5-4947-B10A-8A69859802EF}"/>
                </a:ext>
              </a:extLst>
            </p:cNvPr>
            <p:cNvSpPr/>
            <p:nvPr/>
          </p:nvSpPr>
          <p:spPr>
            <a:xfrm>
              <a:off x="23789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8" name="타원 15137">
              <a:extLst>
                <a:ext uri="{FF2B5EF4-FFF2-40B4-BE49-F238E27FC236}">
                  <a16:creationId xmlns:a16="http://schemas.microsoft.com/office/drawing/2014/main" id="{C3D3F2ED-48EB-4AA6-BCBB-EE8F56ECF3E2}"/>
                </a:ext>
              </a:extLst>
            </p:cNvPr>
            <p:cNvSpPr/>
            <p:nvPr/>
          </p:nvSpPr>
          <p:spPr>
            <a:xfrm>
              <a:off x="2531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39" name="타원 15138">
              <a:extLst>
                <a:ext uri="{FF2B5EF4-FFF2-40B4-BE49-F238E27FC236}">
                  <a16:creationId xmlns:a16="http://schemas.microsoft.com/office/drawing/2014/main" id="{DC877C49-CE50-4882-9C8F-EECA764CE2D3}"/>
                </a:ext>
              </a:extLst>
            </p:cNvPr>
            <p:cNvSpPr/>
            <p:nvPr/>
          </p:nvSpPr>
          <p:spPr>
            <a:xfrm>
              <a:off x="2683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0" name="타원 15139">
              <a:extLst>
                <a:ext uri="{FF2B5EF4-FFF2-40B4-BE49-F238E27FC236}">
                  <a16:creationId xmlns:a16="http://schemas.microsoft.com/office/drawing/2014/main" id="{B9EA396F-876D-4D2E-BF3A-726E8DEC1CA4}"/>
                </a:ext>
              </a:extLst>
            </p:cNvPr>
            <p:cNvSpPr/>
            <p:nvPr/>
          </p:nvSpPr>
          <p:spPr>
            <a:xfrm>
              <a:off x="28361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1" name="타원 15140">
              <a:extLst>
                <a:ext uri="{FF2B5EF4-FFF2-40B4-BE49-F238E27FC236}">
                  <a16:creationId xmlns:a16="http://schemas.microsoft.com/office/drawing/2014/main" id="{346D905C-FBF6-4816-9DEF-4E9F8501FDE4}"/>
                </a:ext>
              </a:extLst>
            </p:cNvPr>
            <p:cNvSpPr/>
            <p:nvPr/>
          </p:nvSpPr>
          <p:spPr>
            <a:xfrm>
              <a:off x="29885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2" name="타원 15141">
              <a:extLst>
                <a:ext uri="{FF2B5EF4-FFF2-40B4-BE49-F238E27FC236}">
                  <a16:creationId xmlns:a16="http://schemas.microsoft.com/office/drawing/2014/main" id="{38BEE802-15D2-4920-B058-20E0F1E041EE}"/>
                </a:ext>
              </a:extLst>
            </p:cNvPr>
            <p:cNvSpPr/>
            <p:nvPr/>
          </p:nvSpPr>
          <p:spPr>
            <a:xfrm>
              <a:off x="31409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3" name="타원 15142">
              <a:extLst>
                <a:ext uri="{FF2B5EF4-FFF2-40B4-BE49-F238E27FC236}">
                  <a16:creationId xmlns:a16="http://schemas.microsoft.com/office/drawing/2014/main" id="{8556EB2A-A275-43C4-A98A-C944045FF206}"/>
                </a:ext>
              </a:extLst>
            </p:cNvPr>
            <p:cNvSpPr/>
            <p:nvPr/>
          </p:nvSpPr>
          <p:spPr>
            <a:xfrm>
              <a:off x="3293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4" name="타원 15143">
              <a:extLst>
                <a:ext uri="{FF2B5EF4-FFF2-40B4-BE49-F238E27FC236}">
                  <a16:creationId xmlns:a16="http://schemas.microsoft.com/office/drawing/2014/main" id="{6D11D1AA-A6DF-4645-B1FA-B64E8C4BF4B1}"/>
                </a:ext>
              </a:extLst>
            </p:cNvPr>
            <p:cNvSpPr/>
            <p:nvPr/>
          </p:nvSpPr>
          <p:spPr>
            <a:xfrm>
              <a:off x="3445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5" name="타원 15144">
              <a:extLst>
                <a:ext uri="{FF2B5EF4-FFF2-40B4-BE49-F238E27FC236}">
                  <a16:creationId xmlns:a16="http://schemas.microsoft.com/office/drawing/2014/main" id="{DA9242E6-C96B-471C-B12C-161A06667F75}"/>
                </a:ext>
              </a:extLst>
            </p:cNvPr>
            <p:cNvSpPr/>
            <p:nvPr/>
          </p:nvSpPr>
          <p:spPr>
            <a:xfrm>
              <a:off x="35981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6" name="타원 15145">
              <a:extLst>
                <a:ext uri="{FF2B5EF4-FFF2-40B4-BE49-F238E27FC236}">
                  <a16:creationId xmlns:a16="http://schemas.microsoft.com/office/drawing/2014/main" id="{54C01939-2D9A-4406-8003-A022AEDE88CF}"/>
                </a:ext>
              </a:extLst>
            </p:cNvPr>
            <p:cNvSpPr/>
            <p:nvPr/>
          </p:nvSpPr>
          <p:spPr>
            <a:xfrm>
              <a:off x="37505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7" name="타원 15146">
              <a:extLst>
                <a:ext uri="{FF2B5EF4-FFF2-40B4-BE49-F238E27FC236}">
                  <a16:creationId xmlns:a16="http://schemas.microsoft.com/office/drawing/2014/main" id="{3C86FAE3-60D6-464C-96B6-65D5531F36C3}"/>
                </a:ext>
              </a:extLst>
            </p:cNvPr>
            <p:cNvSpPr/>
            <p:nvPr/>
          </p:nvSpPr>
          <p:spPr>
            <a:xfrm>
              <a:off x="39029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8" name="타원 15147">
              <a:extLst>
                <a:ext uri="{FF2B5EF4-FFF2-40B4-BE49-F238E27FC236}">
                  <a16:creationId xmlns:a16="http://schemas.microsoft.com/office/drawing/2014/main" id="{2787A777-C21D-498D-8F7C-E888E1618D42}"/>
                </a:ext>
              </a:extLst>
            </p:cNvPr>
            <p:cNvSpPr/>
            <p:nvPr/>
          </p:nvSpPr>
          <p:spPr>
            <a:xfrm>
              <a:off x="4055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49" name="타원 15148">
              <a:extLst>
                <a:ext uri="{FF2B5EF4-FFF2-40B4-BE49-F238E27FC236}">
                  <a16:creationId xmlns:a16="http://schemas.microsoft.com/office/drawing/2014/main" id="{EDB9F7B4-008E-476B-8101-F84ED6E78175}"/>
                </a:ext>
              </a:extLst>
            </p:cNvPr>
            <p:cNvSpPr/>
            <p:nvPr/>
          </p:nvSpPr>
          <p:spPr>
            <a:xfrm>
              <a:off x="4207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0" name="타원 15149">
              <a:extLst>
                <a:ext uri="{FF2B5EF4-FFF2-40B4-BE49-F238E27FC236}">
                  <a16:creationId xmlns:a16="http://schemas.microsoft.com/office/drawing/2014/main" id="{BD13FE57-F747-4CB9-8311-DE394A6F30F3}"/>
                </a:ext>
              </a:extLst>
            </p:cNvPr>
            <p:cNvSpPr/>
            <p:nvPr/>
          </p:nvSpPr>
          <p:spPr>
            <a:xfrm>
              <a:off x="43601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1" name="타원 15150">
              <a:extLst>
                <a:ext uri="{FF2B5EF4-FFF2-40B4-BE49-F238E27FC236}">
                  <a16:creationId xmlns:a16="http://schemas.microsoft.com/office/drawing/2014/main" id="{522CEB8A-C982-4093-9309-28077A04957B}"/>
                </a:ext>
              </a:extLst>
            </p:cNvPr>
            <p:cNvSpPr/>
            <p:nvPr/>
          </p:nvSpPr>
          <p:spPr>
            <a:xfrm>
              <a:off x="45125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2" name="타원 15151">
              <a:extLst>
                <a:ext uri="{FF2B5EF4-FFF2-40B4-BE49-F238E27FC236}">
                  <a16:creationId xmlns:a16="http://schemas.microsoft.com/office/drawing/2014/main" id="{928F4818-3A15-4FB1-81CE-2606BD686788}"/>
                </a:ext>
              </a:extLst>
            </p:cNvPr>
            <p:cNvSpPr/>
            <p:nvPr/>
          </p:nvSpPr>
          <p:spPr>
            <a:xfrm>
              <a:off x="46649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3" name="타원 15152">
              <a:extLst>
                <a:ext uri="{FF2B5EF4-FFF2-40B4-BE49-F238E27FC236}">
                  <a16:creationId xmlns:a16="http://schemas.microsoft.com/office/drawing/2014/main" id="{B5989D89-AE2A-433F-A06E-DA03A03F1F07}"/>
                </a:ext>
              </a:extLst>
            </p:cNvPr>
            <p:cNvSpPr/>
            <p:nvPr/>
          </p:nvSpPr>
          <p:spPr>
            <a:xfrm>
              <a:off x="4817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4" name="타원 15153">
              <a:extLst>
                <a:ext uri="{FF2B5EF4-FFF2-40B4-BE49-F238E27FC236}">
                  <a16:creationId xmlns:a16="http://schemas.microsoft.com/office/drawing/2014/main" id="{81B49C91-14C3-45B0-88E5-3C982193610D}"/>
                </a:ext>
              </a:extLst>
            </p:cNvPr>
            <p:cNvSpPr/>
            <p:nvPr/>
          </p:nvSpPr>
          <p:spPr>
            <a:xfrm>
              <a:off x="4969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5" name="타원 15154">
              <a:extLst>
                <a:ext uri="{FF2B5EF4-FFF2-40B4-BE49-F238E27FC236}">
                  <a16:creationId xmlns:a16="http://schemas.microsoft.com/office/drawing/2014/main" id="{FB0B9FF6-C561-4FE4-8350-2501984C3C8D}"/>
                </a:ext>
              </a:extLst>
            </p:cNvPr>
            <p:cNvSpPr/>
            <p:nvPr/>
          </p:nvSpPr>
          <p:spPr>
            <a:xfrm>
              <a:off x="51221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6" name="타원 15155">
              <a:extLst>
                <a:ext uri="{FF2B5EF4-FFF2-40B4-BE49-F238E27FC236}">
                  <a16:creationId xmlns:a16="http://schemas.microsoft.com/office/drawing/2014/main" id="{9E2157F9-7E42-4F34-AC0A-B48C7A1AFD02}"/>
                </a:ext>
              </a:extLst>
            </p:cNvPr>
            <p:cNvSpPr/>
            <p:nvPr/>
          </p:nvSpPr>
          <p:spPr>
            <a:xfrm>
              <a:off x="52745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7" name="타원 15156">
              <a:extLst>
                <a:ext uri="{FF2B5EF4-FFF2-40B4-BE49-F238E27FC236}">
                  <a16:creationId xmlns:a16="http://schemas.microsoft.com/office/drawing/2014/main" id="{DB91661F-45EB-4729-80BE-D9A3CFB131E3}"/>
                </a:ext>
              </a:extLst>
            </p:cNvPr>
            <p:cNvSpPr/>
            <p:nvPr/>
          </p:nvSpPr>
          <p:spPr>
            <a:xfrm>
              <a:off x="54269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8" name="타원 15157">
              <a:extLst>
                <a:ext uri="{FF2B5EF4-FFF2-40B4-BE49-F238E27FC236}">
                  <a16:creationId xmlns:a16="http://schemas.microsoft.com/office/drawing/2014/main" id="{37E3820B-9ACC-455A-8C03-85345E3EC7DE}"/>
                </a:ext>
              </a:extLst>
            </p:cNvPr>
            <p:cNvSpPr/>
            <p:nvPr/>
          </p:nvSpPr>
          <p:spPr>
            <a:xfrm>
              <a:off x="55793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59" name="타원 15158">
              <a:extLst>
                <a:ext uri="{FF2B5EF4-FFF2-40B4-BE49-F238E27FC236}">
                  <a16:creationId xmlns:a16="http://schemas.microsoft.com/office/drawing/2014/main" id="{5CFE5FBB-C701-4262-B405-3CD9E5D290AE}"/>
                </a:ext>
              </a:extLst>
            </p:cNvPr>
            <p:cNvSpPr/>
            <p:nvPr/>
          </p:nvSpPr>
          <p:spPr>
            <a:xfrm>
              <a:off x="5731775" y="5941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0" name="타원 15159">
              <a:extLst>
                <a:ext uri="{FF2B5EF4-FFF2-40B4-BE49-F238E27FC236}">
                  <a16:creationId xmlns:a16="http://schemas.microsoft.com/office/drawing/2014/main" id="{12375D52-B792-4974-83E6-C396DDAAA6AA}"/>
                </a:ext>
              </a:extLst>
            </p:cNvPr>
            <p:cNvSpPr/>
            <p:nvPr/>
          </p:nvSpPr>
          <p:spPr>
            <a:xfrm>
              <a:off x="245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1" name="타원 15160">
              <a:extLst>
                <a:ext uri="{FF2B5EF4-FFF2-40B4-BE49-F238E27FC236}">
                  <a16:creationId xmlns:a16="http://schemas.microsoft.com/office/drawing/2014/main" id="{4E152268-7B92-4776-A5F0-80D72EAAC84F}"/>
                </a:ext>
              </a:extLst>
            </p:cNvPr>
            <p:cNvSpPr/>
            <p:nvPr/>
          </p:nvSpPr>
          <p:spPr>
            <a:xfrm>
              <a:off x="397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2" name="타원 15161">
              <a:extLst>
                <a:ext uri="{FF2B5EF4-FFF2-40B4-BE49-F238E27FC236}">
                  <a16:creationId xmlns:a16="http://schemas.microsoft.com/office/drawing/2014/main" id="{8D982DC8-3D80-4591-97B3-EA93F9ECD120}"/>
                </a:ext>
              </a:extLst>
            </p:cNvPr>
            <p:cNvSpPr/>
            <p:nvPr/>
          </p:nvSpPr>
          <p:spPr>
            <a:xfrm>
              <a:off x="5501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3" name="타원 15162">
              <a:extLst>
                <a:ext uri="{FF2B5EF4-FFF2-40B4-BE49-F238E27FC236}">
                  <a16:creationId xmlns:a16="http://schemas.microsoft.com/office/drawing/2014/main" id="{900E953E-A2A9-4F7E-B00E-5505ED742F8B}"/>
                </a:ext>
              </a:extLst>
            </p:cNvPr>
            <p:cNvSpPr/>
            <p:nvPr/>
          </p:nvSpPr>
          <p:spPr>
            <a:xfrm>
              <a:off x="7025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4" name="타원 15163">
              <a:extLst>
                <a:ext uri="{FF2B5EF4-FFF2-40B4-BE49-F238E27FC236}">
                  <a16:creationId xmlns:a16="http://schemas.microsoft.com/office/drawing/2014/main" id="{BECD5A77-DD1E-45B7-9721-7DA0C9854ED8}"/>
                </a:ext>
              </a:extLst>
            </p:cNvPr>
            <p:cNvSpPr/>
            <p:nvPr/>
          </p:nvSpPr>
          <p:spPr>
            <a:xfrm>
              <a:off x="8549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5" name="타원 15164">
              <a:extLst>
                <a:ext uri="{FF2B5EF4-FFF2-40B4-BE49-F238E27FC236}">
                  <a16:creationId xmlns:a16="http://schemas.microsoft.com/office/drawing/2014/main" id="{3B738397-A138-4BDC-B20E-F80D52F3626E}"/>
                </a:ext>
              </a:extLst>
            </p:cNvPr>
            <p:cNvSpPr/>
            <p:nvPr/>
          </p:nvSpPr>
          <p:spPr>
            <a:xfrm>
              <a:off x="1007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6" name="타원 15165">
              <a:extLst>
                <a:ext uri="{FF2B5EF4-FFF2-40B4-BE49-F238E27FC236}">
                  <a16:creationId xmlns:a16="http://schemas.microsoft.com/office/drawing/2014/main" id="{1155B88D-15A1-49B8-8E90-C45BBC74D631}"/>
                </a:ext>
              </a:extLst>
            </p:cNvPr>
            <p:cNvSpPr/>
            <p:nvPr/>
          </p:nvSpPr>
          <p:spPr>
            <a:xfrm>
              <a:off x="1159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7" name="타원 15166">
              <a:extLst>
                <a:ext uri="{FF2B5EF4-FFF2-40B4-BE49-F238E27FC236}">
                  <a16:creationId xmlns:a16="http://schemas.microsoft.com/office/drawing/2014/main" id="{29D5BC7B-F07B-4D32-8BEE-0773A1279BC6}"/>
                </a:ext>
              </a:extLst>
            </p:cNvPr>
            <p:cNvSpPr/>
            <p:nvPr/>
          </p:nvSpPr>
          <p:spPr>
            <a:xfrm>
              <a:off x="13121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8" name="타원 15167">
              <a:extLst>
                <a:ext uri="{FF2B5EF4-FFF2-40B4-BE49-F238E27FC236}">
                  <a16:creationId xmlns:a16="http://schemas.microsoft.com/office/drawing/2014/main" id="{87ED821C-CD06-45D6-B076-27E3EED52A7E}"/>
                </a:ext>
              </a:extLst>
            </p:cNvPr>
            <p:cNvSpPr/>
            <p:nvPr/>
          </p:nvSpPr>
          <p:spPr>
            <a:xfrm>
              <a:off x="14645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69" name="타원 15168">
              <a:extLst>
                <a:ext uri="{FF2B5EF4-FFF2-40B4-BE49-F238E27FC236}">
                  <a16:creationId xmlns:a16="http://schemas.microsoft.com/office/drawing/2014/main" id="{DE4639BE-3FC0-42F6-A2BA-F826FCE6248E}"/>
                </a:ext>
              </a:extLst>
            </p:cNvPr>
            <p:cNvSpPr/>
            <p:nvPr/>
          </p:nvSpPr>
          <p:spPr>
            <a:xfrm>
              <a:off x="16169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0" name="타원 15169">
              <a:extLst>
                <a:ext uri="{FF2B5EF4-FFF2-40B4-BE49-F238E27FC236}">
                  <a16:creationId xmlns:a16="http://schemas.microsoft.com/office/drawing/2014/main" id="{81012832-7540-4420-B9D4-681AF9B711AF}"/>
                </a:ext>
              </a:extLst>
            </p:cNvPr>
            <p:cNvSpPr/>
            <p:nvPr/>
          </p:nvSpPr>
          <p:spPr>
            <a:xfrm>
              <a:off x="1769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1" name="타원 15170">
              <a:extLst>
                <a:ext uri="{FF2B5EF4-FFF2-40B4-BE49-F238E27FC236}">
                  <a16:creationId xmlns:a16="http://schemas.microsoft.com/office/drawing/2014/main" id="{C4953914-928A-49D9-85EA-24599BB3305F}"/>
                </a:ext>
              </a:extLst>
            </p:cNvPr>
            <p:cNvSpPr/>
            <p:nvPr/>
          </p:nvSpPr>
          <p:spPr>
            <a:xfrm>
              <a:off x="1921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2" name="타원 15171">
              <a:extLst>
                <a:ext uri="{FF2B5EF4-FFF2-40B4-BE49-F238E27FC236}">
                  <a16:creationId xmlns:a16="http://schemas.microsoft.com/office/drawing/2014/main" id="{F72E6C2E-143C-4442-980C-567B2B5E406E}"/>
                </a:ext>
              </a:extLst>
            </p:cNvPr>
            <p:cNvSpPr/>
            <p:nvPr/>
          </p:nvSpPr>
          <p:spPr>
            <a:xfrm>
              <a:off x="20741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3" name="타원 15172">
              <a:extLst>
                <a:ext uri="{FF2B5EF4-FFF2-40B4-BE49-F238E27FC236}">
                  <a16:creationId xmlns:a16="http://schemas.microsoft.com/office/drawing/2014/main" id="{FC52408D-812B-4D5D-9650-24CC0B78FE5F}"/>
                </a:ext>
              </a:extLst>
            </p:cNvPr>
            <p:cNvSpPr/>
            <p:nvPr/>
          </p:nvSpPr>
          <p:spPr>
            <a:xfrm>
              <a:off x="22265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4" name="타원 15173">
              <a:extLst>
                <a:ext uri="{FF2B5EF4-FFF2-40B4-BE49-F238E27FC236}">
                  <a16:creationId xmlns:a16="http://schemas.microsoft.com/office/drawing/2014/main" id="{9228419E-5D21-4AB2-8B3C-CE8152F6F6F8}"/>
                </a:ext>
              </a:extLst>
            </p:cNvPr>
            <p:cNvSpPr/>
            <p:nvPr/>
          </p:nvSpPr>
          <p:spPr>
            <a:xfrm>
              <a:off x="23789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5" name="타원 15174">
              <a:extLst>
                <a:ext uri="{FF2B5EF4-FFF2-40B4-BE49-F238E27FC236}">
                  <a16:creationId xmlns:a16="http://schemas.microsoft.com/office/drawing/2014/main" id="{17B51613-480C-41EA-8B7E-12A7D021BC59}"/>
                </a:ext>
              </a:extLst>
            </p:cNvPr>
            <p:cNvSpPr/>
            <p:nvPr/>
          </p:nvSpPr>
          <p:spPr>
            <a:xfrm>
              <a:off x="2531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6" name="타원 15175">
              <a:extLst>
                <a:ext uri="{FF2B5EF4-FFF2-40B4-BE49-F238E27FC236}">
                  <a16:creationId xmlns:a16="http://schemas.microsoft.com/office/drawing/2014/main" id="{4C03A795-0C94-41C4-B301-A689AE8E0DAF}"/>
                </a:ext>
              </a:extLst>
            </p:cNvPr>
            <p:cNvSpPr/>
            <p:nvPr/>
          </p:nvSpPr>
          <p:spPr>
            <a:xfrm>
              <a:off x="2683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7" name="타원 15176">
              <a:extLst>
                <a:ext uri="{FF2B5EF4-FFF2-40B4-BE49-F238E27FC236}">
                  <a16:creationId xmlns:a16="http://schemas.microsoft.com/office/drawing/2014/main" id="{EFBB0556-14ED-4DCB-8D67-A79EB3A8A6CC}"/>
                </a:ext>
              </a:extLst>
            </p:cNvPr>
            <p:cNvSpPr/>
            <p:nvPr/>
          </p:nvSpPr>
          <p:spPr>
            <a:xfrm>
              <a:off x="28361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8" name="타원 15177">
              <a:extLst>
                <a:ext uri="{FF2B5EF4-FFF2-40B4-BE49-F238E27FC236}">
                  <a16:creationId xmlns:a16="http://schemas.microsoft.com/office/drawing/2014/main" id="{D1269798-EB58-40FC-9F1A-A9C01D9078B6}"/>
                </a:ext>
              </a:extLst>
            </p:cNvPr>
            <p:cNvSpPr/>
            <p:nvPr/>
          </p:nvSpPr>
          <p:spPr>
            <a:xfrm>
              <a:off x="29885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79" name="타원 15178">
              <a:extLst>
                <a:ext uri="{FF2B5EF4-FFF2-40B4-BE49-F238E27FC236}">
                  <a16:creationId xmlns:a16="http://schemas.microsoft.com/office/drawing/2014/main" id="{9FECAFF8-9324-46EB-B92F-1F5137EB8F89}"/>
                </a:ext>
              </a:extLst>
            </p:cNvPr>
            <p:cNvSpPr/>
            <p:nvPr/>
          </p:nvSpPr>
          <p:spPr>
            <a:xfrm>
              <a:off x="31409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0" name="타원 15179">
              <a:extLst>
                <a:ext uri="{FF2B5EF4-FFF2-40B4-BE49-F238E27FC236}">
                  <a16:creationId xmlns:a16="http://schemas.microsoft.com/office/drawing/2014/main" id="{0F5E6090-9AA9-4EC4-9412-1BD76575A8BD}"/>
                </a:ext>
              </a:extLst>
            </p:cNvPr>
            <p:cNvSpPr/>
            <p:nvPr/>
          </p:nvSpPr>
          <p:spPr>
            <a:xfrm>
              <a:off x="3293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1" name="타원 15180">
              <a:extLst>
                <a:ext uri="{FF2B5EF4-FFF2-40B4-BE49-F238E27FC236}">
                  <a16:creationId xmlns:a16="http://schemas.microsoft.com/office/drawing/2014/main" id="{9DFC8303-F46B-4517-B946-4DFB1EC45C8C}"/>
                </a:ext>
              </a:extLst>
            </p:cNvPr>
            <p:cNvSpPr/>
            <p:nvPr/>
          </p:nvSpPr>
          <p:spPr>
            <a:xfrm>
              <a:off x="3445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2" name="타원 15181">
              <a:extLst>
                <a:ext uri="{FF2B5EF4-FFF2-40B4-BE49-F238E27FC236}">
                  <a16:creationId xmlns:a16="http://schemas.microsoft.com/office/drawing/2014/main" id="{36D9F802-F2CC-4F4A-8FEF-32BADDDDEB4A}"/>
                </a:ext>
              </a:extLst>
            </p:cNvPr>
            <p:cNvSpPr/>
            <p:nvPr/>
          </p:nvSpPr>
          <p:spPr>
            <a:xfrm>
              <a:off x="35981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3" name="타원 15182">
              <a:extLst>
                <a:ext uri="{FF2B5EF4-FFF2-40B4-BE49-F238E27FC236}">
                  <a16:creationId xmlns:a16="http://schemas.microsoft.com/office/drawing/2014/main" id="{F00D9268-870B-461E-BD40-CCA4743F2C01}"/>
                </a:ext>
              </a:extLst>
            </p:cNvPr>
            <p:cNvSpPr/>
            <p:nvPr/>
          </p:nvSpPr>
          <p:spPr>
            <a:xfrm>
              <a:off x="37505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4" name="타원 15183">
              <a:extLst>
                <a:ext uri="{FF2B5EF4-FFF2-40B4-BE49-F238E27FC236}">
                  <a16:creationId xmlns:a16="http://schemas.microsoft.com/office/drawing/2014/main" id="{EB2F1A30-D934-4E08-AE97-0FCBD3A3C3D0}"/>
                </a:ext>
              </a:extLst>
            </p:cNvPr>
            <p:cNvSpPr/>
            <p:nvPr/>
          </p:nvSpPr>
          <p:spPr>
            <a:xfrm>
              <a:off x="39029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5" name="타원 15184">
              <a:extLst>
                <a:ext uri="{FF2B5EF4-FFF2-40B4-BE49-F238E27FC236}">
                  <a16:creationId xmlns:a16="http://schemas.microsoft.com/office/drawing/2014/main" id="{A0C3E719-F822-48C0-9B8D-20161F9136B8}"/>
                </a:ext>
              </a:extLst>
            </p:cNvPr>
            <p:cNvSpPr/>
            <p:nvPr/>
          </p:nvSpPr>
          <p:spPr>
            <a:xfrm>
              <a:off x="4055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6" name="타원 15185">
              <a:extLst>
                <a:ext uri="{FF2B5EF4-FFF2-40B4-BE49-F238E27FC236}">
                  <a16:creationId xmlns:a16="http://schemas.microsoft.com/office/drawing/2014/main" id="{97D783BB-0BBC-4BD4-AED4-9F9356C85C9B}"/>
                </a:ext>
              </a:extLst>
            </p:cNvPr>
            <p:cNvSpPr/>
            <p:nvPr/>
          </p:nvSpPr>
          <p:spPr>
            <a:xfrm>
              <a:off x="4207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7" name="타원 15186">
              <a:extLst>
                <a:ext uri="{FF2B5EF4-FFF2-40B4-BE49-F238E27FC236}">
                  <a16:creationId xmlns:a16="http://schemas.microsoft.com/office/drawing/2014/main" id="{58160CB6-6720-4145-9804-B878C0603AF0}"/>
                </a:ext>
              </a:extLst>
            </p:cNvPr>
            <p:cNvSpPr/>
            <p:nvPr/>
          </p:nvSpPr>
          <p:spPr>
            <a:xfrm>
              <a:off x="43601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8" name="타원 15187">
              <a:extLst>
                <a:ext uri="{FF2B5EF4-FFF2-40B4-BE49-F238E27FC236}">
                  <a16:creationId xmlns:a16="http://schemas.microsoft.com/office/drawing/2014/main" id="{20589157-DB8D-4B6B-AF90-47FC3FA7DADB}"/>
                </a:ext>
              </a:extLst>
            </p:cNvPr>
            <p:cNvSpPr/>
            <p:nvPr/>
          </p:nvSpPr>
          <p:spPr>
            <a:xfrm>
              <a:off x="45125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89" name="타원 15188">
              <a:extLst>
                <a:ext uri="{FF2B5EF4-FFF2-40B4-BE49-F238E27FC236}">
                  <a16:creationId xmlns:a16="http://schemas.microsoft.com/office/drawing/2014/main" id="{3A3626A1-647A-4E88-A9D1-9F9E93DC5AA4}"/>
                </a:ext>
              </a:extLst>
            </p:cNvPr>
            <p:cNvSpPr/>
            <p:nvPr/>
          </p:nvSpPr>
          <p:spPr>
            <a:xfrm>
              <a:off x="46649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0" name="타원 15189">
              <a:extLst>
                <a:ext uri="{FF2B5EF4-FFF2-40B4-BE49-F238E27FC236}">
                  <a16:creationId xmlns:a16="http://schemas.microsoft.com/office/drawing/2014/main" id="{0DFA8971-6005-44BB-ACA7-D86A23E46E72}"/>
                </a:ext>
              </a:extLst>
            </p:cNvPr>
            <p:cNvSpPr/>
            <p:nvPr/>
          </p:nvSpPr>
          <p:spPr>
            <a:xfrm>
              <a:off x="4817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1" name="타원 15190">
              <a:extLst>
                <a:ext uri="{FF2B5EF4-FFF2-40B4-BE49-F238E27FC236}">
                  <a16:creationId xmlns:a16="http://schemas.microsoft.com/office/drawing/2014/main" id="{4E41B6A4-1A2C-4D5E-BEEF-086F6E544867}"/>
                </a:ext>
              </a:extLst>
            </p:cNvPr>
            <p:cNvSpPr/>
            <p:nvPr/>
          </p:nvSpPr>
          <p:spPr>
            <a:xfrm>
              <a:off x="4969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2" name="타원 15191">
              <a:extLst>
                <a:ext uri="{FF2B5EF4-FFF2-40B4-BE49-F238E27FC236}">
                  <a16:creationId xmlns:a16="http://schemas.microsoft.com/office/drawing/2014/main" id="{2F26EEC2-9090-49E4-81D7-98E966BED636}"/>
                </a:ext>
              </a:extLst>
            </p:cNvPr>
            <p:cNvSpPr/>
            <p:nvPr/>
          </p:nvSpPr>
          <p:spPr>
            <a:xfrm>
              <a:off x="51221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3" name="타원 15192">
              <a:extLst>
                <a:ext uri="{FF2B5EF4-FFF2-40B4-BE49-F238E27FC236}">
                  <a16:creationId xmlns:a16="http://schemas.microsoft.com/office/drawing/2014/main" id="{F6AB1DAA-83C6-4554-8599-7D46FF2184B2}"/>
                </a:ext>
              </a:extLst>
            </p:cNvPr>
            <p:cNvSpPr/>
            <p:nvPr/>
          </p:nvSpPr>
          <p:spPr>
            <a:xfrm>
              <a:off x="52745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4" name="타원 15193">
              <a:extLst>
                <a:ext uri="{FF2B5EF4-FFF2-40B4-BE49-F238E27FC236}">
                  <a16:creationId xmlns:a16="http://schemas.microsoft.com/office/drawing/2014/main" id="{6627E131-120D-41B9-998C-A501E22C6CE9}"/>
                </a:ext>
              </a:extLst>
            </p:cNvPr>
            <p:cNvSpPr/>
            <p:nvPr/>
          </p:nvSpPr>
          <p:spPr>
            <a:xfrm>
              <a:off x="54269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5" name="타원 15194">
              <a:extLst>
                <a:ext uri="{FF2B5EF4-FFF2-40B4-BE49-F238E27FC236}">
                  <a16:creationId xmlns:a16="http://schemas.microsoft.com/office/drawing/2014/main" id="{BEA587F1-30FD-4A9C-9467-3AF19772B9FC}"/>
                </a:ext>
              </a:extLst>
            </p:cNvPr>
            <p:cNvSpPr/>
            <p:nvPr/>
          </p:nvSpPr>
          <p:spPr>
            <a:xfrm>
              <a:off x="55793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6" name="타원 15195">
              <a:extLst>
                <a:ext uri="{FF2B5EF4-FFF2-40B4-BE49-F238E27FC236}">
                  <a16:creationId xmlns:a16="http://schemas.microsoft.com/office/drawing/2014/main" id="{87145CAF-77AE-4583-9403-001FE2E0E899}"/>
                </a:ext>
              </a:extLst>
            </p:cNvPr>
            <p:cNvSpPr/>
            <p:nvPr/>
          </p:nvSpPr>
          <p:spPr>
            <a:xfrm>
              <a:off x="5731775" y="6093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7" name="타원 15196">
              <a:extLst>
                <a:ext uri="{FF2B5EF4-FFF2-40B4-BE49-F238E27FC236}">
                  <a16:creationId xmlns:a16="http://schemas.microsoft.com/office/drawing/2014/main" id="{53AEE1C0-1C02-4635-87EC-C843E3847F2C}"/>
                </a:ext>
              </a:extLst>
            </p:cNvPr>
            <p:cNvSpPr/>
            <p:nvPr/>
          </p:nvSpPr>
          <p:spPr>
            <a:xfrm>
              <a:off x="245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8" name="타원 15197">
              <a:extLst>
                <a:ext uri="{FF2B5EF4-FFF2-40B4-BE49-F238E27FC236}">
                  <a16:creationId xmlns:a16="http://schemas.microsoft.com/office/drawing/2014/main" id="{2FBBCB77-4C30-4215-8F88-C88270681D44}"/>
                </a:ext>
              </a:extLst>
            </p:cNvPr>
            <p:cNvSpPr/>
            <p:nvPr/>
          </p:nvSpPr>
          <p:spPr>
            <a:xfrm>
              <a:off x="397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99" name="타원 15198">
              <a:extLst>
                <a:ext uri="{FF2B5EF4-FFF2-40B4-BE49-F238E27FC236}">
                  <a16:creationId xmlns:a16="http://schemas.microsoft.com/office/drawing/2014/main" id="{F7032832-4531-42AF-A747-A6A5AD097B9C}"/>
                </a:ext>
              </a:extLst>
            </p:cNvPr>
            <p:cNvSpPr/>
            <p:nvPr/>
          </p:nvSpPr>
          <p:spPr>
            <a:xfrm>
              <a:off x="5501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0" name="타원 15199">
              <a:extLst>
                <a:ext uri="{FF2B5EF4-FFF2-40B4-BE49-F238E27FC236}">
                  <a16:creationId xmlns:a16="http://schemas.microsoft.com/office/drawing/2014/main" id="{FB89D487-BD5A-4171-A172-1B456F83418E}"/>
                </a:ext>
              </a:extLst>
            </p:cNvPr>
            <p:cNvSpPr/>
            <p:nvPr/>
          </p:nvSpPr>
          <p:spPr>
            <a:xfrm>
              <a:off x="7025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1" name="타원 15200">
              <a:extLst>
                <a:ext uri="{FF2B5EF4-FFF2-40B4-BE49-F238E27FC236}">
                  <a16:creationId xmlns:a16="http://schemas.microsoft.com/office/drawing/2014/main" id="{25EB2A6A-2A7F-4BD0-892F-1649D04FC7AD}"/>
                </a:ext>
              </a:extLst>
            </p:cNvPr>
            <p:cNvSpPr/>
            <p:nvPr/>
          </p:nvSpPr>
          <p:spPr>
            <a:xfrm>
              <a:off x="8549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2" name="타원 15201">
              <a:extLst>
                <a:ext uri="{FF2B5EF4-FFF2-40B4-BE49-F238E27FC236}">
                  <a16:creationId xmlns:a16="http://schemas.microsoft.com/office/drawing/2014/main" id="{EF1F9E07-01D6-49D4-9D12-FDB5E0018DE7}"/>
                </a:ext>
              </a:extLst>
            </p:cNvPr>
            <p:cNvSpPr/>
            <p:nvPr/>
          </p:nvSpPr>
          <p:spPr>
            <a:xfrm>
              <a:off x="1007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3" name="타원 15202">
              <a:extLst>
                <a:ext uri="{FF2B5EF4-FFF2-40B4-BE49-F238E27FC236}">
                  <a16:creationId xmlns:a16="http://schemas.microsoft.com/office/drawing/2014/main" id="{9107A039-68DC-4605-9C26-290A1049BCE3}"/>
                </a:ext>
              </a:extLst>
            </p:cNvPr>
            <p:cNvSpPr/>
            <p:nvPr/>
          </p:nvSpPr>
          <p:spPr>
            <a:xfrm>
              <a:off x="1159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4" name="타원 15203">
              <a:extLst>
                <a:ext uri="{FF2B5EF4-FFF2-40B4-BE49-F238E27FC236}">
                  <a16:creationId xmlns:a16="http://schemas.microsoft.com/office/drawing/2014/main" id="{ABE9F9C0-5738-4E62-ADA7-9B6B64C8DF78}"/>
                </a:ext>
              </a:extLst>
            </p:cNvPr>
            <p:cNvSpPr/>
            <p:nvPr/>
          </p:nvSpPr>
          <p:spPr>
            <a:xfrm>
              <a:off x="13121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5" name="타원 15204">
              <a:extLst>
                <a:ext uri="{FF2B5EF4-FFF2-40B4-BE49-F238E27FC236}">
                  <a16:creationId xmlns:a16="http://schemas.microsoft.com/office/drawing/2014/main" id="{07E4F3A4-D6FA-4239-BC52-2F3140ECA9E6}"/>
                </a:ext>
              </a:extLst>
            </p:cNvPr>
            <p:cNvSpPr/>
            <p:nvPr/>
          </p:nvSpPr>
          <p:spPr>
            <a:xfrm>
              <a:off x="14645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6" name="타원 15205">
              <a:extLst>
                <a:ext uri="{FF2B5EF4-FFF2-40B4-BE49-F238E27FC236}">
                  <a16:creationId xmlns:a16="http://schemas.microsoft.com/office/drawing/2014/main" id="{8EC00D6F-CB18-4439-BA62-A131A1FD5522}"/>
                </a:ext>
              </a:extLst>
            </p:cNvPr>
            <p:cNvSpPr/>
            <p:nvPr/>
          </p:nvSpPr>
          <p:spPr>
            <a:xfrm>
              <a:off x="16169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7" name="타원 15206">
              <a:extLst>
                <a:ext uri="{FF2B5EF4-FFF2-40B4-BE49-F238E27FC236}">
                  <a16:creationId xmlns:a16="http://schemas.microsoft.com/office/drawing/2014/main" id="{6406D180-F2C0-4233-9F6F-3F5404BF8D18}"/>
                </a:ext>
              </a:extLst>
            </p:cNvPr>
            <p:cNvSpPr/>
            <p:nvPr/>
          </p:nvSpPr>
          <p:spPr>
            <a:xfrm>
              <a:off x="1769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8" name="타원 15207">
              <a:extLst>
                <a:ext uri="{FF2B5EF4-FFF2-40B4-BE49-F238E27FC236}">
                  <a16:creationId xmlns:a16="http://schemas.microsoft.com/office/drawing/2014/main" id="{028CA2CD-157F-4559-9B81-DE791C7E1B96}"/>
                </a:ext>
              </a:extLst>
            </p:cNvPr>
            <p:cNvSpPr/>
            <p:nvPr/>
          </p:nvSpPr>
          <p:spPr>
            <a:xfrm>
              <a:off x="1921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09" name="타원 15208">
              <a:extLst>
                <a:ext uri="{FF2B5EF4-FFF2-40B4-BE49-F238E27FC236}">
                  <a16:creationId xmlns:a16="http://schemas.microsoft.com/office/drawing/2014/main" id="{AB5A155B-5843-494B-A9C5-60628CB79174}"/>
                </a:ext>
              </a:extLst>
            </p:cNvPr>
            <p:cNvSpPr/>
            <p:nvPr/>
          </p:nvSpPr>
          <p:spPr>
            <a:xfrm>
              <a:off x="20741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0" name="타원 15209">
              <a:extLst>
                <a:ext uri="{FF2B5EF4-FFF2-40B4-BE49-F238E27FC236}">
                  <a16:creationId xmlns:a16="http://schemas.microsoft.com/office/drawing/2014/main" id="{E078B3C8-A4C4-4856-8D63-C68840B7A8AC}"/>
                </a:ext>
              </a:extLst>
            </p:cNvPr>
            <p:cNvSpPr/>
            <p:nvPr/>
          </p:nvSpPr>
          <p:spPr>
            <a:xfrm>
              <a:off x="22265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1" name="타원 15210">
              <a:extLst>
                <a:ext uri="{FF2B5EF4-FFF2-40B4-BE49-F238E27FC236}">
                  <a16:creationId xmlns:a16="http://schemas.microsoft.com/office/drawing/2014/main" id="{367C789F-2FC9-4739-96B0-E83737231AC3}"/>
                </a:ext>
              </a:extLst>
            </p:cNvPr>
            <p:cNvSpPr/>
            <p:nvPr/>
          </p:nvSpPr>
          <p:spPr>
            <a:xfrm>
              <a:off x="23789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2" name="타원 15211">
              <a:extLst>
                <a:ext uri="{FF2B5EF4-FFF2-40B4-BE49-F238E27FC236}">
                  <a16:creationId xmlns:a16="http://schemas.microsoft.com/office/drawing/2014/main" id="{83993C26-CD7C-4A12-ABCB-7783972422E8}"/>
                </a:ext>
              </a:extLst>
            </p:cNvPr>
            <p:cNvSpPr/>
            <p:nvPr/>
          </p:nvSpPr>
          <p:spPr>
            <a:xfrm>
              <a:off x="2531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3" name="타원 15212">
              <a:extLst>
                <a:ext uri="{FF2B5EF4-FFF2-40B4-BE49-F238E27FC236}">
                  <a16:creationId xmlns:a16="http://schemas.microsoft.com/office/drawing/2014/main" id="{E99BDE3E-6007-464A-B3CD-DFE0448A3D57}"/>
                </a:ext>
              </a:extLst>
            </p:cNvPr>
            <p:cNvSpPr/>
            <p:nvPr/>
          </p:nvSpPr>
          <p:spPr>
            <a:xfrm>
              <a:off x="2683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4" name="타원 15213">
              <a:extLst>
                <a:ext uri="{FF2B5EF4-FFF2-40B4-BE49-F238E27FC236}">
                  <a16:creationId xmlns:a16="http://schemas.microsoft.com/office/drawing/2014/main" id="{06E86BFF-EA87-404F-8882-C2796CCAAD49}"/>
                </a:ext>
              </a:extLst>
            </p:cNvPr>
            <p:cNvSpPr/>
            <p:nvPr/>
          </p:nvSpPr>
          <p:spPr>
            <a:xfrm>
              <a:off x="28361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5" name="타원 15214">
              <a:extLst>
                <a:ext uri="{FF2B5EF4-FFF2-40B4-BE49-F238E27FC236}">
                  <a16:creationId xmlns:a16="http://schemas.microsoft.com/office/drawing/2014/main" id="{4A36E4C3-79FA-411F-BED3-B3A82840890B}"/>
                </a:ext>
              </a:extLst>
            </p:cNvPr>
            <p:cNvSpPr/>
            <p:nvPr/>
          </p:nvSpPr>
          <p:spPr>
            <a:xfrm>
              <a:off x="29885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6" name="타원 15215">
              <a:extLst>
                <a:ext uri="{FF2B5EF4-FFF2-40B4-BE49-F238E27FC236}">
                  <a16:creationId xmlns:a16="http://schemas.microsoft.com/office/drawing/2014/main" id="{2E7DEC75-CEC4-4CA2-B08A-B82B4ACFA5DA}"/>
                </a:ext>
              </a:extLst>
            </p:cNvPr>
            <p:cNvSpPr/>
            <p:nvPr/>
          </p:nvSpPr>
          <p:spPr>
            <a:xfrm>
              <a:off x="31409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7" name="타원 15216">
              <a:extLst>
                <a:ext uri="{FF2B5EF4-FFF2-40B4-BE49-F238E27FC236}">
                  <a16:creationId xmlns:a16="http://schemas.microsoft.com/office/drawing/2014/main" id="{353AA781-979D-4842-8B36-34DAD817A298}"/>
                </a:ext>
              </a:extLst>
            </p:cNvPr>
            <p:cNvSpPr/>
            <p:nvPr/>
          </p:nvSpPr>
          <p:spPr>
            <a:xfrm>
              <a:off x="3293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8" name="타원 15217">
              <a:extLst>
                <a:ext uri="{FF2B5EF4-FFF2-40B4-BE49-F238E27FC236}">
                  <a16:creationId xmlns:a16="http://schemas.microsoft.com/office/drawing/2014/main" id="{9440634E-B999-4311-9924-454DB72BBA81}"/>
                </a:ext>
              </a:extLst>
            </p:cNvPr>
            <p:cNvSpPr/>
            <p:nvPr/>
          </p:nvSpPr>
          <p:spPr>
            <a:xfrm>
              <a:off x="3445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19" name="타원 15218">
              <a:extLst>
                <a:ext uri="{FF2B5EF4-FFF2-40B4-BE49-F238E27FC236}">
                  <a16:creationId xmlns:a16="http://schemas.microsoft.com/office/drawing/2014/main" id="{57BA50D8-B782-4417-9AE7-B913605F3E58}"/>
                </a:ext>
              </a:extLst>
            </p:cNvPr>
            <p:cNvSpPr/>
            <p:nvPr/>
          </p:nvSpPr>
          <p:spPr>
            <a:xfrm>
              <a:off x="35981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0" name="타원 15219">
              <a:extLst>
                <a:ext uri="{FF2B5EF4-FFF2-40B4-BE49-F238E27FC236}">
                  <a16:creationId xmlns:a16="http://schemas.microsoft.com/office/drawing/2014/main" id="{4C1ECE4F-85FA-4417-BED2-4E25F282A213}"/>
                </a:ext>
              </a:extLst>
            </p:cNvPr>
            <p:cNvSpPr/>
            <p:nvPr/>
          </p:nvSpPr>
          <p:spPr>
            <a:xfrm>
              <a:off x="37505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1" name="타원 15220">
              <a:extLst>
                <a:ext uri="{FF2B5EF4-FFF2-40B4-BE49-F238E27FC236}">
                  <a16:creationId xmlns:a16="http://schemas.microsoft.com/office/drawing/2014/main" id="{AA3A2D4A-B2EC-47C6-806F-8BE408E7A7E8}"/>
                </a:ext>
              </a:extLst>
            </p:cNvPr>
            <p:cNvSpPr/>
            <p:nvPr/>
          </p:nvSpPr>
          <p:spPr>
            <a:xfrm>
              <a:off x="39029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2" name="타원 15221">
              <a:extLst>
                <a:ext uri="{FF2B5EF4-FFF2-40B4-BE49-F238E27FC236}">
                  <a16:creationId xmlns:a16="http://schemas.microsoft.com/office/drawing/2014/main" id="{4AAC3B03-65F6-4D16-A6DE-2A654A9EC852}"/>
                </a:ext>
              </a:extLst>
            </p:cNvPr>
            <p:cNvSpPr/>
            <p:nvPr/>
          </p:nvSpPr>
          <p:spPr>
            <a:xfrm>
              <a:off x="4055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3" name="타원 15222">
              <a:extLst>
                <a:ext uri="{FF2B5EF4-FFF2-40B4-BE49-F238E27FC236}">
                  <a16:creationId xmlns:a16="http://schemas.microsoft.com/office/drawing/2014/main" id="{21876410-9173-423B-9599-467DCF31B25F}"/>
                </a:ext>
              </a:extLst>
            </p:cNvPr>
            <p:cNvSpPr/>
            <p:nvPr/>
          </p:nvSpPr>
          <p:spPr>
            <a:xfrm>
              <a:off x="4207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4" name="타원 15223">
              <a:extLst>
                <a:ext uri="{FF2B5EF4-FFF2-40B4-BE49-F238E27FC236}">
                  <a16:creationId xmlns:a16="http://schemas.microsoft.com/office/drawing/2014/main" id="{14A7F0B1-CE55-42A2-92D3-66997274AB1A}"/>
                </a:ext>
              </a:extLst>
            </p:cNvPr>
            <p:cNvSpPr/>
            <p:nvPr/>
          </p:nvSpPr>
          <p:spPr>
            <a:xfrm>
              <a:off x="43601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5" name="타원 15224">
              <a:extLst>
                <a:ext uri="{FF2B5EF4-FFF2-40B4-BE49-F238E27FC236}">
                  <a16:creationId xmlns:a16="http://schemas.microsoft.com/office/drawing/2014/main" id="{632CE839-966F-4353-9D42-8E8F5B313AF2}"/>
                </a:ext>
              </a:extLst>
            </p:cNvPr>
            <p:cNvSpPr/>
            <p:nvPr/>
          </p:nvSpPr>
          <p:spPr>
            <a:xfrm>
              <a:off x="45125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6" name="타원 15225">
              <a:extLst>
                <a:ext uri="{FF2B5EF4-FFF2-40B4-BE49-F238E27FC236}">
                  <a16:creationId xmlns:a16="http://schemas.microsoft.com/office/drawing/2014/main" id="{6935CA30-8FF5-4286-93D9-CBD363FAC6D6}"/>
                </a:ext>
              </a:extLst>
            </p:cNvPr>
            <p:cNvSpPr/>
            <p:nvPr/>
          </p:nvSpPr>
          <p:spPr>
            <a:xfrm>
              <a:off x="46649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7" name="타원 15226">
              <a:extLst>
                <a:ext uri="{FF2B5EF4-FFF2-40B4-BE49-F238E27FC236}">
                  <a16:creationId xmlns:a16="http://schemas.microsoft.com/office/drawing/2014/main" id="{E06D71F6-B392-4F8E-A44B-FF3079FB1358}"/>
                </a:ext>
              </a:extLst>
            </p:cNvPr>
            <p:cNvSpPr/>
            <p:nvPr/>
          </p:nvSpPr>
          <p:spPr>
            <a:xfrm>
              <a:off x="4817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8" name="타원 15227">
              <a:extLst>
                <a:ext uri="{FF2B5EF4-FFF2-40B4-BE49-F238E27FC236}">
                  <a16:creationId xmlns:a16="http://schemas.microsoft.com/office/drawing/2014/main" id="{8B28C77C-E784-4ECC-BAD9-7C42F1A463DC}"/>
                </a:ext>
              </a:extLst>
            </p:cNvPr>
            <p:cNvSpPr/>
            <p:nvPr/>
          </p:nvSpPr>
          <p:spPr>
            <a:xfrm>
              <a:off x="4969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29" name="타원 15228">
              <a:extLst>
                <a:ext uri="{FF2B5EF4-FFF2-40B4-BE49-F238E27FC236}">
                  <a16:creationId xmlns:a16="http://schemas.microsoft.com/office/drawing/2014/main" id="{EC7BC943-1B5E-4E6E-85E1-08BCFB554A18}"/>
                </a:ext>
              </a:extLst>
            </p:cNvPr>
            <p:cNvSpPr/>
            <p:nvPr/>
          </p:nvSpPr>
          <p:spPr>
            <a:xfrm>
              <a:off x="51221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0" name="타원 15229">
              <a:extLst>
                <a:ext uri="{FF2B5EF4-FFF2-40B4-BE49-F238E27FC236}">
                  <a16:creationId xmlns:a16="http://schemas.microsoft.com/office/drawing/2014/main" id="{5D111770-5F56-4B6B-B4F0-AE6F012C23BE}"/>
                </a:ext>
              </a:extLst>
            </p:cNvPr>
            <p:cNvSpPr/>
            <p:nvPr/>
          </p:nvSpPr>
          <p:spPr>
            <a:xfrm>
              <a:off x="52745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1" name="타원 15230">
              <a:extLst>
                <a:ext uri="{FF2B5EF4-FFF2-40B4-BE49-F238E27FC236}">
                  <a16:creationId xmlns:a16="http://schemas.microsoft.com/office/drawing/2014/main" id="{22E36E40-E9D6-4277-9947-29979B09B887}"/>
                </a:ext>
              </a:extLst>
            </p:cNvPr>
            <p:cNvSpPr/>
            <p:nvPr/>
          </p:nvSpPr>
          <p:spPr>
            <a:xfrm>
              <a:off x="54269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2" name="타원 15231">
              <a:extLst>
                <a:ext uri="{FF2B5EF4-FFF2-40B4-BE49-F238E27FC236}">
                  <a16:creationId xmlns:a16="http://schemas.microsoft.com/office/drawing/2014/main" id="{861892F8-2495-43FF-8230-82EE6444FED2}"/>
                </a:ext>
              </a:extLst>
            </p:cNvPr>
            <p:cNvSpPr/>
            <p:nvPr/>
          </p:nvSpPr>
          <p:spPr>
            <a:xfrm>
              <a:off x="55793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3" name="타원 15232">
              <a:extLst>
                <a:ext uri="{FF2B5EF4-FFF2-40B4-BE49-F238E27FC236}">
                  <a16:creationId xmlns:a16="http://schemas.microsoft.com/office/drawing/2014/main" id="{32F3042F-0C06-4532-9194-CAAC2E0E9EF2}"/>
                </a:ext>
              </a:extLst>
            </p:cNvPr>
            <p:cNvSpPr/>
            <p:nvPr/>
          </p:nvSpPr>
          <p:spPr>
            <a:xfrm>
              <a:off x="5731775" y="6246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4" name="타원 15233">
              <a:extLst>
                <a:ext uri="{FF2B5EF4-FFF2-40B4-BE49-F238E27FC236}">
                  <a16:creationId xmlns:a16="http://schemas.microsoft.com/office/drawing/2014/main" id="{E6C79C48-8ADD-40FE-ADFB-A9D488F1923F}"/>
                </a:ext>
              </a:extLst>
            </p:cNvPr>
            <p:cNvSpPr/>
            <p:nvPr/>
          </p:nvSpPr>
          <p:spPr>
            <a:xfrm>
              <a:off x="245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5" name="타원 15234">
              <a:extLst>
                <a:ext uri="{FF2B5EF4-FFF2-40B4-BE49-F238E27FC236}">
                  <a16:creationId xmlns:a16="http://schemas.microsoft.com/office/drawing/2014/main" id="{F2BCB12D-1AD1-47C9-8654-AB82BA680FB8}"/>
                </a:ext>
              </a:extLst>
            </p:cNvPr>
            <p:cNvSpPr/>
            <p:nvPr/>
          </p:nvSpPr>
          <p:spPr>
            <a:xfrm>
              <a:off x="397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6" name="타원 15235">
              <a:extLst>
                <a:ext uri="{FF2B5EF4-FFF2-40B4-BE49-F238E27FC236}">
                  <a16:creationId xmlns:a16="http://schemas.microsoft.com/office/drawing/2014/main" id="{F86492C2-9A16-4454-B41E-1154AF6898A9}"/>
                </a:ext>
              </a:extLst>
            </p:cNvPr>
            <p:cNvSpPr/>
            <p:nvPr/>
          </p:nvSpPr>
          <p:spPr>
            <a:xfrm>
              <a:off x="5501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7" name="타원 15236">
              <a:extLst>
                <a:ext uri="{FF2B5EF4-FFF2-40B4-BE49-F238E27FC236}">
                  <a16:creationId xmlns:a16="http://schemas.microsoft.com/office/drawing/2014/main" id="{100A73A1-B2D9-41E3-ACD0-2B15CC4C8DB4}"/>
                </a:ext>
              </a:extLst>
            </p:cNvPr>
            <p:cNvSpPr/>
            <p:nvPr/>
          </p:nvSpPr>
          <p:spPr>
            <a:xfrm>
              <a:off x="7025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8" name="타원 15237">
              <a:extLst>
                <a:ext uri="{FF2B5EF4-FFF2-40B4-BE49-F238E27FC236}">
                  <a16:creationId xmlns:a16="http://schemas.microsoft.com/office/drawing/2014/main" id="{E48BE2C6-9EC7-44A9-BA7E-3B431E23A10D}"/>
                </a:ext>
              </a:extLst>
            </p:cNvPr>
            <p:cNvSpPr/>
            <p:nvPr/>
          </p:nvSpPr>
          <p:spPr>
            <a:xfrm>
              <a:off x="8549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39" name="타원 15238">
              <a:extLst>
                <a:ext uri="{FF2B5EF4-FFF2-40B4-BE49-F238E27FC236}">
                  <a16:creationId xmlns:a16="http://schemas.microsoft.com/office/drawing/2014/main" id="{B6D99032-1835-4435-B203-4F9A2F1AB4BC}"/>
                </a:ext>
              </a:extLst>
            </p:cNvPr>
            <p:cNvSpPr/>
            <p:nvPr/>
          </p:nvSpPr>
          <p:spPr>
            <a:xfrm>
              <a:off x="1007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0" name="타원 15239">
              <a:extLst>
                <a:ext uri="{FF2B5EF4-FFF2-40B4-BE49-F238E27FC236}">
                  <a16:creationId xmlns:a16="http://schemas.microsoft.com/office/drawing/2014/main" id="{993766B7-245B-4FEC-A345-408BF4160D56}"/>
                </a:ext>
              </a:extLst>
            </p:cNvPr>
            <p:cNvSpPr/>
            <p:nvPr/>
          </p:nvSpPr>
          <p:spPr>
            <a:xfrm>
              <a:off x="1159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1" name="타원 15240">
              <a:extLst>
                <a:ext uri="{FF2B5EF4-FFF2-40B4-BE49-F238E27FC236}">
                  <a16:creationId xmlns:a16="http://schemas.microsoft.com/office/drawing/2014/main" id="{2AF6A9AA-6459-4F60-B547-82EE58B94C1A}"/>
                </a:ext>
              </a:extLst>
            </p:cNvPr>
            <p:cNvSpPr/>
            <p:nvPr/>
          </p:nvSpPr>
          <p:spPr>
            <a:xfrm>
              <a:off x="13121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2" name="타원 15241">
              <a:extLst>
                <a:ext uri="{FF2B5EF4-FFF2-40B4-BE49-F238E27FC236}">
                  <a16:creationId xmlns:a16="http://schemas.microsoft.com/office/drawing/2014/main" id="{54AA2B8B-4EB8-405F-B67F-9DDA27068BCD}"/>
                </a:ext>
              </a:extLst>
            </p:cNvPr>
            <p:cNvSpPr/>
            <p:nvPr/>
          </p:nvSpPr>
          <p:spPr>
            <a:xfrm>
              <a:off x="14645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3" name="타원 15242">
              <a:extLst>
                <a:ext uri="{FF2B5EF4-FFF2-40B4-BE49-F238E27FC236}">
                  <a16:creationId xmlns:a16="http://schemas.microsoft.com/office/drawing/2014/main" id="{4D603724-40DA-44EA-AA29-587BBE56DF4F}"/>
                </a:ext>
              </a:extLst>
            </p:cNvPr>
            <p:cNvSpPr/>
            <p:nvPr/>
          </p:nvSpPr>
          <p:spPr>
            <a:xfrm>
              <a:off x="16169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4" name="타원 15243">
              <a:extLst>
                <a:ext uri="{FF2B5EF4-FFF2-40B4-BE49-F238E27FC236}">
                  <a16:creationId xmlns:a16="http://schemas.microsoft.com/office/drawing/2014/main" id="{A88C8321-073E-4B37-9A39-50956786F589}"/>
                </a:ext>
              </a:extLst>
            </p:cNvPr>
            <p:cNvSpPr/>
            <p:nvPr/>
          </p:nvSpPr>
          <p:spPr>
            <a:xfrm>
              <a:off x="1769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5" name="타원 15244">
              <a:extLst>
                <a:ext uri="{FF2B5EF4-FFF2-40B4-BE49-F238E27FC236}">
                  <a16:creationId xmlns:a16="http://schemas.microsoft.com/office/drawing/2014/main" id="{B3B19CE9-D238-404F-8CE3-5EE73193DECC}"/>
                </a:ext>
              </a:extLst>
            </p:cNvPr>
            <p:cNvSpPr/>
            <p:nvPr/>
          </p:nvSpPr>
          <p:spPr>
            <a:xfrm>
              <a:off x="1921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6" name="타원 15245">
              <a:extLst>
                <a:ext uri="{FF2B5EF4-FFF2-40B4-BE49-F238E27FC236}">
                  <a16:creationId xmlns:a16="http://schemas.microsoft.com/office/drawing/2014/main" id="{9D79AC81-CF08-4386-B94B-525465126158}"/>
                </a:ext>
              </a:extLst>
            </p:cNvPr>
            <p:cNvSpPr/>
            <p:nvPr/>
          </p:nvSpPr>
          <p:spPr>
            <a:xfrm>
              <a:off x="20741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7" name="타원 15246">
              <a:extLst>
                <a:ext uri="{FF2B5EF4-FFF2-40B4-BE49-F238E27FC236}">
                  <a16:creationId xmlns:a16="http://schemas.microsoft.com/office/drawing/2014/main" id="{BB316C7B-6D85-4C98-9E09-C5C1D887F479}"/>
                </a:ext>
              </a:extLst>
            </p:cNvPr>
            <p:cNvSpPr/>
            <p:nvPr/>
          </p:nvSpPr>
          <p:spPr>
            <a:xfrm>
              <a:off x="22265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8" name="타원 15247">
              <a:extLst>
                <a:ext uri="{FF2B5EF4-FFF2-40B4-BE49-F238E27FC236}">
                  <a16:creationId xmlns:a16="http://schemas.microsoft.com/office/drawing/2014/main" id="{7E0AE36E-1706-4FBE-B800-F039EC0E930B}"/>
                </a:ext>
              </a:extLst>
            </p:cNvPr>
            <p:cNvSpPr/>
            <p:nvPr/>
          </p:nvSpPr>
          <p:spPr>
            <a:xfrm>
              <a:off x="23789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49" name="타원 15248">
              <a:extLst>
                <a:ext uri="{FF2B5EF4-FFF2-40B4-BE49-F238E27FC236}">
                  <a16:creationId xmlns:a16="http://schemas.microsoft.com/office/drawing/2014/main" id="{C5536EF7-7575-41C4-90C2-6EBE0524E9CE}"/>
                </a:ext>
              </a:extLst>
            </p:cNvPr>
            <p:cNvSpPr/>
            <p:nvPr/>
          </p:nvSpPr>
          <p:spPr>
            <a:xfrm>
              <a:off x="2531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0" name="타원 15249">
              <a:extLst>
                <a:ext uri="{FF2B5EF4-FFF2-40B4-BE49-F238E27FC236}">
                  <a16:creationId xmlns:a16="http://schemas.microsoft.com/office/drawing/2014/main" id="{0D303C4B-3648-4685-AE2B-899F17AA37C6}"/>
                </a:ext>
              </a:extLst>
            </p:cNvPr>
            <p:cNvSpPr/>
            <p:nvPr/>
          </p:nvSpPr>
          <p:spPr>
            <a:xfrm>
              <a:off x="2683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1" name="타원 15250">
              <a:extLst>
                <a:ext uri="{FF2B5EF4-FFF2-40B4-BE49-F238E27FC236}">
                  <a16:creationId xmlns:a16="http://schemas.microsoft.com/office/drawing/2014/main" id="{6B7A0EE3-5A28-4C29-8DB8-EF980D8059A1}"/>
                </a:ext>
              </a:extLst>
            </p:cNvPr>
            <p:cNvSpPr/>
            <p:nvPr/>
          </p:nvSpPr>
          <p:spPr>
            <a:xfrm>
              <a:off x="28361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2" name="타원 15251">
              <a:extLst>
                <a:ext uri="{FF2B5EF4-FFF2-40B4-BE49-F238E27FC236}">
                  <a16:creationId xmlns:a16="http://schemas.microsoft.com/office/drawing/2014/main" id="{B4360383-96EB-47CD-BD08-B0D15A937F3F}"/>
                </a:ext>
              </a:extLst>
            </p:cNvPr>
            <p:cNvSpPr/>
            <p:nvPr/>
          </p:nvSpPr>
          <p:spPr>
            <a:xfrm>
              <a:off x="29885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3" name="타원 15252">
              <a:extLst>
                <a:ext uri="{FF2B5EF4-FFF2-40B4-BE49-F238E27FC236}">
                  <a16:creationId xmlns:a16="http://schemas.microsoft.com/office/drawing/2014/main" id="{07F8AE3D-5BA9-45F9-B2A9-9314F0D3C044}"/>
                </a:ext>
              </a:extLst>
            </p:cNvPr>
            <p:cNvSpPr/>
            <p:nvPr/>
          </p:nvSpPr>
          <p:spPr>
            <a:xfrm>
              <a:off x="31409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4" name="타원 15253">
              <a:extLst>
                <a:ext uri="{FF2B5EF4-FFF2-40B4-BE49-F238E27FC236}">
                  <a16:creationId xmlns:a16="http://schemas.microsoft.com/office/drawing/2014/main" id="{8A0A134D-6D01-464C-87C2-F14125DD66FE}"/>
                </a:ext>
              </a:extLst>
            </p:cNvPr>
            <p:cNvSpPr/>
            <p:nvPr/>
          </p:nvSpPr>
          <p:spPr>
            <a:xfrm>
              <a:off x="3293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5" name="타원 15254">
              <a:extLst>
                <a:ext uri="{FF2B5EF4-FFF2-40B4-BE49-F238E27FC236}">
                  <a16:creationId xmlns:a16="http://schemas.microsoft.com/office/drawing/2014/main" id="{32E85B3D-DFB7-4F77-B076-BE9B77F409BF}"/>
                </a:ext>
              </a:extLst>
            </p:cNvPr>
            <p:cNvSpPr/>
            <p:nvPr/>
          </p:nvSpPr>
          <p:spPr>
            <a:xfrm>
              <a:off x="3445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6" name="타원 15255">
              <a:extLst>
                <a:ext uri="{FF2B5EF4-FFF2-40B4-BE49-F238E27FC236}">
                  <a16:creationId xmlns:a16="http://schemas.microsoft.com/office/drawing/2014/main" id="{1CB20496-FD63-4FB1-B4A2-34D2A767D82B}"/>
                </a:ext>
              </a:extLst>
            </p:cNvPr>
            <p:cNvSpPr/>
            <p:nvPr/>
          </p:nvSpPr>
          <p:spPr>
            <a:xfrm>
              <a:off x="35981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7" name="타원 15256">
              <a:extLst>
                <a:ext uri="{FF2B5EF4-FFF2-40B4-BE49-F238E27FC236}">
                  <a16:creationId xmlns:a16="http://schemas.microsoft.com/office/drawing/2014/main" id="{A2B76149-811B-49AB-ADFA-1E55ED8B04AC}"/>
                </a:ext>
              </a:extLst>
            </p:cNvPr>
            <p:cNvSpPr/>
            <p:nvPr/>
          </p:nvSpPr>
          <p:spPr>
            <a:xfrm>
              <a:off x="37505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8" name="타원 15257">
              <a:extLst>
                <a:ext uri="{FF2B5EF4-FFF2-40B4-BE49-F238E27FC236}">
                  <a16:creationId xmlns:a16="http://schemas.microsoft.com/office/drawing/2014/main" id="{2820F41E-4B0D-4CF2-B5C9-042F6287ABDF}"/>
                </a:ext>
              </a:extLst>
            </p:cNvPr>
            <p:cNvSpPr/>
            <p:nvPr/>
          </p:nvSpPr>
          <p:spPr>
            <a:xfrm>
              <a:off x="39029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59" name="타원 15258">
              <a:extLst>
                <a:ext uri="{FF2B5EF4-FFF2-40B4-BE49-F238E27FC236}">
                  <a16:creationId xmlns:a16="http://schemas.microsoft.com/office/drawing/2014/main" id="{FE4E21BD-1E7D-4A72-9BEC-C5B128DC4484}"/>
                </a:ext>
              </a:extLst>
            </p:cNvPr>
            <p:cNvSpPr/>
            <p:nvPr/>
          </p:nvSpPr>
          <p:spPr>
            <a:xfrm>
              <a:off x="4055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0" name="타원 15259">
              <a:extLst>
                <a:ext uri="{FF2B5EF4-FFF2-40B4-BE49-F238E27FC236}">
                  <a16:creationId xmlns:a16="http://schemas.microsoft.com/office/drawing/2014/main" id="{2B8EEF53-7433-48B1-8199-4CF4C5FCD451}"/>
                </a:ext>
              </a:extLst>
            </p:cNvPr>
            <p:cNvSpPr/>
            <p:nvPr/>
          </p:nvSpPr>
          <p:spPr>
            <a:xfrm>
              <a:off x="4207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1" name="타원 15260">
              <a:extLst>
                <a:ext uri="{FF2B5EF4-FFF2-40B4-BE49-F238E27FC236}">
                  <a16:creationId xmlns:a16="http://schemas.microsoft.com/office/drawing/2014/main" id="{30C98195-8F67-47A1-8B7A-0597255FD833}"/>
                </a:ext>
              </a:extLst>
            </p:cNvPr>
            <p:cNvSpPr/>
            <p:nvPr/>
          </p:nvSpPr>
          <p:spPr>
            <a:xfrm>
              <a:off x="43601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2" name="타원 15261">
              <a:extLst>
                <a:ext uri="{FF2B5EF4-FFF2-40B4-BE49-F238E27FC236}">
                  <a16:creationId xmlns:a16="http://schemas.microsoft.com/office/drawing/2014/main" id="{0C8CAB87-EC01-4126-93F4-01850610F5B4}"/>
                </a:ext>
              </a:extLst>
            </p:cNvPr>
            <p:cNvSpPr/>
            <p:nvPr/>
          </p:nvSpPr>
          <p:spPr>
            <a:xfrm>
              <a:off x="45125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3" name="타원 15262">
              <a:extLst>
                <a:ext uri="{FF2B5EF4-FFF2-40B4-BE49-F238E27FC236}">
                  <a16:creationId xmlns:a16="http://schemas.microsoft.com/office/drawing/2014/main" id="{8F212EEF-BE59-4AFB-AC63-4369215D9975}"/>
                </a:ext>
              </a:extLst>
            </p:cNvPr>
            <p:cNvSpPr/>
            <p:nvPr/>
          </p:nvSpPr>
          <p:spPr>
            <a:xfrm>
              <a:off x="46649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4" name="타원 15263">
              <a:extLst>
                <a:ext uri="{FF2B5EF4-FFF2-40B4-BE49-F238E27FC236}">
                  <a16:creationId xmlns:a16="http://schemas.microsoft.com/office/drawing/2014/main" id="{24854954-435C-46F4-B0E2-9DF47A97FB78}"/>
                </a:ext>
              </a:extLst>
            </p:cNvPr>
            <p:cNvSpPr/>
            <p:nvPr/>
          </p:nvSpPr>
          <p:spPr>
            <a:xfrm>
              <a:off x="4817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5" name="타원 15264">
              <a:extLst>
                <a:ext uri="{FF2B5EF4-FFF2-40B4-BE49-F238E27FC236}">
                  <a16:creationId xmlns:a16="http://schemas.microsoft.com/office/drawing/2014/main" id="{77B8D300-E9DF-476F-A732-4D130A4AE235}"/>
                </a:ext>
              </a:extLst>
            </p:cNvPr>
            <p:cNvSpPr/>
            <p:nvPr/>
          </p:nvSpPr>
          <p:spPr>
            <a:xfrm>
              <a:off x="4969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6" name="타원 15265">
              <a:extLst>
                <a:ext uri="{FF2B5EF4-FFF2-40B4-BE49-F238E27FC236}">
                  <a16:creationId xmlns:a16="http://schemas.microsoft.com/office/drawing/2014/main" id="{D358B91A-0605-4C22-AF21-1645ED1859F1}"/>
                </a:ext>
              </a:extLst>
            </p:cNvPr>
            <p:cNvSpPr/>
            <p:nvPr/>
          </p:nvSpPr>
          <p:spPr>
            <a:xfrm>
              <a:off x="51221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7" name="타원 15266">
              <a:extLst>
                <a:ext uri="{FF2B5EF4-FFF2-40B4-BE49-F238E27FC236}">
                  <a16:creationId xmlns:a16="http://schemas.microsoft.com/office/drawing/2014/main" id="{BC29B6EC-21E9-426D-9F0E-99E79B6C2E90}"/>
                </a:ext>
              </a:extLst>
            </p:cNvPr>
            <p:cNvSpPr/>
            <p:nvPr/>
          </p:nvSpPr>
          <p:spPr>
            <a:xfrm>
              <a:off x="52745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8" name="타원 15267">
              <a:extLst>
                <a:ext uri="{FF2B5EF4-FFF2-40B4-BE49-F238E27FC236}">
                  <a16:creationId xmlns:a16="http://schemas.microsoft.com/office/drawing/2014/main" id="{41ACC3E7-7F2D-4C97-B6B1-242BFDE6DCD4}"/>
                </a:ext>
              </a:extLst>
            </p:cNvPr>
            <p:cNvSpPr/>
            <p:nvPr/>
          </p:nvSpPr>
          <p:spPr>
            <a:xfrm>
              <a:off x="54269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69" name="타원 15268">
              <a:extLst>
                <a:ext uri="{FF2B5EF4-FFF2-40B4-BE49-F238E27FC236}">
                  <a16:creationId xmlns:a16="http://schemas.microsoft.com/office/drawing/2014/main" id="{1EFE4433-D8CF-49C2-B565-41F19DA1D774}"/>
                </a:ext>
              </a:extLst>
            </p:cNvPr>
            <p:cNvSpPr/>
            <p:nvPr/>
          </p:nvSpPr>
          <p:spPr>
            <a:xfrm>
              <a:off x="55793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0" name="타원 15269">
              <a:extLst>
                <a:ext uri="{FF2B5EF4-FFF2-40B4-BE49-F238E27FC236}">
                  <a16:creationId xmlns:a16="http://schemas.microsoft.com/office/drawing/2014/main" id="{D79AD552-BA18-4795-B59D-2067EA2E7880}"/>
                </a:ext>
              </a:extLst>
            </p:cNvPr>
            <p:cNvSpPr/>
            <p:nvPr/>
          </p:nvSpPr>
          <p:spPr>
            <a:xfrm>
              <a:off x="5731775" y="6398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1" name="타원 15270">
              <a:extLst>
                <a:ext uri="{FF2B5EF4-FFF2-40B4-BE49-F238E27FC236}">
                  <a16:creationId xmlns:a16="http://schemas.microsoft.com/office/drawing/2014/main" id="{2113BAF9-8713-4CE7-B238-EF5ABEC1F16A}"/>
                </a:ext>
              </a:extLst>
            </p:cNvPr>
            <p:cNvSpPr/>
            <p:nvPr/>
          </p:nvSpPr>
          <p:spPr>
            <a:xfrm>
              <a:off x="245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2" name="타원 15271">
              <a:extLst>
                <a:ext uri="{FF2B5EF4-FFF2-40B4-BE49-F238E27FC236}">
                  <a16:creationId xmlns:a16="http://schemas.microsoft.com/office/drawing/2014/main" id="{860671D6-6117-49EB-BED4-D671D118AB20}"/>
                </a:ext>
              </a:extLst>
            </p:cNvPr>
            <p:cNvSpPr/>
            <p:nvPr/>
          </p:nvSpPr>
          <p:spPr>
            <a:xfrm>
              <a:off x="397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3" name="타원 15272">
              <a:extLst>
                <a:ext uri="{FF2B5EF4-FFF2-40B4-BE49-F238E27FC236}">
                  <a16:creationId xmlns:a16="http://schemas.microsoft.com/office/drawing/2014/main" id="{19E937BA-2CA6-4B4B-B01B-50EDD9B746BD}"/>
                </a:ext>
              </a:extLst>
            </p:cNvPr>
            <p:cNvSpPr/>
            <p:nvPr/>
          </p:nvSpPr>
          <p:spPr>
            <a:xfrm>
              <a:off x="5501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4" name="타원 15273">
              <a:extLst>
                <a:ext uri="{FF2B5EF4-FFF2-40B4-BE49-F238E27FC236}">
                  <a16:creationId xmlns:a16="http://schemas.microsoft.com/office/drawing/2014/main" id="{238B696A-CAC3-4885-9797-4510C72004AA}"/>
                </a:ext>
              </a:extLst>
            </p:cNvPr>
            <p:cNvSpPr/>
            <p:nvPr/>
          </p:nvSpPr>
          <p:spPr>
            <a:xfrm>
              <a:off x="7025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5" name="타원 15274">
              <a:extLst>
                <a:ext uri="{FF2B5EF4-FFF2-40B4-BE49-F238E27FC236}">
                  <a16:creationId xmlns:a16="http://schemas.microsoft.com/office/drawing/2014/main" id="{78CED32B-D02D-4E84-9ECE-984F4F7D7C4B}"/>
                </a:ext>
              </a:extLst>
            </p:cNvPr>
            <p:cNvSpPr/>
            <p:nvPr/>
          </p:nvSpPr>
          <p:spPr>
            <a:xfrm>
              <a:off x="8549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6" name="타원 15275">
              <a:extLst>
                <a:ext uri="{FF2B5EF4-FFF2-40B4-BE49-F238E27FC236}">
                  <a16:creationId xmlns:a16="http://schemas.microsoft.com/office/drawing/2014/main" id="{9EC33903-C6D8-4364-97D2-F0137BA17063}"/>
                </a:ext>
              </a:extLst>
            </p:cNvPr>
            <p:cNvSpPr/>
            <p:nvPr/>
          </p:nvSpPr>
          <p:spPr>
            <a:xfrm>
              <a:off x="1007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7" name="타원 15276">
              <a:extLst>
                <a:ext uri="{FF2B5EF4-FFF2-40B4-BE49-F238E27FC236}">
                  <a16:creationId xmlns:a16="http://schemas.microsoft.com/office/drawing/2014/main" id="{0770DE66-D7C2-44D7-9D71-439A7820B10D}"/>
                </a:ext>
              </a:extLst>
            </p:cNvPr>
            <p:cNvSpPr/>
            <p:nvPr/>
          </p:nvSpPr>
          <p:spPr>
            <a:xfrm>
              <a:off x="1159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8" name="타원 15277">
              <a:extLst>
                <a:ext uri="{FF2B5EF4-FFF2-40B4-BE49-F238E27FC236}">
                  <a16:creationId xmlns:a16="http://schemas.microsoft.com/office/drawing/2014/main" id="{FD0F50EA-D2A4-44C7-9DC5-7B30EFCD58F8}"/>
                </a:ext>
              </a:extLst>
            </p:cNvPr>
            <p:cNvSpPr/>
            <p:nvPr/>
          </p:nvSpPr>
          <p:spPr>
            <a:xfrm>
              <a:off x="13121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79" name="타원 15278">
              <a:extLst>
                <a:ext uri="{FF2B5EF4-FFF2-40B4-BE49-F238E27FC236}">
                  <a16:creationId xmlns:a16="http://schemas.microsoft.com/office/drawing/2014/main" id="{D9DA9033-5020-4B9B-88F2-E44F3E7AAE2F}"/>
                </a:ext>
              </a:extLst>
            </p:cNvPr>
            <p:cNvSpPr/>
            <p:nvPr/>
          </p:nvSpPr>
          <p:spPr>
            <a:xfrm>
              <a:off x="14645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0" name="타원 15279">
              <a:extLst>
                <a:ext uri="{FF2B5EF4-FFF2-40B4-BE49-F238E27FC236}">
                  <a16:creationId xmlns:a16="http://schemas.microsoft.com/office/drawing/2014/main" id="{A8A66E35-A9A6-4FBB-90CE-3EBEBB24F9B2}"/>
                </a:ext>
              </a:extLst>
            </p:cNvPr>
            <p:cNvSpPr/>
            <p:nvPr/>
          </p:nvSpPr>
          <p:spPr>
            <a:xfrm>
              <a:off x="16169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1" name="타원 15280">
              <a:extLst>
                <a:ext uri="{FF2B5EF4-FFF2-40B4-BE49-F238E27FC236}">
                  <a16:creationId xmlns:a16="http://schemas.microsoft.com/office/drawing/2014/main" id="{D7927093-5D0F-48C2-B856-885883C63076}"/>
                </a:ext>
              </a:extLst>
            </p:cNvPr>
            <p:cNvSpPr/>
            <p:nvPr/>
          </p:nvSpPr>
          <p:spPr>
            <a:xfrm>
              <a:off x="1769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2" name="타원 15281">
              <a:extLst>
                <a:ext uri="{FF2B5EF4-FFF2-40B4-BE49-F238E27FC236}">
                  <a16:creationId xmlns:a16="http://schemas.microsoft.com/office/drawing/2014/main" id="{719A97E7-2F4B-4CC0-A093-0B24FC5BEB5A}"/>
                </a:ext>
              </a:extLst>
            </p:cNvPr>
            <p:cNvSpPr/>
            <p:nvPr/>
          </p:nvSpPr>
          <p:spPr>
            <a:xfrm>
              <a:off x="1921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3" name="타원 15282">
              <a:extLst>
                <a:ext uri="{FF2B5EF4-FFF2-40B4-BE49-F238E27FC236}">
                  <a16:creationId xmlns:a16="http://schemas.microsoft.com/office/drawing/2014/main" id="{91ED92EF-E8F4-4B62-A75F-BC77542C3AC9}"/>
                </a:ext>
              </a:extLst>
            </p:cNvPr>
            <p:cNvSpPr/>
            <p:nvPr/>
          </p:nvSpPr>
          <p:spPr>
            <a:xfrm>
              <a:off x="20741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4" name="타원 15283">
              <a:extLst>
                <a:ext uri="{FF2B5EF4-FFF2-40B4-BE49-F238E27FC236}">
                  <a16:creationId xmlns:a16="http://schemas.microsoft.com/office/drawing/2014/main" id="{16B0E823-3D3C-4761-95BA-EFA0FE0A6485}"/>
                </a:ext>
              </a:extLst>
            </p:cNvPr>
            <p:cNvSpPr/>
            <p:nvPr/>
          </p:nvSpPr>
          <p:spPr>
            <a:xfrm>
              <a:off x="22265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5" name="타원 15284">
              <a:extLst>
                <a:ext uri="{FF2B5EF4-FFF2-40B4-BE49-F238E27FC236}">
                  <a16:creationId xmlns:a16="http://schemas.microsoft.com/office/drawing/2014/main" id="{45CC2206-98DF-4A00-ABF9-5E732EBE552A}"/>
                </a:ext>
              </a:extLst>
            </p:cNvPr>
            <p:cNvSpPr/>
            <p:nvPr/>
          </p:nvSpPr>
          <p:spPr>
            <a:xfrm>
              <a:off x="23789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6" name="타원 15285">
              <a:extLst>
                <a:ext uri="{FF2B5EF4-FFF2-40B4-BE49-F238E27FC236}">
                  <a16:creationId xmlns:a16="http://schemas.microsoft.com/office/drawing/2014/main" id="{9E3AD96E-8B01-494A-9572-4BC9B3548E58}"/>
                </a:ext>
              </a:extLst>
            </p:cNvPr>
            <p:cNvSpPr/>
            <p:nvPr/>
          </p:nvSpPr>
          <p:spPr>
            <a:xfrm>
              <a:off x="2531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7" name="타원 15286">
              <a:extLst>
                <a:ext uri="{FF2B5EF4-FFF2-40B4-BE49-F238E27FC236}">
                  <a16:creationId xmlns:a16="http://schemas.microsoft.com/office/drawing/2014/main" id="{C640A0F1-69E4-4E1F-A29A-27A48E09CACD}"/>
                </a:ext>
              </a:extLst>
            </p:cNvPr>
            <p:cNvSpPr/>
            <p:nvPr/>
          </p:nvSpPr>
          <p:spPr>
            <a:xfrm>
              <a:off x="2683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8" name="타원 15287">
              <a:extLst>
                <a:ext uri="{FF2B5EF4-FFF2-40B4-BE49-F238E27FC236}">
                  <a16:creationId xmlns:a16="http://schemas.microsoft.com/office/drawing/2014/main" id="{5964CBA9-36D5-41F8-BE0A-452EA7D0A428}"/>
                </a:ext>
              </a:extLst>
            </p:cNvPr>
            <p:cNvSpPr/>
            <p:nvPr/>
          </p:nvSpPr>
          <p:spPr>
            <a:xfrm>
              <a:off x="28361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89" name="타원 15288">
              <a:extLst>
                <a:ext uri="{FF2B5EF4-FFF2-40B4-BE49-F238E27FC236}">
                  <a16:creationId xmlns:a16="http://schemas.microsoft.com/office/drawing/2014/main" id="{F2BA1D52-88B9-4276-B335-96ADA7B97B14}"/>
                </a:ext>
              </a:extLst>
            </p:cNvPr>
            <p:cNvSpPr/>
            <p:nvPr/>
          </p:nvSpPr>
          <p:spPr>
            <a:xfrm>
              <a:off x="29885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0" name="타원 15289">
              <a:extLst>
                <a:ext uri="{FF2B5EF4-FFF2-40B4-BE49-F238E27FC236}">
                  <a16:creationId xmlns:a16="http://schemas.microsoft.com/office/drawing/2014/main" id="{40E38F97-C289-4063-8860-A700E019101A}"/>
                </a:ext>
              </a:extLst>
            </p:cNvPr>
            <p:cNvSpPr/>
            <p:nvPr/>
          </p:nvSpPr>
          <p:spPr>
            <a:xfrm>
              <a:off x="31409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1" name="타원 15290">
              <a:extLst>
                <a:ext uri="{FF2B5EF4-FFF2-40B4-BE49-F238E27FC236}">
                  <a16:creationId xmlns:a16="http://schemas.microsoft.com/office/drawing/2014/main" id="{C9200252-8A7B-403E-92D2-DE8D0F3FA0DB}"/>
                </a:ext>
              </a:extLst>
            </p:cNvPr>
            <p:cNvSpPr/>
            <p:nvPr/>
          </p:nvSpPr>
          <p:spPr>
            <a:xfrm>
              <a:off x="3293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2" name="타원 15291">
              <a:extLst>
                <a:ext uri="{FF2B5EF4-FFF2-40B4-BE49-F238E27FC236}">
                  <a16:creationId xmlns:a16="http://schemas.microsoft.com/office/drawing/2014/main" id="{12CBFF56-D62F-4A57-BCB6-2093467D2E16}"/>
                </a:ext>
              </a:extLst>
            </p:cNvPr>
            <p:cNvSpPr/>
            <p:nvPr/>
          </p:nvSpPr>
          <p:spPr>
            <a:xfrm>
              <a:off x="3445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3" name="타원 15292">
              <a:extLst>
                <a:ext uri="{FF2B5EF4-FFF2-40B4-BE49-F238E27FC236}">
                  <a16:creationId xmlns:a16="http://schemas.microsoft.com/office/drawing/2014/main" id="{6DF3671E-4831-45C3-97D9-0FC36B71CCA5}"/>
                </a:ext>
              </a:extLst>
            </p:cNvPr>
            <p:cNvSpPr/>
            <p:nvPr/>
          </p:nvSpPr>
          <p:spPr>
            <a:xfrm>
              <a:off x="35981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4" name="타원 15293">
              <a:extLst>
                <a:ext uri="{FF2B5EF4-FFF2-40B4-BE49-F238E27FC236}">
                  <a16:creationId xmlns:a16="http://schemas.microsoft.com/office/drawing/2014/main" id="{4CD568F8-5FD1-49E5-BD91-C078EEC4A688}"/>
                </a:ext>
              </a:extLst>
            </p:cNvPr>
            <p:cNvSpPr/>
            <p:nvPr/>
          </p:nvSpPr>
          <p:spPr>
            <a:xfrm>
              <a:off x="37505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5" name="타원 15294">
              <a:extLst>
                <a:ext uri="{FF2B5EF4-FFF2-40B4-BE49-F238E27FC236}">
                  <a16:creationId xmlns:a16="http://schemas.microsoft.com/office/drawing/2014/main" id="{A398410E-C419-49F7-9AFE-F440C92F4D10}"/>
                </a:ext>
              </a:extLst>
            </p:cNvPr>
            <p:cNvSpPr/>
            <p:nvPr/>
          </p:nvSpPr>
          <p:spPr>
            <a:xfrm>
              <a:off x="39029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6" name="타원 15295">
              <a:extLst>
                <a:ext uri="{FF2B5EF4-FFF2-40B4-BE49-F238E27FC236}">
                  <a16:creationId xmlns:a16="http://schemas.microsoft.com/office/drawing/2014/main" id="{199F0E54-CB50-4763-88FF-524600D9170D}"/>
                </a:ext>
              </a:extLst>
            </p:cNvPr>
            <p:cNvSpPr/>
            <p:nvPr/>
          </p:nvSpPr>
          <p:spPr>
            <a:xfrm>
              <a:off x="4055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7" name="타원 15296">
              <a:extLst>
                <a:ext uri="{FF2B5EF4-FFF2-40B4-BE49-F238E27FC236}">
                  <a16:creationId xmlns:a16="http://schemas.microsoft.com/office/drawing/2014/main" id="{1BEEC8BA-1815-4850-AC52-F9A89CF87BED}"/>
                </a:ext>
              </a:extLst>
            </p:cNvPr>
            <p:cNvSpPr/>
            <p:nvPr/>
          </p:nvSpPr>
          <p:spPr>
            <a:xfrm>
              <a:off x="4207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8" name="타원 15297">
              <a:extLst>
                <a:ext uri="{FF2B5EF4-FFF2-40B4-BE49-F238E27FC236}">
                  <a16:creationId xmlns:a16="http://schemas.microsoft.com/office/drawing/2014/main" id="{5B149FAB-AC36-4CF6-9CA5-9175356ECB53}"/>
                </a:ext>
              </a:extLst>
            </p:cNvPr>
            <p:cNvSpPr/>
            <p:nvPr/>
          </p:nvSpPr>
          <p:spPr>
            <a:xfrm>
              <a:off x="43601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99" name="타원 15298">
              <a:extLst>
                <a:ext uri="{FF2B5EF4-FFF2-40B4-BE49-F238E27FC236}">
                  <a16:creationId xmlns:a16="http://schemas.microsoft.com/office/drawing/2014/main" id="{FD515F45-424F-4665-A8B0-B9876AB45326}"/>
                </a:ext>
              </a:extLst>
            </p:cNvPr>
            <p:cNvSpPr/>
            <p:nvPr/>
          </p:nvSpPr>
          <p:spPr>
            <a:xfrm>
              <a:off x="45125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0" name="타원 15299">
              <a:extLst>
                <a:ext uri="{FF2B5EF4-FFF2-40B4-BE49-F238E27FC236}">
                  <a16:creationId xmlns:a16="http://schemas.microsoft.com/office/drawing/2014/main" id="{FD820E63-23CD-4384-8FF9-20AC40EF1AF2}"/>
                </a:ext>
              </a:extLst>
            </p:cNvPr>
            <p:cNvSpPr/>
            <p:nvPr/>
          </p:nvSpPr>
          <p:spPr>
            <a:xfrm>
              <a:off x="46649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1" name="타원 15300">
              <a:extLst>
                <a:ext uri="{FF2B5EF4-FFF2-40B4-BE49-F238E27FC236}">
                  <a16:creationId xmlns:a16="http://schemas.microsoft.com/office/drawing/2014/main" id="{11F67DEF-1793-4058-AC6B-1B9C648B01DB}"/>
                </a:ext>
              </a:extLst>
            </p:cNvPr>
            <p:cNvSpPr/>
            <p:nvPr/>
          </p:nvSpPr>
          <p:spPr>
            <a:xfrm>
              <a:off x="4817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2" name="타원 15301">
              <a:extLst>
                <a:ext uri="{FF2B5EF4-FFF2-40B4-BE49-F238E27FC236}">
                  <a16:creationId xmlns:a16="http://schemas.microsoft.com/office/drawing/2014/main" id="{04F3595B-9959-414C-AEFD-0BCBC805B110}"/>
                </a:ext>
              </a:extLst>
            </p:cNvPr>
            <p:cNvSpPr/>
            <p:nvPr/>
          </p:nvSpPr>
          <p:spPr>
            <a:xfrm>
              <a:off x="4969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3" name="타원 15302">
              <a:extLst>
                <a:ext uri="{FF2B5EF4-FFF2-40B4-BE49-F238E27FC236}">
                  <a16:creationId xmlns:a16="http://schemas.microsoft.com/office/drawing/2014/main" id="{36A469E6-6FE7-4B85-9B53-B0230F7E1D29}"/>
                </a:ext>
              </a:extLst>
            </p:cNvPr>
            <p:cNvSpPr/>
            <p:nvPr/>
          </p:nvSpPr>
          <p:spPr>
            <a:xfrm>
              <a:off x="51221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4" name="타원 15303">
              <a:extLst>
                <a:ext uri="{FF2B5EF4-FFF2-40B4-BE49-F238E27FC236}">
                  <a16:creationId xmlns:a16="http://schemas.microsoft.com/office/drawing/2014/main" id="{B0037B4E-BC2E-40B4-BEDE-4487A8055BEB}"/>
                </a:ext>
              </a:extLst>
            </p:cNvPr>
            <p:cNvSpPr/>
            <p:nvPr/>
          </p:nvSpPr>
          <p:spPr>
            <a:xfrm>
              <a:off x="52745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5" name="타원 15304">
              <a:extLst>
                <a:ext uri="{FF2B5EF4-FFF2-40B4-BE49-F238E27FC236}">
                  <a16:creationId xmlns:a16="http://schemas.microsoft.com/office/drawing/2014/main" id="{31340A31-68C2-40CD-ABEF-F3CF569651A7}"/>
                </a:ext>
              </a:extLst>
            </p:cNvPr>
            <p:cNvSpPr/>
            <p:nvPr/>
          </p:nvSpPr>
          <p:spPr>
            <a:xfrm>
              <a:off x="54269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6" name="타원 15305">
              <a:extLst>
                <a:ext uri="{FF2B5EF4-FFF2-40B4-BE49-F238E27FC236}">
                  <a16:creationId xmlns:a16="http://schemas.microsoft.com/office/drawing/2014/main" id="{7E827504-8A15-4F3C-BC46-625AAEFE959B}"/>
                </a:ext>
              </a:extLst>
            </p:cNvPr>
            <p:cNvSpPr/>
            <p:nvPr/>
          </p:nvSpPr>
          <p:spPr>
            <a:xfrm>
              <a:off x="55793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7" name="타원 15306">
              <a:extLst>
                <a:ext uri="{FF2B5EF4-FFF2-40B4-BE49-F238E27FC236}">
                  <a16:creationId xmlns:a16="http://schemas.microsoft.com/office/drawing/2014/main" id="{9E5A5A53-C12B-45F9-9B26-3AF2461EAAC0}"/>
                </a:ext>
              </a:extLst>
            </p:cNvPr>
            <p:cNvSpPr/>
            <p:nvPr/>
          </p:nvSpPr>
          <p:spPr>
            <a:xfrm>
              <a:off x="5731775" y="6550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8" name="타원 15307">
              <a:extLst>
                <a:ext uri="{FF2B5EF4-FFF2-40B4-BE49-F238E27FC236}">
                  <a16:creationId xmlns:a16="http://schemas.microsoft.com/office/drawing/2014/main" id="{A5081880-3811-4EA6-9D74-ED3D15EB5E58}"/>
                </a:ext>
              </a:extLst>
            </p:cNvPr>
            <p:cNvSpPr/>
            <p:nvPr/>
          </p:nvSpPr>
          <p:spPr>
            <a:xfrm>
              <a:off x="245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09" name="타원 15308">
              <a:extLst>
                <a:ext uri="{FF2B5EF4-FFF2-40B4-BE49-F238E27FC236}">
                  <a16:creationId xmlns:a16="http://schemas.microsoft.com/office/drawing/2014/main" id="{089672EB-2039-4FF1-A357-913810E2D998}"/>
                </a:ext>
              </a:extLst>
            </p:cNvPr>
            <p:cNvSpPr/>
            <p:nvPr/>
          </p:nvSpPr>
          <p:spPr>
            <a:xfrm>
              <a:off x="397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0" name="타원 15309">
              <a:extLst>
                <a:ext uri="{FF2B5EF4-FFF2-40B4-BE49-F238E27FC236}">
                  <a16:creationId xmlns:a16="http://schemas.microsoft.com/office/drawing/2014/main" id="{FA0D12DB-D772-49B9-8710-85204E2EB3D6}"/>
                </a:ext>
              </a:extLst>
            </p:cNvPr>
            <p:cNvSpPr/>
            <p:nvPr/>
          </p:nvSpPr>
          <p:spPr>
            <a:xfrm>
              <a:off x="5501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1" name="타원 15310">
              <a:extLst>
                <a:ext uri="{FF2B5EF4-FFF2-40B4-BE49-F238E27FC236}">
                  <a16:creationId xmlns:a16="http://schemas.microsoft.com/office/drawing/2014/main" id="{BDB6ABC4-EEAD-4F1F-A4D1-B4103D493A84}"/>
                </a:ext>
              </a:extLst>
            </p:cNvPr>
            <p:cNvSpPr/>
            <p:nvPr/>
          </p:nvSpPr>
          <p:spPr>
            <a:xfrm>
              <a:off x="7025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2" name="타원 15311">
              <a:extLst>
                <a:ext uri="{FF2B5EF4-FFF2-40B4-BE49-F238E27FC236}">
                  <a16:creationId xmlns:a16="http://schemas.microsoft.com/office/drawing/2014/main" id="{D0A26450-B1EA-4BAB-9AAD-CF6B7A917835}"/>
                </a:ext>
              </a:extLst>
            </p:cNvPr>
            <p:cNvSpPr/>
            <p:nvPr/>
          </p:nvSpPr>
          <p:spPr>
            <a:xfrm>
              <a:off x="8549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3" name="타원 15312">
              <a:extLst>
                <a:ext uri="{FF2B5EF4-FFF2-40B4-BE49-F238E27FC236}">
                  <a16:creationId xmlns:a16="http://schemas.microsoft.com/office/drawing/2014/main" id="{2E090F6F-B73A-4CC7-B50D-BEDD9547B791}"/>
                </a:ext>
              </a:extLst>
            </p:cNvPr>
            <p:cNvSpPr/>
            <p:nvPr/>
          </p:nvSpPr>
          <p:spPr>
            <a:xfrm>
              <a:off x="1007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4" name="타원 15313">
              <a:extLst>
                <a:ext uri="{FF2B5EF4-FFF2-40B4-BE49-F238E27FC236}">
                  <a16:creationId xmlns:a16="http://schemas.microsoft.com/office/drawing/2014/main" id="{66DE2A0C-F870-43B3-A81C-BBF501BF4FFC}"/>
                </a:ext>
              </a:extLst>
            </p:cNvPr>
            <p:cNvSpPr/>
            <p:nvPr/>
          </p:nvSpPr>
          <p:spPr>
            <a:xfrm>
              <a:off x="1159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5" name="타원 15314">
              <a:extLst>
                <a:ext uri="{FF2B5EF4-FFF2-40B4-BE49-F238E27FC236}">
                  <a16:creationId xmlns:a16="http://schemas.microsoft.com/office/drawing/2014/main" id="{F33781E0-EBF1-42B9-AE50-D8135E829577}"/>
                </a:ext>
              </a:extLst>
            </p:cNvPr>
            <p:cNvSpPr/>
            <p:nvPr/>
          </p:nvSpPr>
          <p:spPr>
            <a:xfrm>
              <a:off x="13121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6" name="타원 15315">
              <a:extLst>
                <a:ext uri="{FF2B5EF4-FFF2-40B4-BE49-F238E27FC236}">
                  <a16:creationId xmlns:a16="http://schemas.microsoft.com/office/drawing/2014/main" id="{9933488F-D585-4F58-9423-AA4D900B5C3B}"/>
                </a:ext>
              </a:extLst>
            </p:cNvPr>
            <p:cNvSpPr/>
            <p:nvPr/>
          </p:nvSpPr>
          <p:spPr>
            <a:xfrm>
              <a:off x="14645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7" name="타원 15316">
              <a:extLst>
                <a:ext uri="{FF2B5EF4-FFF2-40B4-BE49-F238E27FC236}">
                  <a16:creationId xmlns:a16="http://schemas.microsoft.com/office/drawing/2014/main" id="{05289284-6FAE-460A-9590-9BFF331ABF1F}"/>
                </a:ext>
              </a:extLst>
            </p:cNvPr>
            <p:cNvSpPr/>
            <p:nvPr/>
          </p:nvSpPr>
          <p:spPr>
            <a:xfrm>
              <a:off x="16169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8" name="타원 15317">
              <a:extLst>
                <a:ext uri="{FF2B5EF4-FFF2-40B4-BE49-F238E27FC236}">
                  <a16:creationId xmlns:a16="http://schemas.microsoft.com/office/drawing/2014/main" id="{2EB4686A-096A-44E0-A05F-F8839979BBD4}"/>
                </a:ext>
              </a:extLst>
            </p:cNvPr>
            <p:cNvSpPr/>
            <p:nvPr/>
          </p:nvSpPr>
          <p:spPr>
            <a:xfrm>
              <a:off x="1769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19" name="타원 15318">
              <a:extLst>
                <a:ext uri="{FF2B5EF4-FFF2-40B4-BE49-F238E27FC236}">
                  <a16:creationId xmlns:a16="http://schemas.microsoft.com/office/drawing/2014/main" id="{4AD9814A-B409-4342-8418-C5B675658C05}"/>
                </a:ext>
              </a:extLst>
            </p:cNvPr>
            <p:cNvSpPr/>
            <p:nvPr/>
          </p:nvSpPr>
          <p:spPr>
            <a:xfrm>
              <a:off x="1921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0" name="타원 15319">
              <a:extLst>
                <a:ext uri="{FF2B5EF4-FFF2-40B4-BE49-F238E27FC236}">
                  <a16:creationId xmlns:a16="http://schemas.microsoft.com/office/drawing/2014/main" id="{DBC7BCFF-BD55-4692-A033-1817FC4E5A7B}"/>
                </a:ext>
              </a:extLst>
            </p:cNvPr>
            <p:cNvSpPr/>
            <p:nvPr/>
          </p:nvSpPr>
          <p:spPr>
            <a:xfrm>
              <a:off x="20741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1" name="타원 15320">
              <a:extLst>
                <a:ext uri="{FF2B5EF4-FFF2-40B4-BE49-F238E27FC236}">
                  <a16:creationId xmlns:a16="http://schemas.microsoft.com/office/drawing/2014/main" id="{859B0972-50C5-4291-85F1-B789C237B520}"/>
                </a:ext>
              </a:extLst>
            </p:cNvPr>
            <p:cNvSpPr/>
            <p:nvPr/>
          </p:nvSpPr>
          <p:spPr>
            <a:xfrm>
              <a:off x="22265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2" name="타원 15321">
              <a:extLst>
                <a:ext uri="{FF2B5EF4-FFF2-40B4-BE49-F238E27FC236}">
                  <a16:creationId xmlns:a16="http://schemas.microsoft.com/office/drawing/2014/main" id="{C671F64A-ED1F-4FD0-999A-21A085D1B192}"/>
                </a:ext>
              </a:extLst>
            </p:cNvPr>
            <p:cNvSpPr/>
            <p:nvPr/>
          </p:nvSpPr>
          <p:spPr>
            <a:xfrm>
              <a:off x="23789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3" name="타원 15322">
              <a:extLst>
                <a:ext uri="{FF2B5EF4-FFF2-40B4-BE49-F238E27FC236}">
                  <a16:creationId xmlns:a16="http://schemas.microsoft.com/office/drawing/2014/main" id="{B7F0D926-634E-4785-8955-44215A5ED329}"/>
                </a:ext>
              </a:extLst>
            </p:cNvPr>
            <p:cNvSpPr/>
            <p:nvPr/>
          </p:nvSpPr>
          <p:spPr>
            <a:xfrm>
              <a:off x="2531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4" name="타원 15323">
              <a:extLst>
                <a:ext uri="{FF2B5EF4-FFF2-40B4-BE49-F238E27FC236}">
                  <a16:creationId xmlns:a16="http://schemas.microsoft.com/office/drawing/2014/main" id="{3C265243-062F-489A-AE32-BFB4FB790421}"/>
                </a:ext>
              </a:extLst>
            </p:cNvPr>
            <p:cNvSpPr/>
            <p:nvPr/>
          </p:nvSpPr>
          <p:spPr>
            <a:xfrm>
              <a:off x="2683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5" name="타원 15324">
              <a:extLst>
                <a:ext uri="{FF2B5EF4-FFF2-40B4-BE49-F238E27FC236}">
                  <a16:creationId xmlns:a16="http://schemas.microsoft.com/office/drawing/2014/main" id="{A02C8EC9-3A2E-4C82-BC00-4DBFC8D5AE05}"/>
                </a:ext>
              </a:extLst>
            </p:cNvPr>
            <p:cNvSpPr/>
            <p:nvPr/>
          </p:nvSpPr>
          <p:spPr>
            <a:xfrm>
              <a:off x="28361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6" name="타원 15325">
              <a:extLst>
                <a:ext uri="{FF2B5EF4-FFF2-40B4-BE49-F238E27FC236}">
                  <a16:creationId xmlns:a16="http://schemas.microsoft.com/office/drawing/2014/main" id="{AD53E6E9-9B34-4F31-9514-730C87D4FAA5}"/>
                </a:ext>
              </a:extLst>
            </p:cNvPr>
            <p:cNvSpPr/>
            <p:nvPr/>
          </p:nvSpPr>
          <p:spPr>
            <a:xfrm>
              <a:off x="29885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7" name="타원 15326">
              <a:extLst>
                <a:ext uri="{FF2B5EF4-FFF2-40B4-BE49-F238E27FC236}">
                  <a16:creationId xmlns:a16="http://schemas.microsoft.com/office/drawing/2014/main" id="{5212770C-BCEC-4420-B4A4-D2CE145E0D24}"/>
                </a:ext>
              </a:extLst>
            </p:cNvPr>
            <p:cNvSpPr/>
            <p:nvPr/>
          </p:nvSpPr>
          <p:spPr>
            <a:xfrm>
              <a:off x="31409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8" name="타원 15327">
              <a:extLst>
                <a:ext uri="{FF2B5EF4-FFF2-40B4-BE49-F238E27FC236}">
                  <a16:creationId xmlns:a16="http://schemas.microsoft.com/office/drawing/2014/main" id="{A5BD09D5-48D2-49EE-8DE1-07FAA8412895}"/>
                </a:ext>
              </a:extLst>
            </p:cNvPr>
            <p:cNvSpPr/>
            <p:nvPr/>
          </p:nvSpPr>
          <p:spPr>
            <a:xfrm>
              <a:off x="3293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29" name="타원 15328">
              <a:extLst>
                <a:ext uri="{FF2B5EF4-FFF2-40B4-BE49-F238E27FC236}">
                  <a16:creationId xmlns:a16="http://schemas.microsoft.com/office/drawing/2014/main" id="{E978EC23-3B0D-42B2-9A9E-60C33A51B162}"/>
                </a:ext>
              </a:extLst>
            </p:cNvPr>
            <p:cNvSpPr/>
            <p:nvPr/>
          </p:nvSpPr>
          <p:spPr>
            <a:xfrm>
              <a:off x="3445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0" name="타원 15329">
              <a:extLst>
                <a:ext uri="{FF2B5EF4-FFF2-40B4-BE49-F238E27FC236}">
                  <a16:creationId xmlns:a16="http://schemas.microsoft.com/office/drawing/2014/main" id="{B0A3F86A-82F4-4BE2-95CA-BBEE6BAFCDA4}"/>
                </a:ext>
              </a:extLst>
            </p:cNvPr>
            <p:cNvSpPr/>
            <p:nvPr/>
          </p:nvSpPr>
          <p:spPr>
            <a:xfrm>
              <a:off x="35981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1" name="타원 15330">
              <a:extLst>
                <a:ext uri="{FF2B5EF4-FFF2-40B4-BE49-F238E27FC236}">
                  <a16:creationId xmlns:a16="http://schemas.microsoft.com/office/drawing/2014/main" id="{DBBA56B0-0632-4B22-BC95-5300258EAA3A}"/>
                </a:ext>
              </a:extLst>
            </p:cNvPr>
            <p:cNvSpPr/>
            <p:nvPr/>
          </p:nvSpPr>
          <p:spPr>
            <a:xfrm>
              <a:off x="37505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2" name="타원 15331">
              <a:extLst>
                <a:ext uri="{FF2B5EF4-FFF2-40B4-BE49-F238E27FC236}">
                  <a16:creationId xmlns:a16="http://schemas.microsoft.com/office/drawing/2014/main" id="{C247A4CA-6551-454A-87EE-9E5F97A8868E}"/>
                </a:ext>
              </a:extLst>
            </p:cNvPr>
            <p:cNvSpPr/>
            <p:nvPr/>
          </p:nvSpPr>
          <p:spPr>
            <a:xfrm>
              <a:off x="39029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3" name="타원 15332">
              <a:extLst>
                <a:ext uri="{FF2B5EF4-FFF2-40B4-BE49-F238E27FC236}">
                  <a16:creationId xmlns:a16="http://schemas.microsoft.com/office/drawing/2014/main" id="{0CA77ACB-D4F4-4E49-A5E2-3C144FBD2B80}"/>
                </a:ext>
              </a:extLst>
            </p:cNvPr>
            <p:cNvSpPr/>
            <p:nvPr/>
          </p:nvSpPr>
          <p:spPr>
            <a:xfrm>
              <a:off x="4055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4" name="타원 15333">
              <a:extLst>
                <a:ext uri="{FF2B5EF4-FFF2-40B4-BE49-F238E27FC236}">
                  <a16:creationId xmlns:a16="http://schemas.microsoft.com/office/drawing/2014/main" id="{F8188755-EA78-4032-A6B3-03E4C2C120D9}"/>
                </a:ext>
              </a:extLst>
            </p:cNvPr>
            <p:cNvSpPr/>
            <p:nvPr/>
          </p:nvSpPr>
          <p:spPr>
            <a:xfrm>
              <a:off x="4207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5" name="타원 15334">
              <a:extLst>
                <a:ext uri="{FF2B5EF4-FFF2-40B4-BE49-F238E27FC236}">
                  <a16:creationId xmlns:a16="http://schemas.microsoft.com/office/drawing/2014/main" id="{DCA9FF74-1A5B-4E44-AAD4-85456D4AA75C}"/>
                </a:ext>
              </a:extLst>
            </p:cNvPr>
            <p:cNvSpPr/>
            <p:nvPr/>
          </p:nvSpPr>
          <p:spPr>
            <a:xfrm>
              <a:off x="43601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6" name="타원 15335">
              <a:extLst>
                <a:ext uri="{FF2B5EF4-FFF2-40B4-BE49-F238E27FC236}">
                  <a16:creationId xmlns:a16="http://schemas.microsoft.com/office/drawing/2014/main" id="{F4616225-45E9-4574-93B9-10FA4799C5A6}"/>
                </a:ext>
              </a:extLst>
            </p:cNvPr>
            <p:cNvSpPr/>
            <p:nvPr/>
          </p:nvSpPr>
          <p:spPr>
            <a:xfrm>
              <a:off x="45125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7" name="타원 15336">
              <a:extLst>
                <a:ext uri="{FF2B5EF4-FFF2-40B4-BE49-F238E27FC236}">
                  <a16:creationId xmlns:a16="http://schemas.microsoft.com/office/drawing/2014/main" id="{F16A81DE-285A-408E-BA9E-B5351948847A}"/>
                </a:ext>
              </a:extLst>
            </p:cNvPr>
            <p:cNvSpPr/>
            <p:nvPr/>
          </p:nvSpPr>
          <p:spPr>
            <a:xfrm>
              <a:off x="46649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8" name="타원 15337">
              <a:extLst>
                <a:ext uri="{FF2B5EF4-FFF2-40B4-BE49-F238E27FC236}">
                  <a16:creationId xmlns:a16="http://schemas.microsoft.com/office/drawing/2014/main" id="{944DC55D-93B1-475D-987C-9F950FD9ED7B}"/>
                </a:ext>
              </a:extLst>
            </p:cNvPr>
            <p:cNvSpPr/>
            <p:nvPr/>
          </p:nvSpPr>
          <p:spPr>
            <a:xfrm>
              <a:off x="4817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39" name="타원 15338">
              <a:extLst>
                <a:ext uri="{FF2B5EF4-FFF2-40B4-BE49-F238E27FC236}">
                  <a16:creationId xmlns:a16="http://schemas.microsoft.com/office/drawing/2014/main" id="{46BED7EA-90B2-4A9F-8B35-4FE709691D0B}"/>
                </a:ext>
              </a:extLst>
            </p:cNvPr>
            <p:cNvSpPr/>
            <p:nvPr/>
          </p:nvSpPr>
          <p:spPr>
            <a:xfrm>
              <a:off x="4969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0" name="타원 15339">
              <a:extLst>
                <a:ext uri="{FF2B5EF4-FFF2-40B4-BE49-F238E27FC236}">
                  <a16:creationId xmlns:a16="http://schemas.microsoft.com/office/drawing/2014/main" id="{907CD6D0-693E-4937-95B4-7781CA31A354}"/>
                </a:ext>
              </a:extLst>
            </p:cNvPr>
            <p:cNvSpPr/>
            <p:nvPr/>
          </p:nvSpPr>
          <p:spPr>
            <a:xfrm>
              <a:off x="51221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1" name="타원 15340">
              <a:extLst>
                <a:ext uri="{FF2B5EF4-FFF2-40B4-BE49-F238E27FC236}">
                  <a16:creationId xmlns:a16="http://schemas.microsoft.com/office/drawing/2014/main" id="{334BD6B4-1E5F-4365-A8B3-C10287B6778D}"/>
                </a:ext>
              </a:extLst>
            </p:cNvPr>
            <p:cNvSpPr/>
            <p:nvPr/>
          </p:nvSpPr>
          <p:spPr>
            <a:xfrm>
              <a:off x="52745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2" name="타원 15341">
              <a:extLst>
                <a:ext uri="{FF2B5EF4-FFF2-40B4-BE49-F238E27FC236}">
                  <a16:creationId xmlns:a16="http://schemas.microsoft.com/office/drawing/2014/main" id="{00A56022-7A3F-49F2-B506-5E76F16583A4}"/>
                </a:ext>
              </a:extLst>
            </p:cNvPr>
            <p:cNvSpPr/>
            <p:nvPr/>
          </p:nvSpPr>
          <p:spPr>
            <a:xfrm>
              <a:off x="54269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3" name="타원 15342">
              <a:extLst>
                <a:ext uri="{FF2B5EF4-FFF2-40B4-BE49-F238E27FC236}">
                  <a16:creationId xmlns:a16="http://schemas.microsoft.com/office/drawing/2014/main" id="{7520F67F-06C4-4DE6-86F6-D3EB905B4DA6}"/>
                </a:ext>
              </a:extLst>
            </p:cNvPr>
            <p:cNvSpPr/>
            <p:nvPr/>
          </p:nvSpPr>
          <p:spPr>
            <a:xfrm>
              <a:off x="55793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4" name="타원 15343">
              <a:extLst>
                <a:ext uri="{FF2B5EF4-FFF2-40B4-BE49-F238E27FC236}">
                  <a16:creationId xmlns:a16="http://schemas.microsoft.com/office/drawing/2014/main" id="{5CCB1CB5-13AA-4669-9045-0BB77F436F4A}"/>
                </a:ext>
              </a:extLst>
            </p:cNvPr>
            <p:cNvSpPr/>
            <p:nvPr/>
          </p:nvSpPr>
          <p:spPr>
            <a:xfrm>
              <a:off x="5731775" y="6703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5" name="타원 15344">
              <a:extLst>
                <a:ext uri="{FF2B5EF4-FFF2-40B4-BE49-F238E27FC236}">
                  <a16:creationId xmlns:a16="http://schemas.microsoft.com/office/drawing/2014/main" id="{D30B0206-84AA-44AD-915A-4784D07D71B8}"/>
                </a:ext>
              </a:extLst>
            </p:cNvPr>
            <p:cNvSpPr/>
            <p:nvPr/>
          </p:nvSpPr>
          <p:spPr>
            <a:xfrm>
              <a:off x="245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6" name="타원 15345">
              <a:extLst>
                <a:ext uri="{FF2B5EF4-FFF2-40B4-BE49-F238E27FC236}">
                  <a16:creationId xmlns:a16="http://schemas.microsoft.com/office/drawing/2014/main" id="{8E0C06B5-EB12-4A7F-A33A-DA26F43A0050}"/>
                </a:ext>
              </a:extLst>
            </p:cNvPr>
            <p:cNvSpPr/>
            <p:nvPr/>
          </p:nvSpPr>
          <p:spPr>
            <a:xfrm>
              <a:off x="397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7" name="타원 15346">
              <a:extLst>
                <a:ext uri="{FF2B5EF4-FFF2-40B4-BE49-F238E27FC236}">
                  <a16:creationId xmlns:a16="http://schemas.microsoft.com/office/drawing/2014/main" id="{1582322C-254F-46DA-B471-81B65F6AC0E3}"/>
                </a:ext>
              </a:extLst>
            </p:cNvPr>
            <p:cNvSpPr/>
            <p:nvPr/>
          </p:nvSpPr>
          <p:spPr>
            <a:xfrm>
              <a:off x="5501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8" name="타원 15347">
              <a:extLst>
                <a:ext uri="{FF2B5EF4-FFF2-40B4-BE49-F238E27FC236}">
                  <a16:creationId xmlns:a16="http://schemas.microsoft.com/office/drawing/2014/main" id="{0D476BAE-AAAC-4148-8C79-37BBD23DB881}"/>
                </a:ext>
              </a:extLst>
            </p:cNvPr>
            <p:cNvSpPr/>
            <p:nvPr/>
          </p:nvSpPr>
          <p:spPr>
            <a:xfrm>
              <a:off x="7025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49" name="타원 15348">
              <a:extLst>
                <a:ext uri="{FF2B5EF4-FFF2-40B4-BE49-F238E27FC236}">
                  <a16:creationId xmlns:a16="http://schemas.microsoft.com/office/drawing/2014/main" id="{0DD4C685-5316-48AF-855F-6F3BF8482C1C}"/>
                </a:ext>
              </a:extLst>
            </p:cNvPr>
            <p:cNvSpPr/>
            <p:nvPr/>
          </p:nvSpPr>
          <p:spPr>
            <a:xfrm>
              <a:off x="8549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0" name="타원 15349">
              <a:extLst>
                <a:ext uri="{FF2B5EF4-FFF2-40B4-BE49-F238E27FC236}">
                  <a16:creationId xmlns:a16="http://schemas.microsoft.com/office/drawing/2014/main" id="{F8ABD025-ECDC-4F60-BFAA-1034835DAB09}"/>
                </a:ext>
              </a:extLst>
            </p:cNvPr>
            <p:cNvSpPr/>
            <p:nvPr/>
          </p:nvSpPr>
          <p:spPr>
            <a:xfrm>
              <a:off x="1007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1" name="타원 15350">
              <a:extLst>
                <a:ext uri="{FF2B5EF4-FFF2-40B4-BE49-F238E27FC236}">
                  <a16:creationId xmlns:a16="http://schemas.microsoft.com/office/drawing/2014/main" id="{D8F79C1C-DC28-4546-B4CC-FC819F28FDB1}"/>
                </a:ext>
              </a:extLst>
            </p:cNvPr>
            <p:cNvSpPr/>
            <p:nvPr/>
          </p:nvSpPr>
          <p:spPr>
            <a:xfrm>
              <a:off x="1159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2" name="타원 15351">
              <a:extLst>
                <a:ext uri="{FF2B5EF4-FFF2-40B4-BE49-F238E27FC236}">
                  <a16:creationId xmlns:a16="http://schemas.microsoft.com/office/drawing/2014/main" id="{8E840674-83F4-4333-979D-733A181CA74C}"/>
                </a:ext>
              </a:extLst>
            </p:cNvPr>
            <p:cNvSpPr/>
            <p:nvPr/>
          </p:nvSpPr>
          <p:spPr>
            <a:xfrm>
              <a:off x="13121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3" name="타원 15352">
              <a:extLst>
                <a:ext uri="{FF2B5EF4-FFF2-40B4-BE49-F238E27FC236}">
                  <a16:creationId xmlns:a16="http://schemas.microsoft.com/office/drawing/2014/main" id="{A6CC22C3-0210-44D0-91D8-A779109A4E7C}"/>
                </a:ext>
              </a:extLst>
            </p:cNvPr>
            <p:cNvSpPr/>
            <p:nvPr/>
          </p:nvSpPr>
          <p:spPr>
            <a:xfrm>
              <a:off x="14645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4" name="타원 15353">
              <a:extLst>
                <a:ext uri="{FF2B5EF4-FFF2-40B4-BE49-F238E27FC236}">
                  <a16:creationId xmlns:a16="http://schemas.microsoft.com/office/drawing/2014/main" id="{038A5FBB-3323-4DC8-AA88-56D72389EC1E}"/>
                </a:ext>
              </a:extLst>
            </p:cNvPr>
            <p:cNvSpPr/>
            <p:nvPr/>
          </p:nvSpPr>
          <p:spPr>
            <a:xfrm>
              <a:off x="16169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5" name="타원 15354">
              <a:extLst>
                <a:ext uri="{FF2B5EF4-FFF2-40B4-BE49-F238E27FC236}">
                  <a16:creationId xmlns:a16="http://schemas.microsoft.com/office/drawing/2014/main" id="{2152BCFE-817C-4DBD-9A49-8C7644992ABD}"/>
                </a:ext>
              </a:extLst>
            </p:cNvPr>
            <p:cNvSpPr/>
            <p:nvPr/>
          </p:nvSpPr>
          <p:spPr>
            <a:xfrm>
              <a:off x="1769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6" name="타원 15355">
              <a:extLst>
                <a:ext uri="{FF2B5EF4-FFF2-40B4-BE49-F238E27FC236}">
                  <a16:creationId xmlns:a16="http://schemas.microsoft.com/office/drawing/2014/main" id="{0ED03A52-44ED-4F81-A15F-D9B40F43B272}"/>
                </a:ext>
              </a:extLst>
            </p:cNvPr>
            <p:cNvSpPr/>
            <p:nvPr/>
          </p:nvSpPr>
          <p:spPr>
            <a:xfrm>
              <a:off x="1921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7" name="타원 15356">
              <a:extLst>
                <a:ext uri="{FF2B5EF4-FFF2-40B4-BE49-F238E27FC236}">
                  <a16:creationId xmlns:a16="http://schemas.microsoft.com/office/drawing/2014/main" id="{27EA3A77-409A-4EE0-A077-D3D5C5A0EA8B}"/>
                </a:ext>
              </a:extLst>
            </p:cNvPr>
            <p:cNvSpPr/>
            <p:nvPr/>
          </p:nvSpPr>
          <p:spPr>
            <a:xfrm>
              <a:off x="20741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8" name="타원 15357">
              <a:extLst>
                <a:ext uri="{FF2B5EF4-FFF2-40B4-BE49-F238E27FC236}">
                  <a16:creationId xmlns:a16="http://schemas.microsoft.com/office/drawing/2014/main" id="{7CA2511D-460E-4408-80F0-0F54EEE30E0E}"/>
                </a:ext>
              </a:extLst>
            </p:cNvPr>
            <p:cNvSpPr/>
            <p:nvPr/>
          </p:nvSpPr>
          <p:spPr>
            <a:xfrm>
              <a:off x="22265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59" name="타원 15358">
              <a:extLst>
                <a:ext uri="{FF2B5EF4-FFF2-40B4-BE49-F238E27FC236}">
                  <a16:creationId xmlns:a16="http://schemas.microsoft.com/office/drawing/2014/main" id="{358CD81C-68AB-4126-B6C9-61D88A5E689C}"/>
                </a:ext>
              </a:extLst>
            </p:cNvPr>
            <p:cNvSpPr/>
            <p:nvPr/>
          </p:nvSpPr>
          <p:spPr>
            <a:xfrm>
              <a:off x="23789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0" name="타원 15359">
              <a:extLst>
                <a:ext uri="{FF2B5EF4-FFF2-40B4-BE49-F238E27FC236}">
                  <a16:creationId xmlns:a16="http://schemas.microsoft.com/office/drawing/2014/main" id="{AEC98E45-E6A9-4404-883C-C2C0E1E05001}"/>
                </a:ext>
              </a:extLst>
            </p:cNvPr>
            <p:cNvSpPr/>
            <p:nvPr/>
          </p:nvSpPr>
          <p:spPr>
            <a:xfrm>
              <a:off x="2531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1" name="타원 15360">
              <a:extLst>
                <a:ext uri="{FF2B5EF4-FFF2-40B4-BE49-F238E27FC236}">
                  <a16:creationId xmlns:a16="http://schemas.microsoft.com/office/drawing/2014/main" id="{B74835FC-5D94-494D-95C1-6CBA187A6B60}"/>
                </a:ext>
              </a:extLst>
            </p:cNvPr>
            <p:cNvSpPr/>
            <p:nvPr/>
          </p:nvSpPr>
          <p:spPr>
            <a:xfrm>
              <a:off x="2683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2" name="타원 15361">
              <a:extLst>
                <a:ext uri="{FF2B5EF4-FFF2-40B4-BE49-F238E27FC236}">
                  <a16:creationId xmlns:a16="http://schemas.microsoft.com/office/drawing/2014/main" id="{4F95B0AA-BED0-4653-A8B2-11D3C653CB34}"/>
                </a:ext>
              </a:extLst>
            </p:cNvPr>
            <p:cNvSpPr/>
            <p:nvPr/>
          </p:nvSpPr>
          <p:spPr>
            <a:xfrm>
              <a:off x="28361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3" name="타원 15362">
              <a:extLst>
                <a:ext uri="{FF2B5EF4-FFF2-40B4-BE49-F238E27FC236}">
                  <a16:creationId xmlns:a16="http://schemas.microsoft.com/office/drawing/2014/main" id="{6EA98271-980C-43DD-88A7-A4FFAF1E256D}"/>
                </a:ext>
              </a:extLst>
            </p:cNvPr>
            <p:cNvSpPr/>
            <p:nvPr/>
          </p:nvSpPr>
          <p:spPr>
            <a:xfrm>
              <a:off x="29885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4" name="타원 15363">
              <a:extLst>
                <a:ext uri="{FF2B5EF4-FFF2-40B4-BE49-F238E27FC236}">
                  <a16:creationId xmlns:a16="http://schemas.microsoft.com/office/drawing/2014/main" id="{BB570F81-A2EF-44F8-891E-BDE2B9F9CD7E}"/>
                </a:ext>
              </a:extLst>
            </p:cNvPr>
            <p:cNvSpPr/>
            <p:nvPr/>
          </p:nvSpPr>
          <p:spPr>
            <a:xfrm>
              <a:off x="31409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5" name="타원 15364">
              <a:extLst>
                <a:ext uri="{FF2B5EF4-FFF2-40B4-BE49-F238E27FC236}">
                  <a16:creationId xmlns:a16="http://schemas.microsoft.com/office/drawing/2014/main" id="{6543BFB4-1D70-4EEB-A229-CC5B4FBE4119}"/>
                </a:ext>
              </a:extLst>
            </p:cNvPr>
            <p:cNvSpPr/>
            <p:nvPr/>
          </p:nvSpPr>
          <p:spPr>
            <a:xfrm>
              <a:off x="3293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6" name="타원 15365">
              <a:extLst>
                <a:ext uri="{FF2B5EF4-FFF2-40B4-BE49-F238E27FC236}">
                  <a16:creationId xmlns:a16="http://schemas.microsoft.com/office/drawing/2014/main" id="{E4EB5790-1FAE-48E1-B83B-84268D91CDDD}"/>
                </a:ext>
              </a:extLst>
            </p:cNvPr>
            <p:cNvSpPr/>
            <p:nvPr/>
          </p:nvSpPr>
          <p:spPr>
            <a:xfrm>
              <a:off x="3445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7" name="타원 15366">
              <a:extLst>
                <a:ext uri="{FF2B5EF4-FFF2-40B4-BE49-F238E27FC236}">
                  <a16:creationId xmlns:a16="http://schemas.microsoft.com/office/drawing/2014/main" id="{FBDD5973-5090-4BC9-8D15-241240474CAC}"/>
                </a:ext>
              </a:extLst>
            </p:cNvPr>
            <p:cNvSpPr/>
            <p:nvPr/>
          </p:nvSpPr>
          <p:spPr>
            <a:xfrm>
              <a:off x="35981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8" name="타원 15367">
              <a:extLst>
                <a:ext uri="{FF2B5EF4-FFF2-40B4-BE49-F238E27FC236}">
                  <a16:creationId xmlns:a16="http://schemas.microsoft.com/office/drawing/2014/main" id="{0480BC9C-BBB3-4C98-BECE-BA79E7A3ACE9}"/>
                </a:ext>
              </a:extLst>
            </p:cNvPr>
            <p:cNvSpPr/>
            <p:nvPr/>
          </p:nvSpPr>
          <p:spPr>
            <a:xfrm>
              <a:off x="37505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69" name="타원 15368">
              <a:extLst>
                <a:ext uri="{FF2B5EF4-FFF2-40B4-BE49-F238E27FC236}">
                  <a16:creationId xmlns:a16="http://schemas.microsoft.com/office/drawing/2014/main" id="{2F381213-4048-4215-BD57-4B37B908C73E}"/>
                </a:ext>
              </a:extLst>
            </p:cNvPr>
            <p:cNvSpPr/>
            <p:nvPr/>
          </p:nvSpPr>
          <p:spPr>
            <a:xfrm>
              <a:off x="39029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0" name="타원 15369">
              <a:extLst>
                <a:ext uri="{FF2B5EF4-FFF2-40B4-BE49-F238E27FC236}">
                  <a16:creationId xmlns:a16="http://schemas.microsoft.com/office/drawing/2014/main" id="{8ED47DB2-FE42-44AF-9995-A11CBB46E96D}"/>
                </a:ext>
              </a:extLst>
            </p:cNvPr>
            <p:cNvSpPr/>
            <p:nvPr/>
          </p:nvSpPr>
          <p:spPr>
            <a:xfrm>
              <a:off x="4055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1" name="타원 15370">
              <a:extLst>
                <a:ext uri="{FF2B5EF4-FFF2-40B4-BE49-F238E27FC236}">
                  <a16:creationId xmlns:a16="http://schemas.microsoft.com/office/drawing/2014/main" id="{C5855190-C4F1-42EA-8F72-1BC640FFDA76}"/>
                </a:ext>
              </a:extLst>
            </p:cNvPr>
            <p:cNvSpPr/>
            <p:nvPr/>
          </p:nvSpPr>
          <p:spPr>
            <a:xfrm>
              <a:off x="4207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2" name="타원 15371">
              <a:extLst>
                <a:ext uri="{FF2B5EF4-FFF2-40B4-BE49-F238E27FC236}">
                  <a16:creationId xmlns:a16="http://schemas.microsoft.com/office/drawing/2014/main" id="{403A2F95-A07A-4266-9A30-B42E863668C4}"/>
                </a:ext>
              </a:extLst>
            </p:cNvPr>
            <p:cNvSpPr/>
            <p:nvPr/>
          </p:nvSpPr>
          <p:spPr>
            <a:xfrm>
              <a:off x="43601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3" name="타원 15372">
              <a:extLst>
                <a:ext uri="{FF2B5EF4-FFF2-40B4-BE49-F238E27FC236}">
                  <a16:creationId xmlns:a16="http://schemas.microsoft.com/office/drawing/2014/main" id="{99CD479F-2521-4914-98FC-D3C98AFD5998}"/>
                </a:ext>
              </a:extLst>
            </p:cNvPr>
            <p:cNvSpPr/>
            <p:nvPr/>
          </p:nvSpPr>
          <p:spPr>
            <a:xfrm>
              <a:off x="45125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4" name="타원 15373">
              <a:extLst>
                <a:ext uri="{FF2B5EF4-FFF2-40B4-BE49-F238E27FC236}">
                  <a16:creationId xmlns:a16="http://schemas.microsoft.com/office/drawing/2014/main" id="{84DFC314-502B-446F-8DC0-2CC491E69A2C}"/>
                </a:ext>
              </a:extLst>
            </p:cNvPr>
            <p:cNvSpPr/>
            <p:nvPr/>
          </p:nvSpPr>
          <p:spPr>
            <a:xfrm>
              <a:off x="46649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5" name="타원 15374">
              <a:extLst>
                <a:ext uri="{FF2B5EF4-FFF2-40B4-BE49-F238E27FC236}">
                  <a16:creationId xmlns:a16="http://schemas.microsoft.com/office/drawing/2014/main" id="{1146DAC4-BF98-4098-B45C-D49923C16CA8}"/>
                </a:ext>
              </a:extLst>
            </p:cNvPr>
            <p:cNvSpPr/>
            <p:nvPr/>
          </p:nvSpPr>
          <p:spPr>
            <a:xfrm>
              <a:off x="4817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6" name="타원 15375">
              <a:extLst>
                <a:ext uri="{FF2B5EF4-FFF2-40B4-BE49-F238E27FC236}">
                  <a16:creationId xmlns:a16="http://schemas.microsoft.com/office/drawing/2014/main" id="{368E8017-702F-4542-811C-5416C6CEFC91}"/>
                </a:ext>
              </a:extLst>
            </p:cNvPr>
            <p:cNvSpPr/>
            <p:nvPr/>
          </p:nvSpPr>
          <p:spPr>
            <a:xfrm>
              <a:off x="4969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7" name="타원 15376">
              <a:extLst>
                <a:ext uri="{FF2B5EF4-FFF2-40B4-BE49-F238E27FC236}">
                  <a16:creationId xmlns:a16="http://schemas.microsoft.com/office/drawing/2014/main" id="{47587516-E3EC-4B40-A7EA-4FC79860D82E}"/>
                </a:ext>
              </a:extLst>
            </p:cNvPr>
            <p:cNvSpPr/>
            <p:nvPr/>
          </p:nvSpPr>
          <p:spPr>
            <a:xfrm>
              <a:off x="51221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8" name="타원 15377">
              <a:extLst>
                <a:ext uri="{FF2B5EF4-FFF2-40B4-BE49-F238E27FC236}">
                  <a16:creationId xmlns:a16="http://schemas.microsoft.com/office/drawing/2014/main" id="{D560B576-49BC-49D9-8D97-B3C06050C6FE}"/>
                </a:ext>
              </a:extLst>
            </p:cNvPr>
            <p:cNvSpPr/>
            <p:nvPr/>
          </p:nvSpPr>
          <p:spPr>
            <a:xfrm>
              <a:off x="52745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79" name="타원 15378">
              <a:extLst>
                <a:ext uri="{FF2B5EF4-FFF2-40B4-BE49-F238E27FC236}">
                  <a16:creationId xmlns:a16="http://schemas.microsoft.com/office/drawing/2014/main" id="{3227B6FE-AABF-4CDD-8F64-7B1A800E8882}"/>
                </a:ext>
              </a:extLst>
            </p:cNvPr>
            <p:cNvSpPr/>
            <p:nvPr/>
          </p:nvSpPr>
          <p:spPr>
            <a:xfrm>
              <a:off x="54269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0" name="타원 15379">
              <a:extLst>
                <a:ext uri="{FF2B5EF4-FFF2-40B4-BE49-F238E27FC236}">
                  <a16:creationId xmlns:a16="http://schemas.microsoft.com/office/drawing/2014/main" id="{46D0984F-E832-4E60-AED8-82DE34A50041}"/>
                </a:ext>
              </a:extLst>
            </p:cNvPr>
            <p:cNvSpPr/>
            <p:nvPr/>
          </p:nvSpPr>
          <p:spPr>
            <a:xfrm>
              <a:off x="55793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1" name="타원 15380">
              <a:extLst>
                <a:ext uri="{FF2B5EF4-FFF2-40B4-BE49-F238E27FC236}">
                  <a16:creationId xmlns:a16="http://schemas.microsoft.com/office/drawing/2014/main" id="{D5090F49-7B8A-4B96-9146-C84DDFABBAEF}"/>
                </a:ext>
              </a:extLst>
            </p:cNvPr>
            <p:cNvSpPr/>
            <p:nvPr/>
          </p:nvSpPr>
          <p:spPr>
            <a:xfrm>
              <a:off x="5731775" y="68556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2" name="타원 15381">
              <a:extLst>
                <a:ext uri="{FF2B5EF4-FFF2-40B4-BE49-F238E27FC236}">
                  <a16:creationId xmlns:a16="http://schemas.microsoft.com/office/drawing/2014/main" id="{8BDB4150-FF00-445C-AE5E-EA6AEF43B1AC}"/>
                </a:ext>
              </a:extLst>
            </p:cNvPr>
            <p:cNvSpPr/>
            <p:nvPr/>
          </p:nvSpPr>
          <p:spPr>
            <a:xfrm>
              <a:off x="245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3" name="타원 15382">
              <a:extLst>
                <a:ext uri="{FF2B5EF4-FFF2-40B4-BE49-F238E27FC236}">
                  <a16:creationId xmlns:a16="http://schemas.microsoft.com/office/drawing/2014/main" id="{C5831717-3E5C-432F-A162-0E29741D0DED}"/>
                </a:ext>
              </a:extLst>
            </p:cNvPr>
            <p:cNvSpPr/>
            <p:nvPr/>
          </p:nvSpPr>
          <p:spPr>
            <a:xfrm>
              <a:off x="397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4" name="타원 15383">
              <a:extLst>
                <a:ext uri="{FF2B5EF4-FFF2-40B4-BE49-F238E27FC236}">
                  <a16:creationId xmlns:a16="http://schemas.microsoft.com/office/drawing/2014/main" id="{79387CF8-6A2A-4362-A3F1-C6B9040F2699}"/>
                </a:ext>
              </a:extLst>
            </p:cNvPr>
            <p:cNvSpPr/>
            <p:nvPr/>
          </p:nvSpPr>
          <p:spPr>
            <a:xfrm>
              <a:off x="5501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5" name="타원 15384">
              <a:extLst>
                <a:ext uri="{FF2B5EF4-FFF2-40B4-BE49-F238E27FC236}">
                  <a16:creationId xmlns:a16="http://schemas.microsoft.com/office/drawing/2014/main" id="{F712662A-AFAC-42AD-80D4-536CA6274EE7}"/>
                </a:ext>
              </a:extLst>
            </p:cNvPr>
            <p:cNvSpPr/>
            <p:nvPr/>
          </p:nvSpPr>
          <p:spPr>
            <a:xfrm>
              <a:off x="7025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6" name="타원 15385">
              <a:extLst>
                <a:ext uri="{FF2B5EF4-FFF2-40B4-BE49-F238E27FC236}">
                  <a16:creationId xmlns:a16="http://schemas.microsoft.com/office/drawing/2014/main" id="{FF753FDF-9BD0-4C4F-9BAD-5E7D179FCF0E}"/>
                </a:ext>
              </a:extLst>
            </p:cNvPr>
            <p:cNvSpPr/>
            <p:nvPr/>
          </p:nvSpPr>
          <p:spPr>
            <a:xfrm>
              <a:off x="8549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7" name="타원 15386">
              <a:extLst>
                <a:ext uri="{FF2B5EF4-FFF2-40B4-BE49-F238E27FC236}">
                  <a16:creationId xmlns:a16="http://schemas.microsoft.com/office/drawing/2014/main" id="{63FC5AF3-DB64-4BE4-88CF-502E43E80DCB}"/>
                </a:ext>
              </a:extLst>
            </p:cNvPr>
            <p:cNvSpPr/>
            <p:nvPr/>
          </p:nvSpPr>
          <p:spPr>
            <a:xfrm>
              <a:off x="1007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8" name="타원 15387">
              <a:extLst>
                <a:ext uri="{FF2B5EF4-FFF2-40B4-BE49-F238E27FC236}">
                  <a16:creationId xmlns:a16="http://schemas.microsoft.com/office/drawing/2014/main" id="{3A995989-8DDF-4AE3-8BE8-CA22C9B18946}"/>
                </a:ext>
              </a:extLst>
            </p:cNvPr>
            <p:cNvSpPr/>
            <p:nvPr/>
          </p:nvSpPr>
          <p:spPr>
            <a:xfrm>
              <a:off x="1159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89" name="타원 15388">
              <a:extLst>
                <a:ext uri="{FF2B5EF4-FFF2-40B4-BE49-F238E27FC236}">
                  <a16:creationId xmlns:a16="http://schemas.microsoft.com/office/drawing/2014/main" id="{9DC44E62-862D-4A78-983D-F0C3623BA8C5}"/>
                </a:ext>
              </a:extLst>
            </p:cNvPr>
            <p:cNvSpPr/>
            <p:nvPr/>
          </p:nvSpPr>
          <p:spPr>
            <a:xfrm>
              <a:off x="13121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0" name="타원 15389">
              <a:extLst>
                <a:ext uri="{FF2B5EF4-FFF2-40B4-BE49-F238E27FC236}">
                  <a16:creationId xmlns:a16="http://schemas.microsoft.com/office/drawing/2014/main" id="{80506DD6-3036-41B4-A721-99BBC2B5AA0D}"/>
                </a:ext>
              </a:extLst>
            </p:cNvPr>
            <p:cNvSpPr/>
            <p:nvPr/>
          </p:nvSpPr>
          <p:spPr>
            <a:xfrm>
              <a:off x="14645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1" name="타원 15390">
              <a:extLst>
                <a:ext uri="{FF2B5EF4-FFF2-40B4-BE49-F238E27FC236}">
                  <a16:creationId xmlns:a16="http://schemas.microsoft.com/office/drawing/2014/main" id="{067F3CEF-E3B0-437B-8ED8-85F68E1D2A0D}"/>
                </a:ext>
              </a:extLst>
            </p:cNvPr>
            <p:cNvSpPr/>
            <p:nvPr/>
          </p:nvSpPr>
          <p:spPr>
            <a:xfrm>
              <a:off x="16169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2" name="타원 15391">
              <a:extLst>
                <a:ext uri="{FF2B5EF4-FFF2-40B4-BE49-F238E27FC236}">
                  <a16:creationId xmlns:a16="http://schemas.microsoft.com/office/drawing/2014/main" id="{F30CCCA1-DF57-430E-A7BA-D77AAE55AED6}"/>
                </a:ext>
              </a:extLst>
            </p:cNvPr>
            <p:cNvSpPr/>
            <p:nvPr/>
          </p:nvSpPr>
          <p:spPr>
            <a:xfrm>
              <a:off x="1769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3" name="타원 15392">
              <a:extLst>
                <a:ext uri="{FF2B5EF4-FFF2-40B4-BE49-F238E27FC236}">
                  <a16:creationId xmlns:a16="http://schemas.microsoft.com/office/drawing/2014/main" id="{0F1A3BAB-485A-4186-A17A-314DE0E7C984}"/>
                </a:ext>
              </a:extLst>
            </p:cNvPr>
            <p:cNvSpPr/>
            <p:nvPr/>
          </p:nvSpPr>
          <p:spPr>
            <a:xfrm>
              <a:off x="1921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4" name="타원 15393">
              <a:extLst>
                <a:ext uri="{FF2B5EF4-FFF2-40B4-BE49-F238E27FC236}">
                  <a16:creationId xmlns:a16="http://schemas.microsoft.com/office/drawing/2014/main" id="{5ABCD89B-122A-43E9-A4A7-D99A404DBE12}"/>
                </a:ext>
              </a:extLst>
            </p:cNvPr>
            <p:cNvSpPr/>
            <p:nvPr/>
          </p:nvSpPr>
          <p:spPr>
            <a:xfrm>
              <a:off x="20741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5" name="타원 15394">
              <a:extLst>
                <a:ext uri="{FF2B5EF4-FFF2-40B4-BE49-F238E27FC236}">
                  <a16:creationId xmlns:a16="http://schemas.microsoft.com/office/drawing/2014/main" id="{46BACFE5-2031-4DDA-90E0-245E3B32B9DF}"/>
                </a:ext>
              </a:extLst>
            </p:cNvPr>
            <p:cNvSpPr/>
            <p:nvPr/>
          </p:nvSpPr>
          <p:spPr>
            <a:xfrm>
              <a:off x="22265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6" name="타원 15395">
              <a:extLst>
                <a:ext uri="{FF2B5EF4-FFF2-40B4-BE49-F238E27FC236}">
                  <a16:creationId xmlns:a16="http://schemas.microsoft.com/office/drawing/2014/main" id="{7F39423D-4E6B-47EC-9BE8-4F8C9F5B91E1}"/>
                </a:ext>
              </a:extLst>
            </p:cNvPr>
            <p:cNvSpPr/>
            <p:nvPr/>
          </p:nvSpPr>
          <p:spPr>
            <a:xfrm>
              <a:off x="23789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7" name="타원 15396">
              <a:extLst>
                <a:ext uri="{FF2B5EF4-FFF2-40B4-BE49-F238E27FC236}">
                  <a16:creationId xmlns:a16="http://schemas.microsoft.com/office/drawing/2014/main" id="{A957B8A6-55B5-4226-9213-5C13DB8D4F82}"/>
                </a:ext>
              </a:extLst>
            </p:cNvPr>
            <p:cNvSpPr/>
            <p:nvPr/>
          </p:nvSpPr>
          <p:spPr>
            <a:xfrm>
              <a:off x="2531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8" name="타원 15397">
              <a:extLst>
                <a:ext uri="{FF2B5EF4-FFF2-40B4-BE49-F238E27FC236}">
                  <a16:creationId xmlns:a16="http://schemas.microsoft.com/office/drawing/2014/main" id="{3123AE84-309F-4A63-81E0-014FBE3371C9}"/>
                </a:ext>
              </a:extLst>
            </p:cNvPr>
            <p:cNvSpPr/>
            <p:nvPr/>
          </p:nvSpPr>
          <p:spPr>
            <a:xfrm>
              <a:off x="2683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99" name="타원 15398">
              <a:extLst>
                <a:ext uri="{FF2B5EF4-FFF2-40B4-BE49-F238E27FC236}">
                  <a16:creationId xmlns:a16="http://schemas.microsoft.com/office/drawing/2014/main" id="{7E24FF6C-11A8-4296-8BF5-E9E7CAF9B84A}"/>
                </a:ext>
              </a:extLst>
            </p:cNvPr>
            <p:cNvSpPr/>
            <p:nvPr/>
          </p:nvSpPr>
          <p:spPr>
            <a:xfrm>
              <a:off x="28361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0" name="타원 15399">
              <a:extLst>
                <a:ext uri="{FF2B5EF4-FFF2-40B4-BE49-F238E27FC236}">
                  <a16:creationId xmlns:a16="http://schemas.microsoft.com/office/drawing/2014/main" id="{673875C9-BAC2-4392-B0E1-3D81D6D22151}"/>
                </a:ext>
              </a:extLst>
            </p:cNvPr>
            <p:cNvSpPr/>
            <p:nvPr/>
          </p:nvSpPr>
          <p:spPr>
            <a:xfrm>
              <a:off x="29885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1" name="타원 15400">
              <a:extLst>
                <a:ext uri="{FF2B5EF4-FFF2-40B4-BE49-F238E27FC236}">
                  <a16:creationId xmlns:a16="http://schemas.microsoft.com/office/drawing/2014/main" id="{1708F6B8-AFC0-4617-B4FB-F0470E4CC0EA}"/>
                </a:ext>
              </a:extLst>
            </p:cNvPr>
            <p:cNvSpPr/>
            <p:nvPr/>
          </p:nvSpPr>
          <p:spPr>
            <a:xfrm>
              <a:off x="31409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2" name="타원 15401">
              <a:extLst>
                <a:ext uri="{FF2B5EF4-FFF2-40B4-BE49-F238E27FC236}">
                  <a16:creationId xmlns:a16="http://schemas.microsoft.com/office/drawing/2014/main" id="{262D4149-3DB6-4108-8235-C20E71518D86}"/>
                </a:ext>
              </a:extLst>
            </p:cNvPr>
            <p:cNvSpPr/>
            <p:nvPr/>
          </p:nvSpPr>
          <p:spPr>
            <a:xfrm>
              <a:off x="3293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3" name="타원 15402">
              <a:extLst>
                <a:ext uri="{FF2B5EF4-FFF2-40B4-BE49-F238E27FC236}">
                  <a16:creationId xmlns:a16="http://schemas.microsoft.com/office/drawing/2014/main" id="{BB26A2A8-53A1-46F3-9B00-A1881DB15BAC}"/>
                </a:ext>
              </a:extLst>
            </p:cNvPr>
            <p:cNvSpPr/>
            <p:nvPr/>
          </p:nvSpPr>
          <p:spPr>
            <a:xfrm>
              <a:off x="3445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4" name="타원 15403">
              <a:extLst>
                <a:ext uri="{FF2B5EF4-FFF2-40B4-BE49-F238E27FC236}">
                  <a16:creationId xmlns:a16="http://schemas.microsoft.com/office/drawing/2014/main" id="{D5FE04F0-65B2-47C7-BC0F-697476922941}"/>
                </a:ext>
              </a:extLst>
            </p:cNvPr>
            <p:cNvSpPr/>
            <p:nvPr/>
          </p:nvSpPr>
          <p:spPr>
            <a:xfrm>
              <a:off x="35981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5" name="타원 15404">
              <a:extLst>
                <a:ext uri="{FF2B5EF4-FFF2-40B4-BE49-F238E27FC236}">
                  <a16:creationId xmlns:a16="http://schemas.microsoft.com/office/drawing/2014/main" id="{BFDD7ADA-5F7F-4E6B-A9C7-CE97D3181AA1}"/>
                </a:ext>
              </a:extLst>
            </p:cNvPr>
            <p:cNvSpPr/>
            <p:nvPr/>
          </p:nvSpPr>
          <p:spPr>
            <a:xfrm>
              <a:off x="37505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6" name="타원 15405">
              <a:extLst>
                <a:ext uri="{FF2B5EF4-FFF2-40B4-BE49-F238E27FC236}">
                  <a16:creationId xmlns:a16="http://schemas.microsoft.com/office/drawing/2014/main" id="{47D65439-A804-4920-A437-62B8119D7CB4}"/>
                </a:ext>
              </a:extLst>
            </p:cNvPr>
            <p:cNvSpPr/>
            <p:nvPr/>
          </p:nvSpPr>
          <p:spPr>
            <a:xfrm>
              <a:off x="39029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7" name="타원 15406">
              <a:extLst>
                <a:ext uri="{FF2B5EF4-FFF2-40B4-BE49-F238E27FC236}">
                  <a16:creationId xmlns:a16="http://schemas.microsoft.com/office/drawing/2014/main" id="{D0B96077-655F-470C-8C6B-56E8C6FBEFEE}"/>
                </a:ext>
              </a:extLst>
            </p:cNvPr>
            <p:cNvSpPr/>
            <p:nvPr/>
          </p:nvSpPr>
          <p:spPr>
            <a:xfrm>
              <a:off x="4055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8" name="타원 15407">
              <a:extLst>
                <a:ext uri="{FF2B5EF4-FFF2-40B4-BE49-F238E27FC236}">
                  <a16:creationId xmlns:a16="http://schemas.microsoft.com/office/drawing/2014/main" id="{661C303A-30D7-450B-A4A9-049785FEFC61}"/>
                </a:ext>
              </a:extLst>
            </p:cNvPr>
            <p:cNvSpPr/>
            <p:nvPr/>
          </p:nvSpPr>
          <p:spPr>
            <a:xfrm>
              <a:off x="4207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09" name="타원 15408">
              <a:extLst>
                <a:ext uri="{FF2B5EF4-FFF2-40B4-BE49-F238E27FC236}">
                  <a16:creationId xmlns:a16="http://schemas.microsoft.com/office/drawing/2014/main" id="{0B838392-93E1-43A6-9C2F-3DA436E316F0}"/>
                </a:ext>
              </a:extLst>
            </p:cNvPr>
            <p:cNvSpPr/>
            <p:nvPr/>
          </p:nvSpPr>
          <p:spPr>
            <a:xfrm>
              <a:off x="43601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0" name="타원 15409">
              <a:extLst>
                <a:ext uri="{FF2B5EF4-FFF2-40B4-BE49-F238E27FC236}">
                  <a16:creationId xmlns:a16="http://schemas.microsoft.com/office/drawing/2014/main" id="{891A6EF4-26E0-4447-97A5-9C7E52A0E7F6}"/>
                </a:ext>
              </a:extLst>
            </p:cNvPr>
            <p:cNvSpPr/>
            <p:nvPr/>
          </p:nvSpPr>
          <p:spPr>
            <a:xfrm>
              <a:off x="45125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1" name="타원 15410">
              <a:extLst>
                <a:ext uri="{FF2B5EF4-FFF2-40B4-BE49-F238E27FC236}">
                  <a16:creationId xmlns:a16="http://schemas.microsoft.com/office/drawing/2014/main" id="{4B802E5A-936D-4E30-BE40-AF44903ECC4B}"/>
                </a:ext>
              </a:extLst>
            </p:cNvPr>
            <p:cNvSpPr/>
            <p:nvPr/>
          </p:nvSpPr>
          <p:spPr>
            <a:xfrm>
              <a:off x="46649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2" name="타원 15411">
              <a:extLst>
                <a:ext uri="{FF2B5EF4-FFF2-40B4-BE49-F238E27FC236}">
                  <a16:creationId xmlns:a16="http://schemas.microsoft.com/office/drawing/2014/main" id="{C9EDEA04-C946-4B36-9664-823C86CCD828}"/>
                </a:ext>
              </a:extLst>
            </p:cNvPr>
            <p:cNvSpPr/>
            <p:nvPr/>
          </p:nvSpPr>
          <p:spPr>
            <a:xfrm>
              <a:off x="4817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3" name="타원 15412">
              <a:extLst>
                <a:ext uri="{FF2B5EF4-FFF2-40B4-BE49-F238E27FC236}">
                  <a16:creationId xmlns:a16="http://schemas.microsoft.com/office/drawing/2014/main" id="{BB83813A-E691-4D3D-9536-966C36487F36}"/>
                </a:ext>
              </a:extLst>
            </p:cNvPr>
            <p:cNvSpPr/>
            <p:nvPr/>
          </p:nvSpPr>
          <p:spPr>
            <a:xfrm>
              <a:off x="4969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4" name="타원 15413">
              <a:extLst>
                <a:ext uri="{FF2B5EF4-FFF2-40B4-BE49-F238E27FC236}">
                  <a16:creationId xmlns:a16="http://schemas.microsoft.com/office/drawing/2014/main" id="{0846125D-5B50-4861-AD64-B4ED687C5223}"/>
                </a:ext>
              </a:extLst>
            </p:cNvPr>
            <p:cNvSpPr/>
            <p:nvPr/>
          </p:nvSpPr>
          <p:spPr>
            <a:xfrm>
              <a:off x="51221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5" name="타원 15414">
              <a:extLst>
                <a:ext uri="{FF2B5EF4-FFF2-40B4-BE49-F238E27FC236}">
                  <a16:creationId xmlns:a16="http://schemas.microsoft.com/office/drawing/2014/main" id="{716143A0-609B-4B38-9EE5-078BD7BB5E7B}"/>
                </a:ext>
              </a:extLst>
            </p:cNvPr>
            <p:cNvSpPr/>
            <p:nvPr/>
          </p:nvSpPr>
          <p:spPr>
            <a:xfrm>
              <a:off x="52745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6" name="타원 15415">
              <a:extLst>
                <a:ext uri="{FF2B5EF4-FFF2-40B4-BE49-F238E27FC236}">
                  <a16:creationId xmlns:a16="http://schemas.microsoft.com/office/drawing/2014/main" id="{CC356A69-520E-4595-8E2E-C6B15FCF50D1}"/>
                </a:ext>
              </a:extLst>
            </p:cNvPr>
            <p:cNvSpPr/>
            <p:nvPr/>
          </p:nvSpPr>
          <p:spPr>
            <a:xfrm>
              <a:off x="54269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7" name="타원 15416">
              <a:extLst>
                <a:ext uri="{FF2B5EF4-FFF2-40B4-BE49-F238E27FC236}">
                  <a16:creationId xmlns:a16="http://schemas.microsoft.com/office/drawing/2014/main" id="{18FAC5EC-4B3B-4706-84DC-A1201C188FD9}"/>
                </a:ext>
              </a:extLst>
            </p:cNvPr>
            <p:cNvSpPr/>
            <p:nvPr/>
          </p:nvSpPr>
          <p:spPr>
            <a:xfrm>
              <a:off x="55793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8" name="타원 15417">
              <a:extLst>
                <a:ext uri="{FF2B5EF4-FFF2-40B4-BE49-F238E27FC236}">
                  <a16:creationId xmlns:a16="http://schemas.microsoft.com/office/drawing/2014/main" id="{F11163DB-FD85-4E98-95F4-CE7C95E14276}"/>
                </a:ext>
              </a:extLst>
            </p:cNvPr>
            <p:cNvSpPr/>
            <p:nvPr/>
          </p:nvSpPr>
          <p:spPr>
            <a:xfrm>
              <a:off x="5731775" y="70080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19" name="타원 15418">
              <a:extLst>
                <a:ext uri="{FF2B5EF4-FFF2-40B4-BE49-F238E27FC236}">
                  <a16:creationId xmlns:a16="http://schemas.microsoft.com/office/drawing/2014/main" id="{2E90680C-164F-485D-9C96-EF8D49EE5290}"/>
                </a:ext>
              </a:extLst>
            </p:cNvPr>
            <p:cNvSpPr/>
            <p:nvPr/>
          </p:nvSpPr>
          <p:spPr>
            <a:xfrm>
              <a:off x="245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0" name="타원 15419">
              <a:extLst>
                <a:ext uri="{FF2B5EF4-FFF2-40B4-BE49-F238E27FC236}">
                  <a16:creationId xmlns:a16="http://schemas.microsoft.com/office/drawing/2014/main" id="{46F77647-DA0C-4979-9633-9DF247922915}"/>
                </a:ext>
              </a:extLst>
            </p:cNvPr>
            <p:cNvSpPr/>
            <p:nvPr/>
          </p:nvSpPr>
          <p:spPr>
            <a:xfrm>
              <a:off x="397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1" name="타원 15420">
              <a:extLst>
                <a:ext uri="{FF2B5EF4-FFF2-40B4-BE49-F238E27FC236}">
                  <a16:creationId xmlns:a16="http://schemas.microsoft.com/office/drawing/2014/main" id="{931D0E0C-E66F-482C-9F66-E1A0216582B6}"/>
                </a:ext>
              </a:extLst>
            </p:cNvPr>
            <p:cNvSpPr/>
            <p:nvPr/>
          </p:nvSpPr>
          <p:spPr>
            <a:xfrm>
              <a:off x="5501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2" name="타원 15421">
              <a:extLst>
                <a:ext uri="{FF2B5EF4-FFF2-40B4-BE49-F238E27FC236}">
                  <a16:creationId xmlns:a16="http://schemas.microsoft.com/office/drawing/2014/main" id="{0459C54E-046D-4CD8-8BA1-A44836564B04}"/>
                </a:ext>
              </a:extLst>
            </p:cNvPr>
            <p:cNvSpPr/>
            <p:nvPr/>
          </p:nvSpPr>
          <p:spPr>
            <a:xfrm>
              <a:off x="7025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3" name="타원 15422">
              <a:extLst>
                <a:ext uri="{FF2B5EF4-FFF2-40B4-BE49-F238E27FC236}">
                  <a16:creationId xmlns:a16="http://schemas.microsoft.com/office/drawing/2014/main" id="{CBBA6D4F-4A98-4DB5-969E-92D071A1C3C9}"/>
                </a:ext>
              </a:extLst>
            </p:cNvPr>
            <p:cNvSpPr/>
            <p:nvPr/>
          </p:nvSpPr>
          <p:spPr>
            <a:xfrm>
              <a:off x="8549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4" name="타원 15423">
              <a:extLst>
                <a:ext uri="{FF2B5EF4-FFF2-40B4-BE49-F238E27FC236}">
                  <a16:creationId xmlns:a16="http://schemas.microsoft.com/office/drawing/2014/main" id="{5DB3CA0D-7DC9-4985-8B10-76C7CC975179}"/>
                </a:ext>
              </a:extLst>
            </p:cNvPr>
            <p:cNvSpPr/>
            <p:nvPr/>
          </p:nvSpPr>
          <p:spPr>
            <a:xfrm>
              <a:off x="1007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5" name="타원 15424">
              <a:extLst>
                <a:ext uri="{FF2B5EF4-FFF2-40B4-BE49-F238E27FC236}">
                  <a16:creationId xmlns:a16="http://schemas.microsoft.com/office/drawing/2014/main" id="{8DC684F7-5592-420F-A0E5-FDAE86C1C5C4}"/>
                </a:ext>
              </a:extLst>
            </p:cNvPr>
            <p:cNvSpPr/>
            <p:nvPr/>
          </p:nvSpPr>
          <p:spPr>
            <a:xfrm>
              <a:off x="1159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6" name="타원 15425">
              <a:extLst>
                <a:ext uri="{FF2B5EF4-FFF2-40B4-BE49-F238E27FC236}">
                  <a16:creationId xmlns:a16="http://schemas.microsoft.com/office/drawing/2014/main" id="{D9856EC5-9A8D-406D-BA12-8445B78DB19E}"/>
                </a:ext>
              </a:extLst>
            </p:cNvPr>
            <p:cNvSpPr/>
            <p:nvPr/>
          </p:nvSpPr>
          <p:spPr>
            <a:xfrm>
              <a:off x="13121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7" name="타원 15426">
              <a:extLst>
                <a:ext uri="{FF2B5EF4-FFF2-40B4-BE49-F238E27FC236}">
                  <a16:creationId xmlns:a16="http://schemas.microsoft.com/office/drawing/2014/main" id="{BC487F46-F385-4CCA-8430-2F1B26D93F0D}"/>
                </a:ext>
              </a:extLst>
            </p:cNvPr>
            <p:cNvSpPr/>
            <p:nvPr/>
          </p:nvSpPr>
          <p:spPr>
            <a:xfrm>
              <a:off x="14645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8" name="타원 15427">
              <a:extLst>
                <a:ext uri="{FF2B5EF4-FFF2-40B4-BE49-F238E27FC236}">
                  <a16:creationId xmlns:a16="http://schemas.microsoft.com/office/drawing/2014/main" id="{F997D44F-AF47-45B9-B120-510F599F76DA}"/>
                </a:ext>
              </a:extLst>
            </p:cNvPr>
            <p:cNvSpPr/>
            <p:nvPr/>
          </p:nvSpPr>
          <p:spPr>
            <a:xfrm>
              <a:off x="16169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29" name="타원 15428">
              <a:extLst>
                <a:ext uri="{FF2B5EF4-FFF2-40B4-BE49-F238E27FC236}">
                  <a16:creationId xmlns:a16="http://schemas.microsoft.com/office/drawing/2014/main" id="{E5B126E5-9943-494B-82BD-44046E9ABCFB}"/>
                </a:ext>
              </a:extLst>
            </p:cNvPr>
            <p:cNvSpPr/>
            <p:nvPr/>
          </p:nvSpPr>
          <p:spPr>
            <a:xfrm>
              <a:off x="1769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0" name="타원 15429">
              <a:extLst>
                <a:ext uri="{FF2B5EF4-FFF2-40B4-BE49-F238E27FC236}">
                  <a16:creationId xmlns:a16="http://schemas.microsoft.com/office/drawing/2014/main" id="{F84AE67E-7E56-4181-9D4B-FC57EB38F239}"/>
                </a:ext>
              </a:extLst>
            </p:cNvPr>
            <p:cNvSpPr/>
            <p:nvPr/>
          </p:nvSpPr>
          <p:spPr>
            <a:xfrm>
              <a:off x="1921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1" name="타원 15430">
              <a:extLst>
                <a:ext uri="{FF2B5EF4-FFF2-40B4-BE49-F238E27FC236}">
                  <a16:creationId xmlns:a16="http://schemas.microsoft.com/office/drawing/2014/main" id="{6078B37D-4ACE-43C6-B9EB-1444EF78C109}"/>
                </a:ext>
              </a:extLst>
            </p:cNvPr>
            <p:cNvSpPr/>
            <p:nvPr/>
          </p:nvSpPr>
          <p:spPr>
            <a:xfrm>
              <a:off x="20741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2" name="타원 15431">
              <a:extLst>
                <a:ext uri="{FF2B5EF4-FFF2-40B4-BE49-F238E27FC236}">
                  <a16:creationId xmlns:a16="http://schemas.microsoft.com/office/drawing/2014/main" id="{65FA60BF-68DE-4966-8AD5-F87A6B0C9A34}"/>
                </a:ext>
              </a:extLst>
            </p:cNvPr>
            <p:cNvSpPr/>
            <p:nvPr/>
          </p:nvSpPr>
          <p:spPr>
            <a:xfrm>
              <a:off x="22265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3" name="타원 15432">
              <a:extLst>
                <a:ext uri="{FF2B5EF4-FFF2-40B4-BE49-F238E27FC236}">
                  <a16:creationId xmlns:a16="http://schemas.microsoft.com/office/drawing/2014/main" id="{29440D45-9C9A-4806-9C25-843FA6E8DF29}"/>
                </a:ext>
              </a:extLst>
            </p:cNvPr>
            <p:cNvSpPr/>
            <p:nvPr/>
          </p:nvSpPr>
          <p:spPr>
            <a:xfrm>
              <a:off x="23789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4" name="타원 15433">
              <a:extLst>
                <a:ext uri="{FF2B5EF4-FFF2-40B4-BE49-F238E27FC236}">
                  <a16:creationId xmlns:a16="http://schemas.microsoft.com/office/drawing/2014/main" id="{00D5A589-089E-4E7C-B863-E7FAB0C32DCF}"/>
                </a:ext>
              </a:extLst>
            </p:cNvPr>
            <p:cNvSpPr/>
            <p:nvPr/>
          </p:nvSpPr>
          <p:spPr>
            <a:xfrm>
              <a:off x="2531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5" name="타원 15434">
              <a:extLst>
                <a:ext uri="{FF2B5EF4-FFF2-40B4-BE49-F238E27FC236}">
                  <a16:creationId xmlns:a16="http://schemas.microsoft.com/office/drawing/2014/main" id="{D18E1798-E609-49A0-8C52-42A4C73C24C3}"/>
                </a:ext>
              </a:extLst>
            </p:cNvPr>
            <p:cNvSpPr/>
            <p:nvPr/>
          </p:nvSpPr>
          <p:spPr>
            <a:xfrm>
              <a:off x="2683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6" name="타원 15435">
              <a:extLst>
                <a:ext uri="{FF2B5EF4-FFF2-40B4-BE49-F238E27FC236}">
                  <a16:creationId xmlns:a16="http://schemas.microsoft.com/office/drawing/2014/main" id="{379E53E8-815C-403B-9D4B-23FE57452EA1}"/>
                </a:ext>
              </a:extLst>
            </p:cNvPr>
            <p:cNvSpPr/>
            <p:nvPr/>
          </p:nvSpPr>
          <p:spPr>
            <a:xfrm>
              <a:off x="28361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7" name="타원 15436">
              <a:extLst>
                <a:ext uri="{FF2B5EF4-FFF2-40B4-BE49-F238E27FC236}">
                  <a16:creationId xmlns:a16="http://schemas.microsoft.com/office/drawing/2014/main" id="{FA3217D1-38CC-4930-B335-DFBC53D79CD2}"/>
                </a:ext>
              </a:extLst>
            </p:cNvPr>
            <p:cNvSpPr/>
            <p:nvPr/>
          </p:nvSpPr>
          <p:spPr>
            <a:xfrm>
              <a:off x="29885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8" name="타원 15437">
              <a:extLst>
                <a:ext uri="{FF2B5EF4-FFF2-40B4-BE49-F238E27FC236}">
                  <a16:creationId xmlns:a16="http://schemas.microsoft.com/office/drawing/2014/main" id="{FCD5F205-601E-4EC2-8B2A-D496B831A82D}"/>
                </a:ext>
              </a:extLst>
            </p:cNvPr>
            <p:cNvSpPr/>
            <p:nvPr/>
          </p:nvSpPr>
          <p:spPr>
            <a:xfrm>
              <a:off x="31409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39" name="타원 15438">
              <a:extLst>
                <a:ext uri="{FF2B5EF4-FFF2-40B4-BE49-F238E27FC236}">
                  <a16:creationId xmlns:a16="http://schemas.microsoft.com/office/drawing/2014/main" id="{C899FE9C-1D3D-4C93-AFB3-1AC070094FD5}"/>
                </a:ext>
              </a:extLst>
            </p:cNvPr>
            <p:cNvSpPr/>
            <p:nvPr/>
          </p:nvSpPr>
          <p:spPr>
            <a:xfrm>
              <a:off x="3293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0" name="타원 15439">
              <a:extLst>
                <a:ext uri="{FF2B5EF4-FFF2-40B4-BE49-F238E27FC236}">
                  <a16:creationId xmlns:a16="http://schemas.microsoft.com/office/drawing/2014/main" id="{732702ED-EE8F-4760-9939-7F2EB36294A5}"/>
                </a:ext>
              </a:extLst>
            </p:cNvPr>
            <p:cNvSpPr/>
            <p:nvPr/>
          </p:nvSpPr>
          <p:spPr>
            <a:xfrm>
              <a:off x="3445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1" name="타원 15440">
              <a:extLst>
                <a:ext uri="{FF2B5EF4-FFF2-40B4-BE49-F238E27FC236}">
                  <a16:creationId xmlns:a16="http://schemas.microsoft.com/office/drawing/2014/main" id="{735B44AA-4F96-4E5A-B18B-2A7AA3906E50}"/>
                </a:ext>
              </a:extLst>
            </p:cNvPr>
            <p:cNvSpPr/>
            <p:nvPr/>
          </p:nvSpPr>
          <p:spPr>
            <a:xfrm>
              <a:off x="35981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2" name="타원 15441">
              <a:extLst>
                <a:ext uri="{FF2B5EF4-FFF2-40B4-BE49-F238E27FC236}">
                  <a16:creationId xmlns:a16="http://schemas.microsoft.com/office/drawing/2014/main" id="{120654EE-9713-4D70-8488-6A8388CCC241}"/>
                </a:ext>
              </a:extLst>
            </p:cNvPr>
            <p:cNvSpPr/>
            <p:nvPr/>
          </p:nvSpPr>
          <p:spPr>
            <a:xfrm>
              <a:off x="37505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3" name="타원 15442">
              <a:extLst>
                <a:ext uri="{FF2B5EF4-FFF2-40B4-BE49-F238E27FC236}">
                  <a16:creationId xmlns:a16="http://schemas.microsoft.com/office/drawing/2014/main" id="{E9E69766-C370-4BEF-8BD9-81D757BEBF67}"/>
                </a:ext>
              </a:extLst>
            </p:cNvPr>
            <p:cNvSpPr/>
            <p:nvPr/>
          </p:nvSpPr>
          <p:spPr>
            <a:xfrm>
              <a:off x="39029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4" name="타원 15443">
              <a:extLst>
                <a:ext uri="{FF2B5EF4-FFF2-40B4-BE49-F238E27FC236}">
                  <a16:creationId xmlns:a16="http://schemas.microsoft.com/office/drawing/2014/main" id="{83C65AC6-D720-4CFF-BD02-EEC500118182}"/>
                </a:ext>
              </a:extLst>
            </p:cNvPr>
            <p:cNvSpPr/>
            <p:nvPr/>
          </p:nvSpPr>
          <p:spPr>
            <a:xfrm>
              <a:off x="4055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5" name="타원 15444">
              <a:extLst>
                <a:ext uri="{FF2B5EF4-FFF2-40B4-BE49-F238E27FC236}">
                  <a16:creationId xmlns:a16="http://schemas.microsoft.com/office/drawing/2014/main" id="{1AD9F2B4-9096-4A59-8D01-D1A577DCF58D}"/>
                </a:ext>
              </a:extLst>
            </p:cNvPr>
            <p:cNvSpPr/>
            <p:nvPr/>
          </p:nvSpPr>
          <p:spPr>
            <a:xfrm>
              <a:off x="4207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6" name="타원 15445">
              <a:extLst>
                <a:ext uri="{FF2B5EF4-FFF2-40B4-BE49-F238E27FC236}">
                  <a16:creationId xmlns:a16="http://schemas.microsoft.com/office/drawing/2014/main" id="{C84EC1ED-B0B8-45F4-AA37-C14D60DBB792}"/>
                </a:ext>
              </a:extLst>
            </p:cNvPr>
            <p:cNvSpPr/>
            <p:nvPr/>
          </p:nvSpPr>
          <p:spPr>
            <a:xfrm>
              <a:off x="43601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7" name="타원 15446">
              <a:extLst>
                <a:ext uri="{FF2B5EF4-FFF2-40B4-BE49-F238E27FC236}">
                  <a16:creationId xmlns:a16="http://schemas.microsoft.com/office/drawing/2014/main" id="{8706C6CD-0EF6-407E-BE9E-5045ACDF4006}"/>
                </a:ext>
              </a:extLst>
            </p:cNvPr>
            <p:cNvSpPr/>
            <p:nvPr/>
          </p:nvSpPr>
          <p:spPr>
            <a:xfrm>
              <a:off x="45125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8" name="타원 15447">
              <a:extLst>
                <a:ext uri="{FF2B5EF4-FFF2-40B4-BE49-F238E27FC236}">
                  <a16:creationId xmlns:a16="http://schemas.microsoft.com/office/drawing/2014/main" id="{6F22F9FC-5733-4E5D-96DE-14190689FFC8}"/>
                </a:ext>
              </a:extLst>
            </p:cNvPr>
            <p:cNvSpPr/>
            <p:nvPr/>
          </p:nvSpPr>
          <p:spPr>
            <a:xfrm>
              <a:off x="46649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49" name="타원 15448">
              <a:extLst>
                <a:ext uri="{FF2B5EF4-FFF2-40B4-BE49-F238E27FC236}">
                  <a16:creationId xmlns:a16="http://schemas.microsoft.com/office/drawing/2014/main" id="{08C3A4E1-02A2-4152-B20C-F4E83782E51F}"/>
                </a:ext>
              </a:extLst>
            </p:cNvPr>
            <p:cNvSpPr/>
            <p:nvPr/>
          </p:nvSpPr>
          <p:spPr>
            <a:xfrm>
              <a:off x="4817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0" name="타원 15449">
              <a:extLst>
                <a:ext uri="{FF2B5EF4-FFF2-40B4-BE49-F238E27FC236}">
                  <a16:creationId xmlns:a16="http://schemas.microsoft.com/office/drawing/2014/main" id="{15E21673-9BB0-4877-92DA-6E12362E4F9A}"/>
                </a:ext>
              </a:extLst>
            </p:cNvPr>
            <p:cNvSpPr/>
            <p:nvPr/>
          </p:nvSpPr>
          <p:spPr>
            <a:xfrm>
              <a:off x="4969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1" name="타원 15450">
              <a:extLst>
                <a:ext uri="{FF2B5EF4-FFF2-40B4-BE49-F238E27FC236}">
                  <a16:creationId xmlns:a16="http://schemas.microsoft.com/office/drawing/2014/main" id="{9503594B-0414-4BD4-8476-6017F2D6FE7E}"/>
                </a:ext>
              </a:extLst>
            </p:cNvPr>
            <p:cNvSpPr/>
            <p:nvPr/>
          </p:nvSpPr>
          <p:spPr>
            <a:xfrm>
              <a:off x="51221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2" name="타원 15451">
              <a:extLst>
                <a:ext uri="{FF2B5EF4-FFF2-40B4-BE49-F238E27FC236}">
                  <a16:creationId xmlns:a16="http://schemas.microsoft.com/office/drawing/2014/main" id="{28EDBC21-9B56-4945-B945-73D695F8799D}"/>
                </a:ext>
              </a:extLst>
            </p:cNvPr>
            <p:cNvSpPr/>
            <p:nvPr/>
          </p:nvSpPr>
          <p:spPr>
            <a:xfrm>
              <a:off x="52745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3" name="타원 15452">
              <a:extLst>
                <a:ext uri="{FF2B5EF4-FFF2-40B4-BE49-F238E27FC236}">
                  <a16:creationId xmlns:a16="http://schemas.microsoft.com/office/drawing/2014/main" id="{A49DF2BA-77BD-4D6C-A42E-2CE95588724D}"/>
                </a:ext>
              </a:extLst>
            </p:cNvPr>
            <p:cNvSpPr/>
            <p:nvPr/>
          </p:nvSpPr>
          <p:spPr>
            <a:xfrm>
              <a:off x="54269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4" name="타원 15453">
              <a:extLst>
                <a:ext uri="{FF2B5EF4-FFF2-40B4-BE49-F238E27FC236}">
                  <a16:creationId xmlns:a16="http://schemas.microsoft.com/office/drawing/2014/main" id="{19AFBDE5-5379-4CEC-8B45-BE9DA6BEF2BA}"/>
                </a:ext>
              </a:extLst>
            </p:cNvPr>
            <p:cNvSpPr/>
            <p:nvPr/>
          </p:nvSpPr>
          <p:spPr>
            <a:xfrm>
              <a:off x="55793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5" name="타원 15454">
              <a:extLst>
                <a:ext uri="{FF2B5EF4-FFF2-40B4-BE49-F238E27FC236}">
                  <a16:creationId xmlns:a16="http://schemas.microsoft.com/office/drawing/2014/main" id="{F9174C72-FE73-4C68-806A-432D41B67759}"/>
                </a:ext>
              </a:extLst>
            </p:cNvPr>
            <p:cNvSpPr/>
            <p:nvPr/>
          </p:nvSpPr>
          <p:spPr>
            <a:xfrm>
              <a:off x="5731775" y="71604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6" name="타원 15455">
              <a:extLst>
                <a:ext uri="{FF2B5EF4-FFF2-40B4-BE49-F238E27FC236}">
                  <a16:creationId xmlns:a16="http://schemas.microsoft.com/office/drawing/2014/main" id="{93C2F2DE-919D-4A5B-8602-B37733E6038C}"/>
                </a:ext>
              </a:extLst>
            </p:cNvPr>
            <p:cNvSpPr/>
            <p:nvPr/>
          </p:nvSpPr>
          <p:spPr>
            <a:xfrm>
              <a:off x="245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7" name="타원 15456">
              <a:extLst>
                <a:ext uri="{FF2B5EF4-FFF2-40B4-BE49-F238E27FC236}">
                  <a16:creationId xmlns:a16="http://schemas.microsoft.com/office/drawing/2014/main" id="{10FB6EAF-28C1-41BA-8CCE-2F0603C62416}"/>
                </a:ext>
              </a:extLst>
            </p:cNvPr>
            <p:cNvSpPr/>
            <p:nvPr/>
          </p:nvSpPr>
          <p:spPr>
            <a:xfrm>
              <a:off x="397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8" name="타원 15457">
              <a:extLst>
                <a:ext uri="{FF2B5EF4-FFF2-40B4-BE49-F238E27FC236}">
                  <a16:creationId xmlns:a16="http://schemas.microsoft.com/office/drawing/2014/main" id="{3E5CFC93-06DE-4719-85D3-56B5B6DBE777}"/>
                </a:ext>
              </a:extLst>
            </p:cNvPr>
            <p:cNvSpPr/>
            <p:nvPr/>
          </p:nvSpPr>
          <p:spPr>
            <a:xfrm>
              <a:off x="5501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59" name="타원 15458">
              <a:extLst>
                <a:ext uri="{FF2B5EF4-FFF2-40B4-BE49-F238E27FC236}">
                  <a16:creationId xmlns:a16="http://schemas.microsoft.com/office/drawing/2014/main" id="{3EB84D20-1DF8-4800-8C23-B0BA8551A114}"/>
                </a:ext>
              </a:extLst>
            </p:cNvPr>
            <p:cNvSpPr/>
            <p:nvPr/>
          </p:nvSpPr>
          <p:spPr>
            <a:xfrm>
              <a:off x="7025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0" name="타원 15459">
              <a:extLst>
                <a:ext uri="{FF2B5EF4-FFF2-40B4-BE49-F238E27FC236}">
                  <a16:creationId xmlns:a16="http://schemas.microsoft.com/office/drawing/2014/main" id="{EFDEDDB5-7019-449C-AAFB-2986075551F8}"/>
                </a:ext>
              </a:extLst>
            </p:cNvPr>
            <p:cNvSpPr/>
            <p:nvPr/>
          </p:nvSpPr>
          <p:spPr>
            <a:xfrm>
              <a:off x="8549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1" name="타원 15460">
              <a:extLst>
                <a:ext uri="{FF2B5EF4-FFF2-40B4-BE49-F238E27FC236}">
                  <a16:creationId xmlns:a16="http://schemas.microsoft.com/office/drawing/2014/main" id="{118BC57D-2B3C-46FD-BD8C-5F3FCACD39C7}"/>
                </a:ext>
              </a:extLst>
            </p:cNvPr>
            <p:cNvSpPr/>
            <p:nvPr/>
          </p:nvSpPr>
          <p:spPr>
            <a:xfrm>
              <a:off x="1007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2" name="타원 15461">
              <a:extLst>
                <a:ext uri="{FF2B5EF4-FFF2-40B4-BE49-F238E27FC236}">
                  <a16:creationId xmlns:a16="http://schemas.microsoft.com/office/drawing/2014/main" id="{090940AA-10BF-4EB8-9B58-84F1E00AB80D}"/>
                </a:ext>
              </a:extLst>
            </p:cNvPr>
            <p:cNvSpPr/>
            <p:nvPr/>
          </p:nvSpPr>
          <p:spPr>
            <a:xfrm>
              <a:off x="1159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3" name="타원 15462">
              <a:extLst>
                <a:ext uri="{FF2B5EF4-FFF2-40B4-BE49-F238E27FC236}">
                  <a16:creationId xmlns:a16="http://schemas.microsoft.com/office/drawing/2014/main" id="{5599CD36-F106-4F93-9947-83CC95A44A88}"/>
                </a:ext>
              </a:extLst>
            </p:cNvPr>
            <p:cNvSpPr/>
            <p:nvPr/>
          </p:nvSpPr>
          <p:spPr>
            <a:xfrm>
              <a:off x="13121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4" name="타원 15463">
              <a:extLst>
                <a:ext uri="{FF2B5EF4-FFF2-40B4-BE49-F238E27FC236}">
                  <a16:creationId xmlns:a16="http://schemas.microsoft.com/office/drawing/2014/main" id="{ECED22F1-DC5B-475D-87FB-F0A4BA546F68}"/>
                </a:ext>
              </a:extLst>
            </p:cNvPr>
            <p:cNvSpPr/>
            <p:nvPr/>
          </p:nvSpPr>
          <p:spPr>
            <a:xfrm>
              <a:off x="14645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5" name="타원 15464">
              <a:extLst>
                <a:ext uri="{FF2B5EF4-FFF2-40B4-BE49-F238E27FC236}">
                  <a16:creationId xmlns:a16="http://schemas.microsoft.com/office/drawing/2014/main" id="{A5A7C11E-F25D-49DE-A523-E6F4F305ECD8}"/>
                </a:ext>
              </a:extLst>
            </p:cNvPr>
            <p:cNvSpPr/>
            <p:nvPr/>
          </p:nvSpPr>
          <p:spPr>
            <a:xfrm>
              <a:off x="16169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6" name="타원 15465">
              <a:extLst>
                <a:ext uri="{FF2B5EF4-FFF2-40B4-BE49-F238E27FC236}">
                  <a16:creationId xmlns:a16="http://schemas.microsoft.com/office/drawing/2014/main" id="{BE2638B1-8534-4591-B15A-ADB037FA5B39}"/>
                </a:ext>
              </a:extLst>
            </p:cNvPr>
            <p:cNvSpPr/>
            <p:nvPr/>
          </p:nvSpPr>
          <p:spPr>
            <a:xfrm>
              <a:off x="1769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7" name="타원 15466">
              <a:extLst>
                <a:ext uri="{FF2B5EF4-FFF2-40B4-BE49-F238E27FC236}">
                  <a16:creationId xmlns:a16="http://schemas.microsoft.com/office/drawing/2014/main" id="{C88E775C-6F83-4692-823D-0301C2868161}"/>
                </a:ext>
              </a:extLst>
            </p:cNvPr>
            <p:cNvSpPr/>
            <p:nvPr/>
          </p:nvSpPr>
          <p:spPr>
            <a:xfrm>
              <a:off x="1921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8" name="타원 15467">
              <a:extLst>
                <a:ext uri="{FF2B5EF4-FFF2-40B4-BE49-F238E27FC236}">
                  <a16:creationId xmlns:a16="http://schemas.microsoft.com/office/drawing/2014/main" id="{02EB0FF6-8188-4FA1-B795-343ACBB61916}"/>
                </a:ext>
              </a:extLst>
            </p:cNvPr>
            <p:cNvSpPr/>
            <p:nvPr/>
          </p:nvSpPr>
          <p:spPr>
            <a:xfrm>
              <a:off x="20741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69" name="타원 15468">
              <a:extLst>
                <a:ext uri="{FF2B5EF4-FFF2-40B4-BE49-F238E27FC236}">
                  <a16:creationId xmlns:a16="http://schemas.microsoft.com/office/drawing/2014/main" id="{AEE29059-65D2-4B28-A3A3-AB4FC9AF3A8C}"/>
                </a:ext>
              </a:extLst>
            </p:cNvPr>
            <p:cNvSpPr/>
            <p:nvPr/>
          </p:nvSpPr>
          <p:spPr>
            <a:xfrm>
              <a:off x="22265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0" name="타원 15469">
              <a:extLst>
                <a:ext uri="{FF2B5EF4-FFF2-40B4-BE49-F238E27FC236}">
                  <a16:creationId xmlns:a16="http://schemas.microsoft.com/office/drawing/2014/main" id="{3DE39221-8BED-4863-9C9D-4835E230CA0A}"/>
                </a:ext>
              </a:extLst>
            </p:cNvPr>
            <p:cNvSpPr/>
            <p:nvPr/>
          </p:nvSpPr>
          <p:spPr>
            <a:xfrm>
              <a:off x="23789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1" name="타원 15470">
              <a:extLst>
                <a:ext uri="{FF2B5EF4-FFF2-40B4-BE49-F238E27FC236}">
                  <a16:creationId xmlns:a16="http://schemas.microsoft.com/office/drawing/2014/main" id="{51150FFB-9E32-4998-8EB9-2992BE6D1DC3}"/>
                </a:ext>
              </a:extLst>
            </p:cNvPr>
            <p:cNvSpPr/>
            <p:nvPr/>
          </p:nvSpPr>
          <p:spPr>
            <a:xfrm>
              <a:off x="2531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2" name="타원 15471">
              <a:extLst>
                <a:ext uri="{FF2B5EF4-FFF2-40B4-BE49-F238E27FC236}">
                  <a16:creationId xmlns:a16="http://schemas.microsoft.com/office/drawing/2014/main" id="{CA9ACEAA-B5A3-4ECD-8C9E-5CC1F89673D9}"/>
                </a:ext>
              </a:extLst>
            </p:cNvPr>
            <p:cNvSpPr/>
            <p:nvPr/>
          </p:nvSpPr>
          <p:spPr>
            <a:xfrm>
              <a:off x="2683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3" name="타원 15472">
              <a:extLst>
                <a:ext uri="{FF2B5EF4-FFF2-40B4-BE49-F238E27FC236}">
                  <a16:creationId xmlns:a16="http://schemas.microsoft.com/office/drawing/2014/main" id="{98B2DA65-90CD-4CDE-8F66-16AAEF409FF9}"/>
                </a:ext>
              </a:extLst>
            </p:cNvPr>
            <p:cNvSpPr/>
            <p:nvPr/>
          </p:nvSpPr>
          <p:spPr>
            <a:xfrm>
              <a:off x="28361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4" name="타원 15473">
              <a:extLst>
                <a:ext uri="{FF2B5EF4-FFF2-40B4-BE49-F238E27FC236}">
                  <a16:creationId xmlns:a16="http://schemas.microsoft.com/office/drawing/2014/main" id="{7C0B34F3-FB30-4CDB-9BAD-0C174ACC07F3}"/>
                </a:ext>
              </a:extLst>
            </p:cNvPr>
            <p:cNvSpPr/>
            <p:nvPr/>
          </p:nvSpPr>
          <p:spPr>
            <a:xfrm>
              <a:off x="29885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5" name="타원 15474">
              <a:extLst>
                <a:ext uri="{FF2B5EF4-FFF2-40B4-BE49-F238E27FC236}">
                  <a16:creationId xmlns:a16="http://schemas.microsoft.com/office/drawing/2014/main" id="{69FC362A-AAC3-4A08-9AFE-220AE2ECDFB6}"/>
                </a:ext>
              </a:extLst>
            </p:cNvPr>
            <p:cNvSpPr/>
            <p:nvPr/>
          </p:nvSpPr>
          <p:spPr>
            <a:xfrm>
              <a:off x="31409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6" name="타원 15475">
              <a:extLst>
                <a:ext uri="{FF2B5EF4-FFF2-40B4-BE49-F238E27FC236}">
                  <a16:creationId xmlns:a16="http://schemas.microsoft.com/office/drawing/2014/main" id="{64B9EE03-70F6-4391-872B-37CD94C2B2B9}"/>
                </a:ext>
              </a:extLst>
            </p:cNvPr>
            <p:cNvSpPr/>
            <p:nvPr/>
          </p:nvSpPr>
          <p:spPr>
            <a:xfrm>
              <a:off x="3293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7" name="타원 15476">
              <a:extLst>
                <a:ext uri="{FF2B5EF4-FFF2-40B4-BE49-F238E27FC236}">
                  <a16:creationId xmlns:a16="http://schemas.microsoft.com/office/drawing/2014/main" id="{176F90BC-C848-4281-956D-0A799A66EC9B}"/>
                </a:ext>
              </a:extLst>
            </p:cNvPr>
            <p:cNvSpPr/>
            <p:nvPr/>
          </p:nvSpPr>
          <p:spPr>
            <a:xfrm>
              <a:off x="3445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8" name="타원 15477">
              <a:extLst>
                <a:ext uri="{FF2B5EF4-FFF2-40B4-BE49-F238E27FC236}">
                  <a16:creationId xmlns:a16="http://schemas.microsoft.com/office/drawing/2014/main" id="{C49184C6-6226-4D2A-A77B-4E71D1465BDC}"/>
                </a:ext>
              </a:extLst>
            </p:cNvPr>
            <p:cNvSpPr/>
            <p:nvPr/>
          </p:nvSpPr>
          <p:spPr>
            <a:xfrm>
              <a:off x="35981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79" name="타원 15478">
              <a:extLst>
                <a:ext uri="{FF2B5EF4-FFF2-40B4-BE49-F238E27FC236}">
                  <a16:creationId xmlns:a16="http://schemas.microsoft.com/office/drawing/2014/main" id="{115A95CF-C3D9-41B8-834B-F71C1F7EF21A}"/>
                </a:ext>
              </a:extLst>
            </p:cNvPr>
            <p:cNvSpPr/>
            <p:nvPr/>
          </p:nvSpPr>
          <p:spPr>
            <a:xfrm>
              <a:off x="37505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0" name="타원 15479">
              <a:extLst>
                <a:ext uri="{FF2B5EF4-FFF2-40B4-BE49-F238E27FC236}">
                  <a16:creationId xmlns:a16="http://schemas.microsoft.com/office/drawing/2014/main" id="{0BB09B4D-F190-4475-9579-A87343AB3DE0}"/>
                </a:ext>
              </a:extLst>
            </p:cNvPr>
            <p:cNvSpPr/>
            <p:nvPr/>
          </p:nvSpPr>
          <p:spPr>
            <a:xfrm>
              <a:off x="39029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1" name="타원 15480">
              <a:extLst>
                <a:ext uri="{FF2B5EF4-FFF2-40B4-BE49-F238E27FC236}">
                  <a16:creationId xmlns:a16="http://schemas.microsoft.com/office/drawing/2014/main" id="{38611B9C-5D3F-4BB8-9181-4AF93B9E260D}"/>
                </a:ext>
              </a:extLst>
            </p:cNvPr>
            <p:cNvSpPr/>
            <p:nvPr/>
          </p:nvSpPr>
          <p:spPr>
            <a:xfrm>
              <a:off x="4055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2" name="타원 15481">
              <a:extLst>
                <a:ext uri="{FF2B5EF4-FFF2-40B4-BE49-F238E27FC236}">
                  <a16:creationId xmlns:a16="http://schemas.microsoft.com/office/drawing/2014/main" id="{16F853F9-4DC8-4121-8139-753A7B1A784F}"/>
                </a:ext>
              </a:extLst>
            </p:cNvPr>
            <p:cNvSpPr/>
            <p:nvPr/>
          </p:nvSpPr>
          <p:spPr>
            <a:xfrm>
              <a:off x="4207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3" name="타원 15482">
              <a:extLst>
                <a:ext uri="{FF2B5EF4-FFF2-40B4-BE49-F238E27FC236}">
                  <a16:creationId xmlns:a16="http://schemas.microsoft.com/office/drawing/2014/main" id="{3121182D-D0F8-4220-8DF3-31404D60843A}"/>
                </a:ext>
              </a:extLst>
            </p:cNvPr>
            <p:cNvSpPr/>
            <p:nvPr/>
          </p:nvSpPr>
          <p:spPr>
            <a:xfrm>
              <a:off x="43601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4" name="타원 15483">
              <a:extLst>
                <a:ext uri="{FF2B5EF4-FFF2-40B4-BE49-F238E27FC236}">
                  <a16:creationId xmlns:a16="http://schemas.microsoft.com/office/drawing/2014/main" id="{FF7CA67A-93E7-42EC-AA25-3C547C3C4E1B}"/>
                </a:ext>
              </a:extLst>
            </p:cNvPr>
            <p:cNvSpPr/>
            <p:nvPr/>
          </p:nvSpPr>
          <p:spPr>
            <a:xfrm>
              <a:off x="45125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5" name="타원 15484">
              <a:extLst>
                <a:ext uri="{FF2B5EF4-FFF2-40B4-BE49-F238E27FC236}">
                  <a16:creationId xmlns:a16="http://schemas.microsoft.com/office/drawing/2014/main" id="{E98CF24C-4F76-4FD0-898F-9B2CF9C57C23}"/>
                </a:ext>
              </a:extLst>
            </p:cNvPr>
            <p:cNvSpPr/>
            <p:nvPr/>
          </p:nvSpPr>
          <p:spPr>
            <a:xfrm>
              <a:off x="46649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6" name="타원 15485">
              <a:extLst>
                <a:ext uri="{FF2B5EF4-FFF2-40B4-BE49-F238E27FC236}">
                  <a16:creationId xmlns:a16="http://schemas.microsoft.com/office/drawing/2014/main" id="{F65C347A-B466-4E0C-8F35-0AE931BDE55B}"/>
                </a:ext>
              </a:extLst>
            </p:cNvPr>
            <p:cNvSpPr/>
            <p:nvPr/>
          </p:nvSpPr>
          <p:spPr>
            <a:xfrm>
              <a:off x="4817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7" name="타원 15486">
              <a:extLst>
                <a:ext uri="{FF2B5EF4-FFF2-40B4-BE49-F238E27FC236}">
                  <a16:creationId xmlns:a16="http://schemas.microsoft.com/office/drawing/2014/main" id="{217E321C-D185-4E85-8671-C2A05EAEA7CF}"/>
                </a:ext>
              </a:extLst>
            </p:cNvPr>
            <p:cNvSpPr/>
            <p:nvPr/>
          </p:nvSpPr>
          <p:spPr>
            <a:xfrm>
              <a:off x="4969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8" name="타원 15487">
              <a:extLst>
                <a:ext uri="{FF2B5EF4-FFF2-40B4-BE49-F238E27FC236}">
                  <a16:creationId xmlns:a16="http://schemas.microsoft.com/office/drawing/2014/main" id="{ADFE8852-619C-4831-8AE4-EEF45F136D21}"/>
                </a:ext>
              </a:extLst>
            </p:cNvPr>
            <p:cNvSpPr/>
            <p:nvPr/>
          </p:nvSpPr>
          <p:spPr>
            <a:xfrm>
              <a:off x="51221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89" name="타원 15488">
              <a:extLst>
                <a:ext uri="{FF2B5EF4-FFF2-40B4-BE49-F238E27FC236}">
                  <a16:creationId xmlns:a16="http://schemas.microsoft.com/office/drawing/2014/main" id="{4926FF78-6317-4B5C-8F82-37FF42CFD31F}"/>
                </a:ext>
              </a:extLst>
            </p:cNvPr>
            <p:cNvSpPr/>
            <p:nvPr/>
          </p:nvSpPr>
          <p:spPr>
            <a:xfrm>
              <a:off x="52745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0" name="타원 15489">
              <a:extLst>
                <a:ext uri="{FF2B5EF4-FFF2-40B4-BE49-F238E27FC236}">
                  <a16:creationId xmlns:a16="http://schemas.microsoft.com/office/drawing/2014/main" id="{EF4BF6D3-D0B1-4D76-AA29-5974DF683104}"/>
                </a:ext>
              </a:extLst>
            </p:cNvPr>
            <p:cNvSpPr/>
            <p:nvPr/>
          </p:nvSpPr>
          <p:spPr>
            <a:xfrm>
              <a:off x="54269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1" name="타원 15490">
              <a:extLst>
                <a:ext uri="{FF2B5EF4-FFF2-40B4-BE49-F238E27FC236}">
                  <a16:creationId xmlns:a16="http://schemas.microsoft.com/office/drawing/2014/main" id="{554727E2-20E9-41B7-AA3C-118715ED524C}"/>
                </a:ext>
              </a:extLst>
            </p:cNvPr>
            <p:cNvSpPr/>
            <p:nvPr/>
          </p:nvSpPr>
          <p:spPr>
            <a:xfrm>
              <a:off x="55793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2" name="타원 15491">
              <a:extLst>
                <a:ext uri="{FF2B5EF4-FFF2-40B4-BE49-F238E27FC236}">
                  <a16:creationId xmlns:a16="http://schemas.microsoft.com/office/drawing/2014/main" id="{4609D5D6-E5C1-4774-B065-958F2E0CACEB}"/>
                </a:ext>
              </a:extLst>
            </p:cNvPr>
            <p:cNvSpPr/>
            <p:nvPr/>
          </p:nvSpPr>
          <p:spPr>
            <a:xfrm>
              <a:off x="5731775" y="73128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3" name="타원 15492">
              <a:extLst>
                <a:ext uri="{FF2B5EF4-FFF2-40B4-BE49-F238E27FC236}">
                  <a16:creationId xmlns:a16="http://schemas.microsoft.com/office/drawing/2014/main" id="{464E3C38-F7F8-41DA-B413-BBBC703311E7}"/>
                </a:ext>
              </a:extLst>
            </p:cNvPr>
            <p:cNvSpPr/>
            <p:nvPr/>
          </p:nvSpPr>
          <p:spPr>
            <a:xfrm>
              <a:off x="245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4" name="타원 15493">
              <a:extLst>
                <a:ext uri="{FF2B5EF4-FFF2-40B4-BE49-F238E27FC236}">
                  <a16:creationId xmlns:a16="http://schemas.microsoft.com/office/drawing/2014/main" id="{C94944E1-0955-44D7-95F8-99B18704C692}"/>
                </a:ext>
              </a:extLst>
            </p:cNvPr>
            <p:cNvSpPr/>
            <p:nvPr/>
          </p:nvSpPr>
          <p:spPr>
            <a:xfrm>
              <a:off x="397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5" name="타원 15494">
              <a:extLst>
                <a:ext uri="{FF2B5EF4-FFF2-40B4-BE49-F238E27FC236}">
                  <a16:creationId xmlns:a16="http://schemas.microsoft.com/office/drawing/2014/main" id="{3C191CDD-0205-4CD7-AE3C-D8EAF314F80B}"/>
                </a:ext>
              </a:extLst>
            </p:cNvPr>
            <p:cNvSpPr/>
            <p:nvPr/>
          </p:nvSpPr>
          <p:spPr>
            <a:xfrm>
              <a:off x="5501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6" name="타원 15495">
              <a:extLst>
                <a:ext uri="{FF2B5EF4-FFF2-40B4-BE49-F238E27FC236}">
                  <a16:creationId xmlns:a16="http://schemas.microsoft.com/office/drawing/2014/main" id="{B52F8AFD-DB11-4AE8-B9A2-11AB2B758D39}"/>
                </a:ext>
              </a:extLst>
            </p:cNvPr>
            <p:cNvSpPr/>
            <p:nvPr/>
          </p:nvSpPr>
          <p:spPr>
            <a:xfrm>
              <a:off x="7025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7" name="타원 15496">
              <a:extLst>
                <a:ext uri="{FF2B5EF4-FFF2-40B4-BE49-F238E27FC236}">
                  <a16:creationId xmlns:a16="http://schemas.microsoft.com/office/drawing/2014/main" id="{AE11D4D4-ECB3-4B48-A89E-0EC83140D857}"/>
                </a:ext>
              </a:extLst>
            </p:cNvPr>
            <p:cNvSpPr/>
            <p:nvPr/>
          </p:nvSpPr>
          <p:spPr>
            <a:xfrm>
              <a:off x="8549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8" name="타원 15497">
              <a:extLst>
                <a:ext uri="{FF2B5EF4-FFF2-40B4-BE49-F238E27FC236}">
                  <a16:creationId xmlns:a16="http://schemas.microsoft.com/office/drawing/2014/main" id="{443CD8A4-62DB-45BB-903F-F0A6AD78CD72}"/>
                </a:ext>
              </a:extLst>
            </p:cNvPr>
            <p:cNvSpPr/>
            <p:nvPr/>
          </p:nvSpPr>
          <p:spPr>
            <a:xfrm>
              <a:off x="1007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99" name="타원 15498">
              <a:extLst>
                <a:ext uri="{FF2B5EF4-FFF2-40B4-BE49-F238E27FC236}">
                  <a16:creationId xmlns:a16="http://schemas.microsoft.com/office/drawing/2014/main" id="{22A05BD1-9E76-414F-AD48-8F94114735A3}"/>
                </a:ext>
              </a:extLst>
            </p:cNvPr>
            <p:cNvSpPr/>
            <p:nvPr/>
          </p:nvSpPr>
          <p:spPr>
            <a:xfrm>
              <a:off x="1159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0" name="타원 15499">
              <a:extLst>
                <a:ext uri="{FF2B5EF4-FFF2-40B4-BE49-F238E27FC236}">
                  <a16:creationId xmlns:a16="http://schemas.microsoft.com/office/drawing/2014/main" id="{1EE07D9C-F22A-49A6-AF59-DC3E3342FBF6}"/>
                </a:ext>
              </a:extLst>
            </p:cNvPr>
            <p:cNvSpPr/>
            <p:nvPr/>
          </p:nvSpPr>
          <p:spPr>
            <a:xfrm>
              <a:off x="13121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1" name="타원 15500">
              <a:extLst>
                <a:ext uri="{FF2B5EF4-FFF2-40B4-BE49-F238E27FC236}">
                  <a16:creationId xmlns:a16="http://schemas.microsoft.com/office/drawing/2014/main" id="{8F266BE6-BDFD-4BEB-9476-3C7A536E47B8}"/>
                </a:ext>
              </a:extLst>
            </p:cNvPr>
            <p:cNvSpPr/>
            <p:nvPr/>
          </p:nvSpPr>
          <p:spPr>
            <a:xfrm>
              <a:off x="14645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2" name="타원 15501">
              <a:extLst>
                <a:ext uri="{FF2B5EF4-FFF2-40B4-BE49-F238E27FC236}">
                  <a16:creationId xmlns:a16="http://schemas.microsoft.com/office/drawing/2014/main" id="{C81352FD-AEFF-4285-83C2-C153329F9B46}"/>
                </a:ext>
              </a:extLst>
            </p:cNvPr>
            <p:cNvSpPr/>
            <p:nvPr/>
          </p:nvSpPr>
          <p:spPr>
            <a:xfrm>
              <a:off x="16169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3" name="타원 15502">
              <a:extLst>
                <a:ext uri="{FF2B5EF4-FFF2-40B4-BE49-F238E27FC236}">
                  <a16:creationId xmlns:a16="http://schemas.microsoft.com/office/drawing/2014/main" id="{EE842C03-AD5D-40B8-8497-95C502093FFC}"/>
                </a:ext>
              </a:extLst>
            </p:cNvPr>
            <p:cNvSpPr/>
            <p:nvPr/>
          </p:nvSpPr>
          <p:spPr>
            <a:xfrm>
              <a:off x="1769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4" name="타원 15503">
              <a:extLst>
                <a:ext uri="{FF2B5EF4-FFF2-40B4-BE49-F238E27FC236}">
                  <a16:creationId xmlns:a16="http://schemas.microsoft.com/office/drawing/2014/main" id="{2AB39F72-972A-4A0B-86A7-C8294E480DCA}"/>
                </a:ext>
              </a:extLst>
            </p:cNvPr>
            <p:cNvSpPr/>
            <p:nvPr/>
          </p:nvSpPr>
          <p:spPr>
            <a:xfrm>
              <a:off x="1921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5" name="타원 15504">
              <a:extLst>
                <a:ext uri="{FF2B5EF4-FFF2-40B4-BE49-F238E27FC236}">
                  <a16:creationId xmlns:a16="http://schemas.microsoft.com/office/drawing/2014/main" id="{B6AEB86D-20BA-4941-8DDC-2631E27F4F02}"/>
                </a:ext>
              </a:extLst>
            </p:cNvPr>
            <p:cNvSpPr/>
            <p:nvPr/>
          </p:nvSpPr>
          <p:spPr>
            <a:xfrm>
              <a:off x="20741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6" name="타원 15505">
              <a:extLst>
                <a:ext uri="{FF2B5EF4-FFF2-40B4-BE49-F238E27FC236}">
                  <a16:creationId xmlns:a16="http://schemas.microsoft.com/office/drawing/2014/main" id="{8CEA5F4F-198D-4FED-A965-687F58295AEA}"/>
                </a:ext>
              </a:extLst>
            </p:cNvPr>
            <p:cNvSpPr/>
            <p:nvPr/>
          </p:nvSpPr>
          <p:spPr>
            <a:xfrm>
              <a:off x="22265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7" name="타원 15506">
              <a:extLst>
                <a:ext uri="{FF2B5EF4-FFF2-40B4-BE49-F238E27FC236}">
                  <a16:creationId xmlns:a16="http://schemas.microsoft.com/office/drawing/2014/main" id="{9FBF144D-BD41-42B3-945A-6315C73111DA}"/>
                </a:ext>
              </a:extLst>
            </p:cNvPr>
            <p:cNvSpPr/>
            <p:nvPr/>
          </p:nvSpPr>
          <p:spPr>
            <a:xfrm>
              <a:off x="23789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8" name="타원 15507">
              <a:extLst>
                <a:ext uri="{FF2B5EF4-FFF2-40B4-BE49-F238E27FC236}">
                  <a16:creationId xmlns:a16="http://schemas.microsoft.com/office/drawing/2014/main" id="{7B62F263-4AA0-4593-8A74-F7C80455EFE8}"/>
                </a:ext>
              </a:extLst>
            </p:cNvPr>
            <p:cNvSpPr/>
            <p:nvPr/>
          </p:nvSpPr>
          <p:spPr>
            <a:xfrm>
              <a:off x="2531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09" name="타원 15508">
              <a:extLst>
                <a:ext uri="{FF2B5EF4-FFF2-40B4-BE49-F238E27FC236}">
                  <a16:creationId xmlns:a16="http://schemas.microsoft.com/office/drawing/2014/main" id="{0D46EE0E-4565-4E65-9F6B-19AA12D36D1F}"/>
                </a:ext>
              </a:extLst>
            </p:cNvPr>
            <p:cNvSpPr/>
            <p:nvPr/>
          </p:nvSpPr>
          <p:spPr>
            <a:xfrm>
              <a:off x="2683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0" name="타원 15509">
              <a:extLst>
                <a:ext uri="{FF2B5EF4-FFF2-40B4-BE49-F238E27FC236}">
                  <a16:creationId xmlns:a16="http://schemas.microsoft.com/office/drawing/2014/main" id="{7CE5D17E-5326-488D-9B00-0657F9FE9FF1}"/>
                </a:ext>
              </a:extLst>
            </p:cNvPr>
            <p:cNvSpPr/>
            <p:nvPr/>
          </p:nvSpPr>
          <p:spPr>
            <a:xfrm>
              <a:off x="28361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1" name="타원 15510">
              <a:extLst>
                <a:ext uri="{FF2B5EF4-FFF2-40B4-BE49-F238E27FC236}">
                  <a16:creationId xmlns:a16="http://schemas.microsoft.com/office/drawing/2014/main" id="{E9FF8A80-4E19-4878-9EAE-DA6462C19245}"/>
                </a:ext>
              </a:extLst>
            </p:cNvPr>
            <p:cNvSpPr/>
            <p:nvPr/>
          </p:nvSpPr>
          <p:spPr>
            <a:xfrm>
              <a:off x="29885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2" name="타원 15511">
              <a:extLst>
                <a:ext uri="{FF2B5EF4-FFF2-40B4-BE49-F238E27FC236}">
                  <a16:creationId xmlns:a16="http://schemas.microsoft.com/office/drawing/2014/main" id="{175770EF-ED37-4437-8120-9BAAA7DEE975}"/>
                </a:ext>
              </a:extLst>
            </p:cNvPr>
            <p:cNvSpPr/>
            <p:nvPr/>
          </p:nvSpPr>
          <p:spPr>
            <a:xfrm>
              <a:off x="31409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3" name="타원 15512">
              <a:extLst>
                <a:ext uri="{FF2B5EF4-FFF2-40B4-BE49-F238E27FC236}">
                  <a16:creationId xmlns:a16="http://schemas.microsoft.com/office/drawing/2014/main" id="{68F9C997-33E9-46C4-9E05-0BC1F03DE506}"/>
                </a:ext>
              </a:extLst>
            </p:cNvPr>
            <p:cNvSpPr/>
            <p:nvPr/>
          </p:nvSpPr>
          <p:spPr>
            <a:xfrm>
              <a:off x="3293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4" name="타원 15513">
              <a:extLst>
                <a:ext uri="{FF2B5EF4-FFF2-40B4-BE49-F238E27FC236}">
                  <a16:creationId xmlns:a16="http://schemas.microsoft.com/office/drawing/2014/main" id="{C88DB6F3-A0DE-46B8-9CD9-19A1E223BDF5}"/>
                </a:ext>
              </a:extLst>
            </p:cNvPr>
            <p:cNvSpPr/>
            <p:nvPr/>
          </p:nvSpPr>
          <p:spPr>
            <a:xfrm>
              <a:off x="3445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5" name="타원 15514">
              <a:extLst>
                <a:ext uri="{FF2B5EF4-FFF2-40B4-BE49-F238E27FC236}">
                  <a16:creationId xmlns:a16="http://schemas.microsoft.com/office/drawing/2014/main" id="{A9BE4A9E-8441-44D4-8448-9D45DD63F9DB}"/>
                </a:ext>
              </a:extLst>
            </p:cNvPr>
            <p:cNvSpPr/>
            <p:nvPr/>
          </p:nvSpPr>
          <p:spPr>
            <a:xfrm>
              <a:off x="35981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6" name="타원 15515">
              <a:extLst>
                <a:ext uri="{FF2B5EF4-FFF2-40B4-BE49-F238E27FC236}">
                  <a16:creationId xmlns:a16="http://schemas.microsoft.com/office/drawing/2014/main" id="{75976EEA-6736-44AD-8678-2B78501FD779}"/>
                </a:ext>
              </a:extLst>
            </p:cNvPr>
            <p:cNvSpPr/>
            <p:nvPr/>
          </p:nvSpPr>
          <p:spPr>
            <a:xfrm>
              <a:off x="37505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7" name="타원 15516">
              <a:extLst>
                <a:ext uri="{FF2B5EF4-FFF2-40B4-BE49-F238E27FC236}">
                  <a16:creationId xmlns:a16="http://schemas.microsoft.com/office/drawing/2014/main" id="{5AB53C53-521A-4F42-B058-7CC8EEAEA9D7}"/>
                </a:ext>
              </a:extLst>
            </p:cNvPr>
            <p:cNvSpPr/>
            <p:nvPr/>
          </p:nvSpPr>
          <p:spPr>
            <a:xfrm>
              <a:off x="39029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8" name="타원 15517">
              <a:extLst>
                <a:ext uri="{FF2B5EF4-FFF2-40B4-BE49-F238E27FC236}">
                  <a16:creationId xmlns:a16="http://schemas.microsoft.com/office/drawing/2014/main" id="{CC0CC4DF-B968-4832-8EF8-406B8E5D07C7}"/>
                </a:ext>
              </a:extLst>
            </p:cNvPr>
            <p:cNvSpPr/>
            <p:nvPr/>
          </p:nvSpPr>
          <p:spPr>
            <a:xfrm>
              <a:off x="4055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19" name="타원 15518">
              <a:extLst>
                <a:ext uri="{FF2B5EF4-FFF2-40B4-BE49-F238E27FC236}">
                  <a16:creationId xmlns:a16="http://schemas.microsoft.com/office/drawing/2014/main" id="{D8EB09D1-4490-4587-B535-2CA290462534}"/>
                </a:ext>
              </a:extLst>
            </p:cNvPr>
            <p:cNvSpPr/>
            <p:nvPr/>
          </p:nvSpPr>
          <p:spPr>
            <a:xfrm>
              <a:off x="4207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0" name="타원 15519">
              <a:extLst>
                <a:ext uri="{FF2B5EF4-FFF2-40B4-BE49-F238E27FC236}">
                  <a16:creationId xmlns:a16="http://schemas.microsoft.com/office/drawing/2014/main" id="{A24D1157-443D-4E22-BE6E-EC5CFAE99E8C}"/>
                </a:ext>
              </a:extLst>
            </p:cNvPr>
            <p:cNvSpPr/>
            <p:nvPr/>
          </p:nvSpPr>
          <p:spPr>
            <a:xfrm>
              <a:off x="43601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1" name="타원 15520">
              <a:extLst>
                <a:ext uri="{FF2B5EF4-FFF2-40B4-BE49-F238E27FC236}">
                  <a16:creationId xmlns:a16="http://schemas.microsoft.com/office/drawing/2014/main" id="{041C3BC9-ABD3-4E49-94BE-9B01634987F2}"/>
                </a:ext>
              </a:extLst>
            </p:cNvPr>
            <p:cNvSpPr/>
            <p:nvPr/>
          </p:nvSpPr>
          <p:spPr>
            <a:xfrm>
              <a:off x="45125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2" name="타원 15521">
              <a:extLst>
                <a:ext uri="{FF2B5EF4-FFF2-40B4-BE49-F238E27FC236}">
                  <a16:creationId xmlns:a16="http://schemas.microsoft.com/office/drawing/2014/main" id="{8B0D2E06-B2BB-4F77-882D-02EB66D51110}"/>
                </a:ext>
              </a:extLst>
            </p:cNvPr>
            <p:cNvSpPr/>
            <p:nvPr/>
          </p:nvSpPr>
          <p:spPr>
            <a:xfrm>
              <a:off x="46649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3" name="타원 15522">
              <a:extLst>
                <a:ext uri="{FF2B5EF4-FFF2-40B4-BE49-F238E27FC236}">
                  <a16:creationId xmlns:a16="http://schemas.microsoft.com/office/drawing/2014/main" id="{F0E28060-0507-4B24-ADA3-6D71EE57C04A}"/>
                </a:ext>
              </a:extLst>
            </p:cNvPr>
            <p:cNvSpPr/>
            <p:nvPr/>
          </p:nvSpPr>
          <p:spPr>
            <a:xfrm>
              <a:off x="4817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4" name="타원 15523">
              <a:extLst>
                <a:ext uri="{FF2B5EF4-FFF2-40B4-BE49-F238E27FC236}">
                  <a16:creationId xmlns:a16="http://schemas.microsoft.com/office/drawing/2014/main" id="{2FEFB1AD-D546-484F-945A-80C23258E657}"/>
                </a:ext>
              </a:extLst>
            </p:cNvPr>
            <p:cNvSpPr/>
            <p:nvPr/>
          </p:nvSpPr>
          <p:spPr>
            <a:xfrm>
              <a:off x="4969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5" name="타원 15524">
              <a:extLst>
                <a:ext uri="{FF2B5EF4-FFF2-40B4-BE49-F238E27FC236}">
                  <a16:creationId xmlns:a16="http://schemas.microsoft.com/office/drawing/2014/main" id="{3F689A40-5A2D-496C-B88F-EAAF2D7F84C2}"/>
                </a:ext>
              </a:extLst>
            </p:cNvPr>
            <p:cNvSpPr/>
            <p:nvPr/>
          </p:nvSpPr>
          <p:spPr>
            <a:xfrm>
              <a:off x="51221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6" name="타원 15525">
              <a:extLst>
                <a:ext uri="{FF2B5EF4-FFF2-40B4-BE49-F238E27FC236}">
                  <a16:creationId xmlns:a16="http://schemas.microsoft.com/office/drawing/2014/main" id="{08818E2F-500A-4FE5-8934-45BE422CB615}"/>
                </a:ext>
              </a:extLst>
            </p:cNvPr>
            <p:cNvSpPr/>
            <p:nvPr/>
          </p:nvSpPr>
          <p:spPr>
            <a:xfrm>
              <a:off x="52745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7" name="타원 15526">
              <a:extLst>
                <a:ext uri="{FF2B5EF4-FFF2-40B4-BE49-F238E27FC236}">
                  <a16:creationId xmlns:a16="http://schemas.microsoft.com/office/drawing/2014/main" id="{30D5E905-C75F-4321-89D9-5431F0B11A31}"/>
                </a:ext>
              </a:extLst>
            </p:cNvPr>
            <p:cNvSpPr/>
            <p:nvPr/>
          </p:nvSpPr>
          <p:spPr>
            <a:xfrm>
              <a:off x="54269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8" name="타원 15527">
              <a:extLst>
                <a:ext uri="{FF2B5EF4-FFF2-40B4-BE49-F238E27FC236}">
                  <a16:creationId xmlns:a16="http://schemas.microsoft.com/office/drawing/2014/main" id="{E70D3220-13E4-4759-82F6-94FB14B69B6A}"/>
                </a:ext>
              </a:extLst>
            </p:cNvPr>
            <p:cNvSpPr/>
            <p:nvPr/>
          </p:nvSpPr>
          <p:spPr>
            <a:xfrm>
              <a:off x="55793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29" name="타원 15528">
              <a:extLst>
                <a:ext uri="{FF2B5EF4-FFF2-40B4-BE49-F238E27FC236}">
                  <a16:creationId xmlns:a16="http://schemas.microsoft.com/office/drawing/2014/main" id="{41B652E6-736F-4208-B741-E6164F810DDC}"/>
                </a:ext>
              </a:extLst>
            </p:cNvPr>
            <p:cNvSpPr/>
            <p:nvPr/>
          </p:nvSpPr>
          <p:spPr>
            <a:xfrm>
              <a:off x="5731775" y="7465219"/>
              <a:ext cx="18000" cy="18000"/>
            </a:xfrm>
            <a:prstGeom prst="ellipse">
              <a:avLst/>
            </a:prstGeom>
            <a:solidFill>
              <a:srgbClr val="02FE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89" name="타원 12088">
              <a:extLst>
                <a:ext uri="{FF2B5EF4-FFF2-40B4-BE49-F238E27FC236}">
                  <a16:creationId xmlns:a16="http://schemas.microsoft.com/office/drawing/2014/main" id="{21BFA66C-66E8-4547-BD86-BDD91C0A19F0}"/>
                </a:ext>
              </a:extLst>
            </p:cNvPr>
            <p:cNvSpPr/>
            <p:nvPr/>
          </p:nvSpPr>
          <p:spPr>
            <a:xfrm>
              <a:off x="327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0" name="타원 12089">
              <a:extLst>
                <a:ext uri="{FF2B5EF4-FFF2-40B4-BE49-F238E27FC236}">
                  <a16:creationId xmlns:a16="http://schemas.microsoft.com/office/drawing/2014/main" id="{1D86F289-D5F6-45B9-AE73-425C38B62177}"/>
                </a:ext>
              </a:extLst>
            </p:cNvPr>
            <p:cNvSpPr/>
            <p:nvPr/>
          </p:nvSpPr>
          <p:spPr>
            <a:xfrm>
              <a:off x="479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1" name="타원 12090">
              <a:extLst>
                <a:ext uri="{FF2B5EF4-FFF2-40B4-BE49-F238E27FC236}">
                  <a16:creationId xmlns:a16="http://schemas.microsoft.com/office/drawing/2014/main" id="{3621D4C0-C5AC-4BAE-9655-785EE152AEDC}"/>
                </a:ext>
              </a:extLst>
            </p:cNvPr>
            <p:cNvSpPr/>
            <p:nvPr/>
          </p:nvSpPr>
          <p:spPr>
            <a:xfrm>
              <a:off x="6319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2" name="타원 12091">
              <a:extLst>
                <a:ext uri="{FF2B5EF4-FFF2-40B4-BE49-F238E27FC236}">
                  <a16:creationId xmlns:a16="http://schemas.microsoft.com/office/drawing/2014/main" id="{B08A061A-63AE-476A-89E5-E774595BD972}"/>
                </a:ext>
              </a:extLst>
            </p:cNvPr>
            <p:cNvSpPr/>
            <p:nvPr/>
          </p:nvSpPr>
          <p:spPr>
            <a:xfrm>
              <a:off x="7843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3" name="타원 12092">
              <a:extLst>
                <a:ext uri="{FF2B5EF4-FFF2-40B4-BE49-F238E27FC236}">
                  <a16:creationId xmlns:a16="http://schemas.microsoft.com/office/drawing/2014/main" id="{8C51D027-77EA-466C-9794-542CEDB258E0}"/>
                </a:ext>
              </a:extLst>
            </p:cNvPr>
            <p:cNvSpPr/>
            <p:nvPr/>
          </p:nvSpPr>
          <p:spPr>
            <a:xfrm>
              <a:off x="9367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4" name="타원 12093">
              <a:extLst>
                <a:ext uri="{FF2B5EF4-FFF2-40B4-BE49-F238E27FC236}">
                  <a16:creationId xmlns:a16="http://schemas.microsoft.com/office/drawing/2014/main" id="{08EFB23E-FD65-42C2-8663-1F01DE2F240F}"/>
                </a:ext>
              </a:extLst>
            </p:cNvPr>
            <p:cNvSpPr/>
            <p:nvPr/>
          </p:nvSpPr>
          <p:spPr>
            <a:xfrm>
              <a:off x="1089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5" name="타원 12094">
              <a:extLst>
                <a:ext uri="{FF2B5EF4-FFF2-40B4-BE49-F238E27FC236}">
                  <a16:creationId xmlns:a16="http://schemas.microsoft.com/office/drawing/2014/main" id="{9C0C3DD4-1DCA-41AE-BCAF-52ED83A2259B}"/>
                </a:ext>
              </a:extLst>
            </p:cNvPr>
            <p:cNvSpPr/>
            <p:nvPr/>
          </p:nvSpPr>
          <p:spPr>
            <a:xfrm>
              <a:off x="1241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6" name="타원 12095">
              <a:extLst>
                <a:ext uri="{FF2B5EF4-FFF2-40B4-BE49-F238E27FC236}">
                  <a16:creationId xmlns:a16="http://schemas.microsoft.com/office/drawing/2014/main" id="{E884FF7C-FB50-4A6C-B95E-95846EF0F899}"/>
                </a:ext>
              </a:extLst>
            </p:cNvPr>
            <p:cNvSpPr/>
            <p:nvPr/>
          </p:nvSpPr>
          <p:spPr>
            <a:xfrm>
              <a:off x="13939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7" name="타원 12096">
              <a:extLst>
                <a:ext uri="{FF2B5EF4-FFF2-40B4-BE49-F238E27FC236}">
                  <a16:creationId xmlns:a16="http://schemas.microsoft.com/office/drawing/2014/main" id="{E334D28A-BA1F-421A-8058-FB62DC757C17}"/>
                </a:ext>
              </a:extLst>
            </p:cNvPr>
            <p:cNvSpPr/>
            <p:nvPr/>
          </p:nvSpPr>
          <p:spPr>
            <a:xfrm>
              <a:off x="15463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8" name="타원 12097">
              <a:extLst>
                <a:ext uri="{FF2B5EF4-FFF2-40B4-BE49-F238E27FC236}">
                  <a16:creationId xmlns:a16="http://schemas.microsoft.com/office/drawing/2014/main" id="{29718C3F-50DF-4F91-A61B-7559C273EE6E}"/>
                </a:ext>
              </a:extLst>
            </p:cNvPr>
            <p:cNvSpPr/>
            <p:nvPr/>
          </p:nvSpPr>
          <p:spPr>
            <a:xfrm>
              <a:off x="16987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99" name="타원 12098">
              <a:extLst>
                <a:ext uri="{FF2B5EF4-FFF2-40B4-BE49-F238E27FC236}">
                  <a16:creationId xmlns:a16="http://schemas.microsoft.com/office/drawing/2014/main" id="{AFFEC3EC-D268-4C34-88AC-C988525B8B31}"/>
                </a:ext>
              </a:extLst>
            </p:cNvPr>
            <p:cNvSpPr/>
            <p:nvPr/>
          </p:nvSpPr>
          <p:spPr>
            <a:xfrm>
              <a:off x="1851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0" name="타원 12099">
              <a:extLst>
                <a:ext uri="{FF2B5EF4-FFF2-40B4-BE49-F238E27FC236}">
                  <a16:creationId xmlns:a16="http://schemas.microsoft.com/office/drawing/2014/main" id="{2E4DE365-01A7-48C7-9EB8-831B40C204B4}"/>
                </a:ext>
              </a:extLst>
            </p:cNvPr>
            <p:cNvSpPr/>
            <p:nvPr/>
          </p:nvSpPr>
          <p:spPr>
            <a:xfrm>
              <a:off x="2003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1" name="타원 12100">
              <a:extLst>
                <a:ext uri="{FF2B5EF4-FFF2-40B4-BE49-F238E27FC236}">
                  <a16:creationId xmlns:a16="http://schemas.microsoft.com/office/drawing/2014/main" id="{B53672CC-0117-4FD0-935C-5AC8664FD457}"/>
                </a:ext>
              </a:extLst>
            </p:cNvPr>
            <p:cNvSpPr/>
            <p:nvPr/>
          </p:nvSpPr>
          <p:spPr>
            <a:xfrm>
              <a:off x="21559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2" name="타원 12101">
              <a:extLst>
                <a:ext uri="{FF2B5EF4-FFF2-40B4-BE49-F238E27FC236}">
                  <a16:creationId xmlns:a16="http://schemas.microsoft.com/office/drawing/2014/main" id="{33350E02-D971-4799-925D-F210CA354CE3}"/>
                </a:ext>
              </a:extLst>
            </p:cNvPr>
            <p:cNvSpPr/>
            <p:nvPr/>
          </p:nvSpPr>
          <p:spPr>
            <a:xfrm>
              <a:off x="23083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3" name="타원 12102">
              <a:extLst>
                <a:ext uri="{FF2B5EF4-FFF2-40B4-BE49-F238E27FC236}">
                  <a16:creationId xmlns:a16="http://schemas.microsoft.com/office/drawing/2014/main" id="{7EDD73E2-D54A-49F8-9FFA-0C4B46A8EBCF}"/>
                </a:ext>
              </a:extLst>
            </p:cNvPr>
            <p:cNvSpPr/>
            <p:nvPr/>
          </p:nvSpPr>
          <p:spPr>
            <a:xfrm>
              <a:off x="24607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4" name="타원 12103">
              <a:extLst>
                <a:ext uri="{FF2B5EF4-FFF2-40B4-BE49-F238E27FC236}">
                  <a16:creationId xmlns:a16="http://schemas.microsoft.com/office/drawing/2014/main" id="{A20BE746-5EC3-4232-9894-00FA3F1DD2FE}"/>
                </a:ext>
              </a:extLst>
            </p:cNvPr>
            <p:cNvSpPr/>
            <p:nvPr/>
          </p:nvSpPr>
          <p:spPr>
            <a:xfrm>
              <a:off x="2613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5" name="타원 12104">
              <a:extLst>
                <a:ext uri="{FF2B5EF4-FFF2-40B4-BE49-F238E27FC236}">
                  <a16:creationId xmlns:a16="http://schemas.microsoft.com/office/drawing/2014/main" id="{8E7E5C35-5280-4CB3-85EE-885AF0DB3672}"/>
                </a:ext>
              </a:extLst>
            </p:cNvPr>
            <p:cNvSpPr/>
            <p:nvPr/>
          </p:nvSpPr>
          <p:spPr>
            <a:xfrm>
              <a:off x="2765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6" name="타원 12105">
              <a:extLst>
                <a:ext uri="{FF2B5EF4-FFF2-40B4-BE49-F238E27FC236}">
                  <a16:creationId xmlns:a16="http://schemas.microsoft.com/office/drawing/2014/main" id="{D4D4E104-CA4A-4400-8DB5-0E0396F51D8A}"/>
                </a:ext>
              </a:extLst>
            </p:cNvPr>
            <p:cNvSpPr/>
            <p:nvPr/>
          </p:nvSpPr>
          <p:spPr>
            <a:xfrm>
              <a:off x="29179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7" name="타원 12106">
              <a:extLst>
                <a:ext uri="{FF2B5EF4-FFF2-40B4-BE49-F238E27FC236}">
                  <a16:creationId xmlns:a16="http://schemas.microsoft.com/office/drawing/2014/main" id="{3B23A1C3-C060-4847-8486-A60D08B196F8}"/>
                </a:ext>
              </a:extLst>
            </p:cNvPr>
            <p:cNvSpPr/>
            <p:nvPr/>
          </p:nvSpPr>
          <p:spPr>
            <a:xfrm>
              <a:off x="30703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8" name="타원 12107">
              <a:extLst>
                <a:ext uri="{FF2B5EF4-FFF2-40B4-BE49-F238E27FC236}">
                  <a16:creationId xmlns:a16="http://schemas.microsoft.com/office/drawing/2014/main" id="{A61F1BCB-CFBE-4F38-9225-CEBB9CBE382E}"/>
                </a:ext>
              </a:extLst>
            </p:cNvPr>
            <p:cNvSpPr/>
            <p:nvPr/>
          </p:nvSpPr>
          <p:spPr>
            <a:xfrm>
              <a:off x="32227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09" name="타원 12108">
              <a:extLst>
                <a:ext uri="{FF2B5EF4-FFF2-40B4-BE49-F238E27FC236}">
                  <a16:creationId xmlns:a16="http://schemas.microsoft.com/office/drawing/2014/main" id="{D001C3DF-19E3-4007-A90F-107ED8B158EF}"/>
                </a:ext>
              </a:extLst>
            </p:cNvPr>
            <p:cNvSpPr/>
            <p:nvPr/>
          </p:nvSpPr>
          <p:spPr>
            <a:xfrm>
              <a:off x="3375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0" name="타원 12109">
              <a:extLst>
                <a:ext uri="{FF2B5EF4-FFF2-40B4-BE49-F238E27FC236}">
                  <a16:creationId xmlns:a16="http://schemas.microsoft.com/office/drawing/2014/main" id="{2F337D69-0363-4F42-AFCB-598F1599D09C}"/>
                </a:ext>
              </a:extLst>
            </p:cNvPr>
            <p:cNvSpPr/>
            <p:nvPr/>
          </p:nvSpPr>
          <p:spPr>
            <a:xfrm>
              <a:off x="3527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1" name="타원 12110">
              <a:extLst>
                <a:ext uri="{FF2B5EF4-FFF2-40B4-BE49-F238E27FC236}">
                  <a16:creationId xmlns:a16="http://schemas.microsoft.com/office/drawing/2014/main" id="{02DF74FF-F1DC-49AA-9930-A53878695D06}"/>
                </a:ext>
              </a:extLst>
            </p:cNvPr>
            <p:cNvSpPr/>
            <p:nvPr/>
          </p:nvSpPr>
          <p:spPr>
            <a:xfrm>
              <a:off x="36799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2" name="타원 12111">
              <a:extLst>
                <a:ext uri="{FF2B5EF4-FFF2-40B4-BE49-F238E27FC236}">
                  <a16:creationId xmlns:a16="http://schemas.microsoft.com/office/drawing/2014/main" id="{B246FE15-21E5-4452-9A53-78406035C0CF}"/>
                </a:ext>
              </a:extLst>
            </p:cNvPr>
            <p:cNvSpPr/>
            <p:nvPr/>
          </p:nvSpPr>
          <p:spPr>
            <a:xfrm>
              <a:off x="38323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3" name="타원 12112">
              <a:extLst>
                <a:ext uri="{FF2B5EF4-FFF2-40B4-BE49-F238E27FC236}">
                  <a16:creationId xmlns:a16="http://schemas.microsoft.com/office/drawing/2014/main" id="{13277780-D85D-4FD2-991D-C716FFF2CA07}"/>
                </a:ext>
              </a:extLst>
            </p:cNvPr>
            <p:cNvSpPr/>
            <p:nvPr/>
          </p:nvSpPr>
          <p:spPr>
            <a:xfrm>
              <a:off x="39847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4" name="타원 12113">
              <a:extLst>
                <a:ext uri="{FF2B5EF4-FFF2-40B4-BE49-F238E27FC236}">
                  <a16:creationId xmlns:a16="http://schemas.microsoft.com/office/drawing/2014/main" id="{8A87BA82-7315-4F41-B8BA-1607A7F12C8F}"/>
                </a:ext>
              </a:extLst>
            </p:cNvPr>
            <p:cNvSpPr/>
            <p:nvPr/>
          </p:nvSpPr>
          <p:spPr>
            <a:xfrm>
              <a:off x="4137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5" name="타원 12114">
              <a:extLst>
                <a:ext uri="{FF2B5EF4-FFF2-40B4-BE49-F238E27FC236}">
                  <a16:creationId xmlns:a16="http://schemas.microsoft.com/office/drawing/2014/main" id="{B417ACD3-86F8-4A81-B919-9B5FA51E83AD}"/>
                </a:ext>
              </a:extLst>
            </p:cNvPr>
            <p:cNvSpPr/>
            <p:nvPr/>
          </p:nvSpPr>
          <p:spPr>
            <a:xfrm>
              <a:off x="4289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6" name="타원 12115">
              <a:extLst>
                <a:ext uri="{FF2B5EF4-FFF2-40B4-BE49-F238E27FC236}">
                  <a16:creationId xmlns:a16="http://schemas.microsoft.com/office/drawing/2014/main" id="{C55050AB-4D4E-4263-A081-F1AF8121375F}"/>
                </a:ext>
              </a:extLst>
            </p:cNvPr>
            <p:cNvSpPr/>
            <p:nvPr/>
          </p:nvSpPr>
          <p:spPr>
            <a:xfrm>
              <a:off x="44419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7" name="타원 12116">
              <a:extLst>
                <a:ext uri="{FF2B5EF4-FFF2-40B4-BE49-F238E27FC236}">
                  <a16:creationId xmlns:a16="http://schemas.microsoft.com/office/drawing/2014/main" id="{37C8DDD0-56E3-42DE-B439-D4BD8F26C127}"/>
                </a:ext>
              </a:extLst>
            </p:cNvPr>
            <p:cNvSpPr/>
            <p:nvPr/>
          </p:nvSpPr>
          <p:spPr>
            <a:xfrm>
              <a:off x="45943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8" name="타원 12117">
              <a:extLst>
                <a:ext uri="{FF2B5EF4-FFF2-40B4-BE49-F238E27FC236}">
                  <a16:creationId xmlns:a16="http://schemas.microsoft.com/office/drawing/2014/main" id="{B5447AFA-0770-4403-8FE4-C0D3EBDAF24E}"/>
                </a:ext>
              </a:extLst>
            </p:cNvPr>
            <p:cNvSpPr/>
            <p:nvPr/>
          </p:nvSpPr>
          <p:spPr>
            <a:xfrm>
              <a:off x="47467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19" name="타원 12118">
              <a:extLst>
                <a:ext uri="{FF2B5EF4-FFF2-40B4-BE49-F238E27FC236}">
                  <a16:creationId xmlns:a16="http://schemas.microsoft.com/office/drawing/2014/main" id="{B09F2183-C2AC-40F2-AC3D-A720843906AC}"/>
                </a:ext>
              </a:extLst>
            </p:cNvPr>
            <p:cNvSpPr/>
            <p:nvPr/>
          </p:nvSpPr>
          <p:spPr>
            <a:xfrm>
              <a:off x="4899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0" name="타원 12119">
              <a:extLst>
                <a:ext uri="{FF2B5EF4-FFF2-40B4-BE49-F238E27FC236}">
                  <a16:creationId xmlns:a16="http://schemas.microsoft.com/office/drawing/2014/main" id="{2A176237-A584-41D5-AF8B-F62FF67D100D}"/>
                </a:ext>
              </a:extLst>
            </p:cNvPr>
            <p:cNvSpPr/>
            <p:nvPr/>
          </p:nvSpPr>
          <p:spPr>
            <a:xfrm>
              <a:off x="5051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1" name="타원 12120">
              <a:extLst>
                <a:ext uri="{FF2B5EF4-FFF2-40B4-BE49-F238E27FC236}">
                  <a16:creationId xmlns:a16="http://schemas.microsoft.com/office/drawing/2014/main" id="{B36C73A9-19A8-4D52-8F07-C14ABCA0AAE6}"/>
                </a:ext>
              </a:extLst>
            </p:cNvPr>
            <p:cNvSpPr/>
            <p:nvPr/>
          </p:nvSpPr>
          <p:spPr>
            <a:xfrm>
              <a:off x="52039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2" name="타원 12121">
              <a:extLst>
                <a:ext uri="{FF2B5EF4-FFF2-40B4-BE49-F238E27FC236}">
                  <a16:creationId xmlns:a16="http://schemas.microsoft.com/office/drawing/2014/main" id="{DF27BABE-0F46-4F36-88FF-4EB6128790A1}"/>
                </a:ext>
              </a:extLst>
            </p:cNvPr>
            <p:cNvSpPr/>
            <p:nvPr/>
          </p:nvSpPr>
          <p:spPr>
            <a:xfrm>
              <a:off x="53563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3" name="타원 12122">
              <a:extLst>
                <a:ext uri="{FF2B5EF4-FFF2-40B4-BE49-F238E27FC236}">
                  <a16:creationId xmlns:a16="http://schemas.microsoft.com/office/drawing/2014/main" id="{EADCF227-6D27-4EEF-B70B-61CC839B9C13}"/>
                </a:ext>
              </a:extLst>
            </p:cNvPr>
            <p:cNvSpPr/>
            <p:nvPr/>
          </p:nvSpPr>
          <p:spPr>
            <a:xfrm>
              <a:off x="55087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4" name="타원 12123">
              <a:extLst>
                <a:ext uri="{FF2B5EF4-FFF2-40B4-BE49-F238E27FC236}">
                  <a16:creationId xmlns:a16="http://schemas.microsoft.com/office/drawing/2014/main" id="{55607C31-7512-42AC-A713-BBA97F1A0E72}"/>
                </a:ext>
              </a:extLst>
            </p:cNvPr>
            <p:cNvSpPr/>
            <p:nvPr/>
          </p:nvSpPr>
          <p:spPr>
            <a:xfrm>
              <a:off x="56611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5" name="타원 12124">
              <a:extLst>
                <a:ext uri="{FF2B5EF4-FFF2-40B4-BE49-F238E27FC236}">
                  <a16:creationId xmlns:a16="http://schemas.microsoft.com/office/drawing/2014/main" id="{5B565A11-4E7D-4486-8FA0-244256956221}"/>
                </a:ext>
              </a:extLst>
            </p:cNvPr>
            <p:cNvSpPr/>
            <p:nvPr/>
          </p:nvSpPr>
          <p:spPr>
            <a:xfrm>
              <a:off x="5813576" y="53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6" name="타원 12125">
              <a:extLst>
                <a:ext uri="{FF2B5EF4-FFF2-40B4-BE49-F238E27FC236}">
                  <a16:creationId xmlns:a16="http://schemas.microsoft.com/office/drawing/2014/main" id="{08321E19-042A-4C44-93C5-5A3894A73370}"/>
                </a:ext>
              </a:extLst>
            </p:cNvPr>
            <p:cNvSpPr/>
            <p:nvPr/>
          </p:nvSpPr>
          <p:spPr>
            <a:xfrm>
              <a:off x="327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7" name="타원 12126">
              <a:extLst>
                <a:ext uri="{FF2B5EF4-FFF2-40B4-BE49-F238E27FC236}">
                  <a16:creationId xmlns:a16="http://schemas.microsoft.com/office/drawing/2014/main" id="{79F97E0C-5277-40DE-9BFC-6EAA5AAE9EF3}"/>
                </a:ext>
              </a:extLst>
            </p:cNvPr>
            <p:cNvSpPr/>
            <p:nvPr/>
          </p:nvSpPr>
          <p:spPr>
            <a:xfrm>
              <a:off x="479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8" name="타원 12127">
              <a:extLst>
                <a:ext uri="{FF2B5EF4-FFF2-40B4-BE49-F238E27FC236}">
                  <a16:creationId xmlns:a16="http://schemas.microsoft.com/office/drawing/2014/main" id="{35BFB63D-DAEC-419D-9401-421B5A28AF4C}"/>
                </a:ext>
              </a:extLst>
            </p:cNvPr>
            <p:cNvSpPr/>
            <p:nvPr/>
          </p:nvSpPr>
          <p:spPr>
            <a:xfrm>
              <a:off x="6319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29" name="타원 12128">
              <a:extLst>
                <a:ext uri="{FF2B5EF4-FFF2-40B4-BE49-F238E27FC236}">
                  <a16:creationId xmlns:a16="http://schemas.microsoft.com/office/drawing/2014/main" id="{866221AD-0303-4901-8413-B618F75B6BE6}"/>
                </a:ext>
              </a:extLst>
            </p:cNvPr>
            <p:cNvSpPr/>
            <p:nvPr/>
          </p:nvSpPr>
          <p:spPr>
            <a:xfrm>
              <a:off x="7843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0" name="타원 12129">
              <a:extLst>
                <a:ext uri="{FF2B5EF4-FFF2-40B4-BE49-F238E27FC236}">
                  <a16:creationId xmlns:a16="http://schemas.microsoft.com/office/drawing/2014/main" id="{3B3C18D7-DD90-4DA7-9B86-2BD1738A22BF}"/>
                </a:ext>
              </a:extLst>
            </p:cNvPr>
            <p:cNvSpPr/>
            <p:nvPr/>
          </p:nvSpPr>
          <p:spPr>
            <a:xfrm>
              <a:off x="9367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1" name="타원 12130">
              <a:extLst>
                <a:ext uri="{FF2B5EF4-FFF2-40B4-BE49-F238E27FC236}">
                  <a16:creationId xmlns:a16="http://schemas.microsoft.com/office/drawing/2014/main" id="{433F02C5-D520-48A5-BBD0-95BA50798959}"/>
                </a:ext>
              </a:extLst>
            </p:cNvPr>
            <p:cNvSpPr/>
            <p:nvPr/>
          </p:nvSpPr>
          <p:spPr>
            <a:xfrm>
              <a:off x="1089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2" name="타원 12131">
              <a:extLst>
                <a:ext uri="{FF2B5EF4-FFF2-40B4-BE49-F238E27FC236}">
                  <a16:creationId xmlns:a16="http://schemas.microsoft.com/office/drawing/2014/main" id="{8B8E4223-996B-428B-A272-B2BA3DF4C89C}"/>
                </a:ext>
              </a:extLst>
            </p:cNvPr>
            <p:cNvSpPr/>
            <p:nvPr/>
          </p:nvSpPr>
          <p:spPr>
            <a:xfrm>
              <a:off x="1241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3" name="타원 12132">
              <a:extLst>
                <a:ext uri="{FF2B5EF4-FFF2-40B4-BE49-F238E27FC236}">
                  <a16:creationId xmlns:a16="http://schemas.microsoft.com/office/drawing/2014/main" id="{CBD71169-F123-4CEA-9C7B-054BA23479DB}"/>
                </a:ext>
              </a:extLst>
            </p:cNvPr>
            <p:cNvSpPr/>
            <p:nvPr/>
          </p:nvSpPr>
          <p:spPr>
            <a:xfrm>
              <a:off x="13939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4" name="타원 12133">
              <a:extLst>
                <a:ext uri="{FF2B5EF4-FFF2-40B4-BE49-F238E27FC236}">
                  <a16:creationId xmlns:a16="http://schemas.microsoft.com/office/drawing/2014/main" id="{204ABEA4-A324-4892-937B-ADFB08DC63C1}"/>
                </a:ext>
              </a:extLst>
            </p:cNvPr>
            <p:cNvSpPr/>
            <p:nvPr/>
          </p:nvSpPr>
          <p:spPr>
            <a:xfrm>
              <a:off x="15463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5" name="타원 12134">
              <a:extLst>
                <a:ext uri="{FF2B5EF4-FFF2-40B4-BE49-F238E27FC236}">
                  <a16:creationId xmlns:a16="http://schemas.microsoft.com/office/drawing/2014/main" id="{C1F9DFC8-C831-499D-A222-B82848B02752}"/>
                </a:ext>
              </a:extLst>
            </p:cNvPr>
            <p:cNvSpPr/>
            <p:nvPr/>
          </p:nvSpPr>
          <p:spPr>
            <a:xfrm>
              <a:off x="16987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6" name="타원 12135">
              <a:extLst>
                <a:ext uri="{FF2B5EF4-FFF2-40B4-BE49-F238E27FC236}">
                  <a16:creationId xmlns:a16="http://schemas.microsoft.com/office/drawing/2014/main" id="{EFBCE4B9-00E5-43AC-A08E-737CE86E247E}"/>
                </a:ext>
              </a:extLst>
            </p:cNvPr>
            <p:cNvSpPr/>
            <p:nvPr/>
          </p:nvSpPr>
          <p:spPr>
            <a:xfrm>
              <a:off x="1851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7" name="타원 12136">
              <a:extLst>
                <a:ext uri="{FF2B5EF4-FFF2-40B4-BE49-F238E27FC236}">
                  <a16:creationId xmlns:a16="http://schemas.microsoft.com/office/drawing/2014/main" id="{5A09964D-8C20-4C65-B61C-6C0EDE31153D}"/>
                </a:ext>
              </a:extLst>
            </p:cNvPr>
            <p:cNvSpPr/>
            <p:nvPr/>
          </p:nvSpPr>
          <p:spPr>
            <a:xfrm>
              <a:off x="2003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8" name="타원 12137">
              <a:extLst>
                <a:ext uri="{FF2B5EF4-FFF2-40B4-BE49-F238E27FC236}">
                  <a16:creationId xmlns:a16="http://schemas.microsoft.com/office/drawing/2014/main" id="{B2894A25-882C-4CC6-8FB5-6662AC6FE1B3}"/>
                </a:ext>
              </a:extLst>
            </p:cNvPr>
            <p:cNvSpPr/>
            <p:nvPr/>
          </p:nvSpPr>
          <p:spPr>
            <a:xfrm>
              <a:off x="21559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39" name="타원 12138">
              <a:extLst>
                <a:ext uri="{FF2B5EF4-FFF2-40B4-BE49-F238E27FC236}">
                  <a16:creationId xmlns:a16="http://schemas.microsoft.com/office/drawing/2014/main" id="{F6042C8F-D59C-4411-B03A-6AB62CFA926F}"/>
                </a:ext>
              </a:extLst>
            </p:cNvPr>
            <p:cNvSpPr/>
            <p:nvPr/>
          </p:nvSpPr>
          <p:spPr>
            <a:xfrm>
              <a:off x="23083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0" name="타원 12139">
              <a:extLst>
                <a:ext uri="{FF2B5EF4-FFF2-40B4-BE49-F238E27FC236}">
                  <a16:creationId xmlns:a16="http://schemas.microsoft.com/office/drawing/2014/main" id="{EC40B8A5-97C4-4B99-8BC2-ED4002FE662B}"/>
                </a:ext>
              </a:extLst>
            </p:cNvPr>
            <p:cNvSpPr/>
            <p:nvPr/>
          </p:nvSpPr>
          <p:spPr>
            <a:xfrm>
              <a:off x="24607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1" name="타원 12140">
              <a:extLst>
                <a:ext uri="{FF2B5EF4-FFF2-40B4-BE49-F238E27FC236}">
                  <a16:creationId xmlns:a16="http://schemas.microsoft.com/office/drawing/2014/main" id="{27A30346-E681-4D72-B37F-29DC9B1DDD89}"/>
                </a:ext>
              </a:extLst>
            </p:cNvPr>
            <p:cNvSpPr/>
            <p:nvPr/>
          </p:nvSpPr>
          <p:spPr>
            <a:xfrm>
              <a:off x="2613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2" name="타원 12141">
              <a:extLst>
                <a:ext uri="{FF2B5EF4-FFF2-40B4-BE49-F238E27FC236}">
                  <a16:creationId xmlns:a16="http://schemas.microsoft.com/office/drawing/2014/main" id="{03644459-7006-42E5-8C30-C99773CB7C34}"/>
                </a:ext>
              </a:extLst>
            </p:cNvPr>
            <p:cNvSpPr/>
            <p:nvPr/>
          </p:nvSpPr>
          <p:spPr>
            <a:xfrm>
              <a:off x="2765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3" name="타원 12142">
              <a:extLst>
                <a:ext uri="{FF2B5EF4-FFF2-40B4-BE49-F238E27FC236}">
                  <a16:creationId xmlns:a16="http://schemas.microsoft.com/office/drawing/2014/main" id="{AE7C28B7-A9DF-425C-9CA2-EA10F6B5A482}"/>
                </a:ext>
              </a:extLst>
            </p:cNvPr>
            <p:cNvSpPr/>
            <p:nvPr/>
          </p:nvSpPr>
          <p:spPr>
            <a:xfrm>
              <a:off x="29179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4" name="타원 12143">
              <a:extLst>
                <a:ext uri="{FF2B5EF4-FFF2-40B4-BE49-F238E27FC236}">
                  <a16:creationId xmlns:a16="http://schemas.microsoft.com/office/drawing/2014/main" id="{3C910855-88CE-4D1A-9C2A-3CD0402DB226}"/>
                </a:ext>
              </a:extLst>
            </p:cNvPr>
            <p:cNvSpPr/>
            <p:nvPr/>
          </p:nvSpPr>
          <p:spPr>
            <a:xfrm>
              <a:off x="30703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5" name="타원 12144">
              <a:extLst>
                <a:ext uri="{FF2B5EF4-FFF2-40B4-BE49-F238E27FC236}">
                  <a16:creationId xmlns:a16="http://schemas.microsoft.com/office/drawing/2014/main" id="{BA16AEC4-9076-44D4-97B5-CAD8F6234824}"/>
                </a:ext>
              </a:extLst>
            </p:cNvPr>
            <p:cNvSpPr/>
            <p:nvPr/>
          </p:nvSpPr>
          <p:spPr>
            <a:xfrm>
              <a:off x="32227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6" name="타원 12145">
              <a:extLst>
                <a:ext uri="{FF2B5EF4-FFF2-40B4-BE49-F238E27FC236}">
                  <a16:creationId xmlns:a16="http://schemas.microsoft.com/office/drawing/2014/main" id="{21EE4E29-14BC-490E-89E2-DB7E4D8EB83E}"/>
                </a:ext>
              </a:extLst>
            </p:cNvPr>
            <p:cNvSpPr/>
            <p:nvPr/>
          </p:nvSpPr>
          <p:spPr>
            <a:xfrm>
              <a:off x="3375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7" name="타원 12146">
              <a:extLst>
                <a:ext uri="{FF2B5EF4-FFF2-40B4-BE49-F238E27FC236}">
                  <a16:creationId xmlns:a16="http://schemas.microsoft.com/office/drawing/2014/main" id="{678DC336-20C4-4636-8986-53924917EECD}"/>
                </a:ext>
              </a:extLst>
            </p:cNvPr>
            <p:cNvSpPr/>
            <p:nvPr/>
          </p:nvSpPr>
          <p:spPr>
            <a:xfrm>
              <a:off x="3527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8" name="타원 12147">
              <a:extLst>
                <a:ext uri="{FF2B5EF4-FFF2-40B4-BE49-F238E27FC236}">
                  <a16:creationId xmlns:a16="http://schemas.microsoft.com/office/drawing/2014/main" id="{9BAEA0E2-39DE-46D6-8289-6931952FE2EF}"/>
                </a:ext>
              </a:extLst>
            </p:cNvPr>
            <p:cNvSpPr/>
            <p:nvPr/>
          </p:nvSpPr>
          <p:spPr>
            <a:xfrm>
              <a:off x="36799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49" name="타원 12148">
              <a:extLst>
                <a:ext uri="{FF2B5EF4-FFF2-40B4-BE49-F238E27FC236}">
                  <a16:creationId xmlns:a16="http://schemas.microsoft.com/office/drawing/2014/main" id="{3C23C761-1604-452D-97B3-2CC169A9EF5C}"/>
                </a:ext>
              </a:extLst>
            </p:cNvPr>
            <p:cNvSpPr/>
            <p:nvPr/>
          </p:nvSpPr>
          <p:spPr>
            <a:xfrm>
              <a:off x="38323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0" name="타원 12149">
              <a:extLst>
                <a:ext uri="{FF2B5EF4-FFF2-40B4-BE49-F238E27FC236}">
                  <a16:creationId xmlns:a16="http://schemas.microsoft.com/office/drawing/2014/main" id="{19CD2F6A-94C9-4DA0-87A8-236B3ABFAE7A}"/>
                </a:ext>
              </a:extLst>
            </p:cNvPr>
            <p:cNvSpPr/>
            <p:nvPr/>
          </p:nvSpPr>
          <p:spPr>
            <a:xfrm>
              <a:off x="39847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1" name="타원 12150">
              <a:extLst>
                <a:ext uri="{FF2B5EF4-FFF2-40B4-BE49-F238E27FC236}">
                  <a16:creationId xmlns:a16="http://schemas.microsoft.com/office/drawing/2014/main" id="{AD3F6142-70CB-4E50-828D-E53E683D9F66}"/>
                </a:ext>
              </a:extLst>
            </p:cNvPr>
            <p:cNvSpPr/>
            <p:nvPr/>
          </p:nvSpPr>
          <p:spPr>
            <a:xfrm>
              <a:off x="4137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2" name="타원 12151">
              <a:extLst>
                <a:ext uri="{FF2B5EF4-FFF2-40B4-BE49-F238E27FC236}">
                  <a16:creationId xmlns:a16="http://schemas.microsoft.com/office/drawing/2014/main" id="{26ED017E-378E-4705-AAB9-0A16A5D1BF03}"/>
                </a:ext>
              </a:extLst>
            </p:cNvPr>
            <p:cNvSpPr/>
            <p:nvPr/>
          </p:nvSpPr>
          <p:spPr>
            <a:xfrm>
              <a:off x="4289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3" name="타원 12152">
              <a:extLst>
                <a:ext uri="{FF2B5EF4-FFF2-40B4-BE49-F238E27FC236}">
                  <a16:creationId xmlns:a16="http://schemas.microsoft.com/office/drawing/2014/main" id="{02256FA8-3703-4B66-AAB7-637CB1FBB4A5}"/>
                </a:ext>
              </a:extLst>
            </p:cNvPr>
            <p:cNvSpPr/>
            <p:nvPr/>
          </p:nvSpPr>
          <p:spPr>
            <a:xfrm>
              <a:off x="44419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4" name="타원 12153">
              <a:extLst>
                <a:ext uri="{FF2B5EF4-FFF2-40B4-BE49-F238E27FC236}">
                  <a16:creationId xmlns:a16="http://schemas.microsoft.com/office/drawing/2014/main" id="{01F7E2D6-5279-45AC-95C8-1BBF08F11F54}"/>
                </a:ext>
              </a:extLst>
            </p:cNvPr>
            <p:cNvSpPr/>
            <p:nvPr/>
          </p:nvSpPr>
          <p:spPr>
            <a:xfrm>
              <a:off x="45943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5" name="타원 12154">
              <a:extLst>
                <a:ext uri="{FF2B5EF4-FFF2-40B4-BE49-F238E27FC236}">
                  <a16:creationId xmlns:a16="http://schemas.microsoft.com/office/drawing/2014/main" id="{47843ED1-1C67-4038-9698-48A0D9C9657D}"/>
                </a:ext>
              </a:extLst>
            </p:cNvPr>
            <p:cNvSpPr/>
            <p:nvPr/>
          </p:nvSpPr>
          <p:spPr>
            <a:xfrm>
              <a:off x="47467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6" name="타원 12155">
              <a:extLst>
                <a:ext uri="{FF2B5EF4-FFF2-40B4-BE49-F238E27FC236}">
                  <a16:creationId xmlns:a16="http://schemas.microsoft.com/office/drawing/2014/main" id="{E8CB5FA2-7A6E-4314-8B93-3F52BDDEF863}"/>
                </a:ext>
              </a:extLst>
            </p:cNvPr>
            <p:cNvSpPr/>
            <p:nvPr/>
          </p:nvSpPr>
          <p:spPr>
            <a:xfrm>
              <a:off x="4899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7" name="타원 12156">
              <a:extLst>
                <a:ext uri="{FF2B5EF4-FFF2-40B4-BE49-F238E27FC236}">
                  <a16:creationId xmlns:a16="http://schemas.microsoft.com/office/drawing/2014/main" id="{638EF1FD-113F-47C1-BEEC-DDF37D7E3F37}"/>
                </a:ext>
              </a:extLst>
            </p:cNvPr>
            <p:cNvSpPr/>
            <p:nvPr/>
          </p:nvSpPr>
          <p:spPr>
            <a:xfrm>
              <a:off x="5051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8" name="타원 12157">
              <a:extLst>
                <a:ext uri="{FF2B5EF4-FFF2-40B4-BE49-F238E27FC236}">
                  <a16:creationId xmlns:a16="http://schemas.microsoft.com/office/drawing/2014/main" id="{E8E42D99-E86D-44A7-ABBC-10DE37EF4B0F}"/>
                </a:ext>
              </a:extLst>
            </p:cNvPr>
            <p:cNvSpPr/>
            <p:nvPr/>
          </p:nvSpPr>
          <p:spPr>
            <a:xfrm>
              <a:off x="52039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59" name="타원 12158">
              <a:extLst>
                <a:ext uri="{FF2B5EF4-FFF2-40B4-BE49-F238E27FC236}">
                  <a16:creationId xmlns:a16="http://schemas.microsoft.com/office/drawing/2014/main" id="{99C71C61-CC81-4D26-B432-3ADC2EFD1034}"/>
                </a:ext>
              </a:extLst>
            </p:cNvPr>
            <p:cNvSpPr/>
            <p:nvPr/>
          </p:nvSpPr>
          <p:spPr>
            <a:xfrm>
              <a:off x="53563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0" name="타원 12159">
              <a:extLst>
                <a:ext uri="{FF2B5EF4-FFF2-40B4-BE49-F238E27FC236}">
                  <a16:creationId xmlns:a16="http://schemas.microsoft.com/office/drawing/2014/main" id="{E1CD3040-FC59-4082-A9FA-1C0A25CCEBB1}"/>
                </a:ext>
              </a:extLst>
            </p:cNvPr>
            <p:cNvSpPr/>
            <p:nvPr/>
          </p:nvSpPr>
          <p:spPr>
            <a:xfrm>
              <a:off x="55087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1" name="타원 12160">
              <a:extLst>
                <a:ext uri="{FF2B5EF4-FFF2-40B4-BE49-F238E27FC236}">
                  <a16:creationId xmlns:a16="http://schemas.microsoft.com/office/drawing/2014/main" id="{8F1C20E2-0D0C-4296-815B-24FC2FA410C8}"/>
                </a:ext>
              </a:extLst>
            </p:cNvPr>
            <p:cNvSpPr/>
            <p:nvPr/>
          </p:nvSpPr>
          <p:spPr>
            <a:xfrm>
              <a:off x="56611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2" name="타원 12161">
              <a:extLst>
                <a:ext uri="{FF2B5EF4-FFF2-40B4-BE49-F238E27FC236}">
                  <a16:creationId xmlns:a16="http://schemas.microsoft.com/office/drawing/2014/main" id="{D54C9084-269B-47E2-8F97-303F725D8C94}"/>
                </a:ext>
              </a:extLst>
            </p:cNvPr>
            <p:cNvSpPr/>
            <p:nvPr/>
          </p:nvSpPr>
          <p:spPr>
            <a:xfrm>
              <a:off x="5813576" y="68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3" name="타원 12162">
              <a:extLst>
                <a:ext uri="{FF2B5EF4-FFF2-40B4-BE49-F238E27FC236}">
                  <a16:creationId xmlns:a16="http://schemas.microsoft.com/office/drawing/2014/main" id="{C23C6490-A15E-40D0-A196-574B94A0D1CD}"/>
                </a:ext>
              </a:extLst>
            </p:cNvPr>
            <p:cNvSpPr/>
            <p:nvPr/>
          </p:nvSpPr>
          <p:spPr>
            <a:xfrm>
              <a:off x="327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4" name="타원 12163">
              <a:extLst>
                <a:ext uri="{FF2B5EF4-FFF2-40B4-BE49-F238E27FC236}">
                  <a16:creationId xmlns:a16="http://schemas.microsoft.com/office/drawing/2014/main" id="{1065DE71-E3DC-491B-91F7-CC7BDC1F74F5}"/>
                </a:ext>
              </a:extLst>
            </p:cNvPr>
            <p:cNvSpPr/>
            <p:nvPr/>
          </p:nvSpPr>
          <p:spPr>
            <a:xfrm>
              <a:off x="479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5" name="타원 12164">
              <a:extLst>
                <a:ext uri="{FF2B5EF4-FFF2-40B4-BE49-F238E27FC236}">
                  <a16:creationId xmlns:a16="http://schemas.microsoft.com/office/drawing/2014/main" id="{DB083300-97E3-4DC1-BD3B-1CCE6F714C67}"/>
                </a:ext>
              </a:extLst>
            </p:cNvPr>
            <p:cNvSpPr/>
            <p:nvPr/>
          </p:nvSpPr>
          <p:spPr>
            <a:xfrm>
              <a:off x="6319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6" name="타원 12165">
              <a:extLst>
                <a:ext uri="{FF2B5EF4-FFF2-40B4-BE49-F238E27FC236}">
                  <a16:creationId xmlns:a16="http://schemas.microsoft.com/office/drawing/2014/main" id="{F23F195A-E95B-46AC-A167-0DA6E6588C65}"/>
                </a:ext>
              </a:extLst>
            </p:cNvPr>
            <p:cNvSpPr/>
            <p:nvPr/>
          </p:nvSpPr>
          <p:spPr>
            <a:xfrm>
              <a:off x="7843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7" name="타원 12166">
              <a:extLst>
                <a:ext uri="{FF2B5EF4-FFF2-40B4-BE49-F238E27FC236}">
                  <a16:creationId xmlns:a16="http://schemas.microsoft.com/office/drawing/2014/main" id="{A52B6A81-AD01-43E0-B7BB-A2986FBA6AA2}"/>
                </a:ext>
              </a:extLst>
            </p:cNvPr>
            <p:cNvSpPr/>
            <p:nvPr/>
          </p:nvSpPr>
          <p:spPr>
            <a:xfrm>
              <a:off x="9367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8" name="타원 12167">
              <a:extLst>
                <a:ext uri="{FF2B5EF4-FFF2-40B4-BE49-F238E27FC236}">
                  <a16:creationId xmlns:a16="http://schemas.microsoft.com/office/drawing/2014/main" id="{63B0B503-B600-4F6A-8D3D-C97D8E22BC0E}"/>
                </a:ext>
              </a:extLst>
            </p:cNvPr>
            <p:cNvSpPr/>
            <p:nvPr/>
          </p:nvSpPr>
          <p:spPr>
            <a:xfrm>
              <a:off x="1089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69" name="타원 12168">
              <a:extLst>
                <a:ext uri="{FF2B5EF4-FFF2-40B4-BE49-F238E27FC236}">
                  <a16:creationId xmlns:a16="http://schemas.microsoft.com/office/drawing/2014/main" id="{3B4CC757-50FB-426C-B478-FF71A2EFD0E6}"/>
                </a:ext>
              </a:extLst>
            </p:cNvPr>
            <p:cNvSpPr/>
            <p:nvPr/>
          </p:nvSpPr>
          <p:spPr>
            <a:xfrm>
              <a:off x="1241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0" name="타원 12169">
              <a:extLst>
                <a:ext uri="{FF2B5EF4-FFF2-40B4-BE49-F238E27FC236}">
                  <a16:creationId xmlns:a16="http://schemas.microsoft.com/office/drawing/2014/main" id="{262D2E9B-5C37-4060-9C28-B1E089F7C65C}"/>
                </a:ext>
              </a:extLst>
            </p:cNvPr>
            <p:cNvSpPr/>
            <p:nvPr/>
          </p:nvSpPr>
          <p:spPr>
            <a:xfrm>
              <a:off x="13939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1" name="타원 12170">
              <a:extLst>
                <a:ext uri="{FF2B5EF4-FFF2-40B4-BE49-F238E27FC236}">
                  <a16:creationId xmlns:a16="http://schemas.microsoft.com/office/drawing/2014/main" id="{2AD5B582-E570-4E8A-809F-E66F38DCE734}"/>
                </a:ext>
              </a:extLst>
            </p:cNvPr>
            <p:cNvSpPr/>
            <p:nvPr/>
          </p:nvSpPr>
          <p:spPr>
            <a:xfrm>
              <a:off x="15463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2" name="타원 12171">
              <a:extLst>
                <a:ext uri="{FF2B5EF4-FFF2-40B4-BE49-F238E27FC236}">
                  <a16:creationId xmlns:a16="http://schemas.microsoft.com/office/drawing/2014/main" id="{8E5F1487-0217-4173-8E9B-7DE7CD2E4F3E}"/>
                </a:ext>
              </a:extLst>
            </p:cNvPr>
            <p:cNvSpPr/>
            <p:nvPr/>
          </p:nvSpPr>
          <p:spPr>
            <a:xfrm>
              <a:off x="16987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3" name="타원 12172">
              <a:extLst>
                <a:ext uri="{FF2B5EF4-FFF2-40B4-BE49-F238E27FC236}">
                  <a16:creationId xmlns:a16="http://schemas.microsoft.com/office/drawing/2014/main" id="{8A1A02F4-8CD3-420F-9855-66511CC2D700}"/>
                </a:ext>
              </a:extLst>
            </p:cNvPr>
            <p:cNvSpPr/>
            <p:nvPr/>
          </p:nvSpPr>
          <p:spPr>
            <a:xfrm>
              <a:off x="1851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4" name="타원 12173">
              <a:extLst>
                <a:ext uri="{FF2B5EF4-FFF2-40B4-BE49-F238E27FC236}">
                  <a16:creationId xmlns:a16="http://schemas.microsoft.com/office/drawing/2014/main" id="{DFE333CF-D956-49C8-85B2-D97575A11A36}"/>
                </a:ext>
              </a:extLst>
            </p:cNvPr>
            <p:cNvSpPr/>
            <p:nvPr/>
          </p:nvSpPr>
          <p:spPr>
            <a:xfrm>
              <a:off x="2003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5" name="타원 12174">
              <a:extLst>
                <a:ext uri="{FF2B5EF4-FFF2-40B4-BE49-F238E27FC236}">
                  <a16:creationId xmlns:a16="http://schemas.microsoft.com/office/drawing/2014/main" id="{84142421-3156-49CC-A661-E9EE4653D85B}"/>
                </a:ext>
              </a:extLst>
            </p:cNvPr>
            <p:cNvSpPr/>
            <p:nvPr/>
          </p:nvSpPr>
          <p:spPr>
            <a:xfrm>
              <a:off x="21559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6" name="타원 12175">
              <a:extLst>
                <a:ext uri="{FF2B5EF4-FFF2-40B4-BE49-F238E27FC236}">
                  <a16:creationId xmlns:a16="http://schemas.microsoft.com/office/drawing/2014/main" id="{8976E67B-0B27-4944-8058-E6DD5FC581BB}"/>
                </a:ext>
              </a:extLst>
            </p:cNvPr>
            <p:cNvSpPr/>
            <p:nvPr/>
          </p:nvSpPr>
          <p:spPr>
            <a:xfrm>
              <a:off x="23083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7" name="타원 12176">
              <a:extLst>
                <a:ext uri="{FF2B5EF4-FFF2-40B4-BE49-F238E27FC236}">
                  <a16:creationId xmlns:a16="http://schemas.microsoft.com/office/drawing/2014/main" id="{12C41BD2-CE59-460F-B34F-9350A866602D}"/>
                </a:ext>
              </a:extLst>
            </p:cNvPr>
            <p:cNvSpPr/>
            <p:nvPr/>
          </p:nvSpPr>
          <p:spPr>
            <a:xfrm>
              <a:off x="24607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8" name="타원 12177">
              <a:extLst>
                <a:ext uri="{FF2B5EF4-FFF2-40B4-BE49-F238E27FC236}">
                  <a16:creationId xmlns:a16="http://schemas.microsoft.com/office/drawing/2014/main" id="{50C8196B-DCF1-4D39-9ABE-37AD201BDE40}"/>
                </a:ext>
              </a:extLst>
            </p:cNvPr>
            <p:cNvSpPr/>
            <p:nvPr/>
          </p:nvSpPr>
          <p:spPr>
            <a:xfrm>
              <a:off x="2613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79" name="타원 12178">
              <a:extLst>
                <a:ext uri="{FF2B5EF4-FFF2-40B4-BE49-F238E27FC236}">
                  <a16:creationId xmlns:a16="http://schemas.microsoft.com/office/drawing/2014/main" id="{D5F02CF8-885F-4728-8041-3E2E71A2F5E1}"/>
                </a:ext>
              </a:extLst>
            </p:cNvPr>
            <p:cNvSpPr/>
            <p:nvPr/>
          </p:nvSpPr>
          <p:spPr>
            <a:xfrm>
              <a:off x="2765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0" name="타원 12179">
              <a:extLst>
                <a:ext uri="{FF2B5EF4-FFF2-40B4-BE49-F238E27FC236}">
                  <a16:creationId xmlns:a16="http://schemas.microsoft.com/office/drawing/2014/main" id="{1706DC56-70A7-4847-A034-07160EE063C0}"/>
                </a:ext>
              </a:extLst>
            </p:cNvPr>
            <p:cNvSpPr/>
            <p:nvPr/>
          </p:nvSpPr>
          <p:spPr>
            <a:xfrm>
              <a:off x="29179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1" name="타원 12180">
              <a:extLst>
                <a:ext uri="{FF2B5EF4-FFF2-40B4-BE49-F238E27FC236}">
                  <a16:creationId xmlns:a16="http://schemas.microsoft.com/office/drawing/2014/main" id="{0C307FD3-9A88-4830-82BA-B5D4EC26FE80}"/>
                </a:ext>
              </a:extLst>
            </p:cNvPr>
            <p:cNvSpPr/>
            <p:nvPr/>
          </p:nvSpPr>
          <p:spPr>
            <a:xfrm>
              <a:off x="30703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2" name="타원 12181">
              <a:extLst>
                <a:ext uri="{FF2B5EF4-FFF2-40B4-BE49-F238E27FC236}">
                  <a16:creationId xmlns:a16="http://schemas.microsoft.com/office/drawing/2014/main" id="{486E3B9E-BA46-4B2C-A93A-C334C5C782B9}"/>
                </a:ext>
              </a:extLst>
            </p:cNvPr>
            <p:cNvSpPr/>
            <p:nvPr/>
          </p:nvSpPr>
          <p:spPr>
            <a:xfrm>
              <a:off x="32227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3" name="타원 12182">
              <a:extLst>
                <a:ext uri="{FF2B5EF4-FFF2-40B4-BE49-F238E27FC236}">
                  <a16:creationId xmlns:a16="http://schemas.microsoft.com/office/drawing/2014/main" id="{60D90220-EEE5-45C4-B05C-F09ACE36F743}"/>
                </a:ext>
              </a:extLst>
            </p:cNvPr>
            <p:cNvSpPr/>
            <p:nvPr/>
          </p:nvSpPr>
          <p:spPr>
            <a:xfrm>
              <a:off x="3375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4" name="타원 12183">
              <a:extLst>
                <a:ext uri="{FF2B5EF4-FFF2-40B4-BE49-F238E27FC236}">
                  <a16:creationId xmlns:a16="http://schemas.microsoft.com/office/drawing/2014/main" id="{153BB653-0981-46C1-9B7E-787B0525C87C}"/>
                </a:ext>
              </a:extLst>
            </p:cNvPr>
            <p:cNvSpPr/>
            <p:nvPr/>
          </p:nvSpPr>
          <p:spPr>
            <a:xfrm>
              <a:off x="3527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5" name="타원 12184">
              <a:extLst>
                <a:ext uri="{FF2B5EF4-FFF2-40B4-BE49-F238E27FC236}">
                  <a16:creationId xmlns:a16="http://schemas.microsoft.com/office/drawing/2014/main" id="{A1AB8EB4-009A-426A-8D84-029D4C0F4729}"/>
                </a:ext>
              </a:extLst>
            </p:cNvPr>
            <p:cNvSpPr/>
            <p:nvPr/>
          </p:nvSpPr>
          <p:spPr>
            <a:xfrm>
              <a:off x="36799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6" name="타원 12185">
              <a:extLst>
                <a:ext uri="{FF2B5EF4-FFF2-40B4-BE49-F238E27FC236}">
                  <a16:creationId xmlns:a16="http://schemas.microsoft.com/office/drawing/2014/main" id="{F3A67373-1C3B-4A68-8F00-4C16949AE05A}"/>
                </a:ext>
              </a:extLst>
            </p:cNvPr>
            <p:cNvSpPr/>
            <p:nvPr/>
          </p:nvSpPr>
          <p:spPr>
            <a:xfrm>
              <a:off x="38323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7" name="타원 12186">
              <a:extLst>
                <a:ext uri="{FF2B5EF4-FFF2-40B4-BE49-F238E27FC236}">
                  <a16:creationId xmlns:a16="http://schemas.microsoft.com/office/drawing/2014/main" id="{F3699EEB-9B12-4007-BC59-55D862B4C456}"/>
                </a:ext>
              </a:extLst>
            </p:cNvPr>
            <p:cNvSpPr/>
            <p:nvPr/>
          </p:nvSpPr>
          <p:spPr>
            <a:xfrm>
              <a:off x="39847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8" name="타원 12187">
              <a:extLst>
                <a:ext uri="{FF2B5EF4-FFF2-40B4-BE49-F238E27FC236}">
                  <a16:creationId xmlns:a16="http://schemas.microsoft.com/office/drawing/2014/main" id="{46DA9104-B30A-47E3-A1BA-C9450AD4AEC2}"/>
                </a:ext>
              </a:extLst>
            </p:cNvPr>
            <p:cNvSpPr/>
            <p:nvPr/>
          </p:nvSpPr>
          <p:spPr>
            <a:xfrm>
              <a:off x="4137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89" name="타원 12188">
              <a:extLst>
                <a:ext uri="{FF2B5EF4-FFF2-40B4-BE49-F238E27FC236}">
                  <a16:creationId xmlns:a16="http://schemas.microsoft.com/office/drawing/2014/main" id="{9DE9897F-C7AE-47B1-B339-CDB87E57AD3E}"/>
                </a:ext>
              </a:extLst>
            </p:cNvPr>
            <p:cNvSpPr/>
            <p:nvPr/>
          </p:nvSpPr>
          <p:spPr>
            <a:xfrm>
              <a:off x="4289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0" name="타원 12189">
              <a:extLst>
                <a:ext uri="{FF2B5EF4-FFF2-40B4-BE49-F238E27FC236}">
                  <a16:creationId xmlns:a16="http://schemas.microsoft.com/office/drawing/2014/main" id="{46437B8D-5EEA-470A-85C7-5329A347C7AD}"/>
                </a:ext>
              </a:extLst>
            </p:cNvPr>
            <p:cNvSpPr/>
            <p:nvPr/>
          </p:nvSpPr>
          <p:spPr>
            <a:xfrm>
              <a:off x="44419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1" name="타원 12190">
              <a:extLst>
                <a:ext uri="{FF2B5EF4-FFF2-40B4-BE49-F238E27FC236}">
                  <a16:creationId xmlns:a16="http://schemas.microsoft.com/office/drawing/2014/main" id="{7503F0B7-B934-4C1D-A543-B093878C268F}"/>
                </a:ext>
              </a:extLst>
            </p:cNvPr>
            <p:cNvSpPr/>
            <p:nvPr/>
          </p:nvSpPr>
          <p:spPr>
            <a:xfrm>
              <a:off x="45943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2" name="타원 12191">
              <a:extLst>
                <a:ext uri="{FF2B5EF4-FFF2-40B4-BE49-F238E27FC236}">
                  <a16:creationId xmlns:a16="http://schemas.microsoft.com/office/drawing/2014/main" id="{EC08C9ED-1CA5-4F19-AF19-095A8866499F}"/>
                </a:ext>
              </a:extLst>
            </p:cNvPr>
            <p:cNvSpPr/>
            <p:nvPr/>
          </p:nvSpPr>
          <p:spPr>
            <a:xfrm>
              <a:off x="47467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3" name="타원 12192">
              <a:extLst>
                <a:ext uri="{FF2B5EF4-FFF2-40B4-BE49-F238E27FC236}">
                  <a16:creationId xmlns:a16="http://schemas.microsoft.com/office/drawing/2014/main" id="{BA724EE4-16FE-41E2-A27B-8F595CE8D8FD}"/>
                </a:ext>
              </a:extLst>
            </p:cNvPr>
            <p:cNvSpPr/>
            <p:nvPr/>
          </p:nvSpPr>
          <p:spPr>
            <a:xfrm>
              <a:off x="4899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4" name="타원 12193">
              <a:extLst>
                <a:ext uri="{FF2B5EF4-FFF2-40B4-BE49-F238E27FC236}">
                  <a16:creationId xmlns:a16="http://schemas.microsoft.com/office/drawing/2014/main" id="{10151B4B-342C-4446-8BB9-33FF19279B6A}"/>
                </a:ext>
              </a:extLst>
            </p:cNvPr>
            <p:cNvSpPr/>
            <p:nvPr/>
          </p:nvSpPr>
          <p:spPr>
            <a:xfrm>
              <a:off x="5051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5" name="타원 12194">
              <a:extLst>
                <a:ext uri="{FF2B5EF4-FFF2-40B4-BE49-F238E27FC236}">
                  <a16:creationId xmlns:a16="http://schemas.microsoft.com/office/drawing/2014/main" id="{FA9FF1A9-51CC-4F87-B8EB-377628E5711E}"/>
                </a:ext>
              </a:extLst>
            </p:cNvPr>
            <p:cNvSpPr/>
            <p:nvPr/>
          </p:nvSpPr>
          <p:spPr>
            <a:xfrm>
              <a:off x="52039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6" name="타원 12195">
              <a:extLst>
                <a:ext uri="{FF2B5EF4-FFF2-40B4-BE49-F238E27FC236}">
                  <a16:creationId xmlns:a16="http://schemas.microsoft.com/office/drawing/2014/main" id="{87552E73-236F-40EF-B0FA-40839D76C308}"/>
                </a:ext>
              </a:extLst>
            </p:cNvPr>
            <p:cNvSpPr/>
            <p:nvPr/>
          </p:nvSpPr>
          <p:spPr>
            <a:xfrm>
              <a:off x="53563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7" name="타원 12196">
              <a:extLst>
                <a:ext uri="{FF2B5EF4-FFF2-40B4-BE49-F238E27FC236}">
                  <a16:creationId xmlns:a16="http://schemas.microsoft.com/office/drawing/2014/main" id="{6B30F21A-FA04-4761-A30E-440CB7673EBF}"/>
                </a:ext>
              </a:extLst>
            </p:cNvPr>
            <p:cNvSpPr/>
            <p:nvPr/>
          </p:nvSpPr>
          <p:spPr>
            <a:xfrm>
              <a:off x="55087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8" name="타원 12197">
              <a:extLst>
                <a:ext uri="{FF2B5EF4-FFF2-40B4-BE49-F238E27FC236}">
                  <a16:creationId xmlns:a16="http://schemas.microsoft.com/office/drawing/2014/main" id="{10265FFE-22F2-4B48-A901-D43DFE6F302D}"/>
                </a:ext>
              </a:extLst>
            </p:cNvPr>
            <p:cNvSpPr/>
            <p:nvPr/>
          </p:nvSpPr>
          <p:spPr>
            <a:xfrm>
              <a:off x="56611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99" name="타원 12198">
              <a:extLst>
                <a:ext uri="{FF2B5EF4-FFF2-40B4-BE49-F238E27FC236}">
                  <a16:creationId xmlns:a16="http://schemas.microsoft.com/office/drawing/2014/main" id="{825DA907-17B6-40E4-B75D-FDA839D56A7B}"/>
                </a:ext>
              </a:extLst>
            </p:cNvPr>
            <p:cNvSpPr/>
            <p:nvPr/>
          </p:nvSpPr>
          <p:spPr>
            <a:xfrm>
              <a:off x="5813576" y="83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0" name="타원 12199">
              <a:extLst>
                <a:ext uri="{FF2B5EF4-FFF2-40B4-BE49-F238E27FC236}">
                  <a16:creationId xmlns:a16="http://schemas.microsoft.com/office/drawing/2014/main" id="{ACBBBF01-8761-4431-8293-932992318721}"/>
                </a:ext>
              </a:extLst>
            </p:cNvPr>
            <p:cNvSpPr/>
            <p:nvPr/>
          </p:nvSpPr>
          <p:spPr>
            <a:xfrm>
              <a:off x="327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1" name="타원 12200">
              <a:extLst>
                <a:ext uri="{FF2B5EF4-FFF2-40B4-BE49-F238E27FC236}">
                  <a16:creationId xmlns:a16="http://schemas.microsoft.com/office/drawing/2014/main" id="{BC7F9BF7-0CB8-46BD-8CD8-171ED1F4DB59}"/>
                </a:ext>
              </a:extLst>
            </p:cNvPr>
            <p:cNvSpPr/>
            <p:nvPr/>
          </p:nvSpPr>
          <p:spPr>
            <a:xfrm>
              <a:off x="479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2" name="타원 12201">
              <a:extLst>
                <a:ext uri="{FF2B5EF4-FFF2-40B4-BE49-F238E27FC236}">
                  <a16:creationId xmlns:a16="http://schemas.microsoft.com/office/drawing/2014/main" id="{3DD40F49-F4F2-43CC-82EA-91794D1153F5}"/>
                </a:ext>
              </a:extLst>
            </p:cNvPr>
            <p:cNvSpPr/>
            <p:nvPr/>
          </p:nvSpPr>
          <p:spPr>
            <a:xfrm>
              <a:off x="6319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3" name="타원 12202">
              <a:extLst>
                <a:ext uri="{FF2B5EF4-FFF2-40B4-BE49-F238E27FC236}">
                  <a16:creationId xmlns:a16="http://schemas.microsoft.com/office/drawing/2014/main" id="{2C999132-3D62-4478-BBE4-087C3DA4E6C4}"/>
                </a:ext>
              </a:extLst>
            </p:cNvPr>
            <p:cNvSpPr/>
            <p:nvPr/>
          </p:nvSpPr>
          <p:spPr>
            <a:xfrm>
              <a:off x="7843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4" name="타원 12203">
              <a:extLst>
                <a:ext uri="{FF2B5EF4-FFF2-40B4-BE49-F238E27FC236}">
                  <a16:creationId xmlns:a16="http://schemas.microsoft.com/office/drawing/2014/main" id="{FA8DD230-1892-4DE3-994B-6CEFA44E8E37}"/>
                </a:ext>
              </a:extLst>
            </p:cNvPr>
            <p:cNvSpPr/>
            <p:nvPr/>
          </p:nvSpPr>
          <p:spPr>
            <a:xfrm>
              <a:off x="9367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5" name="타원 12204">
              <a:extLst>
                <a:ext uri="{FF2B5EF4-FFF2-40B4-BE49-F238E27FC236}">
                  <a16:creationId xmlns:a16="http://schemas.microsoft.com/office/drawing/2014/main" id="{28A3C176-AC03-4E0F-A67B-E618C1DF20DE}"/>
                </a:ext>
              </a:extLst>
            </p:cNvPr>
            <p:cNvSpPr/>
            <p:nvPr/>
          </p:nvSpPr>
          <p:spPr>
            <a:xfrm>
              <a:off x="1089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6" name="타원 12205">
              <a:extLst>
                <a:ext uri="{FF2B5EF4-FFF2-40B4-BE49-F238E27FC236}">
                  <a16:creationId xmlns:a16="http://schemas.microsoft.com/office/drawing/2014/main" id="{830DEB64-6C9B-4874-AD6E-1D6C320EDD2B}"/>
                </a:ext>
              </a:extLst>
            </p:cNvPr>
            <p:cNvSpPr/>
            <p:nvPr/>
          </p:nvSpPr>
          <p:spPr>
            <a:xfrm>
              <a:off x="1241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7" name="타원 12206">
              <a:extLst>
                <a:ext uri="{FF2B5EF4-FFF2-40B4-BE49-F238E27FC236}">
                  <a16:creationId xmlns:a16="http://schemas.microsoft.com/office/drawing/2014/main" id="{F1884DD4-352D-43C8-B50E-742159C29DB3}"/>
                </a:ext>
              </a:extLst>
            </p:cNvPr>
            <p:cNvSpPr/>
            <p:nvPr/>
          </p:nvSpPr>
          <p:spPr>
            <a:xfrm>
              <a:off x="13939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8" name="타원 12207">
              <a:extLst>
                <a:ext uri="{FF2B5EF4-FFF2-40B4-BE49-F238E27FC236}">
                  <a16:creationId xmlns:a16="http://schemas.microsoft.com/office/drawing/2014/main" id="{0EFB7B07-9CAF-461D-91EC-3D87433484F8}"/>
                </a:ext>
              </a:extLst>
            </p:cNvPr>
            <p:cNvSpPr/>
            <p:nvPr/>
          </p:nvSpPr>
          <p:spPr>
            <a:xfrm>
              <a:off x="15463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09" name="타원 12208">
              <a:extLst>
                <a:ext uri="{FF2B5EF4-FFF2-40B4-BE49-F238E27FC236}">
                  <a16:creationId xmlns:a16="http://schemas.microsoft.com/office/drawing/2014/main" id="{EA2F5161-6C79-48D6-A27B-A4B7E4DFB3E5}"/>
                </a:ext>
              </a:extLst>
            </p:cNvPr>
            <p:cNvSpPr/>
            <p:nvPr/>
          </p:nvSpPr>
          <p:spPr>
            <a:xfrm>
              <a:off x="16987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0" name="타원 12209">
              <a:extLst>
                <a:ext uri="{FF2B5EF4-FFF2-40B4-BE49-F238E27FC236}">
                  <a16:creationId xmlns:a16="http://schemas.microsoft.com/office/drawing/2014/main" id="{A1A69505-ECE0-499D-B5EB-B80B93FB3A7E}"/>
                </a:ext>
              </a:extLst>
            </p:cNvPr>
            <p:cNvSpPr/>
            <p:nvPr/>
          </p:nvSpPr>
          <p:spPr>
            <a:xfrm>
              <a:off x="1851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1" name="타원 12210">
              <a:extLst>
                <a:ext uri="{FF2B5EF4-FFF2-40B4-BE49-F238E27FC236}">
                  <a16:creationId xmlns:a16="http://schemas.microsoft.com/office/drawing/2014/main" id="{74E00DF1-85E5-4D2E-B8E7-43E6BB3CF505}"/>
                </a:ext>
              </a:extLst>
            </p:cNvPr>
            <p:cNvSpPr/>
            <p:nvPr/>
          </p:nvSpPr>
          <p:spPr>
            <a:xfrm>
              <a:off x="2003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2" name="타원 12211">
              <a:extLst>
                <a:ext uri="{FF2B5EF4-FFF2-40B4-BE49-F238E27FC236}">
                  <a16:creationId xmlns:a16="http://schemas.microsoft.com/office/drawing/2014/main" id="{5F3915B1-4CBC-44B3-9AB2-3663F63E490C}"/>
                </a:ext>
              </a:extLst>
            </p:cNvPr>
            <p:cNvSpPr/>
            <p:nvPr/>
          </p:nvSpPr>
          <p:spPr>
            <a:xfrm>
              <a:off x="21559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3" name="타원 12212">
              <a:extLst>
                <a:ext uri="{FF2B5EF4-FFF2-40B4-BE49-F238E27FC236}">
                  <a16:creationId xmlns:a16="http://schemas.microsoft.com/office/drawing/2014/main" id="{FCCDE8DF-B219-48F5-A0EB-19179C63D328}"/>
                </a:ext>
              </a:extLst>
            </p:cNvPr>
            <p:cNvSpPr/>
            <p:nvPr/>
          </p:nvSpPr>
          <p:spPr>
            <a:xfrm>
              <a:off x="23083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4" name="타원 12213">
              <a:extLst>
                <a:ext uri="{FF2B5EF4-FFF2-40B4-BE49-F238E27FC236}">
                  <a16:creationId xmlns:a16="http://schemas.microsoft.com/office/drawing/2014/main" id="{278C31D2-D3A8-4FB2-86D3-1F78F38CB671}"/>
                </a:ext>
              </a:extLst>
            </p:cNvPr>
            <p:cNvSpPr/>
            <p:nvPr/>
          </p:nvSpPr>
          <p:spPr>
            <a:xfrm>
              <a:off x="24607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5" name="타원 12214">
              <a:extLst>
                <a:ext uri="{FF2B5EF4-FFF2-40B4-BE49-F238E27FC236}">
                  <a16:creationId xmlns:a16="http://schemas.microsoft.com/office/drawing/2014/main" id="{3CF66112-AE61-45A3-99D5-766267CBDECB}"/>
                </a:ext>
              </a:extLst>
            </p:cNvPr>
            <p:cNvSpPr/>
            <p:nvPr/>
          </p:nvSpPr>
          <p:spPr>
            <a:xfrm>
              <a:off x="2613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6" name="타원 12215">
              <a:extLst>
                <a:ext uri="{FF2B5EF4-FFF2-40B4-BE49-F238E27FC236}">
                  <a16:creationId xmlns:a16="http://schemas.microsoft.com/office/drawing/2014/main" id="{5AA617C9-664F-4E9B-A4C1-4EF184C8072A}"/>
                </a:ext>
              </a:extLst>
            </p:cNvPr>
            <p:cNvSpPr/>
            <p:nvPr/>
          </p:nvSpPr>
          <p:spPr>
            <a:xfrm>
              <a:off x="2765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7" name="타원 12216">
              <a:extLst>
                <a:ext uri="{FF2B5EF4-FFF2-40B4-BE49-F238E27FC236}">
                  <a16:creationId xmlns:a16="http://schemas.microsoft.com/office/drawing/2014/main" id="{104C37AF-069C-42FA-9E7A-9B0FA2AF1BB3}"/>
                </a:ext>
              </a:extLst>
            </p:cNvPr>
            <p:cNvSpPr/>
            <p:nvPr/>
          </p:nvSpPr>
          <p:spPr>
            <a:xfrm>
              <a:off x="29179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8" name="타원 12217">
              <a:extLst>
                <a:ext uri="{FF2B5EF4-FFF2-40B4-BE49-F238E27FC236}">
                  <a16:creationId xmlns:a16="http://schemas.microsoft.com/office/drawing/2014/main" id="{01CCEE41-EA93-43F8-9B87-955033E36D34}"/>
                </a:ext>
              </a:extLst>
            </p:cNvPr>
            <p:cNvSpPr/>
            <p:nvPr/>
          </p:nvSpPr>
          <p:spPr>
            <a:xfrm>
              <a:off x="30703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19" name="타원 12218">
              <a:extLst>
                <a:ext uri="{FF2B5EF4-FFF2-40B4-BE49-F238E27FC236}">
                  <a16:creationId xmlns:a16="http://schemas.microsoft.com/office/drawing/2014/main" id="{519C7FD4-0036-4FA6-A419-89527A1E8C30}"/>
                </a:ext>
              </a:extLst>
            </p:cNvPr>
            <p:cNvSpPr/>
            <p:nvPr/>
          </p:nvSpPr>
          <p:spPr>
            <a:xfrm>
              <a:off x="32227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0" name="타원 12219">
              <a:extLst>
                <a:ext uri="{FF2B5EF4-FFF2-40B4-BE49-F238E27FC236}">
                  <a16:creationId xmlns:a16="http://schemas.microsoft.com/office/drawing/2014/main" id="{11C7520B-06AA-407D-85A8-7C5F2F1D6B01}"/>
                </a:ext>
              </a:extLst>
            </p:cNvPr>
            <p:cNvSpPr/>
            <p:nvPr/>
          </p:nvSpPr>
          <p:spPr>
            <a:xfrm>
              <a:off x="3375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1" name="타원 12220">
              <a:extLst>
                <a:ext uri="{FF2B5EF4-FFF2-40B4-BE49-F238E27FC236}">
                  <a16:creationId xmlns:a16="http://schemas.microsoft.com/office/drawing/2014/main" id="{3AD860CC-97CC-4439-96A8-63AAE21FCC54}"/>
                </a:ext>
              </a:extLst>
            </p:cNvPr>
            <p:cNvSpPr/>
            <p:nvPr/>
          </p:nvSpPr>
          <p:spPr>
            <a:xfrm>
              <a:off x="3527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2" name="타원 12221">
              <a:extLst>
                <a:ext uri="{FF2B5EF4-FFF2-40B4-BE49-F238E27FC236}">
                  <a16:creationId xmlns:a16="http://schemas.microsoft.com/office/drawing/2014/main" id="{B579F7CD-6A41-4CB8-8B5D-9734ECD32AD4}"/>
                </a:ext>
              </a:extLst>
            </p:cNvPr>
            <p:cNvSpPr/>
            <p:nvPr/>
          </p:nvSpPr>
          <p:spPr>
            <a:xfrm>
              <a:off x="36799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3" name="타원 12222">
              <a:extLst>
                <a:ext uri="{FF2B5EF4-FFF2-40B4-BE49-F238E27FC236}">
                  <a16:creationId xmlns:a16="http://schemas.microsoft.com/office/drawing/2014/main" id="{29A96A49-7EED-4959-B5D6-909003B012D0}"/>
                </a:ext>
              </a:extLst>
            </p:cNvPr>
            <p:cNvSpPr/>
            <p:nvPr/>
          </p:nvSpPr>
          <p:spPr>
            <a:xfrm>
              <a:off x="38323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4" name="타원 12223">
              <a:extLst>
                <a:ext uri="{FF2B5EF4-FFF2-40B4-BE49-F238E27FC236}">
                  <a16:creationId xmlns:a16="http://schemas.microsoft.com/office/drawing/2014/main" id="{88B6DE9F-71C2-4D68-8130-0E33B82DF143}"/>
                </a:ext>
              </a:extLst>
            </p:cNvPr>
            <p:cNvSpPr/>
            <p:nvPr/>
          </p:nvSpPr>
          <p:spPr>
            <a:xfrm>
              <a:off x="39847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5" name="타원 12224">
              <a:extLst>
                <a:ext uri="{FF2B5EF4-FFF2-40B4-BE49-F238E27FC236}">
                  <a16:creationId xmlns:a16="http://schemas.microsoft.com/office/drawing/2014/main" id="{8C7B1383-0A65-4B1E-A960-6D8B3ADBBD9B}"/>
                </a:ext>
              </a:extLst>
            </p:cNvPr>
            <p:cNvSpPr/>
            <p:nvPr/>
          </p:nvSpPr>
          <p:spPr>
            <a:xfrm>
              <a:off x="4137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6" name="타원 12225">
              <a:extLst>
                <a:ext uri="{FF2B5EF4-FFF2-40B4-BE49-F238E27FC236}">
                  <a16:creationId xmlns:a16="http://schemas.microsoft.com/office/drawing/2014/main" id="{8185F101-19E4-4A6F-8718-92EF945A466F}"/>
                </a:ext>
              </a:extLst>
            </p:cNvPr>
            <p:cNvSpPr/>
            <p:nvPr/>
          </p:nvSpPr>
          <p:spPr>
            <a:xfrm>
              <a:off x="4289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7" name="타원 12226">
              <a:extLst>
                <a:ext uri="{FF2B5EF4-FFF2-40B4-BE49-F238E27FC236}">
                  <a16:creationId xmlns:a16="http://schemas.microsoft.com/office/drawing/2014/main" id="{06A02349-B299-42A9-8F9B-489B3697C704}"/>
                </a:ext>
              </a:extLst>
            </p:cNvPr>
            <p:cNvSpPr/>
            <p:nvPr/>
          </p:nvSpPr>
          <p:spPr>
            <a:xfrm>
              <a:off x="44419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8" name="타원 12227">
              <a:extLst>
                <a:ext uri="{FF2B5EF4-FFF2-40B4-BE49-F238E27FC236}">
                  <a16:creationId xmlns:a16="http://schemas.microsoft.com/office/drawing/2014/main" id="{34CEC84D-CBFC-4462-A26E-E779B64B1393}"/>
                </a:ext>
              </a:extLst>
            </p:cNvPr>
            <p:cNvSpPr/>
            <p:nvPr/>
          </p:nvSpPr>
          <p:spPr>
            <a:xfrm>
              <a:off x="45943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29" name="타원 12228">
              <a:extLst>
                <a:ext uri="{FF2B5EF4-FFF2-40B4-BE49-F238E27FC236}">
                  <a16:creationId xmlns:a16="http://schemas.microsoft.com/office/drawing/2014/main" id="{7C121A35-4AEE-49F3-919A-848959EB224F}"/>
                </a:ext>
              </a:extLst>
            </p:cNvPr>
            <p:cNvSpPr/>
            <p:nvPr/>
          </p:nvSpPr>
          <p:spPr>
            <a:xfrm>
              <a:off x="47467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0" name="타원 12229">
              <a:extLst>
                <a:ext uri="{FF2B5EF4-FFF2-40B4-BE49-F238E27FC236}">
                  <a16:creationId xmlns:a16="http://schemas.microsoft.com/office/drawing/2014/main" id="{759AA3CD-77D4-4A07-B1C4-9F78FBAD5280}"/>
                </a:ext>
              </a:extLst>
            </p:cNvPr>
            <p:cNvSpPr/>
            <p:nvPr/>
          </p:nvSpPr>
          <p:spPr>
            <a:xfrm>
              <a:off x="4899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1" name="타원 12230">
              <a:extLst>
                <a:ext uri="{FF2B5EF4-FFF2-40B4-BE49-F238E27FC236}">
                  <a16:creationId xmlns:a16="http://schemas.microsoft.com/office/drawing/2014/main" id="{03F87DCB-52AD-4050-A5DF-B04405C89C0B}"/>
                </a:ext>
              </a:extLst>
            </p:cNvPr>
            <p:cNvSpPr/>
            <p:nvPr/>
          </p:nvSpPr>
          <p:spPr>
            <a:xfrm>
              <a:off x="5051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2" name="타원 12231">
              <a:extLst>
                <a:ext uri="{FF2B5EF4-FFF2-40B4-BE49-F238E27FC236}">
                  <a16:creationId xmlns:a16="http://schemas.microsoft.com/office/drawing/2014/main" id="{41902731-DB0B-49F6-AB41-F5A89DED870C}"/>
                </a:ext>
              </a:extLst>
            </p:cNvPr>
            <p:cNvSpPr/>
            <p:nvPr/>
          </p:nvSpPr>
          <p:spPr>
            <a:xfrm>
              <a:off x="52039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3" name="타원 12232">
              <a:extLst>
                <a:ext uri="{FF2B5EF4-FFF2-40B4-BE49-F238E27FC236}">
                  <a16:creationId xmlns:a16="http://schemas.microsoft.com/office/drawing/2014/main" id="{56B23E47-1B3D-46CF-B513-7983FACC1F92}"/>
                </a:ext>
              </a:extLst>
            </p:cNvPr>
            <p:cNvSpPr/>
            <p:nvPr/>
          </p:nvSpPr>
          <p:spPr>
            <a:xfrm>
              <a:off x="53563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4" name="타원 12233">
              <a:extLst>
                <a:ext uri="{FF2B5EF4-FFF2-40B4-BE49-F238E27FC236}">
                  <a16:creationId xmlns:a16="http://schemas.microsoft.com/office/drawing/2014/main" id="{BFF8685F-A92B-4DEC-9986-ECD9B4C4CE51}"/>
                </a:ext>
              </a:extLst>
            </p:cNvPr>
            <p:cNvSpPr/>
            <p:nvPr/>
          </p:nvSpPr>
          <p:spPr>
            <a:xfrm>
              <a:off x="55087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5" name="타원 12234">
              <a:extLst>
                <a:ext uri="{FF2B5EF4-FFF2-40B4-BE49-F238E27FC236}">
                  <a16:creationId xmlns:a16="http://schemas.microsoft.com/office/drawing/2014/main" id="{10F31A36-8FB7-4BDA-AFE3-A9366728C329}"/>
                </a:ext>
              </a:extLst>
            </p:cNvPr>
            <p:cNvSpPr/>
            <p:nvPr/>
          </p:nvSpPr>
          <p:spPr>
            <a:xfrm>
              <a:off x="56611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6" name="타원 12235">
              <a:extLst>
                <a:ext uri="{FF2B5EF4-FFF2-40B4-BE49-F238E27FC236}">
                  <a16:creationId xmlns:a16="http://schemas.microsoft.com/office/drawing/2014/main" id="{B7C395C5-FA09-4E23-9114-910441D58352}"/>
                </a:ext>
              </a:extLst>
            </p:cNvPr>
            <p:cNvSpPr/>
            <p:nvPr/>
          </p:nvSpPr>
          <p:spPr>
            <a:xfrm>
              <a:off x="5813576" y="99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7" name="타원 12236">
              <a:extLst>
                <a:ext uri="{FF2B5EF4-FFF2-40B4-BE49-F238E27FC236}">
                  <a16:creationId xmlns:a16="http://schemas.microsoft.com/office/drawing/2014/main" id="{00A0771F-42F4-44A9-8220-BD24BBC668BA}"/>
                </a:ext>
              </a:extLst>
            </p:cNvPr>
            <p:cNvSpPr/>
            <p:nvPr/>
          </p:nvSpPr>
          <p:spPr>
            <a:xfrm>
              <a:off x="327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8" name="타원 12237">
              <a:extLst>
                <a:ext uri="{FF2B5EF4-FFF2-40B4-BE49-F238E27FC236}">
                  <a16:creationId xmlns:a16="http://schemas.microsoft.com/office/drawing/2014/main" id="{760A1A70-7861-482C-99BB-4A9DB961FCDF}"/>
                </a:ext>
              </a:extLst>
            </p:cNvPr>
            <p:cNvSpPr/>
            <p:nvPr/>
          </p:nvSpPr>
          <p:spPr>
            <a:xfrm>
              <a:off x="479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39" name="타원 12238">
              <a:extLst>
                <a:ext uri="{FF2B5EF4-FFF2-40B4-BE49-F238E27FC236}">
                  <a16:creationId xmlns:a16="http://schemas.microsoft.com/office/drawing/2014/main" id="{2DB7EF41-121F-4360-89BE-36E9621FBEEB}"/>
                </a:ext>
              </a:extLst>
            </p:cNvPr>
            <p:cNvSpPr/>
            <p:nvPr/>
          </p:nvSpPr>
          <p:spPr>
            <a:xfrm>
              <a:off x="6319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0" name="타원 12239">
              <a:extLst>
                <a:ext uri="{FF2B5EF4-FFF2-40B4-BE49-F238E27FC236}">
                  <a16:creationId xmlns:a16="http://schemas.microsoft.com/office/drawing/2014/main" id="{EFCA9B61-C028-4D0F-A6C1-900CF5AC478D}"/>
                </a:ext>
              </a:extLst>
            </p:cNvPr>
            <p:cNvSpPr/>
            <p:nvPr/>
          </p:nvSpPr>
          <p:spPr>
            <a:xfrm>
              <a:off x="7843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1" name="타원 12240">
              <a:extLst>
                <a:ext uri="{FF2B5EF4-FFF2-40B4-BE49-F238E27FC236}">
                  <a16:creationId xmlns:a16="http://schemas.microsoft.com/office/drawing/2014/main" id="{80A98DC0-E35B-4EB5-9120-7877D7EED57F}"/>
                </a:ext>
              </a:extLst>
            </p:cNvPr>
            <p:cNvSpPr/>
            <p:nvPr/>
          </p:nvSpPr>
          <p:spPr>
            <a:xfrm>
              <a:off x="9367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2" name="타원 12241">
              <a:extLst>
                <a:ext uri="{FF2B5EF4-FFF2-40B4-BE49-F238E27FC236}">
                  <a16:creationId xmlns:a16="http://schemas.microsoft.com/office/drawing/2014/main" id="{9754E6A7-9FAB-4927-8051-5D97C2B490BE}"/>
                </a:ext>
              </a:extLst>
            </p:cNvPr>
            <p:cNvSpPr/>
            <p:nvPr/>
          </p:nvSpPr>
          <p:spPr>
            <a:xfrm>
              <a:off x="1089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3" name="타원 12242">
              <a:extLst>
                <a:ext uri="{FF2B5EF4-FFF2-40B4-BE49-F238E27FC236}">
                  <a16:creationId xmlns:a16="http://schemas.microsoft.com/office/drawing/2014/main" id="{B8672C70-0040-494C-A3A0-8EBDA4E37E93}"/>
                </a:ext>
              </a:extLst>
            </p:cNvPr>
            <p:cNvSpPr/>
            <p:nvPr/>
          </p:nvSpPr>
          <p:spPr>
            <a:xfrm>
              <a:off x="1241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4" name="타원 12243">
              <a:extLst>
                <a:ext uri="{FF2B5EF4-FFF2-40B4-BE49-F238E27FC236}">
                  <a16:creationId xmlns:a16="http://schemas.microsoft.com/office/drawing/2014/main" id="{FE3181D6-8BD3-42F8-9E8E-2BB87A76EFE3}"/>
                </a:ext>
              </a:extLst>
            </p:cNvPr>
            <p:cNvSpPr/>
            <p:nvPr/>
          </p:nvSpPr>
          <p:spPr>
            <a:xfrm>
              <a:off x="13939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5" name="타원 12244">
              <a:extLst>
                <a:ext uri="{FF2B5EF4-FFF2-40B4-BE49-F238E27FC236}">
                  <a16:creationId xmlns:a16="http://schemas.microsoft.com/office/drawing/2014/main" id="{3162CDB7-E50A-4A68-AAD7-B3FDEFC5AEF3}"/>
                </a:ext>
              </a:extLst>
            </p:cNvPr>
            <p:cNvSpPr/>
            <p:nvPr/>
          </p:nvSpPr>
          <p:spPr>
            <a:xfrm>
              <a:off x="15463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6" name="타원 12245">
              <a:extLst>
                <a:ext uri="{FF2B5EF4-FFF2-40B4-BE49-F238E27FC236}">
                  <a16:creationId xmlns:a16="http://schemas.microsoft.com/office/drawing/2014/main" id="{97ABE714-1766-42B1-9F75-D1B0B1134350}"/>
                </a:ext>
              </a:extLst>
            </p:cNvPr>
            <p:cNvSpPr/>
            <p:nvPr/>
          </p:nvSpPr>
          <p:spPr>
            <a:xfrm>
              <a:off x="16987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7" name="타원 12246">
              <a:extLst>
                <a:ext uri="{FF2B5EF4-FFF2-40B4-BE49-F238E27FC236}">
                  <a16:creationId xmlns:a16="http://schemas.microsoft.com/office/drawing/2014/main" id="{60355CD3-2CBA-4228-B9ED-C1AFAC0B4651}"/>
                </a:ext>
              </a:extLst>
            </p:cNvPr>
            <p:cNvSpPr/>
            <p:nvPr/>
          </p:nvSpPr>
          <p:spPr>
            <a:xfrm>
              <a:off x="1851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8" name="타원 12247">
              <a:extLst>
                <a:ext uri="{FF2B5EF4-FFF2-40B4-BE49-F238E27FC236}">
                  <a16:creationId xmlns:a16="http://schemas.microsoft.com/office/drawing/2014/main" id="{A71DFAF4-BBA2-447E-985F-5FAFEF0BA689}"/>
                </a:ext>
              </a:extLst>
            </p:cNvPr>
            <p:cNvSpPr/>
            <p:nvPr/>
          </p:nvSpPr>
          <p:spPr>
            <a:xfrm>
              <a:off x="2003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49" name="타원 12248">
              <a:extLst>
                <a:ext uri="{FF2B5EF4-FFF2-40B4-BE49-F238E27FC236}">
                  <a16:creationId xmlns:a16="http://schemas.microsoft.com/office/drawing/2014/main" id="{E8E6C9FE-5B5C-46F7-B2F1-E45DBF238E71}"/>
                </a:ext>
              </a:extLst>
            </p:cNvPr>
            <p:cNvSpPr/>
            <p:nvPr/>
          </p:nvSpPr>
          <p:spPr>
            <a:xfrm>
              <a:off x="21559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0" name="타원 12249">
              <a:extLst>
                <a:ext uri="{FF2B5EF4-FFF2-40B4-BE49-F238E27FC236}">
                  <a16:creationId xmlns:a16="http://schemas.microsoft.com/office/drawing/2014/main" id="{DA27D89F-58FE-45D9-B4DA-68D8B0ACB08B}"/>
                </a:ext>
              </a:extLst>
            </p:cNvPr>
            <p:cNvSpPr/>
            <p:nvPr/>
          </p:nvSpPr>
          <p:spPr>
            <a:xfrm>
              <a:off x="23083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1" name="타원 12250">
              <a:extLst>
                <a:ext uri="{FF2B5EF4-FFF2-40B4-BE49-F238E27FC236}">
                  <a16:creationId xmlns:a16="http://schemas.microsoft.com/office/drawing/2014/main" id="{28886B40-70B0-4E74-BF61-82653BC837B8}"/>
                </a:ext>
              </a:extLst>
            </p:cNvPr>
            <p:cNvSpPr/>
            <p:nvPr/>
          </p:nvSpPr>
          <p:spPr>
            <a:xfrm>
              <a:off x="24607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2" name="타원 12251">
              <a:extLst>
                <a:ext uri="{FF2B5EF4-FFF2-40B4-BE49-F238E27FC236}">
                  <a16:creationId xmlns:a16="http://schemas.microsoft.com/office/drawing/2014/main" id="{F1447B31-2AAF-4082-B0B0-EA7C9F4038F7}"/>
                </a:ext>
              </a:extLst>
            </p:cNvPr>
            <p:cNvSpPr/>
            <p:nvPr/>
          </p:nvSpPr>
          <p:spPr>
            <a:xfrm>
              <a:off x="2613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3" name="타원 12252">
              <a:extLst>
                <a:ext uri="{FF2B5EF4-FFF2-40B4-BE49-F238E27FC236}">
                  <a16:creationId xmlns:a16="http://schemas.microsoft.com/office/drawing/2014/main" id="{06A65953-AFEF-47D0-B070-06985C4FD80D}"/>
                </a:ext>
              </a:extLst>
            </p:cNvPr>
            <p:cNvSpPr/>
            <p:nvPr/>
          </p:nvSpPr>
          <p:spPr>
            <a:xfrm>
              <a:off x="2765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4" name="타원 12253">
              <a:extLst>
                <a:ext uri="{FF2B5EF4-FFF2-40B4-BE49-F238E27FC236}">
                  <a16:creationId xmlns:a16="http://schemas.microsoft.com/office/drawing/2014/main" id="{DBEBEA23-42C2-4409-8383-EFD83E0F23E2}"/>
                </a:ext>
              </a:extLst>
            </p:cNvPr>
            <p:cNvSpPr/>
            <p:nvPr/>
          </p:nvSpPr>
          <p:spPr>
            <a:xfrm>
              <a:off x="29179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5" name="타원 12254">
              <a:extLst>
                <a:ext uri="{FF2B5EF4-FFF2-40B4-BE49-F238E27FC236}">
                  <a16:creationId xmlns:a16="http://schemas.microsoft.com/office/drawing/2014/main" id="{2BEA7D5B-157A-4AC5-9695-29A3CE0575A5}"/>
                </a:ext>
              </a:extLst>
            </p:cNvPr>
            <p:cNvSpPr/>
            <p:nvPr/>
          </p:nvSpPr>
          <p:spPr>
            <a:xfrm>
              <a:off x="30703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6" name="타원 12255">
              <a:extLst>
                <a:ext uri="{FF2B5EF4-FFF2-40B4-BE49-F238E27FC236}">
                  <a16:creationId xmlns:a16="http://schemas.microsoft.com/office/drawing/2014/main" id="{321A399E-B363-487D-B49E-751A44F8B292}"/>
                </a:ext>
              </a:extLst>
            </p:cNvPr>
            <p:cNvSpPr/>
            <p:nvPr/>
          </p:nvSpPr>
          <p:spPr>
            <a:xfrm>
              <a:off x="32227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7" name="타원 12256">
              <a:extLst>
                <a:ext uri="{FF2B5EF4-FFF2-40B4-BE49-F238E27FC236}">
                  <a16:creationId xmlns:a16="http://schemas.microsoft.com/office/drawing/2014/main" id="{504CA490-B2A7-4317-850A-67797E91DC1B}"/>
                </a:ext>
              </a:extLst>
            </p:cNvPr>
            <p:cNvSpPr/>
            <p:nvPr/>
          </p:nvSpPr>
          <p:spPr>
            <a:xfrm>
              <a:off x="3375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8" name="타원 12257">
              <a:extLst>
                <a:ext uri="{FF2B5EF4-FFF2-40B4-BE49-F238E27FC236}">
                  <a16:creationId xmlns:a16="http://schemas.microsoft.com/office/drawing/2014/main" id="{34310E00-E8B6-47AB-BCC5-98E1DBFB530F}"/>
                </a:ext>
              </a:extLst>
            </p:cNvPr>
            <p:cNvSpPr/>
            <p:nvPr/>
          </p:nvSpPr>
          <p:spPr>
            <a:xfrm>
              <a:off x="3527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59" name="타원 12258">
              <a:extLst>
                <a:ext uri="{FF2B5EF4-FFF2-40B4-BE49-F238E27FC236}">
                  <a16:creationId xmlns:a16="http://schemas.microsoft.com/office/drawing/2014/main" id="{B913EA6B-F866-4C65-9602-879E205E7CC3}"/>
                </a:ext>
              </a:extLst>
            </p:cNvPr>
            <p:cNvSpPr/>
            <p:nvPr/>
          </p:nvSpPr>
          <p:spPr>
            <a:xfrm>
              <a:off x="36799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0" name="타원 12259">
              <a:extLst>
                <a:ext uri="{FF2B5EF4-FFF2-40B4-BE49-F238E27FC236}">
                  <a16:creationId xmlns:a16="http://schemas.microsoft.com/office/drawing/2014/main" id="{A02988E9-A456-4876-921F-55C6A9C67D5D}"/>
                </a:ext>
              </a:extLst>
            </p:cNvPr>
            <p:cNvSpPr/>
            <p:nvPr/>
          </p:nvSpPr>
          <p:spPr>
            <a:xfrm>
              <a:off x="38323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1" name="타원 12260">
              <a:extLst>
                <a:ext uri="{FF2B5EF4-FFF2-40B4-BE49-F238E27FC236}">
                  <a16:creationId xmlns:a16="http://schemas.microsoft.com/office/drawing/2014/main" id="{5395D46F-9A20-45F5-BAB4-32C430342F4F}"/>
                </a:ext>
              </a:extLst>
            </p:cNvPr>
            <p:cNvSpPr/>
            <p:nvPr/>
          </p:nvSpPr>
          <p:spPr>
            <a:xfrm>
              <a:off x="39847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2" name="타원 12261">
              <a:extLst>
                <a:ext uri="{FF2B5EF4-FFF2-40B4-BE49-F238E27FC236}">
                  <a16:creationId xmlns:a16="http://schemas.microsoft.com/office/drawing/2014/main" id="{DD6E3B78-5D38-4E62-91F9-BC6C4D0F41BA}"/>
                </a:ext>
              </a:extLst>
            </p:cNvPr>
            <p:cNvSpPr/>
            <p:nvPr/>
          </p:nvSpPr>
          <p:spPr>
            <a:xfrm>
              <a:off x="4137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3" name="타원 12262">
              <a:extLst>
                <a:ext uri="{FF2B5EF4-FFF2-40B4-BE49-F238E27FC236}">
                  <a16:creationId xmlns:a16="http://schemas.microsoft.com/office/drawing/2014/main" id="{09DB0204-BD82-4318-98A0-AF5C33189D65}"/>
                </a:ext>
              </a:extLst>
            </p:cNvPr>
            <p:cNvSpPr/>
            <p:nvPr/>
          </p:nvSpPr>
          <p:spPr>
            <a:xfrm>
              <a:off x="4289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4" name="타원 12263">
              <a:extLst>
                <a:ext uri="{FF2B5EF4-FFF2-40B4-BE49-F238E27FC236}">
                  <a16:creationId xmlns:a16="http://schemas.microsoft.com/office/drawing/2014/main" id="{E39C2267-0B3A-4EA9-8835-9C2A4229D073}"/>
                </a:ext>
              </a:extLst>
            </p:cNvPr>
            <p:cNvSpPr/>
            <p:nvPr/>
          </p:nvSpPr>
          <p:spPr>
            <a:xfrm>
              <a:off x="44419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5" name="타원 12264">
              <a:extLst>
                <a:ext uri="{FF2B5EF4-FFF2-40B4-BE49-F238E27FC236}">
                  <a16:creationId xmlns:a16="http://schemas.microsoft.com/office/drawing/2014/main" id="{F6E745A6-8EB8-443B-883B-DD778441CDC6}"/>
                </a:ext>
              </a:extLst>
            </p:cNvPr>
            <p:cNvSpPr/>
            <p:nvPr/>
          </p:nvSpPr>
          <p:spPr>
            <a:xfrm>
              <a:off x="45943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6" name="타원 12265">
              <a:extLst>
                <a:ext uri="{FF2B5EF4-FFF2-40B4-BE49-F238E27FC236}">
                  <a16:creationId xmlns:a16="http://schemas.microsoft.com/office/drawing/2014/main" id="{9DA0BFA2-CDE2-484D-9516-369A3154226C}"/>
                </a:ext>
              </a:extLst>
            </p:cNvPr>
            <p:cNvSpPr/>
            <p:nvPr/>
          </p:nvSpPr>
          <p:spPr>
            <a:xfrm>
              <a:off x="47467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7" name="타원 12266">
              <a:extLst>
                <a:ext uri="{FF2B5EF4-FFF2-40B4-BE49-F238E27FC236}">
                  <a16:creationId xmlns:a16="http://schemas.microsoft.com/office/drawing/2014/main" id="{C9F01630-7031-4D52-8E17-BFB1B7AE91EA}"/>
                </a:ext>
              </a:extLst>
            </p:cNvPr>
            <p:cNvSpPr/>
            <p:nvPr/>
          </p:nvSpPr>
          <p:spPr>
            <a:xfrm>
              <a:off x="4899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8" name="타원 12267">
              <a:extLst>
                <a:ext uri="{FF2B5EF4-FFF2-40B4-BE49-F238E27FC236}">
                  <a16:creationId xmlns:a16="http://schemas.microsoft.com/office/drawing/2014/main" id="{77834B19-69B3-4D6C-A857-9FBC7E591B83}"/>
                </a:ext>
              </a:extLst>
            </p:cNvPr>
            <p:cNvSpPr/>
            <p:nvPr/>
          </p:nvSpPr>
          <p:spPr>
            <a:xfrm>
              <a:off x="5051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69" name="타원 12268">
              <a:extLst>
                <a:ext uri="{FF2B5EF4-FFF2-40B4-BE49-F238E27FC236}">
                  <a16:creationId xmlns:a16="http://schemas.microsoft.com/office/drawing/2014/main" id="{A233398D-0767-4C9F-8E55-C9BE0A1D265C}"/>
                </a:ext>
              </a:extLst>
            </p:cNvPr>
            <p:cNvSpPr/>
            <p:nvPr/>
          </p:nvSpPr>
          <p:spPr>
            <a:xfrm>
              <a:off x="52039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0" name="타원 12269">
              <a:extLst>
                <a:ext uri="{FF2B5EF4-FFF2-40B4-BE49-F238E27FC236}">
                  <a16:creationId xmlns:a16="http://schemas.microsoft.com/office/drawing/2014/main" id="{11BF3983-0495-42DC-B4C6-1729CF3CCAB5}"/>
                </a:ext>
              </a:extLst>
            </p:cNvPr>
            <p:cNvSpPr/>
            <p:nvPr/>
          </p:nvSpPr>
          <p:spPr>
            <a:xfrm>
              <a:off x="53563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1" name="타원 12270">
              <a:extLst>
                <a:ext uri="{FF2B5EF4-FFF2-40B4-BE49-F238E27FC236}">
                  <a16:creationId xmlns:a16="http://schemas.microsoft.com/office/drawing/2014/main" id="{1CDF3C9A-B6CB-4C37-81E2-B9BA2770C0FE}"/>
                </a:ext>
              </a:extLst>
            </p:cNvPr>
            <p:cNvSpPr/>
            <p:nvPr/>
          </p:nvSpPr>
          <p:spPr>
            <a:xfrm>
              <a:off x="55087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2" name="타원 12271">
              <a:extLst>
                <a:ext uri="{FF2B5EF4-FFF2-40B4-BE49-F238E27FC236}">
                  <a16:creationId xmlns:a16="http://schemas.microsoft.com/office/drawing/2014/main" id="{A834ABED-E12C-43EE-849A-69E6858BDC21}"/>
                </a:ext>
              </a:extLst>
            </p:cNvPr>
            <p:cNvSpPr/>
            <p:nvPr/>
          </p:nvSpPr>
          <p:spPr>
            <a:xfrm>
              <a:off x="56611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3" name="타원 12272">
              <a:extLst>
                <a:ext uri="{FF2B5EF4-FFF2-40B4-BE49-F238E27FC236}">
                  <a16:creationId xmlns:a16="http://schemas.microsoft.com/office/drawing/2014/main" id="{AC35D486-07EA-4ECA-BDDD-188BB696152A}"/>
                </a:ext>
              </a:extLst>
            </p:cNvPr>
            <p:cNvSpPr/>
            <p:nvPr/>
          </p:nvSpPr>
          <p:spPr>
            <a:xfrm>
              <a:off x="5813576" y="114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4" name="타원 12273">
              <a:extLst>
                <a:ext uri="{FF2B5EF4-FFF2-40B4-BE49-F238E27FC236}">
                  <a16:creationId xmlns:a16="http://schemas.microsoft.com/office/drawing/2014/main" id="{CF21EAD8-7DD2-43E0-BB0F-BB302A341D37}"/>
                </a:ext>
              </a:extLst>
            </p:cNvPr>
            <p:cNvSpPr/>
            <p:nvPr/>
          </p:nvSpPr>
          <p:spPr>
            <a:xfrm>
              <a:off x="327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5" name="타원 12274">
              <a:extLst>
                <a:ext uri="{FF2B5EF4-FFF2-40B4-BE49-F238E27FC236}">
                  <a16:creationId xmlns:a16="http://schemas.microsoft.com/office/drawing/2014/main" id="{5AE401A0-FF41-4C65-BEDF-FEECB3E496B0}"/>
                </a:ext>
              </a:extLst>
            </p:cNvPr>
            <p:cNvSpPr/>
            <p:nvPr/>
          </p:nvSpPr>
          <p:spPr>
            <a:xfrm>
              <a:off x="479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6" name="타원 12275">
              <a:extLst>
                <a:ext uri="{FF2B5EF4-FFF2-40B4-BE49-F238E27FC236}">
                  <a16:creationId xmlns:a16="http://schemas.microsoft.com/office/drawing/2014/main" id="{6AAD7B9B-CD52-4D2A-A9DB-98CCCD1A098F}"/>
                </a:ext>
              </a:extLst>
            </p:cNvPr>
            <p:cNvSpPr/>
            <p:nvPr/>
          </p:nvSpPr>
          <p:spPr>
            <a:xfrm>
              <a:off x="6319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7" name="타원 12276">
              <a:extLst>
                <a:ext uri="{FF2B5EF4-FFF2-40B4-BE49-F238E27FC236}">
                  <a16:creationId xmlns:a16="http://schemas.microsoft.com/office/drawing/2014/main" id="{0EDE0F72-7A3E-46B7-BA1C-99129FCFEC74}"/>
                </a:ext>
              </a:extLst>
            </p:cNvPr>
            <p:cNvSpPr/>
            <p:nvPr/>
          </p:nvSpPr>
          <p:spPr>
            <a:xfrm>
              <a:off x="7843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8" name="타원 12277">
              <a:extLst>
                <a:ext uri="{FF2B5EF4-FFF2-40B4-BE49-F238E27FC236}">
                  <a16:creationId xmlns:a16="http://schemas.microsoft.com/office/drawing/2014/main" id="{4E29D91C-F8B4-437E-936C-4BA65C9984CD}"/>
                </a:ext>
              </a:extLst>
            </p:cNvPr>
            <p:cNvSpPr/>
            <p:nvPr/>
          </p:nvSpPr>
          <p:spPr>
            <a:xfrm>
              <a:off x="9367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79" name="타원 12278">
              <a:extLst>
                <a:ext uri="{FF2B5EF4-FFF2-40B4-BE49-F238E27FC236}">
                  <a16:creationId xmlns:a16="http://schemas.microsoft.com/office/drawing/2014/main" id="{79EB6B97-43D9-416B-9AFA-D16694531781}"/>
                </a:ext>
              </a:extLst>
            </p:cNvPr>
            <p:cNvSpPr/>
            <p:nvPr/>
          </p:nvSpPr>
          <p:spPr>
            <a:xfrm>
              <a:off x="1089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0" name="타원 12279">
              <a:extLst>
                <a:ext uri="{FF2B5EF4-FFF2-40B4-BE49-F238E27FC236}">
                  <a16:creationId xmlns:a16="http://schemas.microsoft.com/office/drawing/2014/main" id="{6E31C421-F058-4FA0-9990-7BAD29B0B1DF}"/>
                </a:ext>
              </a:extLst>
            </p:cNvPr>
            <p:cNvSpPr/>
            <p:nvPr/>
          </p:nvSpPr>
          <p:spPr>
            <a:xfrm>
              <a:off x="1241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1" name="타원 12280">
              <a:extLst>
                <a:ext uri="{FF2B5EF4-FFF2-40B4-BE49-F238E27FC236}">
                  <a16:creationId xmlns:a16="http://schemas.microsoft.com/office/drawing/2014/main" id="{CEFF00D4-CDEF-4EFB-B833-30CA1B2FCD98}"/>
                </a:ext>
              </a:extLst>
            </p:cNvPr>
            <p:cNvSpPr/>
            <p:nvPr/>
          </p:nvSpPr>
          <p:spPr>
            <a:xfrm>
              <a:off x="13939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2" name="타원 12281">
              <a:extLst>
                <a:ext uri="{FF2B5EF4-FFF2-40B4-BE49-F238E27FC236}">
                  <a16:creationId xmlns:a16="http://schemas.microsoft.com/office/drawing/2014/main" id="{BF181F36-83A1-4E4E-9A42-5FE3079C80E3}"/>
                </a:ext>
              </a:extLst>
            </p:cNvPr>
            <p:cNvSpPr/>
            <p:nvPr/>
          </p:nvSpPr>
          <p:spPr>
            <a:xfrm>
              <a:off x="15463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3" name="타원 12282">
              <a:extLst>
                <a:ext uri="{FF2B5EF4-FFF2-40B4-BE49-F238E27FC236}">
                  <a16:creationId xmlns:a16="http://schemas.microsoft.com/office/drawing/2014/main" id="{CCE5D050-4BCA-4A67-8837-91DD35886DA0}"/>
                </a:ext>
              </a:extLst>
            </p:cNvPr>
            <p:cNvSpPr/>
            <p:nvPr/>
          </p:nvSpPr>
          <p:spPr>
            <a:xfrm>
              <a:off x="16987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4" name="타원 12283">
              <a:extLst>
                <a:ext uri="{FF2B5EF4-FFF2-40B4-BE49-F238E27FC236}">
                  <a16:creationId xmlns:a16="http://schemas.microsoft.com/office/drawing/2014/main" id="{B65E9E2B-26A3-4570-A52A-768E78AF3F0C}"/>
                </a:ext>
              </a:extLst>
            </p:cNvPr>
            <p:cNvSpPr/>
            <p:nvPr/>
          </p:nvSpPr>
          <p:spPr>
            <a:xfrm>
              <a:off x="1851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5" name="타원 12284">
              <a:extLst>
                <a:ext uri="{FF2B5EF4-FFF2-40B4-BE49-F238E27FC236}">
                  <a16:creationId xmlns:a16="http://schemas.microsoft.com/office/drawing/2014/main" id="{E876559F-EEE2-4333-AF81-1762ED6AE11B}"/>
                </a:ext>
              </a:extLst>
            </p:cNvPr>
            <p:cNvSpPr/>
            <p:nvPr/>
          </p:nvSpPr>
          <p:spPr>
            <a:xfrm>
              <a:off x="2003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6" name="타원 12285">
              <a:extLst>
                <a:ext uri="{FF2B5EF4-FFF2-40B4-BE49-F238E27FC236}">
                  <a16:creationId xmlns:a16="http://schemas.microsoft.com/office/drawing/2014/main" id="{9C875BD3-0102-42F8-8CBA-2D96BF5EE882}"/>
                </a:ext>
              </a:extLst>
            </p:cNvPr>
            <p:cNvSpPr/>
            <p:nvPr/>
          </p:nvSpPr>
          <p:spPr>
            <a:xfrm>
              <a:off x="21559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7" name="타원 12286">
              <a:extLst>
                <a:ext uri="{FF2B5EF4-FFF2-40B4-BE49-F238E27FC236}">
                  <a16:creationId xmlns:a16="http://schemas.microsoft.com/office/drawing/2014/main" id="{778660A3-E3A7-4489-8D9D-A7BC1FBB116B}"/>
                </a:ext>
              </a:extLst>
            </p:cNvPr>
            <p:cNvSpPr/>
            <p:nvPr/>
          </p:nvSpPr>
          <p:spPr>
            <a:xfrm>
              <a:off x="23083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8" name="타원 12287">
              <a:extLst>
                <a:ext uri="{FF2B5EF4-FFF2-40B4-BE49-F238E27FC236}">
                  <a16:creationId xmlns:a16="http://schemas.microsoft.com/office/drawing/2014/main" id="{B3657F72-48E1-4CFD-8EEC-267F72CFD8BE}"/>
                </a:ext>
              </a:extLst>
            </p:cNvPr>
            <p:cNvSpPr/>
            <p:nvPr/>
          </p:nvSpPr>
          <p:spPr>
            <a:xfrm>
              <a:off x="24607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89" name="타원 12288">
              <a:extLst>
                <a:ext uri="{FF2B5EF4-FFF2-40B4-BE49-F238E27FC236}">
                  <a16:creationId xmlns:a16="http://schemas.microsoft.com/office/drawing/2014/main" id="{06E4C2FF-018E-4814-96C4-8847F625D568}"/>
                </a:ext>
              </a:extLst>
            </p:cNvPr>
            <p:cNvSpPr/>
            <p:nvPr/>
          </p:nvSpPr>
          <p:spPr>
            <a:xfrm>
              <a:off x="2613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0" name="타원 12289">
              <a:extLst>
                <a:ext uri="{FF2B5EF4-FFF2-40B4-BE49-F238E27FC236}">
                  <a16:creationId xmlns:a16="http://schemas.microsoft.com/office/drawing/2014/main" id="{11E5916D-2C3D-4A7E-9F6C-C07BE8C950A9}"/>
                </a:ext>
              </a:extLst>
            </p:cNvPr>
            <p:cNvSpPr/>
            <p:nvPr/>
          </p:nvSpPr>
          <p:spPr>
            <a:xfrm>
              <a:off x="2765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1" name="타원 12290">
              <a:extLst>
                <a:ext uri="{FF2B5EF4-FFF2-40B4-BE49-F238E27FC236}">
                  <a16:creationId xmlns:a16="http://schemas.microsoft.com/office/drawing/2014/main" id="{F1A2C7AE-FB29-49BC-AD10-6B0E6B1BBE88}"/>
                </a:ext>
              </a:extLst>
            </p:cNvPr>
            <p:cNvSpPr/>
            <p:nvPr/>
          </p:nvSpPr>
          <p:spPr>
            <a:xfrm>
              <a:off x="29179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2" name="타원 12291">
              <a:extLst>
                <a:ext uri="{FF2B5EF4-FFF2-40B4-BE49-F238E27FC236}">
                  <a16:creationId xmlns:a16="http://schemas.microsoft.com/office/drawing/2014/main" id="{DED26A1F-598D-4538-97CB-3DC49E78D832}"/>
                </a:ext>
              </a:extLst>
            </p:cNvPr>
            <p:cNvSpPr/>
            <p:nvPr/>
          </p:nvSpPr>
          <p:spPr>
            <a:xfrm>
              <a:off x="30703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3" name="타원 12292">
              <a:extLst>
                <a:ext uri="{FF2B5EF4-FFF2-40B4-BE49-F238E27FC236}">
                  <a16:creationId xmlns:a16="http://schemas.microsoft.com/office/drawing/2014/main" id="{103170E5-2203-4A9A-9AFF-4052907EFF40}"/>
                </a:ext>
              </a:extLst>
            </p:cNvPr>
            <p:cNvSpPr/>
            <p:nvPr/>
          </p:nvSpPr>
          <p:spPr>
            <a:xfrm>
              <a:off x="32227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4" name="타원 12293">
              <a:extLst>
                <a:ext uri="{FF2B5EF4-FFF2-40B4-BE49-F238E27FC236}">
                  <a16:creationId xmlns:a16="http://schemas.microsoft.com/office/drawing/2014/main" id="{D137CE07-3D4B-40DD-BC11-62F9A6FCA6C6}"/>
                </a:ext>
              </a:extLst>
            </p:cNvPr>
            <p:cNvSpPr/>
            <p:nvPr/>
          </p:nvSpPr>
          <p:spPr>
            <a:xfrm>
              <a:off x="3375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5" name="타원 12294">
              <a:extLst>
                <a:ext uri="{FF2B5EF4-FFF2-40B4-BE49-F238E27FC236}">
                  <a16:creationId xmlns:a16="http://schemas.microsoft.com/office/drawing/2014/main" id="{32E5FA28-42D4-4AE9-B350-7223D79F7BA5}"/>
                </a:ext>
              </a:extLst>
            </p:cNvPr>
            <p:cNvSpPr/>
            <p:nvPr/>
          </p:nvSpPr>
          <p:spPr>
            <a:xfrm>
              <a:off x="3527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6" name="타원 12295">
              <a:extLst>
                <a:ext uri="{FF2B5EF4-FFF2-40B4-BE49-F238E27FC236}">
                  <a16:creationId xmlns:a16="http://schemas.microsoft.com/office/drawing/2014/main" id="{D32D5E74-12CD-4F3A-ADEB-8E6D00D12EDB}"/>
                </a:ext>
              </a:extLst>
            </p:cNvPr>
            <p:cNvSpPr/>
            <p:nvPr/>
          </p:nvSpPr>
          <p:spPr>
            <a:xfrm>
              <a:off x="36799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7" name="타원 12296">
              <a:extLst>
                <a:ext uri="{FF2B5EF4-FFF2-40B4-BE49-F238E27FC236}">
                  <a16:creationId xmlns:a16="http://schemas.microsoft.com/office/drawing/2014/main" id="{B4E75816-21A4-405A-915E-D2CDA901809C}"/>
                </a:ext>
              </a:extLst>
            </p:cNvPr>
            <p:cNvSpPr/>
            <p:nvPr/>
          </p:nvSpPr>
          <p:spPr>
            <a:xfrm>
              <a:off x="38323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8" name="타원 12297">
              <a:extLst>
                <a:ext uri="{FF2B5EF4-FFF2-40B4-BE49-F238E27FC236}">
                  <a16:creationId xmlns:a16="http://schemas.microsoft.com/office/drawing/2014/main" id="{63F38F2D-CB6F-418D-91A6-4EE6169B7D79}"/>
                </a:ext>
              </a:extLst>
            </p:cNvPr>
            <p:cNvSpPr/>
            <p:nvPr/>
          </p:nvSpPr>
          <p:spPr>
            <a:xfrm>
              <a:off x="39847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99" name="타원 12298">
              <a:extLst>
                <a:ext uri="{FF2B5EF4-FFF2-40B4-BE49-F238E27FC236}">
                  <a16:creationId xmlns:a16="http://schemas.microsoft.com/office/drawing/2014/main" id="{745BEA0F-EA2E-44EF-9522-C0E605AF6A4E}"/>
                </a:ext>
              </a:extLst>
            </p:cNvPr>
            <p:cNvSpPr/>
            <p:nvPr/>
          </p:nvSpPr>
          <p:spPr>
            <a:xfrm>
              <a:off x="4137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0" name="타원 12299">
              <a:extLst>
                <a:ext uri="{FF2B5EF4-FFF2-40B4-BE49-F238E27FC236}">
                  <a16:creationId xmlns:a16="http://schemas.microsoft.com/office/drawing/2014/main" id="{4F9C8676-3E61-41CB-9B4C-415314F6D6E5}"/>
                </a:ext>
              </a:extLst>
            </p:cNvPr>
            <p:cNvSpPr/>
            <p:nvPr/>
          </p:nvSpPr>
          <p:spPr>
            <a:xfrm>
              <a:off x="4289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1" name="타원 12300">
              <a:extLst>
                <a:ext uri="{FF2B5EF4-FFF2-40B4-BE49-F238E27FC236}">
                  <a16:creationId xmlns:a16="http://schemas.microsoft.com/office/drawing/2014/main" id="{4DA2E14A-3C14-4220-ADD9-569391B8418A}"/>
                </a:ext>
              </a:extLst>
            </p:cNvPr>
            <p:cNvSpPr/>
            <p:nvPr/>
          </p:nvSpPr>
          <p:spPr>
            <a:xfrm>
              <a:off x="44419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2" name="타원 12301">
              <a:extLst>
                <a:ext uri="{FF2B5EF4-FFF2-40B4-BE49-F238E27FC236}">
                  <a16:creationId xmlns:a16="http://schemas.microsoft.com/office/drawing/2014/main" id="{BC1F221C-BB05-495C-9A7E-0DB0C0B0BE2D}"/>
                </a:ext>
              </a:extLst>
            </p:cNvPr>
            <p:cNvSpPr/>
            <p:nvPr/>
          </p:nvSpPr>
          <p:spPr>
            <a:xfrm>
              <a:off x="45943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3" name="타원 12302">
              <a:extLst>
                <a:ext uri="{FF2B5EF4-FFF2-40B4-BE49-F238E27FC236}">
                  <a16:creationId xmlns:a16="http://schemas.microsoft.com/office/drawing/2014/main" id="{D7FBBC32-D599-4B68-B378-4A538528068F}"/>
                </a:ext>
              </a:extLst>
            </p:cNvPr>
            <p:cNvSpPr/>
            <p:nvPr/>
          </p:nvSpPr>
          <p:spPr>
            <a:xfrm>
              <a:off x="47467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4" name="타원 12303">
              <a:extLst>
                <a:ext uri="{FF2B5EF4-FFF2-40B4-BE49-F238E27FC236}">
                  <a16:creationId xmlns:a16="http://schemas.microsoft.com/office/drawing/2014/main" id="{C747704C-1955-4488-B36C-567EEF3A5135}"/>
                </a:ext>
              </a:extLst>
            </p:cNvPr>
            <p:cNvSpPr/>
            <p:nvPr/>
          </p:nvSpPr>
          <p:spPr>
            <a:xfrm>
              <a:off x="4899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5" name="타원 12304">
              <a:extLst>
                <a:ext uri="{FF2B5EF4-FFF2-40B4-BE49-F238E27FC236}">
                  <a16:creationId xmlns:a16="http://schemas.microsoft.com/office/drawing/2014/main" id="{604AFBB7-7A3A-4286-BC41-0113A8236D5A}"/>
                </a:ext>
              </a:extLst>
            </p:cNvPr>
            <p:cNvSpPr/>
            <p:nvPr/>
          </p:nvSpPr>
          <p:spPr>
            <a:xfrm>
              <a:off x="5051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6" name="타원 12305">
              <a:extLst>
                <a:ext uri="{FF2B5EF4-FFF2-40B4-BE49-F238E27FC236}">
                  <a16:creationId xmlns:a16="http://schemas.microsoft.com/office/drawing/2014/main" id="{78EFB47E-C6B5-4460-8EDC-50FD6734755B}"/>
                </a:ext>
              </a:extLst>
            </p:cNvPr>
            <p:cNvSpPr/>
            <p:nvPr/>
          </p:nvSpPr>
          <p:spPr>
            <a:xfrm>
              <a:off x="52039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7" name="타원 12306">
              <a:extLst>
                <a:ext uri="{FF2B5EF4-FFF2-40B4-BE49-F238E27FC236}">
                  <a16:creationId xmlns:a16="http://schemas.microsoft.com/office/drawing/2014/main" id="{E2271048-CDB4-496E-91E2-D6DDD8BD31AA}"/>
                </a:ext>
              </a:extLst>
            </p:cNvPr>
            <p:cNvSpPr/>
            <p:nvPr/>
          </p:nvSpPr>
          <p:spPr>
            <a:xfrm>
              <a:off x="53563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8" name="타원 12307">
              <a:extLst>
                <a:ext uri="{FF2B5EF4-FFF2-40B4-BE49-F238E27FC236}">
                  <a16:creationId xmlns:a16="http://schemas.microsoft.com/office/drawing/2014/main" id="{58BF1121-1F99-4468-B742-3558E68B3A36}"/>
                </a:ext>
              </a:extLst>
            </p:cNvPr>
            <p:cNvSpPr/>
            <p:nvPr/>
          </p:nvSpPr>
          <p:spPr>
            <a:xfrm>
              <a:off x="55087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09" name="타원 12308">
              <a:extLst>
                <a:ext uri="{FF2B5EF4-FFF2-40B4-BE49-F238E27FC236}">
                  <a16:creationId xmlns:a16="http://schemas.microsoft.com/office/drawing/2014/main" id="{FA95EFF0-50B0-47C7-B174-D202A124FAF1}"/>
                </a:ext>
              </a:extLst>
            </p:cNvPr>
            <p:cNvSpPr/>
            <p:nvPr/>
          </p:nvSpPr>
          <p:spPr>
            <a:xfrm>
              <a:off x="56611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0" name="타원 12309">
              <a:extLst>
                <a:ext uri="{FF2B5EF4-FFF2-40B4-BE49-F238E27FC236}">
                  <a16:creationId xmlns:a16="http://schemas.microsoft.com/office/drawing/2014/main" id="{F3ECB2AD-D237-401B-8122-AB57BC19B158}"/>
                </a:ext>
              </a:extLst>
            </p:cNvPr>
            <p:cNvSpPr/>
            <p:nvPr/>
          </p:nvSpPr>
          <p:spPr>
            <a:xfrm>
              <a:off x="5813576" y="129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1" name="타원 12310">
              <a:extLst>
                <a:ext uri="{FF2B5EF4-FFF2-40B4-BE49-F238E27FC236}">
                  <a16:creationId xmlns:a16="http://schemas.microsoft.com/office/drawing/2014/main" id="{34AE716F-569D-428C-9AD2-1705F5099757}"/>
                </a:ext>
              </a:extLst>
            </p:cNvPr>
            <p:cNvSpPr/>
            <p:nvPr/>
          </p:nvSpPr>
          <p:spPr>
            <a:xfrm>
              <a:off x="327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2" name="타원 12311">
              <a:extLst>
                <a:ext uri="{FF2B5EF4-FFF2-40B4-BE49-F238E27FC236}">
                  <a16:creationId xmlns:a16="http://schemas.microsoft.com/office/drawing/2014/main" id="{609D2218-D8B9-4944-9DBC-06EF56E22FA4}"/>
                </a:ext>
              </a:extLst>
            </p:cNvPr>
            <p:cNvSpPr/>
            <p:nvPr/>
          </p:nvSpPr>
          <p:spPr>
            <a:xfrm>
              <a:off x="479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3" name="타원 12312">
              <a:extLst>
                <a:ext uri="{FF2B5EF4-FFF2-40B4-BE49-F238E27FC236}">
                  <a16:creationId xmlns:a16="http://schemas.microsoft.com/office/drawing/2014/main" id="{EEE3DE7C-9B3E-4ECA-B07F-AED28FFD8FD6}"/>
                </a:ext>
              </a:extLst>
            </p:cNvPr>
            <p:cNvSpPr/>
            <p:nvPr/>
          </p:nvSpPr>
          <p:spPr>
            <a:xfrm>
              <a:off x="6319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4" name="타원 12313">
              <a:extLst>
                <a:ext uri="{FF2B5EF4-FFF2-40B4-BE49-F238E27FC236}">
                  <a16:creationId xmlns:a16="http://schemas.microsoft.com/office/drawing/2014/main" id="{5A4B0409-7C78-435D-A09B-A1F884351DBF}"/>
                </a:ext>
              </a:extLst>
            </p:cNvPr>
            <p:cNvSpPr/>
            <p:nvPr/>
          </p:nvSpPr>
          <p:spPr>
            <a:xfrm>
              <a:off x="7843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5" name="타원 12314">
              <a:extLst>
                <a:ext uri="{FF2B5EF4-FFF2-40B4-BE49-F238E27FC236}">
                  <a16:creationId xmlns:a16="http://schemas.microsoft.com/office/drawing/2014/main" id="{E0EB012F-F1E6-4946-BEA4-DDAF0D296F56}"/>
                </a:ext>
              </a:extLst>
            </p:cNvPr>
            <p:cNvSpPr/>
            <p:nvPr/>
          </p:nvSpPr>
          <p:spPr>
            <a:xfrm>
              <a:off x="9367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6" name="타원 12315">
              <a:extLst>
                <a:ext uri="{FF2B5EF4-FFF2-40B4-BE49-F238E27FC236}">
                  <a16:creationId xmlns:a16="http://schemas.microsoft.com/office/drawing/2014/main" id="{16D3F984-0284-4888-ACBA-31CDA1FF37F8}"/>
                </a:ext>
              </a:extLst>
            </p:cNvPr>
            <p:cNvSpPr/>
            <p:nvPr/>
          </p:nvSpPr>
          <p:spPr>
            <a:xfrm>
              <a:off x="1089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7" name="타원 12316">
              <a:extLst>
                <a:ext uri="{FF2B5EF4-FFF2-40B4-BE49-F238E27FC236}">
                  <a16:creationId xmlns:a16="http://schemas.microsoft.com/office/drawing/2014/main" id="{5A17BE47-8DD4-407E-B4D6-9C84EB484398}"/>
                </a:ext>
              </a:extLst>
            </p:cNvPr>
            <p:cNvSpPr/>
            <p:nvPr/>
          </p:nvSpPr>
          <p:spPr>
            <a:xfrm>
              <a:off x="1241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8" name="타원 12317">
              <a:extLst>
                <a:ext uri="{FF2B5EF4-FFF2-40B4-BE49-F238E27FC236}">
                  <a16:creationId xmlns:a16="http://schemas.microsoft.com/office/drawing/2014/main" id="{CF13AF9B-B840-4174-AE79-7B0ED415C9FE}"/>
                </a:ext>
              </a:extLst>
            </p:cNvPr>
            <p:cNvSpPr/>
            <p:nvPr/>
          </p:nvSpPr>
          <p:spPr>
            <a:xfrm>
              <a:off x="13939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19" name="타원 12318">
              <a:extLst>
                <a:ext uri="{FF2B5EF4-FFF2-40B4-BE49-F238E27FC236}">
                  <a16:creationId xmlns:a16="http://schemas.microsoft.com/office/drawing/2014/main" id="{50A42C14-CFA7-4009-A0C4-C935971CF12D}"/>
                </a:ext>
              </a:extLst>
            </p:cNvPr>
            <p:cNvSpPr/>
            <p:nvPr/>
          </p:nvSpPr>
          <p:spPr>
            <a:xfrm>
              <a:off x="15463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0" name="타원 12319">
              <a:extLst>
                <a:ext uri="{FF2B5EF4-FFF2-40B4-BE49-F238E27FC236}">
                  <a16:creationId xmlns:a16="http://schemas.microsoft.com/office/drawing/2014/main" id="{C64482F6-899C-4FE5-8859-E66A91B059C6}"/>
                </a:ext>
              </a:extLst>
            </p:cNvPr>
            <p:cNvSpPr/>
            <p:nvPr/>
          </p:nvSpPr>
          <p:spPr>
            <a:xfrm>
              <a:off x="16987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1" name="타원 12320">
              <a:extLst>
                <a:ext uri="{FF2B5EF4-FFF2-40B4-BE49-F238E27FC236}">
                  <a16:creationId xmlns:a16="http://schemas.microsoft.com/office/drawing/2014/main" id="{37467856-B0CD-46D8-A07F-E717F1107C3F}"/>
                </a:ext>
              </a:extLst>
            </p:cNvPr>
            <p:cNvSpPr/>
            <p:nvPr/>
          </p:nvSpPr>
          <p:spPr>
            <a:xfrm>
              <a:off x="1851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2" name="타원 12321">
              <a:extLst>
                <a:ext uri="{FF2B5EF4-FFF2-40B4-BE49-F238E27FC236}">
                  <a16:creationId xmlns:a16="http://schemas.microsoft.com/office/drawing/2014/main" id="{4F5AD912-A16A-4883-B323-00105274C9B0}"/>
                </a:ext>
              </a:extLst>
            </p:cNvPr>
            <p:cNvSpPr/>
            <p:nvPr/>
          </p:nvSpPr>
          <p:spPr>
            <a:xfrm>
              <a:off x="2003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3" name="타원 12322">
              <a:extLst>
                <a:ext uri="{FF2B5EF4-FFF2-40B4-BE49-F238E27FC236}">
                  <a16:creationId xmlns:a16="http://schemas.microsoft.com/office/drawing/2014/main" id="{58DDF80F-3A31-4566-9539-702C0AB45B7A}"/>
                </a:ext>
              </a:extLst>
            </p:cNvPr>
            <p:cNvSpPr/>
            <p:nvPr/>
          </p:nvSpPr>
          <p:spPr>
            <a:xfrm>
              <a:off x="21559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4" name="타원 12323">
              <a:extLst>
                <a:ext uri="{FF2B5EF4-FFF2-40B4-BE49-F238E27FC236}">
                  <a16:creationId xmlns:a16="http://schemas.microsoft.com/office/drawing/2014/main" id="{5AED7FBD-379E-479A-9558-E89D20878DF8}"/>
                </a:ext>
              </a:extLst>
            </p:cNvPr>
            <p:cNvSpPr/>
            <p:nvPr/>
          </p:nvSpPr>
          <p:spPr>
            <a:xfrm>
              <a:off x="23083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5" name="타원 12324">
              <a:extLst>
                <a:ext uri="{FF2B5EF4-FFF2-40B4-BE49-F238E27FC236}">
                  <a16:creationId xmlns:a16="http://schemas.microsoft.com/office/drawing/2014/main" id="{6E75A3ED-9C8A-457C-BAD6-ACB2C2D87FEE}"/>
                </a:ext>
              </a:extLst>
            </p:cNvPr>
            <p:cNvSpPr/>
            <p:nvPr/>
          </p:nvSpPr>
          <p:spPr>
            <a:xfrm>
              <a:off x="24607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6" name="타원 12325">
              <a:extLst>
                <a:ext uri="{FF2B5EF4-FFF2-40B4-BE49-F238E27FC236}">
                  <a16:creationId xmlns:a16="http://schemas.microsoft.com/office/drawing/2014/main" id="{3866FA0A-E0D7-491F-AAE1-D098D83F45A7}"/>
                </a:ext>
              </a:extLst>
            </p:cNvPr>
            <p:cNvSpPr/>
            <p:nvPr/>
          </p:nvSpPr>
          <p:spPr>
            <a:xfrm>
              <a:off x="2613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7" name="타원 12326">
              <a:extLst>
                <a:ext uri="{FF2B5EF4-FFF2-40B4-BE49-F238E27FC236}">
                  <a16:creationId xmlns:a16="http://schemas.microsoft.com/office/drawing/2014/main" id="{A95C94C4-B8BE-42DA-804C-00FC13DD650A}"/>
                </a:ext>
              </a:extLst>
            </p:cNvPr>
            <p:cNvSpPr/>
            <p:nvPr/>
          </p:nvSpPr>
          <p:spPr>
            <a:xfrm>
              <a:off x="2765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8" name="타원 12327">
              <a:extLst>
                <a:ext uri="{FF2B5EF4-FFF2-40B4-BE49-F238E27FC236}">
                  <a16:creationId xmlns:a16="http://schemas.microsoft.com/office/drawing/2014/main" id="{48117928-7B17-463C-8066-0B498252E021}"/>
                </a:ext>
              </a:extLst>
            </p:cNvPr>
            <p:cNvSpPr/>
            <p:nvPr/>
          </p:nvSpPr>
          <p:spPr>
            <a:xfrm>
              <a:off x="29179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29" name="타원 12328">
              <a:extLst>
                <a:ext uri="{FF2B5EF4-FFF2-40B4-BE49-F238E27FC236}">
                  <a16:creationId xmlns:a16="http://schemas.microsoft.com/office/drawing/2014/main" id="{901A625F-DF94-4338-8FC6-5D7E2F812B8C}"/>
                </a:ext>
              </a:extLst>
            </p:cNvPr>
            <p:cNvSpPr/>
            <p:nvPr/>
          </p:nvSpPr>
          <p:spPr>
            <a:xfrm>
              <a:off x="30703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0" name="타원 12329">
              <a:extLst>
                <a:ext uri="{FF2B5EF4-FFF2-40B4-BE49-F238E27FC236}">
                  <a16:creationId xmlns:a16="http://schemas.microsoft.com/office/drawing/2014/main" id="{43AF6041-7FD1-4B74-84AE-83BC5B9E245E}"/>
                </a:ext>
              </a:extLst>
            </p:cNvPr>
            <p:cNvSpPr/>
            <p:nvPr/>
          </p:nvSpPr>
          <p:spPr>
            <a:xfrm>
              <a:off x="32227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1" name="타원 12330">
              <a:extLst>
                <a:ext uri="{FF2B5EF4-FFF2-40B4-BE49-F238E27FC236}">
                  <a16:creationId xmlns:a16="http://schemas.microsoft.com/office/drawing/2014/main" id="{87B273DE-F4B7-4643-AB3C-D9FA8207E98D}"/>
                </a:ext>
              </a:extLst>
            </p:cNvPr>
            <p:cNvSpPr/>
            <p:nvPr/>
          </p:nvSpPr>
          <p:spPr>
            <a:xfrm>
              <a:off x="3375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2" name="타원 12331">
              <a:extLst>
                <a:ext uri="{FF2B5EF4-FFF2-40B4-BE49-F238E27FC236}">
                  <a16:creationId xmlns:a16="http://schemas.microsoft.com/office/drawing/2014/main" id="{681A7330-D229-4109-B7B7-25545196F0A2}"/>
                </a:ext>
              </a:extLst>
            </p:cNvPr>
            <p:cNvSpPr/>
            <p:nvPr/>
          </p:nvSpPr>
          <p:spPr>
            <a:xfrm>
              <a:off x="3527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3" name="타원 12332">
              <a:extLst>
                <a:ext uri="{FF2B5EF4-FFF2-40B4-BE49-F238E27FC236}">
                  <a16:creationId xmlns:a16="http://schemas.microsoft.com/office/drawing/2014/main" id="{450A8286-EDE8-4272-A703-C3EC50BA81AD}"/>
                </a:ext>
              </a:extLst>
            </p:cNvPr>
            <p:cNvSpPr/>
            <p:nvPr/>
          </p:nvSpPr>
          <p:spPr>
            <a:xfrm>
              <a:off x="36799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4" name="타원 12333">
              <a:extLst>
                <a:ext uri="{FF2B5EF4-FFF2-40B4-BE49-F238E27FC236}">
                  <a16:creationId xmlns:a16="http://schemas.microsoft.com/office/drawing/2014/main" id="{1900EDC3-A178-4362-94D0-5466D2BA0F16}"/>
                </a:ext>
              </a:extLst>
            </p:cNvPr>
            <p:cNvSpPr/>
            <p:nvPr/>
          </p:nvSpPr>
          <p:spPr>
            <a:xfrm>
              <a:off x="38323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5" name="타원 12334">
              <a:extLst>
                <a:ext uri="{FF2B5EF4-FFF2-40B4-BE49-F238E27FC236}">
                  <a16:creationId xmlns:a16="http://schemas.microsoft.com/office/drawing/2014/main" id="{F22E2F6C-58E9-4719-8F79-6BA6FB3D53EB}"/>
                </a:ext>
              </a:extLst>
            </p:cNvPr>
            <p:cNvSpPr/>
            <p:nvPr/>
          </p:nvSpPr>
          <p:spPr>
            <a:xfrm>
              <a:off x="39847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6" name="타원 12335">
              <a:extLst>
                <a:ext uri="{FF2B5EF4-FFF2-40B4-BE49-F238E27FC236}">
                  <a16:creationId xmlns:a16="http://schemas.microsoft.com/office/drawing/2014/main" id="{CDC7176F-F315-4E5B-A17D-A82B6950F41F}"/>
                </a:ext>
              </a:extLst>
            </p:cNvPr>
            <p:cNvSpPr/>
            <p:nvPr/>
          </p:nvSpPr>
          <p:spPr>
            <a:xfrm>
              <a:off x="4137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7" name="타원 12336">
              <a:extLst>
                <a:ext uri="{FF2B5EF4-FFF2-40B4-BE49-F238E27FC236}">
                  <a16:creationId xmlns:a16="http://schemas.microsoft.com/office/drawing/2014/main" id="{F7FF2789-7AEF-48B5-9256-021815E42EA9}"/>
                </a:ext>
              </a:extLst>
            </p:cNvPr>
            <p:cNvSpPr/>
            <p:nvPr/>
          </p:nvSpPr>
          <p:spPr>
            <a:xfrm>
              <a:off x="4289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8" name="타원 12337">
              <a:extLst>
                <a:ext uri="{FF2B5EF4-FFF2-40B4-BE49-F238E27FC236}">
                  <a16:creationId xmlns:a16="http://schemas.microsoft.com/office/drawing/2014/main" id="{CA4B94E0-422E-44AA-B63D-BEDC3913812A}"/>
                </a:ext>
              </a:extLst>
            </p:cNvPr>
            <p:cNvSpPr/>
            <p:nvPr/>
          </p:nvSpPr>
          <p:spPr>
            <a:xfrm>
              <a:off x="44419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39" name="타원 12338">
              <a:extLst>
                <a:ext uri="{FF2B5EF4-FFF2-40B4-BE49-F238E27FC236}">
                  <a16:creationId xmlns:a16="http://schemas.microsoft.com/office/drawing/2014/main" id="{1A72DF06-AA4E-4D86-94AC-D27F81BDDD14}"/>
                </a:ext>
              </a:extLst>
            </p:cNvPr>
            <p:cNvSpPr/>
            <p:nvPr/>
          </p:nvSpPr>
          <p:spPr>
            <a:xfrm>
              <a:off x="45943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0" name="타원 12339">
              <a:extLst>
                <a:ext uri="{FF2B5EF4-FFF2-40B4-BE49-F238E27FC236}">
                  <a16:creationId xmlns:a16="http://schemas.microsoft.com/office/drawing/2014/main" id="{5A7E1AFE-1DC1-4C83-9F00-D54141F27E9A}"/>
                </a:ext>
              </a:extLst>
            </p:cNvPr>
            <p:cNvSpPr/>
            <p:nvPr/>
          </p:nvSpPr>
          <p:spPr>
            <a:xfrm>
              <a:off x="47467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1" name="타원 12340">
              <a:extLst>
                <a:ext uri="{FF2B5EF4-FFF2-40B4-BE49-F238E27FC236}">
                  <a16:creationId xmlns:a16="http://schemas.microsoft.com/office/drawing/2014/main" id="{1DE37AD4-6BA6-4339-95DE-1832D1B94A66}"/>
                </a:ext>
              </a:extLst>
            </p:cNvPr>
            <p:cNvSpPr/>
            <p:nvPr/>
          </p:nvSpPr>
          <p:spPr>
            <a:xfrm>
              <a:off x="4899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2" name="타원 12341">
              <a:extLst>
                <a:ext uri="{FF2B5EF4-FFF2-40B4-BE49-F238E27FC236}">
                  <a16:creationId xmlns:a16="http://schemas.microsoft.com/office/drawing/2014/main" id="{1602D7D0-71CC-4107-8A39-B8689F5347CD}"/>
                </a:ext>
              </a:extLst>
            </p:cNvPr>
            <p:cNvSpPr/>
            <p:nvPr/>
          </p:nvSpPr>
          <p:spPr>
            <a:xfrm>
              <a:off x="5051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3" name="타원 12342">
              <a:extLst>
                <a:ext uri="{FF2B5EF4-FFF2-40B4-BE49-F238E27FC236}">
                  <a16:creationId xmlns:a16="http://schemas.microsoft.com/office/drawing/2014/main" id="{0B15A70F-90CA-4595-B697-C93D9BFD4FE9}"/>
                </a:ext>
              </a:extLst>
            </p:cNvPr>
            <p:cNvSpPr/>
            <p:nvPr/>
          </p:nvSpPr>
          <p:spPr>
            <a:xfrm>
              <a:off x="52039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4" name="타원 12343">
              <a:extLst>
                <a:ext uri="{FF2B5EF4-FFF2-40B4-BE49-F238E27FC236}">
                  <a16:creationId xmlns:a16="http://schemas.microsoft.com/office/drawing/2014/main" id="{E13A3D30-160E-46A5-BE48-DFE9FDB713E0}"/>
                </a:ext>
              </a:extLst>
            </p:cNvPr>
            <p:cNvSpPr/>
            <p:nvPr/>
          </p:nvSpPr>
          <p:spPr>
            <a:xfrm>
              <a:off x="53563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5" name="타원 12344">
              <a:extLst>
                <a:ext uri="{FF2B5EF4-FFF2-40B4-BE49-F238E27FC236}">
                  <a16:creationId xmlns:a16="http://schemas.microsoft.com/office/drawing/2014/main" id="{A3E1582E-A167-4E8C-8C68-B82524DB3232}"/>
                </a:ext>
              </a:extLst>
            </p:cNvPr>
            <p:cNvSpPr/>
            <p:nvPr/>
          </p:nvSpPr>
          <p:spPr>
            <a:xfrm>
              <a:off x="55087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6" name="타원 12345">
              <a:extLst>
                <a:ext uri="{FF2B5EF4-FFF2-40B4-BE49-F238E27FC236}">
                  <a16:creationId xmlns:a16="http://schemas.microsoft.com/office/drawing/2014/main" id="{40EA7775-EE4E-48AF-A722-E1D10397D4EA}"/>
                </a:ext>
              </a:extLst>
            </p:cNvPr>
            <p:cNvSpPr/>
            <p:nvPr/>
          </p:nvSpPr>
          <p:spPr>
            <a:xfrm>
              <a:off x="56611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7" name="타원 12346">
              <a:extLst>
                <a:ext uri="{FF2B5EF4-FFF2-40B4-BE49-F238E27FC236}">
                  <a16:creationId xmlns:a16="http://schemas.microsoft.com/office/drawing/2014/main" id="{5805B187-359C-410A-9CFC-42A4C7FBCAFA}"/>
                </a:ext>
              </a:extLst>
            </p:cNvPr>
            <p:cNvSpPr/>
            <p:nvPr/>
          </p:nvSpPr>
          <p:spPr>
            <a:xfrm>
              <a:off x="5813576" y="144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8" name="타원 12347">
              <a:extLst>
                <a:ext uri="{FF2B5EF4-FFF2-40B4-BE49-F238E27FC236}">
                  <a16:creationId xmlns:a16="http://schemas.microsoft.com/office/drawing/2014/main" id="{6C826723-180F-4CAC-BDF2-83EE4053A765}"/>
                </a:ext>
              </a:extLst>
            </p:cNvPr>
            <p:cNvSpPr/>
            <p:nvPr/>
          </p:nvSpPr>
          <p:spPr>
            <a:xfrm>
              <a:off x="327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49" name="타원 12348">
              <a:extLst>
                <a:ext uri="{FF2B5EF4-FFF2-40B4-BE49-F238E27FC236}">
                  <a16:creationId xmlns:a16="http://schemas.microsoft.com/office/drawing/2014/main" id="{80A8580D-1B2E-43C7-87EE-2C79DC50BD8D}"/>
                </a:ext>
              </a:extLst>
            </p:cNvPr>
            <p:cNvSpPr/>
            <p:nvPr/>
          </p:nvSpPr>
          <p:spPr>
            <a:xfrm>
              <a:off x="479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0" name="타원 12349">
              <a:extLst>
                <a:ext uri="{FF2B5EF4-FFF2-40B4-BE49-F238E27FC236}">
                  <a16:creationId xmlns:a16="http://schemas.microsoft.com/office/drawing/2014/main" id="{EF364C4A-C776-439A-934F-D200384416E1}"/>
                </a:ext>
              </a:extLst>
            </p:cNvPr>
            <p:cNvSpPr/>
            <p:nvPr/>
          </p:nvSpPr>
          <p:spPr>
            <a:xfrm>
              <a:off x="6319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1" name="타원 12350">
              <a:extLst>
                <a:ext uri="{FF2B5EF4-FFF2-40B4-BE49-F238E27FC236}">
                  <a16:creationId xmlns:a16="http://schemas.microsoft.com/office/drawing/2014/main" id="{221B3DB2-0E42-4045-A822-3C4766CC979D}"/>
                </a:ext>
              </a:extLst>
            </p:cNvPr>
            <p:cNvSpPr/>
            <p:nvPr/>
          </p:nvSpPr>
          <p:spPr>
            <a:xfrm>
              <a:off x="7843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2" name="타원 12351">
              <a:extLst>
                <a:ext uri="{FF2B5EF4-FFF2-40B4-BE49-F238E27FC236}">
                  <a16:creationId xmlns:a16="http://schemas.microsoft.com/office/drawing/2014/main" id="{7C277DCC-994D-40DD-8666-F77854351AD1}"/>
                </a:ext>
              </a:extLst>
            </p:cNvPr>
            <p:cNvSpPr/>
            <p:nvPr/>
          </p:nvSpPr>
          <p:spPr>
            <a:xfrm>
              <a:off x="9367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3" name="타원 12352">
              <a:extLst>
                <a:ext uri="{FF2B5EF4-FFF2-40B4-BE49-F238E27FC236}">
                  <a16:creationId xmlns:a16="http://schemas.microsoft.com/office/drawing/2014/main" id="{B2664680-A22B-4C45-87E0-276ED124E46D}"/>
                </a:ext>
              </a:extLst>
            </p:cNvPr>
            <p:cNvSpPr/>
            <p:nvPr/>
          </p:nvSpPr>
          <p:spPr>
            <a:xfrm>
              <a:off x="1089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4" name="타원 12353">
              <a:extLst>
                <a:ext uri="{FF2B5EF4-FFF2-40B4-BE49-F238E27FC236}">
                  <a16:creationId xmlns:a16="http://schemas.microsoft.com/office/drawing/2014/main" id="{ADACFBE4-B600-4119-8F1D-2E997DB71E30}"/>
                </a:ext>
              </a:extLst>
            </p:cNvPr>
            <p:cNvSpPr/>
            <p:nvPr/>
          </p:nvSpPr>
          <p:spPr>
            <a:xfrm>
              <a:off x="1241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5" name="타원 12354">
              <a:extLst>
                <a:ext uri="{FF2B5EF4-FFF2-40B4-BE49-F238E27FC236}">
                  <a16:creationId xmlns:a16="http://schemas.microsoft.com/office/drawing/2014/main" id="{953BCD29-77E8-4E78-A41A-2AEB722D2149}"/>
                </a:ext>
              </a:extLst>
            </p:cNvPr>
            <p:cNvSpPr/>
            <p:nvPr/>
          </p:nvSpPr>
          <p:spPr>
            <a:xfrm>
              <a:off x="13939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6" name="타원 12355">
              <a:extLst>
                <a:ext uri="{FF2B5EF4-FFF2-40B4-BE49-F238E27FC236}">
                  <a16:creationId xmlns:a16="http://schemas.microsoft.com/office/drawing/2014/main" id="{81DEC1A7-6237-4D52-90A3-746EE5C08616}"/>
                </a:ext>
              </a:extLst>
            </p:cNvPr>
            <p:cNvSpPr/>
            <p:nvPr/>
          </p:nvSpPr>
          <p:spPr>
            <a:xfrm>
              <a:off x="15463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7" name="타원 12356">
              <a:extLst>
                <a:ext uri="{FF2B5EF4-FFF2-40B4-BE49-F238E27FC236}">
                  <a16:creationId xmlns:a16="http://schemas.microsoft.com/office/drawing/2014/main" id="{875B69AC-2853-474F-B518-5A9BD0A288FF}"/>
                </a:ext>
              </a:extLst>
            </p:cNvPr>
            <p:cNvSpPr/>
            <p:nvPr/>
          </p:nvSpPr>
          <p:spPr>
            <a:xfrm>
              <a:off x="16987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8" name="타원 12357">
              <a:extLst>
                <a:ext uri="{FF2B5EF4-FFF2-40B4-BE49-F238E27FC236}">
                  <a16:creationId xmlns:a16="http://schemas.microsoft.com/office/drawing/2014/main" id="{FBE25F04-894E-46CC-A81E-48CCAFE485AA}"/>
                </a:ext>
              </a:extLst>
            </p:cNvPr>
            <p:cNvSpPr/>
            <p:nvPr/>
          </p:nvSpPr>
          <p:spPr>
            <a:xfrm>
              <a:off x="1851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59" name="타원 12358">
              <a:extLst>
                <a:ext uri="{FF2B5EF4-FFF2-40B4-BE49-F238E27FC236}">
                  <a16:creationId xmlns:a16="http://schemas.microsoft.com/office/drawing/2014/main" id="{C922CF47-BB9D-461D-B174-805CB9DADECC}"/>
                </a:ext>
              </a:extLst>
            </p:cNvPr>
            <p:cNvSpPr/>
            <p:nvPr/>
          </p:nvSpPr>
          <p:spPr>
            <a:xfrm>
              <a:off x="2003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0" name="타원 12359">
              <a:extLst>
                <a:ext uri="{FF2B5EF4-FFF2-40B4-BE49-F238E27FC236}">
                  <a16:creationId xmlns:a16="http://schemas.microsoft.com/office/drawing/2014/main" id="{5B9B0FC8-90A7-41DD-A022-A2571BFBE189}"/>
                </a:ext>
              </a:extLst>
            </p:cNvPr>
            <p:cNvSpPr/>
            <p:nvPr/>
          </p:nvSpPr>
          <p:spPr>
            <a:xfrm>
              <a:off x="21559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1" name="타원 12360">
              <a:extLst>
                <a:ext uri="{FF2B5EF4-FFF2-40B4-BE49-F238E27FC236}">
                  <a16:creationId xmlns:a16="http://schemas.microsoft.com/office/drawing/2014/main" id="{74031DEB-71B8-46D6-9B56-645553F1C644}"/>
                </a:ext>
              </a:extLst>
            </p:cNvPr>
            <p:cNvSpPr/>
            <p:nvPr/>
          </p:nvSpPr>
          <p:spPr>
            <a:xfrm>
              <a:off x="23083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2" name="타원 12361">
              <a:extLst>
                <a:ext uri="{FF2B5EF4-FFF2-40B4-BE49-F238E27FC236}">
                  <a16:creationId xmlns:a16="http://schemas.microsoft.com/office/drawing/2014/main" id="{4CA2AC1B-8386-40A3-AD1B-D0C97CE45387}"/>
                </a:ext>
              </a:extLst>
            </p:cNvPr>
            <p:cNvSpPr/>
            <p:nvPr/>
          </p:nvSpPr>
          <p:spPr>
            <a:xfrm>
              <a:off x="24607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3" name="타원 12362">
              <a:extLst>
                <a:ext uri="{FF2B5EF4-FFF2-40B4-BE49-F238E27FC236}">
                  <a16:creationId xmlns:a16="http://schemas.microsoft.com/office/drawing/2014/main" id="{B1C3ED71-E8BE-4CA9-B9B5-EDB33050FADE}"/>
                </a:ext>
              </a:extLst>
            </p:cNvPr>
            <p:cNvSpPr/>
            <p:nvPr/>
          </p:nvSpPr>
          <p:spPr>
            <a:xfrm>
              <a:off x="2613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4" name="타원 12363">
              <a:extLst>
                <a:ext uri="{FF2B5EF4-FFF2-40B4-BE49-F238E27FC236}">
                  <a16:creationId xmlns:a16="http://schemas.microsoft.com/office/drawing/2014/main" id="{9B330636-5D04-4EED-B26C-812F60D318AC}"/>
                </a:ext>
              </a:extLst>
            </p:cNvPr>
            <p:cNvSpPr/>
            <p:nvPr/>
          </p:nvSpPr>
          <p:spPr>
            <a:xfrm>
              <a:off x="2765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5" name="타원 12364">
              <a:extLst>
                <a:ext uri="{FF2B5EF4-FFF2-40B4-BE49-F238E27FC236}">
                  <a16:creationId xmlns:a16="http://schemas.microsoft.com/office/drawing/2014/main" id="{774988B2-7510-4914-AF12-130F1B3BDF60}"/>
                </a:ext>
              </a:extLst>
            </p:cNvPr>
            <p:cNvSpPr/>
            <p:nvPr/>
          </p:nvSpPr>
          <p:spPr>
            <a:xfrm>
              <a:off x="29179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6" name="타원 12365">
              <a:extLst>
                <a:ext uri="{FF2B5EF4-FFF2-40B4-BE49-F238E27FC236}">
                  <a16:creationId xmlns:a16="http://schemas.microsoft.com/office/drawing/2014/main" id="{02FA470F-EFFE-4425-9951-568611B35C0E}"/>
                </a:ext>
              </a:extLst>
            </p:cNvPr>
            <p:cNvSpPr/>
            <p:nvPr/>
          </p:nvSpPr>
          <p:spPr>
            <a:xfrm>
              <a:off x="30703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7" name="타원 12366">
              <a:extLst>
                <a:ext uri="{FF2B5EF4-FFF2-40B4-BE49-F238E27FC236}">
                  <a16:creationId xmlns:a16="http://schemas.microsoft.com/office/drawing/2014/main" id="{6546E922-83CD-4DB1-AC20-E7EA0B62406E}"/>
                </a:ext>
              </a:extLst>
            </p:cNvPr>
            <p:cNvSpPr/>
            <p:nvPr/>
          </p:nvSpPr>
          <p:spPr>
            <a:xfrm>
              <a:off x="32227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8" name="타원 12367">
              <a:extLst>
                <a:ext uri="{FF2B5EF4-FFF2-40B4-BE49-F238E27FC236}">
                  <a16:creationId xmlns:a16="http://schemas.microsoft.com/office/drawing/2014/main" id="{E98C741E-57E0-4C30-8F50-A0B30100AF1D}"/>
                </a:ext>
              </a:extLst>
            </p:cNvPr>
            <p:cNvSpPr/>
            <p:nvPr/>
          </p:nvSpPr>
          <p:spPr>
            <a:xfrm>
              <a:off x="3375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69" name="타원 12368">
              <a:extLst>
                <a:ext uri="{FF2B5EF4-FFF2-40B4-BE49-F238E27FC236}">
                  <a16:creationId xmlns:a16="http://schemas.microsoft.com/office/drawing/2014/main" id="{8D6F94A7-85FF-4629-AFBF-6018087ED12C}"/>
                </a:ext>
              </a:extLst>
            </p:cNvPr>
            <p:cNvSpPr/>
            <p:nvPr/>
          </p:nvSpPr>
          <p:spPr>
            <a:xfrm>
              <a:off x="3527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0" name="타원 12369">
              <a:extLst>
                <a:ext uri="{FF2B5EF4-FFF2-40B4-BE49-F238E27FC236}">
                  <a16:creationId xmlns:a16="http://schemas.microsoft.com/office/drawing/2014/main" id="{DCDF7B2A-FF22-4BC3-A659-90875AA4DFAC}"/>
                </a:ext>
              </a:extLst>
            </p:cNvPr>
            <p:cNvSpPr/>
            <p:nvPr/>
          </p:nvSpPr>
          <p:spPr>
            <a:xfrm>
              <a:off x="36799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1" name="타원 12370">
              <a:extLst>
                <a:ext uri="{FF2B5EF4-FFF2-40B4-BE49-F238E27FC236}">
                  <a16:creationId xmlns:a16="http://schemas.microsoft.com/office/drawing/2014/main" id="{69CCB6B9-2B3A-4306-84D3-F52A89F5BE48}"/>
                </a:ext>
              </a:extLst>
            </p:cNvPr>
            <p:cNvSpPr/>
            <p:nvPr/>
          </p:nvSpPr>
          <p:spPr>
            <a:xfrm>
              <a:off x="38323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2" name="타원 12371">
              <a:extLst>
                <a:ext uri="{FF2B5EF4-FFF2-40B4-BE49-F238E27FC236}">
                  <a16:creationId xmlns:a16="http://schemas.microsoft.com/office/drawing/2014/main" id="{48E04EA6-2836-430F-B0CD-593D99EBE9B6}"/>
                </a:ext>
              </a:extLst>
            </p:cNvPr>
            <p:cNvSpPr/>
            <p:nvPr/>
          </p:nvSpPr>
          <p:spPr>
            <a:xfrm>
              <a:off x="39847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3" name="타원 12372">
              <a:extLst>
                <a:ext uri="{FF2B5EF4-FFF2-40B4-BE49-F238E27FC236}">
                  <a16:creationId xmlns:a16="http://schemas.microsoft.com/office/drawing/2014/main" id="{339CBC9B-8F1C-4D1C-9411-5FC57354B379}"/>
                </a:ext>
              </a:extLst>
            </p:cNvPr>
            <p:cNvSpPr/>
            <p:nvPr/>
          </p:nvSpPr>
          <p:spPr>
            <a:xfrm>
              <a:off x="4137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4" name="타원 12373">
              <a:extLst>
                <a:ext uri="{FF2B5EF4-FFF2-40B4-BE49-F238E27FC236}">
                  <a16:creationId xmlns:a16="http://schemas.microsoft.com/office/drawing/2014/main" id="{756AD15F-C788-4A32-989C-4B22FBD45C7F}"/>
                </a:ext>
              </a:extLst>
            </p:cNvPr>
            <p:cNvSpPr/>
            <p:nvPr/>
          </p:nvSpPr>
          <p:spPr>
            <a:xfrm>
              <a:off x="4289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5" name="타원 12374">
              <a:extLst>
                <a:ext uri="{FF2B5EF4-FFF2-40B4-BE49-F238E27FC236}">
                  <a16:creationId xmlns:a16="http://schemas.microsoft.com/office/drawing/2014/main" id="{09CEC4CA-0472-45BD-9176-C30CA8E65FEC}"/>
                </a:ext>
              </a:extLst>
            </p:cNvPr>
            <p:cNvSpPr/>
            <p:nvPr/>
          </p:nvSpPr>
          <p:spPr>
            <a:xfrm>
              <a:off x="44419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6" name="타원 12375">
              <a:extLst>
                <a:ext uri="{FF2B5EF4-FFF2-40B4-BE49-F238E27FC236}">
                  <a16:creationId xmlns:a16="http://schemas.microsoft.com/office/drawing/2014/main" id="{1B5121E4-E549-48CA-AA66-2BFEE010B7C6}"/>
                </a:ext>
              </a:extLst>
            </p:cNvPr>
            <p:cNvSpPr/>
            <p:nvPr/>
          </p:nvSpPr>
          <p:spPr>
            <a:xfrm>
              <a:off x="45943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7" name="타원 12376">
              <a:extLst>
                <a:ext uri="{FF2B5EF4-FFF2-40B4-BE49-F238E27FC236}">
                  <a16:creationId xmlns:a16="http://schemas.microsoft.com/office/drawing/2014/main" id="{BDB7303A-6F20-42D9-AB74-421A18C2BFF9}"/>
                </a:ext>
              </a:extLst>
            </p:cNvPr>
            <p:cNvSpPr/>
            <p:nvPr/>
          </p:nvSpPr>
          <p:spPr>
            <a:xfrm>
              <a:off x="47467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8" name="타원 12377">
              <a:extLst>
                <a:ext uri="{FF2B5EF4-FFF2-40B4-BE49-F238E27FC236}">
                  <a16:creationId xmlns:a16="http://schemas.microsoft.com/office/drawing/2014/main" id="{4675984E-C02B-48D1-8BA2-31377D498816}"/>
                </a:ext>
              </a:extLst>
            </p:cNvPr>
            <p:cNvSpPr/>
            <p:nvPr/>
          </p:nvSpPr>
          <p:spPr>
            <a:xfrm>
              <a:off x="4899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79" name="타원 12378">
              <a:extLst>
                <a:ext uri="{FF2B5EF4-FFF2-40B4-BE49-F238E27FC236}">
                  <a16:creationId xmlns:a16="http://schemas.microsoft.com/office/drawing/2014/main" id="{D949BD76-7B39-450A-8E4A-9AB212A016E4}"/>
                </a:ext>
              </a:extLst>
            </p:cNvPr>
            <p:cNvSpPr/>
            <p:nvPr/>
          </p:nvSpPr>
          <p:spPr>
            <a:xfrm>
              <a:off x="5051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0" name="타원 12379">
              <a:extLst>
                <a:ext uri="{FF2B5EF4-FFF2-40B4-BE49-F238E27FC236}">
                  <a16:creationId xmlns:a16="http://schemas.microsoft.com/office/drawing/2014/main" id="{776303C3-3F5C-42B6-9C24-1989B2CC7606}"/>
                </a:ext>
              </a:extLst>
            </p:cNvPr>
            <p:cNvSpPr/>
            <p:nvPr/>
          </p:nvSpPr>
          <p:spPr>
            <a:xfrm>
              <a:off x="52039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1" name="타원 12380">
              <a:extLst>
                <a:ext uri="{FF2B5EF4-FFF2-40B4-BE49-F238E27FC236}">
                  <a16:creationId xmlns:a16="http://schemas.microsoft.com/office/drawing/2014/main" id="{01273A80-EDC9-4CAD-9E9F-C85924DE5183}"/>
                </a:ext>
              </a:extLst>
            </p:cNvPr>
            <p:cNvSpPr/>
            <p:nvPr/>
          </p:nvSpPr>
          <p:spPr>
            <a:xfrm>
              <a:off x="53563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2" name="타원 12381">
              <a:extLst>
                <a:ext uri="{FF2B5EF4-FFF2-40B4-BE49-F238E27FC236}">
                  <a16:creationId xmlns:a16="http://schemas.microsoft.com/office/drawing/2014/main" id="{B0E6F200-008C-4F39-98D9-92CFF5054FFD}"/>
                </a:ext>
              </a:extLst>
            </p:cNvPr>
            <p:cNvSpPr/>
            <p:nvPr/>
          </p:nvSpPr>
          <p:spPr>
            <a:xfrm>
              <a:off x="55087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3" name="타원 12382">
              <a:extLst>
                <a:ext uri="{FF2B5EF4-FFF2-40B4-BE49-F238E27FC236}">
                  <a16:creationId xmlns:a16="http://schemas.microsoft.com/office/drawing/2014/main" id="{BFD610B2-19F7-47EB-AE1E-57853A034CDA}"/>
                </a:ext>
              </a:extLst>
            </p:cNvPr>
            <p:cNvSpPr/>
            <p:nvPr/>
          </p:nvSpPr>
          <p:spPr>
            <a:xfrm>
              <a:off x="56611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4" name="타원 12383">
              <a:extLst>
                <a:ext uri="{FF2B5EF4-FFF2-40B4-BE49-F238E27FC236}">
                  <a16:creationId xmlns:a16="http://schemas.microsoft.com/office/drawing/2014/main" id="{233049F4-8529-47E5-8DD1-560F27FD2D18}"/>
                </a:ext>
              </a:extLst>
            </p:cNvPr>
            <p:cNvSpPr/>
            <p:nvPr/>
          </p:nvSpPr>
          <p:spPr>
            <a:xfrm>
              <a:off x="5813576" y="160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5" name="타원 12384">
              <a:extLst>
                <a:ext uri="{FF2B5EF4-FFF2-40B4-BE49-F238E27FC236}">
                  <a16:creationId xmlns:a16="http://schemas.microsoft.com/office/drawing/2014/main" id="{9E909D4C-18D4-4B9E-9A30-D6D1C76B255E}"/>
                </a:ext>
              </a:extLst>
            </p:cNvPr>
            <p:cNvSpPr/>
            <p:nvPr/>
          </p:nvSpPr>
          <p:spPr>
            <a:xfrm>
              <a:off x="327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6" name="타원 12385">
              <a:extLst>
                <a:ext uri="{FF2B5EF4-FFF2-40B4-BE49-F238E27FC236}">
                  <a16:creationId xmlns:a16="http://schemas.microsoft.com/office/drawing/2014/main" id="{C8330EF6-CDA9-4E47-8CAB-862D9B161908}"/>
                </a:ext>
              </a:extLst>
            </p:cNvPr>
            <p:cNvSpPr/>
            <p:nvPr/>
          </p:nvSpPr>
          <p:spPr>
            <a:xfrm>
              <a:off x="479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7" name="타원 12386">
              <a:extLst>
                <a:ext uri="{FF2B5EF4-FFF2-40B4-BE49-F238E27FC236}">
                  <a16:creationId xmlns:a16="http://schemas.microsoft.com/office/drawing/2014/main" id="{3EC93AD3-894F-4D4A-B47C-0538AAF929B1}"/>
                </a:ext>
              </a:extLst>
            </p:cNvPr>
            <p:cNvSpPr/>
            <p:nvPr/>
          </p:nvSpPr>
          <p:spPr>
            <a:xfrm>
              <a:off x="6319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8" name="타원 12387">
              <a:extLst>
                <a:ext uri="{FF2B5EF4-FFF2-40B4-BE49-F238E27FC236}">
                  <a16:creationId xmlns:a16="http://schemas.microsoft.com/office/drawing/2014/main" id="{679E3A4A-BCE3-4727-B150-9CA3D0470393}"/>
                </a:ext>
              </a:extLst>
            </p:cNvPr>
            <p:cNvSpPr/>
            <p:nvPr/>
          </p:nvSpPr>
          <p:spPr>
            <a:xfrm>
              <a:off x="7843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89" name="타원 12388">
              <a:extLst>
                <a:ext uri="{FF2B5EF4-FFF2-40B4-BE49-F238E27FC236}">
                  <a16:creationId xmlns:a16="http://schemas.microsoft.com/office/drawing/2014/main" id="{AEF88046-79EB-4170-8B30-8C4BD906E59F}"/>
                </a:ext>
              </a:extLst>
            </p:cNvPr>
            <p:cNvSpPr/>
            <p:nvPr/>
          </p:nvSpPr>
          <p:spPr>
            <a:xfrm>
              <a:off x="9367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0" name="타원 12389">
              <a:extLst>
                <a:ext uri="{FF2B5EF4-FFF2-40B4-BE49-F238E27FC236}">
                  <a16:creationId xmlns:a16="http://schemas.microsoft.com/office/drawing/2014/main" id="{6914C623-68E4-4CC9-AE70-81DA02648752}"/>
                </a:ext>
              </a:extLst>
            </p:cNvPr>
            <p:cNvSpPr/>
            <p:nvPr/>
          </p:nvSpPr>
          <p:spPr>
            <a:xfrm>
              <a:off x="1089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1" name="타원 12390">
              <a:extLst>
                <a:ext uri="{FF2B5EF4-FFF2-40B4-BE49-F238E27FC236}">
                  <a16:creationId xmlns:a16="http://schemas.microsoft.com/office/drawing/2014/main" id="{3CBC6785-BC71-4CA8-8334-254EDC94E59A}"/>
                </a:ext>
              </a:extLst>
            </p:cNvPr>
            <p:cNvSpPr/>
            <p:nvPr/>
          </p:nvSpPr>
          <p:spPr>
            <a:xfrm>
              <a:off x="1241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2" name="타원 12391">
              <a:extLst>
                <a:ext uri="{FF2B5EF4-FFF2-40B4-BE49-F238E27FC236}">
                  <a16:creationId xmlns:a16="http://schemas.microsoft.com/office/drawing/2014/main" id="{CDF294DA-9FEA-4910-94D9-5C6344D95767}"/>
                </a:ext>
              </a:extLst>
            </p:cNvPr>
            <p:cNvSpPr/>
            <p:nvPr/>
          </p:nvSpPr>
          <p:spPr>
            <a:xfrm>
              <a:off x="13939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3" name="타원 12392">
              <a:extLst>
                <a:ext uri="{FF2B5EF4-FFF2-40B4-BE49-F238E27FC236}">
                  <a16:creationId xmlns:a16="http://schemas.microsoft.com/office/drawing/2014/main" id="{42CF1927-E671-4104-9FDD-740D01CDD3F7}"/>
                </a:ext>
              </a:extLst>
            </p:cNvPr>
            <p:cNvSpPr/>
            <p:nvPr/>
          </p:nvSpPr>
          <p:spPr>
            <a:xfrm>
              <a:off x="15463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4" name="타원 12393">
              <a:extLst>
                <a:ext uri="{FF2B5EF4-FFF2-40B4-BE49-F238E27FC236}">
                  <a16:creationId xmlns:a16="http://schemas.microsoft.com/office/drawing/2014/main" id="{26DCBC2E-8224-46E5-87A0-2BFAB7FB1DC2}"/>
                </a:ext>
              </a:extLst>
            </p:cNvPr>
            <p:cNvSpPr/>
            <p:nvPr/>
          </p:nvSpPr>
          <p:spPr>
            <a:xfrm>
              <a:off x="16987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5" name="타원 12394">
              <a:extLst>
                <a:ext uri="{FF2B5EF4-FFF2-40B4-BE49-F238E27FC236}">
                  <a16:creationId xmlns:a16="http://schemas.microsoft.com/office/drawing/2014/main" id="{E662878E-1D44-4B8A-AE24-87F642333AA9}"/>
                </a:ext>
              </a:extLst>
            </p:cNvPr>
            <p:cNvSpPr/>
            <p:nvPr/>
          </p:nvSpPr>
          <p:spPr>
            <a:xfrm>
              <a:off x="1851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6" name="타원 12395">
              <a:extLst>
                <a:ext uri="{FF2B5EF4-FFF2-40B4-BE49-F238E27FC236}">
                  <a16:creationId xmlns:a16="http://schemas.microsoft.com/office/drawing/2014/main" id="{4BBED899-D314-48CE-AFDE-2C0BACC21E9C}"/>
                </a:ext>
              </a:extLst>
            </p:cNvPr>
            <p:cNvSpPr/>
            <p:nvPr/>
          </p:nvSpPr>
          <p:spPr>
            <a:xfrm>
              <a:off x="2003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7" name="타원 12396">
              <a:extLst>
                <a:ext uri="{FF2B5EF4-FFF2-40B4-BE49-F238E27FC236}">
                  <a16:creationId xmlns:a16="http://schemas.microsoft.com/office/drawing/2014/main" id="{9199968C-C9F9-4B34-9C04-C1CD87D0A17E}"/>
                </a:ext>
              </a:extLst>
            </p:cNvPr>
            <p:cNvSpPr/>
            <p:nvPr/>
          </p:nvSpPr>
          <p:spPr>
            <a:xfrm>
              <a:off x="21559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8" name="타원 12397">
              <a:extLst>
                <a:ext uri="{FF2B5EF4-FFF2-40B4-BE49-F238E27FC236}">
                  <a16:creationId xmlns:a16="http://schemas.microsoft.com/office/drawing/2014/main" id="{1ACE2915-66BB-478A-86DB-60A26ACA1B38}"/>
                </a:ext>
              </a:extLst>
            </p:cNvPr>
            <p:cNvSpPr/>
            <p:nvPr/>
          </p:nvSpPr>
          <p:spPr>
            <a:xfrm>
              <a:off x="23083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99" name="타원 12398">
              <a:extLst>
                <a:ext uri="{FF2B5EF4-FFF2-40B4-BE49-F238E27FC236}">
                  <a16:creationId xmlns:a16="http://schemas.microsoft.com/office/drawing/2014/main" id="{2D96F551-9042-4834-97DA-03C4E1E243C3}"/>
                </a:ext>
              </a:extLst>
            </p:cNvPr>
            <p:cNvSpPr/>
            <p:nvPr/>
          </p:nvSpPr>
          <p:spPr>
            <a:xfrm>
              <a:off x="24607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0" name="타원 12399">
              <a:extLst>
                <a:ext uri="{FF2B5EF4-FFF2-40B4-BE49-F238E27FC236}">
                  <a16:creationId xmlns:a16="http://schemas.microsoft.com/office/drawing/2014/main" id="{EF8CC9D5-5D6F-470C-8B5D-2877EE8A6F61}"/>
                </a:ext>
              </a:extLst>
            </p:cNvPr>
            <p:cNvSpPr/>
            <p:nvPr/>
          </p:nvSpPr>
          <p:spPr>
            <a:xfrm>
              <a:off x="2613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1" name="타원 12400">
              <a:extLst>
                <a:ext uri="{FF2B5EF4-FFF2-40B4-BE49-F238E27FC236}">
                  <a16:creationId xmlns:a16="http://schemas.microsoft.com/office/drawing/2014/main" id="{8E96D8FD-28A8-4124-9362-D285328A481B}"/>
                </a:ext>
              </a:extLst>
            </p:cNvPr>
            <p:cNvSpPr/>
            <p:nvPr/>
          </p:nvSpPr>
          <p:spPr>
            <a:xfrm>
              <a:off x="2765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2" name="타원 12401">
              <a:extLst>
                <a:ext uri="{FF2B5EF4-FFF2-40B4-BE49-F238E27FC236}">
                  <a16:creationId xmlns:a16="http://schemas.microsoft.com/office/drawing/2014/main" id="{3176D6A1-85F0-48F0-B9AA-95C219F2C666}"/>
                </a:ext>
              </a:extLst>
            </p:cNvPr>
            <p:cNvSpPr/>
            <p:nvPr/>
          </p:nvSpPr>
          <p:spPr>
            <a:xfrm>
              <a:off x="29179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3" name="타원 12402">
              <a:extLst>
                <a:ext uri="{FF2B5EF4-FFF2-40B4-BE49-F238E27FC236}">
                  <a16:creationId xmlns:a16="http://schemas.microsoft.com/office/drawing/2014/main" id="{80DB4B06-1892-4455-B760-BB92248C82B4}"/>
                </a:ext>
              </a:extLst>
            </p:cNvPr>
            <p:cNvSpPr/>
            <p:nvPr/>
          </p:nvSpPr>
          <p:spPr>
            <a:xfrm>
              <a:off x="30703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4" name="타원 12403">
              <a:extLst>
                <a:ext uri="{FF2B5EF4-FFF2-40B4-BE49-F238E27FC236}">
                  <a16:creationId xmlns:a16="http://schemas.microsoft.com/office/drawing/2014/main" id="{7EC5E0A2-A2C3-4233-8F8B-D60E7969710C}"/>
                </a:ext>
              </a:extLst>
            </p:cNvPr>
            <p:cNvSpPr/>
            <p:nvPr/>
          </p:nvSpPr>
          <p:spPr>
            <a:xfrm>
              <a:off x="32227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5" name="타원 12404">
              <a:extLst>
                <a:ext uri="{FF2B5EF4-FFF2-40B4-BE49-F238E27FC236}">
                  <a16:creationId xmlns:a16="http://schemas.microsoft.com/office/drawing/2014/main" id="{40023BFF-0432-4E7F-B7F9-97F6E7B60BE2}"/>
                </a:ext>
              </a:extLst>
            </p:cNvPr>
            <p:cNvSpPr/>
            <p:nvPr/>
          </p:nvSpPr>
          <p:spPr>
            <a:xfrm>
              <a:off x="3375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6" name="타원 12405">
              <a:extLst>
                <a:ext uri="{FF2B5EF4-FFF2-40B4-BE49-F238E27FC236}">
                  <a16:creationId xmlns:a16="http://schemas.microsoft.com/office/drawing/2014/main" id="{27982942-1916-4AE9-A534-ACCA742EAEF8}"/>
                </a:ext>
              </a:extLst>
            </p:cNvPr>
            <p:cNvSpPr/>
            <p:nvPr/>
          </p:nvSpPr>
          <p:spPr>
            <a:xfrm>
              <a:off x="3527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7" name="타원 12406">
              <a:extLst>
                <a:ext uri="{FF2B5EF4-FFF2-40B4-BE49-F238E27FC236}">
                  <a16:creationId xmlns:a16="http://schemas.microsoft.com/office/drawing/2014/main" id="{539CFE0F-20FD-460B-BF14-78EB09D04356}"/>
                </a:ext>
              </a:extLst>
            </p:cNvPr>
            <p:cNvSpPr/>
            <p:nvPr/>
          </p:nvSpPr>
          <p:spPr>
            <a:xfrm>
              <a:off x="36799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8" name="타원 12407">
              <a:extLst>
                <a:ext uri="{FF2B5EF4-FFF2-40B4-BE49-F238E27FC236}">
                  <a16:creationId xmlns:a16="http://schemas.microsoft.com/office/drawing/2014/main" id="{FDCDEFED-93D5-4D26-9852-43239AD866DB}"/>
                </a:ext>
              </a:extLst>
            </p:cNvPr>
            <p:cNvSpPr/>
            <p:nvPr/>
          </p:nvSpPr>
          <p:spPr>
            <a:xfrm>
              <a:off x="38323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09" name="타원 12408">
              <a:extLst>
                <a:ext uri="{FF2B5EF4-FFF2-40B4-BE49-F238E27FC236}">
                  <a16:creationId xmlns:a16="http://schemas.microsoft.com/office/drawing/2014/main" id="{D43AFC7E-6A13-441B-87CA-01458FB44CA3}"/>
                </a:ext>
              </a:extLst>
            </p:cNvPr>
            <p:cNvSpPr/>
            <p:nvPr/>
          </p:nvSpPr>
          <p:spPr>
            <a:xfrm>
              <a:off x="39847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0" name="타원 12409">
              <a:extLst>
                <a:ext uri="{FF2B5EF4-FFF2-40B4-BE49-F238E27FC236}">
                  <a16:creationId xmlns:a16="http://schemas.microsoft.com/office/drawing/2014/main" id="{BC539C73-5687-4554-B9C5-2E34F0EF8E9F}"/>
                </a:ext>
              </a:extLst>
            </p:cNvPr>
            <p:cNvSpPr/>
            <p:nvPr/>
          </p:nvSpPr>
          <p:spPr>
            <a:xfrm>
              <a:off x="4137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1" name="타원 12410">
              <a:extLst>
                <a:ext uri="{FF2B5EF4-FFF2-40B4-BE49-F238E27FC236}">
                  <a16:creationId xmlns:a16="http://schemas.microsoft.com/office/drawing/2014/main" id="{E371D1A8-5C26-4BB5-B3F2-415D787A2B7F}"/>
                </a:ext>
              </a:extLst>
            </p:cNvPr>
            <p:cNvSpPr/>
            <p:nvPr/>
          </p:nvSpPr>
          <p:spPr>
            <a:xfrm>
              <a:off x="4289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2" name="타원 12411">
              <a:extLst>
                <a:ext uri="{FF2B5EF4-FFF2-40B4-BE49-F238E27FC236}">
                  <a16:creationId xmlns:a16="http://schemas.microsoft.com/office/drawing/2014/main" id="{8731F6CE-F31E-4043-BB85-20BAE544BA1A}"/>
                </a:ext>
              </a:extLst>
            </p:cNvPr>
            <p:cNvSpPr/>
            <p:nvPr/>
          </p:nvSpPr>
          <p:spPr>
            <a:xfrm>
              <a:off x="44419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3" name="타원 12412">
              <a:extLst>
                <a:ext uri="{FF2B5EF4-FFF2-40B4-BE49-F238E27FC236}">
                  <a16:creationId xmlns:a16="http://schemas.microsoft.com/office/drawing/2014/main" id="{CF2C099C-F07D-475E-9991-8B4440D7FA82}"/>
                </a:ext>
              </a:extLst>
            </p:cNvPr>
            <p:cNvSpPr/>
            <p:nvPr/>
          </p:nvSpPr>
          <p:spPr>
            <a:xfrm>
              <a:off x="45943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4" name="타원 12413">
              <a:extLst>
                <a:ext uri="{FF2B5EF4-FFF2-40B4-BE49-F238E27FC236}">
                  <a16:creationId xmlns:a16="http://schemas.microsoft.com/office/drawing/2014/main" id="{E5CF0282-D6C3-406B-A95F-8DF13B9980B8}"/>
                </a:ext>
              </a:extLst>
            </p:cNvPr>
            <p:cNvSpPr/>
            <p:nvPr/>
          </p:nvSpPr>
          <p:spPr>
            <a:xfrm>
              <a:off x="47467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5" name="타원 12414">
              <a:extLst>
                <a:ext uri="{FF2B5EF4-FFF2-40B4-BE49-F238E27FC236}">
                  <a16:creationId xmlns:a16="http://schemas.microsoft.com/office/drawing/2014/main" id="{4E92BA46-784E-4EFE-83CD-4968B3088E45}"/>
                </a:ext>
              </a:extLst>
            </p:cNvPr>
            <p:cNvSpPr/>
            <p:nvPr/>
          </p:nvSpPr>
          <p:spPr>
            <a:xfrm>
              <a:off x="4899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6" name="타원 12415">
              <a:extLst>
                <a:ext uri="{FF2B5EF4-FFF2-40B4-BE49-F238E27FC236}">
                  <a16:creationId xmlns:a16="http://schemas.microsoft.com/office/drawing/2014/main" id="{17E5FD64-6121-4EAC-ADE0-2317990CA491}"/>
                </a:ext>
              </a:extLst>
            </p:cNvPr>
            <p:cNvSpPr/>
            <p:nvPr/>
          </p:nvSpPr>
          <p:spPr>
            <a:xfrm>
              <a:off x="5051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7" name="타원 12416">
              <a:extLst>
                <a:ext uri="{FF2B5EF4-FFF2-40B4-BE49-F238E27FC236}">
                  <a16:creationId xmlns:a16="http://schemas.microsoft.com/office/drawing/2014/main" id="{937D3579-C71C-49E4-B668-936F351FA11D}"/>
                </a:ext>
              </a:extLst>
            </p:cNvPr>
            <p:cNvSpPr/>
            <p:nvPr/>
          </p:nvSpPr>
          <p:spPr>
            <a:xfrm>
              <a:off x="52039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8" name="타원 12417">
              <a:extLst>
                <a:ext uri="{FF2B5EF4-FFF2-40B4-BE49-F238E27FC236}">
                  <a16:creationId xmlns:a16="http://schemas.microsoft.com/office/drawing/2014/main" id="{7350C580-A61B-427E-A46A-7101357710A7}"/>
                </a:ext>
              </a:extLst>
            </p:cNvPr>
            <p:cNvSpPr/>
            <p:nvPr/>
          </p:nvSpPr>
          <p:spPr>
            <a:xfrm>
              <a:off x="53563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19" name="타원 12418">
              <a:extLst>
                <a:ext uri="{FF2B5EF4-FFF2-40B4-BE49-F238E27FC236}">
                  <a16:creationId xmlns:a16="http://schemas.microsoft.com/office/drawing/2014/main" id="{A9E8991C-FB32-4BD4-BEA5-552A5AC30FDF}"/>
                </a:ext>
              </a:extLst>
            </p:cNvPr>
            <p:cNvSpPr/>
            <p:nvPr/>
          </p:nvSpPr>
          <p:spPr>
            <a:xfrm>
              <a:off x="55087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0" name="타원 12419">
              <a:extLst>
                <a:ext uri="{FF2B5EF4-FFF2-40B4-BE49-F238E27FC236}">
                  <a16:creationId xmlns:a16="http://schemas.microsoft.com/office/drawing/2014/main" id="{0F994F64-7F06-44B6-8B58-6560B2682917}"/>
                </a:ext>
              </a:extLst>
            </p:cNvPr>
            <p:cNvSpPr/>
            <p:nvPr/>
          </p:nvSpPr>
          <p:spPr>
            <a:xfrm>
              <a:off x="56611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1" name="타원 12420">
              <a:extLst>
                <a:ext uri="{FF2B5EF4-FFF2-40B4-BE49-F238E27FC236}">
                  <a16:creationId xmlns:a16="http://schemas.microsoft.com/office/drawing/2014/main" id="{09304B5B-83FB-4B72-88E4-19923F897C02}"/>
                </a:ext>
              </a:extLst>
            </p:cNvPr>
            <p:cNvSpPr/>
            <p:nvPr/>
          </p:nvSpPr>
          <p:spPr>
            <a:xfrm>
              <a:off x="5813576" y="175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2" name="타원 12421">
              <a:extLst>
                <a:ext uri="{FF2B5EF4-FFF2-40B4-BE49-F238E27FC236}">
                  <a16:creationId xmlns:a16="http://schemas.microsoft.com/office/drawing/2014/main" id="{2FA59D04-A27A-4EF2-AAC9-AE99D0A5266D}"/>
                </a:ext>
              </a:extLst>
            </p:cNvPr>
            <p:cNvSpPr/>
            <p:nvPr/>
          </p:nvSpPr>
          <p:spPr>
            <a:xfrm>
              <a:off x="327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3" name="타원 12422">
              <a:extLst>
                <a:ext uri="{FF2B5EF4-FFF2-40B4-BE49-F238E27FC236}">
                  <a16:creationId xmlns:a16="http://schemas.microsoft.com/office/drawing/2014/main" id="{D3AE00F9-AFC2-484B-946D-0641341D82FD}"/>
                </a:ext>
              </a:extLst>
            </p:cNvPr>
            <p:cNvSpPr/>
            <p:nvPr/>
          </p:nvSpPr>
          <p:spPr>
            <a:xfrm>
              <a:off x="479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4" name="타원 12423">
              <a:extLst>
                <a:ext uri="{FF2B5EF4-FFF2-40B4-BE49-F238E27FC236}">
                  <a16:creationId xmlns:a16="http://schemas.microsoft.com/office/drawing/2014/main" id="{6856C543-6979-4EF7-B26B-927787AE03B4}"/>
                </a:ext>
              </a:extLst>
            </p:cNvPr>
            <p:cNvSpPr/>
            <p:nvPr/>
          </p:nvSpPr>
          <p:spPr>
            <a:xfrm>
              <a:off x="6319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5" name="타원 12424">
              <a:extLst>
                <a:ext uri="{FF2B5EF4-FFF2-40B4-BE49-F238E27FC236}">
                  <a16:creationId xmlns:a16="http://schemas.microsoft.com/office/drawing/2014/main" id="{EBFBAC51-6681-432E-9718-41463FCAD091}"/>
                </a:ext>
              </a:extLst>
            </p:cNvPr>
            <p:cNvSpPr/>
            <p:nvPr/>
          </p:nvSpPr>
          <p:spPr>
            <a:xfrm>
              <a:off x="7843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6" name="타원 12425">
              <a:extLst>
                <a:ext uri="{FF2B5EF4-FFF2-40B4-BE49-F238E27FC236}">
                  <a16:creationId xmlns:a16="http://schemas.microsoft.com/office/drawing/2014/main" id="{BC1D6CDE-F67B-48BB-B12E-2EBF17ED16C9}"/>
                </a:ext>
              </a:extLst>
            </p:cNvPr>
            <p:cNvSpPr/>
            <p:nvPr/>
          </p:nvSpPr>
          <p:spPr>
            <a:xfrm>
              <a:off x="9367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7" name="타원 12426">
              <a:extLst>
                <a:ext uri="{FF2B5EF4-FFF2-40B4-BE49-F238E27FC236}">
                  <a16:creationId xmlns:a16="http://schemas.microsoft.com/office/drawing/2014/main" id="{225A0B47-7AE6-4273-8C76-B2683D0C3F18}"/>
                </a:ext>
              </a:extLst>
            </p:cNvPr>
            <p:cNvSpPr/>
            <p:nvPr/>
          </p:nvSpPr>
          <p:spPr>
            <a:xfrm>
              <a:off x="1089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8" name="타원 12427">
              <a:extLst>
                <a:ext uri="{FF2B5EF4-FFF2-40B4-BE49-F238E27FC236}">
                  <a16:creationId xmlns:a16="http://schemas.microsoft.com/office/drawing/2014/main" id="{4222CFC2-2503-4525-82BE-8FD598E85FC3}"/>
                </a:ext>
              </a:extLst>
            </p:cNvPr>
            <p:cNvSpPr/>
            <p:nvPr/>
          </p:nvSpPr>
          <p:spPr>
            <a:xfrm>
              <a:off x="1241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29" name="타원 12428">
              <a:extLst>
                <a:ext uri="{FF2B5EF4-FFF2-40B4-BE49-F238E27FC236}">
                  <a16:creationId xmlns:a16="http://schemas.microsoft.com/office/drawing/2014/main" id="{C890E459-009D-4FA9-A3C9-7BC78DC64268}"/>
                </a:ext>
              </a:extLst>
            </p:cNvPr>
            <p:cNvSpPr/>
            <p:nvPr/>
          </p:nvSpPr>
          <p:spPr>
            <a:xfrm>
              <a:off x="13939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0" name="타원 12429">
              <a:extLst>
                <a:ext uri="{FF2B5EF4-FFF2-40B4-BE49-F238E27FC236}">
                  <a16:creationId xmlns:a16="http://schemas.microsoft.com/office/drawing/2014/main" id="{933B46C9-E257-4C3A-B825-8F43CA00CB69}"/>
                </a:ext>
              </a:extLst>
            </p:cNvPr>
            <p:cNvSpPr/>
            <p:nvPr/>
          </p:nvSpPr>
          <p:spPr>
            <a:xfrm>
              <a:off x="15463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1" name="타원 12430">
              <a:extLst>
                <a:ext uri="{FF2B5EF4-FFF2-40B4-BE49-F238E27FC236}">
                  <a16:creationId xmlns:a16="http://schemas.microsoft.com/office/drawing/2014/main" id="{6EFBB9BE-B6EF-4CB5-9D29-CEB04C119E7F}"/>
                </a:ext>
              </a:extLst>
            </p:cNvPr>
            <p:cNvSpPr/>
            <p:nvPr/>
          </p:nvSpPr>
          <p:spPr>
            <a:xfrm>
              <a:off x="16987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2" name="타원 12431">
              <a:extLst>
                <a:ext uri="{FF2B5EF4-FFF2-40B4-BE49-F238E27FC236}">
                  <a16:creationId xmlns:a16="http://schemas.microsoft.com/office/drawing/2014/main" id="{FA91B437-128A-4816-B8FA-1DE2F3033EBD}"/>
                </a:ext>
              </a:extLst>
            </p:cNvPr>
            <p:cNvSpPr/>
            <p:nvPr/>
          </p:nvSpPr>
          <p:spPr>
            <a:xfrm>
              <a:off x="1851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3" name="타원 12432">
              <a:extLst>
                <a:ext uri="{FF2B5EF4-FFF2-40B4-BE49-F238E27FC236}">
                  <a16:creationId xmlns:a16="http://schemas.microsoft.com/office/drawing/2014/main" id="{30DF1432-2BA7-496A-B412-A07C9C1C771D}"/>
                </a:ext>
              </a:extLst>
            </p:cNvPr>
            <p:cNvSpPr/>
            <p:nvPr/>
          </p:nvSpPr>
          <p:spPr>
            <a:xfrm>
              <a:off x="2003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4" name="타원 12433">
              <a:extLst>
                <a:ext uri="{FF2B5EF4-FFF2-40B4-BE49-F238E27FC236}">
                  <a16:creationId xmlns:a16="http://schemas.microsoft.com/office/drawing/2014/main" id="{ABBAB9BD-ACFA-40B1-8B68-309BCB3E928C}"/>
                </a:ext>
              </a:extLst>
            </p:cNvPr>
            <p:cNvSpPr/>
            <p:nvPr/>
          </p:nvSpPr>
          <p:spPr>
            <a:xfrm>
              <a:off x="21559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5" name="타원 12434">
              <a:extLst>
                <a:ext uri="{FF2B5EF4-FFF2-40B4-BE49-F238E27FC236}">
                  <a16:creationId xmlns:a16="http://schemas.microsoft.com/office/drawing/2014/main" id="{992F590C-FE56-4B2E-A4A2-F9EFF81CD383}"/>
                </a:ext>
              </a:extLst>
            </p:cNvPr>
            <p:cNvSpPr/>
            <p:nvPr/>
          </p:nvSpPr>
          <p:spPr>
            <a:xfrm>
              <a:off x="23083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6" name="타원 12435">
              <a:extLst>
                <a:ext uri="{FF2B5EF4-FFF2-40B4-BE49-F238E27FC236}">
                  <a16:creationId xmlns:a16="http://schemas.microsoft.com/office/drawing/2014/main" id="{9C669F5B-6E8D-4D6F-A722-EF4F5579A58E}"/>
                </a:ext>
              </a:extLst>
            </p:cNvPr>
            <p:cNvSpPr/>
            <p:nvPr/>
          </p:nvSpPr>
          <p:spPr>
            <a:xfrm>
              <a:off x="24607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7" name="타원 12436">
              <a:extLst>
                <a:ext uri="{FF2B5EF4-FFF2-40B4-BE49-F238E27FC236}">
                  <a16:creationId xmlns:a16="http://schemas.microsoft.com/office/drawing/2014/main" id="{F230907B-E989-4146-B223-AB71355F1240}"/>
                </a:ext>
              </a:extLst>
            </p:cNvPr>
            <p:cNvSpPr/>
            <p:nvPr/>
          </p:nvSpPr>
          <p:spPr>
            <a:xfrm>
              <a:off x="2613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8" name="타원 12437">
              <a:extLst>
                <a:ext uri="{FF2B5EF4-FFF2-40B4-BE49-F238E27FC236}">
                  <a16:creationId xmlns:a16="http://schemas.microsoft.com/office/drawing/2014/main" id="{C7234008-2BFC-4541-9365-9C5533FDB66F}"/>
                </a:ext>
              </a:extLst>
            </p:cNvPr>
            <p:cNvSpPr/>
            <p:nvPr/>
          </p:nvSpPr>
          <p:spPr>
            <a:xfrm>
              <a:off x="2765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39" name="타원 12438">
              <a:extLst>
                <a:ext uri="{FF2B5EF4-FFF2-40B4-BE49-F238E27FC236}">
                  <a16:creationId xmlns:a16="http://schemas.microsoft.com/office/drawing/2014/main" id="{6750AFC7-233D-478C-9BC3-1BA5E044B957}"/>
                </a:ext>
              </a:extLst>
            </p:cNvPr>
            <p:cNvSpPr/>
            <p:nvPr/>
          </p:nvSpPr>
          <p:spPr>
            <a:xfrm>
              <a:off x="29179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0" name="타원 12439">
              <a:extLst>
                <a:ext uri="{FF2B5EF4-FFF2-40B4-BE49-F238E27FC236}">
                  <a16:creationId xmlns:a16="http://schemas.microsoft.com/office/drawing/2014/main" id="{4615535E-E1DB-4D4C-9B4D-DE6DEA5C9929}"/>
                </a:ext>
              </a:extLst>
            </p:cNvPr>
            <p:cNvSpPr/>
            <p:nvPr/>
          </p:nvSpPr>
          <p:spPr>
            <a:xfrm>
              <a:off x="30703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1" name="타원 12440">
              <a:extLst>
                <a:ext uri="{FF2B5EF4-FFF2-40B4-BE49-F238E27FC236}">
                  <a16:creationId xmlns:a16="http://schemas.microsoft.com/office/drawing/2014/main" id="{3262BC60-1BDD-4362-BAE2-6EF5E87F02D1}"/>
                </a:ext>
              </a:extLst>
            </p:cNvPr>
            <p:cNvSpPr/>
            <p:nvPr/>
          </p:nvSpPr>
          <p:spPr>
            <a:xfrm>
              <a:off x="32227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2" name="타원 12441">
              <a:extLst>
                <a:ext uri="{FF2B5EF4-FFF2-40B4-BE49-F238E27FC236}">
                  <a16:creationId xmlns:a16="http://schemas.microsoft.com/office/drawing/2014/main" id="{C8A03B2C-7E94-41B8-B630-9C5E81F4605D}"/>
                </a:ext>
              </a:extLst>
            </p:cNvPr>
            <p:cNvSpPr/>
            <p:nvPr/>
          </p:nvSpPr>
          <p:spPr>
            <a:xfrm>
              <a:off x="3375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3" name="타원 12442">
              <a:extLst>
                <a:ext uri="{FF2B5EF4-FFF2-40B4-BE49-F238E27FC236}">
                  <a16:creationId xmlns:a16="http://schemas.microsoft.com/office/drawing/2014/main" id="{B0655739-2995-41E6-B64D-BCEF7D0D248C}"/>
                </a:ext>
              </a:extLst>
            </p:cNvPr>
            <p:cNvSpPr/>
            <p:nvPr/>
          </p:nvSpPr>
          <p:spPr>
            <a:xfrm>
              <a:off x="3527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4" name="타원 12443">
              <a:extLst>
                <a:ext uri="{FF2B5EF4-FFF2-40B4-BE49-F238E27FC236}">
                  <a16:creationId xmlns:a16="http://schemas.microsoft.com/office/drawing/2014/main" id="{18278024-0464-4CE6-B82D-04CD5658AC2A}"/>
                </a:ext>
              </a:extLst>
            </p:cNvPr>
            <p:cNvSpPr/>
            <p:nvPr/>
          </p:nvSpPr>
          <p:spPr>
            <a:xfrm>
              <a:off x="36799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5" name="타원 12444">
              <a:extLst>
                <a:ext uri="{FF2B5EF4-FFF2-40B4-BE49-F238E27FC236}">
                  <a16:creationId xmlns:a16="http://schemas.microsoft.com/office/drawing/2014/main" id="{2F0363F4-F482-4DBA-BE00-BF7F2CBFCBAD}"/>
                </a:ext>
              </a:extLst>
            </p:cNvPr>
            <p:cNvSpPr/>
            <p:nvPr/>
          </p:nvSpPr>
          <p:spPr>
            <a:xfrm>
              <a:off x="38323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6" name="타원 12445">
              <a:extLst>
                <a:ext uri="{FF2B5EF4-FFF2-40B4-BE49-F238E27FC236}">
                  <a16:creationId xmlns:a16="http://schemas.microsoft.com/office/drawing/2014/main" id="{B001FAEA-E398-4AC6-83F5-56F09FF13771}"/>
                </a:ext>
              </a:extLst>
            </p:cNvPr>
            <p:cNvSpPr/>
            <p:nvPr/>
          </p:nvSpPr>
          <p:spPr>
            <a:xfrm>
              <a:off x="39847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7" name="타원 12446">
              <a:extLst>
                <a:ext uri="{FF2B5EF4-FFF2-40B4-BE49-F238E27FC236}">
                  <a16:creationId xmlns:a16="http://schemas.microsoft.com/office/drawing/2014/main" id="{BE240EE8-9809-4BD1-9AD4-34904B6F575D}"/>
                </a:ext>
              </a:extLst>
            </p:cNvPr>
            <p:cNvSpPr/>
            <p:nvPr/>
          </p:nvSpPr>
          <p:spPr>
            <a:xfrm>
              <a:off x="4137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8" name="타원 12447">
              <a:extLst>
                <a:ext uri="{FF2B5EF4-FFF2-40B4-BE49-F238E27FC236}">
                  <a16:creationId xmlns:a16="http://schemas.microsoft.com/office/drawing/2014/main" id="{7D6013C9-DE8C-4014-AC9E-2C3BDE14CB1A}"/>
                </a:ext>
              </a:extLst>
            </p:cNvPr>
            <p:cNvSpPr/>
            <p:nvPr/>
          </p:nvSpPr>
          <p:spPr>
            <a:xfrm>
              <a:off x="4289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49" name="타원 12448">
              <a:extLst>
                <a:ext uri="{FF2B5EF4-FFF2-40B4-BE49-F238E27FC236}">
                  <a16:creationId xmlns:a16="http://schemas.microsoft.com/office/drawing/2014/main" id="{46BC1485-2CD5-44C3-8568-D8FB19E2F7A9}"/>
                </a:ext>
              </a:extLst>
            </p:cNvPr>
            <p:cNvSpPr/>
            <p:nvPr/>
          </p:nvSpPr>
          <p:spPr>
            <a:xfrm>
              <a:off x="44419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0" name="타원 12449">
              <a:extLst>
                <a:ext uri="{FF2B5EF4-FFF2-40B4-BE49-F238E27FC236}">
                  <a16:creationId xmlns:a16="http://schemas.microsoft.com/office/drawing/2014/main" id="{6ECE418C-78AD-45AC-99A6-76C2F6EAB80F}"/>
                </a:ext>
              </a:extLst>
            </p:cNvPr>
            <p:cNvSpPr/>
            <p:nvPr/>
          </p:nvSpPr>
          <p:spPr>
            <a:xfrm>
              <a:off x="45943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1" name="타원 12450">
              <a:extLst>
                <a:ext uri="{FF2B5EF4-FFF2-40B4-BE49-F238E27FC236}">
                  <a16:creationId xmlns:a16="http://schemas.microsoft.com/office/drawing/2014/main" id="{2473A8E0-DE8B-4AEE-8016-9F72423F72AB}"/>
                </a:ext>
              </a:extLst>
            </p:cNvPr>
            <p:cNvSpPr/>
            <p:nvPr/>
          </p:nvSpPr>
          <p:spPr>
            <a:xfrm>
              <a:off x="47467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2" name="타원 12451">
              <a:extLst>
                <a:ext uri="{FF2B5EF4-FFF2-40B4-BE49-F238E27FC236}">
                  <a16:creationId xmlns:a16="http://schemas.microsoft.com/office/drawing/2014/main" id="{1684BB9F-2E74-4871-85C6-BD7A81634D09}"/>
                </a:ext>
              </a:extLst>
            </p:cNvPr>
            <p:cNvSpPr/>
            <p:nvPr/>
          </p:nvSpPr>
          <p:spPr>
            <a:xfrm>
              <a:off x="4899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3" name="타원 12452">
              <a:extLst>
                <a:ext uri="{FF2B5EF4-FFF2-40B4-BE49-F238E27FC236}">
                  <a16:creationId xmlns:a16="http://schemas.microsoft.com/office/drawing/2014/main" id="{22F657FF-E258-4A96-9676-4BF9C4C4B663}"/>
                </a:ext>
              </a:extLst>
            </p:cNvPr>
            <p:cNvSpPr/>
            <p:nvPr/>
          </p:nvSpPr>
          <p:spPr>
            <a:xfrm>
              <a:off x="5051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4" name="타원 12453">
              <a:extLst>
                <a:ext uri="{FF2B5EF4-FFF2-40B4-BE49-F238E27FC236}">
                  <a16:creationId xmlns:a16="http://schemas.microsoft.com/office/drawing/2014/main" id="{7EDAE512-4AB6-4DD0-96AA-7CBF42F2D03F}"/>
                </a:ext>
              </a:extLst>
            </p:cNvPr>
            <p:cNvSpPr/>
            <p:nvPr/>
          </p:nvSpPr>
          <p:spPr>
            <a:xfrm>
              <a:off x="52039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5" name="타원 12454">
              <a:extLst>
                <a:ext uri="{FF2B5EF4-FFF2-40B4-BE49-F238E27FC236}">
                  <a16:creationId xmlns:a16="http://schemas.microsoft.com/office/drawing/2014/main" id="{FF879C5A-C253-4A88-9BFC-7348A4193D41}"/>
                </a:ext>
              </a:extLst>
            </p:cNvPr>
            <p:cNvSpPr/>
            <p:nvPr/>
          </p:nvSpPr>
          <p:spPr>
            <a:xfrm>
              <a:off x="53563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6" name="타원 12455">
              <a:extLst>
                <a:ext uri="{FF2B5EF4-FFF2-40B4-BE49-F238E27FC236}">
                  <a16:creationId xmlns:a16="http://schemas.microsoft.com/office/drawing/2014/main" id="{DA19079B-2D13-49E8-BF9D-BEB8A8449F49}"/>
                </a:ext>
              </a:extLst>
            </p:cNvPr>
            <p:cNvSpPr/>
            <p:nvPr/>
          </p:nvSpPr>
          <p:spPr>
            <a:xfrm>
              <a:off x="55087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7" name="타원 12456">
              <a:extLst>
                <a:ext uri="{FF2B5EF4-FFF2-40B4-BE49-F238E27FC236}">
                  <a16:creationId xmlns:a16="http://schemas.microsoft.com/office/drawing/2014/main" id="{D0FD7918-DF01-481A-B8C8-2CE1F4F732A4}"/>
                </a:ext>
              </a:extLst>
            </p:cNvPr>
            <p:cNvSpPr/>
            <p:nvPr/>
          </p:nvSpPr>
          <p:spPr>
            <a:xfrm>
              <a:off x="56611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8" name="타원 12457">
              <a:extLst>
                <a:ext uri="{FF2B5EF4-FFF2-40B4-BE49-F238E27FC236}">
                  <a16:creationId xmlns:a16="http://schemas.microsoft.com/office/drawing/2014/main" id="{927D63D6-80C5-4985-BC52-EC49D937B5F1}"/>
                </a:ext>
              </a:extLst>
            </p:cNvPr>
            <p:cNvSpPr/>
            <p:nvPr/>
          </p:nvSpPr>
          <p:spPr>
            <a:xfrm>
              <a:off x="5813576" y="190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59" name="타원 12458">
              <a:extLst>
                <a:ext uri="{FF2B5EF4-FFF2-40B4-BE49-F238E27FC236}">
                  <a16:creationId xmlns:a16="http://schemas.microsoft.com/office/drawing/2014/main" id="{CED62B65-A69B-4766-BB8F-E4E373069BEF}"/>
                </a:ext>
              </a:extLst>
            </p:cNvPr>
            <p:cNvSpPr/>
            <p:nvPr/>
          </p:nvSpPr>
          <p:spPr>
            <a:xfrm>
              <a:off x="327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0" name="타원 12459">
              <a:extLst>
                <a:ext uri="{FF2B5EF4-FFF2-40B4-BE49-F238E27FC236}">
                  <a16:creationId xmlns:a16="http://schemas.microsoft.com/office/drawing/2014/main" id="{46F5575B-D3CD-4200-BEDA-0F1AD4686531}"/>
                </a:ext>
              </a:extLst>
            </p:cNvPr>
            <p:cNvSpPr/>
            <p:nvPr/>
          </p:nvSpPr>
          <p:spPr>
            <a:xfrm>
              <a:off x="479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1" name="타원 12460">
              <a:extLst>
                <a:ext uri="{FF2B5EF4-FFF2-40B4-BE49-F238E27FC236}">
                  <a16:creationId xmlns:a16="http://schemas.microsoft.com/office/drawing/2014/main" id="{17DAF2F3-586A-4FBB-8080-0ACD440EBD26}"/>
                </a:ext>
              </a:extLst>
            </p:cNvPr>
            <p:cNvSpPr/>
            <p:nvPr/>
          </p:nvSpPr>
          <p:spPr>
            <a:xfrm>
              <a:off x="6319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2" name="타원 12461">
              <a:extLst>
                <a:ext uri="{FF2B5EF4-FFF2-40B4-BE49-F238E27FC236}">
                  <a16:creationId xmlns:a16="http://schemas.microsoft.com/office/drawing/2014/main" id="{801879F3-7B3A-4F63-8EBF-93CCA144AE55}"/>
                </a:ext>
              </a:extLst>
            </p:cNvPr>
            <p:cNvSpPr/>
            <p:nvPr/>
          </p:nvSpPr>
          <p:spPr>
            <a:xfrm>
              <a:off x="7843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3" name="타원 12462">
              <a:extLst>
                <a:ext uri="{FF2B5EF4-FFF2-40B4-BE49-F238E27FC236}">
                  <a16:creationId xmlns:a16="http://schemas.microsoft.com/office/drawing/2014/main" id="{9B3835C1-0549-4EA4-B902-8CE0606C3F9B}"/>
                </a:ext>
              </a:extLst>
            </p:cNvPr>
            <p:cNvSpPr/>
            <p:nvPr/>
          </p:nvSpPr>
          <p:spPr>
            <a:xfrm>
              <a:off x="9367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4" name="타원 12463">
              <a:extLst>
                <a:ext uri="{FF2B5EF4-FFF2-40B4-BE49-F238E27FC236}">
                  <a16:creationId xmlns:a16="http://schemas.microsoft.com/office/drawing/2014/main" id="{FFD250F5-1DFD-47D1-805E-E2081F626FA2}"/>
                </a:ext>
              </a:extLst>
            </p:cNvPr>
            <p:cNvSpPr/>
            <p:nvPr/>
          </p:nvSpPr>
          <p:spPr>
            <a:xfrm>
              <a:off x="1089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5" name="타원 12464">
              <a:extLst>
                <a:ext uri="{FF2B5EF4-FFF2-40B4-BE49-F238E27FC236}">
                  <a16:creationId xmlns:a16="http://schemas.microsoft.com/office/drawing/2014/main" id="{814754F6-18CB-4BE1-A70B-9DDF075BA3C1}"/>
                </a:ext>
              </a:extLst>
            </p:cNvPr>
            <p:cNvSpPr/>
            <p:nvPr/>
          </p:nvSpPr>
          <p:spPr>
            <a:xfrm>
              <a:off x="1241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6" name="타원 12465">
              <a:extLst>
                <a:ext uri="{FF2B5EF4-FFF2-40B4-BE49-F238E27FC236}">
                  <a16:creationId xmlns:a16="http://schemas.microsoft.com/office/drawing/2014/main" id="{765A6C1C-F718-4A4A-9277-54E3FE6AA5FA}"/>
                </a:ext>
              </a:extLst>
            </p:cNvPr>
            <p:cNvSpPr/>
            <p:nvPr/>
          </p:nvSpPr>
          <p:spPr>
            <a:xfrm>
              <a:off x="13939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7" name="타원 12466">
              <a:extLst>
                <a:ext uri="{FF2B5EF4-FFF2-40B4-BE49-F238E27FC236}">
                  <a16:creationId xmlns:a16="http://schemas.microsoft.com/office/drawing/2014/main" id="{3FE42A52-F721-4DEC-971D-0486A2532302}"/>
                </a:ext>
              </a:extLst>
            </p:cNvPr>
            <p:cNvSpPr/>
            <p:nvPr/>
          </p:nvSpPr>
          <p:spPr>
            <a:xfrm>
              <a:off x="15463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8" name="타원 12467">
              <a:extLst>
                <a:ext uri="{FF2B5EF4-FFF2-40B4-BE49-F238E27FC236}">
                  <a16:creationId xmlns:a16="http://schemas.microsoft.com/office/drawing/2014/main" id="{8E4F48E4-90D7-4607-B455-A2A3E5573B61}"/>
                </a:ext>
              </a:extLst>
            </p:cNvPr>
            <p:cNvSpPr/>
            <p:nvPr/>
          </p:nvSpPr>
          <p:spPr>
            <a:xfrm>
              <a:off x="16987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69" name="타원 12468">
              <a:extLst>
                <a:ext uri="{FF2B5EF4-FFF2-40B4-BE49-F238E27FC236}">
                  <a16:creationId xmlns:a16="http://schemas.microsoft.com/office/drawing/2014/main" id="{F8F028B1-1379-40F8-860A-3766B86B24C7}"/>
                </a:ext>
              </a:extLst>
            </p:cNvPr>
            <p:cNvSpPr/>
            <p:nvPr/>
          </p:nvSpPr>
          <p:spPr>
            <a:xfrm>
              <a:off x="1851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0" name="타원 12469">
              <a:extLst>
                <a:ext uri="{FF2B5EF4-FFF2-40B4-BE49-F238E27FC236}">
                  <a16:creationId xmlns:a16="http://schemas.microsoft.com/office/drawing/2014/main" id="{A4281A34-E380-42AA-A89D-D4C1A057D802}"/>
                </a:ext>
              </a:extLst>
            </p:cNvPr>
            <p:cNvSpPr/>
            <p:nvPr/>
          </p:nvSpPr>
          <p:spPr>
            <a:xfrm>
              <a:off x="2003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1" name="타원 12470">
              <a:extLst>
                <a:ext uri="{FF2B5EF4-FFF2-40B4-BE49-F238E27FC236}">
                  <a16:creationId xmlns:a16="http://schemas.microsoft.com/office/drawing/2014/main" id="{39FD77A6-06E6-4B5C-86BD-FDEF3FCC9E36}"/>
                </a:ext>
              </a:extLst>
            </p:cNvPr>
            <p:cNvSpPr/>
            <p:nvPr/>
          </p:nvSpPr>
          <p:spPr>
            <a:xfrm>
              <a:off x="21559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2" name="타원 12471">
              <a:extLst>
                <a:ext uri="{FF2B5EF4-FFF2-40B4-BE49-F238E27FC236}">
                  <a16:creationId xmlns:a16="http://schemas.microsoft.com/office/drawing/2014/main" id="{374AECF9-F130-4A61-BAB4-B8C8D8769B62}"/>
                </a:ext>
              </a:extLst>
            </p:cNvPr>
            <p:cNvSpPr/>
            <p:nvPr/>
          </p:nvSpPr>
          <p:spPr>
            <a:xfrm>
              <a:off x="23083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3" name="타원 12472">
              <a:extLst>
                <a:ext uri="{FF2B5EF4-FFF2-40B4-BE49-F238E27FC236}">
                  <a16:creationId xmlns:a16="http://schemas.microsoft.com/office/drawing/2014/main" id="{8D21DD44-20C4-4046-8E4C-4A7986BC656E}"/>
                </a:ext>
              </a:extLst>
            </p:cNvPr>
            <p:cNvSpPr/>
            <p:nvPr/>
          </p:nvSpPr>
          <p:spPr>
            <a:xfrm>
              <a:off x="24607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4" name="타원 12473">
              <a:extLst>
                <a:ext uri="{FF2B5EF4-FFF2-40B4-BE49-F238E27FC236}">
                  <a16:creationId xmlns:a16="http://schemas.microsoft.com/office/drawing/2014/main" id="{00D0CD41-BFE7-4D65-9CBF-4E5BE6363F06}"/>
                </a:ext>
              </a:extLst>
            </p:cNvPr>
            <p:cNvSpPr/>
            <p:nvPr/>
          </p:nvSpPr>
          <p:spPr>
            <a:xfrm>
              <a:off x="2613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5" name="타원 12474">
              <a:extLst>
                <a:ext uri="{FF2B5EF4-FFF2-40B4-BE49-F238E27FC236}">
                  <a16:creationId xmlns:a16="http://schemas.microsoft.com/office/drawing/2014/main" id="{D6A7A1EC-019E-46D6-BA3A-0ABDFB98E1D3}"/>
                </a:ext>
              </a:extLst>
            </p:cNvPr>
            <p:cNvSpPr/>
            <p:nvPr/>
          </p:nvSpPr>
          <p:spPr>
            <a:xfrm>
              <a:off x="2765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6" name="타원 12475">
              <a:extLst>
                <a:ext uri="{FF2B5EF4-FFF2-40B4-BE49-F238E27FC236}">
                  <a16:creationId xmlns:a16="http://schemas.microsoft.com/office/drawing/2014/main" id="{B0BBA5A6-544D-4390-A99B-3253688640E4}"/>
                </a:ext>
              </a:extLst>
            </p:cNvPr>
            <p:cNvSpPr/>
            <p:nvPr/>
          </p:nvSpPr>
          <p:spPr>
            <a:xfrm>
              <a:off x="29179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7" name="타원 12476">
              <a:extLst>
                <a:ext uri="{FF2B5EF4-FFF2-40B4-BE49-F238E27FC236}">
                  <a16:creationId xmlns:a16="http://schemas.microsoft.com/office/drawing/2014/main" id="{6E08806A-A705-415F-8165-904A4CF52F17}"/>
                </a:ext>
              </a:extLst>
            </p:cNvPr>
            <p:cNvSpPr/>
            <p:nvPr/>
          </p:nvSpPr>
          <p:spPr>
            <a:xfrm>
              <a:off x="30703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8" name="타원 12477">
              <a:extLst>
                <a:ext uri="{FF2B5EF4-FFF2-40B4-BE49-F238E27FC236}">
                  <a16:creationId xmlns:a16="http://schemas.microsoft.com/office/drawing/2014/main" id="{BF0EDDCE-9259-4D74-915F-6FFEB21F5E0C}"/>
                </a:ext>
              </a:extLst>
            </p:cNvPr>
            <p:cNvSpPr/>
            <p:nvPr/>
          </p:nvSpPr>
          <p:spPr>
            <a:xfrm>
              <a:off x="32227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79" name="타원 12478">
              <a:extLst>
                <a:ext uri="{FF2B5EF4-FFF2-40B4-BE49-F238E27FC236}">
                  <a16:creationId xmlns:a16="http://schemas.microsoft.com/office/drawing/2014/main" id="{D2084F29-6090-4265-BE81-A24950AF9BA8}"/>
                </a:ext>
              </a:extLst>
            </p:cNvPr>
            <p:cNvSpPr/>
            <p:nvPr/>
          </p:nvSpPr>
          <p:spPr>
            <a:xfrm>
              <a:off x="3375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0" name="타원 12479">
              <a:extLst>
                <a:ext uri="{FF2B5EF4-FFF2-40B4-BE49-F238E27FC236}">
                  <a16:creationId xmlns:a16="http://schemas.microsoft.com/office/drawing/2014/main" id="{9B0F0CB0-E7D0-41E4-85DD-EA593ADEFAAD}"/>
                </a:ext>
              </a:extLst>
            </p:cNvPr>
            <p:cNvSpPr/>
            <p:nvPr/>
          </p:nvSpPr>
          <p:spPr>
            <a:xfrm>
              <a:off x="3527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1" name="타원 12480">
              <a:extLst>
                <a:ext uri="{FF2B5EF4-FFF2-40B4-BE49-F238E27FC236}">
                  <a16:creationId xmlns:a16="http://schemas.microsoft.com/office/drawing/2014/main" id="{AB32B66E-B7F1-46F0-8197-6E74F6873F08}"/>
                </a:ext>
              </a:extLst>
            </p:cNvPr>
            <p:cNvSpPr/>
            <p:nvPr/>
          </p:nvSpPr>
          <p:spPr>
            <a:xfrm>
              <a:off x="36799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2" name="타원 12481">
              <a:extLst>
                <a:ext uri="{FF2B5EF4-FFF2-40B4-BE49-F238E27FC236}">
                  <a16:creationId xmlns:a16="http://schemas.microsoft.com/office/drawing/2014/main" id="{E7FC1106-DD0D-49A4-AF05-E152E5DABF37}"/>
                </a:ext>
              </a:extLst>
            </p:cNvPr>
            <p:cNvSpPr/>
            <p:nvPr/>
          </p:nvSpPr>
          <p:spPr>
            <a:xfrm>
              <a:off x="38323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3" name="타원 12482">
              <a:extLst>
                <a:ext uri="{FF2B5EF4-FFF2-40B4-BE49-F238E27FC236}">
                  <a16:creationId xmlns:a16="http://schemas.microsoft.com/office/drawing/2014/main" id="{15947BD7-7722-4F23-B757-D9439061A260}"/>
                </a:ext>
              </a:extLst>
            </p:cNvPr>
            <p:cNvSpPr/>
            <p:nvPr/>
          </p:nvSpPr>
          <p:spPr>
            <a:xfrm>
              <a:off x="39847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4" name="타원 12483">
              <a:extLst>
                <a:ext uri="{FF2B5EF4-FFF2-40B4-BE49-F238E27FC236}">
                  <a16:creationId xmlns:a16="http://schemas.microsoft.com/office/drawing/2014/main" id="{C445A5F3-52E7-4CD3-B041-453198E1D672}"/>
                </a:ext>
              </a:extLst>
            </p:cNvPr>
            <p:cNvSpPr/>
            <p:nvPr/>
          </p:nvSpPr>
          <p:spPr>
            <a:xfrm>
              <a:off x="4137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5" name="타원 12484">
              <a:extLst>
                <a:ext uri="{FF2B5EF4-FFF2-40B4-BE49-F238E27FC236}">
                  <a16:creationId xmlns:a16="http://schemas.microsoft.com/office/drawing/2014/main" id="{5AD41E3F-0FAE-4D7F-8AD5-B39F93C85C39}"/>
                </a:ext>
              </a:extLst>
            </p:cNvPr>
            <p:cNvSpPr/>
            <p:nvPr/>
          </p:nvSpPr>
          <p:spPr>
            <a:xfrm>
              <a:off x="4289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6" name="타원 12485">
              <a:extLst>
                <a:ext uri="{FF2B5EF4-FFF2-40B4-BE49-F238E27FC236}">
                  <a16:creationId xmlns:a16="http://schemas.microsoft.com/office/drawing/2014/main" id="{99DF37D4-FA37-4271-9F35-4425B646DDCA}"/>
                </a:ext>
              </a:extLst>
            </p:cNvPr>
            <p:cNvSpPr/>
            <p:nvPr/>
          </p:nvSpPr>
          <p:spPr>
            <a:xfrm>
              <a:off x="44419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7" name="타원 12486">
              <a:extLst>
                <a:ext uri="{FF2B5EF4-FFF2-40B4-BE49-F238E27FC236}">
                  <a16:creationId xmlns:a16="http://schemas.microsoft.com/office/drawing/2014/main" id="{729BF847-5B15-434C-885F-946D3BAB8369}"/>
                </a:ext>
              </a:extLst>
            </p:cNvPr>
            <p:cNvSpPr/>
            <p:nvPr/>
          </p:nvSpPr>
          <p:spPr>
            <a:xfrm>
              <a:off x="45943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8" name="타원 12487">
              <a:extLst>
                <a:ext uri="{FF2B5EF4-FFF2-40B4-BE49-F238E27FC236}">
                  <a16:creationId xmlns:a16="http://schemas.microsoft.com/office/drawing/2014/main" id="{58561587-7B50-425B-96AB-379E5A0A8114}"/>
                </a:ext>
              </a:extLst>
            </p:cNvPr>
            <p:cNvSpPr/>
            <p:nvPr/>
          </p:nvSpPr>
          <p:spPr>
            <a:xfrm>
              <a:off x="47467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89" name="타원 12488">
              <a:extLst>
                <a:ext uri="{FF2B5EF4-FFF2-40B4-BE49-F238E27FC236}">
                  <a16:creationId xmlns:a16="http://schemas.microsoft.com/office/drawing/2014/main" id="{823F070C-BC39-4F8B-BF33-F647FB1466F6}"/>
                </a:ext>
              </a:extLst>
            </p:cNvPr>
            <p:cNvSpPr/>
            <p:nvPr/>
          </p:nvSpPr>
          <p:spPr>
            <a:xfrm>
              <a:off x="4899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0" name="타원 12489">
              <a:extLst>
                <a:ext uri="{FF2B5EF4-FFF2-40B4-BE49-F238E27FC236}">
                  <a16:creationId xmlns:a16="http://schemas.microsoft.com/office/drawing/2014/main" id="{624D2593-C506-44FD-AFC9-E4F237EC63D9}"/>
                </a:ext>
              </a:extLst>
            </p:cNvPr>
            <p:cNvSpPr/>
            <p:nvPr/>
          </p:nvSpPr>
          <p:spPr>
            <a:xfrm>
              <a:off x="5051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1" name="타원 12490">
              <a:extLst>
                <a:ext uri="{FF2B5EF4-FFF2-40B4-BE49-F238E27FC236}">
                  <a16:creationId xmlns:a16="http://schemas.microsoft.com/office/drawing/2014/main" id="{B2F346A5-716F-48AD-9B3E-9C3337636912}"/>
                </a:ext>
              </a:extLst>
            </p:cNvPr>
            <p:cNvSpPr/>
            <p:nvPr/>
          </p:nvSpPr>
          <p:spPr>
            <a:xfrm>
              <a:off x="52039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2" name="타원 12491">
              <a:extLst>
                <a:ext uri="{FF2B5EF4-FFF2-40B4-BE49-F238E27FC236}">
                  <a16:creationId xmlns:a16="http://schemas.microsoft.com/office/drawing/2014/main" id="{C6DCD260-BD8B-4370-8710-E2A0C72E7361}"/>
                </a:ext>
              </a:extLst>
            </p:cNvPr>
            <p:cNvSpPr/>
            <p:nvPr/>
          </p:nvSpPr>
          <p:spPr>
            <a:xfrm>
              <a:off x="53563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3" name="타원 12492">
              <a:extLst>
                <a:ext uri="{FF2B5EF4-FFF2-40B4-BE49-F238E27FC236}">
                  <a16:creationId xmlns:a16="http://schemas.microsoft.com/office/drawing/2014/main" id="{A7CDFDAC-7DFE-4188-87A8-B330B54E5B35}"/>
                </a:ext>
              </a:extLst>
            </p:cNvPr>
            <p:cNvSpPr/>
            <p:nvPr/>
          </p:nvSpPr>
          <p:spPr>
            <a:xfrm>
              <a:off x="55087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4" name="타원 12493">
              <a:extLst>
                <a:ext uri="{FF2B5EF4-FFF2-40B4-BE49-F238E27FC236}">
                  <a16:creationId xmlns:a16="http://schemas.microsoft.com/office/drawing/2014/main" id="{7BA66411-C544-4A4D-9D8A-A7A1FE77AA49}"/>
                </a:ext>
              </a:extLst>
            </p:cNvPr>
            <p:cNvSpPr/>
            <p:nvPr/>
          </p:nvSpPr>
          <p:spPr>
            <a:xfrm>
              <a:off x="56611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5" name="타원 12494">
              <a:extLst>
                <a:ext uri="{FF2B5EF4-FFF2-40B4-BE49-F238E27FC236}">
                  <a16:creationId xmlns:a16="http://schemas.microsoft.com/office/drawing/2014/main" id="{6121B857-EC8D-4567-A15A-7B335C7F22E6}"/>
                </a:ext>
              </a:extLst>
            </p:cNvPr>
            <p:cNvSpPr/>
            <p:nvPr/>
          </p:nvSpPr>
          <p:spPr>
            <a:xfrm>
              <a:off x="5813576" y="205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6" name="타원 12495">
              <a:extLst>
                <a:ext uri="{FF2B5EF4-FFF2-40B4-BE49-F238E27FC236}">
                  <a16:creationId xmlns:a16="http://schemas.microsoft.com/office/drawing/2014/main" id="{DD7B8E0E-1937-4B8C-9D48-68A0D08AAE09}"/>
                </a:ext>
              </a:extLst>
            </p:cNvPr>
            <p:cNvSpPr/>
            <p:nvPr/>
          </p:nvSpPr>
          <p:spPr>
            <a:xfrm>
              <a:off x="327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7" name="타원 12496">
              <a:extLst>
                <a:ext uri="{FF2B5EF4-FFF2-40B4-BE49-F238E27FC236}">
                  <a16:creationId xmlns:a16="http://schemas.microsoft.com/office/drawing/2014/main" id="{13747AC3-7682-4ACD-8D71-15010E70E681}"/>
                </a:ext>
              </a:extLst>
            </p:cNvPr>
            <p:cNvSpPr/>
            <p:nvPr/>
          </p:nvSpPr>
          <p:spPr>
            <a:xfrm>
              <a:off x="479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8" name="타원 12497">
              <a:extLst>
                <a:ext uri="{FF2B5EF4-FFF2-40B4-BE49-F238E27FC236}">
                  <a16:creationId xmlns:a16="http://schemas.microsoft.com/office/drawing/2014/main" id="{1E9BCABF-0435-40C1-8FF5-F5F4CACCB96B}"/>
                </a:ext>
              </a:extLst>
            </p:cNvPr>
            <p:cNvSpPr/>
            <p:nvPr/>
          </p:nvSpPr>
          <p:spPr>
            <a:xfrm>
              <a:off x="6319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99" name="타원 12498">
              <a:extLst>
                <a:ext uri="{FF2B5EF4-FFF2-40B4-BE49-F238E27FC236}">
                  <a16:creationId xmlns:a16="http://schemas.microsoft.com/office/drawing/2014/main" id="{D9BF853B-EB66-4E4F-BAE1-AEA4026B8408}"/>
                </a:ext>
              </a:extLst>
            </p:cNvPr>
            <p:cNvSpPr/>
            <p:nvPr/>
          </p:nvSpPr>
          <p:spPr>
            <a:xfrm>
              <a:off x="7843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0" name="타원 12499">
              <a:extLst>
                <a:ext uri="{FF2B5EF4-FFF2-40B4-BE49-F238E27FC236}">
                  <a16:creationId xmlns:a16="http://schemas.microsoft.com/office/drawing/2014/main" id="{834F5F67-43C4-46F8-9DAE-F8FEB6624D6D}"/>
                </a:ext>
              </a:extLst>
            </p:cNvPr>
            <p:cNvSpPr/>
            <p:nvPr/>
          </p:nvSpPr>
          <p:spPr>
            <a:xfrm>
              <a:off x="9367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1" name="타원 12500">
              <a:extLst>
                <a:ext uri="{FF2B5EF4-FFF2-40B4-BE49-F238E27FC236}">
                  <a16:creationId xmlns:a16="http://schemas.microsoft.com/office/drawing/2014/main" id="{E217BC56-AE19-49DE-9CEF-DB228037F72E}"/>
                </a:ext>
              </a:extLst>
            </p:cNvPr>
            <p:cNvSpPr/>
            <p:nvPr/>
          </p:nvSpPr>
          <p:spPr>
            <a:xfrm>
              <a:off x="1089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2" name="타원 12501">
              <a:extLst>
                <a:ext uri="{FF2B5EF4-FFF2-40B4-BE49-F238E27FC236}">
                  <a16:creationId xmlns:a16="http://schemas.microsoft.com/office/drawing/2014/main" id="{0A848AA1-DBA5-4394-8D44-EF28833F39CE}"/>
                </a:ext>
              </a:extLst>
            </p:cNvPr>
            <p:cNvSpPr/>
            <p:nvPr/>
          </p:nvSpPr>
          <p:spPr>
            <a:xfrm>
              <a:off x="1241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3" name="타원 12502">
              <a:extLst>
                <a:ext uri="{FF2B5EF4-FFF2-40B4-BE49-F238E27FC236}">
                  <a16:creationId xmlns:a16="http://schemas.microsoft.com/office/drawing/2014/main" id="{618ADEA3-18F6-472E-923F-AFF678834CCF}"/>
                </a:ext>
              </a:extLst>
            </p:cNvPr>
            <p:cNvSpPr/>
            <p:nvPr/>
          </p:nvSpPr>
          <p:spPr>
            <a:xfrm>
              <a:off x="13939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4" name="타원 12503">
              <a:extLst>
                <a:ext uri="{FF2B5EF4-FFF2-40B4-BE49-F238E27FC236}">
                  <a16:creationId xmlns:a16="http://schemas.microsoft.com/office/drawing/2014/main" id="{9C3D1E8C-105F-4FDB-8E3C-DA6E9B19F7E4}"/>
                </a:ext>
              </a:extLst>
            </p:cNvPr>
            <p:cNvSpPr/>
            <p:nvPr/>
          </p:nvSpPr>
          <p:spPr>
            <a:xfrm>
              <a:off x="15463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5" name="타원 12504">
              <a:extLst>
                <a:ext uri="{FF2B5EF4-FFF2-40B4-BE49-F238E27FC236}">
                  <a16:creationId xmlns:a16="http://schemas.microsoft.com/office/drawing/2014/main" id="{C6775AC4-E8D6-4A20-820B-F2FE2EB66548}"/>
                </a:ext>
              </a:extLst>
            </p:cNvPr>
            <p:cNvSpPr/>
            <p:nvPr/>
          </p:nvSpPr>
          <p:spPr>
            <a:xfrm>
              <a:off x="16987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6" name="타원 12505">
              <a:extLst>
                <a:ext uri="{FF2B5EF4-FFF2-40B4-BE49-F238E27FC236}">
                  <a16:creationId xmlns:a16="http://schemas.microsoft.com/office/drawing/2014/main" id="{75E08B59-2BFB-472B-B032-6BCE5797C6E5}"/>
                </a:ext>
              </a:extLst>
            </p:cNvPr>
            <p:cNvSpPr/>
            <p:nvPr/>
          </p:nvSpPr>
          <p:spPr>
            <a:xfrm>
              <a:off x="1851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7" name="타원 12506">
              <a:extLst>
                <a:ext uri="{FF2B5EF4-FFF2-40B4-BE49-F238E27FC236}">
                  <a16:creationId xmlns:a16="http://schemas.microsoft.com/office/drawing/2014/main" id="{1263EE4A-9C6A-4EBF-BFDD-3B3B214F15B1}"/>
                </a:ext>
              </a:extLst>
            </p:cNvPr>
            <p:cNvSpPr/>
            <p:nvPr/>
          </p:nvSpPr>
          <p:spPr>
            <a:xfrm>
              <a:off x="2003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8" name="타원 12507">
              <a:extLst>
                <a:ext uri="{FF2B5EF4-FFF2-40B4-BE49-F238E27FC236}">
                  <a16:creationId xmlns:a16="http://schemas.microsoft.com/office/drawing/2014/main" id="{92DE72AA-0E00-4C75-803F-4CFBF9A7E0FF}"/>
                </a:ext>
              </a:extLst>
            </p:cNvPr>
            <p:cNvSpPr/>
            <p:nvPr/>
          </p:nvSpPr>
          <p:spPr>
            <a:xfrm>
              <a:off x="21559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09" name="타원 12508">
              <a:extLst>
                <a:ext uri="{FF2B5EF4-FFF2-40B4-BE49-F238E27FC236}">
                  <a16:creationId xmlns:a16="http://schemas.microsoft.com/office/drawing/2014/main" id="{FAF53769-E115-416D-8A01-0572A6610285}"/>
                </a:ext>
              </a:extLst>
            </p:cNvPr>
            <p:cNvSpPr/>
            <p:nvPr/>
          </p:nvSpPr>
          <p:spPr>
            <a:xfrm>
              <a:off x="23083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0" name="타원 12509">
              <a:extLst>
                <a:ext uri="{FF2B5EF4-FFF2-40B4-BE49-F238E27FC236}">
                  <a16:creationId xmlns:a16="http://schemas.microsoft.com/office/drawing/2014/main" id="{2EB63BB5-84AB-4285-8A2E-BD6116BFCF3D}"/>
                </a:ext>
              </a:extLst>
            </p:cNvPr>
            <p:cNvSpPr/>
            <p:nvPr/>
          </p:nvSpPr>
          <p:spPr>
            <a:xfrm>
              <a:off x="24607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1" name="타원 12510">
              <a:extLst>
                <a:ext uri="{FF2B5EF4-FFF2-40B4-BE49-F238E27FC236}">
                  <a16:creationId xmlns:a16="http://schemas.microsoft.com/office/drawing/2014/main" id="{DC972D27-1C33-4E93-8660-D0529EA6FB74}"/>
                </a:ext>
              </a:extLst>
            </p:cNvPr>
            <p:cNvSpPr/>
            <p:nvPr/>
          </p:nvSpPr>
          <p:spPr>
            <a:xfrm>
              <a:off x="2613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2" name="타원 12511">
              <a:extLst>
                <a:ext uri="{FF2B5EF4-FFF2-40B4-BE49-F238E27FC236}">
                  <a16:creationId xmlns:a16="http://schemas.microsoft.com/office/drawing/2014/main" id="{D59D9CC2-F7A8-4A64-8970-857A63F14DC5}"/>
                </a:ext>
              </a:extLst>
            </p:cNvPr>
            <p:cNvSpPr/>
            <p:nvPr/>
          </p:nvSpPr>
          <p:spPr>
            <a:xfrm>
              <a:off x="2765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3" name="타원 12512">
              <a:extLst>
                <a:ext uri="{FF2B5EF4-FFF2-40B4-BE49-F238E27FC236}">
                  <a16:creationId xmlns:a16="http://schemas.microsoft.com/office/drawing/2014/main" id="{C3BEF3FC-E609-476B-9C4F-061304BEF5C9}"/>
                </a:ext>
              </a:extLst>
            </p:cNvPr>
            <p:cNvSpPr/>
            <p:nvPr/>
          </p:nvSpPr>
          <p:spPr>
            <a:xfrm>
              <a:off x="29179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4" name="타원 12513">
              <a:extLst>
                <a:ext uri="{FF2B5EF4-FFF2-40B4-BE49-F238E27FC236}">
                  <a16:creationId xmlns:a16="http://schemas.microsoft.com/office/drawing/2014/main" id="{18FB74A2-FE5D-4C6D-AEE2-592645213C8D}"/>
                </a:ext>
              </a:extLst>
            </p:cNvPr>
            <p:cNvSpPr/>
            <p:nvPr/>
          </p:nvSpPr>
          <p:spPr>
            <a:xfrm>
              <a:off x="30703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5" name="타원 12514">
              <a:extLst>
                <a:ext uri="{FF2B5EF4-FFF2-40B4-BE49-F238E27FC236}">
                  <a16:creationId xmlns:a16="http://schemas.microsoft.com/office/drawing/2014/main" id="{5FFE76B3-6317-4AC3-9A47-40E5A89E970E}"/>
                </a:ext>
              </a:extLst>
            </p:cNvPr>
            <p:cNvSpPr/>
            <p:nvPr/>
          </p:nvSpPr>
          <p:spPr>
            <a:xfrm>
              <a:off x="32227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6" name="타원 12515">
              <a:extLst>
                <a:ext uri="{FF2B5EF4-FFF2-40B4-BE49-F238E27FC236}">
                  <a16:creationId xmlns:a16="http://schemas.microsoft.com/office/drawing/2014/main" id="{39130D05-DDF7-4302-B792-B29EDD7D80E1}"/>
                </a:ext>
              </a:extLst>
            </p:cNvPr>
            <p:cNvSpPr/>
            <p:nvPr/>
          </p:nvSpPr>
          <p:spPr>
            <a:xfrm>
              <a:off x="3375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7" name="타원 12516">
              <a:extLst>
                <a:ext uri="{FF2B5EF4-FFF2-40B4-BE49-F238E27FC236}">
                  <a16:creationId xmlns:a16="http://schemas.microsoft.com/office/drawing/2014/main" id="{DF313A7C-3932-4BFA-927C-2CBDD5605794}"/>
                </a:ext>
              </a:extLst>
            </p:cNvPr>
            <p:cNvSpPr/>
            <p:nvPr/>
          </p:nvSpPr>
          <p:spPr>
            <a:xfrm>
              <a:off x="3527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8" name="타원 12517">
              <a:extLst>
                <a:ext uri="{FF2B5EF4-FFF2-40B4-BE49-F238E27FC236}">
                  <a16:creationId xmlns:a16="http://schemas.microsoft.com/office/drawing/2014/main" id="{A9168070-95F0-471B-ACB2-E4A6D0FAE541}"/>
                </a:ext>
              </a:extLst>
            </p:cNvPr>
            <p:cNvSpPr/>
            <p:nvPr/>
          </p:nvSpPr>
          <p:spPr>
            <a:xfrm>
              <a:off x="36799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19" name="타원 12518">
              <a:extLst>
                <a:ext uri="{FF2B5EF4-FFF2-40B4-BE49-F238E27FC236}">
                  <a16:creationId xmlns:a16="http://schemas.microsoft.com/office/drawing/2014/main" id="{27316476-DA9E-474F-87FC-4950B1666EB2}"/>
                </a:ext>
              </a:extLst>
            </p:cNvPr>
            <p:cNvSpPr/>
            <p:nvPr/>
          </p:nvSpPr>
          <p:spPr>
            <a:xfrm>
              <a:off x="38323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0" name="타원 12519">
              <a:extLst>
                <a:ext uri="{FF2B5EF4-FFF2-40B4-BE49-F238E27FC236}">
                  <a16:creationId xmlns:a16="http://schemas.microsoft.com/office/drawing/2014/main" id="{25EEB0B2-F662-4DDB-B02C-A262A6650BF7}"/>
                </a:ext>
              </a:extLst>
            </p:cNvPr>
            <p:cNvSpPr/>
            <p:nvPr/>
          </p:nvSpPr>
          <p:spPr>
            <a:xfrm>
              <a:off x="39847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1" name="타원 12520">
              <a:extLst>
                <a:ext uri="{FF2B5EF4-FFF2-40B4-BE49-F238E27FC236}">
                  <a16:creationId xmlns:a16="http://schemas.microsoft.com/office/drawing/2014/main" id="{00EA64A1-EA2F-4D9B-8462-113092BFE240}"/>
                </a:ext>
              </a:extLst>
            </p:cNvPr>
            <p:cNvSpPr/>
            <p:nvPr/>
          </p:nvSpPr>
          <p:spPr>
            <a:xfrm>
              <a:off x="4137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2" name="타원 12521">
              <a:extLst>
                <a:ext uri="{FF2B5EF4-FFF2-40B4-BE49-F238E27FC236}">
                  <a16:creationId xmlns:a16="http://schemas.microsoft.com/office/drawing/2014/main" id="{47BF2867-0B32-4B7E-922D-682C51F9A2B4}"/>
                </a:ext>
              </a:extLst>
            </p:cNvPr>
            <p:cNvSpPr/>
            <p:nvPr/>
          </p:nvSpPr>
          <p:spPr>
            <a:xfrm>
              <a:off x="4289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3" name="타원 12522">
              <a:extLst>
                <a:ext uri="{FF2B5EF4-FFF2-40B4-BE49-F238E27FC236}">
                  <a16:creationId xmlns:a16="http://schemas.microsoft.com/office/drawing/2014/main" id="{EFE3E06B-5519-4976-B3C2-BDA13DCA79E4}"/>
                </a:ext>
              </a:extLst>
            </p:cNvPr>
            <p:cNvSpPr/>
            <p:nvPr/>
          </p:nvSpPr>
          <p:spPr>
            <a:xfrm>
              <a:off x="44419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4" name="타원 12523">
              <a:extLst>
                <a:ext uri="{FF2B5EF4-FFF2-40B4-BE49-F238E27FC236}">
                  <a16:creationId xmlns:a16="http://schemas.microsoft.com/office/drawing/2014/main" id="{BF8E1957-C7A0-4FC8-9787-9FDDF66DE35D}"/>
                </a:ext>
              </a:extLst>
            </p:cNvPr>
            <p:cNvSpPr/>
            <p:nvPr/>
          </p:nvSpPr>
          <p:spPr>
            <a:xfrm>
              <a:off x="45943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5" name="타원 12524">
              <a:extLst>
                <a:ext uri="{FF2B5EF4-FFF2-40B4-BE49-F238E27FC236}">
                  <a16:creationId xmlns:a16="http://schemas.microsoft.com/office/drawing/2014/main" id="{B145B020-25C1-4D46-96C4-7CF6F173FB15}"/>
                </a:ext>
              </a:extLst>
            </p:cNvPr>
            <p:cNvSpPr/>
            <p:nvPr/>
          </p:nvSpPr>
          <p:spPr>
            <a:xfrm>
              <a:off x="47467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6" name="타원 12525">
              <a:extLst>
                <a:ext uri="{FF2B5EF4-FFF2-40B4-BE49-F238E27FC236}">
                  <a16:creationId xmlns:a16="http://schemas.microsoft.com/office/drawing/2014/main" id="{76F11002-3F47-44EE-81AA-807B5C7708D5}"/>
                </a:ext>
              </a:extLst>
            </p:cNvPr>
            <p:cNvSpPr/>
            <p:nvPr/>
          </p:nvSpPr>
          <p:spPr>
            <a:xfrm>
              <a:off x="4899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7" name="타원 12526">
              <a:extLst>
                <a:ext uri="{FF2B5EF4-FFF2-40B4-BE49-F238E27FC236}">
                  <a16:creationId xmlns:a16="http://schemas.microsoft.com/office/drawing/2014/main" id="{CB411111-92BA-4BBE-ACD3-C867EAE12295}"/>
                </a:ext>
              </a:extLst>
            </p:cNvPr>
            <p:cNvSpPr/>
            <p:nvPr/>
          </p:nvSpPr>
          <p:spPr>
            <a:xfrm>
              <a:off x="5051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8" name="타원 12527">
              <a:extLst>
                <a:ext uri="{FF2B5EF4-FFF2-40B4-BE49-F238E27FC236}">
                  <a16:creationId xmlns:a16="http://schemas.microsoft.com/office/drawing/2014/main" id="{E3DE4D74-8A63-4513-926A-7A9F9D83B286}"/>
                </a:ext>
              </a:extLst>
            </p:cNvPr>
            <p:cNvSpPr/>
            <p:nvPr/>
          </p:nvSpPr>
          <p:spPr>
            <a:xfrm>
              <a:off x="52039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29" name="타원 12528">
              <a:extLst>
                <a:ext uri="{FF2B5EF4-FFF2-40B4-BE49-F238E27FC236}">
                  <a16:creationId xmlns:a16="http://schemas.microsoft.com/office/drawing/2014/main" id="{0B086D32-53EB-4F3C-9619-2104FF0EA5D3}"/>
                </a:ext>
              </a:extLst>
            </p:cNvPr>
            <p:cNvSpPr/>
            <p:nvPr/>
          </p:nvSpPr>
          <p:spPr>
            <a:xfrm>
              <a:off x="53563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0" name="타원 12529">
              <a:extLst>
                <a:ext uri="{FF2B5EF4-FFF2-40B4-BE49-F238E27FC236}">
                  <a16:creationId xmlns:a16="http://schemas.microsoft.com/office/drawing/2014/main" id="{198F1D22-E823-441B-A20D-5C6B89D3CC13}"/>
                </a:ext>
              </a:extLst>
            </p:cNvPr>
            <p:cNvSpPr/>
            <p:nvPr/>
          </p:nvSpPr>
          <p:spPr>
            <a:xfrm>
              <a:off x="55087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1" name="타원 12530">
              <a:extLst>
                <a:ext uri="{FF2B5EF4-FFF2-40B4-BE49-F238E27FC236}">
                  <a16:creationId xmlns:a16="http://schemas.microsoft.com/office/drawing/2014/main" id="{A7A8198A-ED54-48D0-93EA-5FDE8A171593}"/>
                </a:ext>
              </a:extLst>
            </p:cNvPr>
            <p:cNvSpPr/>
            <p:nvPr/>
          </p:nvSpPr>
          <p:spPr>
            <a:xfrm>
              <a:off x="56611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2" name="타원 12531">
              <a:extLst>
                <a:ext uri="{FF2B5EF4-FFF2-40B4-BE49-F238E27FC236}">
                  <a16:creationId xmlns:a16="http://schemas.microsoft.com/office/drawing/2014/main" id="{46203FC9-EE05-4433-BBD1-EFBCDC50CEBC}"/>
                </a:ext>
              </a:extLst>
            </p:cNvPr>
            <p:cNvSpPr/>
            <p:nvPr/>
          </p:nvSpPr>
          <p:spPr>
            <a:xfrm>
              <a:off x="5813576" y="220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3" name="타원 12532">
              <a:extLst>
                <a:ext uri="{FF2B5EF4-FFF2-40B4-BE49-F238E27FC236}">
                  <a16:creationId xmlns:a16="http://schemas.microsoft.com/office/drawing/2014/main" id="{83D0E27B-44AA-4CCC-838E-5EB9F130F97E}"/>
                </a:ext>
              </a:extLst>
            </p:cNvPr>
            <p:cNvSpPr/>
            <p:nvPr/>
          </p:nvSpPr>
          <p:spPr>
            <a:xfrm>
              <a:off x="327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4" name="타원 12533">
              <a:extLst>
                <a:ext uri="{FF2B5EF4-FFF2-40B4-BE49-F238E27FC236}">
                  <a16:creationId xmlns:a16="http://schemas.microsoft.com/office/drawing/2014/main" id="{0033A0C1-3810-41BF-8487-FD245A33C54A}"/>
                </a:ext>
              </a:extLst>
            </p:cNvPr>
            <p:cNvSpPr/>
            <p:nvPr/>
          </p:nvSpPr>
          <p:spPr>
            <a:xfrm>
              <a:off x="479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5" name="타원 12534">
              <a:extLst>
                <a:ext uri="{FF2B5EF4-FFF2-40B4-BE49-F238E27FC236}">
                  <a16:creationId xmlns:a16="http://schemas.microsoft.com/office/drawing/2014/main" id="{D064E295-ECAB-4960-BFCC-7E28ECA95C3B}"/>
                </a:ext>
              </a:extLst>
            </p:cNvPr>
            <p:cNvSpPr/>
            <p:nvPr/>
          </p:nvSpPr>
          <p:spPr>
            <a:xfrm>
              <a:off x="6319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6" name="타원 12535">
              <a:extLst>
                <a:ext uri="{FF2B5EF4-FFF2-40B4-BE49-F238E27FC236}">
                  <a16:creationId xmlns:a16="http://schemas.microsoft.com/office/drawing/2014/main" id="{226AC2C5-7AF8-4E00-80A5-81AF377D2A6A}"/>
                </a:ext>
              </a:extLst>
            </p:cNvPr>
            <p:cNvSpPr/>
            <p:nvPr/>
          </p:nvSpPr>
          <p:spPr>
            <a:xfrm>
              <a:off x="7843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7" name="타원 12536">
              <a:extLst>
                <a:ext uri="{FF2B5EF4-FFF2-40B4-BE49-F238E27FC236}">
                  <a16:creationId xmlns:a16="http://schemas.microsoft.com/office/drawing/2014/main" id="{2105F944-5BF6-44CE-A585-588776DE36DB}"/>
                </a:ext>
              </a:extLst>
            </p:cNvPr>
            <p:cNvSpPr/>
            <p:nvPr/>
          </p:nvSpPr>
          <p:spPr>
            <a:xfrm>
              <a:off x="9367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8" name="타원 12537">
              <a:extLst>
                <a:ext uri="{FF2B5EF4-FFF2-40B4-BE49-F238E27FC236}">
                  <a16:creationId xmlns:a16="http://schemas.microsoft.com/office/drawing/2014/main" id="{AFA69508-7BFA-48E3-AB08-EBF722027FA5}"/>
                </a:ext>
              </a:extLst>
            </p:cNvPr>
            <p:cNvSpPr/>
            <p:nvPr/>
          </p:nvSpPr>
          <p:spPr>
            <a:xfrm>
              <a:off x="1089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9" name="타원 12538">
              <a:extLst>
                <a:ext uri="{FF2B5EF4-FFF2-40B4-BE49-F238E27FC236}">
                  <a16:creationId xmlns:a16="http://schemas.microsoft.com/office/drawing/2014/main" id="{7F4BB0A8-3D63-47E6-9015-E087231C37CB}"/>
                </a:ext>
              </a:extLst>
            </p:cNvPr>
            <p:cNvSpPr/>
            <p:nvPr/>
          </p:nvSpPr>
          <p:spPr>
            <a:xfrm>
              <a:off x="1241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0" name="타원 12539">
              <a:extLst>
                <a:ext uri="{FF2B5EF4-FFF2-40B4-BE49-F238E27FC236}">
                  <a16:creationId xmlns:a16="http://schemas.microsoft.com/office/drawing/2014/main" id="{F005398F-7F62-49CD-A8CF-3C7E8EF00F43}"/>
                </a:ext>
              </a:extLst>
            </p:cNvPr>
            <p:cNvSpPr/>
            <p:nvPr/>
          </p:nvSpPr>
          <p:spPr>
            <a:xfrm>
              <a:off x="13939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1" name="타원 12540">
              <a:extLst>
                <a:ext uri="{FF2B5EF4-FFF2-40B4-BE49-F238E27FC236}">
                  <a16:creationId xmlns:a16="http://schemas.microsoft.com/office/drawing/2014/main" id="{15F12A4F-E065-4CEE-8801-036DB34E8253}"/>
                </a:ext>
              </a:extLst>
            </p:cNvPr>
            <p:cNvSpPr/>
            <p:nvPr/>
          </p:nvSpPr>
          <p:spPr>
            <a:xfrm>
              <a:off x="15463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2" name="타원 12541">
              <a:extLst>
                <a:ext uri="{FF2B5EF4-FFF2-40B4-BE49-F238E27FC236}">
                  <a16:creationId xmlns:a16="http://schemas.microsoft.com/office/drawing/2014/main" id="{DB98F1CD-756C-42DA-949E-1AFD8FFB9B78}"/>
                </a:ext>
              </a:extLst>
            </p:cNvPr>
            <p:cNvSpPr/>
            <p:nvPr/>
          </p:nvSpPr>
          <p:spPr>
            <a:xfrm>
              <a:off x="16987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3" name="타원 12542">
              <a:extLst>
                <a:ext uri="{FF2B5EF4-FFF2-40B4-BE49-F238E27FC236}">
                  <a16:creationId xmlns:a16="http://schemas.microsoft.com/office/drawing/2014/main" id="{417F5C2D-6EA2-485E-B721-76B646ECCE60}"/>
                </a:ext>
              </a:extLst>
            </p:cNvPr>
            <p:cNvSpPr/>
            <p:nvPr/>
          </p:nvSpPr>
          <p:spPr>
            <a:xfrm>
              <a:off x="1851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4" name="타원 12543">
              <a:extLst>
                <a:ext uri="{FF2B5EF4-FFF2-40B4-BE49-F238E27FC236}">
                  <a16:creationId xmlns:a16="http://schemas.microsoft.com/office/drawing/2014/main" id="{07222C28-D415-4B71-B9D3-168F40B2DF42}"/>
                </a:ext>
              </a:extLst>
            </p:cNvPr>
            <p:cNvSpPr/>
            <p:nvPr/>
          </p:nvSpPr>
          <p:spPr>
            <a:xfrm>
              <a:off x="2003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5" name="타원 12544">
              <a:extLst>
                <a:ext uri="{FF2B5EF4-FFF2-40B4-BE49-F238E27FC236}">
                  <a16:creationId xmlns:a16="http://schemas.microsoft.com/office/drawing/2014/main" id="{00F4A572-2B0A-44BE-8235-185E565F6875}"/>
                </a:ext>
              </a:extLst>
            </p:cNvPr>
            <p:cNvSpPr/>
            <p:nvPr/>
          </p:nvSpPr>
          <p:spPr>
            <a:xfrm>
              <a:off x="21559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6" name="타원 12545">
              <a:extLst>
                <a:ext uri="{FF2B5EF4-FFF2-40B4-BE49-F238E27FC236}">
                  <a16:creationId xmlns:a16="http://schemas.microsoft.com/office/drawing/2014/main" id="{EBD959D5-EE71-460C-A387-AACFF9205829}"/>
                </a:ext>
              </a:extLst>
            </p:cNvPr>
            <p:cNvSpPr/>
            <p:nvPr/>
          </p:nvSpPr>
          <p:spPr>
            <a:xfrm>
              <a:off x="23083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7" name="타원 12546">
              <a:extLst>
                <a:ext uri="{FF2B5EF4-FFF2-40B4-BE49-F238E27FC236}">
                  <a16:creationId xmlns:a16="http://schemas.microsoft.com/office/drawing/2014/main" id="{C96D18B7-FF06-44F4-8BC3-94792AC05038}"/>
                </a:ext>
              </a:extLst>
            </p:cNvPr>
            <p:cNvSpPr/>
            <p:nvPr/>
          </p:nvSpPr>
          <p:spPr>
            <a:xfrm>
              <a:off x="24607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8" name="타원 12547">
              <a:extLst>
                <a:ext uri="{FF2B5EF4-FFF2-40B4-BE49-F238E27FC236}">
                  <a16:creationId xmlns:a16="http://schemas.microsoft.com/office/drawing/2014/main" id="{0DDBFDBE-93C2-4006-90CB-A02C80EC03F0}"/>
                </a:ext>
              </a:extLst>
            </p:cNvPr>
            <p:cNvSpPr/>
            <p:nvPr/>
          </p:nvSpPr>
          <p:spPr>
            <a:xfrm>
              <a:off x="2613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49" name="타원 12548">
              <a:extLst>
                <a:ext uri="{FF2B5EF4-FFF2-40B4-BE49-F238E27FC236}">
                  <a16:creationId xmlns:a16="http://schemas.microsoft.com/office/drawing/2014/main" id="{14232484-7250-4582-9ED0-C41B5B53C5B8}"/>
                </a:ext>
              </a:extLst>
            </p:cNvPr>
            <p:cNvSpPr/>
            <p:nvPr/>
          </p:nvSpPr>
          <p:spPr>
            <a:xfrm>
              <a:off x="2765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0" name="타원 12549">
              <a:extLst>
                <a:ext uri="{FF2B5EF4-FFF2-40B4-BE49-F238E27FC236}">
                  <a16:creationId xmlns:a16="http://schemas.microsoft.com/office/drawing/2014/main" id="{36A7497A-2A27-47E6-A630-06144768E453}"/>
                </a:ext>
              </a:extLst>
            </p:cNvPr>
            <p:cNvSpPr/>
            <p:nvPr/>
          </p:nvSpPr>
          <p:spPr>
            <a:xfrm>
              <a:off x="29179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1" name="타원 12550">
              <a:extLst>
                <a:ext uri="{FF2B5EF4-FFF2-40B4-BE49-F238E27FC236}">
                  <a16:creationId xmlns:a16="http://schemas.microsoft.com/office/drawing/2014/main" id="{E89AC5C1-2E97-4451-A171-8164B3D79AB7}"/>
                </a:ext>
              </a:extLst>
            </p:cNvPr>
            <p:cNvSpPr/>
            <p:nvPr/>
          </p:nvSpPr>
          <p:spPr>
            <a:xfrm>
              <a:off x="30703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2" name="타원 12551">
              <a:extLst>
                <a:ext uri="{FF2B5EF4-FFF2-40B4-BE49-F238E27FC236}">
                  <a16:creationId xmlns:a16="http://schemas.microsoft.com/office/drawing/2014/main" id="{FF8664BD-8BC8-4C52-A2F9-CA88921CEEA2}"/>
                </a:ext>
              </a:extLst>
            </p:cNvPr>
            <p:cNvSpPr/>
            <p:nvPr/>
          </p:nvSpPr>
          <p:spPr>
            <a:xfrm>
              <a:off x="32227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3" name="타원 12552">
              <a:extLst>
                <a:ext uri="{FF2B5EF4-FFF2-40B4-BE49-F238E27FC236}">
                  <a16:creationId xmlns:a16="http://schemas.microsoft.com/office/drawing/2014/main" id="{7057B92B-AABE-4A12-AEDA-83EB71634B07}"/>
                </a:ext>
              </a:extLst>
            </p:cNvPr>
            <p:cNvSpPr/>
            <p:nvPr/>
          </p:nvSpPr>
          <p:spPr>
            <a:xfrm>
              <a:off x="3375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4" name="타원 12553">
              <a:extLst>
                <a:ext uri="{FF2B5EF4-FFF2-40B4-BE49-F238E27FC236}">
                  <a16:creationId xmlns:a16="http://schemas.microsoft.com/office/drawing/2014/main" id="{F403E121-F33B-4E75-AE4A-64C519193714}"/>
                </a:ext>
              </a:extLst>
            </p:cNvPr>
            <p:cNvSpPr/>
            <p:nvPr/>
          </p:nvSpPr>
          <p:spPr>
            <a:xfrm>
              <a:off x="3527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5" name="타원 12554">
              <a:extLst>
                <a:ext uri="{FF2B5EF4-FFF2-40B4-BE49-F238E27FC236}">
                  <a16:creationId xmlns:a16="http://schemas.microsoft.com/office/drawing/2014/main" id="{E4FFFE75-A7B1-4796-94FD-0C2A6276D4D2}"/>
                </a:ext>
              </a:extLst>
            </p:cNvPr>
            <p:cNvSpPr/>
            <p:nvPr/>
          </p:nvSpPr>
          <p:spPr>
            <a:xfrm>
              <a:off x="36799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6" name="타원 12555">
              <a:extLst>
                <a:ext uri="{FF2B5EF4-FFF2-40B4-BE49-F238E27FC236}">
                  <a16:creationId xmlns:a16="http://schemas.microsoft.com/office/drawing/2014/main" id="{93A63891-5303-4BA7-9C96-C982533A113A}"/>
                </a:ext>
              </a:extLst>
            </p:cNvPr>
            <p:cNvSpPr/>
            <p:nvPr/>
          </p:nvSpPr>
          <p:spPr>
            <a:xfrm>
              <a:off x="38323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7" name="타원 12556">
              <a:extLst>
                <a:ext uri="{FF2B5EF4-FFF2-40B4-BE49-F238E27FC236}">
                  <a16:creationId xmlns:a16="http://schemas.microsoft.com/office/drawing/2014/main" id="{DEBF5F09-764C-44F8-B471-79733484D760}"/>
                </a:ext>
              </a:extLst>
            </p:cNvPr>
            <p:cNvSpPr/>
            <p:nvPr/>
          </p:nvSpPr>
          <p:spPr>
            <a:xfrm>
              <a:off x="39847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8" name="타원 12557">
              <a:extLst>
                <a:ext uri="{FF2B5EF4-FFF2-40B4-BE49-F238E27FC236}">
                  <a16:creationId xmlns:a16="http://schemas.microsoft.com/office/drawing/2014/main" id="{7886AB51-27C8-4FC8-8E21-791A8963288E}"/>
                </a:ext>
              </a:extLst>
            </p:cNvPr>
            <p:cNvSpPr/>
            <p:nvPr/>
          </p:nvSpPr>
          <p:spPr>
            <a:xfrm>
              <a:off x="4137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59" name="타원 12558">
              <a:extLst>
                <a:ext uri="{FF2B5EF4-FFF2-40B4-BE49-F238E27FC236}">
                  <a16:creationId xmlns:a16="http://schemas.microsoft.com/office/drawing/2014/main" id="{0572BCB9-E8DF-4489-BA1B-B40725326936}"/>
                </a:ext>
              </a:extLst>
            </p:cNvPr>
            <p:cNvSpPr/>
            <p:nvPr/>
          </p:nvSpPr>
          <p:spPr>
            <a:xfrm>
              <a:off x="4289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0" name="타원 12559">
              <a:extLst>
                <a:ext uri="{FF2B5EF4-FFF2-40B4-BE49-F238E27FC236}">
                  <a16:creationId xmlns:a16="http://schemas.microsoft.com/office/drawing/2014/main" id="{4998026B-4B3B-481D-A518-0DE80FC22B1A}"/>
                </a:ext>
              </a:extLst>
            </p:cNvPr>
            <p:cNvSpPr/>
            <p:nvPr/>
          </p:nvSpPr>
          <p:spPr>
            <a:xfrm>
              <a:off x="44419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1" name="타원 12560">
              <a:extLst>
                <a:ext uri="{FF2B5EF4-FFF2-40B4-BE49-F238E27FC236}">
                  <a16:creationId xmlns:a16="http://schemas.microsoft.com/office/drawing/2014/main" id="{CD0C8D25-0E65-404C-8093-9DD96A6CA0AC}"/>
                </a:ext>
              </a:extLst>
            </p:cNvPr>
            <p:cNvSpPr/>
            <p:nvPr/>
          </p:nvSpPr>
          <p:spPr>
            <a:xfrm>
              <a:off x="45943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2" name="타원 12561">
              <a:extLst>
                <a:ext uri="{FF2B5EF4-FFF2-40B4-BE49-F238E27FC236}">
                  <a16:creationId xmlns:a16="http://schemas.microsoft.com/office/drawing/2014/main" id="{302417FA-DF37-4BCE-8C73-314AB65C6E88}"/>
                </a:ext>
              </a:extLst>
            </p:cNvPr>
            <p:cNvSpPr/>
            <p:nvPr/>
          </p:nvSpPr>
          <p:spPr>
            <a:xfrm>
              <a:off x="47467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3" name="타원 12562">
              <a:extLst>
                <a:ext uri="{FF2B5EF4-FFF2-40B4-BE49-F238E27FC236}">
                  <a16:creationId xmlns:a16="http://schemas.microsoft.com/office/drawing/2014/main" id="{A84B3CEE-6647-44AD-BE55-384EC2952849}"/>
                </a:ext>
              </a:extLst>
            </p:cNvPr>
            <p:cNvSpPr/>
            <p:nvPr/>
          </p:nvSpPr>
          <p:spPr>
            <a:xfrm>
              <a:off x="4899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4" name="타원 12563">
              <a:extLst>
                <a:ext uri="{FF2B5EF4-FFF2-40B4-BE49-F238E27FC236}">
                  <a16:creationId xmlns:a16="http://schemas.microsoft.com/office/drawing/2014/main" id="{7B4C82E2-50EA-4E63-9ABB-1BA53DA69081}"/>
                </a:ext>
              </a:extLst>
            </p:cNvPr>
            <p:cNvSpPr/>
            <p:nvPr/>
          </p:nvSpPr>
          <p:spPr>
            <a:xfrm>
              <a:off x="5051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5" name="타원 12564">
              <a:extLst>
                <a:ext uri="{FF2B5EF4-FFF2-40B4-BE49-F238E27FC236}">
                  <a16:creationId xmlns:a16="http://schemas.microsoft.com/office/drawing/2014/main" id="{B2C4123E-1941-4A3D-A3E1-8C5E122A739B}"/>
                </a:ext>
              </a:extLst>
            </p:cNvPr>
            <p:cNvSpPr/>
            <p:nvPr/>
          </p:nvSpPr>
          <p:spPr>
            <a:xfrm>
              <a:off x="52039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6" name="타원 12565">
              <a:extLst>
                <a:ext uri="{FF2B5EF4-FFF2-40B4-BE49-F238E27FC236}">
                  <a16:creationId xmlns:a16="http://schemas.microsoft.com/office/drawing/2014/main" id="{7DAE73B0-801B-4DAE-BDD0-A334F6EA2D07}"/>
                </a:ext>
              </a:extLst>
            </p:cNvPr>
            <p:cNvSpPr/>
            <p:nvPr/>
          </p:nvSpPr>
          <p:spPr>
            <a:xfrm>
              <a:off x="53563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7" name="타원 12566">
              <a:extLst>
                <a:ext uri="{FF2B5EF4-FFF2-40B4-BE49-F238E27FC236}">
                  <a16:creationId xmlns:a16="http://schemas.microsoft.com/office/drawing/2014/main" id="{B20CB333-F547-4053-8790-9E61ACC80DAF}"/>
                </a:ext>
              </a:extLst>
            </p:cNvPr>
            <p:cNvSpPr/>
            <p:nvPr/>
          </p:nvSpPr>
          <p:spPr>
            <a:xfrm>
              <a:off x="55087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8" name="타원 12567">
              <a:extLst>
                <a:ext uri="{FF2B5EF4-FFF2-40B4-BE49-F238E27FC236}">
                  <a16:creationId xmlns:a16="http://schemas.microsoft.com/office/drawing/2014/main" id="{77C57974-52E2-488D-AEA3-9E2B71CA372E}"/>
                </a:ext>
              </a:extLst>
            </p:cNvPr>
            <p:cNvSpPr/>
            <p:nvPr/>
          </p:nvSpPr>
          <p:spPr>
            <a:xfrm>
              <a:off x="56611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69" name="타원 12568">
              <a:extLst>
                <a:ext uri="{FF2B5EF4-FFF2-40B4-BE49-F238E27FC236}">
                  <a16:creationId xmlns:a16="http://schemas.microsoft.com/office/drawing/2014/main" id="{BEC85B2E-2804-4439-A59B-FFF2D169FCDE}"/>
                </a:ext>
              </a:extLst>
            </p:cNvPr>
            <p:cNvSpPr/>
            <p:nvPr/>
          </p:nvSpPr>
          <p:spPr>
            <a:xfrm>
              <a:off x="5813576" y="236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0" name="타원 12569">
              <a:extLst>
                <a:ext uri="{FF2B5EF4-FFF2-40B4-BE49-F238E27FC236}">
                  <a16:creationId xmlns:a16="http://schemas.microsoft.com/office/drawing/2014/main" id="{0104B6E0-3538-4B60-A89C-285189D04E84}"/>
                </a:ext>
              </a:extLst>
            </p:cNvPr>
            <p:cNvSpPr/>
            <p:nvPr/>
          </p:nvSpPr>
          <p:spPr>
            <a:xfrm>
              <a:off x="327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1" name="타원 12570">
              <a:extLst>
                <a:ext uri="{FF2B5EF4-FFF2-40B4-BE49-F238E27FC236}">
                  <a16:creationId xmlns:a16="http://schemas.microsoft.com/office/drawing/2014/main" id="{DC8E6E76-7C96-4095-AA67-045B1C5D26D0}"/>
                </a:ext>
              </a:extLst>
            </p:cNvPr>
            <p:cNvSpPr/>
            <p:nvPr/>
          </p:nvSpPr>
          <p:spPr>
            <a:xfrm>
              <a:off x="479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2" name="타원 12571">
              <a:extLst>
                <a:ext uri="{FF2B5EF4-FFF2-40B4-BE49-F238E27FC236}">
                  <a16:creationId xmlns:a16="http://schemas.microsoft.com/office/drawing/2014/main" id="{54290C50-30A3-4CC8-8DBB-8A9FA146C6E7}"/>
                </a:ext>
              </a:extLst>
            </p:cNvPr>
            <p:cNvSpPr/>
            <p:nvPr/>
          </p:nvSpPr>
          <p:spPr>
            <a:xfrm>
              <a:off x="6319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3" name="타원 12572">
              <a:extLst>
                <a:ext uri="{FF2B5EF4-FFF2-40B4-BE49-F238E27FC236}">
                  <a16:creationId xmlns:a16="http://schemas.microsoft.com/office/drawing/2014/main" id="{D8744D7C-25D1-43E1-B3C4-06AF8BF63E9B}"/>
                </a:ext>
              </a:extLst>
            </p:cNvPr>
            <p:cNvSpPr/>
            <p:nvPr/>
          </p:nvSpPr>
          <p:spPr>
            <a:xfrm>
              <a:off x="7843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4" name="타원 12573">
              <a:extLst>
                <a:ext uri="{FF2B5EF4-FFF2-40B4-BE49-F238E27FC236}">
                  <a16:creationId xmlns:a16="http://schemas.microsoft.com/office/drawing/2014/main" id="{08036A57-EAE9-4A74-BCF5-4F14168D7AC5}"/>
                </a:ext>
              </a:extLst>
            </p:cNvPr>
            <p:cNvSpPr/>
            <p:nvPr/>
          </p:nvSpPr>
          <p:spPr>
            <a:xfrm>
              <a:off x="9367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5" name="타원 12574">
              <a:extLst>
                <a:ext uri="{FF2B5EF4-FFF2-40B4-BE49-F238E27FC236}">
                  <a16:creationId xmlns:a16="http://schemas.microsoft.com/office/drawing/2014/main" id="{DE117099-3225-4691-938C-5FFEBC6D1283}"/>
                </a:ext>
              </a:extLst>
            </p:cNvPr>
            <p:cNvSpPr/>
            <p:nvPr/>
          </p:nvSpPr>
          <p:spPr>
            <a:xfrm>
              <a:off x="1089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6" name="타원 12575">
              <a:extLst>
                <a:ext uri="{FF2B5EF4-FFF2-40B4-BE49-F238E27FC236}">
                  <a16:creationId xmlns:a16="http://schemas.microsoft.com/office/drawing/2014/main" id="{3E9178ED-E9B1-4C5E-83BC-515D0122CA03}"/>
                </a:ext>
              </a:extLst>
            </p:cNvPr>
            <p:cNvSpPr/>
            <p:nvPr/>
          </p:nvSpPr>
          <p:spPr>
            <a:xfrm>
              <a:off x="1241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7" name="타원 12576">
              <a:extLst>
                <a:ext uri="{FF2B5EF4-FFF2-40B4-BE49-F238E27FC236}">
                  <a16:creationId xmlns:a16="http://schemas.microsoft.com/office/drawing/2014/main" id="{10DFE08E-9CAF-4893-91E5-C80BA16FC553}"/>
                </a:ext>
              </a:extLst>
            </p:cNvPr>
            <p:cNvSpPr/>
            <p:nvPr/>
          </p:nvSpPr>
          <p:spPr>
            <a:xfrm>
              <a:off x="13939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8" name="타원 12577">
              <a:extLst>
                <a:ext uri="{FF2B5EF4-FFF2-40B4-BE49-F238E27FC236}">
                  <a16:creationId xmlns:a16="http://schemas.microsoft.com/office/drawing/2014/main" id="{999EED3D-9EFE-4B3E-A8A8-8F271B380740}"/>
                </a:ext>
              </a:extLst>
            </p:cNvPr>
            <p:cNvSpPr/>
            <p:nvPr/>
          </p:nvSpPr>
          <p:spPr>
            <a:xfrm>
              <a:off x="15463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79" name="타원 12578">
              <a:extLst>
                <a:ext uri="{FF2B5EF4-FFF2-40B4-BE49-F238E27FC236}">
                  <a16:creationId xmlns:a16="http://schemas.microsoft.com/office/drawing/2014/main" id="{7B75630A-1A3B-4C24-AB8A-B227E820D902}"/>
                </a:ext>
              </a:extLst>
            </p:cNvPr>
            <p:cNvSpPr/>
            <p:nvPr/>
          </p:nvSpPr>
          <p:spPr>
            <a:xfrm>
              <a:off x="16987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0" name="타원 12579">
              <a:extLst>
                <a:ext uri="{FF2B5EF4-FFF2-40B4-BE49-F238E27FC236}">
                  <a16:creationId xmlns:a16="http://schemas.microsoft.com/office/drawing/2014/main" id="{A02A6A26-AD78-4E11-8D2D-3EDE054F08A5}"/>
                </a:ext>
              </a:extLst>
            </p:cNvPr>
            <p:cNvSpPr/>
            <p:nvPr/>
          </p:nvSpPr>
          <p:spPr>
            <a:xfrm>
              <a:off x="1851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1" name="타원 12580">
              <a:extLst>
                <a:ext uri="{FF2B5EF4-FFF2-40B4-BE49-F238E27FC236}">
                  <a16:creationId xmlns:a16="http://schemas.microsoft.com/office/drawing/2014/main" id="{C55B7410-7487-40E7-90FA-2EA7B769D9B1}"/>
                </a:ext>
              </a:extLst>
            </p:cNvPr>
            <p:cNvSpPr/>
            <p:nvPr/>
          </p:nvSpPr>
          <p:spPr>
            <a:xfrm>
              <a:off x="2003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2" name="타원 12581">
              <a:extLst>
                <a:ext uri="{FF2B5EF4-FFF2-40B4-BE49-F238E27FC236}">
                  <a16:creationId xmlns:a16="http://schemas.microsoft.com/office/drawing/2014/main" id="{5A89D964-FEC6-48F9-9BEF-78EE6D09C810}"/>
                </a:ext>
              </a:extLst>
            </p:cNvPr>
            <p:cNvSpPr/>
            <p:nvPr/>
          </p:nvSpPr>
          <p:spPr>
            <a:xfrm>
              <a:off x="21559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3" name="타원 12582">
              <a:extLst>
                <a:ext uri="{FF2B5EF4-FFF2-40B4-BE49-F238E27FC236}">
                  <a16:creationId xmlns:a16="http://schemas.microsoft.com/office/drawing/2014/main" id="{D7D77261-2F48-4526-A8EA-ACA8EC83C25A}"/>
                </a:ext>
              </a:extLst>
            </p:cNvPr>
            <p:cNvSpPr/>
            <p:nvPr/>
          </p:nvSpPr>
          <p:spPr>
            <a:xfrm>
              <a:off x="23083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4" name="타원 12583">
              <a:extLst>
                <a:ext uri="{FF2B5EF4-FFF2-40B4-BE49-F238E27FC236}">
                  <a16:creationId xmlns:a16="http://schemas.microsoft.com/office/drawing/2014/main" id="{DABBD731-8068-410E-9CAF-DF36ECA5C2D8}"/>
                </a:ext>
              </a:extLst>
            </p:cNvPr>
            <p:cNvSpPr/>
            <p:nvPr/>
          </p:nvSpPr>
          <p:spPr>
            <a:xfrm>
              <a:off x="24607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5" name="타원 12584">
              <a:extLst>
                <a:ext uri="{FF2B5EF4-FFF2-40B4-BE49-F238E27FC236}">
                  <a16:creationId xmlns:a16="http://schemas.microsoft.com/office/drawing/2014/main" id="{1F828F67-2DC9-43B7-B313-C8031BC011C2}"/>
                </a:ext>
              </a:extLst>
            </p:cNvPr>
            <p:cNvSpPr/>
            <p:nvPr/>
          </p:nvSpPr>
          <p:spPr>
            <a:xfrm>
              <a:off x="2613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6" name="타원 12585">
              <a:extLst>
                <a:ext uri="{FF2B5EF4-FFF2-40B4-BE49-F238E27FC236}">
                  <a16:creationId xmlns:a16="http://schemas.microsoft.com/office/drawing/2014/main" id="{6A066888-BE51-470D-8327-C11B12DF22B2}"/>
                </a:ext>
              </a:extLst>
            </p:cNvPr>
            <p:cNvSpPr/>
            <p:nvPr/>
          </p:nvSpPr>
          <p:spPr>
            <a:xfrm>
              <a:off x="2765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7" name="타원 12586">
              <a:extLst>
                <a:ext uri="{FF2B5EF4-FFF2-40B4-BE49-F238E27FC236}">
                  <a16:creationId xmlns:a16="http://schemas.microsoft.com/office/drawing/2014/main" id="{B685520B-6F34-4DB7-810D-3F852764E215}"/>
                </a:ext>
              </a:extLst>
            </p:cNvPr>
            <p:cNvSpPr/>
            <p:nvPr/>
          </p:nvSpPr>
          <p:spPr>
            <a:xfrm>
              <a:off x="29179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8" name="타원 12587">
              <a:extLst>
                <a:ext uri="{FF2B5EF4-FFF2-40B4-BE49-F238E27FC236}">
                  <a16:creationId xmlns:a16="http://schemas.microsoft.com/office/drawing/2014/main" id="{9A5008A1-6453-427E-B658-8D6690ED1B26}"/>
                </a:ext>
              </a:extLst>
            </p:cNvPr>
            <p:cNvSpPr/>
            <p:nvPr/>
          </p:nvSpPr>
          <p:spPr>
            <a:xfrm>
              <a:off x="30703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89" name="타원 12588">
              <a:extLst>
                <a:ext uri="{FF2B5EF4-FFF2-40B4-BE49-F238E27FC236}">
                  <a16:creationId xmlns:a16="http://schemas.microsoft.com/office/drawing/2014/main" id="{1D291DE0-9006-4697-A249-7F56725D4B94}"/>
                </a:ext>
              </a:extLst>
            </p:cNvPr>
            <p:cNvSpPr/>
            <p:nvPr/>
          </p:nvSpPr>
          <p:spPr>
            <a:xfrm>
              <a:off x="32227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0" name="타원 12589">
              <a:extLst>
                <a:ext uri="{FF2B5EF4-FFF2-40B4-BE49-F238E27FC236}">
                  <a16:creationId xmlns:a16="http://schemas.microsoft.com/office/drawing/2014/main" id="{DD3D1465-9621-4108-B797-C236DDA54347}"/>
                </a:ext>
              </a:extLst>
            </p:cNvPr>
            <p:cNvSpPr/>
            <p:nvPr/>
          </p:nvSpPr>
          <p:spPr>
            <a:xfrm>
              <a:off x="3375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1" name="타원 12590">
              <a:extLst>
                <a:ext uri="{FF2B5EF4-FFF2-40B4-BE49-F238E27FC236}">
                  <a16:creationId xmlns:a16="http://schemas.microsoft.com/office/drawing/2014/main" id="{71A2944B-BF16-4BBE-9181-6A56FBB584CD}"/>
                </a:ext>
              </a:extLst>
            </p:cNvPr>
            <p:cNvSpPr/>
            <p:nvPr/>
          </p:nvSpPr>
          <p:spPr>
            <a:xfrm>
              <a:off x="3527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2" name="타원 12591">
              <a:extLst>
                <a:ext uri="{FF2B5EF4-FFF2-40B4-BE49-F238E27FC236}">
                  <a16:creationId xmlns:a16="http://schemas.microsoft.com/office/drawing/2014/main" id="{DA829108-4259-4E58-8B5B-42092A495A82}"/>
                </a:ext>
              </a:extLst>
            </p:cNvPr>
            <p:cNvSpPr/>
            <p:nvPr/>
          </p:nvSpPr>
          <p:spPr>
            <a:xfrm>
              <a:off x="36799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3" name="타원 12592">
              <a:extLst>
                <a:ext uri="{FF2B5EF4-FFF2-40B4-BE49-F238E27FC236}">
                  <a16:creationId xmlns:a16="http://schemas.microsoft.com/office/drawing/2014/main" id="{9E3086E3-15D9-4067-9DE9-88034722D896}"/>
                </a:ext>
              </a:extLst>
            </p:cNvPr>
            <p:cNvSpPr/>
            <p:nvPr/>
          </p:nvSpPr>
          <p:spPr>
            <a:xfrm>
              <a:off x="38323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4" name="타원 12593">
              <a:extLst>
                <a:ext uri="{FF2B5EF4-FFF2-40B4-BE49-F238E27FC236}">
                  <a16:creationId xmlns:a16="http://schemas.microsoft.com/office/drawing/2014/main" id="{B6E7257B-558F-44E0-B393-FDC0567D7C42}"/>
                </a:ext>
              </a:extLst>
            </p:cNvPr>
            <p:cNvSpPr/>
            <p:nvPr/>
          </p:nvSpPr>
          <p:spPr>
            <a:xfrm>
              <a:off x="39847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5" name="타원 12594">
              <a:extLst>
                <a:ext uri="{FF2B5EF4-FFF2-40B4-BE49-F238E27FC236}">
                  <a16:creationId xmlns:a16="http://schemas.microsoft.com/office/drawing/2014/main" id="{4C748406-6CD8-4636-8E4F-4FF54EA62C38}"/>
                </a:ext>
              </a:extLst>
            </p:cNvPr>
            <p:cNvSpPr/>
            <p:nvPr/>
          </p:nvSpPr>
          <p:spPr>
            <a:xfrm>
              <a:off x="4137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6" name="타원 12595">
              <a:extLst>
                <a:ext uri="{FF2B5EF4-FFF2-40B4-BE49-F238E27FC236}">
                  <a16:creationId xmlns:a16="http://schemas.microsoft.com/office/drawing/2014/main" id="{55D82213-31AB-4A9B-82F7-643E27096C20}"/>
                </a:ext>
              </a:extLst>
            </p:cNvPr>
            <p:cNvSpPr/>
            <p:nvPr/>
          </p:nvSpPr>
          <p:spPr>
            <a:xfrm>
              <a:off x="4289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7" name="타원 12596">
              <a:extLst>
                <a:ext uri="{FF2B5EF4-FFF2-40B4-BE49-F238E27FC236}">
                  <a16:creationId xmlns:a16="http://schemas.microsoft.com/office/drawing/2014/main" id="{77683BF2-EB6A-4F60-942F-4F5BA91AB722}"/>
                </a:ext>
              </a:extLst>
            </p:cNvPr>
            <p:cNvSpPr/>
            <p:nvPr/>
          </p:nvSpPr>
          <p:spPr>
            <a:xfrm>
              <a:off x="44419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8" name="타원 12597">
              <a:extLst>
                <a:ext uri="{FF2B5EF4-FFF2-40B4-BE49-F238E27FC236}">
                  <a16:creationId xmlns:a16="http://schemas.microsoft.com/office/drawing/2014/main" id="{7FE23BC3-B8BD-45A9-BBD8-B896033EC362}"/>
                </a:ext>
              </a:extLst>
            </p:cNvPr>
            <p:cNvSpPr/>
            <p:nvPr/>
          </p:nvSpPr>
          <p:spPr>
            <a:xfrm>
              <a:off x="45943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99" name="타원 12598">
              <a:extLst>
                <a:ext uri="{FF2B5EF4-FFF2-40B4-BE49-F238E27FC236}">
                  <a16:creationId xmlns:a16="http://schemas.microsoft.com/office/drawing/2014/main" id="{3EBE607B-FF45-4D7E-9568-326AC4E86C5C}"/>
                </a:ext>
              </a:extLst>
            </p:cNvPr>
            <p:cNvSpPr/>
            <p:nvPr/>
          </p:nvSpPr>
          <p:spPr>
            <a:xfrm>
              <a:off x="47467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0" name="타원 12599">
              <a:extLst>
                <a:ext uri="{FF2B5EF4-FFF2-40B4-BE49-F238E27FC236}">
                  <a16:creationId xmlns:a16="http://schemas.microsoft.com/office/drawing/2014/main" id="{2B6C6896-331F-4AF4-BBCB-FF66EA791E41}"/>
                </a:ext>
              </a:extLst>
            </p:cNvPr>
            <p:cNvSpPr/>
            <p:nvPr/>
          </p:nvSpPr>
          <p:spPr>
            <a:xfrm>
              <a:off x="4899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1" name="타원 12600">
              <a:extLst>
                <a:ext uri="{FF2B5EF4-FFF2-40B4-BE49-F238E27FC236}">
                  <a16:creationId xmlns:a16="http://schemas.microsoft.com/office/drawing/2014/main" id="{BDA7CBD4-5C2E-406F-8D03-8A3C53E1C66D}"/>
                </a:ext>
              </a:extLst>
            </p:cNvPr>
            <p:cNvSpPr/>
            <p:nvPr/>
          </p:nvSpPr>
          <p:spPr>
            <a:xfrm>
              <a:off x="5051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2" name="타원 12601">
              <a:extLst>
                <a:ext uri="{FF2B5EF4-FFF2-40B4-BE49-F238E27FC236}">
                  <a16:creationId xmlns:a16="http://schemas.microsoft.com/office/drawing/2014/main" id="{3E7BC28F-24E9-4EA4-8747-B63102877B9A}"/>
                </a:ext>
              </a:extLst>
            </p:cNvPr>
            <p:cNvSpPr/>
            <p:nvPr/>
          </p:nvSpPr>
          <p:spPr>
            <a:xfrm>
              <a:off x="52039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3" name="타원 12602">
              <a:extLst>
                <a:ext uri="{FF2B5EF4-FFF2-40B4-BE49-F238E27FC236}">
                  <a16:creationId xmlns:a16="http://schemas.microsoft.com/office/drawing/2014/main" id="{5814B27D-5BB5-4D60-BF55-A8774CFF8F6D}"/>
                </a:ext>
              </a:extLst>
            </p:cNvPr>
            <p:cNvSpPr/>
            <p:nvPr/>
          </p:nvSpPr>
          <p:spPr>
            <a:xfrm>
              <a:off x="53563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4" name="타원 12603">
              <a:extLst>
                <a:ext uri="{FF2B5EF4-FFF2-40B4-BE49-F238E27FC236}">
                  <a16:creationId xmlns:a16="http://schemas.microsoft.com/office/drawing/2014/main" id="{ACFF375B-82C6-48C8-8E67-5AE4983B96F7}"/>
                </a:ext>
              </a:extLst>
            </p:cNvPr>
            <p:cNvSpPr/>
            <p:nvPr/>
          </p:nvSpPr>
          <p:spPr>
            <a:xfrm>
              <a:off x="55087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5" name="타원 12604">
              <a:extLst>
                <a:ext uri="{FF2B5EF4-FFF2-40B4-BE49-F238E27FC236}">
                  <a16:creationId xmlns:a16="http://schemas.microsoft.com/office/drawing/2014/main" id="{F45FA61B-04BB-44D3-BF43-98D38A05A014}"/>
                </a:ext>
              </a:extLst>
            </p:cNvPr>
            <p:cNvSpPr/>
            <p:nvPr/>
          </p:nvSpPr>
          <p:spPr>
            <a:xfrm>
              <a:off x="56611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6" name="타원 12605">
              <a:extLst>
                <a:ext uri="{FF2B5EF4-FFF2-40B4-BE49-F238E27FC236}">
                  <a16:creationId xmlns:a16="http://schemas.microsoft.com/office/drawing/2014/main" id="{9044E3B3-DA4E-4CD5-82FE-6AD15A82302A}"/>
                </a:ext>
              </a:extLst>
            </p:cNvPr>
            <p:cNvSpPr/>
            <p:nvPr/>
          </p:nvSpPr>
          <p:spPr>
            <a:xfrm>
              <a:off x="5813576" y="251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7" name="타원 12606">
              <a:extLst>
                <a:ext uri="{FF2B5EF4-FFF2-40B4-BE49-F238E27FC236}">
                  <a16:creationId xmlns:a16="http://schemas.microsoft.com/office/drawing/2014/main" id="{D9B50CCC-BFE8-43B2-96B4-FC85425311B0}"/>
                </a:ext>
              </a:extLst>
            </p:cNvPr>
            <p:cNvSpPr/>
            <p:nvPr/>
          </p:nvSpPr>
          <p:spPr>
            <a:xfrm>
              <a:off x="327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8" name="타원 12607">
              <a:extLst>
                <a:ext uri="{FF2B5EF4-FFF2-40B4-BE49-F238E27FC236}">
                  <a16:creationId xmlns:a16="http://schemas.microsoft.com/office/drawing/2014/main" id="{75DBA318-9E15-4132-AAD7-1808B8664A2D}"/>
                </a:ext>
              </a:extLst>
            </p:cNvPr>
            <p:cNvSpPr/>
            <p:nvPr/>
          </p:nvSpPr>
          <p:spPr>
            <a:xfrm>
              <a:off x="479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09" name="타원 12608">
              <a:extLst>
                <a:ext uri="{FF2B5EF4-FFF2-40B4-BE49-F238E27FC236}">
                  <a16:creationId xmlns:a16="http://schemas.microsoft.com/office/drawing/2014/main" id="{6011C781-5ECF-40C4-82AC-F045C54EDC68}"/>
                </a:ext>
              </a:extLst>
            </p:cNvPr>
            <p:cNvSpPr/>
            <p:nvPr/>
          </p:nvSpPr>
          <p:spPr>
            <a:xfrm>
              <a:off x="6319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0" name="타원 12609">
              <a:extLst>
                <a:ext uri="{FF2B5EF4-FFF2-40B4-BE49-F238E27FC236}">
                  <a16:creationId xmlns:a16="http://schemas.microsoft.com/office/drawing/2014/main" id="{7299874E-1ADA-4DC2-977C-45AB95F9308F}"/>
                </a:ext>
              </a:extLst>
            </p:cNvPr>
            <p:cNvSpPr/>
            <p:nvPr/>
          </p:nvSpPr>
          <p:spPr>
            <a:xfrm>
              <a:off x="7843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1" name="타원 12610">
              <a:extLst>
                <a:ext uri="{FF2B5EF4-FFF2-40B4-BE49-F238E27FC236}">
                  <a16:creationId xmlns:a16="http://schemas.microsoft.com/office/drawing/2014/main" id="{E5FCA781-D8AC-4278-97D5-DA6A6F131A62}"/>
                </a:ext>
              </a:extLst>
            </p:cNvPr>
            <p:cNvSpPr/>
            <p:nvPr/>
          </p:nvSpPr>
          <p:spPr>
            <a:xfrm>
              <a:off x="9367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2" name="타원 12611">
              <a:extLst>
                <a:ext uri="{FF2B5EF4-FFF2-40B4-BE49-F238E27FC236}">
                  <a16:creationId xmlns:a16="http://schemas.microsoft.com/office/drawing/2014/main" id="{EC88D694-CB91-46B5-8125-C91818679DC9}"/>
                </a:ext>
              </a:extLst>
            </p:cNvPr>
            <p:cNvSpPr/>
            <p:nvPr/>
          </p:nvSpPr>
          <p:spPr>
            <a:xfrm>
              <a:off x="1089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3" name="타원 12612">
              <a:extLst>
                <a:ext uri="{FF2B5EF4-FFF2-40B4-BE49-F238E27FC236}">
                  <a16:creationId xmlns:a16="http://schemas.microsoft.com/office/drawing/2014/main" id="{7DAE36F7-3587-469E-8A7E-FD284B44CA3C}"/>
                </a:ext>
              </a:extLst>
            </p:cNvPr>
            <p:cNvSpPr/>
            <p:nvPr/>
          </p:nvSpPr>
          <p:spPr>
            <a:xfrm>
              <a:off x="1241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4" name="타원 12613">
              <a:extLst>
                <a:ext uri="{FF2B5EF4-FFF2-40B4-BE49-F238E27FC236}">
                  <a16:creationId xmlns:a16="http://schemas.microsoft.com/office/drawing/2014/main" id="{D41EFC24-7A8C-4374-AB8D-4AC37712E020}"/>
                </a:ext>
              </a:extLst>
            </p:cNvPr>
            <p:cNvSpPr/>
            <p:nvPr/>
          </p:nvSpPr>
          <p:spPr>
            <a:xfrm>
              <a:off x="13939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5" name="타원 12614">
              <a:extLst>
                <a:ext uri="{FF2B5EF4-FFF2-40B4-BE49-F238E27FC236}">
                  <a16:creationId xmlns:a16="http://schemas.microsoft.com/office/drawing/2014/main" id="{C8B8D74B-25EF-4E05-824F-398928479807}"/>
                </a:ext>
              </a:extLst>
            </p:cNvPr>
            <p:cNvSpPr/>
            <p:nvPr/>
          </p:nvSpPr>
          <p:spPr>
            <a:xfrm>
              <a:off x="15463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6" name="타원 12615">
              <a:extLst>
                <a:ext uri="{FF2B5EF4-FFF2-40B4-BE49-F238E27FC236}">
                  <a16:creationId xmlns:a16="http://schemas.microsoft.com/office/drawing/2014/main" id="{E1D1ACF1-CD87-4EAE-89AC-2033BDFF97FD}"/>
                </a:ext>
              </a:extLst>
            </p:cNvPr>
            <p:cNvSpPr/>
            <p:nvPr/>
          </p:nvSpPr>
          <p:spPr>
            <a:xfrm>
              <a:off x="16987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7" name="타원 12616">
              <a:extLst>
                <a:ext uri="{FF2B5EF4-FFF2-40B4-BE49-F238E27FC236}">
                  <a16:creationId xmlns:a16="http://schemas.microsoft.com/office/drawing/2014/main" id="{D1363D4F-F884-49F2-8CB4-C7F09EFD1006}"/>
                </a:ext>
              </a:extLst>
            </p:cNvPr>
            <p:cNvSpPr/>
            <p:nvPr/>
          </p:nvSpPr>
          <p:spPr>
            <a:xfrm>
              <a:off x="1851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8" name="타원 12617">
              <a:extLst>
                <a:ext uri="{FF2B5EF4-FFF2-40B4-BE49-F238E27FC236}">
                  <a16:creationId xmlns:a16="http://schemas.microsoft.com/office/drawing/2014/main" id="{84304A24-5081-49B4-AB46-EE3F31ED2688}"/>
                </a:ext>
              </a:extLst>
            </p:cNvPr>
            <p:cNvSpPr/>
            <p:nvPr/>
          </p:nvSpPr>
          <p:spPr>
            <a:xfrm>
              <a:off x="2003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19" name="타원 12618">
              <a:extLst>
                <a:ext uri="{FF2B5EF4-FFF2-40B4-BE49-F238E27FC236}">
                  <a16:creationId xmlns:a16="http://schemas.microsoft.com/office/drawing/2014/main" id="{15419B86-5CD6-43A4-A216-2FEBE2BE9618}"/>
                </a:ext>
              </a:extLst>
            </p:cNvPr>
            <p:cNvSpPr/>
            <p:nvPr/>
          </p:nvSpPr>
          <p:spPr>
            <a:xfrm>
              <a:off x="21559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0" name="타원 12619">
              <a:extLst>
                <a:ext uri="{FF2B5EF4-FFF2-40B4-BE49-F238E27FC236}">
                  <a16:creationId xmlns:a16="http://schemas.microsoft.com/office/drawing/2014/main" id="{59EF01D5-87BF-4FD5-BB1E-B194775DB2AC}"/>
                </a:ext>
              </a:extLst>
            </p:cNvPr>
            <p:cNvSpPr/>
            <p:nvPr/>
          </p:nvSpPr>
          <p:spPr>
            <a:xfrm>
              <a:off x="23083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1" name="타원 12620">
              <a:extLst>
                <a:ext uri="{FF2B5EF4-FFF2-40B4-BE49-F238E27FC236}">
                  <a16:creationId xmlns:a16="http://schemas.microsoft.com/office/drawing/2014/main" id="{530D4EC3-7057-4720-B4EC-2FDD193E2450}"/>
                </a:ext>
              </a:extLst>
            </p:cNvPr>
            <p:cNvSpPr/>
            <p:nvPr/>
          </p:nvSpPr>
          <p:spPr>
            <a:xfrm>
              <a:off x="24607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2" name="타원 12621">
              <a:extLst>
                <a:ext uri="{FF2B5EF4-FFF2-40B4-BE49-F238E27FC236}">
                  <a16:creationId xmlns:a16="http://schemas.microsoft.com/office/drawing/2014/main" id="{555F156E-9257-4988-BA24-D72F92E01860}"/>
                </a:ext>
              </a:extLst>
            </p:cNvPr>
            <p:cNvSpPr/>
            <p:nvPr/>
          </p:nvSpPr>
          <p:spPr>
            <a:xfrm>
              <a:off x="2613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3" name="타원 12622">
              <a:extLst>
                <a:ext uri="{FF2B5EF4-FFF2-40B4-BE49-F238E27FC236}">
                  <a16:creationId xmlns:a16="http://schemas.microsoft.com/office/drawing/2014/main" id="{858F01F6-970A-45E0-9753-A0D7624B68B9}"/>
                </a:ext>
              </a:extLst>
            </p:cNvPr>
            <p:cNvSpPr/>
            <p:nvPr/>
          </p:nvSpPr>
          <p:spPr>
            <a:xfrm>
              <a:off x="2765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4" name="타원 12623">
              <a:extLst>
                <a:ext uri="{FF2B5EF4-FFF2-40B4-BE49-F238E27FC236}">
                  <a16:creationId xmlns:a16="http://schemas.microsoft.com/office/drawing/2014/main" id="{87251A33-E426-47A5-9594-1767FC59DADD}"/>
                </a:ext>
              </a:extLst>
            </p:cNvPr>
            <p:cNvSpPr/>
            <p:nvPr/>
          </p:nvSpPr>
          <p:spPr>
            <a:xfrm>
              <a:off x="29179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5" name="타원 12624">
              <a:extLst>
                <a:ext uri="{FF2B5EF4-FFF2-40B4-BE49-F238E27FC236}">
                  <a16:creationId xmlns:a16="http://schemas.microsoft.com/office/drawing/2014/main" id="{5792291C-83CD-4585-B96A-530961266E6B}"/>
                </a:ext>
              </a:extLst>
            </p:cNvPr>
            <p:cNvSpPr/>
            <p:nvPr/>
          </p:nvSpPr>
          <p:spPr>
            <a:xfrm>
              <a:off x="30703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6" name="타원 12625">
              <a:extLst>
                <a:ext uri="{FF2B5EF4-FFF2-40B4-BE49-F238E27FC236}">
                  <a16:creationId xmlns:a16="http://schemas.microsoft.com/office/drawing/2014/main" id="{70CC5C93-4823-483F-87F9-0A401DDB3273}"/>
                </a:ext>
              </a:extLst>
            </p:cNvPr>
            <p:cNvSpPr/>
            <p:nvPr/>
          </p:nvSpPr>
          <p:spPr>
            <a:xfrm>
              <a:off x="32227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7" name="타원 12626">
              <a:extLst>
                <a:ext uri="{FF2B5EF4-FFF2-40B4-BE49-F238E27FC236}">
                  <a16:creationId xmlns:a16="http://schemas.microsoft.com/office/drawing/2014/main" id="{F3950FBF-B81B-474C-8B97-F6DA03B4CD22}"/>
                </a:ext>
              </a:extLst>
            </p:cNvPr>
            <p:cNvSpPr/>
            <p:nvPr/>
          </p:nvSpPr>
          <p:spPr>
            <a:xfrm>
              <a:off x="3375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8" name="타원 12627">
              <a:extLst>
                <a:ext uri="{FF2B5EF4-FFF2-40B4-BE49-F238E27FC236}">
                  <a16:creationId xmlns:a16="http://schemas.microsoft.com/office/drawing/2014/main" id="{E4F36306-4A26-427D-94FE-DED2D2B03E08}"/>
                </a:ext>
              </a:extLst>
            </p:cNvPr>
            <p:cNvSpPr/>
            <p:nvPr/>
          </p:nvSpPr>
          <p:spPr>
            <a:xfrm>
              <a:off x="3527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9" name="타원 12628">
              <a:extLst>
                <a:ext uri="{FF2B5EF4-FFF2-40B4-BE49-F238E27FC236}">
                  <a16:creationId xmlns:a16="http://schemas.microsoft.com/office/drawing/2014/main" id="{8DA0A447-9344-4F8E-8E98-B013D19A274F}"/>
                </a:ext>
              </a:extLst>
            </p:cNvPr>
            <p:cNvSpPr/>
            <p:nvPr/>
          </p:nvSpPr>
          <p:spPr>
            <a:xfrm>
              <a:off x="36799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0" name="타원 12629">
              <a:extLst>
                <a:ext uri="{FF2B5EF4-FFF2-40B4-BE49-F238E27FC236}">
                  <a16:creationId xmlns:a16="http://schemas.microsoft.com/office/drawing/2014/main" id="{EFB59155-BABD-4FFB-BAA1-9FFE88249585}"/>
                </a:ext>
              </a:extLst>
            </p:cNvPr>
            <p:cNvSpPr/>
            <p:nvPr/>
          </p:nvSpPr>
          <p:spPr>
            <a:xfrm>
              <a:off x="38323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1" name="타원 12630">
              <a:extLst>
                <a:ext uri="{FF2B5EF4-FFF2-40B4-BE49-F238E27FC236}">
                  <a16:creationId xmlns:a16="http://schemas.microsoft.com/office/drawing/2014/main" id="{657C21C7-35AA-4229-9DC1-E8816862BAB8}"/>
                </a:ext>
              </a:extLst>
            </p:cNvPr>
            <p:cNvSpPr/>
            <p:nvPr/>
          </p:nvSpPr>
          <p:spPr>
            <a:xfrm>
              <a:off x="39847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2" name="타원 12631">
              <a:extLst>
                <a:ext uri="{FF2B5EF4-FFF2-40B4-BE49-F238E27FC236}">
                  <a16:creationId xmlns:a16="http://schemas.microsoft.com/office/drawing/2014/main" id="{8E9C36B8-B4CA-4C21-BB22-92FCC027B00D}"/>
                </a:ext>
              </a:extLst>
            </p:cNvPr>
            <p:cNvSpPr/>
            <p:nvPr/>
          </p:nvSpPr>
          <p:spPr>
            <a:xfrm>
              <a:off x="4137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3" name="타원 12632">
              <a:extLst>
                <a:ext uri="{FF2B5EF4-FFF2-40B4-BE49-F238E27FC236}">
                  <a16:creationId xmlns:a16="http://schemas.microsoft.com/office/drawing/2014/main" id="{0A09EA21-6C05-4996-90B6-61ABB1BDB773}"/>
                </a:ext>
              </a:extLst>
            </p:cNvPr>
            <p:cNvSpPr/>
            <p:nvPr/>
          </p:nvSpPr>
          <p:spPr>
            <a:xfrm>
              <a:off x="4289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4" name="타원 12633">
              <a:extLst>
                <a:ext uri="{FF2B5EF4-FFF2-40B4-BE49-F238E27FC236}">
                  <a16:creationId xmlns:a16="http://schemas.microsoft.com/office/drawing/2014/main" id="{8F2FFE7A-D1C1-491B-8F66-DCDD24BCBBF4}"/>
                </a:ext>
              </a:extLst>
            </p:cNvPr>
            <p:cNvSpPr/>
            <p:nvPr/>
          </p:nvSpPr>
          <p:spPr>
            <a:xfrm>
              <a:off x="44419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5" name="타원 12634">
              <a:extLst>
                <a:ext uri="{FF2B5EF4-FFF2-40B4-BE49-F238E27FC236}">
                  <a16:creationId xmlns:a16="http://schemas.microsoft.com/office/drawing/2014/main" id="{FC44A2A1-F2E7-4559-B9C6-A5C447FE3987}"/>
                </a:ext>
              </a:extLst>
            </p:cNvPr>
            <p:cNvSpPr/>
            <p:nvPr/>
          </p:nvSpPr>
          <p:spPr>
            <a:xfrm>
              <a:off x="45943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6" name="타원 12635">
              <a:extLst>
                <a:ext uri="{FF2B5EF4-FFF2-40B4-BE49-F238E27FC236}">
                  <a16:creationId xmlns:a16="http://schemas.microsoft.com/office/drawing/2014/main" id="{E38AC901-4200-48DA-AD12-CA78AEA94C90}"/>
                </a:ext>
              </a:extLst>
            </p:cNvPr>
            <p:cNvSpPr/>
            <p:nvPr/>
          </p:nvSpPr>
          <p:spPr>
            <a:xfrm>
              <a:off x="47467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7" name="타원 12636">
              <a:extLst>
                <a:ext uri="{FF2B5EF4-FFF2-40B4-BE49-F238E27FC236}">
                  <a16:creationId xmlns:a16="http://schemas.microsoft.com/office/drawing/2014/main" id="{177E72A7-DB53-4AE6-B9D5-3470BFBD809F}"/>
                </a:ext>
              </a:extLst>
            </p:cNvPr>
            <p:cNvSpPr/>
            <p:nvPr/>
          </p:nvSpPr>
          <p:spPr>
            <a:xfrm>
              <a:off x="4899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8" name="타원 12637">
              <a:extLst>
                <a:ext uri="{FF2B5EF4-FFF2-40B4-BE49-F238E27FC236}">
                  <a16:creationId xmlns:a16="http://schemas.microsoft.com/office/drawing/2014/main" id="{200A85B3-7FA1-47DE-9758-25AA1A697C76}"/>
                </a:ext>
              </a:extLst>
            </p:cNvPr>
            <p:cNvSpPr/>
            <p:nvPr/>
          </p:nvSpPr>
          <p:spPr>
            <a:xfrm>
              <a:off x="5051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39" name="타원 12638">
              <a:extLst>
                <a:ext uri="{FF2B5EF4-FFF2-40B4-BE49-F238E27FC236}">
                  <a16:creationId xmlns:a16="http://schemas.microsoft.com/office/drawing/2014/main" id="{10C5B25D-9A7C-4D43-92FF-F5E039EECFC9}"/>
                </a:ext>
              </a:extLst>
            </p:cNvPr>
            <p:cNvSpPr/>
            <p:nvPr/>
          </p:nvSpPr>
          <p:spPr>
            <a:xfrm>
              <a:off x="52039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0" name="타원 12639">
              <a:extLst>
                <a:ext uri="{FF2B5EF4-FFF2-40B4-BE49-F238E27FC236}">
                  <a16:creationId xmlns:a16="http://schemas.microsoft.com/office/drawing/2014/main" id="{3B174ABA-2190-4CD1-9B09-E900F50B5FBE}"/>
                </a:ext>
              </a:extLst>
            </p:cNvPr>
            <p:cNvSpPr/>
            <p:nvPr/>
          </p:nvSpPr>
          <p:spPr>
            <a:xfrm>
              <a:off x="53563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1" name="타원 12640">
              <a:extLst>
                <a:ext uri="{FF2B5EF4-FFF2-40B4-BE49-F238E27FC236}">
                  <a16:creationId xmlns:a16="http://schemas.microsoft.com/office/drawing/2014/main" id="{658360FC-0BCA-43E4-BC81-A5E7687B4684}"/>
                </a:ext>
              </a:extLst>
            </p:cNvPr>
            <p:cNvSpPr/>
            <p:nvPr/>
          </p:nvSpPr>
          <p:spPr>
            <a:xfrm>
              <a:off x="55087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2" name="타원 12641">
              <a:extLst>
                <a:ext uri="{FF2B5EF4-FFF2-40B4-BE49-F238E27FC236}">
                  <a16:creationId xmlns:a16="http://schemas.microsoft.com/office/drawing/2014/main" id="{37D3C3FC-93A5-439B-88FB-1E3128A7FE7B}"/>
                </a:ext>
              </a:extLst>
            </p:cNvPr>
            <p:cNvSpPr/>
            <p:nvPr/>
          </p:nvSpPr>
          <p:spPr>
            <a:xfrm>
              <a:off x="56611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3" name="타원 12642">
              <a:extLst>
                <a:ext uri="{FF2B5EF4-FFF2-40B4-BE49-F238E27FC236}">
                  <a16:creationId xmlns:a16="http://schemas.microsoft.com/office/drawing/2014/main" id="{39961353-8841-4F8D-A913-A3747B859496}"/>
                </a:ext>
              </a:extLst>
            </p:cNvPr>
            <p:cNvSpPr/>
            <p:nvPr/>
          </p:nvSpPr>
          <p:spPr>
            <a:xfrm>
              <a:off x="5813576" y="266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4" name="타원 12643">
              <a:extLst>
                <a:ext uri="{FF2B5EF4-FFF2-40B4-BE49-F238E27FC236}">
                  <a16:creationId xmlns:a16="http://schemas.microsoft.com/office/drawing/2014/main" id="{37665D44-4BFA-4A27-B767-7108B72FBF69}"/>
                </a:ext>
              </a:extLst>
            </p:cNvPr>
            <p:cNvSpPr/>
            <p:nvPr/>
          </p:nvSpPr>
          <p:spPr>
            <a:xfrm>
              <a:off x="327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5" name="타원 12644">
              <a:extLst>
                <a:ext uri="{FF2B5EF4-FFF2-40B4-BE49-F238E27FC236}">
                  <a16:creationId xmlns:a16="http://schemas.microsoft.com/office/drawing/2014/main" id="{D9CDBCD2-DDC7-4666-9621-0C3F758C6D69}"/>
                </a:ext>
              </a:extLst>
            </p:cNvPr>
            <p:cNvSpPr/>
            <p:nvPr/>
          </p:nvSpPr>
          <p:spPr>
            <a:xfrm>
              <a:off x="479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6" name="타원 12645">
              <a:extLst>
                <a:ext uri="{FF2B5EF4-FFF2-40B4-BE49-F238E27FC236}">
                  <a16:creationId xmlns:a16="http://schemas.microsoft.com/office/drawing/2014/main" id="{1C23A525-9A32-493B-B952-027CF78E1AA6}"/>
                </a:ext>
              </a:extLst>
            </p:cNvPr>
            <p:cNvSpPr/>
            <p:nvPr/>
          </p:nvSpPr>
          <p:spPr>
            <a:xfrm>
              <a:off x="6319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7" name="타원 12646">
              <a:extLst>
                <a:ext uri="{FF2B5EF4-FFF2-40B4-BE49-F238E27FC236}">
                  <a16:creationId xmlns:a16="http://schemas.microsoft.com/office/drawing/2014/main" id="{F9D5DE5F-57C1-4C59-82FA-2392C68142D3}"/>
                </a:ext>
              </a:extLst>
            </p:cNvPr>
            <p:cNvSpPr/>
            <p:nvPr/>
          </p:nvSpPr>
          <p:spPr>
            <a:xfrm>
              <a:off x="7843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8" name="타원 12647">
              <a:extLst>
                <a:ext uri="{FF2B5EF4-FFF2-40B4-BE49-F238E27FC236}">
                  <a16:creationId xmlns:a16="http://schemas.microsoft.com/office/drawing/2014/main" id="{DAF768BA-DD9F-414D-892A-8080EED0A585}"/>
                </a:ext>
              </a:extLst>
            </p:cNvPr>
            <p:cNvSpPr/>
            <p:nvPr/>
          </p:nvSpPr>
          <p:spPr>
            <a:xfrm>
              <a:off x="9367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49" name="타원 12648">
              <a:extLst>
                <a:ext uri="{FF2B5EF4-FFF2-40B4-BE49-F238E27FC236}">
                  <a16:creationId xmlns:a16="http://schemas.microsoft.com/office/drawing/2014/main" id="{9D23E0B6-8F49-4DA7-993E-4686153A0E00}"/>
                </a:ext>
              </a:extLst>
            </p:cNvPr>
            <p:cNvSpPr/>
            <p:nvPr/>
          </p:nvSpPr>
          <p:spPr>
            <a:xfrm>
              <a:off x="1089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0" name="타원 12649">
              <a:extLst>
                <a:ext uri="{FF2B5EF4-FFF2-40B4-BE49-F238E27FC236}">
                  <a16:creationId xmlns:a16="http://schemas.microsoft.com/office/drawing/2014/main" id="{607CD005-0C10-4A80-B459-27E522DEFF7E}"/>
                </a:ext>
              </a:extLst>
            </p:cNvPr>
            <p:cNvSpPr/>
            <p:nvPr/>
          </p:nvSpPr>
          <p:spPr>
            <a:xfrm>
              <a:off x="1241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1" name="타원 12650">
              <a:extLst>
                <a:ext uri="{FF2B5EF4-FFF2-40B4-BE49-F238E27FC236}">
                  <a16:creationId xmlns:a16="http://schemas.microsoft.com/office/drawing/2014/main" id="{7EE4E636-7F8B-43E7-8333-3F9DD433929F}"/>
                </a:ext>
              </a:extLst>
            </p:cNvPr>
            <p:cNvSpPr/>
            <p:nvPr/>
          </p:nvSpPr>
          <p:spPr>
            <a:xfrm>
              <a:off x="13939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2" name="타원 12651">
              <a:extLst>
                <a:ext uri="{FF2B5EF4-FFF2-40B4-BE49-F238E27FC236}">
                  <a16:creationId xmlns:a16="http://schemas.microsoft.com/office/drawing/2014/main" id="{D712FD87-BDBC-4B73-9E51-9F9B98D60CCB}"/>
                </a:ext>
              </a:extLst>
            </p:cNvPr>
            <p:cNvSpPr/>
            <p:nvPr/>
          </p:nvSpPr>
          <p:spPr>
            <a:xfrm>
              <a:off x="15463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3" name="타원 12652">
              <a:extLst>
                <a:ext uri="{FF2B5EF4-FFF2-40B4-BE49-F238E27FC236}">
                  <a16:creationId xmlns:a16="http://schemas.microsoft.com/office/drawing/2014/main" id="{7081D396-35CC-42C2-BA8D-559F9EDCEE58}"/>
                </a:ext>
              </a:extLst>
            </p:cNvPr>
            <p:cNvSpPr/>
            <p:nvPr/>
          </p:nvSpPr>
          <p:spPr>
            <a:xfrm>
              <a:off x="16987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4" name="타원 12653">
              <a:extLst>
                <a:ext uri="{FF2B5EF4-FFF2-40B4-BE49-F238E27FC236}">
                  <a16:creationId xmlns:a16="http://schemas.microsoft.com/office/drawing/2014/main" id="{62F880F0-1D76-415D-AA6D-5336F3E1B0E8}"/>
                </a:ext>
              </a:extLst>
            </p:cNvPr>
            <p:cNvSpPr/>
            <p:nvPr/>
          </p:nvSpPr>
          <p:spPr>
            <a:xfrm>
              <a:off x="1851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5" name="타원 12654">
              <a:extLst>
                <a:ext uri="{FF2B5EF4-FFF2-40B4-BE49-F238E27FC236}">
                  <a16:creationId xmlns:a16="http://schemas.microsoft.com/office/drawing/2014/main" id="{16FE037F-D38C-48D3-B9C8-A8C117B62D7F}"/>
                </a:ext>
              </a:extLst>
            </p:cNvPr>
            <p:cNvSpPr/>
            <p:nvPr/>
          </p:nvSpPr>
          <p:spPr>
            <a:xfrm>
              <a:off x="2003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6" name="타원 12655">
              <a:extLst>
                <a:ext uri="{FF2B5EF4-FFF2-40B4-BE49-F238E27FC236}">
                  <a16:creationId xmlns:a16="http://schemas.microsoft.com/office/drawing/2014/main" id="{07553D96-F1E5-45C2-987C-E5B1B6ED3D9A}"/>
                </a:ext>
              </a:extLst>
            </p:cNvPr>
            <p:cNvSpPr/>
            <p:nvPr/>
          </p:nvSpPr>
          <p:spPr>
            <a:xfrm>
              <a:off x="21559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7" name="타원 12656">
              <a:extLst>
                <a:ext uri="{FF2B5EF4-FFF2-40B4-BE49-F238E27FC236}">
                  <a16:creationId xmlns:a16="http://schemas.microsoft.com/office/drawing/2014/main" id="{28D35A9F-A4FD-48A7-8122-49B145CE7680}"/>
                </a:ext>
              </a:extLst>
            </p:cNvPr>
            <p:cNvSpPr/>
            <p:nvPr/>
          </p:nvSpPr>
          <p:spPr>
            <a:xfrm>
              <a:off x="23083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8" name="타원 12657">
              <a:extLst>
                <a:ext uri="{FF2B5EF4-FFF2-40B4-BE49-F238E27FC236}">
                  <a16:creationId xmlns:a16="http://schemas.microsoft.com/office/drawing/2014/main" id="{F70BA71E-0F6F-4EEC-B590-ED6DB936FFB8}"/>
                </a:ext>
              </a:extLst>
            </p:cNvPr>
            <p:cNvSpPr/>
            <p:nvPr/>
          </p:nvSpPr>
          <p:spPr>
            <a:xfrm>
              <a:off x="24607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9" name="타원 12658">
              <a:extLst>
                <a:ext uri="{FF2B5EF4-FFF2-40B4-BE49-F238E27FC236}">
                  <a16:creationId xmlns:a16="http://schemas.microsoft.com/office/drawing/2014/main" id="{96BEA23C-F70F-408D-A0F2-A09D9AAF0CD5}"/>
                </a:ext>
              </a:extLst>
            </p:cNvPr>
            <p:cNvSpPr/>
            <p:nvPr/>
          </p:nvSpPr>
          <p:spPr>
            <a:xfrm>
              <a:off x="2613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0" name="타원 12659">
              <a:extLst>
                <a:ext uri="{FF2B5EF4-FFF2-40B4-BE49-F238E27FC236}">
                  <a16:creationId xmlns:a16="http://schemas.microsoft.com/office/drawing/2014/main" id="{7FEA5380-77F4-4468-AD1C-2197CD704BFD}"/>
                </a:ext>
              </a:extLst>
            </p:cNvPr>
            <p:cNvSpPr/>
            <p:nvPr/>
          </p:nvSpPr>
          <p:spPr>
            <a:xfrm>
              <a:off x="2765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1" name="타원 12660">
              <a:extLst>
                <a:ext uri="{FF2B5EF4-FFF2-40B4-BE49-F238E27FC236}">
                  <a16:creationId xmlns:a16="http://schemas.microsoft.com/office/drawing/2014/main" id="{48E08030-2DDA-4A0E-AA1A-2B331B6E0065}"/>
                </a:ext>
              </a:extLst>
            </p:cNvPr>
            <p:cNvSpPr/>
            <p:nvPr/>
          </p:nvSpPr>
          <p:spPr>
            <a:xfrm>
              <a:off x="29179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2" name="타원 12661">
              <a:extLst>
                <a:ext uri="{FF2B5EF4-FFF2-40B4-BE49-F238E27FC236}">
                  <a16:creationId xmlns:a16="http://schemas.microsoft.com/office/drawing/2014/main" id="{C5700A74-5A36-4950-94D5-5062C69A5642}"/>
                </a:ext>
              </a:extLst>
            </p:cNvPr>
            <p:cNvSpPr/>
            <p:nvPr/>
          </p:nvSpPr>
          <p:spPr>
            <a:xfrm>
              <a:off x="30703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3" name="타원 12662">
              <a:extLst>
                <a:ext uri="{FF2B5EF4-FFF2-40B4-BE49-F238E27FC236}">
                  <a16:creationId xmlns:a16="http://schemas.microsoft.com/office/drawing/2014/main" id="{4C455DE8-E4F3-4C18-81EC-4735DA04CF4E}"/>
                </a:ext>
              </a:extLst>
            </p:cNvPr>
            <p:cNvSpPr/>
            <p:nvPr/>
          </p:nvSpPr>
          <p:spPr>
            <a:xfrm>
              <a:off x="32227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4" name="타원 12663">
              <a:extLst>
                <a:ext uri="{FF2B5EF4-FFF2-40B4-BE49-F238E27FC236}">
                  <a16:creationId xmlns:a16="http://schemas.microsoft.com/office/drawing/2014/main" id="{2A544F8E-9AF1-4798-A82C-6A28589A25D9}"/>
                </a:ext>
              </a:extLst>
            </p:cNvPr>
            <p:cNvSpPr/>
            <p:nvPr/>
          </p:nvSpPr>
          <p:spPr>
            <a:xfrm>
              <a:off x="3375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5" name="타원 12664">
              <a:extLst>
                <a:ext uri="{FF2B5EF4-FFF2-40B4-BE49-F238E27FC236}">
                  <a16:creationId xmlns:a16="http://schemas.microsoft.com/office/drawing/2014/main" id="{26C9A82A-C37A-4B82-9F7D-C792ABD1C408}"/>
                </a:ext>
              </a:extLst>
            </p:cNvPr>
            <p:cNvSpPr/>
            <p:nvPr/>
          </p:nvSpPr>
          <p:spPr>
            <a:xfrm>
              <a:off x="3527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6" name="타원 12665">
              <a:extLst>
                <a:ext uri="{FF2B5EF4-FFF2-40B4-BE49-F238E27FC236}">
                  <a16:creationId xmlns:a16="http://schemas.microsoft.com/office/drawing/2014/main" id="{01AC6B6C-08F0-4271-A107-312D3E85C575}"/>
                </a:ext>
              </a:extLst>
            </p:cNvPr>
            <p:cNvSpPr/>
            <p:nvPr/>
          </p:nvSpPr>
          <p:spPr>
            <a:xfrm>
              <a:off x="36799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7" name="타원 12666">
              <a:extLst>
                <a:ext uri="{FF2B5EF4-FFF2-40B4-BE49-F238E27FC236}">
                  <a16:creationId xmlns:a16="http://schemas.microsoft.com/office/drawing/2014/main" id="{7029D7FA-9945-4B55-99D5-60EDB9579C73}"/>
                </a:ext>
              </a:extLst>
            </p:cNvPr>
            <p:cNvSpPr/>
            <p:nvPr/>
          </p:nvSpPr>
          <p:spPr>
            <a:xfrm>
              <a:off x="38323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8" name="타원 12667">
              <a:extLst>
                <a:ext uri="{FF2B5EF4-FFF2-40B4-BE49-F238E27FC236}">
                  <a16:creationId xmlns:a16="http://schemas.microsoft.com/office/drawing/2014/main" id="{E5F85E2A-48C1-4744-BBCC-401770C17174}"/>
                </a:ext>
              </a:extLst>
            </p:cNvPr>
            <p:cNvSpPr/>
            <p:nvPr/>
          </p:nvSpPr>
          <p:spPr>
            <a:xfrm>
              <a:off x="39847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69" name="타원 12668">
              <a:extLst>
                <a:ext uri="{FF2B5EF4-FFF2-40B4-BE49-F238E27FC236}">
                  <a16:creationId xmlns:a16="http://schemas.microsoft.com/office/drawing/2014/main" id="{EDAB8974-8488-4C8A-BC15-75ED33EB4964}"/>
                </a:ext>
              </a:extLst>
            </p:cNvPr>
            <p:cNvSpPr/>
            <p:nvPr/>
          </p:nvSpPr>
          <p:spPr>
            <a:xfrm>
              <a:off x="4137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0" name="타원 12669">
              <a:extLst>
                <a:ext uri="{FF2B5EF4-FFF2-40B4-BE49-F238E27FC236}">
                  <a16:creationId xmlns:a16="http://schemas.microsoft.com/office/drawing/2014/main" id="{04FAEE0B-0217-4CE0-9F91-2122F82CCBC4}"/>
                </a:ext>
              </a:extLst>
            </p:cNvPr>
            <p:cNvSpPr/>
            <p:nvPr/>
          </p:nvSpPr>
          <p:spPr>
            <a:xfrm>
              <a:off x="4289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1" name="타원 12670">
              <a:extLst>
                <a:ext uri="{FF2B5EF4-FFF2-40B4-BE49-F238E27FC236}">
                  <a16:creationId xmlns:a16="http://schemas.microsoft.com/office/drawing/2014/main" id="{49E910D1-2677-4639-90AC-DBE8FEAF0FB1}"/>
                </a:ext>
              </a:extLst>
            </p:cNvPr>
            <p:cNvSpPr/>
            <p:nvPr/>
          </p:nvSpPr>
          <p:spPr>
            <a:xfrm>
              <a:off x="44419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2" name="타원 12671">
              <a:extLst>
                <a:ext uri="{FF2B5EF4-FFF2-40B4-BE49-F238E27FC236}">
                  <a16:creationId xmlns:a16="http://schemas.microsoft.com/office/drawing/2014/main" id="{A6046D70-E380-45BF-8A44-C5FC4CFDA89A}"/>
                </a:ext>
              </a:extLst>
            </p:cNvPr>
            <p:cNvSpPr/>
            <p:nvPr/>
          </p:nvSpPr>
          <p:spPr>
            <a:xfrm>
              <a:off x="45943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3" name="타원 12672">
              <a:extLst>
                <a:ext uri="{FF2B5EF4-FFF2-40B4-BE49-F238E27FC236}">
                  <a16:creationId xmlns:a16="http://schemas.microsoft.com/office/drawing/2014/main" id="{9669A346-2ACA-4CEB-859B-37B1A0945F1C}"/>
                </a:ext>
              </a:extLst>
            </p:cNvPr>
            <p:cNvSpPr/>
            <p:nvPr/>
          </p:nvSpPr>
          <p:spPr>
            <a:xfrm>
              <a:off x="47467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4" name="타원 12673">
              <a:extLst>
                <a:ext uri="{FF2B5EF4-FFF2-40B4-BE49-F238E27FC236}">
                  <a16:creationId xmlns:a16="http://schemas.microsoft.com/office/drawing/2014/main" id="{5CADF227-9B40-4B3B-ACEE-49855E64DFA0}"/>
                </a:ext>
              </a:extLst>
            </p:cNvPr>
            <p:cNvSpPr/>
            <p:nvPr/>
          </p:nvSpPr>
          <p:spPr>
            <a:xfrm>
              <a:off x="4899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5" name="타원 12674">
              <a:extLst>
                <a:ext uri="{FF2B5EF4-FFF2-40B4-BE49-F238E27FC236}">
                  <a16:creationId xmlns:a16="http://schemas.microsoft.com/office/drawing/2014/main" id="{5D53DD7C-6066-48A5-98E6-1F6FAFD60705}"/>
                </a:ext>
              </a:extLst>
            </p:cNvPr>
            <p:cNvSpPr/>
            <p:nvPr/>
          </p:nvSpPr>
          <p:spPr>
            <a:xfrm>
              <a:off x="5051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6" name="타원 12675">
              <a:extLst>
                <a:ext uri="{FF2B5EF4-FFF2-40B4-BE49-F238E27FC236}">
                  <a16:creationId xmlns:a16="http://schemas.microsoft.com/office/drawing/2014/main" id="{81A0FDFB-1927-476A-8663-D876FB7F1FE7}"/>
                </a:ext>
              </a:extLst>
            </p:cNvPr>
            <p:cNvSpPr/>
            <p:nvPr/>
          </p:nvSpPr>
          <p:spPr>
            <a:xfrm>
              <a:off x="52039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7" name="타원 12676">
              <a:extLst>
                <a:ext uri="{FF2B5EF4-FFF2-40B4-BE49-F238E27FC236}">
                  <a16:creationId xmlns:a16="http://schemas.microsoft.com/office/drawing/2014/main" id="{227669AF-91F2-4ED0-B842-410E6EC450AE}"/>
                </a:ext>
              </a:extLst>
            </p:cNvPr>
            <p:cNvSpPr/>
            <p:nvPr/>
          </p:nvSpPr>
          <p:spPr>
            <a:xfrm>
              <a:off x="53563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8" name="타원 12677">
              <a:extLst>
                <a:ext uri="{FF2B5EF4-FFF2-40B4-BE49-F238E27FC236}">
                  <a16:creationId xmlns:a16="http://schemas.microsoft.com/office/drawing/2014/main" id="{45D178DD-DFC1-4CBF-824E-2D4A8CD1435C}"/>
                </a:ext>
              </a:extLst>
            </p:cNvPr>
            <p:cNvSpPr/>
            <p:nvPr/>
          </p:nvSpPr>
          <p:spPr>
            <a:xfrm>
              <a:off x="55087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79" name="타원 12678">
              <a:extLst>
                <a:ext uri="{FF2B5EF4-FFF2-40B4-BE49-F238E27FC236}">
                  <a16:creationId xmlns:a16="http://schemas.microsoft.com/office/drawing/2014/main" id="{D629B35B-4FA3-4CA1-B23E-34CE66A35582}"/>
                </a:ext>
              </a:extLst>
            </p:cNvPr>
            <p:cNvSpPr/>
            <p:nvPr/>
          </p:nvSpPr>
          <p:spPr>
            <a:xfrm>
              <a:off x="56611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0" name="타원 12679">
              <a:extLst>
                <a:ext uri="{FF2B5EF4-FFF2-40B4-BE49-F238E27FC236}">
                  <a16:creationId xmlns:a16="http://schemas.microsoft.com/office/drawing/2014/main" id="{B5557BBE-5D45-4349-B94A-A4368981FE9C}"/>
                </a:ext>
              </a:extLst>
            </p:cNvPr>
            <p:cNvSpPr/>
            <p:nvPr/>
          </p:nvSpPr>
          <p:spPr>
            <a:xfrm>
              <a:off x="5813576" y="281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1" name="타원 12680">
              <a:extLst>
                <a:ext uri="{FF2B5EF4-FFF2-40B4-BE49-F238E27FC236}">
                  <a16:creationId xmlns:a16="http://schemas.microsoft.com/office/drawing/2014/main" id="{0296802D-0088-494A-BB5C-E95C67CFCA2D}"/>
                </a:ext>
              </a:extLst>
            </p:cNvPr>
            <p:cNvSpPr/>
            <p:nvPr/>
          </p:nvSpPr>
          <p:spPr>
            <a:xfrm>
              <a:off x="327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2" name="타원 12681">
              <a:extLst>
                <a:ext uri="{FF2B5EF4-FFF2-40B4-BE49-F238E27FC236}">
                  <a16:creationId xmlns:a16="http://schemas.microsoft.com/office/drawing/2014/main" id="{797D0A88-9F7D-4845-BC84-FCDBE4C775B2}"/>
                </a:ext>
              </a:extLst>
            </p:cNvPr>
            <p:cNvSpPr/>
            <p:nvPr/>
          </p:nvSpPr>
          <p:spPr>
            <a:xfrm>
              <a:off x="479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3" name="타원 12682">
              <a:extLst>
                <a:ext uri="{FF2B5EF4-FFF2-40B4-BE49-F238E27FC236}">
                  <a16:creationId xmlns:a16="http://schemas.microsoft.com/office/drawing/2014/main" id="{87A0AD0A-EC41-4162-9A71-3E80D8063BC6}"/>
                </a:ext>
              </a:extLst>
            </p:cNvPr>
            <p:cNvSpPr/>
            <p:nvPr/>
          </p:nvSpPr>
          <p:spPr>
            <a:xfrm>
              <a:off x="6319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4" name="타원 12683">
              <a:extLst>
                <a:ext uri="{FF2B5EF4-FFF2-40B4-BE49-F238E27FC236}">
                  <a16:creationId xmlns:a16="http://schemas.microsoft.com/office/drawing/2014/main" id="{02E9FAC2-DCEF-4DD9-B757-FD2E5C8FADC0}"/>
                </a:ext>
              </a:extLst>
            </p:cNvPr>
            <p:cNvSpPr/>
            <p:nvPr/>
          </p:nvSpPr>
          <p:spPr>
            <a:xfrm>
              <a:off x="7843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5" name="타원 12684">
              <a:extLst>
                <a:ext uri="{FF2B5EF4-FFF2-40B4-BE49-F238E27FC236}">
                  <a16:creationId xmlns:a16="http://schemas.microsoft.com/office/drawing/2014/main" id="{88C8A0E8-FFFB-42FB-BB15-E8735EF26A02}"/>
                </a:ext>
              </a:extLst>
            </p:cNvPr>
            <p:cNvSpPr/>
            <p:nvPr/>
          </p:nvSpPr>
          <p:spPr>
            <a:xfrm>
              <a:off x="9367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6" name="타원 12685">
              <a:extLst>
                <a:ext uri="{FF2B5EF4-FFF2-40B4-BE49-F238E27FC236}">
                  <a16:creationId xmlns:a16="http://schemas.microsoft.com/office/drawing/2014/main" id="{9E6EDEFF-B64B-430A-A7EA-68571AF9CD3E}"/>
                </a:ext>
              </a:extLst>
            </p:cNvPr>
            <p:cNvSpPr/>
            <p:nvPr/>
          </p:nvSpPr>
          <p:spPr>
            <a:xfrm>
              <a:off x="1089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7" name="타원 12686">
              <a:extLst>
                <a:ext uri="{FF2B5EF4-FFF2-40B4-BE49-F238E27FC236}">
                  <a16:creationId xmlns:a16="http://schemas.microsoft.com/office/drawing/2014/main" id="{E613ADC7-5C11-4BD1-B942-B9DD6720ECFF}"/>
                </a:ext>
              </a:extLst>
            </p:cNvPr>
            <p:cNvSpPr/>
            <p:nvPr/>
          </p:nvSpPr>
          <p:spPr>
            <a:xfrm>
              <a:off x="1241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8" name="타원 12687">
              <a:extLst>
                <a:ext uri="{FF2B5EF4-FFF2-40B4-BE49-F238E27FC236}">
                  <a16:creationId xmlns:a16="http://schemas.microsoft.com/office/drawing/2014/main" id="{FC8D0842-F0CD-4080-BBCE-4152650793E0}"/>
                </a:ext>
              </a:extLst>
            </p:cNvPr>
            <p:cNvSpPr/>
            <p:nvPr/>
          </p:nvSpPr>
          <p:spPr>
            <a:xfrm>
              <a:off x="13939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9" name="타원 12688">
              <a:extLst>
                <a:ext uri="{FF2B5EF4-FFF2-40B4-BE49-F238E27FC236}">
                  <a16:creationId xmlns:a16="http://schemas.microsoft.com/office/drawing/2014/main" id="{D0D4772A-70F3-4051-8D0F-1357440A0B70}"/>
                </a:ext>
              </a:extLst>
            </p:cNvPr>
            <p:cNvSpPr/>
            <p:nvPr/>
          </p:nvSpPr>
          <p:spPr>
            <a:xfrm>
              <a:off x="15463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0" name="타원 12689">
              <a:extLst>
                <a:ext uri="{FF2B5EF4-FFF2-40B4-BE49-F238E27FC236}">
                  <a16:creationId xmlns:a16="http://schemas.microsoft.com/office/drawing/2014/main" id="{7E04C365-010C-4D50-BF8F-CBE5ED4D89CB}"/>
                </a:ext>
              </a:extLst>
            </p:cNvPr>
            <p:cNvSpPr/>
            <p:nvPr/>
          </p:nvSpPr>
          <p:spPr>
            <a:xfrm>
              <a:off x="16987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1" name="타원 12690">
              <a:extLst>
                <a:ext uri="{FF2B5EF4-FFF2-40B4-BE49-F238E27FC236}">
                  <a16:creationId xmlns:a16="http://schemas.microsoft.com/office/drawing/2014/main" id="{EA58EE1D-AC61-4ECF-BEA2-71C4CE04D213}"/>
                </a:ext>
              </a:extLst>
            </p:cNvPr>
            <p:cNvSpPr/>
            <p:nvPr/>
          </p:nvSpPr>
          <p:spPr>
            <a:xfrm>
              <a:off x="1851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2" name="타원 12691">
              <a:extLst>
                <a:ext uri="{FF2B5EF4-FFF2-40B4-BE49-F238E27FC236}">
                  <a16:creationId xmlns:a16="http://schemas.microsoft.com/office/drawing/2014/main" id="{21411512-7984-48DC-A6EC-1A0F8B2921BE}"/>
                </a:ext>
              </a:extLst>
            </p:cNvPr>
            <p:cNvSpPr/>
            <p:nvPr/>
          </p:nvSpPr>
          <p:spPr>
            <a:xfrm>
              <a:off x="2003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3" name="타원 12692">
              <a:extLst>
                <a:ext uri="{FF2B5EF4-FFF2-40B4-BE49-F238E27FC236}">
                  <a16:creationId xmlns:a16="http://schemas.microsoft.com/office/drawing/2014/main" id="{C36E9EE4-AFE7-410A-9567-6F74133B7153}"/>
                </a:ext>
              </a:extLst>
            </p:cNvPr>
            <p:cNvSpPr/>
            <p:nvPr/>
          </p:nvSpPr>
          <p:spPr>
            <a:xfrm>
              <a:off x="21559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4" name="타원 12693">
              <a:extLst>
                <a:ext uri="{FF2B5EF4-FFF2-40B4-BE49-F238E27FC236}">
                  <a16:creationId xmlns:a16="http://schemas.microsoft.com/office/drawing/2014/main" id="{07790649-83D8-4B81-AF75-2BFC43560A7A}"/>
                </a:ext>
              </a:extLst>
            </p:cNvPr>
            <p:cNvSpPr/>
            <p:nvPr/>
          </p:nvSpPr>
          <p:spPr>
            <a:xfrm>
              <a:off x="23083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5" name="타원 12694">
              <a:extLst>
                <a:ext uri="{FF2B5EF4-FFF2-40B4-BE49-F238E27FC236}">
                  <a16:creationId xmlns:a16="http://schemas.microsoft.com/office/drawing/2014/main" id="{301FD290-6A65-4EEA-A6A5-2AD32D1B8D03}"/>
                </a:ext>
              </a:extLst>
            </p:cNvPr>
            <p:cNvSpPr/>
            <p:nvPr/>
          </p:nvSpPr>
          <p:spPr>
            <a:xfrm>
              <a:off x="24607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6" name="타원 12695">
              <a:extLst>
                <a:ext uri="{FF2B5EF4-FFF2-40B4-BE49-F238E27FC236}">
                  <a16:creationId xmlns:a16="http://schemas.microsoft.com/office/drawing/2014/main" id="{9C314F73-1B69-4DF0-84CB-9DA68BD4E2E0}"/>
                </a:ext>
              </a:extLst>
            </p:cNvPr>
            <p:cNvSpPr/>
            <p:nvPr/>
          </p:nvSpPr>
          <p:spPr>
            <a:xfrm>
              <a:off x="2613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7" name="타원 12696">
              <a:extLst>
                <a:ext uri="{FF2B5EF4-FFF2-40B4-BE49-F238E27FC236}">
                  <a16:creationId xmlns:a16="http://schemas.microsoft.com/office/drawing/2014/main" id="{C24091A7-1E5D-4099-B9C6-626EC7A35709}"/>
                </a:ext>
              </a:extLst>
            </p:cNvPr>
            <p:cNvSpPr/>
            <p:nvPr/>
          </p:nvSpPr>
          <p:spPr>
            <a:xfrm>
              <a:off x="2765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8" name="타원 12697">
              <a:extLst>
                <a:ext uri="{FF2B5EF4-FFF2-40B4-BE49-F238E27FC236}">
                  <a16:creationId xmlns:a16="http://schemas.microsoft.com/office/drawing/2014/main" id="{17A9A598-7D40-4706-AA85-56EBB51643BF}"/>
                </a:ext>
              </a:extLst>
            </p:cNvPr>
            <p:cNvSpPr/>
            <p:nvPr/>
          </p:nvSpPr>
          <p:spPr>
            <a:xfrm>
              <a:off x="29179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99" name="타원 12698">
              <a:extLst>
                <a:ext uri="{FF2B5EF4-FFF2-40B4-BE49-F238E27FC236}">
                  <a16:creationId xmlns:a16="http://schemas.microsoft.com/office/drawing/2014/main" id="{62EDAB59-6115-4A28-9816-B426B321DC9D}"/>
                </a:ext>
              </a:extLst>
            </p:cNvPr>
            <p:cNvSpPr/>
            <p:nvPr/>
          </p:nvSpPr>
          <p:spPr>
            <a:xfrm>
              <a:off x="30703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0" name="타원 12699">
              <a:extLst>
                <a:ext uri="{FF2B5EF4-FFF2-40B4-BE49-F238E27FC236}">
                  <a16:creationId xmlns:a16="http://schemas.microsoft.com/office/drawing/2014/main" id="{07814782-46B4-4A99-97B6-A04C09CCF0C9}"/>
                </a:ext>
              </a:extLst>
            </p:cNvPr>
            <p:cNvSpPr/>
            <p:nvPr/>
          </p:nvSpPr>
          <p:spPr>
            <a:xfrm>
              <a:off x="32227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1" name="타원 12700">
              <a:extLst>
                <a:ext uri="{FF2B5EF4-FFF2-40B4-BE49-F238E27FC236}">
                  <a16:creationId xmlns:a16="http://schemas.microsoft.com/office/drawing/2014/main" id="{C7080C75-D290-49E2-971F-F54537F3BF4F}"/>
                </a:ext>
              </a:extLst>
            </p:cNvPr>
            <p:cNvSpPr/>
            <p:nvPr/>
          </p:nvSpPr>
          <p:spPr>
            <a:xfrm>
              <a:off x="3375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2" name="타원 12701">
              <a:extLst>
                <a:ext uri="{FF2B5EF4-FFF2-40B4-BE49-F238E27FC236}">
                  <a16:creationId xmlns:a16="http://schemas.microsoft.com/office/drawing/2014/main" id="{B67C96F1-6BB5-4741-8622-BD93CA348F1D}"/>
                </a:ext>
              </a:extLst>
            </p:cNvPr>
            <p:cNvSpPr/>
            <p:nvPr/>
          </p:nvSpPr>
          <p:spPr>
            <a:xfrm>
              <a:off x="3527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3" name="타원 12702">
              <a:extLst>
                <a:ext uri="{FF2B5EF4-FFF2-40B4-BE49-F238E27FC236}">
                  <a16:creationId xmlns:a16="http://schemas.microsoft.com/office/drawing/2014/main" id="{9D0169EE-E719-42C8-9C09-FB1480C3B773}"/>
                </a:ext>
              </a:extLst>
            </p:cNvPr>
            <p:cNvSpPr/>
            <p:nvPr/>
          </p:nvSpPr>
          <p:spPr>
            <a:xfrm>
              <a:off x="36799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4" name="타원 12703">
              <a:extLst>
                <a:ext uri="{FF2B5EF4-FFF2-40B4-BE49-F238E27FC236}">
                  <a16:creationId xmlns:a16="http://schemas.microsoft.com/office/drawing/2014/main" id="{6FE10F58-0C34-47AC-A5D7-F756FD99941C}"/>
                </a:ext>
              </a:extLst>
            </p:cNvPr>
            <p:cNvSpPr/>
            <p:nvPr/>
          </p:nvSpPr>
          <p:spPr>
            <a:xfrm>
              <a:off x="38323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5" name="타원 12704">
              <a:extLst>
                <a:ext uri="{FF2B5EF4-FFF2-40B4-BE49-F238E27FC236}">
                  <a16:creationId xmlns:a16="http://schemas.microsoft.com/office/drawing/2014/main" id="{D91E0529-6105-4931-A2E7-78A9EB877A67}"/>
                </a:ext>
              </a:extLst>
            </p:cNvPr>
            <p:cNvSpPr/>
            <p:nvPr/>
          </p:nvSpPr>
          <p:spPr>
            <a:xfrm>
              <a:off x="39847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6" name="타원 12705">
              <a:extLst>
                <a:ext uri="{FF2B5EF4-FFF2-40B4-BE49-F238E27FC236}">
                  <a16:creationId xmlns:a16="http://schemas.microsoft.com/office/drawing/2014/main" id="{38347F09-B6A6-4EAE-9D37-B43932D64DBB}"/>
                </a:ext>
              </a:extLst>
            </p:cNvPr>
            <p:cNvSpPr/>
            <p:nvPr/>
          </p:nvSpPr>
          <p:spPr>
            <a:xfrm>
              <a:off x="4137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7" name="타원 12706">
              <a:extLst>
                <a:ext uri="{FF2B5EF4-FFF2-40B4-BE49-F238E27FC236}">
                  <a16:creationId xmlns:a16="http://schemas.microsoft.com/office/drawing/2014/main" id="{7F48AE0A-0456-46D4-AE5F-465E425B1D3B}"/>
                </a:ext>
              </a:extLst>
            </p:cNvPr>
            <p:cNvSpPr/>
            <p:nvPr/>
          </p:nvSpPr>
          <p:spPr>
            <a:xfrm>
              <a:off x="4289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8" name="타원 12707">
              <a:extLst>
                <a:ext uri="{FF2B5EF4-FFF2-40B4-BE49-F238E27FC236}">
                  <a16:creationId xmlns:a16="http://schemas.microsoft.com/office/drawing/2014/main" id="{A43C4493-8BCC-4D69-B8FE-C47F69B2B246}"/>
                </a:ext>
              </a:extLst>
            </p:cNvPr>
            <p:cNvSpPr/>
            <p:nvPr/>
          </p:nvSpPr>
          <p:spPr>
            <a:xfrm>
              <a:off x="44419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09" name="타원 12708">
              <a:extLst>
                <a:ext uri="{FF2B5EF4-FFF2-40B4-BE49-F238E27FC236}">
                  <a16:creationId xmlns:a16="http://schemas.microsoft.com/office/drawing/2014/main" id="{93761FF9-D99F-4490-B9C4-3F3CF366B60A}"/>
                </a:ext>
              </a:extLst>
            </p:cNvPr>
            <p:cNvSpPr/>
            <p:nvPr/>
          </p:nvSpPr>
          <p:spPr>
            <a:xfrm>
              <a:off x="45943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0" name="타원 12709">
              <a:extLst>
                <a:ext uri="{FF2B5EF4-FFF2-40B4-BE49-F238E27FC236}">
                  <a16:creationId xmlns:a16="http://schemas.microsoft.com/office/drawing/2014/main" id="{605D1A24-EEE7-4C00-B46E-D0854680335C}"/>
                </a:ext>
              </a:extLst>
            </p:cNvPr>
            <p:cNvSpPr/>
            <p:nvPr/>
          </p:nvSpPr>
          <p:spPr>
            <a:xfrm>
              <a:off x="47467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1" name="타원 12710">
              <a:extLst>
                <a:ext uri="{FF2B5EF4-FFF2-40B4-BE49-F238E27FC236}">
                  <a16:creationId xmlns:a16="http://schemas.microsoft.com/office/drawing/2014/main" id="{442EC3CF-0CC2-427F-9FB7-E086A32A2695}"/>
                </a:ext>
              </a:extLst>
            </p:cNvPr>
            <p:cNvSpPr/>
            <p:nvPr/>
          </p:nvSpPr>
          <p:spPr>
            <a:xfrm>
              <a:off x="4899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2" name="타원 12711">
              <a:extLst>
                <a:ext uri="{FF2B5EF4-FFF2-40B4-BE49-F238E27FC236}">
                  <a16:creationId xmlns:a16="http://schemas.microsoft.com/office/drawing/2014/main" id="{A44E3D24-9D73-47AD-8F51-4234D0F534DD}"/>
                </a:ext>
              </a:extLst>
            </p:cNvPr>
            <p:cNvSpPr/>
            <p:nvPr/>
          </p:nvSpPr>
          <p:spPr>
            <a:xfrm>
              <a:off x="5051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3" name="타원 12712">
              <a:extLst>
                <a:ext uri="{FF2B5EF4-FFF2-40B4-BE49-F238E27FC236}">
                  <a16:creationId xmlns:a16="http://schemas.microsoft.com/office/drawing/2014/main" id="{F6699689-DD55-4DE6-A83C-A0DCD0E7710C}"/>
                </a:ext>
              </a:extLst>
            </p:cNvPr>
            <p:cNvSpPr/>
            <p:nvPr/>
          </p:nvSpPr>
          <p:spPr>
            <a:xfrm>
              <a:off x="52039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4" name="타원 12713">
              <a:extLst>
                <a:ext uri="{FF2B5EF4-FFF2-40B4-BE49-F238E27FC236}">
                  <a16:creationId xmlns:a16="http://schemas.microsoft.com/office/drawing/2014/main" id="{0445D763-65B6-4793-B355-663069A2AF7D}"/>
                </a:ext>
              </a:extLst>
            </p:cNvPr>
            <p:cNvSpPr/>
            <p:nvPr/>
          </p:nvSpPr>
          <p:spPr>
            <a:xfrm>
              <a:off x="53563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5" name="타원 12714">
              <a:extLst>
                <a:ext uri="{FF2B5EF4-FFF2-40B4-BE49-F238E27FC236}">
                  <a16:creationId xmlns:a16="http://schemas.microsoft.com/office/drawing/2014/main" id="{4B3ACEFA-8D1E-4EB6-9BC1-4BEF85148277}"/>
                </a:ext>
              </a:extLst>
            </p:cNvPr>
            <p:cNvSpPr/>
            <p:nvPr/>
          </p:nvSpPr>
          <p:spPr>
            <a:xfrm>
              <a:off x="55087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6" name="타원 12715">
              <a:extLst>
                <a:ext uri="{FF2B5EF4-FFF2-40B4-BE49-F238E27FC236}">
                  <a16:creationId xmlns:a16="http://schemas.microsoft.com/office/drawing/2014/main" id="{1EBC7C34-FF2F-4DD1-A492-1D031E5FFF30}"/>
                </a:ext>
              </a:extLst>
            </p:cNvPr>
            <p:cNvSpPr/>
            <p:nvPr/>
          </p:nvSpPr>
          <p:spPr>
            <a:xfrm>
              <a:off x="56611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7" name="타원 12716">
              <a:extLst>
                <a:ext uri="{FF2B5EF4-FFF2-40B4-BE49-F238E27FC236}">
                  <a16:creationId xmlns:a16="http://schemas.microsoft.com/office/drawing/2014/main" id="{6CB6E138-E09B-4E54-887D-77521590544E}"/>
                </a:ext>
              </a:extLst>
            </p:cNvPr>
            <p:cNvSpPr/>
            <p:nvPr/>
          </p:nvSpPr>
          <p:spPr>
            <a:xfrm>
              <a:off x="5813576" y="297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8" name="타원 12717">
              <a:extLst>
                <a:ext uri="{FF2B5EF4-FFF2-40B4-BE49-F238E27FC236}">
                  <a16:creationId xmlns:a16="http://schemas.microsoft.com/office/drawing/2014/main" id="{65A9F029-F69A-4D34-A3F9-D8A6DDF9F3DB}"/>
                </a:ext>
              </a:extLst>
            </p:cNvPr>
            <p:cNvSpPr/>
            <p:nvPr/>
          </p:nvSpPr>
          <p:spPr>
            <a:xfrm>
              <a:off x="327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19" name="타원 12718">
              <a:extLst>
                <a:ext uri="{FF2B5EF4-FFF2-40B4-BE49-F238E27FC236}">
                  <a16:creationId xmlns:a16="http://schemas.microsoft.com/office/drawing/2014/main" id="{2E0ABBE7-CADA-48B2-9444-36F957EB5D41}"/>
                </a:ext>
              </a:extLst>
            </p:cNvPr>
            <p:cNvSpPr/>
            <p:nvPr/>
          </p:nvSpPr>
          <p:spPr>
            <a:xfrm>
              <a:off x="479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0" name="타원 12719">
              <a:extLst>
                <a:ext uri="{FF2B5EF4-FFF2-40B4-BE49-F238E27FC236}">
                  <a16:creationId xmlns:a16="http://schemas.microsoft.com/office/drawing/2014/main" id="{4DDC9F77-5514-47D1-AF99-B25666E299D3}"/>
                </a:ext>
              </a:extLst>
            </p:cNvPr>
            <p:cNvSpPr/>
            <p:nvPr/>
          </p:nvSpPr>
          <p:spPr>
            <a:xfrm>
              <a:off x="6319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1" name="타원 12720">
              <a:extLst>
                <a:ext uri="{FF2B5EF4-FFF2-40B4-BE49-F238E27FC236}">
                  <a16:creationId xmlns:a16="http://schemas.microsoft.com/office/drawing/2014/main" id="{F096242D-E1E2-4FB6-B58F-24FA87D00079}"/>
                </a:ext>
              </a:extLst>
            </p:cNvPr>
            <p:cNvSpPr/>
            <p:nvPr/>
          </p:nvSpPr>
          <p:spPr>
            <a:xfrm>
              <a:off x="7843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2" name="타원 12721">
              <a:extLst>
                <a:ext uri="{FF2B5EF4-FFF2-40B4-BE49-F238E27FC236}">
                  <a16:creationId xmlns:a16="http://schemas.microsoft.com/office/drawing/2014/main" id="{613CF7D4-ECA4-422E-B39F-8A97D0F6BC48}"/>
                </a:ext>
              </a:extLst>
            </p:cNvPr>
            <p:cNvSpPr/>
            <p:nvPr/>
          </p:nvSpPr>
          <p:spPr>
            <a:xfrm>
              <a:off x="9367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3" name="타원 12722">
              <a:extLst>
                <a:ext uri="{FF2B5EF4-FFF2-40B4-BE49-F238E27FC236}">
                  <a16:creationId xmlns:a16="http://schemas.microsoft.com/office/drawing/2014/main" id="{0330822A-ABE7-49D0-AF94-8E2EA917564D}"/>
                </a:ext>
              </a:extLst>
            </p:cNvPr>
            <p:cNvSpPr/>
            <p:nvPr/>
          </p:nvSpPr>
          <p:spPr>
            <a:xfrm>
              <a:off x="1089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4" name="타원 12723">
              <a:extLst>
                <a:ext uri="{FF2B5EF4-FFF2-40B4-BE49-F238E27FC236}">
                  <a16:creationId xmlns:a16="http://schemas.microsoft.com/office/drawing/2014/main" id="{3D223C61-8453-4C3D-977D-479B9FF817F3}"/>
                </a:ext>
              </a:extLst>
            </p:cNvPr>
            <p:cNvSpPr/>
            <p:nvPr/>
          </p:nvSpPr>
          <p:spPr>
            <a:xfrm>
              <a:off x="1241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5" name="타원 12724">
              <a:extLst>
                <a:ext uri="{FF2B5EF4-FFF2-40B4-BE49-F238E27FC236}">
                  <a16:creationId xmlns:a16="http://schemas.microsoft.com/office/drawing/2014/main" id="{E3BC57B0-6F74-464E-A6B0-A534A818FB85}"/>
                </a:ext>
              </a:extLst>
            </p:cNvPr>
            <p:cNvSpPr/>
            <p:nvPr/>
          </p:nvSpPr>
          <p:spPr>
            <a:xfrm>
              <a:off x="13939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6" name="타원 12725">
              <a:extLst>
                <a:ext uri="{FF2B5EF4-FFF2-40B4-BE49-F238E27FC236}">
                  <a16:creationId xmlns:a16="http://schemas.microsoft.com/office/drawing/2014/main" id="{3B14B67B-FD37-4563-AEE7-E297F2747C38}"/>
                </a:ext>
              </a:extLst>
            </p:cNvPr>
            <p:cNvSpPr/>
            <p:nvPr/>
          </p:nvSpPr>
          <p:spPr>
            <a:xfrm>
              <a:off x="15463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7" name="타원 12726">
              <a:extLst>
                <a:ext uri="{FF2B5EF4-FFF2-40B4-BE49-F238E27FC236}">
                  <a16:creationId xmlns:a16="http://schemas.microsoft.com/office/drawing/2014/main" id="{3AF0ECAE-F00F-4FB1-AE86-948C056A3439}"/>
                </a:ext>
              </a:extLst>
            </p:cNvPr>
            <p:cNvSpPr/>
            <p:nvPr/>
          </p:nvSpPr>
          <p:spPr>
            <a:xfrm>
              <a:off x="16987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8" name="타원 12727">
              <a:extLst>
                <a:ext uri="{FF2B5EF4-FFF2-40B4-BE49-F238E27FC236}">
                  <a16:creationId xmlns:a16="http://schemas.microsoft.com/office/drawing/2014/main" id="{C5D2FE4F-E01F-4938-9FE2-08D1EE7678FF}"/>
                </a:ext>
              </a:extLst>
            </p:cNvPr>
            <p:cNvSpPr/>
            <p:nvPr/>
          </p:nvSpPr>
          <p:spPr>
            <a:xfrm>
              <a:off x="1851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29" name="타원 12728">
              <a:extLst>
                <a:ext uri="{FF2B5EF4-FFF2-40B4-BE49-F238E27FC236}">
                  <a16:creationId xmlns:a16="http://schemas.microsoft.com/office/drawing/2014/main" id="{36EE8CEC-CCDA-49CB-B76F-2C2B142216B5}"/>
                </a:ext>
              </a:extLst>
            </p:cNvPr>
            <p:cNvSpPr/>
            <p:nvPr/>
          </p:nvSpPr>
          <p:spPr>
            <a:xfrm>
              <a:off x="2003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0" name="타원 12729">
              <a:extLst>
                <a:ext uri="{FF2B5EF4-FFF2-40B4-BE49-F238E27FC236}">
                  <a16:creationId xmlns:a16="http://schemas.microsoft.com/office/drawing/2014/main" id="{BBFA41B4-EB47-455C-B606-1983EAB41664}"/>
                </a:ext>
              </a:extLst>
            </p:cNvPr>
            <p:cNvSpPr/>
            <p:nvPr/>
          </p:nvSpPr>
          <p:spPr>
            <a:xfrm>
              <a:off x="21559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1" name="타원 12730">
              <a:extLst>
                <a:ext uri="{FF2B5EF4-FFF2-40B4-BE49-F238E27FC236}">
                  <a16:creationId xmlns:a16="http://schemas.microsoft.com/office/drawing/2014/main" id="{A538A234-E4BD-4F2C-B546-89295E7AB334}"/>
                </a:ext>
              </a:extLst>
            </p:cNvPr>
            <p:cNvSpPr/>
            <p:nvPr/>
          </p:nvSpPr>
          <p:spPr>
            <a:xfrm>
              <a:off x="23083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2" name="타원 12731">
              <a:extLst>
                <a:ext uri="{FF2B5EF4-FFF2-40B4-BE49-F238E27FC236}">
                  <a16:creationId xmlns:a16="http://schemas.microsoft.com/office/drawing/2014/main" id="{58626E62-4B18-48F1-9F8D-AD3A8B0D84A8}"/>
                </a:ext>
              </a:extLst>
            </p:cNvPr>
            <p:cNvSpPr/>
            <p:nvPr/>
          </p:nvSpPr>
          <p:spPr>
            <a:xfrm>
              <a:off x="24607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3" name="타원 12732">
              <a:extLst>
                <a:ext uri="{FF2B5EF4-FFF2-40B4-BE49-F238E27FC236}">
                  <a16:creationId xmlns:a16="http://schemas.microsoft.com/office/drawing/2014/main" id="{906728B6-350A-4E92-B4D8-F4066FEDB36E}"/>
                </a:ext>
              </a:extLst>
            </p:cNvPr>
            <p:cNvSpPr/>
            <p:nvPr/>
          </p:nvSpPr>
          <p:spPr>
            <a:xfrm>
              <a:off x="2613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4" name="타원 12733">
              <a:extLst>
                <a:ext uri="{FF2B5EF4-FFF2-40B4-BE49-F238E27FC236}">
                  <a16:creationId xmlns:a16="http://schemas.microsoft.com/office/drawing/2014/main" id="{CA6697AE-BBEE-4FAE-AE9E-D6E2F6AE9DCC}"/>
                </a:ext>
              </a:extLst>
            </p:cNvPr>
            <p:cNvSpPr/>
            <p:nvPr/>
          </p:nvSpPr>
          <p:spPr>
            <a:xfrm>
              <a:off x="2765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5" name="타원 12734">
              <a:extLst>
                <a:ext uri="{FF2B5EF4-FFF2-40B4-BE49-F238E27FC236}">
                  <a16:creationId xmlns:a16="http://schemas.microsoft.com/office/drawing/2014/main" id="{0EA682A7-9C15-4BAF-8458-D9943D353B70}"/>
                </a:ext>
              </a:extLst>
            </p:cNvPr>
            <p:cNvSpPr/>
            <p:nvPr/>
          </p:nvSpPr>
          <p:spPr>
            <a:xfrm>
              <a:off x="29179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6" name="타원 12735">
              <a:extLst>
                <a:ext uri="{FF2B5EF4-FFF2-40B4-BE49-F238E27FC236}">
                  <a16:creationId xmlns:a16="http://schemas.microsoft.com/office/drawing/2014/main" id="{F2BA3680-AF88-416D-B854-0559ED376396}"/>
                </a:ext>
              </a:extLst>
            </p:cNvPr>
            <p:cNvSpPr/>
            <p:nvPr/>
          </p:nvSpPr>
          <p:spPr>
            <a:xfrm>
              <a:off x="30703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7" name="타원 12736">
              <a:extLst>
                <a:ext uri="{FF2B5EF4-FFF2-40B4-BE49-F238E27FC236}">
                  <a16:creationId xmlns:a16="http://schemas.microsoft.com/office/drawing/2014/main" id="{12D888A2-B21C-4C97-A7B4-8D4C61712677}"/>
                </a:ext>
              </a:extLst>
            </p:cNvPr>
            <p:cNvSpPr/>
            <p:nvPr/>
          </p:nvSpPr>
          <p:spPr>
            <a:xfrm>
              <a:off x="32227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8" name="타원 12737">
              <a:extLst>
                <a:ext uri="{FF2B5EF4-FFF2-40B4-BE49-F238E27FC236}">
                  <a16:creationId xmlns:a16="http://schemas.microsoft.com/office/drawing/2014/main" id="{7037FAEC-D8BB-430A-A522-8100A7B696C1}"/>
                </a:ext>
              </a:extLst>
            </p:cNvPr>
            <p:cNvSpPr/>
            <p:nvPr/>
          </p:nvSpPr>
          <p:spPr>
            <a:xfrm>
              <a:off x="3375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39" name="타원 12738">
              <a:extLst>
                <a:ext uri="{FF2B5EF4-FFF2-40B4-BE49-F238E27FC236}">
                  <a16:creationId xmlns:a16="http://schemas.microsoft.com/office/drawing/2014/main" id="{33CF1F7B-79BB-49ED-A0EB-90AF7A0FD488}"/>
                </a:ext>
              </a:extLst>
            </p:cNvPr>
            <p:cNvSpPr/>
            <p:nvPr/>
          </p:nvSpPr>
          <p:spPr>
            <a:xfrm>
              <a:off x="3527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0" name="타원 12739">
              <a:extLst>
                <a:ext uri="{FF2B5EF4-FFF2-40B4-BE49-F238E27FC236}">
                  <a16:creationId xmlns:a16="http://schemas.microsoft.com/office/drawing/2014/main" id="{97CD908C-2916-4F69-AE6D-CB8BFE9CB2A8}"/>
                </a:ext>
              </a:extLst>
            </p:cNvPr>
            <p:cNvSpPr/>
            <p:nvPr/>
          </p:nvSpPr>
          <p:spPr>
            <a:xfrm>
              <a:off x="36799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1" name="타원 12740">
              <a:extLst>
                <a:ext uri="{FF2B5EF4-FFF2-40B4-BE49-F238E27FC236}">
                  <a16:creationId xmlns:a16="http://schemas.microsoft.com/office/drawing/2014/main" id="{1110E291-F495-4326-934D-F824C9ACBE8E}"/>
                </a:ext>
              </a:extLst>
            </p:cNvPr>
            <p:cNvSpPr/>
            <p:nvPr/>
          </p:nvSpPr>
          <p:spPr>
            <a:xfrm>
              <a:off x="38323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2" name="타원 12741">
              <a:extLst>
                <a:ext uri="{FF2B5EF4-FFF2-40B4-BE49-F238E27FC236}">
                  <a16:creationId xmlns:a16="http://schemas.microsoft.com/office/drawing/2014/main" id="{61E72ECE-3AE6-42A7-A3C2-0194E10DDA13}"/>
                </a:ext>
              </a:extLst>
            </p:cNvPr>
            <p:cNvSpPr/>
            <p:nvPr/>
          </p:nvSpPr>
          <p:spPr>
            <a:xfrm>
              <a:off x="39847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3" name="타원 12742">
              <a:extLst>
                <a:ext uri="{FF2B5EF4-FFF2-40B4-BE49-F238E27FC236}">
                  <a16:creationId xmlns:a16="http://schemas.microsoft.com/office/drawing/2014/main" id="{32FC8FDB-E5C3-4FCE-814C-10D68E56A318}"/>
                </a:ext>
              </a:extLst>
            </p:cNvPr>
            <p:cNvSpPr/>
            <p:nvPr/>
          </p:nvSpPr>
          <p:spPr>
            <a:xfrm>
              <a:off x="4137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4" name="타원 12743">
              <a:extLst>
                <a:ext uri="{FF2B5EF4-FFF2-40B4-BE49-F238E27FC236}">
                  <a16:creationId xmlns:a16="http://schemas.microsoft.com/office/drawing/2014/main" id="{20576B74-250D-4089-A960-512505706FD1}"/>
                </a:ext>
              </a:extLst>
            </p:cNvPr>
            <p:cNvSpPr/>
            <p:nvPr/>
          </p:nvSpPr>
          <p:spPr>
            <a:xfrm>
              <a:off x="4289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5" name="타원 12744">
              <a:extLst>
                <a:ext uri="{FF2B5EF4-FFF2-40B4-BE49-F238E27FC236}">
                  <a16:creationId xmlns:a16="http://schemas.microsoft.com/office/drawing/2014/main" id="{C1C58873-421F-4B94-BBE8-FFA85EB9FD7B}"/>
                </a:ext>
              </a:extLst>
            </p:cNvPr>
            <p:cNvSpPr/>
            <p:nvPr/>
          </p:nvSpPr>
          <p:spPr>
            <a:xfrm>
              <a:off x="44419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6" name="타원 12745">
              <a:extLst>
                <a:ext uri="{FF2B5EF4-FFF2-40B4-BE49-F238E27FC236}">
                  <a16:creationId xmlns:a16="http://schemas.microsoft.com/office/drawing/2014/main" id="{7A31902F-E3BC-4B7E-BCD2-8FF45F79D5DA}"/>
                </a:ext>
              </a:extLst>
            </p:cNvPr>
            <p:cNvSpPr/>
            <p:nvPr/>
          </p:nvSpPr>
          <p:spPr>
            <a:xfrm>
              <a:off x="45943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7" name="타원 12746">
              <a:extLst>
                <a:ext uri="{FF2B5EF4-FFF2-40B4-BE49-F238E27FC236}">
                  <a16:creationId xmlns:a16="http://schemas.microsoft.com/office/drawing/2014/main" id="{5DE5832C-5EF7-4257-AE83-BB04753BDE28}"/>
                </a:ext>
              </a:extLst>
            </p:cNvPr>
            <p:cNvSpPr/>
            <p:nvPr/>
          </p:nvSpPr>
          <p:spPr>
            <a:xfrm>
              <a:off x="47467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8" name="타원 12747">
              <a:extLst>
                <a:ext uri="{FF2B5EF4-FFF2-40B4-BE49-F238E27FC236}">
                  <a16:creationId xmlns:a16="http://schemas.microsoft.com/office/drawing/2014/main" id="{C833F84E-CC13-49E9-998E-8B7FEF32CD74}"/>
                </a:ext>
              </a:extLst>
            </p:cNvPr>
            <p:cNvSpPr/>
            <p:nvPr/>
          </p:nvSpPr>
          <p:spPr>
            <a:xfrm>
              <a:off x="4899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49" name="타원 12748">
              <a:extLst>
                <a:ext uri="{FF2B5EF4-FFF2-40B4-BE49-F238E27FC236}">
                  <a16:creationId xmlns:a16="http://schemas.microsoft.com/office/drawing/2014/main" id="{4839B65F-3049-4095-A83C-E680A9E599CD}"/>
                </a:ext>
              </a:extLst>
            </p:cNvPr>
            <p:cNvSpPr/>
            <p:nvPr/>
          </p:nvSpPr>
          <p:spPr>
            <a:xfrm>
              <a:off x="5051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0" name="타원 12749">
              <a:extLst>
                <a:ext uri="{FF2B5EF4-FFF2-40B4-BE49-F238E27FC236}">
                  <a16:creationId xmlns:a16="http://schemas.microsoft.com/office/drawing/2014/main" id="{64E667C3-0357-4477-9079-61B05C2A1692}"/>
                </a:ext>
              </a:extLst>
            </p:cNvPr>
            <p:cNvSpPr/>
            <p:nvPr/>
          </p:nvSpPr>
          <p:spPr>
            <a:xfrm>
              <a:off x="52039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1" name="타원 12750">
              <a:extLst>
                <a:ext uri="{FF2B5EF4-FFF2-40B4-BE49-F238E27FC236}">
                  <a16:creationId xmlns:a16="http://schemas.microsoft.com/office/drawing/2014/main" id="{9455082D-C11C-42D0-B264-3ECBDD54C0AD}"/>
                </a:ext>
              </a:extLst>
            </p:cNvPr>
            <p:cNvSpPr/>
            <p:nvPr/>
          </p:nvSpPr>
          <p:spPr>
            <a:xfrm>
              <a:off x="53563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2" name="타원 12751">
              <a:extLst>
                <a:ext uri="{FF2B5EF4-FFF2-40B4-BE49-F238E27FC236}">
                  <a16:creationId xmlns:a16="http://schemas.microsoft.com/office/drawing/2014/main" id="{ED267874-93F4-4A85-883C-1E1EAA4A635A}"/>
                </a:ext>
              </a:extLst>
            </p:cNvPr>
            <p:cNvSpPr/>
            <p:nvPr/>
          </p:nvSpPr>
          <p:spPr>
            <a:xfrm>
              <a:off x="55087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3" name="타원 12752">
              <a:extLst>
                <a:ext uri="{FF2B5EF4-FFF2-40B4-BE49-F238E27FC236}">
                  <a16:creationId xmlns:a16="http://schemas.microsoft.com/office/drawing/2014/main" id="{3CB07CEC-2598-482A-9AC8-14595A9C1738}"/>
                </a:ext>
              </a:extLst>
            </p:cNvPr>
            <p:cNvSpPr/>
            <p:nvPr/>
          </p:nvSpPr>
          <p:spPr>
            <a:xfrm>
              <a:off x="56611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4" name="타원 12753">
              <a:extLst>
                <a:ext uri="{FF2B5EF4-FFF2-40B4-BE49-F238E27FC236}">
                  <a16:creationId xmlns:a16="http://schemas.microsoft.com/office/drawing/2014/main" id="{9F94BD34-D3DA-45C1-89A8-0EC28E7A4F4A}"/>
                </a:ext>
              </a:extLst>
            </p:cNvPr>
            <p:cNvSpPr/>
            <p:nvPr/>
          </p:nvSpPr>
          <p:spPr>
            <a:xfrm>
              <a:off x="5813576" y="312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5" name="타원 12754">
              <a:extLst>
                <a:ext uri="{FF2B5EF4-FFF2-40B4-BE49-F238E27FC236}">
                  <a16:creationId xmlns:a16="http://schemas.microsoft.com/office/drawing/2014/main" id="{F011E089-7EFB-4E04-B91B-1A9FD7CF8316}"/>
                </a:ext>
              </a:extLst>
            </p:cNvPr>
            <p:cNvSpPr/>
            <p:nvPr/>
          </p:nvSpPr>
          <p:spPr>
            <a:xfrm>
              <a:off x="327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6" name="타원 12755">
              <a:extLst>
                <a:ext uri="{FF2B5EF4-FFF2-40B4-BE49-F238E27FC236}">
                  <a16:creationId xmlns:a16="http://schemas.microsoft.com/office/drawing/2014/main" id="{47572CF3-58F7-4E55-9233-4F0F3DF595AD}"/>
                </a:ext>
              </a:extLst>
            </p:cNvPr>
            <p:cNvSpPr/>
            <p:nvPr/>
          </p:nvSpPr>
          <p:spPr>
            <a:xfrm>
              <a:off x="479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7" name="타원 12756">
              <a:extLst>
                <a:ext uri="{FF2B5EF4-FFF2-40B4-BE49-F238E27FC236}">
                  <a16:creationId xmlns:a16="http://schemas.microsoft.com/office/drawing/2014/main" id="{7F205A44-A667-4B7C-86C6-36432BF00EBD}"/>
                </a:ext>
              </a:extLst>
            </p:cNvPr>
            <p:cNvSpPr/>
            <p:nvPr/>
          </p:nvSpPr>
          <p:spPr>
            <a:xfrm>
              <a:off x="6319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8" name="타원 12757">
              <a:extLst>
                <a:ext uri="{FF2B5EF4-FFF2-40B4-BE49-F238E27FC236}">
                  <a16:creationId xmlns:a16="http://schemas.microsoft.com/office/drawing/2014/main" id="{348C7EED-61F4-4AD8-B989-A3B1A66AC622}"/>
                </a:ext>
              </a:extLst>
            </p:cNvPr>
            <p:cNvSpPr/>
            <p:nvPr/>
          </p:nvSpPr>
          <p:spPr>
            <a:xfrm>
              <a:off x="7843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59" name="타원 12758">
              <a:extLst>
                <a:ext uri="{FF2B5EF4-FFF2-40B4-BE49-F238E27FC236}">
                  <a16:creationId xmlns:a16="http://schemas.microsoft.com/office/drawing/2014/main" id="{40003929-38E9-4DCB-8B17-75C42D78AAE2}"/>
                </a:ext>
              </a:extLst>
            </p:cNvPr>
            <p:cNvSpPr/>
            <p:nvPr/>
          </p:nvSpPr>
          <p:spPr>
            <a:xfrm>
              <a:off x="9367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0" name="타원 12759">
              <a:extLst>
                <a:ext uri="{FF2B5EF4-FFF2-40B4-BE49-F238E27FC236}">
                  <a16:creationId xmlns:a16="http://schemas.microsoft.com/office/drawing/2014/main" id="{90ED69C3-63DC-4159-B913-EFFC80FE4E4C}"/>
                </a:ext>
              </a:extLst>
            </p:cNvPr>
            <p:cNvSpPr/>
            <p:nvPr/>
          </p:nvSpPr>
          <p:spPr>
            <a:xfrm>
              <a:off x="1089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1" name="타원 12760">
              <a:extLst>
                <a:ext uri="{FF2B5EF4-FFF2-40B4-BE49-F238E27FC236}">
                  <a16:creationId xmlns:a16="http://schemas.microsoft.com/office/drawing/2014/main" id="{86CC193B-CDCD-4439-8ED8-7AFF866BA2B7}"/>
                </a:ext>
              </a:extLst>
            </p:cNvPr>
            <p:cNvSpPr/>
            <p:nvPr/>
          </p:nvSpPr>
          <p:spPr>
            <a:xfrm>
              <a:off x="1241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2" name="타원 12761">
              <a:extLst>
                <a:ext uri="{FF2B5EF4-FFF2-40B4-BE49-F238E27FC236}">
                  <a16:creationId xmlns:a16="http://schemas.microsoft.com/office/drawing/2014/main" id="{4365B988-0408-4CC2-8265-36E024C1DDE4}"/>
                </a:ext>
              </a:extLst>
            </p:cNvPr>
            <p:cNvSpPr/>
            <p:nvPr/>
          </p:nvSpPr>
          <p:spPr>
            <a:xfrm>
              <a:off x="13939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3" name="타원 12762">
              <a:extLst>
                <a:ext uri="{FF2B5EF4-FFF2-40B4-BE49-F238E27FC236}">
                  <a16:creationId xmlns:a16="http://schemas.microsoft.com/office/drawing/2014/main" id="{DFAA148D-9C62-4EC0-883A-4E77B7EA5D9B}"/>
                </a:ext>
              </a:extLst>
            </p:cNvPr>
            <p:cNvSpPr/>
            <p:nvPr/>
          </p:nvSpPr>
          <p:spPr>
            <a:xfrm>
              <a:off x="15463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4" name="타원 12763">
              <a:extLst>
                <a:ext uri="{FF2B5EF4-FFF2-40B4-BE49-F238E27FC236}">
                  <a16:creationId xmlns:a16="http://schemas.microsoft.com/office/drawing/2014/main" id="{F954C826-7BA2-44A5-A71A-CE26056FA8C3}"/>
                </a:ext>
              </a:extLst>
            </p:cNvPr>
            <p:cNvSpPr/>
            <p:nvPr/>
          </p:nvSpPr>
          <p:spPr>
            <a:xfrm>
              <a:off x="16987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5" name="타원 12764">
              <a:extLst>
                <a:ext uri="{FF2B5EF4-FFF2-40B4-BE49-F238E27FC236}">
                  <a16:creationId xmlns:a16="http://schemas.microsoft.com/office/drawing/2014/main" id="{9DEED6A4-342C-472A-A069-708F192A1286}"/>
                </a:ext>
              </a:extLst>
            </p:cNvPr>
            <p:cNvSpPr/>
            <p:nvPr/>
          </p:nvSpPr>
          <p:spPr>
            <a:xfrm>
              <a:off x="1851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6" name="타원 12765">
              <a:extLst>
                <a:ext uri="{FF2B5EF4-FFF2-40B4-BE49-F238E27FC236}">
                  <a16:creationId xmlns:a16="http://schemas.microsoft.com/office/drawing/2014/main" id="{392053A3-95CE-406B-9AF3-60EDCB3960BA}"/>
                </a:ext>
              </a:extLst>
            </p:cNvPr>
            <p:cNvSpPr/>
            <p:nvPr/>
          </p:nvSpPr>
          <p:spPr>
            <a:xfrm>
              <a:off x="2003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7" name="타원 12766">
              <a:extLst>
                <a:ext uri="{FF2B5EF4-FFF2-40B4-BE49-F238E27FC236}">
                  <a16:creationId xmlns:a16="http://schemas.microsoft.com/office/drawing/2014/main" id="{7E79FAB2-3E2E-478E-8BAC-DEE971B1D8BA}"/>
                </a:ext>
              </a:extLst>
            </p:cNvPr>
            <p:cNvSpPr/>
            <p:nvPr/>
          </p:nvSpPr>
          <p:spPr>
            <a:xfrm>
              <a:off x="21559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8" name="타원 12767">
              <a:extLst>
                <a:ext uri="{FF2B5EF4-FFF2-40B4-BE49-F238E27FC236}">
                  <a16:creationId xmlns:a16="http://schemas.microsoft.com/office/drawing/2014/main" id="{F1449054-C8EC-4151-9F0A-E56E51690996}"/>
                </a:ext>
              </a:extLst>
            </p:cNvPr>
            <p:cNvSpPr/>
            <p:nvPr/>
          </p:nvSpPr>
          <p:spPr>
            <a:xfrm>
              <a:off x="23083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69" name="타원 12768">
              <a:extLst>
                <a:ext uri="{FF2B5EF4-FFF2-40B4-BE49-F238E27FC236}">
                  <a16:creationId xmlns:a16="http://schemas.microsoft.com/office/drawing/2014/main" id="{E09DA635-7147-4FC6-9184-657900C8CEBB}"/>
                </a:ext>
              </a:extLst>
            </p:cNvPr>
            <p:cNvSpPr/>
            <p:nvPr/>
          </p:nvSpPr>
          <p:spPr>
            <a:xfrm>
              <a:off x="24607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0" name="타원 12769">
              <a:extLst>
                <a:ext uri="{FF2B5EF4-FFF2-40B4-BE49-F238E27FC236}">
                  <a16:creationId xmlns:a16="http://schemas.microsoft.com/office/drawing/2014/main" id="{9F68DB8C-A344-4B7F-9A4E-675938E2E1A5}"/>
                </a:ext>
              </a:extLst>
            </p:cNvPr>
            <p:cNvSpPr/>
            <p:nvPr/>
          </p:nvSpPr>
          <p:spPr>
            <a:xfrm>
              <a:off x="2613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1" name="타원 12770">
              <a:extLst>
                <a:ext uri="{FF2B5EF4-FFF2-40B4-BE49-F238E27FC236}">
                  <a16:creationId xmlns:a16="http://schemas.microsoft.com/office/drawing/2014/main" id="{96A5DE91-9EED-4471-B772-99A44548ACDB}"/>
                </a:ext>
              </a:extLst>
            </p:cNvPr>
            <p:cNvSpPr/>
            <p:nvPr/>
          </p:nvSpPr>
          <p:spPr>
            <a:xfrm>
              <a:off x="2765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2" name="타원 12771">
              <a:extLst>
                <a:ext uri="{FF2B5EF4-FFF2-40B4-BE49-F238E27FC236}">
                  <a16:creationId xmlns:a16="http://schemas.microsoft.com/office/drawing/2014/main" id="{8932FEBE-189A-496C-8C35-F9FD65369354}"/>
                </a:ext>
              </a:extLst>
            </p:cNvPr>
            <p:cNvSpPr/>
            <p:nvPr/>
          </p:nvSpPr>
          <p:spPr>
            <a:xfrm>
              <a:off x="29179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3" name="타원 12772">
              <a:extLst>
                <a:ext uri="{FF2B5EF4-FFF2-40B4-BE49-F238E27FC236}">
                  <a16:creationId xmlns:a16="http://schemas.microsoft.com/office/drawing/2014/main" id="{71EE6F8D-90A3-4212-B3A4-F893AE67E95B}"/>
                </a:ext>
              </a:extLst>
            </p:cNvPr>
            <p:cNvSpPr/>
            <p:nvPr/>
          </p:nvSpPr>
          <p:spPr>
            <a:xfrm>
              <a:off x="30703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4" name="타원 12773">
              <a:extLst>
                <a:ext uri="{FF2B5EF4-FFF2-40B4-BE49-F238E27FC236}">
                  <a16:creationId xmlns:a16="http://schemas.microsoft.com/office/drawing/2014/main" id="{4097F8DA-138D-4BB9-9944-6E6EEE7D1F6D}"/>
                </a:ext>
              </a:extLst>
            </p:cNvPr>
            <p:cNvSpPr/>
            <p:nvPr/>
          </p:nvSpPr>
          <p:spPr>
            <a:xfrm>
              <a:off x="32227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5" name="타원 12774">
              <a:extLst>
                <a:ext uri="{FF2B5EF4-FFF2-40B4-BE49-F238E27FC236}">
                  <a16:creationId xmlns:a16="http://schemas.microsoft.com/office/drawing/2014/main" id="{EEBA915A-FE90-45A5-9830-46F298CFA1F6}"/>
                </a:ext>
              </a:extLst>
            </p:cNvPr>
            <p:cNvSpPr/>
            <p:nvPr/>
          </p:nvSpPr>
          <p:spPr>
            <a:xfrm>
              <a:off x="3375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6" name="타원 12775">
              <a:extLst>
                <a:ext uri="{FF2B5EF4-FFF2-40B4-BE49-F238E27FC236}">
                  <a16:creationId xmlns:a16="http://schemas.microsoft.com/office/drawing/2014/main" id="{27C96ED2-7DB9-4589-A5A2-C50F5305DD02}"/>
                </a:ext>
              </a:extLst>
            </p:cNvPr>
            <p:cNvSpPr/>
            <p:nvPr/>
          </p:nvSpPr>
          <p:spPr>
            <a:xfrm>
              <a:off x="3527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7" name="타원 12776">
              <a:extLst>
                <a:ext uri="{FF2B5EF4-FFF2-40B4-BE49-F238E27FC236}">
                  <a16:creationId xmlns:a16="http://schemas.microsoft.com/office/drawing/2014/main" id="{A2A9ADA1-0102-4BA9-8235-79371B879343}"/>
                </a:ext>
              </a:extLst>
            </p:cNvPr>
            <p:cNvSpPr/>
            <p:nvPr/>
          </p:nvSpPr>
          <p:spPr>
            <a:xfrm>
              <a:off x="36799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8" name="타원 12777">
              <a:extLst>
                <a:ext uri="{FF2B5EF4-FFF2-40B4-BE49-F238E27FC236}">
                  <a16:creationId xmlns:a16="http://schemas.microsoft.com/office/drawing/2014/main" id="{2AA8600F-F073-4742-BB6E-6122A2E8D2B7}"/>
                </a:ext>
              </a:extLst>
            </p:cNvPr>
            <p:cNvSpPr/>
            <p:nvPr/>
          </p:nvSpPr>
          <p:spPr>
            <a:xfrm>
              <a:off x="38323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79" name="타원 12778">
              <a:extLst>
                <a:ext uri="{FF2B5EF4-FFF2-40B4-BE49-F238E27FC236}">
                  <a16:creationId xmlns:a16="http://schemas.microsoft.com/office/drawing/2014/main" id="{4E06E130-DF3F-4E09-891A-38E7FC834FE4}"/>
                </a:ext>
              </a:extLst>
            </p:cNvPr>
            <p:cNvSpPr/>
            <p:nvPr/>
          </p:nvSpPr>
          <p:spPr>
            <a:xfrm>
              <a:off x="39847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0" name="타원 12779">
              <a:extLst>
                <a:ext uri="{FF2B5EF4-FFF2-40B4-BE49-F238E27FC236}">
                  <a16:creationId xmlns:a16="http://schemas.microsoft.com/office/drawing/2014/main" id="{503E6F4D-F56B-4E0E-9198-DE37E8D7917A}"/>
                </a:ext>
              </a:extLst>
            </p:cNvPr>
            <p:cNvSpPr/>
            <p:nvPr/>
          </p:nvSpPr>
          <p:spPr>
            <a:xfrm>
              <a:off x="4137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1" name="타원 12780">
              <a:extLst>
                <a:ext uri="{FF2B5EF4-FFF2-40B4-BE49-F238E27FC236}">
                  <a16:creationId xmlns:a16="http://schemas.microsoft.com/office/drawing/2014/main" id="{F21C11F9-FE6C-4FE6-8F77-A730FC6569D7}"/>
                </a:ext>
              </a:extLst>
            </p:cNvPr>
            <p:cNvSpPr/>
            <p:nvPr/>
          </p:nvSpPr>
          <p:spPr>
            <a:xfrm>
              <a:off x="4289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2" name="타원 12781">
              <a:extLst>
                <a:ext uri="{FF2B5EF4-FFF2-40B4-BE49-F238E27FC236}">
                  <a16:creationId xmlns:a16="http://schemas.microsoft.com/office/drawing/2014/main" id="{9E8B803C-104E-4871-913C-F1122A4C2F88}"/>
                </a:ext>
              </a:extLst>
            </p:cNvPr>
            <p:cNvSpPr/>
            <p:nvPr/>
          </p:nvSpPr>
          <p:spPr>
            <a:xfrm>
              <a:off x="44419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3" name="타원 12782">
              <a:extLst>
                <a:ext uri="{FF2B5EF4-FFF2-40B4-BE49-F238E27FC236}">
                  <a16:creationId xmlns:a16="http://schemas.microsoft.com/office/drawing/2014/main" id="{1B65D4C2-0A2F-46BA-8899-666DE72D63C0}"/>
                </a:ext>
              </a:extLst>
            </p:cNvPr>
            <p:cNvSpPr/>
            <p:nvPr/>
          </p:nvSpPr>
          <p:spPr>
            <a:xfrm>
              <a:off x="45943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4" name="타원 12783">
              <a:extLst>
                <a:ext uri="{FF2B5EF4-FFF2-40B4-BE49-F238E27FC236}">
                  <a16:creationId xmlns:a16="http://schemas.microsoft.com/office/drawing/2014/main" id="{F704676C-CEF4-41F9-9B3D-8C1FBEA165CB}"/>
                </a:ext>
              </a:extLst>
            </p:cNvPr>
            <p:cNvSpPr/>
            <p:nvPr/>
          </p:nvSpPr>
          <p:spPr>
            <a:xfrm>
              <a:off x="47467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5" name="타원 12784">
              <a:extLst>
                <a:ext uri="{FF2B5EF4-FFF2-40B4-BE49-F238E27FC236}">
                  <a16:creationId xmlns:a16="http://schemas.microsoft.com/office/drawing/2014/main" id="{81361B59-DC2A-4F20-BB48-2AB355A8CA7D}"/>
                </a:ext>
              </a:extLst>
            </p:cNvPr>
            <p:cNvSpPr/>
            <p:nvPr/>
          </p:nvSpPr>
          <p:spPr>
            <a:xfrm>
              <a:off x="4899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6" name="타원 12785">
              <a:extLst>
                <a:ext uri="{FF2B5EF4-FFF2-40B4-BE49-F238E27FC236}">
                  <a16:creationId xmlns:a16="http://schemas.microsoft.com/office/drawing/2014/main" id="{D581CA36-EF6C-4216-B5AB-358D9337A81A}"/>
                </a:ext>
              </a:extLst>
            </p:cNvPr>
            <p:cNvSpPr/>
            <p:nvPr/>
          </p:nvSpPr>
          <p:spPr>
            <a:xfrm>
              <a:off x="5051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7" name="타원 12786">
              <a:extLst>
                <a:ext uri="{FF2B5EF4-FFF2-40B4-BE49-F238E27FC236}">
                  <a16:creationId xmlns:a16="http://schemas.microsoft.com/office/drawing/2014/main" id="{4D8C967E-F5BD-4A9D-9F17-F06BFC353D78}"/>
                </a:ext>
              </a:extLst>
            </p:cNvPr>
            <p:cNvSpPr/>
            <p:nvPr/>
          </p:nvSpPr>
          <p:spPr>
            <a:xfrm>
              <a:off x="52039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8" name="타원 12787">
              <a:extLst>
                <a:ext uri="{FF2B5EF4-FFF2-40B4-BE49-F238E27FC236}">
                  <a16:creationId xmlns:a16="http://schemas.microsoft.com/office/drawing/2014/main" id="{BF3C2007-5047-40F0-9EDC-97D369B4FDE0}"/>
                </a:ext>
              </a:extLst>
            </p:cNvPr>
            <p:cNvSpPr/>
            <p:nvPr/>
          </p:nvSpPr>
          <p:spPr>
            <a:xfrm>
              <a:off x="53563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89" name="타원 12788">
              <a:extLst>
                <a:ext uri="{FF2B5EF4-FFF2-40B4-BE49-F238E27FC236}">
                  <a16:creationId xmlns:a16="http://schemas.microsoft.com/office/drawing/2014/main" id="{C660E89F-0C6C-43AE-AA26-6F135AF9F78E}"/>
                </a:ext>
              </a:extLst>
            </p:cNvPr>
            <p:cNvSpPr/>
            <p:nvPr/>
          </p:nvSpPr>
          <p:spPr>
            <a:xfrm>
              <a:off x="55087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0" name="타원 12789">
              <a:extLst>
                <a:ext uri="{FF2B5EF4-FFF2-40B4-BE49-F238E27FC236}">
                  <a16:creationId xmlns:a16="http://schemas.microsoft.com/office/drawing/2014/main" id="{DEA79A5F-ABB3-462A-97D8-A7DE5A3BE69A}"/>
                </a:ext>
              </a:extLst>
            </p:cNvPr>
            <p:cNvSpPr/>
            <p:nvPr/>
          </p:nvSpPr>
          <p:spPr>
            <a:xfrm>
              <a:off x="56611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1" name="타원 12790">
              <a:extLst>
                <a:ext uri="{FF2B5EF4-FFF2-40B4-BE49-F238E27FC236}">
                  <a16:creationId xmlns:a16="http://schemas.microsoft.com/office/drawing/2014/main" id="{75623760-6D35-4221-8496-C19E03349D10}"/>
                </a:ext>
              </a:extLst>
            </p:cNvPr>
            <p:cNvSpPr/>
            <p:nvPr/>
          </p:nvSpPr>
          <p:spPr>
            <a:xfrm>
              <a:off x="5813576" y="327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2" name="타원 12791">
              <a:extLst>
                <a:ext uri="{FF2B5EF4-FFF2-40B4-BE49-F238E27FC236}">
                  <a16:creationId xmlns:a16="http://schemas.microsoft.com/office/drawing/2014/main" id="{4E625DCC-B24F-4BE1-927E-514CA822BCAF}"/>
                </a:ext>
              </a:extLst>
            </p:cNvPr>
            <p:cNvSpPr/>
            <p:nvPr/>
          </p:nvSpPr>
          <p:spPr>
            <a:xfrm>
              <a:off x="327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3" name="타원 12792">
              <a:extLst>
                <a:ext uri="{FF2B5EF4-FFF2-40B4-BE49-F238E27FC236}">
                  <a16:creationId xmlns:a16="http://schemas.microsoft.com/office/drawing/2014/main" id="{6E85E3F5-E239-4CBF-85CF-ECCA2A655846}"/>
                </a:ext>
              </a:extLst>
            </p:cNvPr>
            <p:cNvSpPr/>
            <p:nvPr/>
          </p:nvSpPr>
          <p:spPr>
            <a:xfrm>
              <a:off x="479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4" name="타원 12793">
              <a:extLst>
                <a:ext uri="{FF2B5EF4-FFF2-40B4-BE49-F238E27FC236}">
                  <a16:creationId xmlns:a16="http://schemas.microsoft.com/office/drawing/2014/main" id="{04F0F3A8-C19B-49AE-991C-58D0895771F5}"/>
                </a:ext>
              </a:extLst>
            </p:cNvPr>
            <p:cNvSpPr/>
            <p:nvPr/>
          </p:nvSpPr>
          <p:spPr>
            <a:xfrm>
              <a:off x="6319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5" name="타원 12794">
              <a:extLst>
                <a:ext uri="{FF2B5EF4-FFF2-40B4-BE49-F238E27FC236}">
                  <a16:creationId xmlns:a16="http://schemas.microsoft.com/office/drawing/2014/main" id="{B5A4EE5E-8E8B-4AAF-AC6C-B532D928E3CE}"/>
                </a:ext>
              </a:extLst>
            </p:cNvPr>
            <p:cNvSpPr/>
            <p:nvPr/>
          </p:nvSpPr>
          <p:spPr>
            <a:xfrm>
              <a:off x="7843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6" name="타원 12795">
              <a:extLst>
                <a:ext uri="{FF2B5EF4-FFF2-40B4-BE49-F238E27FC236}">
                  <a16:creationId xmlns:a16="http://schemas.microsoft.com/office/drawing/2014/main" id="{7B717BD5-FAF8-41A9-ABFB-E1239B45F340}"/>
                </a:ext>
              </a:extLst>
            </p:cNvPr>
            <p:cNvSpPr/>
            <p:nvPr/>
          </p:nvSpPr>
          <p:spPr>
            <a:xfrm>
              <a:off x="9367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7" name="타원 12796">
              <a:extLst>
                <a:ext uri="{FF2B5EF4-FFF2-40B4-BE49-F238E27FC236}">
                  <a16:creationId xmlns:a16="http://schemas.microsoft.com/office/drawing/2014/main" id="{FB758F8B-9FC2-4322-A8D4-76366446812A}"/>
                </a:ext>
              </a:extLst>
            </p:cNvPr>
            <p:cNvSpPr/>
            <p:nvPr/>
          </p:nvSpPr>
          <p:spPr>
            <a:xfrm>
              <a:off x="1089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8" name="타원 12797">
              <a:extLst>
                <a:ext uri="{FF2B5EF4-FFF2-40B4-BE49-F238E27FC236}">
                  <a16:creationId xmlns:a16="http://schemas.microsoft.com/office/drawing/2014/main" id="{77121753-48C0-49C3-944A-597096371187}"/>
                </a:ext>
              </a:extLst>
            </p:cNvPr>
            <p:cNvSpPr/>
            <p:nvPr/>
          </p:nvSpPr>
          <p:spPr>
            <a:xfrm>
              <a:off x="1241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99" name="타원 12798">
              <a:extLst>
                <a:ext uri="{FF2B5EF4-FFF2-40B4-BE49-F238E27FC236}">
                  <a16:creationId xmlns:a16="http://schemas.microsoft.com/office/drawing/2014/main" id="{3C872C65-FCBB-447C-9D95-873F5E0BC1C4}"/>
                </a:ext>
              </a:extLst>
            </p:cNvPr>
            <p:cNvSpPr/>
            <p:nvPr/>
          </p:nvSpPr>
          <p:spPr>
            <a:xfrm>
              <a:off x="13939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0" name="타원 12799">
              <a:extLst>
                <a:ext uri="{FF2B5EF4-FFF2-40B4-BE49-F238E27FC236}">
                  <a16:creationId xmlns:a16="http://schemas.microsoft.com/office/drawing/2014/main" id="{70F680D2-58D9-4B16-A749-A1212722197B}"/>
                </a:ext>
              </a:extLst>
            </p:cNvPr>
            <p:cNvSpPr/>
            <p:nvPr/>
          </p:nvSpPr>
          <p:spPr>
            <a:xfrm>
              <a:off x="15463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1" name="타원 12800">
              <a:extLst>
                <a:ext uri="{FF2B5EF4-FFF2-40B4-BE49-F238E27FC236}">
                  <a16:creationId xmlns:a16="http://schemas.microsoft.com/office/drawing/2014/main" id="{FD543A78-6D58-43AF-B393-6D5C9A808A02}"/>
                </a:ext>
              </a:extLst>
            </p:cNvPr>
            <p:cNvSpPr/>
            <p:nvPr/>
          </p:nvSpPr>
          <p:spPr>
            <a:xfrm>
              <a:off x="16987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2" name="타원 12801">
              <a:extLst>
                <a:ext uri="{FF2B5EF4-FFF2-40B4-BE49-F238E27FC236}">
                  <a16:creationId xmlns:a16="http://schemas.microsoft.com/office/drawing/2014/main" id="{5E77E541-1BE7-4167-827F-043BB322003E}"/>
                </a:ext>
              </a:extLst>
            </p:cNvPr>
            <p:cNvSpPr/>
            <p:nvPr/>
          </p:nvSpPr>
          <p:spPr>
            <a:xfrm>
              <a:off x="1851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3" name="타원 12802">
              <a:extLst>
                <a:ext uri="{FF2B5EF4-FFF2-40B4-BE49-F238E27FC236}">
                  <a16:creationId xmlns:a16="http://schemas.microsoft.com/office/drawing/2014/main" id="{76D75D0C-B24C-45D0-923A-F9C21ECE41CC}"/>
                </a:ext>
              </a:extLst>
            </p:cNvPr>
            <p:cNvSpPr/>
            <p:nvPr/>
          </p:nvSpPr>
          <p:spPr>
            <a:xfrm>
              <a:off x="2003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4" name="타원 12803">
              <a:extLst>
                <a:ext uri="{FF2B5EF4-FFF2-40B4-BE49-F238E27FC236}">
                  <a16:creationId xmlns:a16="http://schemas.microsoft.com/office/drawing/2014/main" id="{8C50C551-B862-4064-B669-0CFEF7142A91}"/>
                </a:ext>
              </a:extLst>
            </p:cNvPr>
            <p:cNvSpPr/>
            <p:nvPr/>
          </p:nvSpPr>
          <p:spPr>
            <a:xfrm>
              <a:off x="21559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5" name="타원 12804">
              <a:extLst>
                <a:ext uri="{FF2B5EF4-FFF2-40B4-BE49-F238E27FC236}">
                  <a16:creationId xmlns:a16="http://schemas.microsoft.com/office/drawing/2014/main" id="{2F60E33F-9C6F-49CE-A9B4-51302A8B24EA}"/>
                </a:ext>
              </a:extLst>
            </p:cNvPr>
            <p:cNvSpPr/>
            <p:nvPr/>
          </p:nvSpPr>
          <p:spPr>
            <a:xfrm>
              <a:off x="23083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6" name="타원 12805">
              <a:extLst>
                <a:ext uri="{FF2B5EF4-FFF2-40B4-BE49-F238E27FC236}">
                  <a16:creationId xmlns:a16="http://schemas.microsoft.com/office/drawing/2014/main" id="{313143CB-91EC-4EE9-B6C2-FDDC2A0ECD9E}"/>
                </a:ext>
              </a:extLst>
            </p:cNvPr>
            <p:cNvSpPr/>
            <p:nvPr/>
          </p:nvSpPr>
          <p:spPr>
            <a:xfrm>
              <a:off x="24607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7" name="타원 12806">
              <a:extLst>
                <a:ext uri="{FF2B5EF4-FFF2-40B4-BE49-F238E27FC236}">
                  <a16:creationId xmlns:a16="http://schemas.microsoft.com/office/drawing/2014/main" id="{83F1BC45-021C-4E8E-A5D9-79E89C6DFE68}"/>
                </a:ext>
              </a:extLst>
            </p:cNvPr>
            <p:cNvSpPr/>
            <p:nvPr/>
          </p:nvSpPr>
          <p:spPr>
            <a:xfrm>
              <a:off x="2613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8" name="타원 12807">
              <a:extLst>
                <a:ext uri="{FF2B5EF4-FFF2-40B4-BE49-F238E27FC236}">
                  <a16:creationId xmlns:a16="http://schemas.microsoft.com/office/drawing/2014/main" id="{2696C7D6-30D7-49EE-B18C-1B1F6ABA4E65}"/>
                </a:ext>
              </a:extLst>
            </p:cNvPr>
            <p:cNvSpPr/>
            <p:nvPr/>
          </p:nvSpPr>
          <p:spPr>
            <a:xfrm>
              <a:off x="2765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09" name="타원 12808">
              <a:extLst>
                <a:ext uri="{FF2B5EF4-FFF2-40B4-BE49-F238E27FC236}">
                  <a16:creationId xmlns:a16="http://schemas.microsoft.com/office/drawing/2014/main" id="{AFD445C9-3214-4EC4-82F4-7EC9D7D50C16}"/>
                </a:ext>
              </a:extLst>
            </p:cNvPr>
            <p:cNvSpPr/>
            <p:nvPr/>
          </p:nvSpPr>
          <p:spPr>
            <a:xfrm>
              <a:off x="29179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0" name="타원 12809">
              <a:extLst>
                <a:ext uri="{FF2B5EF4-FFF2-40B4-BE49-F238E27FC236}">
                  <a16:creationId xmlns:a16="http://schemas.microsoft.com/office/drawing/2014/main" id="{6BFD2CA8-8DEB-4576-88A8-F44950123CC6}"/>
                </a:ext>
              </a:extLst>
            </p:cNvPr>
            <p:cNvSpPr/>
            <p:nvPr/>
          </p:nvSpPr>
          <p:spPr>
            <a:xfrm>
              <a:off x="30703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1" name="타원 12810">
              <a:extLst>
                <a:ext uri="{FF2B5EF4-FFF2-40B4-BE49-F238E27FC236}">
                  <a16:creationId xmlns:a16="http://schemas.microsoft.com/office/drawing/2014/main" id="{59E3DBF1-D1B6-4555-ADCC-654C4FAD097D}"/>
                </a:ext>
              </a:extLst>
            </p:cNvPr>
            <p:cNvSpPr/>
            <p:nvPr/>
          </p:nvSpPr>
          <p:spPr>
            <a:xfrm>
              <a:off x="32227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2" name="타원 12811">
              <a:extLst>
                <a:ext uri="{FF2B5EF4-FFF2-40B4-BE49-F238E27FC236}">
                  <a16:creationId xmlns:a16="http://schemas.microsoft.com/office/drawing/2014/main" id="{F9D97316-C0E9-447B-8454-4AE59EC25767}"/>
                </a:ext>
              </a:extLst>
            </p:cNvPr>
            <p:cNvSpPr/>
            <p:nvPr/>
          </p:nvSpPr>
          <p:spPr>
            <a:xfrm>
              <a:off x="3375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3" name="타원 12812">
              <a:extLst>
                <a:ext uri="{FF2B5EF4-FFF2-40B4-BE49-F238E27FC236}">
                  <a16:creationId xmlns:a16="http://schemas.microsoft.com/office/drawing/2014/main" id="{11789DC3-A2FA-489E-A339-831AE1DF62FA}"/>
                </a:ext>
              </a:extLst>
            </p:cNvPr>
            <p:cNvSpPr/>
            <p:nvPr/>
          </p:nvSpPr>
          <p:spPr>
            <a:xfrm>
              <a:off x="3527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4" name="타원 12813">
              <a:extLst>
                <a:ext uri="{FF2B5EF4-FFF2-40B4-BE49-F238E27FC236}">
                  <a16:creationId xmlns:a16="http://schemas.microsoft.com/office/drawing/2014/main" id="{C89337D5-6411-4551-8192-667785042BBE}"/>
                </a:ext>
              </a:extLst>
            </p:cNvPr>
            <p:cNvSpPr/>
            <p:nvPr/>
          </p:nvSpPr>
          <p:spPr>
            <a:xfrm>
              <a:off x="36799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5" name="타원 12814">
              <a:extLst>
                <a:ext uri="{FF2B5EF4-FFF2-40B4-BE49-F238E27FC236}">
                  <a16:creationId xmlns:a16="http://schemas.microsoft.com/office/drawing/2014/main" id="{D09D59A6-D580-4B1D-8F1B-13D85DA37F3F}"/>
                </a:ext>
              </a:extLst>
            </p:cNvPr>
            <p:cNvSpPr/>
            <p:nvPr/>
          </p:nvSpPr>
          <p:spPr>
            <a:xfrm>
              <a:off x="38323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6" name="타원 12815">
              <a:extLst>
                <a:ext uri="{FF2B5EF4-FFF2-40B4-BE49-F238E27FC236}">
                  <a16:creationId xmlns:a16="http://schemas.microsoft.com/office/drawing/2014/main" id="{C5E299A8-79F9-4ECA-9219-FFDBEE7820DD}"/>
                </a:ext>
              </a:extLst>
            </p:cNvPr>
            <p:cNvSpPr/>
            <p:nvPr/>
          </p:nvSpPr>
          <p:spPr>
            <a:xfrm>
              <a:off x="39847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7" name="타원 12816">
              <a:extLst>
                <a:ext uri="{FF2B5EF4-FFF2-40B4-BE49-F238E27FC236}">
                  <a16:creationId xmlns:a16="http://schemas.microsoft.com/office/drawing/2014/main" id="{37AA3332-6DAB-492B-8F5A-749D977092CE}"/>
                </a:ext>
              </a:extLst>
            </p:cNvPr>
            <p:cNvSpPr/>
            <p:nvPr/>
          </p:nvSpPr>
          <p:spPr>
            <a:xfrm>
              <a:off x="4137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8" name="타원 12817">
              <a:extLst>
                <a:ext uri="{FF2B5EF4-FFF2-40B4-BE49-F238E27FC236}">
                  <a16:creationId xmlns:a16="http://schemas.microsoft.com/office/drawing/2014/main" id="{2E1E8A3B-04AD-4430-840E-54C4D24607DA}"/>
                </a:ext>
              </a:extLst>
            </p:cNvPr>
            <p:cNvSpPr/>
            <p:nvPr/>
          </p:nvSpPr>
          <p:spPr>
            <a:xfrm>
              <a:off x="4289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19" name="타원 12818">
              <a:extLst>
                <a:ext uri="{FF2B5EF4-FFF2-40B4-BE49-F238E27FC236}">
                  <a16:creationId xmlns:a16="http://schemas.microsoft.com/office/drawing/2014/main" id="{C26F9FB2-FAB5-4823-82E8-6E0B7B5D4651}"/>
                </a:ext>
              </a:extLst>
            </p:cNvPr>
            <p:cNvSpPr/>
            <p:nvPr/>
          </p:nvSpPr>
          <p:spPr>
            <a:xfrm>
              <a:off x="44419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0" name="타원 12819">
              <a:extLst>
                <a:ext uri="{FF2B5EF4-FFF2-40B4-BE49-F238E27FC236}">
                  <a16:creationId xmlns:a16="http://schemas.microsoft.com/office/drawing/2014/main" id="{25BE9C8F-0240-4C2C-8BEE-2272821F9F89}"/>
                </a:ext>
              </a:extLst>
            </p:cNvPr>
            <p:cNvSpPr/>
            <p:nvPr/>
          </p:nvSpPr>
          <p:spPr>
            <a:xfrm>
              <a:off x="45943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1" name="타원 12820">
              <a:extLst>
                <a:ext uri="{FF2B5EF4-FFF2-40B4-BE49-F238E27FC236}">
                  <a16:creationId xmlns:a16="http://schemas.microsoft.com/office/drawing/2014/main" id="{68EA0580-DD94-44F1-BC12-59DEC62B7B06}"/>
                </a:ext>
              </a:extLst>
            </p:cNvPr>
            <p:cNvSpPr/>
            <p:nvPr/>
          </p:nvSpPr>
          <p:spPr>
            <a:xfrm>
              <a:off x="47467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2" name="타원 12821">
              <a:extLst>
                <a:ext uri="{FF2B5EF4-FFF2-40B4-BE49-F238E27FC236}">
                  <a16:creationId xmlns:a16="http://schemas.microsoft.com/office/drawing/2014/main" id="{00A79510-103E-4C54-B8FB-50060734BAE7}"/>
                </a:ext>
              </a:extLst>
            </p:cNvPr>
            <p:cNvSpPr/>
            <p:nvPr/>
          </p:nvSpPr>
          <p:spPr>
            <a:xfrm>
              <a:off x="4899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3" name="타원 12822">
              <a:extLst>
                <a:ext uri="{FF2B5EF4-FFF2-40B4-BE49-F238E27FC236}">
                  <a16:creationId xmlns:a16="http://schemas.microsoft.com/office/drawing/2014/main" id="{0078151D-400E-4BE5-9FC0-6C37C4CCD83F}"/>
                </a:ext>
              </a:extLst>
            </p:cNvPr>
            <p:cNvSpPr/>
            <p:nvPr/>
          </p:nvSpPr>
          <p:spPr>
            <a:xfrm>
              <a:off x="5051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4" name="타원 12823">
              <a:extLst>
                <a:ext uri="{FF2B5EF4-FFF2-40B4-BE49-F238E27FC236}">
                  <a16:creationId xmlns:a16="http://schemas.microsoft.com/office/drawing/2014/main" id="{B096F512-0D9F-4121-8B27-35490C9B2A77}"/>
                </a:ext>
              </a:extLst>
            </p:cNvPr>
            <p:cNvSpPr/>
            <p:nvPr/>
          </p:nvSpPr>
          <p:spPr>
            <a:xfrm>
              <a:off x="52039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5" name="타원 12824">
              <a:extLst>
                <a:ext uri="{FF2B5EF4-FFF2-40B4-BE49-F238E27FC236}">
                  <a16:creationId xmlns:a16="http://schemas.microsoft.com/office/drawing/2014/main" id="{3D22D6F5-9191-456F-96D0-179463F26208}"/>
                </a:ext>
              </a:extLst>
            </p:cNvPr>
            <p:cNvSpPr/>
            <p:nvPr/>
          </p:nvSpPr>
          <p:spPr>
            <a:xfrm>
              <a:off x="53563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6" name="타원 12825">
              <a:extLst>
                <a:ext uri="{FF2B5EF4-FFF2-40B4-BE49-F238E27FC236}">
                  <a16:creationId xmlns:a16="http://schemas.microsoft.com/office/drawing/2014/main" id="{CF949B04-7622-45C5-BA03-CF6A82CF143E}"/>
                </a:ext>
              </a:extLst>
            </p:cNvPr>
            <p:cNvSpPr/>
            <p:nvPr/>
          </p:nvSpPr>
          <p:spPr>
            <a:xfrm>
              <a:off x="55087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7" name="타원 12826">
              <a:extLst>
                <a:ext uri="{FF2B5EF4-FFF2-40B4-BE49-F238E27FC236}">
                  <a16:creationId xmlns:a16="http://schemas.microsoft.com/office/drawing/2014/main" id="{B9D5A222-24EB-433D-BBD5-2F33B20EF7D0}"/>
                </a:ext>
              </a:extLst>
            </p:cNvPr>
            <p:cNvSpPr/>
            <p:nvPr/>
          </p:nvSpPr>
          <p:spPr>
            <a:xfrm>
              <a:off x="56611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8" name="타원 12827">
              <a:extLst>
                <a:ext uri="{FF2B5EF4-FFF2-40B4-BE49-F238E27FC236}">
                  <a16:creationId xmlns:a16="http://schemas.microsoft.com/office/drawing/2014/main" id="{E0D4BC5A-B9FB-4293-9C25-49396D753A33}"/>
                </a:ext>
              </a:extLst>
            </p:cNvPr>
            <p:cNvSpPr/>
            <p:nvPr/>
          </p:nvSpPr>
          <p:spPr>
            <a:xfrm>
              <a:off x="5813576" y="342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29" name="타원 12828">
              <a:extLst>
                <a:ext uri="{FF2B5EF4-FFF2-40B4-BE49-F238E27FC236}">
                  <a16:creationId xmlns:a16="http://schemas.microsoft.com/office/drawing/2014/main" id="{91C24A8C-771A-499E-89EA-C8F86BF90F03}"/>
                </a:ext>
              </a:extLst>
            </p:cNvPr>
            <p:cNvSpPr/>
            <p:nvPr/>
          </p:nvSpPr>
          <p:spPr>
            <a:xfrm>
              <a:off x="327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0" name="타원 12829">
              <a:extLst>
                <a:ext uri="{FF2B5EF4-FFF2-40B4-BE49-F238E27FC236}">
                  <a16:creationId xmlns:a16="http://schemas.microsoft.com/office/drawing/2014/main" id="{B9F2E97E-07FB-46F2-9973-8BA576964602}"/>
                </a:ext>
              </a:extLst>
            </p:cNvPr>
            <p:cNvSpPr/>
            <p:nvPr/>
          </p:nvSpPr>
          <p:spPr>
            <a:xfrm>
              <a:off x="479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1" name="타원 12830">
              <a:extLst>
                <a:ext uri="{FF2B5EF4-FFF2-40B4-BE49-F238E27FC236}">
                  <a16:creationId xmlns:a16="http://schemas.microsoft.com/office/drawing/2014/main" id="{6AFBB11A-2C06-44DB-9B66-617BC4CEAA86}"/>
                </a:ext>
              </a:extLst>
            </p:cNvPr>
            <p:cNvSpPr/>
            <p:nvPr/>
          </p:nvSpPr>
          <p:spPr>
            <a:xfrm>
              <a:off x="6319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2" name="타원 12831">
              <a:extLst>
                <a:ext uri="{FF2B5EF4-FFF2-40B4-BE49-F238E27FC236}">
                  <a16:creationId xmlns:a16="http://schemas.microsoft.com/office/drawing/2014/main" id="{1525CDE3-2C85-477F-8B46-14127AB05BE5}"/>
                </a:ext>
              </a:extLst>
            </p:cNvPr>
            <p:cNvSpPr/>
            <p:nvPr/>
          </p:nvSpPr>
          <p:spPr>
            <a:xfrm>
              <a:off x="7843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3" name="타원 12832">
              <a:extLst>
                <a:ext uri="{FF2B5EF4-FFF2-40B4-BE49-F238E27FC236}">
                  <a16:creationId xmlns:a16="http://schemas.microsoft.com/office/drawing/2014/main" id="{34EC9FA4-446C-413D-BE76-2F78CE10738A}"/>
                </a:ext>
              </a:extLst>
            </p:cNvPr>
            <p:cNvSpPr/>
            <p:nvPr/>
          </p:nvSpPr>
          <p:spPr>
            <a:xfrm>
              <a:off x="9367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4" name="타원 12833">
              <a:extLst>
                <a:ext uri="{FF2B5EF4-FFF2-40B4-BE49-F238E27FC236}">
                  <a16:creationId xmlns:a16="http://schemas.microsoft.com/office/drawing/2014/main" id="{4B9E89C4-AE9C-47DD-B719-2E0B2784164E}"/>
                </a:ext>
              </a:extLst>
            </p:cNvPr>
            <p:cNvSpPr/>
            <p:nvPr/>
          </p:nvSpPr>
          <p:spPr>
            <a:xfrm>
              <a:off x="1089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5" name="타원 12834">
              <a:extLst>
                <a:ext uri="{FF2B5EF4-FFF2-40B4-BE49-F238E27FC236}">
                  <a16:creationId xmlns:a16="http://schemas.microsoft.com/office/drawing/2014/main" id="{E24AF8A9-9874-40C3-A758-ADC1614026EA}"/>
                </a:ext>
              </a:extLst>
            </p:cNvPr>
            <p:cNvSpPr/>
            <p:nvPr/>
          </p:nvSpPr>
          <p:spPr>
            <a:xfrm>
              <a:off x="1241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6" name="타원 12835">
              <a:extLst>
                <a:ext uri="{FF2B5EF4-FFF2-40B4-BE49-F238E27FC236}">
                  <a16:creationId xmlns:a16="http://schemas.microsoft.com/office/drawing/2014/main" id="{73F10612-409F-434D-AD93-BB396FA72967}"/>
                </a:ext>
              </a:extLst>
            </p:cNvPr>
            <p:cNvSpPr/>
            <p:nvPr/>
          </p:nvSpPr>
          <p:spPr>
            <a:xfrm>
              <a:off x="13939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7" name="타원 12836">
              <a:extLst>
                <a:ext uri="{FF2B5EF4-FFF2-40B4-BE49-F238E27FC236}">
                  <a16:creationId xmlns:a16="http://schemas.microsoft.com/office/drawing/2014/main" id="{BA922B57-53CF-4F89-96D8-AC3D82CEFF75}"/>
                </a:ext>
              </a:extLst>
            </p:cNvPr>
            <p:cNvSpPr/>
            <p:nvPr/>
          </p:nvSpPr>
          <p:spPr>
            <a:xfrm>
              <a:off x="15463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8" name="타원 12837">
              <a:extLst>
                <a:ext uri="{FF2B5EF4-FFF2-40B4-BE49-F238E27FC236}">
                  <a16:creationId xmlns:a16="http://schemas.microsoft.com/office/drawing/2014/main" id="{D3A07AB9-17E3-4CC5-935C-1D1C13DC446B}"/>
                </a:ext>
              </a:extLst>
            </p:cNvPr>
            <p:cNvSpPr/>
            <p:nvPr/>
          </p:nvSpPr>
          <p:spPr>
            <a:xfrm>
              <a:off x="16987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39" name="타원 12838">
              <a:extLst>
                <a:ext uri="{FF2B5EF4-FFF2-40B4-BE49-F238E27FC236}">
                  <a16:creationId xmlns:a16="http://schemas.microsoft.com/office/drawing/2014/main" id="{15498370-2802-457F-B274-F3F1FB3CAB92}"/>
                </a:ext>
              </a:extLst>
            </p:cNvPr>
            <p:cNvSpPr/>
            <p:nvPr/>
          </p:nvSpPr>
          <p:spPr>
            <a:xfrm>
              <a:off x="1851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0" name="타원 12839">
              <a:extLst>
                <a:ext uri="{FF2B5EF4-FFF2-40B4-BE49-F238E27FC236}">
                  <a16:creationId xmlns:a16="http://schemas.microsoft.com/office/drawing/2014/main" id="{1DFFFAE5-0450-4230-B654-BD1E4EDA3CDE}"/>
                </a:ext>
              </a:extLst>
            </p:cNvPr>
            <p:cNvSpPr/>
            <p:nvPr/>
          </p:nvSpPr>
          <p:spPr>
            <a:xfrm>
              <a:off x="2003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1" name="타원 12840">
              <a:extLst>
                <a:ext uri="{FF2B5EF4-FFF2-40B4-BE49-F238E27FC236}">
                  <a16:creationId xmlns:a16="http://schemas.microsoft.com/office/drawing/2014/main" id="{2C9D28BF-A339-4422-BEFA-CD024F13CE3F}"/>
                </a:ext>
              </a:extLst>
            </p:cNvPr>
            <p:cNvSpPr/>
            <p:nvPr/>
          </p:nvSpPr>
          <p:spPr>
            <a:xfrm>
              <a:off x="21559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2" name="타원 12841">
              <a:extLst>
                <a:ext uri="{FF2B5EF4-FFF2-40B4-BE49-F238E27FC236}">
                  <a16:creationId xmlns:a16="http://schemas.microsoft.com/office/drawing/2014/main" id="{048CD2FB-718A-49BC-9F32-4E79FD1A8D3F}"/>
                </a:ext>
              </a:extLst>
            </p:cNvPr>
            <p:cNvSpPr/>
            <p:nvPr/>
          </p:nvSpPr>
          <p:spPr>
            <a:xfrm>
              <a:off x="23083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3" name="타원 12842">
              <a:extLst>
                <a:ext uri="{FF2B5EF4-FFF2-40B4-BE49-F238E27FC236}">
                  <a16:creationId xmlns:a16="http://schemas.microsoft.com/office/drawing/2014/main" id="{7BE6639F-2B93-452B-AFE8-0590B60D45EA}"/>
                </a:ext>
              </a:extLst>
            </p:cNvPr>
            <p:cNvSpPr/>
            <p:nvPr/>
          </p:nvSpPr>
          <p:spPr>
            <a:xfrm>
              <a:off x="24607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4" name="타원 12843">
              <a:extLst>
                <a:ext uri="{FF2B5EF4-FFF2-40B4-BE49-F238E27FC236}">
                  <a16:creationId xmlns:a16="http://schemas.microsoft.com/office/drawing/2014/main" id="{58B6DF2E-4637-45CC-A703-F23894239F97}"/>
                </a:ext>
              </a:extLst>
            </p:cNvPr>
            <p:cNvSpPr/>
            <p:nvPr/>
          </p:nvSpPr>
          <p:spPr>
            <a:xfrm>
              <a:off x="2613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5" name="타원 12844">
              <a:extLst>
                <a:ext uri="{FF2B5EF4-FFF2-40B4-BE49-F238E27FC236}">
                  <a16:creationId xmlns:a16="http://schemas.microsoft.com/office/drawing/2014/main" id="{BE7C91CD-8669-4294-9D90-CDC6133534F0}"/>
                </a:ext>
              </a:extLst>
            </p:cNvPr>
            <p:cNvSpPr/>
            <p:nvPr/>
          </p:nvSpPr>
          <p:spPr>
            <a:xfrm>
              <a:off x="2765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6" name="타원 12845">
              <a:extLst>
                <a:ext uri="{FF2B5EF4-FFF2-40B4-BE49-F238E27FC236}">
                  <a16:creationId xmlns:a16="http://schemas.microsoft.com/office/drawing/2014/main" id="{2CC8DC66-5C4D-4584-844C-4E8EBF6EDC85}"/>
                </a:ext>
              </a:extLst>
            </p:cNvPr>
            <p:cNvSpPr/>
            <p:nvPr/>
          </p:nvSpPr>
          <p:spPr>
            <a:xfrm>
              <a:off x="29179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7" name="타원 12846">
              <a:extLst>
                <a:ext uri="{FF2B5EF4-FFF2-40B4-BE49-F238E27FC236}">
                  <a16:creationId xmlns:a16="http://schemas.microsoft.com/office/drawing/2014/main" id="{DCFE3027-A740-4F2C-8E78-8930885B30FA}"/>
                </a:ext>
              </a:extLst>
            </p:cNvPr>
            <p:cNvSpPr/>
            <p:nvPr/>
          </p:nvSpPr>
          <p:spPr>
            <a:xfrm>
              <a:off x="30703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8" name="타원 12847">
              <a:extLst>
                <a:ext uri="{FF2B5EF4-FFF2-40B4-BE49-F238E27FC236}">
                  <a16:creationId xmlns:a16="http://schemas.microsoft.com/office/drawing/2014/main" id="{DC39FD80-0883-42E4-A36B-5CD02811A691}"/>
                </a:ext>
              </a:extLst>
            </p:cNvPr>
            <p:cNvSpPr/>
            <p:nvPr/>
          </p:nvSpPr>
          <p:spPr>
            <a:xfrm>
              <a:off x="32227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49" name="타원 12848">
              <a:extLst>
                <a:ext uri="{FF2B5EF4-FFF2-40B4-BE49-F238E27FC236}">
                  <a16:creationId xmlns:a16="http://schemas.microsoft.com/office/drawing/2014/main" id="{D56F8551-89B5-432A-8FB8-EBCE3B8FB50D}"/>
                </a:ext>
              </a:extLst>
            </p:cNvPr>
            <p:cNvSpPr/>
            <p:nvPr/>
          </p:nvSpPr>
          <p:spPr>
            <a:xfrm>
              <a:off x="3375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0" name="타원 12849">
              <a:extLst>
                <a:ext uri="{FF2B5EF4-FFF2-40B4-BE49-F238E27FC236}">
                  <a16:creationId xmlns:a16="http://schemas.microsoft.com/office/drawing/2014/main" id="{DBEFFCEA-B0C5-41BE-BBE3-7272F4B24B22}"/>
                </a:ext>
              </a:extLst>
            </p:cNvPr>
            <p:cNvSpPr/>
            <p:nvPr/>
          </p:nvSpPr>
          <p:spPr>
            <a:xfrm>
              <a:off x="3527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1" name="타원 12850">
              <a:extLst>
                <a:ext uri="{FF2B5EF4-FFF2-40B4-BE49-F238E27FC236}">
                  <a16:creationId xmlns:a16="http://schemas.microsoft.com/office/drawing/2014/main" id="{071F63D3-18DE-403D-A7E7-8BDF590D1A19}"/>
                </a:ext>
              </a:extLst>
            </p:cNvPr>
            <p:cNvSpPr/>
            <p:nvPr/>
          </p:nvSpPr>
          <p:spPr>
            <a:xfrm>
              <a:off x="36799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2" name="타원 12851">
              <a:extLst>
                <a:ext uri="{FF2B5EF4-FFF2-40B4-BE49-F238E27FC236}">
                  <a16:creationId xmlns:a16="http://schemas.microsoft.com/office/drawing/2014/main" id="{70322576-A36D-4088-847E-C5DA1751BB00}"/>
                </a:ext>
              </a:extLst>
            </p:cNvPr>
            <p:cNvSpPr/>
            <p:nvPr/>
          </p:nvSpPr>
          <p:spPr>
            <a:xfrm>
              <a:off x="38323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3" name="타원 12852">
              <a:extLst>
                <a:ext uri="{FF2B5EF4-FFF2-40B4-BE49-F238E27FC236}">
                  <a16:creationId xmlns:a16="http://schemas.microsoft.com/office/drawing/2014/main" id="{97777AE2-193C-41E3-BB8F-0AB6168E2176}"/>
                </a:ext>
              </a:extLst>
            </p:cNvPr>
            <p:cNvSpPr/>
            <p:nvPr/>
          </p:nvSpPr>
          <p:spPr>
            <a:xfrm>
              <a:off x="39847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4" name="타원 12853">
              <a:extLst>
                <a:ext uri="{FF2B5EF4-FFF2-40B4-BE49-F238E27FC236}">
                  <a16:creationId xmlns:a16="http://schemas.microsoft.com/office/drawing/2014/main" id="{0685A2E1-9B83-451D-A26C-6FD521A62FE7}"/>
                </a:ext>
              </a:extLst>
            </p:cNvPr>
            <p:cNvSpPr/>
            <p:nvPr/>
          </p:nvSpPr>
          <p:spPr>
            <a:xfrm>
              <a:off x="4137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5" name="타원 12854">
              <a:extLst>
                <a:ext uri="{FF2B5EF4-FFF2-40B4-BE49-F238E27FC236}">
                  <a16:creationId xmlns:a16="http://schemas.microsoft.com/office/drawing/2014/main" id="{279544CA-2E99-4810-8DA9-6E15C3410CEF}"/>
                </a:ext>
              </a:extLst>
            </p:cNvPr>
            <p:cNvSpPr/>
            <p:nvPr/>
          </p:nvSpPr>
          <p:spPr>
            <a:xfrm>
              <a:off x="4289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6" name="타원 12855">
              <a:extLst>
                <a:ext uri="{FF2B5EF4-FFF2-40B4-BE49-F238E27FC236}">
                  <a16:creationId xmlns:a16="http://schemas.microsoft.com/office/drawing/2014/main" id="{F10C6B8F-2075-4352-B4FA-DCE5F44796F0}"/>
                </a:ext>
              </a:extLst>
            </p:cNvPr>
            <p:cNvSpPr/>
            <p:nvPr/>
          </p:nvSpPr>
          <p:spPr>
            <a:xfrm>
              <a:off x="44419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7" name="타원 12856">
              <a:extLst>
                <a:ext uri="{FF2B5EF4-FFF2-40B4-BE49-F238E27FC236}">
                  <a16:creationId xmlns:a16="http://schemas.microsoft.com/office/drawing/2014/main" id="{2610EA9C-40A5-4108-83C3-83997472BD99}"/>
                </a:ext>
              </a:extLst>
            </p:cNvPr>
            <p:cNvSpPr/>
            <p:nvPr/>
          </p:nvSpPr>
          <p:spPr>
            <a:xfrm>
              <a:off x="45943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8" name="타원 12857">
              <a:extLst>
                <a:ext uri="{FF2B5EF4-FFF2-40B4-BE49-F238E27FC236}">
                  <a16:creationId xmlns:a16="http://schemas.microsoft.com/office/drawing/2014/main" id="{2F8B7567-145A-4BE4-80BC-71E5591D2AC5}"/>
                </a:ext>
              </a:extLst>
            </p:cNvPr>
            <p:cNvSpPr/>
            <p:nvPr/>
          </p:nvSpPr>
          <p:spPr>
            <a:xfrm>
              <a:off x="47467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59" name="타원 12858">
              <a:extLst>
                <a:ext uri="{FF2B5EF4-FFF2-40B4-BE49-F238E27FC236}">
                  <a16:creationId xmlns:a16="http://schemas.microsoft.com/office/drawing/2014/main" id="{F65B7737-933D-4D4A-B9D9-20BB1BBC576C}"/>
                </a:ext>
              </a:extLst>
            </p:cNvPr>
            <p:cNvSpPr/>
            <p:nvPr/>
          </p:nvSpPr>
          <p:spPr>
            <a:xfrm>
              <a:off x="4899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0" name="타원 12859">
              <a:extLst>
                <a:ext uri="{FF2B5EF4-FFF2-40B4-BE49-F238E27FC236}">
                  <a16:creationId xmlns:a16="http://schemas.microsoft.com/office/drawing/2014/main" id="{3A3538E3-7E76-4A95-B875-1C5E71CCD821}"/>
                </a:ext>
              </a:extLst>
            </p:cNvPr>
            <p:cNvSpPr/>
            <p:nvPr/>
          </p:nvSpPr>
          <p:spPr>
            <a:xfrm>
              <a:off x="5051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1" name="타원 12860">
              <a:extLst>
                <a:ext uri="{FF2B5EF4-FFF2-40B4-BE49-F238E27FC236}">
                  <a16:creationId xmlns:a16="http://schemas.microsoft.com/office/drawing/2014/main" id="{8D25C74E-153F-4C07-A081-FF1F9C34BCFD}"/>
                </a:ext>
              </a:extLst>
            </p:cNvPr>
            <p:cNvSpPr/>
            <p:nvPr/>
          </p:nvSpPr>
          <p:spPr>
            <a:xfrm>
              <a:off x="52039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2" name="타원 12861">
              <a:extLst>
                <a:ext uri="{FF2B5EF4-FFF2-40B4-BE49-F238E27FC236}">
                  <a16:creationId xmlns:a16="http://schemas.microsoft.com/office/drawing/2014/main" id="{33ABABA1-945F-4BDD-BADD-25B2A00859A8}"/>
                </a:ext>
              </a:extLst>
            </p:cNvPr>
            <p:cNvSpPr/>
            <p:nvPr/>
          </p:nvSpPr>
          <p:spPr>
            <a:xfrm>
              <a:off x="53563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3" name="타원 12862">
              <a:extLst>
                <a:ext uri="{FF2B5EF4-FFF2-40B4-BE49-F238E27FC236}">
                  <a16:creationId xmlns:a16="http://schemas.microsoft.com/office/drawing/2014/main" id="{ABC4783D-610D-4A1F-8266-03797362523E}"/>
                </a:ext>
              </a:extLst>
            </p:cNvPr>
            <p:cNvSpPr/>
            <p:nvPr/>
          </p:nvSpPr>
          <p:spPr>
            <a:xfrm>
              <a:off x="55087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4" name="타원 12863">
              <a:extLst>
                <a:ext uri="{FF2B5EF4-FFF2-40B4-BE49-F238E27FC236}">
                  <a16:creationId xmlns:a16="http://schemas.microsoft.com/office/drawing/2014/main" id="{3A092380-D746-4A24-ABD7-4CC3313069C3}"/>
                </a:ext>
              </a:extLst>
            </p:cNvPr>
            <p:cNvSpPr/>
            <p:nvPr/>
          </p:nvSpPr>
          <p:spPr>
            <a:xfrm>
              <a:off x="56611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5" name="타원 12864">
              <a:extLst>
                <a:ext uri="{FF2B5EF4-FFF2-40B4-BE49-F238E27FC236}">
                  <a16:creationId xmlns:a16="http://schemas.microsoft.com/office/drawing/2014/main" id="{D1A1B8BF-4058-4020-8FDD-2280F968078A}"/>
                </a:ext>
              </a:extLst>
            </p:cNvPr>
            <p:cNvSpPr/>
            <p:nvPr/>
          </p:nvSpPr>
          <p:spPr>
            <a:xfrm>
              <a:off x="5813576" y="358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6" name="타원 12865">
              <a:extLst>
                <a:ext uri="{FF2B5EF4-FFF2-40B4-BE49-F238E27FC236}">
                  <a16:creationId xmlns:a16="http://schemas.microsoft.com/office/drawing/2014/main" id="{15BD5139-7CF6-4A97-A486-BA866319C85A}"/>
                </a:ext>
              </a:extLst>
            </p:cNvPr>
            <p:cNvSpPr/>
            <p:nvPr/>
          </p:nvSpPr>
          <p:spPr>
            <a:xfrm>
              <a:off x="327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7" name="타원 12866">
              <a:extLst>
                <a:ext uri="{FF2B5EF4-FFF2-40B4-BE49-F238E27FC236}">
                  <a16:creationId xmlns:a16="http://schemas.microsoft.com/office/drawing/2014/main" id="{0A664D39-F7BF-4556-B32A-75504EB47E43}"/>
                </a:ext>
              </a:extLst>
            </p:cNvPr>
            <p:cNvSpPr/>
            <p:nvPr/>
          </p:nvSpPr>
          <p:spPr>
            <a:xfrm>
              <a:off x="479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8" name="타원 12867">
              <a:extLst>
                <a:ext uri="{FF2B5EF4-FFF2-40B4-BE49-F238E27FC236}">
                  <a16:creationId xmlns:a16="http://schemas.microsoft.com/office/drawing/2014/main" id="{9A76858D-4C7A-4784-AE24-15B7C6840892}"/>
                </a:ext>
              </a:extLst>
            </p:cNvPr>
            <p:cNvSpPr/>
            <p:nvPr/>
          </p:nvSpPr>
          <p:spPr>
            <a:xfrm>
              <a:off x="6319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69" name="타원 12868">
              <a:extLst>
                <a:ext uri="{FF2B5EF4-FFF2-40B4-BE49-F238E27FC236}">
                  <a16:creationId xmlns:a16="http://schemas.microsoft.com/office/drawing/2014/main" id="{646A61CC-85B1-43C1-A812-6B2239DB1CFB}"/>
                </a:ext>
              </a:extLst>
            </p:cNvPr>
            <p:cNvSpPr/>
            <p:nvPr/>
          </p:nvSpPr>
          <p:spPr>
            <a:xfrm>
              <a:off x="7843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0" name="타원 12869">
              <a:extLst>
                <a:ext uri="{FF2B5EF4-FFF2-40B4-BE49-F238E27FC236}">
                  <a16:creationId xmlns:a16="http://schemas.microsoft.com/office/drawing/2014/main" id="{F737290D-4470-4662-AE23-88D8DB2FA050}"/>
                </a:ext>
              </a:extLst>
            </p:cNvPr>
            <p:cNvSpPr/>
            <p:nvPr/>
          </p:nvSpPr>
          <p:spPr>
            <a:xfrm>
              <a:off x="9367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1" name="타원 12870">
              <a:extLst>
                <a:ext uri="{FF2B5EF4-FFF2-40B4-BE49-F238E27FC236}">
                  <a16:creationId xmlns:a16="http://schemas.microsoft.com/office/drawing/2014/main" id="{635A4112-0576-4CED-8B77-505E891D673C}"/>
                </a:ext>
              </a:extLst>
            </p:cNvPr>
            <p:cNvSpPr/>
            <p:nvPr/>
          </p:nvSpPr>
          <p:spPr>
            <a:xfrm>
              <a:off x="1089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2" name="타원 12871">
              <a:extLst>
                <a:ext uri="{FF2B5EF4-FFF2-40B4-BE49-F238E27FC236}">
                  <a16:creationId xmlns:a16="http://schemas.microsoft.com/office/drawing/2014/main" id="{A772B6ED-8762-47B0-8913-AAEB78E18FD9}"/>
                </a:ext>
              </a:extLst>
            </p:cNvPr>
            <p:cNvSpPr/>
            <p:nvPr/>
          </p:nvSpPr>
          <p:spPr>
            <a:xfrm>
              <a:off x="1241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3" name="타원 12872">
              <a:extLst>
                <a:ext uri="{FF2B5EF4-FFF2-40B4-BE49-F238E27FC236}">
                  <a16:creationId xmlns:a16="http://schemas.microsoft.com/office/drawing/2014/main" id="{8C99ECC0-6266-459D-AE45-F8F8302F3A8E}"/>
                </a:ext>
              </a:extLst>
            </p:cNvPr>
            <p:cNvSpPr/>
            <p:nvPr/>
          </p:nvSpPr>
          <p:spPr>
            <a:xfrm>
              <a:off x="13939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4" name="타원 12873">
              <a:extLst>
                <a:ext uri="{FF2B5EF4-FFF2-40B4-BE49-F238E27FC236}">
                  <a16:creationId xmlns:a16="http://schemas.microsoft.com/office/drawing/2014/main" id="{3DD9F127-10FA-4380-9D9E-2DFD8B5C377E}"/>
                </a:ext>
              </a:extLst>
            </p:cNvPr>
            <p:cNvSpPr/>
            <p:nvPr/>
          </p:nvSpPr>
          <p:spPr>
            <a:xfrm>
              <a:off x="15463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5" name="타원 12874">
              <a:extLst>
                <a:ext uri="{FF2B5EF4-FFF2-40B4-BE49-F238E27FC236}">
                  <a16:creationId xmlns:a16="http://schemas.microsoft.com/office/drawing/2014/main" id="{5290958A-B1D5-43AC-9CD9-35AC5973499C}"/>
                </a:ext>
              </a:extLst>
            </p:cNvPr>
            <p:cNvSpPr/>
            <p:nvPr/>
          </p:nvSpPr>
          <p:spPr>
            <a:xfrm>
              <a:off x="16987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6" name="타원 12875">
              <a:extLst>
                <a:ext uri="{FF2B5EF4-FFF2-40B4-BE49-F238E27FC236}">
                  <a16:creationId xmlns:a16="http://schemas.microsoft.com/office/drawing/2014/main" id="{A52A1247-9344-441B-9A24-D0C9016804B9}"/>
                </a:ext>
              </a:extLst>
            </p:cNvPr>
            <p:cNvSpPr/>
            <p:nvPr/>
          </p:nvSpPr>
          <p:spPr>
            <a:xfrm>
              <a:off x="1851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7" name="타원 12876">
              <a:extLst>
                <a:ext uri="{FF2B5EF4-FFF2-40B4-BE49-F238E27FC236}">
                  <a16:creationId xmlns:a16="http://schemas.microsoft.com/office/drawing/2014/main" id="{2321228E-3BA7-4241-8412-007AB971692C}"/>
                </a:ext>
              </a:extLst>
            </p:cNvPr>
            <p:cNvSpPr/>
            <p:nvPr/>
          </p:nvSpPr>
          <p:spPr>
            <a:xfrm>
              <a:off x="2003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8" name="타원 12877">
              <a:extLst>
                <a:ext uri="{FF2B5EF4-FFF2-40B4-BE49-F238E27FC236}">
                  <a16:creationId xmlns:a16="http://schemas.microsoft.com/office/drawing/2014/main" id="{4AEDE232-016B-4B97-A89C-7686E97818FA}"/>
                </a:ext>
              </a:extLst>
            </p:cNvPr>
            <p:cNvSpPr/>
            <p:nvPr/>
          </p:nvSpPr>
          <p:spPr>
            <a:xfrm>
              <a:off x="21559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79" name="타원 12878">
              <a:extLst>
                <a:ext uri="{FF2B5EF4-FFF2-40B4-BE49-F238E27FC236}">
                  <a16:creationId xmlns:a16="http://schemas.microsoft.com/office/drawing/2014/main" id="{BDC9D9BC-2151-409E-B622-072549A4ED97}"/>
                </a:ext>
              </a:extLst>
            </p:cNvPr>
            <p:cNvSpPr/>
            <p:nvPr/>
          </p:nvSpPr>
          <p:spPr>
            <a:xfrm>
              <a:off x="23083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0" name="타원 12879">
              <a:extLst>
                <a:ext uri="{FF2B5EF4-FFF2-40B4-BE49-F238E27FC236}">
                  <a16:creationId xmlns:a16="http://schemas.microsoft.com/office/drawing/2014/main" id="{CEF0695A-9ADD-4D02-A6EE-7DC58C4F8AF3}"/>
                </a:ext>
              </a:extLst>
            </p:cNvPr>
            <p:cNvSpPr/>
            <p:nvPr/>
          </p:nvSpPr>
          <p:spPr>
            <a:xfrm>
              <a:off x="24607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1" name="타원 12880">
              <a:extLst>
                <a:ext uri="{FF2B5EF4-FFF2-40B4-BE49-F238E27FC236}">
                  <a16:creationId xmlns:a16="http://schemas.microsoft.com/office/drawing/2014/main" id="{1FD0FD83-F94C-4B08-98CF-DE4EDDE7D99E}"/>
                </a:ext>
              </a:extLst>
            </p:cNvPr>
            <p:cNvSpPr/>
            <p:nvPr/>
          </p:nvSpPr>
          <p:spPr>
            <a:xfrm>
              <a:off x="2613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2" name="타원 12881">
              <a:extLst>
                <a:ext uri="{FF2B5EF4-FFF2-40B4-BE49-F238E27FC236}">
                  <a16:creationId xmlns:a16="http://schemas.microsoft.com/office/drawing/2014/main" id="{5F4A0854-6B4D-494C-874A-F3B2CCA07D49}"/>
                </a:ext>
              </a:extLst>
            </p:cNvPr>
            <p:cNvSpPr/>
            <p:nvPr/>
          </p:nvSpPr>
          <p:spPr>
            <a:xfrm>
              <a:off x="2765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3" name="타원 12882">
              <a:extLst>
                <a:ext uri="{FF2B5EF4-FFF2-40B4-BE49-F238E27FC236}">
                  <a16:creationId xmlns:a16="http://schemas.microsoft.com/office/drawing/2014/main" id="{BA5DAA94-DF25-4F9B-97C7-46DA9D024985}"/>
                </a:ext>
              </a:extLst>
            </p:cNvPr>
            <p:cNvSpPr/>
            <p:nvPr/>
          </p:nvSpPr>
          <p:spPr>
            <a:xfrm>
              <a:off x="29179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4" name="타원 12883">
              <a:extLst>
                <a:ext uri="{FF2B5EF4-FFF2-40B4-BE49-F238E27FC236}">
                  <a16:creationId xmlns:a16="http://schemas.microsoft.com/office/drawing/2014/main" id="{B5A0B6B8-9F63-47EB-9167-FCA6AD0603B5}"/>
                </a:ext>
              </a:extLst>
            </p:cNvPr>
            <p:cNvSpPr/>
            <p:nvPr/>
          </p:nvSpPr>
          <p:spPr>
            <a:xfrm>
              <a:off x="30703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5" name="타원 12884">
              <a:extLst>
                <a:ext uri="{FF2B5EF4-FFF2-40B4-BE49-F238E27FC236}">
                  <a16:creationId xmlns:a16="http://schemas.microsoft.com/office/drawing/2014/main" id="{0FC36836-E61C-4E08-BA1A-D7C7C3D3A8D9}"/>
                </a:ext>
              </a:extLst>
            </p:cNvPr>
            <p:cNvSpPr/>
            <p:nvPr/>
          </p:nvSpPr>
          <p:spPr>
            <a:xfrm>
              <a:off x="32227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6" name="타원 12885">
              <a:extLst>
                <a:ext uri="{FF2B5EF4-FFF2-40B4-BE49-F238E27FC236}">
                  <a16:creationId xmlns:a16="http://schemas.microsoft.com/office/drawing/2014/main" id="{835EE282-D1D2-44BA-8D0E-5D240D69C80A}"/>
                </a:ext>
              </a:extLst>
            </p:cNvPr>
            <p:cNvSpPr/>
            <p:nvPr/>
          </p:nvSpPr>
          <p:spPr>
            <a:xfrm>
              <a:off x="3375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7" name="타원 12886">
              <a:extLst>
                <a:ext uri="{FF2B5EF4-FFF2-40B4-BE49-F238E27FC236}">
                  <a16:creationId xmlns:a16="http://schemas.microsoft.com/office/drawing/2014/main" id="{AF99B175-A547-4FC0-A6EF-E3088E2FFFCB}"/>
                </a:ext>
              </a:extLst>
            </p:cNvPr>
            <p:cNvSpPr/>
            <p:nvPr/>
          </p:nvSpPr>
          <p:spPr>
            <a:xfrm>
              <a:off x="3527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8" name="타원 12887">
              <a:extLst>
                <a:ext uri="{FF2B5EF4-FFF2-40B4-BE49-F238E27FC236}">
                  <a16:creationId xmlns:a16="http://schemas.microsoft.com/office/drawing/2014/main" id="{1D8538AD-6D25-4110-AB75-341E64929E65}"/>
                </a:ext>
              </a:extLst>
            </p:cNvPr>
            <p:cNvSpPr/>
            <p:nvPr/>
          </p:nvSpPr>
          <p:spPr>
            <a:xfrm>
              <a:off x="36799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89" name="타원 12888">
              <a:extLst>
                <a:ext uri="{FF2B5EF4-FFF2-40B4-BE49-F238E27FC236}">
                  <a16:creationId xmlns:a16="http://schemas.microsoft.com/office/drawing/2014/main" id="{6AD032C5-6250-4EC1-A00D-F96E45C1ADB4}"/>
                </a:ext>
              </a:extLst>
            </p:cNvPr>
            <p:cNvSpPr/>
            <p:nvPr/>
          </p:nvSpPr>
          <p:spPr>
            <a:xfrm>
              <a:off x="38323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0" name="타원 12889">
              <a:extLst>
                <a:ext uri="{FF2B5EF4-FFF2-40B4-BE49-F238E27FC236}">
                  <a16:creationId xmlns:a16="http://schemas.microsoft.com/office/drawing/2014/main" id="{F63CE88C-B0E0-4189-88EF-2209DC47A586}"/>
                </a:ext>
              </a:extLst>
            </p:cNvPr>
            <p:cNvSpPr/>
            <p:nvPr/>
          </p:nvSpPr>
          <p:spPr>
            <a:xfrm>
              <a:off x="39847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1" name="타원 12890">
              <a:extLst>
                <a:ext uri="{FF2B5EF4-FFF2-40B4-BE49-F238E27FC236}">
                  <a16:creationId xmlns:a16="http://schemas.microsoft.com/office/drawing/2014/main" id="{F0E3D65E-E702-45F6-9D74-BD8CA0324116}"/>
                </a:ext>
              </a:extLst>
            </p:cNvPr>
            <p:cNvSpPr/>
            <p:nvPr/>
          </p:nvSpPr>
          <p:spPr>
            <a:xfrm>
              <a:off x="4137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2" name="타원 12891">
              <a:extLst>
                <a:ext uri="{FF2B5EF4-FFF2-40B4-BE49-F238E27FC236}">
                  <a16:creationId xmlns:a16="http://schemas.microsoft.com/office/drawing/2014/main" id="{E77F2302-A48A-4327-89E4-AFDF69707F4B}"/>
                </a:ext>
              </a:extLst>
            </p:cNvPr>
            <p:cNvSpPr/>
            <p:nvPr/>
          </p:nvSpPr>
          <p:spPr>
            <a:xfrm>
              <a:off x="4289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3" name="타원 12892">
              <a:extLst>
                <a:ext uri="{FF2B5EF4-FFF2-40B4-BE49-F238E27FC236}">
                  <a16:creationId xmlns:a16="http://schemas.microsoft.com/office/drawing/2014/main" id="{AC9B9AE5-2BD6-4995-BF48-F3AE35102BEB}"/>
                </a:ext>
              </a:extLst>
            </p:cNvPr>
            <p:cNvSpPr/>
            <p:nvPr/>
          </p:nvSpPr>
          <p:spPr>
            <a:xfrm>
              <a:off x="44419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4" name="타원 12893">
              <a:extLst>
                <a:ext uri="{FF2B5EF4-FFF2-40B4-BE49-F238E27FC236}">
                  <a16:creationId xmlns:a16="http://schemas.microsoft.com/office/drawing/2014/main" id="{D90D2EC4-9D4E-428A-8054-C5D8B1ADEBF4}"/>
                </a:ext>
              </a:extLst>
            </p:cNvPr>
            <p:cNvSpPr/>
            <p:nvPr/>
          </p:nvSpPr>
          <p:spPr>
            <a:xfrm>
              <a:off x="45943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5" name="타원 12894">
              <a:extLst>
                <a:ext uri="{FF2B5EF4-FFF2-40B4-BE49-F238E27FC236}">
                  <a16:creationId xmlns:a16="http://schemas.microsoft.com/office/drawing/2014/main" id="{CEFBC69E-A77A-4F7A-B087-0BEC34A85277}"/>
                </a:ext>
              </a:extLst>
            </p:cNvPr>
            <p:cNvSpPr/>
            <p:nvPr/>
          </p:nvSpPr>
          <p:spPr>
            <a:xfrm>
              <a:off x="47467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6" name="타원 12895">
              <a:extLst>
                <a:ext uri="{FF2B5EF4-FFF2-40B4-BE49-F238E27FC236}">
                  <a16:creationId xmlns:a16="http://schemas.microsoft.com/office/drawing/2014/main" id="{68D0EF86-54F2-4966-868F-C67E56B9F801}"/>
                </a:ext>
              </a:extLst>
            </p:cNvPr>
            <p:cNvSpPr/>
            <p:nvPr/>
          </p:nvSpPr>
          <p:spPr>
            <a:xfrm>
              <a:off x="4899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7" name="타원 12896">
              <a:extLst>
                <a:ext uri="{FF2B5EF4-FFF2-40B4-BE49-F238E27FC236}">
                  <a16:creationId xmlns:a16="http://schemas.microsoft.com/office/drawing/2014/main" id="{6DE098E5-2A66-4E25-A215-FC10D987DC16}"/>
                </a:ext>
              </a:extLst>
            </p:cNvPr>
            <p:cNvSpPr/>
            <p:nvPr/>
          </p:nvSpPr>
          <p:spPr>
            <a:xfrm>
              <a:off x="5051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8" name="타원 12897">
              <a:extLst>
                <a:ext uri="{FF2B5EF4-FFF2-40B4-BE49-F238E27FC236}">
                  <a16:creationId xmlns:a16="http://schemas.microsoft.com/office/drawing/2014/main" id="{D229037D-E2EF-4FE4-BC58-61270EB13BBB}"/>
                </a:ext>
              </a:extLst>
            </p:cNvPr>
            <p:cNvSpPr/>
            <p:nvPr/>
          </p:nvSpPr>
          <p:spPr>
            <a:xfrm>
              <a:off x="52039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99" name="타원 12898">
              <a:extLst>
                <a:ext uri="{FF2B5EF4-FFF2-40B4-BE49-F238E27FC236}">
                  <a16:creationId xmlns:a16="http://schemas.microsoft.com/office/drawing/2014/main" id="{B8601E61-4DBE-4615-83AF-9EB6CAA379C9}"/>
                </a:ext>
              </a:extLst>
            </p:cNvPr>
            <p:cNvSpPr/>
            <p:nvPr/>
          </p:nvSpPr>
          <p:spPr>
            <a:xfrm>
              <a:off x="53563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0" name="타원 12899">
              <a:extLst>
                <a:ext uri="{FF2B5EF4-FFF2-40B4-BE49-F238E27FC236}">
                  <a16:creationId xmlns:a16="http://schemas.microsoft.com/office/drawing/2014/main" id="{EA7B1C70-6091-4119-B9D8-C91B925CA709}"/>
                </a:ext>
              </a:extLst>
            </p:cNvPr>
            <p:cNvSpPr/>
            <p:nvPr/>
          </p:nvSpPr>
          <p:spPr>
            <a:xfrm>
              <a:off x="55087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1" name="타원 12900">
              <a:extLst>
                <a:ext uri="{FF2B5EF4-FFF2-40B4-BE49-F238E27FC236}">
                  <a16:creationId xmlns:a16="http://schemas.microsoft.com/office/drawing/2014/main" id="{C5F7A64C-940C-4B3F-A155-FD7AC816A50F}"/>
                </a:ext>
              </a:extLst>
            </p:cNvPr>
            <p:cNvSpPr/>
            <p:nvPr/>
          </p:nvSpPr>
          <p:spPr>
            <a:xfrm>
              <a:off x="56611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2" name="타원 12901">
              <a:extLst>
                <a:ext uri="{FF2B5EF4-FFF2-40B4-BE49-F238E27FC236}">
                  <a16:creationId xmlns:a16="http://schemas.microsoft.com/office/drawing/2014/main" id="{07614E7D-92C2-4350-9A48-FEF28948688A}"/>
                </a:ext>
              </a:extLst>
            </p:cNvPr>
            <p:cNvSpPr/>
            <p:nvPr/>
          </p:nvSpPr>
          <p:spPr>
            <a:xfrm>
              <a:off x="5813576" y="3733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3" name="타원 12902">
              <a:extLst>
                <a:ext uri="{FF2B5EF4-FFF2-40B4-BE49-F238E27FC236}">
                  <a16:creationId xmlns:a16="http://schemas.microsoft.com/office/drawing/2014/main" id="{99C3DDA6-2CA6-46F1-BEA9-CD9696972D96}"/>
                </a:ext>
              </a:extLst>
            </p:cNvPr>
            <p:cNvSpPr/>
            <p:nvPr/>
          </p:nvSpPr>
          <p:spPr>
            <a:xfrm>
              <a:off x="327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4" name="타원 12903">
              <a:extLst>
                <a:ext uri="{FF2B5EF4-FFF2-40B4-BE49-F238E27FC236}">
                  <a16:creationId xmlns:a16="http://schemas.microsoft.com/office/drawing/2014/main" id="{249B5F96-7DB9-408E-862A-6BDF86C7106F}"/>
                </a:ext>
              </a:extLst>
            </p:cNvPr>
            <p:cNvSpPr/>
            <p:nvPr/>
          </p:nvSpPr>
          <p:spPr>
            <a:xfrm>
              <a:off x="479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5" name="타원 12904">
              <a:extLst>
                <a:ext uri="{FF2B5EF4-FFF2-40B4-BE49-F238E27FC236}">
                  <a16:creationId xmlns:a16="http://schemas.microsoft.com/office/drawing/2014/main" id="{E75C81A8-691C-41B1-8DCD-0764A9223DE8}"/>
                </a:ext>
              </a:extLst>
            </p:cNvPr>
            <p:cNvSpPr/>
            <p:nvPr/>
          </p:nvSpPr>
          <p:spPr>
            <a:xfrm>
              <a:off x="6319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6" name="타원 12905">
              <a:extLst>
                <a:ext uri="{FF2B5EF4-FFF2-40B4-BE49-F238E27FC236}">
                  <a16:creationId xmlns:a16="http://schemas.microsoft.com/office/drawing/2014/main" id="{F402DE4A-1454-4CAE-87EF-2D8250C51C38}"/>
                </a:ext>
              </a:extLst>
            </p:cNvPr>
            <p:cNvSpPr/>
            <p:nvPr/>
          </p:nvSpPr>
          <p:spPr>
            <a:xfrm>
              <a:off x="7843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7" name="타원 12906">
              <a:extLst>
                <a:ext uri="{FF2B5EF4-FFF2-40B4-BE49-F238E27FC236}">
                  <a16:creationId xmlns:a16="http://schemas.microsoft.com/office/drawing/2014/main" id="{3A8554DF-D387-4FCF-A108-99F8C858B078}"/>
                </a:ext>
              </a:extLst>
            </p:cNvPr>
            <p:cNvSpPr/>
            <p:nvPr/>
          </p:nvSpPr>
          <p:spPr>
            <a:xfrm>
              <a:off x="9367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8" name="타원 12907">
              <a:extLst>
                <a:ext uri="{FF2B5EF4-FFF2-40B4-BE49-F238E27FC236}">
                  <a16:creationId xmlns:a16="http://schemas.microsoft.com/office/drawing/2014/main" id="{0D685A69-8900-451B-92B6-483932D61C11}"/>
                </a:ext>
              </a:extLst>
            </p:cNvPr>
            <p:cNvSpPr/>
            <p:nvPr/>
          </p:nvSpPr>
          <p:spPr>
            <a:xfrm>
              <a:off x="1089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09" name="타원 12908">
              <a:extLst>
                <a:ext uri="{FF2B5EF4-FFF2-40B4-BE49-F238E27FC236}">
                  <a16:creationId xmlns:a16="http://schemas.microsoft.com/office/drawing/2014/main" id="{90C06139-0774-4005-9613-C0E1433B74EB}"/>
                </a:ext>
              </a:extLst>
            </p:cNvPr>
            <p:cNvSpPr/>
            <p:nvPr/>
          </p:nvSpPr>
          <p:spPr>
            <a:xfrm>
              <a:off x="1241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0" name="타원 12909">
              <a:extLst>
                <a:ext uri="{FF2B5EF4-FFF2-40B4-BE49-F238E27FC236}">
                  <a16:creationId xmlns:a16="http://schemas.microsoft.com/office/drawing/2014/main" id="{571C4EA0-3A86-4EEF-8F85-CF859BFCD183}"/>
                </a:ext>
              </a:extLst>
            </p:cNvPr>
            <p:cNvSpPr/>
            <p:nvPr/>
          </p:nvSpPr>
          <p:spPr>
            <a:xfrm>
              <a:off x="13939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1" name="타원 12910">
              <a:extLst>
                <a:ext uri="{FF2B5EF4-FFF2-40B4-BE49-F238E27FC236}">
                  <a16:creationId xmlns:a16="http://schemas.microsoft.com/office/drawing/2014/main" id="{96C54FFC-CE45-4995-915B-2750D69C531E}"/>
                </a:ext>
              </a:extLst>
            </p:cNvPr>
            <p:cNvSpPr/>
            <p:nvPr/>
          </p:nvSpPr>
          <p:spPr>
            <a:xfrm>
              <a:off x="15463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2" name="타원 12911">
              <a:extLst>
                <a:ext uri="{FF2B5EF4-FFF2-40B4-BE49-F238E27FC236}">
                  <a16:creationId xmlns:a16="http://schemas.microsoft.com/office/drawing/2014/main" id="{26F8EA60-C315-414F-965B-AF5A5FA951AF}"/>
                </a:ext>
              </a:extLst>
            </p:cNvPr>
            <p:cNvSpPr/>
            <p:nvPr/>
          </p:nvSpPr>
          <p:spPr>
            <a:xfrm>
              <a:off x="16987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3" name="타원 12912">
              <a:extLst>
                <a:ext uri="{FF2B5EF4-FFF2-40B4-BE49-F238E27FC236}">
                  <a16:creationId xmlns:a16="http://schemas.microsoft.com/office/drawing/2014/main" id="{C24E04EA-3E21-403D-B1DE-7C75F8F788C6}"/>
                </a:ext>
              </a:extLst>
            </p:cNvPr>
            <p:cNvSpPr/>
            <p:nvPr/>
          </p:nvSpPr>
          <p:spPr>
            <a:xfrm>
              <a:off x="1851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4" name="타원 12913">
              <a:extLst>
                <a:ext uri="{FF2B5EF4-FFF2-40B4-BE49-F238E27FC236}">
                  <a16:creationId xmlns:a16="http://schemas.microsoft.com/office/drawing/2014/main" id="{73C1AEF3-2659-4986-A2BB-844121B9527D}"/>
                </a:ext>
              </a:extLst>
            </p:cNvPr>
            <p:cNvSpPr/>
            <p:nvPr/>
          </p:nvSpPr>
          <p:spPr>
            <a:xfrm>
              <a:off x="2003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5" name="타원 12914">
              <a:extLst>
                <a:ext uri="{FF2B5EF4-FFF2-40B4-BE49-F238E27FC236}">
                  <a16:creationId xmlns:a16="http://schemas.microsoft.com/office/drawing/2014/main" id="{EC4BF9A7-20FD-4931-98F2-D10D3E119144}"/>
                </a:ext>
              </a:extLst>
            </p:cNvPr>
            <p:cNvSpPr/>
            <p:nvPr/>
          </p:nvSpPr>
          <p:spPr>
            <a:xfrm>
              <a:off x="21559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6" name="타원 12915">
              <a:extLst>
                <a:ext uri="{FF2B5EF4-FFF2-40B4-BE49-F238E27FC236}">
                  <a16:creationId xmlns:a16="http://schemas.microsoft.com/office/drawing/2014/main" id="{E22335A9-3F2F-408D-91A4-01D2B8F4ADB1}"/>
                </a:ext>
              </a:extLst>
            </p:cNvPr>
            <p:cNvSpPr/>
            <p:nvPr/>
          </p:nvSpPr>
          <p:spPr>
            <a:xfrm>
              <a:off x="23083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7" name="타원 12916">
              <a:extLst>
                <a:ext uri="{FF2B5EF4-FFF2-40B4-BE49-F238E27FC236}">
                  <a16:creationId xmlns:a16="http://schemas.microsoft.com/office/drawing/2014/main" id="{EE63BA2D-8741-434A-B24A-BE73B3AF5F4F}"/>
                </a:ext>
              </a:extLst>
            </p:cNvPr>
            <p:cNvSpPr/>
            <p:nvPr/>
          </p:nvSpPr>
          <p:spPr>
            <a:xfrm>
              <a:off x="24607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8" name="타원 12917">
              <a:extLst>
                <a:ext uri="{FF2B5EF4-FFF2-40B4-BE49-F238E27FC236}">
                  <a16:creationId xmlns:a16="http://schemas.microsoft.com/office/drawing/2014/main" id="{8396DC03-8ACA-47C1-AF67-4D0F9B48DDFC}"/>
                </a:ext>
              </a:extLst>
            </p:cNvPr>
            <p:cNvSpPr/>
            <p:nvPr/>
          </p:nvSpPr>
          <p:spPr>
            <a:xfrm>
              <a:off x="2613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19" name="타원 12918">
              <a:extLst>
                <a:ext uri="{FF2B5EF4-FFF2-40B4-BE49-F238E27FC236}">
                  <a16:creationId xmlns:a16="http://schemas.microsoft.com/office/drawing/2014/main" id="{1F6673DA-01AD-44E6-A3A0-A8C99CF257D9}"/>
                </a:ext>
              </a:extLst>
            </p:cNvPr>
            <p:cNvSpPr/>
            <p:nvPr/>
          </p:nvSpPr>
          <p:spPr>
            <a:xfrm>
              <a:off x="2765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0" name="타원 12919">
              <a:extLst>
                <a:ext uri="{FF2B5EF4-FFF2-40B4-BE49-F238E27FC236}">
                  <a16:creationId xmlns:a16="http://schemas.microsoft.com/office/drawing/2014/main" id="{1E9C716D-9D61-4F57-BFB8-D86AA8D59055}"/>
                </a:ext>
              </a:extLst>
            </p:cNvPr>
            <p:cNvSpPr/>
            <p:nvPr/>
          </p:nvSpPr>
          <p:spPr>
            <a:xfrm>
              <a:off x="29179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1" name="타원 12920">
              <a:extLst>
                <a:ext uri="{FF2B5EF4-FFF2-40B4-BE49-F238E27FC236}">
                  <a16:creationId xmlns:a16="http://schemas.microsoft.com/office/drawing/2014/main" id="{F7CF2630-8994-4152-B619-BD66E5A059DE}"/>
                </a:ext>
              </a:extLst>
            </p:cNvPr>
            <p:cNvSpPr/>
            <p:nvPr/>
          </p:nvSpPr>
          <p:spPr>
            <a:xfrm>
              <a:off x="30703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2" name="타원 12921">
              <a:extLst>
                <a:ext uri="{FF2B5EF4-FFF2-40B4-BE49-F238E27FC236}">
                  <a16:creationId xmlns:a16="http://schemas.microsoft.com/office/drawing/2014/main" id="{73EDCCD9-4321-43D4-BC44-411AB00A3F78}"/>
                </a:ext>
              </a:extLst>
            </p:cNvPr>
            <p:cNvSpPr/>
            <p:nvPr/>
          </p:nvSpPr>
          <p:spPr>
            <a:xfrm>
              <a:off x="32227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3" name="타원 12922">
              <a:extLst>
                <a:ext uri="{FF2B5EF4-FFF2-40B4-BE49-F238E27FC236}">
                  <a16:creationId xmlns:a16="http://schemas.microsoft.com/office/drawing/2014/main" id="{3B3BE61B-9B15-4457-8320-B8182BB42E0C}"/>
                </a:ext>
              </a:extLst>
            </p:cNvPr>
            <p:cNvSpPr/>
            <p:nvPr/>
          </p:nvSpPr>
          <p:spPr>
            <a:xfrm>
              <a:off x="3375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4" name="타원 12923">
              <a:extLst>
                <a:ext uri="{FF2B5EF4-FFF2-40B4-BE49-F238E27FC236}">
                  <a16:creationId xmlns:a16="http://schemas.microsoft.com/office/drawing/2014/main" id="{43A98938-17D3-4E18-95F0-0E81CDDBF1EB}"/>
                </a:ext>
              </a:extLst>
            </p:cNvPr>
            <p:cNvSpPr/>
            <p:nvPr/>
          </p:nvSpPr>
          <p:spPr>
            <a:xfrm>
              <a:off x="3527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5" name="타원 12924">
              <a:extLst>
                <a:ext uri="{FF2B5EF4-FFF2-40B4-BE49-F238E27FC236}">
                  <a16:creationId xmlns:a16="http://schemas.microsoft.com/office/drawing/2014/main" id="{524114D1-85D4-4D00-BFDE-9AB93413AE7F}"/>
                </a:ext>
              </a:extLst>
            </p:cNvPr>
            <p:cNvSpPr/>
            <p:nvPr/>
          </p:nvSpPr>
          <p:spPr>
            <a:xfrm>
              <a:off x="36799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6" name="타원 12925">
              <a:extLst>
                <a:ext uri="{FF2B5EF4-FFF2-40B4-BE49-F238E27FC236}">
                  <a16:creationId xmlns:a16="http://schemas.microsoft.com/office/drawing/2014/main" id="{B608B675-E911-4606-B566-4C24FA8D9758}"/>
                </a:ext>
              </a:extLst>
            </p:cNvPr>
            <p:cNvSpPr/>
            <p:nvPr/>
          </p:nvSpPr>
          <p:spPr>
            <a:xfrm>
              <a:off x="38323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7" name="타원 12926">
              <a:extLst>
                <a:ext uri="{FF2B5EF4-FFF2-40B4-BE49-F238E27FC236}">
                  <a16:creationId xmlns:a16="http://schemas.microsoft.com/office/drawing/2014/main" id="{E7FAF5B8-C174-4A71-AA96-58C9C9E622C7}"/>
                </a:ext>
              </a:extLst>
            </p:cNvPr>
            <p:cNvSpPr/>
            <p:nvPr/>
          </p:nvSpPr>
          <p:spPr>
            <a:xfrm>
              <a:off x="39847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8" name="타원 12927">
              <a:extLst>
                <a:ext uri="{FF2B5EF4-FFF2-40B4-BE49-F238E27FC236}">
                  <a16:creationId xmlns:a16="http://schemas.microsoft.com/office/drawing/2014/main" id="{78084F39-84E7-461C-9B61-C1BBBA141022}"/>
                </a:ext>
              </a:extLst>
            </p:cNvPr>
            <p:cNvSpPr/>
            <p:nvPr/>
          </p:nvSpPr>
          <p:spPr>
            <a:xfrm>
              <a:off x="4137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29" name="타원 12928">
              <a:extLst>
                <a:ext uri="{FF2B5EF4-FFF2-40B4-BE49-F238E27FC236}">
                  <a16:creationId xmlns:a16="http://schemas.microsoft.com/office/drawing/2014/main" id="{07B1936E-2931-4043-A7B6-AFB95BC95273}"/>
                </a:ext>
              </a:extLst>
            </p:cNvPr>
            <p:cNvSpPr/>
            <p:nvPr/>
          </p:nvSpPr>
          <p:spPr>
            <a:xfrm>
              <a:off x="4289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0" name="타원 12929">
              <a:extLst>
                <a:ext uri="{FF2B5EF4-FFF2-40B4-BE49-F238E27FC236}">
                  <a16:creationId xmlns:a16="http://schemas.microsoft.com/office/drawing/2014/main" id="{F553641E-5DD8-4C26-85D8-886C0B0F6412}"/>
                </a:ext>
              </a:extLst>
            </p:cNvPr>
            <p:cNvSpPr/>
            <p:nvPr/>
          </p:nvSpPr>
          <p:spPr>
            <a:xfrm>
              <a:off x="44419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1" name="타원 12930">
              <a:extLst>
                <a:ext uri="{FF2B5EF4-FFF2-40B4-BE49-F238E27FC236}">
                  <a16:creationId xmlns:a16="http://schemas.microsoft.com/office/drawing/2014/main" id="{9FFA5A24-0249-4D47-B4AC-AD1DD4394EA4}"/>
                </a:ext>
              </a:extLst>
            </p:cNvPr>
            <p:cNvSpPr/>
            <p:nvPr/>
          </p:nvSpPr>
          <p:spPr>
            <a:xfrm>
              <a:off x="45943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2" name="타원 12931">
              <a:extLst>
                <a:ext uri="{FF2B5EF4-FFF2-40B4-BE49-F238E27FC236}">
                  <a16:creationId xmlns:a16="http://schemas.microsoft.com/office/drawing/2014/main" id="{A211965A-DB21-4EFD-822F-A00B3266B2BE}"/>
                </a:ext>
              </a:extLst>
            </p:cNvPr>
            <p:cNvSpPr/>
            <p:nvPr/>
          </p:nvSpPr>
          <p:spPr>
            <a:xfrm>
              <a:off x="47467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3" name="타원 12932">
              <a:extLst>
                <a:ext uri="{FF2B5EF4-FFF2-40B4-BE49-F238E27FC236}">
                  <a16:creationId xmlns:a16="http://schemas.microsoft.com/office/drawing/2014/main" id="{04B71F55-70CC-48EF-8B2F-A7479F4B0676}"/>
                </a:ext>
              </a:extLst>
            </p:cNvPr>
            <p:cNvSpPr/>
            <p:nvPr/>
          </p:nvSpPr>
          <p:spPr>
            <a:xfrm>
              <a:off x="4899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4" name="타원 12933">
              <a:extLst>
                <a:ext uri="{FF2B5EF4-FFF2-40B4-BE49-F238E27FC236}">
                  <a16:creationId xmlns:a16="http://schemas.microsoft.com/office/drawing/2014/main" id="{6B9B7607-B4D5-46E4-90DE-178F42EB6587}"/>
                </a:ext>
              </a:extLst>
            </p:cNvPr>
            <p:cNvSpPr/>
            <p:nvPr/>
          </p:nvSpPr>
          <p:spPr>
            <a:xfrm>
              <a:off x="5051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5" name="타원 12934">
              <a:extLst>
                <a:ext uri="{FF2B5EF4-FFF2-40B4-BE49-F238E27FC236}">
                  <a16:creationId xmlns:a16="http://schemas.microsoft.com/office/drawing/2014/main" id="{24FF6451-1983-4E14-A617-029CBE5F9983}"/>
                </a:ext>
              </a:extLst>
            </p:cNvPr>
            <p:cNvSpPr/>
            <p:nvPr/>
          </p:nvSpPr>
          <p:spPr>
            <a:xfrm>
              <a:off x="52039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6" name="타원 12935">
              <a:extLst>
                <a:ext uri="{FF2B5EF4-FFF2-40B4-BE49-F238E27FC236}">
                  <a16:creationId xmlns:a16="http://schemas.microsoft.com/office/drawing/2014/main" id="{64A044F0-1A07-49DD-890C-B69916933F03}"/>
                </a:ext>
              </a:extLst>
            </p:cNvPr>
            <p:cNvSpPr/>
            <p:nvPr/>
          </p:nvSpPr>
          <p:spPr>
            <a:xfrm>
              <a:off x="53563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7" name="타원 12936">
              <a:extLst>
                <a:ext uri="{FF2B5EF4-FFF2-40B4-BE49-F238E27FC236}">
                  <a16:creationId xmlns:a16="http://schemas.microsoft.com/office/drawing/2014/main" id="{C7C4DC36-A74E-436C-9B81-66AB8A075B4E}"/>
                </a:ext>
              </a:extLst>
            </p:cNvPr>
            <p:cNvSpPr/>
            <p:nvPr/>
          </p:nvSpPr>
          <p:spPr>
            <a:xfrm>
              <a:off x="55087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8" name="타원 12937">
              <a:extLst>
                <a:ext uri="{FF2B5EF4-FFF2-40B4-BE49-F238E27FC236}">
                  <a16:creationId xmlns:a16="http://schemas.microsoft.com/office/drawing/2014/main" id="{050D7D56-F6A7-42C2-9462-ED4257D8E7AA}"/>
                </a:ext>
              </a:extLst>
            </p:cNvPr>
            <p:cNvSpPr/>
            <p:nvPr/>
          </p:nvSpPr>
          <p:spPr>
            <a:xfrm>
              <a:off x="56611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39" name="타원 12938">
              <a:extLst>
                <a:ext uri="{FF2B5EF4-FFF2-40B4-BE49-F238E27FC236}">
                  <a16:creationId xmlns:a16="http://schemas.microsoft.com/office/drawing/2014/main" id="{2CD524BA-2397-48FE-82D7-1B15DCF39870}"/>
                </a:ext>
              </a:extLst>
            </p:cNvPr>
            <p:cNvSpPr/>
            <p:nvPr/>
          </p:nvSpPr>
          <p:spPr>
            <a:xfrm>
              <a:off x="5813576" y="3886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0" name="타원 12939">
              <a:extLst>
                <a:ext uri="{FF2B5EF4-FFF2-40B4-BE49-F238E27FC236}">
                  <a16:creationId xmlns:a16="http://schemas.microsoft.com/office/drawing/2014/main" id="{9E7A6E61-6058-4AAF-8957-46532CEFDCC8}"/>
                </a:ext>
              </a:extLst>
            </p:cNvPr>
            <p:cNvSpPr/>
            <p:nvPr/>
          </p:nvSpPr>
          <p:spPr>
            <a:xfrm>
              <a:off x="327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1" name="타원 12940">
              <a:extLst>
                <a:ext uri="{FF2B5EF4-FFF2-40B4-BE49-F238E27FC236}">
                  <a16:creationId xmlns:a16="http://schemas.microsoft.com/office/drawing/2014/main" id="{4F784EA6-D9E9-4EB3-AD52-03000FDF2E46}"/>
                </a:ext>
              </a:extLst>
            </p:cNvPr>
            <p:cNvSpPr/>
            <p:nvPr/>
          </p:nvSpPr>
          <p:spPr>
            <a:xfrm>
              <a:off x="479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2" name="타원 12941">
              <a:extLst>
                <a:ext uri="{FF2B5EF4-FFF2-40B4-BE49-F238E27FC236}">
                  <a16:creationId xmlns:a16="http://schemas.microsoft.com/office/drawing/2014/main" id="{27174A7F-D7BB-49C5-BDC8-7EF8F5C7A984}"/>
                </a:ext>
              </a:extLst>
            </p:cNvPr>
            <p:cNvSpPr/>
            <p:nvPr/>
          </p:nvSpPr>
          <p:spPr>
            <a:xfrm>
              <a:off x="6319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3" name="타원 12942">
              <a:extLst>
                <a:ext uri="{FF2B5EF4-FFF2-40B4-BE49-F238E27FC236}">
                  <a16:creationId xmlns:a16="http://schemas.microsoft.com/office/drawing/2014/main" id="{ED4AB442-E512-40A9-9484-5BB2BA7059DB}"/>
                </a:ext>
              </a:extLst>
            </p:cNvPr>
            <p:cNvSpPr/>
            <p:nvPr/>
          </p:nvSpPr>
          <p:spPr>
            <a:xfrm>
              <a:off x="7843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4" name="타원 12943">
              <a:extLst>
                <a:ext uri="{FF2B5EF4-FFF2-40B4-BE49-F238E27FC236}">
                  <a16:creationId xmlns:a16="http://schemas.microsoft.com/office/drawing/2014/main" id="{966165A7-F64F-48A2-B9B8-33D04BD08456}"/>
                </a:ext>
              </a:extLst>
            </p:cNvPr>
            <p:cNvSpPr/>
            <p:nvPr/>
          </p:nvSpPr>
          <p:spPr>
            <a:xfrm>
              <a:off x="9367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5" name="타원 12944">
              <a:extLst>
                <a:ext uri="{FF2B5EF4-FFF2-40B4-BE49-F238E27FC236}">
                  <a16:creationId xmlns:a16="http://schemas.microsoft.com/office/drawing/2014/main" id="{E543D60A-31EE-426D-8F29-B8819408D769}"/>
                </a:ext>
              </a:extLst>
            </p:cNvPr>
            <p:cNvSpPr/>
            <p:nvPr/>
          </p:nvSpPr>
          <p:spPr>
            <a:xfrm>
              <a:off x="1089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6" name="타원 12945">
              <a:extLst>
                <a:ext uri="{FF2B5EF4-FFF2-40B4-BE49-F238E27FC236}">
                  <a16:creationId xmlns:a16="http://schemas.microsoft.com/office/drawing/2014/main" id="{BDB0D906-439D-454E-A94F-F800615D21ED}"/>
                </a:ext>
              </a:extLst>
            </p:cNvPr>
            <p:cNvSpPr/>
            <p:nvPr/>
          </p:nvSpPr>
          <p:spPr>
            <a:xfrm>
              <a:off x="1241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7" name="타원 12946">
              <a:extLst>
                <a:ext uri="{FF2B5EF4-FFF2-40B4-BE49-F238E27FC236}">
                  <a16:creationId xmlns:a16="http://schemas.microsoft.com/office/drawing/2014/main" id="{36D4F603-8EB6-4AF5-9721-C95A30094BED}"/>
                </a:ext>
              </a:extLst>
            </p:cNvPr>
            <p:cNvSpPr/>
            <p:nvPr/>
          </p:nvSpPr>
          <p:spPr>
            <a:xfrm>
              <a:off x="13939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8" name="타원 12947">
              <a:extLst>
                <a:ext uri="{FF2B5EF4-FFF2-40B4-BE49-F238E27FC236}">
                  <a16:creationId xmlns:a16="http://schemas.microsoft.com/office/drawing/2014/main" id="{525C5A84-AC6F-46C5-9EB0-203345149F23}"/>
                </a:ext>
              </a:extLst>
            </p:cNvPr>
            <p:cNvSpPr/>
            <p:nvPr/>
          </p:nvSpPr>
          <p:spPr>
            <a:xfrm>
              <a:off x="15463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49" name="타원 12948">
              <a:extLst>
                <a:ext uri="{FF2B5EF4-FFF2-40B4-BE49-F238E27FC236}">
                  <a16:creationId xmlns:a16="http://schemas.microsoft.com/office/drawing/2014/main" id="{70EEC82B-7FE7-4355-ACFA-368C5CE83DCF}"/>
                </a:ext>
              </a:extLst>
            </p:cNvPr>
            <p:cNvSpPr/>
            <p:nvPr/>
          </p:nvSpPr>
          <p:spPr>
            <a:xfrm>
              <a:off x="16987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0" name="타원 12949">
              <a:extLst>
                <a:ext uri="{FF2B5EF4-FFF2-40B4-BE49-F238E27FC236}">
                  <a16:creationId xmlns:a16="http://schemas.microsoft.com/office/drawing/2014/main" id="{91845814-00CB-4617-A3B4-7778E0077C95}"/>
                </a:ext>
              </a:extLst>
            </p:cNvPr>
            <p:cNvSpPr/>
            <p:nvPr/>
          </p:nvSpPr>
          <p:spPr>
            <a:xfrm>
              <a:off x="1851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1" name="타원 12950">
              <a:extLst>
                <a:ext uri="{FF2B5EF4-FFF2-40B4-BE49-F238E27FC236}">
                  <a16:creationId xmlns:a16="http://schemas.microsoft.com/office/drawing/2014/main" id="{06648B31-01B7-4EAF-8C06-B7ABF5D01179}"/>
                </a:ext>
              </a:extLst>
            </p:cNvPr>
            <p:cNvSpPr/>
            <p:nvPr/>
          </p:nvSpPr>
          <p:spPr>
            <a:xfrm>
              <a:off x="2003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2" name="타원 12951">
              <a:extLst>
                <a:ext uri="{FF2B5EF4-FFF2-40B4-BE49-F238E27FC236}">
                  <a16:creationId xmlns:a16="http://schemas.microsoft.com/office/drawing/2014/main" id="{ED3B23C4-E5F2-4B3B-A5B8-34ADEDD6302D}"/>
                </a:ext>
              </a:extLst>
            </p:cNvPr>
            <p:cNvSpPr/>
            <p:nvPr/>
          </p:nvSpPr>
          <p:spPr>
            <a:xfrm>
              <a:off x="21559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3" name="타원 12952">
              <a:extLst>
                <a:ext uri="{FF2B5EF4-FFF2-40B4-BE49-F238E27FC236}">
                  <a16:creationId xmlns:a16="http://schemas.microsoft.com/office/drawing/2014/main" id="{9EA6608B-3B99-45BA-8F40-7CC49F60D2B4}"/>
                </a:ext>
              </a:extLst>
            </p:cNvPr>
            <p:cNvSpPr/>
            <p:nvPr/>
          </p:nvSpPr>
          <p:spPr>
            <a:xfrm>
              <a:off x="23083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4" name="타원 12953">
              <a:extLst>
                <a:ext uri="{FF2B5EF4-FFF2-40B4-BE49-F238E27FC236}">
                  <a16:creationId xmlns:a16="http://schemas.microsoft.com/office/drawing/2014/main" id="{F4B335CA-F20C-40CB-BF80-F4D72DAD17FA}"/>
                </a:ext>
              </a:extLst>
            </p:cNvPr>
            <p:cNvSpPr/>
            <p:nvPr/>
          </p:nvSpPr>
          <p:spPr>
            <a:xfrm>
              <a:off x="24607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5" name="타원 12954">
              <a:extLst>
                <a:ext uri="{FF2B5EF4-FFF2-40B4-BE49-F238E27FC236}">
                  <a16:creationId xmlns:a16="http://schemas.microsoft.com/office/drawing/2014/main" id="{1CF28461-EB46-4A8F-904C-8EC3F394EEEE}"/>
                </a:ext>
              </a:extLst>
            </p:cNvPr>
            <p:cNvSpPr/>
            <p:nvPr/>
          </p:nvSpPr>
          <p:spPr>
            <a:xfrm>
              <a:off x="2613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6" name="타원 12955">
              <a:extLst>
                <a:ext uri="{FF2B5EF4-FFF2-40B4-BE49-F238E27FC236}">
                  <a16:creationId xmlns:a16="http://schemas.microsoft.com/office/drawing/2014/main" id="{6A8E115C-5B76-47FC-B5A4-395828E3828E}"/>
                </a:ext>
              </a:extLst>
            </p:cNvPr>
            <p:cNvSpPr/>
            <p:nvPr/>
          </p:nvSpPr>
          <p:spPr>
            <a:xfrm>
              <a:off x="2765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7" name="타원 12956">
              <a:extLst>
                <a:ext uri="{FF2B5EF4-FFF2-40B4-BE49-F238E27FC236}">
                  <a16:creationId xmlns:a16="http://schemas.microsoft.com/office/drawing/2014/main" id="{D65E5378-C969-4211-A9BC-9A14F57C2B16}"/>
                </a:ext>
              </a:extLst>
            </p:cNvPr>
            <p:cNvSpPr/>
            <p:nvPr/>
          </p:nvSpPr>
          <p:spPr>
            <a:xfrm>
              <a:off x="29179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8" name="타원 12957">
              <a:extLst>
                <a:ext uri="{FF2B5EF4-FFF2-40B4-BE49-F238E27FC236}">
                  <a16:creationId xmlns:a16="http://schemas.microsoft.com/office/drawing/2014/main" id="{E5DF93A4-3782-4202-BC6F-A432D7FA3D88}"/>
                </a:ext>
              </a:extLst>
            </p:cNvPr>
            <p:cNvSpPr/>
            <p:nvPr/>
          </p:nvSpPr>
          <p:spPr>
            <a:xfrm>
              <a:off x="30703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59" name="타원 12958">
              <a:extLst>
                <a:ext uri="{FF2B5EF4-FFF2-40B4-BE49-F238E27FC236}">
                  <a16:creationId xmlns:a16="http://schemas.microsoft.com/office/drawing/2014/main" id="{FE2C1864-C3C3-4964-8D1D-0A893BD6DB75}"/>
                </a:ext>
              </a:extLst>
            </p:cNvPr>
            <p:cNvSpPr/>
            <p:nvPr/>
          </p:nvSpPr>
          <p:spPr>
            <a:xfrm>
              <a:off x="32227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0" name="타원 12959">
              <a:extLst>
                <a:ext uri="{FF2B5EF4-FFF2-40B4-BE49-F238E27FC236}">
                  <a16:creationId xmlns:a16="http://schemas.microsoft.com/office/drawing/2014/main" id="{7A91056D-B132-41C4-9534-2B9DAEC5FBD3}"/>
                </a:ext>
              </a:extLst>
            </p:cNvPr>
            <p:cNvSpPr/>
            <p:nvPr/>
          </p:nvSpPr>
          <p:spPr>
            <a:xfrm>
              <a:off x="3375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1" name="타원 12960">
              <a:extLst>
                <a:ext uri="{FF2B5EF4-FFF2-40B4-BE49-F238E27FC236}">
                  <a16:creationId xmlns:a16="http://schemas.microsoft.com/office/drawing/2014/main" id="{04CCD595-BF29-4D2C-A9AA-203E63F25A14}"/>
                </a:ext>
              </a:extLst>
            </p:cNvPr>
            <p:cNvSpPr/>
            <p:nvPr/>
          </p:nvSpPr>
          <p:spPr>
            <a:xfrm>
              <a:off x="3527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2" name="타원 12961">
              <a:extLst>
                <a:ext uri="{FF2B5EF4-FFF2-40B4-BE49-F238E27FC236}">
                  <a16:creationId xmlns:a16="http://schemas.microsoft.com/office/drawing/2014/main" id="{CA70648B-C7AE-4D7E-95DA-9976AD901B8C}"/>
                </a:ext>
              </a:extLst>
            </p:cNvPr>
            <p:cNvSpPr/>
            <p:nvPr/>
          </p:nvSpPr>
          <p:spPr>
            <a:xfrm>
              <a:off x="36799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3" name="타원 12962">
              <a:extLst>
                <a:ext uri="{FF2B5EF4-FFF2-40B4-BE49-F238E27FC236}">
                  <a16:creationId xmlns:a16="http://schemas.microsoft.com/office/drawing/2014/main" id="{27BF5E96-F48E-42BB-AB09-8787A4055960}"/>
                </a:ext>
              </a:extLst>
            </p:cNvPr>
            <p:cNvSpPr/>
            <p:nvPr/>
          </p:nvSpPr>
          <p:spPr>
            <a:xfrm>
              <a:off x="38323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4" name="타원 12963">
              <a:extLst>
                <a:ext uri="{FF2B5EF4-FFF2-40B4-BE49-F238E27FC236}">
                  <a16:creationId xmlns:a16="http://schemas.microsoft.com/office/drawing/2014/main" id="{283EDBC0-5105-4BA5-83D1-B37C546DD34D}"/>
                </a:ext>
              </a:extLst>
            </p:cNvPr>
            <p:cNvSpPr/>
            <p:nvPr/>
          </p:nvSpPr>
          <p:spPr>
            <a:xfrm>
              <a:off x="39847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5" name="타원 12964">
              <a:extLst>
                <a:ext uri="{FF2B5EF4-FFF2-40B4-BE49-F238E27FC236}">
                  <a16:creationId xmlns:a16="http://schemas.microsoft.com/office/drawing/2014/main" id="{FF2C3671-82CB-4856-AE0F-FFD7AEA6F06E}"/>
                </a:ext>
              </a:extLst>
            </p:cNvPr>
            <p:cNvSpPr/>
            <p:nvPr/>
          </p:nvSpPr>
          <p:spPr>
            <a:xfrm>
              <a:off x="4137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6" name="타원 12965">
              <a:extLst>
                <a:ext uri="{FF2B5EF4-FFF2-40B4-BE49-F238E27FC236}">
                  <a16:creationId xmlns:a16="http://schemas.microsoft.com/office/drawing/2014/main" id="{E481B27E-9932-4DC3-A7DF-779257052A4F}"/>
                </a:ext>
              </a:extLst>
            </p:cNvPr>
            <p:cNvSpPr/>
            <p:nvPr/>
          </p:nvSpPr>
          <p:spPr>
            <a:xfrm>
              <a:off x="4289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7" name="타원 12966">
              <a:extLst>
                <a:ext uri="{FF2B5EF4-FFF2-40B4-BE49-F238E27FC236}">
                  <a16:creationId xmlns:a16="http://schemas.microsoft.com/office/drawing/2014/main" id="{40B0E063-DDC5-48D7-8CEE-C53A61B9B249}"/>
                </a:ext>
              </a:extLst>
            </p:cNvPr>
            <p:cNvSpPr/>
            <p:nvPr/>
          </p:nvSpPr>
          <p:spPr>
            <a:xfrm>
              <a:off x="44419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8" name="타원 12967">
              <a:extLst>
                <a:ext uri="{FF2B5EF4-FFF2-40B4-BE49-F238E27FC236}">
                  <a16:creationId xmlns:a16="http://schemas.microsoft.com/office/drawing/2014/main" id="{C089231F-88CE-4480-BF0A-5AB53010150F}"/>
                </a:ext>
              </a:extLst>
            </p:cNvPr>
            <p:cNvSpPr/>
            <p:nvPr/>
          </p:nvSpPr>
          <p:spPr>
            <a:xfrm>
              <a:off x="45943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69" name="타원 12968">
              <a:extLst>
                <a:ext uri="{FF2B5EF4-FFF2-40B4-BE49-F238E27FC236}">
                  <a16:creationId xmlns:a16="http://schemas.microsoft.com/office/drawing/2014/main" id="{BDF61ED0-DC72-4705-A96E-B8C36A4201F2}"/>
                </a:ext>
              </a:extLst>
            </p:cNvPr>
            <p:cNvSpPr/>
            <p:nvPr/>
          </p:nvSpPr>
          <p:spPr>
            <a:xfrm>
              <a:off x="47467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0" name="타원 12969">
              <a:extLst>
                <a:ext uri="{FF2B5EF4-FFF2-40B4-BE49-F238E27FC236}">
                  <a16:creationId xmlns:a16="http://schemas.microsoft.com/office/drawing/2014/main" id="{CAAEED4C-B5EB-4F41-A7C9-A847E5D04344}"/>
                </a:ext>
              </a:extLst>
            </p:cNvPr>
            <p:cNvSpPr/>
            <p:nvPr/>
          </p:nvSpPr>
          <p:spPr>
            <a:xfrm>
              <a:off x="4899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1" name="타원 12970">
              <a:extLst>
                <a:ext uri="{FF2B5EF4-FFF2-40B4-BE49-F238E27FC236}">
                  <a16:creationId xmlns:a16="http://schemas.microsoft.com/office/drawing/2014/main" id="{930B2814-D334-4167-A696-57D069BCF668}"/>
                </a:ext>
              </a:extLst>
            </p:cNvPr>
            <p:cNvSpPr/>
            <p:nvPr/>
          </p:nvSpPr>
          <p:spPr>
            <a:xfrm>
              <a:off x="5051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2" name="타원 12971">
              <a:extLst>
                <a:ext uri="{FF2B5EF4-FFF2-40B4-BE49-F238E27FC236}">
                  <a16:creationId xmlns:a16="http://schemas.microsoft.com/office/drawing/2014/main" id="{6EAFFB37-7867-4071-96CA-CB2D635653EC}"/>
                </a:ext>
              </a:extLst>
            </p:cNvPr>
            <p:cNvSpPr/>
            <p:nvPr/>
          </p:nvSpPr>
          <p:spPr>
            <a:xfrm>
              <a:off x="52039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3" name="타원 12972">
              <a:extLst>
                <a:ext uri="{FF2B5EF4-FFF2-40B4-BE49-F238E27FC236}">
                  <a16:creationId xmlns:a16="http://schemas.microsoft.com/office/drawing/2014/main" id="{E3AC8DEA-53E2-4387-9766-EBC947F5D311}"/>
                </a:ext>
              </a:extLst>
            </p:cNvPr>
            <p:cNvSpPr/>
            <p:nvPr/>
          </p:nvSpPr>
          <p:spPr>
            <a:xfrm>
              <a:off x="53563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4" name="타원 12973">
              <a:extLst>
                <a:ext uri="{FF2B5EF4-FFF2-40B4-BE49-F238E27FC236}">
                  <a16:creationId xmlns:a16="http://schemas.microsoft.com/office/drawing/2014/main" id="{70332A6F-928E-4319-8EBC-C540FC14A55E}"/>
                </a:ext>
              </a:extLst>
            </p:cNvPr>
            <p:cNvSpPr/>
            <p:nvPr/>
          </p:nvSpPr>
          <p:spPr>
            <a:xfrm>
              <a:off x="55087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5" name="타원 12974">
              <a:extLst>
                <a:ext uri="{FF2B5EF4-FFF2-40B4-BE49-F238E27FC236}">
                  <a16:creationId xmlns:a16="http://schemas.microsoft.com/office/drawing/2014/main" id="{0B681006-F7CE-41D3-8BA0-5D081A57D3BB}"/>
                </a:ext>
              </a:extLst>
            </p:cNvPr>
            <p:cNvSpPr/>
            <p:nvPr/>
          </p:nvSpPr>
          <p:spPr>
            <a:xfrm>
              <a:off x="56611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6" name="타원 12975">
              <a:extLst>
                <a:ext uri="{FF2B5EF4-FFF2-40B4-BE49-F238E27FC236}">
                  <a16:creationId xmlns:a16="http://schemas.microsoft.com/office/drawing/2014/main" id="{4FD9D009-5E1C-4D8A-A81B-43F42FF3919F}"/>
                </a:ext>
              </a:extLst>
            </p:cNvPr>
            <p:cNvSpPr/>
            <p:nvPr/>
          </p:nvSpPr>
          <p:spPr>
            <a:xfrm>
              <a:off x="5813576" y="4038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7" name="타원 12976">
              <a:extLst>
                <a:ext uri="{FF2B5EF4-FFF2-40B4-BE49-F238E27FC236}">
                  <a16:creationId xmlns:a16="http://schemas.microsoft.com/office/drawing/2014/main" id="{BF1992B1-D0EA-47D1-A3D9-AC5E3665DE3D}"/>
                </a:ext>
              </a:extLst>
            </p:cNvPr>
            <p:cNvSpPr/>
            <p:nvPr/>
          </p:nvSpPr>
          <p:spPr>
            <a:xfrm>
              <a:off x="327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8" name="타원 12977">
              <a:extLst>
                <a:ext uri="{FF2B5EF4-FFF2-40B4-BE49-F238E27FC236}">
                  <a16:creationId xmlns:a16="http://schemas.microsoft.com/office/drawing/2014/main" id="{E9C81BDF-6697-48AF-8248-4213DF933ECD}"/>
                </a:ext>
              </a:extLst>
            </p:cNvPr>
            <p:cNvSpPr/>
            <p:nvPr/>
          </p:nvSpPr>
          <p:spPr>
            <a:xfrm>
              <a:off x="479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79" name="타원 12978">
              <a:extLst>
                <a:ext uri="{FF2B5EF4-FFF2-40B4-BE49-F238E27FC236}">
                  <a16:creationId xmlns:a16="http://schemas.microsoft.com/office/drawing/2014/main" id="{D50EFA1A-14C7-41BB-8EC2-E6E85696CC5B}"/>
                </a:ext>
              </a:extLst>
            </p:cNvPr>
            <p:cNvSpPr/>
            <p:nvPr/>
          </p:nvSpPr>
          <p:spPr>
            <a:xfrm>
              <a:off x="6319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0" name="타원 12979">
              <a:extLst>
                <a:ext uri="{FF2B5EF4-FFF2-40B4-BE49-F238E27FC236}">
                  <a16:creationId xmlns:a16="http://schemas.microsoft.com/office/drawing/2014/main" id="{1939DDB4-3266-4849-9E09-F547E609D2A6}"/>
                </a:ext>
              </a:extLst>
            </p:cNvPr>
            <p:cNvSpPr/>
            <p:nvPr/>
          </p:nvSpPr>
          <p:spPr>
            <a:xfrm>
              <a:off x="7843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1" name="타원 12980">
              <a:extLst>
                <a:ext uri="{FF2B5EF4-FFF2-40B4-BE49-F238E27FC236}">
                  <a16:creationId xmlns:a16="http://schemas.microsoft.com/office/drawing/2014/main" id="{3DAFC9DC-10D6-46BC-B86B-9D78D431E2D0}"/>
                </a:ext>
              </a:extLst>
            </p:cNvPr>
            <p:cNvSpPr/>
            <p:nvPr/>
          </p:nvSpPr>
          <p:spPr>
            <a:xfrm>
              <a:off x="9367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2" name="타원 12981">
              <a:extLst>
                <a:ext uri="{FF2B5EF4-FFF2-40B4-BE49-F238E27FC236}">
                  <a16:creationId xmlns:a16="http://schemas.microsoft.com/office/drawing/2014/main" id="{5DCA2A79-B97D-45F6-8942-0C6D51B6F971}"/>
                </a:ext>
              </a:extLst>
            </p:cNvPr>
            <p:cNvSpPr/>
            <p:nvPr/>
          </p:nvSpPr>
          <p:spPr>
            <a:xfrm>
              <a:off x="1089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3" name="타원 12982">
              <a:extLst>
                <a:ext uri="{FF2B5EF4-FFF2-40B4-BE49-F238E27FC236}">
                  <a16:creationId xmlns:a16="http://schemas.microsoft.com/office/drawing/2014/main" id="{A0B148E0-7DE5-4EB3-84B7-072B66043F9F}"/>
                </a:ext>
              </a:extLst>
            </p:cNvPr>
            <p:cNvSpPr/>
            <p:nvPr/>
          </p:nvSpPr>
          <p:spPr>
            <a:xfrm>
              <a:off x="1241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4" name="타원 12983">
              <a:extLst>
                <a:ext uri="{FF2B5EF4-FFF2-40B4-BE49-F238E27FC236}">
                  <a16:creationId xmlns:a16="http://schemas.microsoft.com/office/drawing/2014/main" id="{D0B1F234-EBA6-483D-86F4-5B308B1E91DD}"/>
                </a:ext>
              </a:extLst>
            </p:cNvPr>
            <p:cNvSpPr/>
            <p:nvPr/>
          </p:nvSpPr>
          <p:spPr>
            <a:xfrm>
              <a:off x="13939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5" name="타원 12984">
              <a:extLst>
                <a:ext uri="{FF2B5EF4-FFF2-40B4-BE49-F238E27FC236}">
                  <a16:creationId xmlns:a16="http://schemas.microsoft.com/office/drawing/2014/main" id="{6A539EF2-EA34-44A9-9CB6-410C47C787D6}"/>
                </a:ext>
              </a:extLst>
            </p:cNvPr>
            <p:cNvSpPr/>
            <p:nvPr/>
          </p:nvSpPr>
          <p:spPr>
            <a:xfrm>
              <a:off x="15463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6" name="타원 12985">
              <a:extLst>
                <a:ext uri="{FF2B5EF4-FFF2-40B4-BE49-F238E27FC236}">
                  <a16:creationId xmlns:a16="http://schemas.microsoft.com/office/drawing/2014/main" id="{BAF7DC61-497D-4DCA-BFA6-898580FE1D4C}"/>
                </a:ext>
              </a:extLst>
            </p:cNvPr>
            <p:cNvSpPr/>
            <p:nvPr/>
          </p:nvSpPr>
          <p:spPr>
            <a:xfrm>
              <a:off x="16987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7" name="타원 12986">
              <a:extLst>
                <a:ext uri="{FF2B5EF4-FFF2-40B4-BE49-F238E27FC236}">
                  <a16:creationId xmlns:a16="http://schemas.microsoft.com/office/drawing/2014/main" id="{2958F018-32F6-4318-AC27-EAA9A483E06B}"/>
                </a:ext>
              </a:extLst>
            </p:cNvPr>
            <p:cNvSpPr/>
            <p:nvPr/>
          </p:nvSpPr>
          <p:spPr>
            <a:xfrm>
              <a:off x="1851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8" name="타원 12987">
              <a:extLst>
                <a:ext uri="{FF2B5EF4-FFF2-40B4-BE49-F238E27FC236}">
                  <a16:creationId xmlns:a16="http://schemas.microsoft.com/office/drawing/2014/main" id="{D5906684-AA8A-485E-AE15-B508BC0B20CA}"/>
                </a:ext>
              </a:extLst>
            </p:cNvPr>
            <p:cNvSpPr/>
            <p:nvPr/>
          </p:nvSpPr>
          <p:spPr>
            <a:xfrm>
              <a:off x="2003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89" name="타원 12988">
              <a:extLst>
                <a:ext uri="{FF2B5EF4-FFF2-40B4-BE49-F238E27FC236}">
                  <a16:creationId xmlns:a16="http://schemas.microsoft.com/office/drawing/2014/main" id="{5297AFCB-37E9-47FC-A1C5-682BB1D00CFC}"/>
                </a:ext>
              </a:extLst>
            </p:cNvPr>
            <p:cNvSpPr/>
            <p:nvPr/>
          </p:nvSpPr>
          <p:spPr>
            <a:xfrm>
              <a:off x="21559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0" name="타원 12989">
              <a:extLst>
                <a:ext uri="{FF2B5EF4-FFF2-40B4-BE49-F238E27FC236}">
                  <a16:creationId xmlns:a16="http://schemas.microsoft.com/office/drawing/2014/main" id="{77F6A394-EC7A-4197-9FC4-0C67084BEEAE}"/>
                </a:ext>
              </a:extLst>
            </p:cNvPr>
            <p:cNvSpPr/>
            <p:nvPr/>
          </p:nvSpPr>
          <p:spPr>
            <a:xfrm>
              <a:off x="23083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1" name="타원 12990">
              <a:extLst>
                <a:ext uri="{FF2B5EF4-FFF2-40B4-BE49-F238E27FC236}">
                  <a16:creationId xmlns:a16="http://schemas.microsoft.com/office/drawing/2014/main" id="{BE93F0FD-BCD8-48C5-B06D-D6191E478965}"/>
                </a:ext>
              </a:extLst>
            </p:cNvPr>
            <p:cNvSpPr/>
            <p:nvPr/>
          </p:nvSpPr>
          <p:spPr>
            <a:xfrm>
              <a:off x="24607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2" name="타원 12991">
              <a:extLst>
                <a:ext uri="{FF2B5EF4-FFF2-40B4-BE49-F238E27FC236}">
                  <a16:creationId xmlns:a16="http://schemas.microsoft.com/office/drawing/2014/main" id="{1BF6650E-2153-4A16-8ED5-2DE09E1BABD5}"/>
                </a:ext>
              </a:extLst>
            </p:cNvPr>
            <p:cNvSpPr/>
            <p:nvPr/>
          </p:nvSpPr>
          <p:spPr>
            <a:xfrm>
              <a:off x="2613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3" name="타원 12992">
              <a:extLst>
                <a:ext uri="{FF2B5EF4-FFF2-40B4-BE49-F238E27FC236}">
                  <a16:creationId xmlns:a16="http://schemas.microsoft.com/office/drawing/2014/main" id="{B8258686-83DD-49F9-B4A8-B4315DC26147}"/>
                </a:ext>
              </a:extLst>
            </p:cNvPr>
            <p:cNvSpPr/>
            <p:nvPr/>
          </p:nvSpPr>
          <p:spPr>
            <a:xfrm>
              <a:off x="2765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4" name="타원 12993">
              <a:extLst>
                <a:ext uri="{FF2B5EF4-FFF2-40B4-BE49-F238E27FC236}">
                  <a16:creationId xmlns:a16="http://schemas.microsoft.com/office/drawing/2014/main" id="{6C176B55-DD61-4478-85F7-3D91CAF173A5}"/>
                </a:ext>
              </a:extLst>
            </p:cNvPr>
            <p:cNvSpPr/>
            <p:nvPr/>
          </p:nvSpPr>
          <p:spPr>
            <a:xfrm>
              <a:off x="29179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5" name="타원 12994">
              <a:extLst>
                <a:ext uri="{FF2B5EF4-FFF2-40B4-BE49-F238E27FC236}">
                  <a16:creationId xmlns:a16="http://schemas.microsoft.com/office/drawing/2014/main" id="{6911AFD9-D310-4296-8F33-3A8A01B64D4E}"/>
                </a:ext>
              </a:extLst>
            </p:cNvPr>
            <p:cNvSpPr/>
            <p:nvPr/>
          </p:nvSpPr>
          <p:spPr>
            <a:xfrm>
              <a:off x="30703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6" name="타원 12995">
              <a:extLst>
                <a:ext uri="{FF2B5EF4-FFF2-40B4-BE49-F238E27FC236}">
                  <a16:creationId xmlns:a16="http://schemas.microsoft.com/office/drawing/2014/main" id="{46CEFC8F-7A77-4BFA-8227-FB8A952D6632}"/>
                </a:ext>
              </a:extLst>
            </p:cNvPr>
            <p:cNvSpPr/>
            <p:nvPr/>
          </p:nvSpPr>
          <p:spPr>
            <a:xfrm>
              <a:off x="32227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7" name="타원 12996">
              <a:extLst>
                <a:ext uri="{FF2B5EF4-FFF2-40B4-BE49-F238E27FC236}">
                  <a16:creationId xmlns:a16="http://schemas.microsoft.com/office/drawing/2014/main" id="{F330A5F4-F7C6-4118-8477-26134AEEB3E7}"/>
                </a:ext>
              </a:extLst>
            </p:cNvPr>
            <p:cNvSpPr/>
            <p:nvPr/>
          </p:nvSpPr>
          <p:spPr>
            <a:xfrm>
              <a:off x="3375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8" name="타원 12997">
              <a:extLst>
                <a:ext uri="{FF2B5EF4-FFF2-40B4-BE49-F238E27FC236}">
                  <a16:creationId xmlns:a16="http://schemas.microsoft.com/office/drawing/2014/main" id="{DF00F5E9-0D02-4911-9CCE-A51DCDA474DD}"/>
                </a:ext>
              </a:extLst>
            </p:cNvPr>
            <p:cNvSpPr/>
            <p:nvPr/>
          </p:nvSpPr>
          <p:spPr>
            <a:xfrm>
              <a:off x="3527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99" name="타원 12998">
              <a:extLst>
                <a:ext uri="{FF2B5EF4-FFF2-40B4-BE49-F238E27FC236}">
                  <a16:creationId xmlns:a16="http://schemas.microsoft.com/office/drawing/2014/main" id="{BBE069AE-0EBD-48F9-8604-50E2F3B4A1C8}"/>
                </a:ext>
              </a:extLst>
            </p:cNvPr>
            <p:cNvSpPr/>
            <p:nvPr/>
          </p:nvSpPr>
          <p:spPr>
            <a:xfrm>
              <a:off x="36799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0" name="타원 12999">
              <a:extLst>
                <a:ext uri="{FF2B5EF4-FFF2-40B4-BE49-F238E27FC236}">
                  <a16:creationId xmlns:a16="http://schemas.microsoft.com/office/drawing/2014/main" id="{A38A2DE8-8468-455F-8A73-D2BE92C7DEB6}"/>
                </a:ext>
              </a:extLst>
            </p:cNvPr>
            <p:cNvSpPr/>
            <p:nvPr/>
          </p:nvSpPr>
          <p:spPr>
            <a:xfrm>
              <a:off x="38323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1" name="타원 13000">
              <a:extLst>
                <a:ext uri="{FF2B5EF4-FFF2-40B4-BE49-F238E27FC236}">
                  <a16:creationId xmlns:a16="http://schemas.microsoft.com/office/drawing/2014/main" id="{99086812-DCEC-4C84-85A2-7ACCE5E45D12}"/>
                </a:ext>
              </a:extLst>
            </p:cNvPr>
            <p:cNvSpPr/>
            <p:nvPr/>
          </p:nvSpPr>
          <p:spPr>
            <a:xfrm>
              <a:off x="39847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2" name="타원 13001">
              <a:extLst>
                <a:ext uri="{FF2B5EF4-FFF2-40B4-BE49-F238E27FC236}">
                  <a16:creationId xmlns:a16="http://schemas.microsoft.com/office/drawing/2014/main" id="{FA66D6F5-A325-4CC4-83F5-9B1102C1BC9A}"/>
                </a:ext>
              </a:extLst>
            </p:cNvPr>
            <p:cNvSpPr/>
            <p:nvPr/>
          </p:nvSpPr>
          <p:spPr>
            <a:xfrm>
              <a:off x="4137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3" name="타원 13002">
              <a:extLst>
                <a:ext uri="{FF2B5EF4-FFF2-40B4-BE49-F238E27FC236}">
                  <a16:creationId xmlns:a16="http://schemas.microsoft.com/office/drawing/2014/main" id="{BD0E8C59-A97D-4D58-81CC-CBEBE18DC0A5}"/>
                </a:ext>
              </a:extLst>
            </p:cNvPr>
            <p:cNvSpPr/>
            <p:nvPr/>
          </p:nvSpPr>
          <p:spPr>
            <a:xfrm>
              <a:off x="4289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4" name="타원 13003">
              <a:extLst>
                <a:ext uri="{FF2B5EF4-FFF2-40B4-BE49-F238E27FC236}">
                  <a16:creationId xmlns:a16="http://schemas.microsoft.com/office/drawing/2014/main" id="{483B80AF-21F4-42C1-BB40-8844E4DE4297}"/>
                </a:ext>
              </a:extLst>
            </p:cNvPr>
            <p:cNvSpPr/>
            <p:nvPr/>
          </p:nvSpPr>
          <p:spPr>
            <a:xfrm>
              <a:off x="44419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5" name="타원 13004">
              <a:extLst>
                <a:ext uri="{FF2B5EF4-FFF2-40B4-BE49-F238E27FC236}">
                  <a16:creationId xmlns:a16="http://schemas.microsoft.com/office/drawing/2014/main" id="{F39E5B39-BEB4-470A-9ABF-505F0DE49D8D}"/>
                </a:ext>
              </a:extLst>
            </p:cNvPr>
            <p:cNvSpPr/>
            <p:nvPr/>
          </p:nvSpPr>
          <p:spPr>
            <a:xfrm>
              <a:off x="45943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6" name="타원 13005">
              <a:extLst>
                <a:ext uri="{FF2B5EF4-FFF2-40B4-BE49-F238E27FC236}">
                  <a16:creationId xmlns:a16="http://schemas.microsoft.com/office/drawing/2014/main" id="{538D512A-D7DE-4E1E-94C9-7E5E55BE7021}"/>
                </a:ext>
              </a:extLst>
            </p:cNvPr>
            <p:cNvSpPr/>
            <p:nvPr/>
          </p:nvSpPr>
          <p:spPr>
            <a:xfrm>
              <a:off x="47467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7" name="타원 13006">
              <a:extLst>
                <a:ext uri="{FF2B5EF4-FFF2-40B4-BE49-F238E27FC236}">
                  <a16:creationId xmlns:a16="http://schemas.microsoft.com/office/drawing/2014/main" id="{7F91082B-ED77-47F4-83F1-D69A44F13CD4}"/>
                </a:ext>
              </a:extLst>
            </p:cNvPr>
            <p:cNvSpPr/>
            <p:nvPr/>
          </p:nvSpPr>
          <p:spPr>
            <a:xfrm>
              <a:off x="4899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8" name="타원 13007">
              <a:extLst>
                <a:ext uri="{FF2B5EF4-FFF2-40B4-BE49-F238E27FC236}">
                  <a16:creationId xmlns:a16="http://schemas.microsoft.com/office/drawing/2014/main" id="{3059FCB8-0A6A-465F-AE1A-53EE30A1C500}"/>
                </a:ext>
              </a:extLst>
            </p:cNvPr>
            <p:cNvSpPr/>
            <p:nvPr/>
          </p:nvSpPr>
          <p:spPr>
            <a:xfrm>
              <a:off x="5051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09" name="타원 13008">
              <a:extLst>
                <a:ext uri="{FF2B5EF4-FFF2-40B4-BE49-F238E27FC236}">
                  <a16:creationId xmlns:a16="http://schemas.microsoft.com/office/drawing/2014/main" id="{DF4DCC79-9351-4A45-BA72-57A021EF0DC5}"/>
                </a:ext>
              </a:extLst>
            </p:cNvPr>
            <p:cNvSpPr/>
            <p:nvPr/>
          </p:nvSpPr>
          <p:spPr>
            <a:xfrm>
              <a:off x="52039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0" name="타원 13009">
              <a:extLst>
                <a:ext uri="{FF2B5EF4-FFF2-40B4-BE49-F238E27FC236}">
                  <a16:creationId xmlns:a16="http://schemas.microsoft.com/office/drawing/2014/main" id="{B30C1A6E-4B86-4A30-8380-F08B9B88B373}"/>
                </a:ext>
              </a:extLst>
            </p:cNvPr>
            <p:cNvSpPr/>
            <p:nvPr/>
          </p:nvSpPr>
          <p:spPr>
            <a:xfrm>
              <a:off x="53563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1" name="타원 13010">
              <a:extLst>
                <a:ext uri="{FF2B5EF4-FFF2-40B4-BE49-F238E27FC236}">
                  <a16:creationId xmlns:a16="http://schemas.microsoft.com/office/drawing/2014/main" id="{A9DC031A-3CC2-404C-92C0-6D99DD310982}"/>
                </a:ext>
              </a:extLst>
            </p:cNvPr>
            <p:cNvSpPr/>
            <p:nvPr/>
          </p:nvSpPr>
          <p:spPr>
            <a:xfrm>
              <a:off x="55087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2" name="타원 13011">
              <a:extLst>
                <a:ext uri="{FF2B5EF4-FFF2-40B4-BE49-F238E27FC236}">
                  <a16:creationId xmlns:a16="http://schemas.microsoft.com/office/drawing/2014/main" id="{ABC143F8-AEC1-4CE1-9AFA-0F44CCBE0422}"/>
                </a:ext>
              </a:extLst>
            </p:cNvPr>
            <p:cNvSpPr/>
            <p:nvPr/>
          </p:nvSpPr>
          <p:spPr>
            <a:xfrm>
              <a:off x="56611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3" name="타원 13012">
              <a:extLst>
                <a:ext uri="{FF2B5EF4-FFF2-40B4-BE49-F238E27FC236}">
                  <a16:creationId xmlns:a16="http://schemas.microsoft.com/office/drawing/2014/main" id="{47FDF2D2-89A6-4628-B5DD-01BBE56000AE}"/>
                </a:ext>
              </a:extLst>
            </p:cNvPr>
            <p:cNvSpPr/>
            <p:nvPr/>
          </p:nvSpPr>
          <p:spPr>
            <a:xfrm>
              <a:off x="5813576" y="4191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4" name="타원 13013">
              <a:extLst>
                <a:ext uri="{FF2B5EF4-FFF2-40B4-BE49-F238E27FC236}">
                  <a16:creationId xmlns:a16="http://schemas.microsoft.com/office/drawing/2014/main" id="{3075AE4B-59FC-4D21-A48C-D8E365C1588B}"/>
                </a:ext>
              </a:extLst>
            </p:cNvPr>
            <p:cNvSpPr/>
            <p:nvPr/>
          </p:nvSpPr>
          <p:spPr>
            <a:xfrm>
              <a:off x="327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5" name="타원 13014">
              <a:extLst>
                <a:ext uri="{FF2B5EF4-FFF2-40B4-BE49-F238E27FC236}">
                  <a16:creationId xmlns:a16="http://schemas.microsoft.com/office/drawing/2014/main" id="{7CCEAE20-41EA-4842-87A2-18A6C32C4E82}"/>
                </a:ext>
              </a:extLst>
            </p:cNvPr>
            <p:cNvSpPr/>
            <p:nvPr/>
          </p:nvSpPr>
          <p:spPr>
            <a:xfrm>
              <a:off x="479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6" name="타원 13015">
              <a:extLst>
                <a:ext uri="{FF2B5EF4-FFF2-40B4-BE49-F238E27FC236}">
                  <a16:creationId xmlns:a16="http://schemas.microsoft.com/office/drawing/2014/main" id="{794A2569-54AF-4526-82BE-5AAC56358070}"/>
                </a:ext>
              </a:extLst>
            </p:cNvPr>
            <p:cNvSpPr/>
            <p:nvPr/>
          </p:nvSpPr>
          <p:spPr>
            <a:xfrm>
              <a:off x="6319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7" name="타원 13016">
              <a:extLst>
                <a:ext uri="{FF2B5EF4-FFF2-40B4-BE49-F238E27FC236}">
                  <a16:creationId xmlns:a16="http://schemas.microsoft.com/office/drawing/2014/main" id="{248B7355-8DD6-40E1-A953-7840B0526370}"/>
                </a:ext>
              </a:extLst>
            </p:cNvPr>
            <p:cNvSpPr/>
            <p:nvPr/>
          </p:nvSpPr>
          <p:spPr>
            <a:xfrm>
              <a:off x="7843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8" name="타원 13017">
              <a:extLst>
                <a:ext uri="{FF2B5EF4-FFF2-40B4-BE49-F238E27FC236}">
                  <a16:creationId xmlns:a16="http://schemas.microsoft.com/office/drawing/2014/main" id="{D9F6BDE2-E8D4-42B9-88B3-FDD6765E6F2B}"/>
                </a:ext>
              </a:extLst>
            </p:cNvPr>
            <p:cNvSpPr/>
            <p:nvPr/>
          </p:nvSpPr>
          <p:spPr>
            <a:xfrm>
              <a:off x="9367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19" name="타원 13018">
              <a:extLst>
                <a:ext uri="{FF2B5EF4-FFF2-40B4-BE49-F238E27FC236}">
                  <a16:creationId xmlns:a16="http://schemas.microsoft.com/office/drawing/2014/main" id="{3B3293C8-47AC-4581-B8A9-D4B6B3A6A94A}"/>
                </a:ext>
              </a:extLst>
            </p:cNvPr>
            <p:cNvSpPr/>
            <p:nvPr/>
          </p:nvSpPr>
          <p:spPr>
            <a:xfrm>
              <a:off x="1089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0" name="타원 13019">
              <a:extLst>
                <a:ext uri="{FF2B5EF4-FFF2-40B4-BE49-F238E27FC236}">
                  <a16:creationId xmlns:a16="http://schemas.microsoft.com/office/drawing/2014/main" id="{41F51356-4F51-4CB6-A74C-62F35448AAAF}"/>
                </a:ext>
              </a:extLst>
            </p:cNvPr>
            <p:cNvSpPr/>
            <p:nvPr/>
          </p:nvSpPr>
          <p:spPr>
            <a:xfrm>
              <a:off x="1241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1" name="타원 13020">
              <a:extLst>
                <a:ext uri="{FF2B5EF4-FFF2-40B4-BE49-F238E27FC236}">
                  <a16:creationId xmlns:a16="http://schemas.microsoft.com/office/drawing/2014/main" id="{750C583F-B159-4556-985D-D740489277E2}"/>
                </a:ext>
              </a:extLst>
            </p:cNvPr>
            <p:cNvSpPr/>
            <p:nvPr/>
          </p:nvSpPr>
          <p:spPr>
            <a:xfrm>
              <a:off x="13939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2" name="타원 13021">
              <a:extLst>
                <a:ext uri="{FF2B5EF4-FFF2-40B4-BE49-F238E27FC236}">
                  <a16:creationId xmlns:a16="http://schemas.microsoft.com/office/drawing/2014/main" id="{48942F4F-5F81-4EDC-B9FC-D34C59AE0A2D}"/>
                </a:ext>
              </a:extLst>
            </p:cNvPr>
            <p:cNvSpPr/>
            <p:nvPr/>
          </p:nvSpPr>
          <p:spPr>
            <a:xfrm>
              <a:off x="15463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3" name="타원 13022">
              <a:extLst>
                <a:ext uri="{FF2B5EF4-FFF2-40B4-BE49-F238E27FC236}">
                  <a16:creationId xmlns:a16="http://schemas.microsoft.com/office/drawing/2014/main" id="{5253849B-5B85-4D26-B216-F4E482C75973}"/>
                </a:ext>
              </a:extLst>
            </p:cNvPr>
            <p:cNvSpPr/>
            <p:nvPr/>
          </p:nvSpPr>
          <p:spPr>
            <a:xfrm>
              <a:off x="16987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4" name="타원 13023">
              <a:extLst>
                <a:ext uri="{FF2B5EF4-FFF2-40B4-BE49-F238E27FC236}">
                  <a16:creationId xmlns:a16="http://schemas.microsoft.com/office/drawing/2014/main" id="{EC50560A-03F9-4339-AF6F-D7F0B605A3A4}"/>
                </a:ext>
              </a:extLst>
            </p:cNvPr>
            <p:cNvSpPr/>
            <p:nvPr/>
          </p:nvSpPr>
          <p:spPr>
            <a:xfrm>
              <a:off x="1851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5" name="타원 13024">
              <a:extLst>
                <a:ext uri="{FF2B5EF4-FFF2-40B4-BE49-F238E27FC236}">
                  <a16:creationId xmlns:a16="http://schemas.microsoft.com/office/drawing/2014/main" id="{96F11223-675A-4748-91A8-6C8BF75DFEE6}"/>
                </a:ext>
              </a:extLst>
            </p:cNvPr>
            <p:cNvSpPr/>
            <p:nvPr/>
          </p:nvSpPr>
          <p:spPr>
            <a:xfrm>
              <a:off x="2003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6" name="타원 13025">
              <a:extLst>
                <a:ext uri="{FF2B5EF4-FFF2-40B4-BE49-F238E27FC236}">
                  <a16:creationId xmlns:a16="http://schemas.microsoft.com/office/drawing/2014/main" id="{898B8776-235C-46B1-94AB-2DDFC6A5B056}"/>
                </a:ext>
              </a:extLst>
            </p:cNvPr>
            <p:cNvSpPr/>
            <p:nvPr/>
          </p:nvSpPr>
          <p:spPr>
            <a:xfrm>
              <a:off x="21559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7" name="타원 13026">
              <a:extLst>
                <a:ext uri="{FF2B5EF4-FFF2-40B4-BE49-F238E27FC236}">
                  <a16:creationId xmlns:a16="http://schemas.microsoft.com/office/drawing/2014/main" id="{5A21C748-1707-47CF-93C3-FD58013FBD3F}"/>
                </a:ext>
              </a:extLst>
            </p:cNvPr>
            <p:cNvSpPr/>
            <p:nvPr/>
          </p:nvSpPr>
          <p:spPr>
            <a:xfrm>
              <a:off x="23083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8" name="타원 13027">
              <a:extLst>
                <a:ext uri="{FF2B5EF4-FFF2-40B4-BE49-F238E27FC236}">
                  <a16:creationId xmlns:a16="http://schemas.microsoft.com/office/drawing/2014/main" id="{FAB96A9B-95FE-4DBA-8B53-F16C1FFC520C}"/>
                </a:ext>
              </a:extLst>
            </p:cNvPr>
            <p:cNvSpPr/>
            <p:nvPr/>
          </p:nvSpPr>
          <p:spPr>
            <a:xfrm>
              <a:off x="24607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29" name="타원 13028">
              <a:extLst>
                <a:ext uri="{FF2B5EF4-FFF2-40B4-BE49-F238E27FC236}">
                  <a16:creationId xmlns:a16="http://schemas.microsoft.com/office/drawing/2014/main" id="{0D954A9B-BB54-4BF7-A5A1-1D968BE5BAD3}"/>
                </a:ext>
              </a:extLst>
            </p:cNvPr>
            <p:cNvSpPr/>
            <p:nvPr/>
          </p:nvSpPr>
          <p:spPr>
            <a:xfrm>
              <a:off x="2613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0" name="타원 13029">
              <a:extLst>
                <a:ext uri="{FF2B5EF4-FFF2-40B4-BE49-F238E27FC236}">
                  <a16:creationId xmlns:a16="http://schemas.microsoft.com/office/drawing/2014/main" id="{86861956-2A74-4DD2-A451-9CCAEA1C293D}"/>
                </a:ext>
              </a:extLst>
            </p:cNvPr>
            <p:cNvSpPr/>
            <p:nvPr/>
          </p:nvSpPr>
          <p:spPr>
            <a:xfrm>
              <a:off x="2765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1" name="타원 13030">
              <a:extLst>
                <a:ext uri="{FF2B5EF4-FFF2-40B4-BE49-F238E27FC236}">
                  <a16:creationId xmlns:a16="http://schemas.microsoft.com/office/drawing/2014/main" id="{B420142D-8A9A-45CC-97DB-5332D64E9C94}"/>
                </a:ext>
              </a:extLst>
            </p:cNvPr>
            <p:cNvSpPr/>
            <p:nvPr/>
          </p:nvSpPr>
          <p:spPr>
            <a:xfrm>
              <a:off x="29179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2" name="타원 13031">
              <a:extLst>
                <a:ext uri="{FF2B5EF4-FFF2-40B4-BE49-F238E27FC236}">
                  <a16:creationId xmlns:a16="http://schemas.microsoft.com/office/drawing/2014/main" id="{64625CB1-C4DA-421E-A3FA-AADD7E694BC5}"/>
                </a:ext>
              </a:extLst>
            </p:cNvPr>
            <p:cNvSpPr/>
            <p:nvPr/>
          </p:nvSpPr>
          <p:spPr>
            <a:xfrm>
              <a:off x="30703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3" name="타원 13032">
              <a:extLst>
                <a:ext uri="{FF2B5EF4-FFF2-40B4-BE49-F238E27FC236}">
                  <a16:creationId xmlns:a16="http://schemas.microsoft.com/office/drawing/2014/main" id="{41274CBA-BAF7-481B-9BE5-8CD5B2E86A0A}"/>
                </a:ext>
              </a:extLst>
            </p:cNvPr>
            <p:cNvSpPr/>
            <p:nvPr/>
          </p:nvSpPr>
          <p:spPr>
            <a:xfrm>
              <a:off x="32227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4" name="타원 13033">
              <a:extLst>
                <a:ext uri="{FF2B5EF4-FFF2-40B4-BE49-F238E27FC236}">
                  <a16:creationId xmlns:a16="http://schemas.microsoft.com/office/drawing/2014/main" id="{A030C100-0E83-4A9A-944A-99319F1983F5}"/>
                </a:ext>
              </a:extLst>
            </p:cNvPr>
            <p:cNvSpPr/>
            <p:nvPr/>
          </p:nvSpPr>
          <p:spPr>
            <a:xfrm>
              <a:off x="3375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5" name="타원 13034">
              <a:extLst>
                <a:ext uri="{FF2B5EF4-FFF2-40B4-BE49-F238E27FC236}">
                  <a16:creationId xmlns:a16="http://schemas.microsoft.com/office/drawing/2014/main" id="{5C9F9B52-63EE-4A05-A68A-FD86226E4272}"/>
                </a:ext>
              </a:extLst>
            </p:cNvPr>
            <p:cNvSpPr/>
            <p:nvPr/>
          </p:nvSpPr>
          <p:spPr>
            <a:xfrm>
              <a:off x="3527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6" name="타원 13035">
              <a:extLst>
                <a:ext uri="{FF2B5EF4-FFF2-40B4-BE49-F238E27FC236}">
                  <a16:creationId xmlns:a16="http://schemas.microsoft.com/office/drawing/2014/main" id="{2AFAA41B-743B-4AE7-8CDC-7DEB30B94E89}"/>
                </a:ext>
              </a:extLst>
            </p:cNvPr>
            <p:cNvSpPr/>
            <p:nvPr/>
          </p:nvSpPr>
          <p:spPr>
            <a:xfrm>
              <a:off x="36799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7" name="타원 13036">
              <a:extLst>
                <a:ext uri="{FF2B5EF4-FFF2-40B4-BE49-F238E27FC236}">
                  <a16:creationId xmlns:a16="http://schemas.microsoft.com/office/drawing/2014/main" id="{348AAA15-2206-4E72-8C11-DBDEDD4BADFB}"/>
                </a:ext>
              </a:extLst>
            </p:cNvPr>
            <p:cNvSpPr/>
            <p:nvPr/>
          </p:nvSpPr>
          <p:spPr>
            <a:xfrm>
              <a:off x="38323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8" name="타원 13037">
              <a:extLst>
                <a:ext uri="{FF2B5EF4-FFF2-40B4-BE49-F238E27FC236}">
                  <a16:creationId xmlns:a16="http://schemas.microsoft.com/office/drawing/2014/main" id="{3A3977FB-594E-463F-9284-C87E5E00E5E6}"/>
                </a:ext>
              </a:extLst>
            </p:cNvPr>
            <p:cNvSpPr/>
            <p:nvPr/>
          </p:nvSpPr>
          <p:spPr>
            <a:xfrm>
              <a:off x="39847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39" name="타원 13038">
              <a:extLst>
                <a:ext uri="{FF2B5EF4-FFF2-40B4-BE49-F238E27FC236}">
                  <a16:creationId xmlns:a16="http://schemas.microsoft.com/office/drawing/2014/main" id="{8234E9F8-E86A-4989-9052-5845492C3516}"/>
                </a:ext>
              </a:extLst>
            </p:cNvPr>
            <p:cNvSpPr/>
            <p:nvPr/>
          </p:nvSpPr>
          <p:spPr>
            <a:xfrm>
              <a:off x="4137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0" name="타원 13039">
              <a:extLst>
                <a:ext uri="{FF2B5EF4-FFF2-40B4-BE49-F238E27FC236}">
                  <a16:creationId xmlns:a16="http://schemas.microsoft.com/office/drawing/2014/main" id="{333BE705-4131-4520-8F65-37CEE77CF9BA}"/>
                </a:ext>
              </a:extLst>
            </p:cNvPr>
            <p:cNvSpPr/>
            <p:nvPr/>
          </p:nvSpPr>
          <p:spPr>
            <a:xfrm>
              <a:off x="4289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1" name="타원 13040">
              <a:extLst>
                <a:ext uri="{FF2B5EF4-FFF2-40B4-BE49-F238E27FC236}">
                  <a16:creationId xmlns:a16="http://schemas.microsoft.com/office/drawing/2014/main" id="{E7442068-9A55-47B5-8C1C-C194C05C5D25}"/>
                </a:ext>
              </a:extLst>
            </p:cNvPr>
            <p:cNvSpPr/>
            <p:nvPr/>
          </p:nvSpPr>
          <p:spPr>
            <a:xfrm>
              <a:off x="44419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2" name="타원 13041">
              <a:extLst>
                <a:ext uri="{FF2B5EF4-FFF2-40B4-BE49-F238E27FC236}">
                  <a16:creationId xmlns:a16="http://schemas.microsoft.com/office/drawing/2014/main" id="{E193A2D6-0668-4298-B49F-AD93A58B4DE8}"/>
                </a:ext>
              </a:extLst>
            </p:cNvPr>
            <p:cNvSpPr/>
            <p:nvPr/>
          </p:nvSpPr>
          <p:spPr>
            <a:xfrm>
              <a:off x="45943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3" name="타원 13042">
              <a:extLst>
                <a:ext uri="{FF2B5EF4-FFF2-40B4-BE49-F238E27FC236}">
                  <a16:creationId xmlns:a16="http://schemas.microsoft.com/office/drawing/2014/main" id="{CB5BC64B-3F75-4A3B-BF18-48C1417ACD18}"/>
                </a:ext>
              </a:extLst>
            </p:cNvPr>
            <p:cNvSpPr/>
            <p:nvPr/>
          </p:nvSpPr>
          <p:spPr>
            <a:xfrm>
              <a:off x="47467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4" name="타원 13043">
              <a:extLst>
                <a:ext uri="{FF2B5EF4-FFF2-40B4-BE49-F238E27FC236}">
                  <a16:creationId xmlns:a16="http://schemas.microsoft.com/office/drawing/2014/main" id="{0D7E4D7D-0F47-441B-83B3-E6B58A1D3ABF}"/>
                </a:ext>
              </a:extLst>
            </p:cNvPr>
            <p:cNvSpPr/>
            <p:nvPr/>
          </p:nvSpPr>
          <p:spPr>
            <a:xfrm>
              <a:off x="4899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5" name="타원 13044">
              <a:extLst>
                <a:ext uri="{FF2B5EF4-FFF2-40B4-BE49-F238E27FC236}">
                  <a16:creationId xmlns:a16="http://schemas.microsoft.com/office/drawing/2014/main" id="{A77FCA57-29CC-494A-94DC-FD3511C2AB26}"/>
                </a:ext>
              </a:extLst>
            </p:cNvPr>
            <p:cNvSpPr/>
            <p:nvPr/>
          </p:nvSpPr>
          <p:spPr>
            <a:xfrm>
              <a:off x="5051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6" name="타원 13045">
              <a:extLst>
                <a:ext uri="{FF2B5EF4-FFF2-40B4-BE49-F238E27FC236}">
                  <a16:creationId xmlns:a16="http://schemas.microsoft.com/office/drawing/2014/main" id="{27AAB73A-5B2D-4083-99D7-34AA5FDDA8EB}"/>
                </a:ext>
              </a:extLst>
            </p:cNvPr>
            <p:cNvSpPr/>
            <p:nvPr/>
          </p:nvSpPr>
          <p:spPr>
            <a:xfrm>
              <a:off x="52039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7" name="타원 13046">
              <a:extLst>
                <a:ext uri="{FF2B5EF4-FFF2-40B4-BE49-F238E27FC236}">
                  <a16:creationId xmlns:a16="http://schemas.microsoft.com/office/drawing/2014/main" id="{C8628D13-28C1-4278-9EFF-83F5584A816F}"/>
                </a:ext>
              </a:extLst>
            </p:cNvPr>
            <p:cNvSpPr/>
            <p:nvPr/>
          </p:nvSpPr>
          <p:spPr>
            <a:xfrm>
              <a:off x="53563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8" name="타원 13047">
              <a:extLst>
                <a:ext uri="{FF2B5EF4-FFF2-40B4-BE49-F238E27FC236}">
                  <a16:creationId xmlns:a16="http://schemas.microsoft.com/office/drawing/2014/main" id="{2992449F-D68B-4AA4-B4F5-95F17851E29A}"/>
                </a:ext>
              </a:extLst>
            </p:cNvPr>
            <p:cNvSpPr/>
            <p:nvPr/>
          </p:nvSpPr>
          <p:spPr>
            <a:xfrm>
              <a:off x="55087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49" name="타원 13048">
              <a:extLst>
                <a:ext uri="{FF2B5EF4-FFF2-40B4-BE49-F238E27FC236}">
                  <a16:creationId xmlns:a16="http://schemas.microsoft.com/office/drawing/2014/main" id="{26E89DFE-91A6-468E-BB66-BE4FBA6E7C8E}"/>
                </a:ext>
              </a:extLst>
            </p:cNvPr>
            <p:cNvSpPr/>
            <p:nvPr/>
          </p:nvSpPr>
          <p:spPr>
            <a:xfrm>
              <a:off x="56611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0" name="타원 13049">
              <a:extLst>
                <a:ext uri="{FF2B5EF4-FFF2-40B4-BE49-F238E27FC236}">
                  <a16:creationId xmlns:a16="http://schemas.microsoft.com/office/drawing/2014/main" id="{33930578-A59A-4AC1-A5BF-C6A6FB3C1F1A}"/>
                </a:ext>
              </a:extLst>
            </p:cNvPr>
            <p:cNvSpPr/>
            <p:nvPr/>
          </p:nvSpPr>
          <p:spPr>
            <a:xfrm>
              <a:off x="5813576" y="4343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1" name="타원 13050">
              <a:extLst>
                <a:ext uri="{FF2B5EF4-FFF2-40B4-BE49-F238E27FC236}">
                  <a16:creationId xmlns:a16="http://schemas.microsoft.com/office/drawing/2014/main" id="{92A4301E-AB81-4ABE-9AF2-6BB15E969AD1}"/>
                </a:ext>
              </a:extLst>
            </p:cNvPr>
            <p:cNvSpPr/>
            <p:nvPr/>
          </p:nvSpPr>
          <p:spPr>
            <a:xfrm>
              <a:off x="327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2" name="타원 13051">
              <a:extLst>
                <a:ext uri="{FF2B5EF4-FFF2-40B4-BE49-F238E27FC236}">
                  <a16:creationId xmlns:a16="http://schemas.microsoft.com/office/drawing/2014/main" id="{E00617D8-17D7-4301-A222-A1B40735292C}"/>
                </a:ext>
              </a:extLst>
            </p:cNvPr>
            <p:cNvSpPr/>
            <p:nvPr/>
          </p:nvSpPr>
          <p:spPr>
            <a:xfrm>
              <a:off x="479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3" name="타원 13052">
              <a:extLst>
                <a:ext uri="{FF2B5EF4-FFF2-40B4-BE49-F238E27FC236}">
                  <a16:creationId xmlns:a16="http://schemas.microsoft.com/office/drawing/2014/main" id="{5BA3C553-82F5-4388-B843-76AD7EB97722}"/>
                </a:ext>
              </a:extLst>
            </p:cNvPr>
            <p:cNvSpPr/>
            <p:nvPr/>
          </p:nvSpPr>
          <p:spPr>
            <a:xfrm>
              <a:off x="6319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4" name="타원 13053">
              <a:extLst>
                <a:ext uri="{FF2B5EF4-FFF2-40B4-BE49-F238E27FC236}">
                  <a16:creationId xmlns:a16="http://schemas.microsoft.com/office/drawing/2014/main" id="{79813D1D-9D9F-4B21-9A8C-DF94827F2683}"/>
                </a:ext>
              </a:extLst>
            </p:cNvPr>
            <p:cNvSpPr/>
            <p:nvPr/>
          </p:nvSpPr>
          <p:spPr>
            <a:xfrm>
              <a:off x="7843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5" name="타원 13054">
              <a:extLst>
                <a:ext uri="{FF2B5EF4-FFF2-40B4-BE49-F238E27FC236}">
                  <a16:creationId xmlns:a16="http://schemas.microsoft.com/office/drawing/2014/main" id="{C038A07F-403B-460A-9E99-953DB5B0A218}"/>
                </a:ext>
              </a:extLst>
            </p:cNvPr>
            <p:cNvSpPr/>
            <p:nvPr/>
          </p:nvSpPr>
          <p:spPr>
            <a:xfrm>
              <a:off x="9367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6" name="타원 13055">
              <a:extLst>
                <a:ext uri="{FF2B5EF4-FFF2-40B4-BE49-F238E27FC236}">
                  <a16:creationId xmlns:a16="http://schemas.microsoft.com/office/drawing/2014/main" id="{2CD340F9-9DBC-4F43-9D92-4BF3677CF9B1}"/>
                </a:ext>
              </a:extLst>
            </p:cNvPr>
            <p:cNvSpPr/>
            <p:nvPr/>
          </p:nvSpPr>
          <p:spPr>
            <a:xfrm>
              <a:off x="1089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7" name="타원 13056">
              <a:extLst>
                <a:ext uri="{FF2B5EF4-FFF2-40B4-BE49-F238E27FC236}">
                  <a16:creationId xmlns:a16="http://schemas.microsoft.com/office/drawing/2014/main" id="{CFAE4B85-3BA8-49BF-9DBF-336C985E5EBF}"/>
                </a:ext>
              </a:extLst>
            </p:cNvPr>
            <p:cNvSpPr/>
            <p:nvPr/>
          </p:nvSpPr>
          <p:spPr>
            <a:xfrm>
              <a:off x="1241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8" name="타원 13057">
              <a:extLst>
                <a:ext uri="{FF2B5EF4-FFF2-40B4-BE49-F238E27FC236}">
                  <a16:creationId xmlns:a16="http://schemas.microsoft.com/office/drawing/2014/main" id="{32FCD2B7-50B8-433F-8596-390895D4AF4B}"/>
                </a:ext>
              </a:extLst>
            </p:cNvPr>
            <p:cNvSpPr/>
            <p:nvPr/>
          </p:nvSpPr>
          <p:spPr>
            <a:xfrm>
              <a:off x="13939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59" name="타원 13058">
              <a:extLst>
                <a:ext uri="{FF2B5EF4-FFF2-40B4-BE49-F238E27FC236}">
                  <a16:creationId xmlns:a16="http://schemas.microsoft.com/office/drawing/2014/main" id="{2395459D-809D-4561-A77D-4078ADF20E1A}"/>
                </a:ext>
              </a:extLst>
            </p:cNvPr>
            <p:cNvSpPr/>
            <p:nvPr/>
          </p:nvSpPr>
          <p:spPr>
            <a:xfrm>
              <a:off x="15463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0" name="타원 13059">
              <a:extLst>
                <a:ext uri="{FF2B5EF4-FFF2-40B4-BE49-F238E27FC236}">
                  <a16:creationId xmlns:a16="http://schemas.microsoft.com/office/drawing/2014/main" id="{76299075-E4EF-4995-842C-383059127A78}"/>
                </a:ext>
              </a:extLst>
            </p:cNvPr>
            <p:cNvSpPr/>
            <p:nvPr/>
          </p:nvSpPr>
          <p:spPr>
            <a:xfrm>
              <a:off x="16987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1" name="타원 13060">
              <a:extLst>
                <a:ext uri="{FF2B5EF4-FFF2-40B4-BE49-F238E27FC236}">
                  <a16:creationId xmlns:a16="http://schemas.microsoft.com/office/drawing/2014/main" id="{51D4CD4D-638D-4C98-8984-D16F6921406C}"/>
                </a:ext>
              </a:extLst>
            </p:cNvPr>
            <p:cNvSpPr/>
            <p:nvPr/>
          </p:nvSpPr>
          <p:spPr>
            <a:xfrm>
              <a:off x="1851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2" name="타원 13061">
              <a:extLst>
                <a:ext uri="{FF2B5EF4-FFF2-40B4-BE49-F238E27FC236}">
                  <a16:creationId xmlns:a16="http://schemas.microsoft.com/office/drawing/2014/main" id="{D6955B71-49D3-4B91-A11D-1C2ABE486575}"/>
                </a:ext>
              </a:extLst>
            </p:cNvPr>
            <p:cNvSpPr/>
            <p:nvPr/>
          </p:nvSpPr>
          <p:spPr>
            <a:xfrm>
              <a:off x="2003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3" name="타원 13062">
              <a:extLst>
                <a:ext uri="{FF2B5EF4-FFF2-40B4-BE49-F238E27FC236}">
                  <a16:creationId xmlns:a16="http://schemas.microsoft.com/office/drawing/2014/main" id="{4CAAF67C-12BF-4CF3-BEDB-D3552F490E9D}"/>
                </a:ext>
              </a:extLst>
            </p:cNvPr>
            <p:cNvSpPr/>
            <p:nvPr/>
          </p:nvSpPr>
          <p:spPr>
            <a:xfrm>
              <a:off x="21559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4" name="타원 13063">
              <a:extLst>
                <a:ext uri="{FF2B5EF4-FFF2-40B4-BE49-F238E27FC236}">
                  <a16:creationId xmlns:a16="http://schemas.microsoft.com/office/drawing/2014/main" id="{9FF6E5D2-1B15-4155-BBEC-A566CF91D819}"/>
                </a:ext>
              </a:extLst>
            </p:cNvPr>
            <p:cNvSpPr/>
            <p:nvPr/>
          </p:nvSpPr>
          <p:spPr>
            <a:xfrm>
              <a:off x="23083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5" name="타원 13064">
              <a:extLst>
                <a:ext uri="{FF2B5EF4-FFF2-40B4-BE49-F238E27FC236}">
                  <a16:creationId xmlns:a16="http://schemas.microsoft.com/office/drawing/2014/main" id="{F556069F-1E24-44A8-A91E-1A7A5BB007BD}"/>
                </a:ext>
              </a:extLst>
            </p:cNvPr>
            <p:cNvSpPr/>
            <p:nvPr/>
          </p:nvSpPr>
          <p:spPr>
            <a:xfrm>
              <a:off x="24607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6" name="타원 13065">
              <a:extLst>
                <a:ext uri="{FF2B5EF4-FFF2-40B4-BE49-F238E27FC236}">
                  <a16:creationId xmlns:a16="http://schemas.microsoft.com/office/drawing/2014/main" id="{A412731B-4BDF-4A1E-8EA3-3C9A3F53E501}"/>
                </a:ext>
              </a:extLst>
            </p:cNvPr>
            <p:cNvSpPr/>
            <p:nvPr/>
          </p:nvSpPr>
          <p:spPr>
            <a:xfrm>
              <a:off x="2613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7" name="타원 13066">
              <a:extLst>
                <a:ext uri="{FF2B5EF4-FFF2-40B4-BE49-F238E27FC236}">
                  <a16:creationId xmlns:a16="http://schemas.microsoft.com/office/drawing/2014/main" id="{8F3E35CD-CC45-4A18-9F01-A165BECF0593}"/>
                </a:ext>
              </a:extLst>
            </p:cNvPr>
            <p:cNvSpPr/>
            <p:nvPr/>
          </p:nvSpPr>
          <p:spPr>
            <a:xfrm>
              <a:off x="2765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8" name="타원 13067">
              <a:extLst>
                <a:ext uri="{FF2B5EF4-FFF2-40B4-BE49-F238E27FC236}">
                  <a16:creationId xmlns:a16="http://schemas.microsoft.com/office/drawing/2014/main" id="{74F153EF-3375-4D3D-A737-2CA8F102D029}"/>
                </a:ext>
              </a:extLst>
            </p:cNvPr>
            <p:cNvSpPr/>
            <p:nvPr/>
          </p:nvSpPr>
          <p:spPr>
            <a:xfrm>
              <a:off x="29179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69" name="타원 13068">
              <a:extLst>
                <a:ext uri="{FF2B5EF4-FFF2-40B4-BE49-F238E27FC236}">
                  <a16:creationId xmlns:a16="http://schemas.microsoft.com/office/drawing/2014/main" id="{F217469B-D0E2-45B8-800F-19C487EAA13F}"/>
                </a:ext>
              </a:extLst>
            </p:cNvPr>
            <p:cNvSpPr/>
            <p:nvPr/>
          </p:nvSpPr>
          <p:spPr>
            <a:xfrm>
              <a:off x="30703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0" name="타원 13069">
              <a:extLst>
                <a:ext uri="{FF2B5EF4-FFF2-40B4-BE49-F238E27FC236}">
                  <a16:creationId xmlns:a16="http://schemas.microsoft.com/office/drawing/2014/main" id="{E2902666-86C3-4461-953D-3717AF579544}"/>
                </a:ext>
              </a:extLst>
            </p:cNvPr>
            <p:cNvSpPr/>
            <p:nvPr/>
          </p:nvSpPr>
          <p:spPr>
            <a:xfrm>
              <a:off x="32227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1" name="타원 13070">
              <a:extLst>
                <a:ext uri="{FF2B5EF4-FFF2-40B4-BE49-F238E27FC236}">
                  <a16:creationId xmlns:a16="http://schemas.microsoft.com/office/drawing/2014/main" id="{75CBF029-E669-4752-9D0A-79D3B8299A95}"/>
                </a:ext>
              </a:extLst>
            </p:cNvPr>
            <p:cNvSpPr/>
            <p:nvPr/>
          </p:nvSpPr>
          <p:spPr>
            <a:xfrm>
              <a:off x="3375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2" name="타원 13071">
              <a:extLst>
                <a:ext uri="{FF2B5EF4-FFF2-40B4-BE49-F238E27FC236}">
                  <a16:creationId xmlns:a16="http://schemas.microsoft.com/office/drawing/2014/main" id="{3FAD301A-1236-4456-9952-541BF71C8691}"/>
                </a:ext>
              </a:extLst>
            </p:cNvPr>
            <p:cNvSpPr/>
            <p:nvPr/>
          </p:nvSpPr>
          <p:spPr>
            <a:xfrm>
              <a:off x="3527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3" name="타원 13072">
              <a:extLst>
                <a:ext uri="{FF2B5EF4-FFF2-40B4-BE49-F238E27FC236}">
                  <a16:creationId xmlns:a16="http://schemas.microsoft.com/office/drawing/2014/main" id="{856DCECA-40AF-4A41-9AC1-AA4004954286}"/>
                </a:ext>
              </a:extLst>
            </p:cNvPr>
            <p:cNvSpPr/>
            <p:nvPr/>
          </p:nvSpPr>
          <p:spPr>
            <a:xfrm>
              <a:off x="36799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4" name="타원 13073">
              <a:extLst>
                <a:ext uri="{FF2B5EF4-FFF2-40B4-BE49-F238E27FC236}">
                  <a16:creationId xmlns:a16="http://schemas.microsoft.com/office/drawing/2014/main" id="{29719754-0DEB-4710-B06E-DF9DF9AE09F6}"/>
                </a:ext>
              </a:extLst>
            </p:cNvPr>
            <p:cNvSpPr/>
            <p:nvPr/>
          </p:nvSpPr>
          <p:spPr>
            <a:xfrm>
              <a:off x="38323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5" name="타원 13074">
              <a:extLst>
                <a:ext uri="{FF2B5EF4-FFF2-40B4-BE49-F238E27FC236}">
                  <a16:creationId xmlns:a16="http://schemas.microsoft.com/office/drawing/2014/main" id="{DF56DA16-F882-4315-A263-124106627247}"/>
                </a:ext>
              </a:extLst>
            </p:cNvPr>
            <p:cNvSpPr/>
            <p:nvPr/>
          </p:nvSpPr>
          <p:spPr>
            <a:xfrm>
              <a:off x="39847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6" name="타원 13075">
              <a:extLst>
                <a:ext uri="{FF2B5EF4-FFF2-40B4-BE49-F238E27FC236}">
                  <a16:creationId xmlns:a16="http://schemas.microsoft.com/office/drawing/2014/main" id="{6F1BE5F8-FA07-463D-8FE0-3AD811CFE6A1}"/>
                </a:ext>
              </a:extLst>
            </p:cNvPr>
            <p:cNvSpPr/>
            <p:nvPr/>
          </p:nvSpPr>
          <p:spPr>
            <a:xfrm>
              <a:off x="4137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7" name="타원 13076">
              <a:extLst>
                <a:ext uri="{FF2B5EF4-FFF2-40B4-BE49-F238E27FC236}">
                  <a16:creationId xmlns:a16="http://schemas.microsoft.com/office/drawing/2014/main" id="{38A74E78-EDE7-4BB4-B41B-363FE3B53BCA}"/>
                </a:ext>
              </a:extLst>
            </p:cNvPr>
            <p:cNvSpPr/>
            <p:nvPr/>
          </p:nvSpPr>
          <p:spPr>
            <a:xfrm>
              <a:off x="4289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8" name="타원 13077">
              <a:extLst>
                <a:ext uri="{FF2B5EF4-FFF2-40B4-BE49-F238E27FC236}">
                  <a16:creationId xmlns:a16="http://schemas.microsoft.com/office/drawing/2014/main" id="{C2DAA9CE-BA2C-4C0E-95C5-09C12AC77C4F}"/>
                </a:ext>
              </a:extLst>
            </p:cNvPr>
            <p:cNvSpPr/>
            <p:nvPr/>
          </p:nvSpPr>
          <p:spPr>
            <a:xfrm>
              <a:off x="44419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79" name="타원 13078">
              <a:extLst>
                <a:ext uri="{FF2B5EF4-FFF2-40B4-BE49-F238E27FC236}">
                  <a16:creationId xmlns:a16="http://schemas.microsoft.com/office/drawing/2014/main" id="{55E2548E-3502-457F-861F-1C98D736A0B4}"/>
                </a:ext>
              </a:extLst>
            </p:cNvPr>
            <p:cNvSpPr/>
            <p:nvPr/>
          </p:nvSpPr>
          <p:spPr>
            <a:xfrm>
              <a:off x="45943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0" name="타원 13079">
              <a:extLst>
                <a:ext uri="{FF2B5EF4-FFF2-40B4-BE49-F238E27FC236}">
                  <a16:creationId xmlns:a16="http://schemas.microsoft.com/office/drawing/2014/main" id="{B40EEBEE-F31D-4CCC-9074-98BF344B6F61}"/>
                </a:ext>
              </a:extLst>
            </p:cNvPr>
            <p:cNvSpPr/>
            <p:nvPr/>
          </p:nvSpPr>
          <p:spPr>
            <a:xfrm>
              <a:off x="47467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1" name="타원 13080">
              <a:extLst>
                <a:ext uri="{FF2B5EF4-FFF2-40B4-BE49-F238E27FC236}">
                  <a16:creationId xmlns:a16="http://schemas.microsoft.com/office/drawing/2014/main" id="{72F91DEB-E233-43DB-BD44-2A2F02FBB261}"/>
                </a:ext>
              </a:extLst>
            </p:cNvPr>
            <p:cNvSpPr/>
            <p:nvPr/>
          </p:nvSpPr>
          <p:spPr>
            <a:xfrm>
              <a:off x="4899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2" name="타원 13081">
              <a:extLst>
                <a:ext uri="{FF2B5EF4-FFF2-40B4-BE49-F238E27FC236}">
                  <a16:creationId xmlns:a16="http://schemas.microsoft.com/office/drawing/2014/main" id="{C4CDEFD8-748B-44DC-8E49-BF85D414C9DA}"/>
                </a:ext>
              </a:extLst>
            </p:cNvPr>
            <p:cNvSpPr/>
            <p:nvPr/>
          </p:nvSpPr>
          <p:spPr>
            <a:xfrm>
              <a:off x="5051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3" name="타원 13082">
              <a:extLst>
                <a:ext uri="{FF2B5EF4-FFF2-40B4-BE49-F238E27FC236}">
                  <a16:creationId xmlns:a16="http://schemas.microsoft.com/office/drawing/2014/main" id="{3DA8DEB5-F242-4528-A5C8-ABC77A9577CB}"/>
                </a:ext>
              </a:extLst>
            </p:cNvPr>
            <p:cNvSpPr/>
            <p:nvPr/>
          </p:nvSpPr>
          <p:spPr>
            <a:xfrm>
              <a:off x="52039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4" name="타원 13083">
              <a:extLst>
                <a:ext uri="{FF2B5EF4-FFF2-40B4-BE49-F238E27FC236}">
                  <a16:creationId xmlns:a16="http://schemas.microsoft.com/office/drawing/2014/main" id="{6CEBD5CF-A8B5-4DC3-A7A0-A94D0E773B47}"/>
                </a:ext>
              </a:extLst>
            </p:cNvPr>
            <p:cNvSpPr/>
            <p:nvPr/>
          </p:nvSpPr>
          <p:spPr>
            <a:xfrm>
              <a:off x="53563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5" name="타원 13084">
              <a:extLst>
                <a:ext uri="{FF2B5EF4-FFF2-40B4-BE49-F238E27FC236}">
                  <a16:creationId xmlns:a16="http://schemas.microsoft.com/office/drawing/2014/main" id="{E3BECAC7-11CA-4C9F-B18B-6A909318797A}"/>
                </a:ext>
              </a:extLst>
            </p:cNvPr>
            <p:cNvSpPr/>
            <p:nvPr/>
          </p:nvSpPr>
          <p:spPr>
            <a:xfrm>
              <a:off x="55087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6" name="타원 13085">
              <a:extLst>
                <a:ext uri="{FF2B5EF4-FFF2-40B4-BE49-F238E27FC236}">
                  <a16:creationId xmlns:a16="http://schemas.microsoft.com/office/drawing/2014/main" id="{31B82BD0-F2AE-4E04-AD67-BD0BEF551C75}"/>
                </a:ext>
              </a:extLst>
            </p:cNvPr>
            <p:cNvSpPr/>
            <p:nvPr/>
          </p:nvSpPr>
          <p:spPr>
            <a:xfrm>
              <a:off x="56611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7" name="타원 13086">
              <a:extLst>
                <a:ext uri="{FF2B5EF4-FFF2-40B4-BE49-F238E27FC236}">
                  <a16:creationId xmlns:a16="http://schemas.microsoft.com/office/drawing/2014/main" id="{A0499D4A-B6BF-4705-8340-4DB98424614F}"/>
                </a:ext>
              </a:extLst>
            </p:cNvPr>
            <p:cNvSpPr/>
            <p:nvPr/>
          </p:nvSpPr>
          <p:spPr>
            <a:xfrm>
              <a:off x="5813576" y="4495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8" name="타원 13087">
              <a:extLst>
                <a:ext uri="{FF2B5EF4-FFF2-40B4-BE49-F238E27FC236}">
                  <a16:creationId xmlns:a16="http://schemas.microsoft.com/office/drawing/2014/main" id="{4ADB7909-49DF-4617-B17A-4ADAD7EC1790}"/>
                </a:ext>
              </a:extLst>
            </p:cNvPr>
            <p:cNvSpPr/>
            <p:nvPr/>
          </p:nvSpPr>
          <p:spPr>
            <a:xfrm>
              <a:off x="327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89" name="타원 13088">
              <a:extLst>
                <a:ext uri="{FF2B5EF4-FFF2-40B4-BE49-F238E27FC236}">
                  <a16:creationId xmlns:a16="http://schemas.microsoft.com/office/drawing/2014/main" id="{8453D9A4-66B9-40D0-A188-F70E71F15747}"/>
                </a:ext>
              </a:extLst>
            </p:cNvPr>
            <p:cNvSpPr/>
            <p:nvPr/>
          </p:nvSpPr>
          <p:spPr>
            <a:xfrm>
              <a:off x="479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0" name="타원 13089">
              <a:extLst>
                <a:ext uri="{FF2B5EF4-FFF2-40B4-BE49-F238E27FC236}">
                  <a16:creationId xmlns:a16="http://schemas.microsoft.com/office/drawing/2014/main" id="{1DADB7EA-8BA2-44F1-B03D-7B873C2DCC00}"/>
                </a:ext>
              </a:extLst>
            </p:cNvPr>
            <p:cNvSpPr/>
            <p:nvPr/>
          </p:nvSpPr>
          <p:spPr>
            <a:xfrm>
              <a:off x="6319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1" name="타원 13090">
              <a:extLst>
                <a:ext uri="{FF2B5EF4-FFF2-40B4-BE49-F238E27FC236}">
                  <a16:creationId xmlns:a16="http://schemas.microsoft.com/office/drawing/2014/main" id="{21C0F50B-E44A-4E07-B486-B247302188AA}"/>
                </a:ext>
              </a:extLst>
            </p:cNvPr>
            <p:cNvSpPr/>
            <p:nvPr/>
          </p:nvSpPr>
          <p:spPr>
            <a:xfrm>
              <a:off x="7843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2" name="타원 13091">
              <a:extLst>
                <a:ext uri="{FF2B5EF4-FFF2-40B4-BE49-F238E27FC236}">
                  <a16:creationId xmlns:a16="http://schemas.microsoft.com/office/drawing/2014/main" id="{148DC331-C7D1-44B8-B855-886750A45E16}"/>
                </a:ext>
              </a:extLst>
            </p:cNvPr>
            <p:cNvSpPr/>
            <p:nvPr/>
          </p:nvSpPr>
          <p:spPr>
            <a:xfrm>
              <a:off x="9367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3" name="타원 13092">
              <a:extLst>
                <a:ext uri="{FF2B5EF4-FFF2-40B4-BE49-F238E27FC236}">
                  <a16:creationId xmlns:a16="http://schemas.microsoft.com/office/drawing/2014/main" id="{6F7D7F97-A8E2-45F5-BDCF-8C57621FD599}"/>
                </a:ext>
              </a:extLst>
            </p:cNvPr>
            <p:cNvSpPr/>
            <p:nvPr/>
          </p:nvSpPr>
          <p:spPr>
            <a:xfrm>
              <a:off x="1089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4" name="타원 13093">
              <a:extLst>
                <a:ext uri="{FF2B5EF4-FFF2-40B4-BE49-F238E27FC236}">
                  <a16:creationId xmlns:a16="http://schemas.microsoft.com/office/drawing/2014/main" id="{18F8A0CD-998B-4F28-B35E-0D5545E55B41}"/>
                </a:ext>
              </a:extLst>
            </p:cNvPr>
            <p:cNvSpPr/>
            <p:nvPr/>
          </p:nvSpPr>
          <p:spPr>
            <a:xfrm>
              <a:off x="1241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5" name="타원 13094">
              <a:extLst>
                <a:ext uri="{FF2B5EF4-FFF2-40B4-BE49-F238E27FC236}">
                  <a16:creationId xmlns:a16="http://schemas.microsoft.com/office/drawing/2014/main" id="{6F3AB5C1-4748-445E-A86C-AF70A8AB6F0C}"/>
                </a:ext>
              </a:extLst>
            </p:cNvPr>
            <p:cNvSpPr/>
            <p:nvPr/>
          </p:nvSpPr>
          <p:spPr>
            <a:xfrm>
              <a:off x="13939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6" name="타원 13095">
              <a:extLst>
                <a:ext uri="{FF2B5EF4-FFF2-40B4-BE49-F238E27FC236}">
                  <a16:creationId xmlns:a16="http://schemas.microsoft.com/office/drawing/2014/main" id="{B7B38DE6-2BA0-4B2E-B24D-F6CB16D2725D}"/>
                </a:ext>
              </a:extLst>
            </p:cNvPr>
            <p:cNvSpPr/>
            <p:nvPr/>
          </p:nvSpPr>
          <p:spPr>
            <a:xfrm>
              <a:off x="15463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7" name="타원 13096">
              <a:extLst>
                <a:ext uri="{FF2B5EF4-FFF2-40B4-BE49-F238E27FC236}">
                  <a16:creationId xmlns:a16="http://schemas.microsoft.com/office/drawing/2014/main" id="{1380DD06-EBED-4F61-B65C-7CAE0BF7971A}"/>
                </a:ext>
              </a:extLst>
            </p:cNvPr>
            <p:cNvSpPr/>
            <p:nvPr/>
          </p:nvSpPr>
          <p:spPr>
            <a:xfrm>
              <a:off x="16987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8" name="타원 13097">
              <a:extLst>
                <a:ext uri="{FF2B5EF4-FFF2-40B4-BE49-F238E27FC236}">
                  <a16:creationId xmlns:a16="http://schemas.microsoft.com/office/drawing/2014/main" id="{8B30DF27-29CE-4372-A0FE-1FE6199C937A}"/>
                </a:ext>
              </a:extLst>
            </p:cNvPr>
            <p:cNvSpPr/>
            <p:nvPr/>
          </p:nvSpPr>
          <p:spPr>
            <a:xfrm>
              <a:off x="1851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99" name="타원 13098">
              <a:extLst>
                <a:ext uri="{FF2B5EF4-FFF2-40B4-BE49-F238E27FC236}">
                  <a16:creationId xmlns:a16="http://schemas.microsoft.com/office/drawing/2014/main" id="{001F60BC-0587-4359-9427-9735C008B413}"/>
                </a:ext>
              </a:extLst>
            </p:cNvPr>
            <p:cNvSpPr/>
            <p:nvPr/>
          </p:nvSpPr>
          <p:spPr>
            <a:xfrm>
              <a:off x="2003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0" name="타원 13099">
              <a:extLst>
                <a:ext uri="{FF2B5EF4-FFF2-40B4-BE49-F238E27FC236}">
                  <a16:creationId xmlns:a16="http://schemas.microsoft.com/office/drawing/2014/main" id="{568CB2FA-EC28-4466-99A7-8D0A59C5D1BC}"/>
                </a:ext>
              </a:extLst>
            </p:cNvPr>
            <p:cNvSpPr/>
            <p:nvPr/>
          </p:nvSpPr>
          <p:spPr>
            <a:xfrm>
              <a:off x="21559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1" name="타원 13100">
              <a:extLst>
                <a:ext uri="{FF2B5EF4-FFF2-40B4-BE49-F238E27FC236}">
                  <a16:creationId xmlns:a16="http://schemas.microsoft.com/office/drawing/2014/main" id="{57DFDCFD-1E60-4751-90CA-C175A8D54DF7}"/>
                </a:ext>
              </a:extLst>
            </p:cNvPr>
            <p:cNvSpPr/>
            <p:nvPr/>
          </p:nvSpPr>
          <p:spPr>
            <a:xfrm>
              <a:off x="23083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2" name="타원 13101">
              <a:extLst>
                <a:ext uri="{FF2B5EF4-FFF2-40B4-BE49-F238E27FC236}">
                  <a16:creationId xmlns:a16="http://schemas.microsoft.com/office/drawing/2014/main" id="{E01AEEC0-25AA-4F54-B03B-03D9DA2F43E5}"/>
                </a:ext>
              </a:extLst>
            </p:cNvPr>
            <p:cNvSpPr/>
            <p:nvPr/>
          </p:nvSpPr>
          <p:spPr>
            <a:xfrm>
              <a:off x="24607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3" name="타원 13102">
              <a:extLst>
                <a:ext uri="{FF2B5EF4-FFF2-40B4-BE49-F238E27FC236}">
                  <a16:creationId xmlns:a16="http://schemas.microsoft.com/office/drawing/2014/main" id="{01AD8353-05EE-48CD-A55D-980A4413AC73}"/>
                </a:ext>
              </a:extLst>
            </p:cNvPr>
            <p:cNvSpPr/>
            <p:nvPr/>
          </p:nvSpPr>
          <p:spPr>
            <a:xfrm>
              <a:off x="2613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4" name="타원 13103">
              <a:extLst>
                <a:ext uri="{FF2B5EF4-FFF2-40B4-BE49-F238E27FC236}">
                  <a16:creationId xmlns:a16="http://schemas.microsoft.com/office/drawing/2014/main" id="{9927C85E-6AA2-4901-BF7E-C36E5155D9AC}"/>
                </a:ext>
              </a:extLst>
            </p:cNvPr>
            <p:cNvSpPr/>
            <p:nvPr/>
          </p:nvSpPr>
          <p:spPr>
            <a:xfrm>
              <a:off x="2765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5" name="타원 13104">
              <a:extLst>
                <a:ext uri="{FF2B5EF4-FFF2-40B4-BE49-F238E27FC236}">
                  <a16:creationId xmlns:a16="http://schemas.microsoft.com/office/drawing/2014/main" id="{E02D113C-0345-45BD-9A8A-2862211A68EA}"/>
                </a:ext>
              </a:extLst>
            </p:cNvPr>
            <p:cNvSpPr/>
            <p:nvPr/>
          </p:nvSpPr>
          <p:spPr>
            <a:xfrm>
              <a:off x="29179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6" name="타원 13105">
              <a:extLst>
                <a:ext uri="{FF2B5EF4-FFF2-40B4-BE49-F238E27FC236}">
                  <a16:creationId xmlns:a16="http://schemas.microsoft.com/office/drawing/2014/main" id="{533BD938-C1EA-4D1C-BC0B-50248B938F5C}"/>
                </a:ext>
              </a:extLst>
            </p:cNvPr>
            <p:cNvSpPr/>
            <p:nvPr/>
          </p:nvSpPr>
          <p:spPr>
            <a:xfrm>
              <a:off x="30703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7" name="타원 13106">
              <a:extLst>
                <a:ext uri="{FF2B5EF4-FFF2-40B4-BE49-F238E27FC236}">
                  <a16:creationId xmlns:a16="http://schemas.microsoft.com/office/drawing/2014/main" id="{6FFA1E63-14DC-4F2F-9C42-28882BA9A951}"/>
                </a:ext>
              </a:extLst>
            </p:cNvPr>
            <p:cNvSpPr/>
            <p:nvPr/>
          </p:nvSpPr>
          <p:spPr>
            <a:xfrm>
              <a:off x="32227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8" name="타원 13107">
              <a:extLst>
                <a:ext uri="{FF2B5EF4-FFF2-40B4-BE49-F238E27FC236}">
                  <a16:creationId xmlns:a16="http://schemas.microsoft.com/office/drawing/2014/main" id="{06269411-2278-4052-885F-B32A8E178E44}"/>
                </a:ext>
              </a:extLst>
            </p:cNvPr>
            <p:cNvSpPr/>
            <p:nvPr/>
          </p:nvSpPr>
          <p:spPr>
            <a:xfrm>
              <a:off x="3375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09" name="타원 13108">
              <a:extLst>
                <a:ext uri="{FF2B5EF4-FFF2-40B4-BE49-F238E27FC236}">
                  <a16:creationId xmlns:a16="http://schemas.microsoft.com/office/drawing/2014/main" id="{7A54B285-44B5-4CE4-AF3D-C9D58B749888}"/>
                </a:ext>
              </a:extLst>
            </p:cNvPr>
            <p:cNvSpPr/>
            <p:nvPr/>
          </p:nvSpPr>
          <p:spPr>
            <a:xfrm>
              <a:off x="3527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0" name="타원 13109">
              <a:extLst>
                <a:ext uri="{FF2B5EF4-FFF2-40B4-BE49-F238E27FC236}">
                  <a16:creationId xmlns:a16="http://schemas.microsoft.com/office/drawing/2014/main" id="{41032DD2-9CEA-47F7-A98B-B16275E4538C}"/>
                </a:ext>
              </a:extLst>
            </p:cNvPr>
            <p:cNvSpPr/>
            <p:nvPr/>
          </p:nvSpPr>
          <p:spPr>
            <a:xfrm>
              <a:off x="36799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1" name="타원 13110">
              <a:extLst>
                <a:ext uri="{FF2B5EF4-FFF2-40B4-BE49-F238E27FC236}">
                  <a16:creationId xmlns:a16="http://schemas.microsoft.com/office/drawing/2014/main" id="{CB9995B7-3AA7-4A52-8439-47093FBB98D9}"/>
                </a:ext>
              </a:extLst>
            </p:cNvPr>
            <p:cNvSpPr/>
            <p:nvPr/>
          </p:nvSpPr>
          <p:spPr>
            <a:xfrm>
              <a:off x="38323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2" name="타원 13111">
              <a:extLst>
                <a:ext uri="{FF2B5EF4-FFF2-40B4-BE49-F238E27FC236}">
                  <a16:creationId xmlns:a16="http://schemas.microsoft.com/office/drawing/2014/main" id="{021D753F-FF47-49E4-B792-94F2659E571C}"/>
                </a:ext>
              </a:extLst>
            </p:cNvPr>
            <p:cNvSpPr/>
            <p:nvPr/>
          </p:nvSpPr>
          <p:spPr>
            <a:xfrm>
              <a:off x="39847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3" name="타원 13112">
              <a:extLst>
                <a:ext uri="{FF2B5EF4-FFF2-40B4-BE49-F238E27FC236}">
                  <a16:creationId xmlns:a16="http://schemas.microsoft.com/office/drawing/2014/main" id="{91725D5B-884A-4CA9-8454-4061AF310BF0}"/>
                </a:ext>
              </a:extLst>
            </p:cNvPr>
            <p:cNvSpPr/>
            <p:nvPr/>
          </p:nvSpPr>
          <p:spPr>
            <a:xfrm>
              <a:off x="4137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4" name="타원 13113">
              <a:extLst>
                <a:ext uri="{FF2B5EF4-FFF2-40B4-BE49-F238E27FC236}">
                  <a16:creationId xmlns:a16="http://schemas.microsoft.com/office/drawing/2014/main" id="{533CC1CC-C12B-4184-88CA-CCD0A85BEEA5}"/>
                </a:ext>
              </a:extLst>
            </p:cNvPr>
            <p:cNvSpPr/>
            <p:nvPr/>
          </p:nvSpPr>
          <p:spPr>
            <a:xfrm>
              <a:off x="4289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5" name="타원 13114">
              <a:extLst>
                <a:ext uri="{FF2B5EF4-FFF2-40B4-BE49-F238E27FC236}">
                  <a16:creationId xmlns:a16="http://schemas.microsoft.com/office/drawing/2014/main" id="{481BD5A1-9225-4C76-BB8F-66EA8E5253EE}"/>
                </a:ext>
              </a:extLst>
            </p:cNvPr>
            <p:cNvSpPr/>
            <p:nvPr/>
          </p:nvSpPr>
          <p:spPr>
            <a:xfrm>
              <a:off x="44419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6" name="타원 13115">
              <a:extLst>
                <a:ext uri="{FF2B5EF4-FFF2-40B4-BE49-F238E27FC236}">
                  <a16:creationId xmlns:a16="http://schemas.microsoft.com/office/drawing/2014/main" id="{3D9374A0-0A3D-4044-AEFF-EA2AD2282FB4}"/>
                </a:ext>
              </a:extLst>
            </p:cNvPr>
            <p:cNvSpPr/>
            <p:nvPr/>
          </p:nvSpPr>
          <p:spPr>
            <a:xfrm>
              <a:off x="45943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7" name="타원 13116">
              <a:extLst>
                <a:ext uri="{FF2B5EF4-FFF2-40B4-BE49-F238E27FC236}">
                  <a16:creationId xmlns:a16="http://schemas.microsoft.com/office/drawing/2014/main" id="{585E20C2-8F7B-48AA-BDF4-20652620A40C}"/>
                </a:ext>
              </a:extLst>
            </p:cNvPr>
            <p:cNvSpPr/>
            <p:nvPr/>
          </p:nvSpPr>
          <p:spPr>
            <a:xfrm>
              <a:off x="47467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8" name="타원 13117">
              <a:extLst>
                <a:ext uri="{FF2B5EF4-FFF2-40B4-BE49-F238E27FC236}">
                  <a16:creationId xmlns:a16="http://schemas.microsoft.com/office/drawing/2014/main" id="{2BEA43BF-5DCE-42FC-AE92-6FF9FA3BBDBE}"/>
                </a:ext>
              </a:extLst>
            </p:cNvPr>
            <p:cNvSpPr/>
            <p:nvPr/>
          </p:nvSpPr>
          <p:spPr>
            <a:xfrm>
              <a:off x="4899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19" name="타원 13118">
              <a:extLst>
                <a:ext uri="{FF2B5EF4-FFF2-40B4-BE49-F238E27FC236}">
                  <a16:creationId xmlns:a16="http://schemas.microsoft.com/office/drawing/2014/main" id="{F93A7AB5-FF19-4D94-B30D-1BDD089D87E9}"/>
                </a:ext>
              </a:extLst>
            </p:cNvPr>
            <p:cNvSpPr/>
            <p:nvPr/>
          </p:nvSpPr>
          <p:spPr>
            <a:xfrm>
              <a:off x="5051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0" name="타원 13119">
              <a:extLst>
                <a:ext uri="{FF2B5EF4-FFF2-40B4-BE49-F238E27FC236}">
                  <a16:creationId xmlns:a16="http://schemas.microsoft.com/office/drawing/2014/main" id="{8DE676FE-61F1-4CB8-8936-3DCB09FC6A83}"/>
                </a:ext>
              </a:extLst>
            </p:cNvPr>
            <p:cNvSpPr/>
            <p:nvPr/>
          </p:nvSpPr>
          <p:spPr>
            <a:xfrm>
              <a:off x="52039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1" name="타원 13120">
              <a:extLst>
                <a:ext uri="{FF2B5EF4-FFF2-40B4-BE49-F238E27FC236}">
                  <a16:creationId xmlns:a16="http://schemas.microsoft.com/office/drawing/2014/main" id="{3FCA638C-2467-4A69-B37F-82A8889CBD6F}"/>
                </a:ext>
              </a:extLst>
            </p:cNvPr>
            <p:cNvSpPr/>
            <p:nvPr/>
          </p:nvSpPr>
          <p:spPr>
            <a:xfrm>
              <a:off x="53563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2" name="타원 13121">
              <a:extLst>
                <a:ext uri="{FF2B5EF4-FFF2-40B4-BE49-F238E27FC236}">
                  <a16:creationId xmlns:a16="http://schemas.microsoft.com/office/drawing/2014/main" id="{55393643-6394-4101-B578-86C11D23BABD}"/>
                </a:ext>
              </a:extLst>
            </p:cNvPr>
            <p:cNvSpPr/>
            <p:nvPr/>
          </p:nvSpPr>
          <p:spPr>
            <a:xfrm>
              <a:off x="55087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3" name="타원 13122">
              <a:extLst>
                <a:ext uri="{FF2B5EF4-FFF2-40B4-BE49-F238E27FC236}">
                  <a16:creationId xmlns:a16="http://schemas.microsoft.com/office/drawing/2014/main" id="{CEC551BE-96A5-4B0A-8C95-CBADE85B3EDF}"/>
                </a:ext>
              </a:extLst>
            </p:cNvPr>
            <p:cNvSpPr/>
            <p:nvPr/>
          </p:nvSpPr>
          <p:spPr>
            <a:xfrm>
              <a:off x="56611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4" name="타원 13123">
              <a:extLst>
                <a:ext uri="{FF2B5EF4-FFF2-40B4-BE49-F238E27FC236}">
                  <a16:creationId xmlns:a16="http://schemas.microsoft.com/office/drawing/2014/main" id="{53317A14-92C4-4A02-9E6B-BEB595FF6DFE}"/>
                </a:ext>
              </a:extLst>
            </p:cNvPr>
            <p:cNvSpPr/>
            <p:nvPr/>
          </p:nvSpPr>
          <p:spPr>
            <a:xfrm>
              <a:off x="5813576" y="4648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5" name="타원 13124">
              <a:extLst>
                <a:ext uri="{FF2B5EF4-FFF2-40B4-BE49-F238E27FC236}">
                  <a16:creationId xmlns:a16="http://schemas.microsoft.com/office/drawing/2014/main" id="{2CEB127E-B17A-467D-A3AF-2785D4452895}"/>
                </a:ext>
              </a:extLst>
            </p:cNvPr>
            <p:cNvSpPr/>
            <p:nvPr/>
          </p:nvSpPr>
          <p:spPr>
            <a:xfrm>
              <a:off x="327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6" name="타원 13125">
              <a:extLst>
                <a:ext uri="{FF2B5EF4-FFF2-40B4-BE49-F238E27FC236}">
                  <a16:creationId xmlns:a16="http://schemas.microsoft.com/office/drawing/2014/main" id="{3B6EDB4E-456B-466C-AEEB-FE6ABD68F50D}"/>
                </a:ext>
              </a:extLst>
            </p:cNvPr>
            <p:cNvSpPr/>
            <p:nvPr/>
          </p:nvSpPr>
          <p:spPr>
            <a:xfrm>
              <a:off x="479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7" name="타원 13126">
              <a:extLst>
                <a:ext uri="{FF2B5EF4-FFF2-40B4-BE49-F238E27FC236}">
                  <a16:creationId xmlns:a16="http://schemas.microsoft.com/office/drawing/2014/main" id="{D198C163-5B66-4A8B-A27B-F0FDE8F13F1A}"/>
                </a:ext>
              </a:extLst>
            </p:cNvPr>
            <p:cNvSpPr/>
            <p:nvPr/>
          </p:nvSpPr>
          <p:spPr>
            <a:xfrm>
              <a:off x="6319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8" name="타원 13127">
              <a:extLst>
                <a:ext uri="{FF2B5EF4-FFF2-40B4-BE49-F238E27FC236}">
                  <a16:creationId xmlns:a16="http://schemas.microsoft.com/office/drawing/2014/main" id="{8555390B-333F-415C-B344-37C163A30537}"/>
                </a:ext>
              </a:extLst>
            </p:cNvPr>
            <p:cNvSpPr/>
            <p:nvPr/>
          </p:nvSpPr>
          <p:spPr>
            <a:xfrm>
              <a:off x="7843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29" name="타원 13128">
              <a:extLst>
                <a:ext uri="{FF2B5EF4-FFF2-40B4-BE49-F238E27FC236}">
                  <a16:creationId xmlns:a16="http://schemas.microsoft.com/office/drawing/2014/main" id="{96CC4AA0-081B-4DB5-AFCD-4FD668468F02}"/>
                </a:ext>
              </a:extLst>
            </p:cNvPr>
            <p:cNvSpPr/>
            <p:nvPr/>
          </p:nvSpPr>
          <p:spPr>
            <a:xfrm>
              <a:off x="9367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0" name="타원 13129">
              <a:extLst>
                <a:ext uri="{FF2B5EF4-FFF2-40B4-BE49-F238E27FC236}">
                  <a16:creationId xmlns:a16="http://schemas.microsoft.com/office/drawing/2014/main" id="{C4FC5FD1-99A8-4F54-90DF-11C7D39E7898}"/>
                </a:ext>
              </a:extLst>
            </p:cNvPr>
            <p:cNvSpPr/>
            <p:nvPr/>
          </p:nvSpPr>
          <p:spPr>
            <a:xfrm>
              <a:off x="1089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1" name="타원 13130">
              <a:extLst>
                <a:ext uri="{FF2B5EF4-FFF2-40B4-BE49-F238E27FC236}">
                  <a16:creationId xmlns:a16="http://schemas.microsoft.com/office/drawing/2014/main" id="{2662F90C-FFFB-4824-9CAC-6E776C160425}"/>
                </a:ext>
              </a:extLst>
            </p:cNvPr>
            <p:cNvSpPr/>
            <p:nvPr/>
          </p:nvSpPr>
          <p:spPr>
            <a:xfrm>
              <a:off x="1241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2" name="타원 13131">
              <a:extLst>
                <a:ext uri="{FF2B5EF4-FFF2-40B4-BE49-F238E27FC236}">
                  <a16:creationId xmlns:a16="http://schemas.microsoft.com/office/drawing/2014/main" id="{7EC1E320-F322-44B1-B36D-CF8F3011F234}"/>
                </a:ext>
              </a:extLst>
            </p:cNvPr>
            <p:cNvSpPr/>
            <p:nvPr/>
          </p:nvSpPr>
          <p:spPr>
            <a:xfrm>
              <a:off x="13939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3" name="타원 13132">
              <a:extLst>
                <a:ext uri="{FF2B5EF4-FFF2-40B4-BE49-F238E27FC236}">
                  <a16:creationId xmlns:a16="http://schemas.microsoft.com/office/drawing/2014/main" id="{000C74BC-16E0-4AC6-902A-9C2D4A346DE5}"/>
                </a:ext>
              </a:extLst>
            </p:cNvPr>
            <p:cNvSpPr/>
            <p:nvPr/>
          </p:nvSpPr>
          <p:spPr>
            <a:xfrm>
              <a:off x="15463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4" name="타원 13133">
              <a:extLst>
                <a:ext uri="{FF2B5EF4-FFF2-40B4-BE49-F238E27FC236}">
                  <a16:creationId xmlns:a16="http://schemas.microsoft.com/office/drawing/2014/main" id="{D14125A2-CA46-4458-9D25-469C33CE5EFF}"/>
                </a:ext>
              </a:extLst>
            </p:cNvPr>
            <p:cNvSpPr/>
            <p:nvPr/>
          </p:nvSpPr>
          <p:spPr>
            <a:xfrm>
              <a:off x="16987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5" name="타원 13134">
              <a:extLst>
                <a:ext uri="{FF2B5EF4-FFF2-40B4-BE49-F238E27FC236}">
                  <a16:creationId xmlns:a16="http://schemas.microsoft.com/office/drawing/2014/main" id="{94832C49-C820-4422-B370-4245FF8FD25A}"/>
                </a:ext>
              </a:extLst>
            </p:cNvPr>
            <p:cNvSpPr/>
            <p:nvPr/>
          </p:nvSpPr>
          <p:spPr>
            <a:xfrm>
              <a:off x="1851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6" name="타원 13135">
              <a:extLst>
                <a:ext uri="{FF2B5EF4-FFF2-40B4-BE49-F238E27FC236}">
                  <a16:creationId xmlns:a16="http://schemas.microsoft.com/office/drawing/2014/main" id="{3BF97F41-3064-4802-9F0A-C7AA723E77D9}"/>
                </a:ext>
              </a:extLst>
            </p:cNvPr>
            <p:cNvSpPr/>
            <p:nvPr/>
          </p:nvSpPr>
          <p:spPr>
            <a:xfrm>
              <a:off x="2003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7" name="타원 13136">
              <a:extLst>
                <a:ext uri="{FF2B5EF4-FFF2-40B4-BE49-F238E27FC236}">
                  <a16:creationId xmlns:a16="http://schemas.microsoft.com/office/drawing/2014/main" id="{BDFFB519-F9D6-4EBE-BF52-76DF72E0B5E7}"/>
                </a:ext>
              </a:extLst>
            </p:cNvPr>
            <p:cNvSpPr/>
            <p:nvPr/>
          </p:nvSpPr>
          <p:spPr>
            <a:xfrm>
              <a:off x="21559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8" name="타원 13137">
              <a:extLst>
                <a:ext uri="{FF2B5EF4-FFF2-40B4-BE49-F238E27FC236}">
                  <a16:creationId xmlns:a16="http://schemas.microsoft.com/office/drawing/2014/main" id="{BB2E6C9D-906A-4100-AA8D-2FC0535BAD9B}"/>
                </a:ext>
              </a:extLst>
            </p:cNvPr>
            <p:cNvSpPr/>
            <p:nvPr/>
          </p:nvSpPr>
          <p:spPr>
            <a:xfrm>
              <a:off x="23083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39" name="타원 13138">
              <a:extLst>
                <a:ext uri="{FF2B5EF4-FFF2-40B4-BE49-F238E27FC236}">
                  <a16:creationId xmlns:a16="http://schemas.microsoft.com/office/drawing/2014/main" id="{B25B45E7-0E27-4493-8016-8A6E76470E3E}"/>
                </a:ext>
              </a:extLst>
            </p:cNvPr>
            <p:cNvSpPr/>
            <p:nvPr/>
          </p:nvSpPr>
          <p:spPr>
            <a:xfrm>
              <a:off x="24607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0" name="타원 13139">
              <a:extLst>
                <a:ext uri="{FF2B5EF4-FFF2-40B4-BE49-F238E27FC236}">
                  <a16:creationId xmlns:a16="http://schemas.microsoft.com/office/drawing/2014/main" id="{DA45ED26-AABC-4211-95D1-937EFD9EEA4E}"/>
                </a:ext>
              </a:extLst>
            </p:cNvPr>
            <p:cNvSpPr/>
            <p:nvPr/>
          </p:nvSpPr>
          <p:spPr>
            <a:xfrm>
              <a:off x="2613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1" name="타원 13140">
              <a:extLst>
                <a:ext uri="{FF2B5EF4-FFF2-40B4-BE49-F238E27FC236}">
                  <a16:creationId xmlns:a16="http://schemas.microsoft.com/office/drawing/2014/main" id="{FD1C9248-AF85-4C9E-830B-9399DCC99AD9}"/>
                </a:ext>
              </a:extLst>
            </p:cNvPr>
            <p:cNvSpPr/>
            <p:nvPr/>
          </p:nvSpPr>
          <p:spPr>
            <a:xfrm>
              <a:off x="2765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2" name="타원 13141">
              <a:extLst>
                <a:ext uri="{FF2B5EF4-FFF2-40B4-BE49-F238E27FC236}">
                  <a16:creationId xmlns:a16="http://schemas.microsoft.com/office/drawing/2014/main" id="{B6148B26-4EE0-41E3-811F-974ADE3B63F1}"/>
                </a:ext>
              </a:extLst>
            </p:cNvPr>
            <p:cNvSpPr/>
            <p:nvPr/>
          </p:nvSpPr>
          <p:spPr>
            <a:xfrm>
              <a:off x="29179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3" name="타원 13142">
              <a:extLst>
                <a:ext uri="{FF2B5EF4-FFF2-40B4-BE49-F238E27FC236}">
                  <a16:creationId xmlns:a16="http://schemas.microsoft.com/office/drawing/2014/main" id="{D60C63C8-E4B3-4A2B-9BA2-F7A63E5BF6AA}"/>
                </a:ext>
              </a:extLst>
            </p:cNvPr>
            <p:cNvSpPr/>
            <p:nvPr/>
          </p:nvSpPr>
          <p:spPr>
            <a:xfrm>
              <a:off x="30703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4" name="타원 13143">
              <a:extLst>
                <a:ext uri="{FF2B5EF4-FFF2-40B4-BE49-F238E27FC236}">
                  <a16:creationId xmlns:a16="http://schemas.microsoft.com/office/drawing/2014/main" id="{6B0C2CC5-10DF-4BD0-8882-347772BA692A}"/>
                </a:ext>
              </a:extLst>
            </p:cNvPr>
            <p:cNvSpPr/>
            <p:nvPr/>
          </p:nvSpPr>
          <p:spPr>
            <a:xfrm>
              <a:off x="32227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5" name="타원 13144">
              <a:extLst>
                <a:ext uri="{FF2B5EF4-FFF2-40B4-BE49-F238E27FC236}">
                  <a16:creationId xmlns:a16="http://schemas.microsoft.com/office/drawing/2014/main" id="{19CBBB3D-7E9C-48C8-A199-2A48AB24FF36}"/>
                </a:ext>
              </a:extLst>
            </p:cNvPr>
            <p:cNvSpPr/>
            <p:nvPr/>
          </p:nvSpPr>
          <p:spPr>
            <a:xfrm>
              <a:off x="3375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6" name="타원 13145">
              <a:extLst>
                <a:ext uri="{FF2B5EF4-FFF2-40B4-BE49-F238E27FC236}">
                  <a16:creationId xmlns:a16="http://schemas.microsoft.com/office/drawing/2014/main" id="{3A6C1E03-F069-4D81-815F-DD81D293CA61}"/>
                </a:ext>
              </a:extLst>
            </p:cNvPr>
            <p:cNvSpPr/>
            <p:nvPr/>
          </p:nvSpPr>
          <p:spPr>
            <a:xfrm>
              <a:off x="3527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7" name="타원 13146">
              <a:extLst>
                <a:ext uri="{FF2B5EF4-FFF2-40B4-BE49-F238E27FC236}">
                  <a16:creationId xmlns:a16="http://schemas.microsoft.com/office/drawing/2014/main" id="{FD59567E-EF22-4D72-845E-2294902401EC}"/>
                </a:ext>
              </a:extLst>
            </p:cNvPr>
            <p:cNvSpPr/>
            <p:nvPr/>
          </p:nvSpPr>
          <p:spPr>
            <a:xfrm>
              <a:off x="36799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8" name="타원 13147">
              <a:extLst>
                <a:ext uri="{FF2B5EF4-FFF2-40B4-BE49-F238E27FC236}">
                  <a16:creationId xmlns:a16="http://schemas.microsoft.com/office/drawing/2014/main" id="{AFC47BD3-A193-40C2-A2B1-274DE1ED519E}"/>
                </a:ext>
              </a:extLst>
            </p:cNvPr>
            <p:cNvSpPr/>
            <p:nvPr/>
          </p:nvSpPr>
          <p:spPr>
            <a:xfrm>
              <a:off x="38323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49" name="타원 13148">
              <a:extLst>
                <a:ext uri="{FF2B5EF4-FFF2-40B4-BE49-F238E27FC236}">
                  <a16:creationId xmlns:a16="http://schemas.microsoft.com/office/drawing/2014/main" id="{4B363ECE-02E5-454A-BA4C-411589A27BDB}"/>
                </a:ext>
              </a:extLst>
            </p:cNvPr>
            <p:cNvSpPr/>
            <p:nvPr/>
          </p:nvSpPr>
          <p:spPr>
            <a:xfrm>
              <a:off x="39847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0" name="타원 13149">
              <a:extLst>
                <a:ext uri="{FF2B5EF4-FFF2-40B4-BE49-F238E27FC236}">
                  <a16:creationId xmlns:a16="http://schemas.microsoft.com/office/drawing/2014/main" id="{482A9A79-F572-48EE-AACF-02AE992CEE46}"/>
                </a:ext>
              </a:extLst>
            </p:cNvPr>
            <p:cNvSpPr/>
            <p:nvPr/>
          </p:nvSpPr>
          <p:spPr>
            <a:xfrm>
              <a:off x="4137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1" name="타원 13150">
              <a:extLst>
                <a:ext uri="{FF2B5EF4-FFF2-40B4-BE49-F238E27FC236}">
                  <a16:creationId xmlns:a16="http://schemas.microsoft.com/office/drawing/2014/main" id="{58F2218A-CA16-40D7-BC5C-EF683087D7C5}"/>
                </a:ext>
              </a:extLst>
            </p:cNvPr>
            <p:cNvSpPr/>
            <p:nvPr/>
          </p:nvSpPr>
          <p:spPr>
            <a:xfrm>
              <a:off x="4289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2" name="타원 13151">
              <a:extLst>
                <a:ext uri="{FF2B5EF4-FFF2-40B4-BE49-F238E27FC236}">
                  <a16:creationId xmlns:a16="http://schemas.microsoft.com/office/drawing/2014/main" id="{1AC8D555-9BE8-4431-9732-20998EC3EC0B}"/>
                </a:ext>
              </a:extLst>
            </p:cNvPr>
            <p:cNvSpPr/>
            <p:nvPr/>
          </p:nvSpPr>
          <p:spPr>
            <a:xfrm>
              <a:off x="44419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3" name="타원 13152">
              <a:extLst>
                <a:ext uri="{FF2B5EF4-FFF2-40B4-BE49-F238E27FC236}">
                  <a16:creationId xmlns:a16="http://schemas.microsoft.com/office/drawing/2014/main" id="{9ECE21E8-54F0-40B6-BA08-42A2073B2AA3}"/>
                </a:ext>
              </a:extLst>
            </p:cNvPr>
            <p:cNvSpPr/>
            <p:nvPr/>
          </p:nvSpPr>
          <p:spPr>
            <a:xfrm>
              <a:off x="45943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4" name="타원 13153">
              <a:extLst>
                <a:ext uri="{FF2B5EF4-FFF2-40B4-BE49-F238E27FC236}">
                  <a16:creationId xmlns:a16="http://schemas.microsoft.com/office/drawing/2014/main" id="{C3272F7D-6278-42F1-8CF0-E8FCD6D4EB14}"/>
                </a:ext>
              </a:extLst>
            </p:cNvPr>
            <p:cNvSpPr/>
            <p:nvPr/>
          </p:nvSpPr>
          <p:spPr>
            <a:xfrm>
              <a:off x="47467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5" name="타원 13154">
              <a:extLst>
                <a:ext uri="{FF2B5EF4-FFF2-40B4-BE49-F238E27FC236}">
                  <a16:creationId xmlns:a16="http://schemas.microsoft.com/office/drawing/2014/main" id="{864BFDD3-29EA-4614-B9D5-31A1C3E6E42D}"/>
                </a:ext>
              </a:extLst>
            </p:cNvPr>
            <p:cNvSpPr/>
            <p:nvPr/>
          </p:nvSpPr>
          <p:spPr>
            <a:xfrm>
              <a:off x="4899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6" name="타원 13155">
              <a:extLst>
                <a:ext uri="{FF2B5EF4-FFF2-40B4-BE49-F238E27FC236}">
                  <a16:creationId xmlns:a16="http://schemas.microsoft.com/office/drawing/2014/main" id="{689F90D4-6157-4AF4-8A53-7984938BF556}"/>
                </a:ext>
              </a:extLst>
            </p:cNvPr>
            <p:cNvSpPr/>
            <p:nvPr/>
          </p:nvSpPr>
          <p:spPr>
            <a:xfrm>
              <a:off x="5051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7" name="타원 13156">
              <a:extLst>
                <a:ext uri="{FF2B5EF4-FFF2-40B4-BE49-F238E27FC236}">
                  <a16:creationId xmlns:a16="http://schemas.microsoft.com/office/drawing/2014/main" id="{9710DB14-747B-4186-937B-5DB885AEC236}"/>
                </a:ext>
              </a:extLst>
            </p:cNvPr>
            <p:cNvSpPr/>
            <p:nvPr/>
          </p:nvSpPr>
          <p:spPr>
            <a:xfrm>
              <a:off x="52039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8" name="타원 13157">
              <a:extLst>
                <a:ext uri="{FF2B5EF4-FFF2-40B4-BE49-F238E27FC236}">
                  <a16:creationId xmlns:a16="http://schemas.microsoft.com/office/drawing/2014/main" id="{3CC0A776-DEAD-45FE-A382-965DBC102D82}"/>
                </a:ext>
              </a:extLst>
            </p:cNvPr>
            <p:cNvSpPr/>
            <p:nvPr/>
          </p:nvSpPr>
          <p:spPr>
            <a:xfrm>
              <a:off x="53563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59" name="타원 13158">
              <a:extLst>
                <a:ext uri="{FF2B5EF4-FFF2-40B4-BE49-F238E27FC236}">
                  <a16:creationId xmlns:a16="http://schemas.microsoft.com/office/drawing/2014/main" id="{FC4695F8-D3A0-43CB-A7F5-3473FC9F05D7}"/>
                </a:ext>
              </a:extLst>
            </p:cNvPr>
            <p:cNvSpPr/>
            <p:nvPr/>
          </p:nvSpPr>
          <p:spPr>
            <a:xfrm>
              <a:off x="55087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0" name="타원 13159">
              <a:extLst>
                <a:ext uri="{FF2B5EF4-FFF2-40B4-BE49-F238E27FC236}">
                  <a16:creationId xmlns:a16="http://schemas.microsoft.com/office/drawing/2014/main" id="{82CC521C-8566-4679-A6A8-FB1BE19952D9}"/>
                </a:ext>
              </a:extLst>
            </p:cNvPr>
            <p:cNvSpPr/>
            <p:nvPr/>
          </p:nvSpPr>
          <p:spPr>
            <a:xfrm>
              <a:off x="56611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1" name="타원 13160">
              <a:extLst>
                <a:ext uri="{FF2B5EF4-FFF2-40B4-BE49-F238E27FC236}">
                  <a16:creationId xmlns:a16="http://schemas.microsoft.com/office/drawing/2014/main" id="{39E8F533-54F0-45E6-91BD-509B18BAD4FD}"/>
                </a:ext>
              </a:extLst>
            </p:cNvPr>
            <p:cNvSpPr/>
            <p:nvPr/>
          </p:nvSpPr>
          <p:spPr>
            <a:xfrm>
              <a:off x="5813576" y="4800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2" name="타원 13161">
              <a:extLst>
                <a:ext uri="{FF2B5EF4-FFF2-40B4-BE49-F238E27FC236}">
                  <a16:creationId xmlns:a16="http://schemas.microsoft.com/office/drawing/2014/main" id="{8653A325-061F-4D98-9837-3DAA92DA913C}"/>
                </a:ext>
              </a:extLst>
            </p:cNvPr>
            <p:cNvSpPr/>
            <p:nvPr/>
          </p:nvSpPr>
          <p:spPr>
            <a:xfrm>
              <a:off x="327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3" name="타원 13162">
              <a:extLst>
                <a:ext uri="{FF2B5EF4-FFF2-40B4-BE49-F238E27FC236}">
                  <a16:creationId xmlns:a16="http://schemas.microsoft.com/office/drawing/2014/main" id="{3A0CDD0A-B4D4-48D7-ABB9-E0D5285E8E3A}"/>
                </a:ext>
              </a:extLst>
            </p:cNvPr>
            <p:cNvSpPr/>
            <p:nvPr/>
          </p:nvSpPr>
          <p:spPr>
            <a:xfrm>
              <a:off x="479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4" name="타원 13163">
              <a:extLst>
                <a:ext uri="{FF2B5EF4-FFF2-40B4-BE49-F238E27FC236}">
                  <a16:creationId xmlns:a16="http://schemas.microsoft.com/office/drawing/2014/main" id="{8798030E-C7CF-40B8-A7F5-6CA1A3515432}"/>
                </a:ext>
              </a:extLst>
            </p:cNvPr>
            <p:cNvSpPr/>
            <p:nvPr/>
          </p:nvSpPr>
          <p:spPr>
            <a:xfrm>
              <a:off x="6319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5" name="타원 13164">
              <a:extLst>
                <a:ext uri="{FF2B5EF4-FFF2-40B4-BE49-F238E27FC236}">
                  <a16:creationId xmlns:a16="http://schemas.microsoft.com/office/drawing/2014/main" id="{EE9B6FE9-675C-4A7B-903F-06B2B6015D12}"/>
                </a:ext>
              </a:extLst>
            </p:cNvPr>
            <p:cNvSpPr/>
            <p:nvPr/>
          </p:nvSpPr>
          <p:spPr>
            <a:xfrm>
              <a:off x="7843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6" name="타원 13165">
              <a:extLst>
                <a:ext uri="{FF2B5EF4-FFF2-40B4-BE49-F238E27FC236}">
                  <a16:creationId xmlns:a16="http://schemas.microsoft.com/office/drawing/2014/main" id="{4B7F61C8-EAA0-450D-B66A-930168F407C0}"/>
                </a:ext>
              </a:extLst>
            </p:cNvPr>
            <p:cNvSpPr/>
            <p:nvPr/>
          </p:nvSpPr>
          <p:spPr>
            <a:xfrm>
              <a:off x="9367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7" name="타원 13166">
              <a:extLst>
                <a:ext uri="{FF2B5EF4-FFF2-40B4-BE49-F238E27FC236}">
                  <a16:creationId xmlns:a16="http://schemas.microsoft.com/office/drawing/2014/main" id="{2A7A28EB-4BDF-47F9-B9A3-E9486FEDF6BF}"/>
                </a:ext>
              </a:extLst>
            </p:cNvPr>
            <p:cNvSpPr/>
            <p:nvPr/>
          </p:nvSpPr>
          <p:spPr>
            <a:xfrm>
              <a:off x="1089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8" name="타원 13167">
              <a:extLst>
                <a:ext uri="{FF2B5EF4-FFF2-40B4-BE49-F238E27FC236}">
                  <a16:creationId xmlns:a16="http://schemas.microsoft.com/office/drawing/2014/main" id="{EF2983ED-1491-4C4E-BF09-C3E7001AD75F}"/>
                </a:ext>
              </a:extLst>
            </p:cNvPr>
            <p:cNvSpPr/>
            <p:nvPr/>
          </p:nvSpPr>
          <p:spPr>
            <a:xfrm>
              <a:off x="1241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69" name="타원 13168">
              <a:extLst>
                <a:ext uri="{FF2B5EF4-FFF2-40B4-BE49-F238E27FC236}">
                  <a16:creationId xmlns:a16="http://schemas.microsoft.com/office/drawing/2014/main" id="{1F306BB0-3F15-4C48-8D3C-6845FD9914DC}"/>
                </a:ext>
              </a:extLst>
            </p:cNvPr>
            <p:cNvSpPr/>
            <p:nvPr/>
          </p:nvSpPr>
          <p:spPr>
            <a:xfrm>
              <a:off x="13939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0" name="타원 13169">
              <a:extLst>
                <a:ext uri="{FF2B5EF4-FFF2-40B4-BE49-F238E27FC236}">
                  <a16:creationId xmlns:a16="http://schemas.microsoft.com/office/drawing/2014/main" id="{AA0D54E5-6350-4516-8DD2-F12070CAE1A4}"/>
                </a:ext>
              </a:extLst>
            </p:cNvPr>
            <p:cNvSpPr/>
            <p:nvPr/>
          </p:nvSpPr>
          <p:spPr>
            <a:xfrm>
              <a:off x="15463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1" name="타원 13170">
              <a:extLst>
                <a:ext uri="{FF2B5EF4-FFF2-40B4-BE49-F238E27FC236}">
                  <a16:creationId xmlns:a16="http://schemas.microsoft.com/office/drawing/2014/main" id="{C37EE9A5-27F4-434F-8DCF-003240DA927F}"/>
                </a:ext>
              </a:extLst>
            </p:cNvPr>
            <p:cNvSpPr/>
            <p:nvPr/>
          </p:nvSpPr>
          <p:spPr>
            <a:xfrm>
              <a:off x="16987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2" name="타원 13171">
              <a:extLst>
                <a:ext uri="{FF2B5EF4-FFF2-40B4-BE49-F238E27FC236}">
                  <a16:creationId xmlns:a16="http://schemas.microsoft.com/office/drawing/2014/main" id="{4357E8FF-5A02-4185-B994-AA76375E1CF0}"/>
                </a:ext>
              </a:extLst>
            </p:cNvPr>
            <p:cNvSpPr/>
            <p:nvPr/>
          </p:nvSpPr>
          <p:spPr>
            <a:xfrm>
              <a:off x="1851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3" name="타원 13172">
              <a:extLst>
                <a:ext uri="{FF2B5EF4-FFF2-40B4-BE49-F238E27FC236}">
                  <a16:creationId xmlns:a16="http://schemas.microsoft.com/office/drawing/2014/main" id="{23C9C60A-32C2-443C-9556-C1BE108E5906}"/>
                </a:ext>
              </a:extLst>
            </p:cNvPr>
            <p:cNvSpPr/>
            <p:nvPr/>
          </p:nvSpPr>
          <p:spPr>
            <a:xfrm>
              <a:off x="2003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4" name="타원 13173">
              <a:extLst>
                <a:ext uri="{FF2B5EF4-FFF2-40B4-BE49-F238E27FC236}">
                  <a16:creationId xmlns:a16="http://schemas.microsoft.com/office/drawing/2014/main" id="{E7BAEF93-FECC-4C26-9625-1676B453B66A}"/>
                </a:ext>
              </a:extLst>
            </p:cNvPr>
            <p:cNvSpPr/>
            <p:nvPr/>
          </p:nvSpPr>
          <p:spPr>
            <a:xfrm>
              <a:off x="21559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5" name="타원 13174">
              <a:extLst>
                <a:ext uri="{FF2B5EF4-FFF2-40B4-BE49-F238E27FC236}">
                  <a16:creationId xmlns:a16="http://schemas.microsoft.com/office/drawing/2014/main" id="{B89BEC2F-76BD-430C-8F9E-43E73A844140}"/>
                </a:ext>
              </a:extLst>
            </p:cNvPr>
            <p:cNvSpPr/>
            <p:nvPr/>
          </p:nvSpPr>
          <p:spPr>
            <a:xfrm>
              <a:off x="23083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6" name="타원 13175">
              <a:extLst>
                <a:ext uri="{FF2B5EF4-FFF2-40B4-BE49-F238E27FC236}">
                  <a16:creationId xmlns:a16="http://schemas.microsoft.com/office/drawing/2014/main" id="{478EBE00-7367-456F-A9B9-72BF14D38A1F}"/>
                </a:ext>
              </a:extLst>
            </p:cNvPr>
            <p:cNvSpPr/>
            <p:nvPr/>
          </p:nvSpPr>
          <p:spPr>
            <a:xfrm>
              <a:off x="24607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7" name="타원 13176">
              <a:extLst>
                <a:ext uri="{FF2B5EF4-FFF2-40B4-BE49-F238E27FC236}">
                  <a16:creationId xmlns:a16="http://schemas.microsoft.com/office/drawing/2014/main" id="{35D954C1-5A73-46FA-9A5F-C479E30EA033}"/>
                </a:ext>
              </a:extLst>
            </p:cNvPr>
            <p:cNvSpPr/>
            <p:nvPr/>
          </p:nvSpPr>
          <p:spPr>
            <a:xfrm>
              <a:off x="2613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8" name="타원 13177">
              <a:extLst>
                <a:ext uri="{FF2B5EF4-FFF2-40B4-BE49-F238E27FC236}">
                  <a16:creationId xmlns:a16="http://schemas.microsoft.com/office/drawing/2014/main" id="{4DBA069E-9904-4A96-80EE-70A13DAEE29F}"/>
                </a:ext>
              </a:extLst>
            </p:cNvPr>
            <p:cNvSpPr/>
            <p:nvPr/>
          </p:nvSpPr>
          <p:spPr>
            <a:xfrm>
              <a:off x="2765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79" name="타원 13178">
              <a:extLst>
                <a:ext uri="{FF2B5EF4-FFF2-40B4-BE49-F238E27FC236}">
                  <a16:creationId xmlns:a16="http://schemas.microsoft.com/office/drawing/2014/main" id="{31420389-0F91-4F36-A95F-ADA3EFCE6A8A}"/>
                </a:ext>
              </a:extLst>
            </p:cNvPr>
            <p:cNvSpPr/>
            <p:nvPr/>
          </p:nvSpPr>
          <p:spPr>
            <a:xfrm>
              <a:off x="29179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0" name="타원 13179">
              <a:extLst>
                <a:ext uri="{FF2B5EF4-FFF2-40B4-BE49-F238E27FC236}">
                  <a16:creationId xmlns:a16="http://schemas.microsoft.com/office/drawing/2014/main" id="{913F2471-78DF-443A-BD7C-1D7EC9192C59}"/>
                </a:ext>
              </a:extLst>
            </p:cNvPr>
            <p:cNvSpPr/>
            <p:nvPr/>
          </p:nvSpPr>
          <p:spPr>
            <a:xfrm>
              <a:off x="30703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1" name="타원 13180">
              <a:extLst>
                <a:ext uri="{FF2B5EF4-FFF2-40B4-BE49-F238E27FC236}">
                  <a16:creationId xmlns:a16="http://schemas.microsoft.com/office/drawing/2014/main" id="{1C4E40C1-827F-43BF-B02A-B5DD28398A18}"/>
                </a:ext>
              </a:extLst>
            </p:cNvPr>
            <p:cNvSpPr/>
            <p:nvPr/>
          </p:nvSpPr>
          <p:spPr>
            <a:xfrm>
              <a:off x="32227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2" name="타원 13181">
              <a:extLst>
                <a:ext uri="{FF2B5EF4-FFF2-40B4-BE49-F238E27FC236}">
                  <a16:creationId xmlns:a16="http://schemas.microsoft.com/office/drawing/2014/main" id="{0D099243-664A-482F-9D8D-09234CAAB35F}"/>
                </a:ext>
              </a:extLst>
            </p:cNvPr>
            <p:cNvSpPr/>
            <p:nvPr/>
          </p:nvSpPr>
          <p:spPr>
            <a:xfrm>
              <a:off x="3375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3" name="타원 13182">
              <a:extLst>
                <a:ext uri="{FF2B5EF4-FFF2-40B4-BE49-F238E27FC236}">
                  <a16:creationId xmlns:a16="http://schemas.microsoft.com/office/drawing/2014/main" id="{4E81649A-4922-420D-9AF3-E9F95EE272E2}"/>
                </a:ext>
              </a:extLst>
            </p:cNvPr>
            <p:cNvSpPr/>
            <p:nvPr/>
          </p:nvSpPr>
          <p:spPr>
            <a:xfrm>
              <a:off x="3527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4" name="타원 13183">
              <a:extLst>
                <a:ext uri="{FF2B5EF4-FFF2-40B4-BE49-F238E27FC236}">
                  <a16:creationId xmlns:a16="http://schemas.microsoft.com/office/drawing/2014/main" id="{A71DC858-C167-43F3-AA7E-C68246E7E55A}"/>
                </a:ext>
              </a:extLst>
            </p:cNvPr>
            <p:cNvSpPr/>
            <p:nvPr/>
          </p:nvSpPr>
          <p:spPr>
            <a:xfrm>
              <a:off x="36799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5" name="타원 13184">
              <a:extLst>
                <a:ext uri="{FF2B5EF4-FFF2-40B4-BE49-F238E27FC236}">
                  <a16:creationId xmlns:a16="http://schemas.microsoft.com/office/drawing/2014/main" id="{DABC0B9C-CC7C-4BE2-ADF0-E5BA6C748A2D}"/>
                </a:ext>
              </a:extLst>
            </p:cNvPr>
            <p:cNvSpPr/>
            <p:nvPr/>
          </p:nvSpPr>
          <p:spPr>
            <a:xfrm>
              <a:off x="38323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6" name="타원 13185">
              <a:extLst>
                <a:ext uri="{FF2B5EF4-FFF2-40B4-BE49-F238E27FC236}">
                  <a16:creationId xmlns:a16="http://schemas.microsoft.com/office/drawing/2014/main" id="{4E2B8D8B-05B1-4E1B-B675-BBC92D4FE845}"/>
                </a:ext>
              </a:extLst>
            </p:cNvPr>
            <p:cNvSpPr/>
            <p:nvPr/>
          </p:nvSpPr>
          <p:spPr>
            <a:xfrm>
              <a:off x="39847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7" name="타원 13186">
              <a:extLst>
                <a:ext uri="{FF2B5EF4-FFF2-40B4-BE49-F238E27FC236}">
                  <a16:creationId xmlns:a16="http://schemas.microsoft.com/office/drawing/2014/main" id="{D3158A26-EBC2-48E8-B60D-A5CBB4B4D8F1}"/>
                </a:ext>
              </a:extLst>
            </p:cNvPr>
            <p:cNvSpPr/>
            <p:nvPr/>
          </p:nvSpPr>
          <p:spPr>
            <a:xfrm>
              <a:off x="4137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8" name="타원 13187">
              <a:extLst>
                <a:ext uri="{FF2B5EF4-FFF2-40B4-BE49-F238E27FC236}">
                  <a16:creationId xmlns:a16="http://schemas.microsoft.com/office/drawing/2014/main" id="{858816DF-1861-4E5F-91D8-4D3F1F024EB8}"/>
                </a:ext>
              </a:extLst>
            </p:cNvPr>
            <p:cNvSpPr/>
            <p:nvPr/>
          </p:nvSpPr>
          <p:spPr>
            <a:xfrm>
              <a:off x="4289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89" name="타원 13188">
              <a:extLst>
                <a:ext uri="{FF2B5EF4-FFF2-40B4-BE49-F238E27FC236}">
                  <a16:creationId xmlns:a16="http://schemas.microsoft.com/office/drawing/2014/main" id="{F89218EE-7269-41AE-9F81-BCA3FD9570ED}"/>
                </a:ext>
              </a:extLst>
            </p:cNvPr>
            <p:cNvSpPr/>
            <p:nvPr/>
          </p:nvSpPr>
          <p:spPr>
            <a:xfrm>
              <a:off x="44419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0" name="타원 13189">
              <a:extLst>
                <a:ext uri="{FF2B5EF4-FFF2-40B4-BE49-F238E27FC236}">
                  <a16:creationId xmlns:a16="http://schemas.microsoft.com/office/drawing/2014/main" id="{5DA8FACD-90A7-4150-8CE0-B9663AC9A239}"/>
                </a:ext>
              </a:extLst>
            </p:cNvPr>
            <p:cNvSpPr/>
            <p:nvPr/>
          </p:nvSpPr>
          <p:spPr>
            <a:xfrm>
              <a:off x="45943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1" name="타원 13190">
              <a:extLst>
                <a:ext uri="{FF2B5EF4-FFF2-40B4-BE49-F238E27FC236}">
                  <a16:creationId xmlns:a16="http://schemas.microsoft.com/office/drawing/2014/main" id="{BE5B43C4-F8F7-4396-800F-34E080FA0B63}"/>
                </a:ext>
              </a:extLst>
            </p:cNvPr>
            <p:cNvSpPr/>
            <p:nvPr/>
          </p:nvSpPr>
          <p:spPr>
            <a:xfrm>
              <a:off x="47467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2" name="타원 13191">
              <a:extLst>
                <a:ext uri="{FF2B5EF4-FFF2-40B4-BE49-F238E27FC236}">
                  <a16:creationId xmlns:a16="http://schemas.microsoft.com/office/drawing/2014/main" id="{CFD27C64-69A5-4330-9AB5-DEF54AA82C80}"/>
                </a:ext>
              </a:extLst>
            </p:cNvPr>
            <p:cNvSpPr/>
            <p:nvPr/>
          </p:nvSpPr>
          <p:spPr>
            <a:xfrm>
              <a:off x="4899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3" name="타원 13192">
              <a:extLst>
                <a:ext uri="{FF2B5EF4-FFF2-40B4-BE49-F238E27FC236}">
                  <a16:creationId xmlns:a16="http://schemas.microsoft.com/office/drawing/2014/main" id="{1EEC58EA-11C2-41B2-9066-91371275B3E0}"/>
                </a:ext>
              </a:extLst>
            </p:cNvPr>
            <p:cNvSpPr/>
            <p:nvPr/>
          </p:nvSpPr>
          <p:spPr>
            <a:xfrm>
              <a:off x="5051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4" name="타원 13193">
              <a:extLst>
                <a:ext uri="{FF2B5EF4-FFF2-40B4-BE49-F238E27FC236}">
                  <a16:creationId xmlns:a16="http://schemas.microsoft.com/office/drawing/2014/main" id="{C2375339-9414-4536-A6A7-0AACD1F109BA}"/>
                </a:ext>
              </a:extLst>
            </p:cNvPr>
            <p:cNvSpPr/>
            <p:nvPr/>
          </p:nvSpPr>
          <p:spPr>
            <a:xfrm>
              <a:off x="52039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5" name="타원 13194">
              <a:extLst>
                <a:ext uri="{FF2B5EF4-FFF2-40B4-BE49-F238E27FC236}">
                  <a16:creationId xmlns:a16="http://schemas.microsoft.com/office/drawing/2014/main" id="{6B63E608-0910-45B1-A9CE-5FE2002AD0B4}"/>
                </a:ext>
              </a:extLst>
            </p:cNvPr>
            <p:cNvSpPr/>
            <p:nvPr/>
          </p:nvSpPr>
          <p:spPr>
            <a:xfrm>
              <a:off x="53563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6" name="타원 13195">
              <a:extLst>
                <a:ext uri="{FF2B5EF4-FFF2-40B4-BE49-F238E27FC236}">
                  <a16:creationId xmlns:a16="http://schemas.microsoft.com/office/drawing/2014/main" id="{E1536201-95BB-4F72-A827-7FDCA3E42EC1}"/>
                </a:ext>
              </a:extLst>
            </p:cNvPr>
            <p:cNvSpPr/>
            <p:nvPr/>
          </p:nvSpPr>
          <p:spPr>
            <a:xfrm>
              <a:off x="55087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7" name="타원 13196">
              <a:extLst>
                <a:ext uri="{FF2B5EF4-FFF2-40B4-BE49-F238E27FC236}">
                  <a16:creationId xmlns:a16="http://schemas.microsoft.com/office/drawing/2014/main" id="{66462507-1870-43BE-AAE2-7E857C57F7FB}"/>
                </a:ext>
              </a:extLst>
            </p:cNvPr>
            <p:cNvSpPr/>
            <p:nvPr/>
          </p:nvSpPr>
          <p:spPr>
            <a:xfrm>
              <a:off x="56611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8" name="타원 13197">
              <a:extLst>
                <a:ext uri="{FF2B5EF4-FFF2-40B4-BE49-F238E27FC236}">
                  <a16:creationId xmlns:a16="http://schemas.microsoft.com/office/drawing/2014/main" id="{6A9C1298-BD0F-462A-8336-F943983020FE}"/>
                </a:ext>
              </a:extLst>
            </p:cNvPr>
            <p:cNvSpPr/>
            <p:nvPr/>
          </p:nvSpPr>
          <p:spPr>
            <a:xfrm>
              <a:off x="5813576" y="4953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99" name="타원 13198">
              <a:extLst>
                <a:ext uri="{FF2B5EF4-FFF2-40B4-BE49-F238E27FC236}">
                  <a16:creationId xmlns:a16="http://schemas.microsoft.com/office/drawing/2014/main" id="{5639754D-6AA7-4D19-83FB-3B0890659671}"/>
                </a:ext>
              </a:extLst>
            </p:cNvPr>
            <p:cNvSpPr/>
            <p:nvPr/>
          </p:nvSpPr>
          <p:spPr>
            <a:xfrm>
              <a:off x="327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0" name="타원 13199">
              <a:extLst>
                <a:ext uri="{FF2B5EF4-FFF2-40B4-BE49-F238E27FC236}">
                  <a16:creationId xmlns:a16="http://schemas.microsoft.com/office/drawing/2014/main" id="{76D19083-0F35-4097-841B-6FB0655FDA0B}"/>
                </a:ext>
              </a:extLst>
            </p:cNvPr>
            <p:cNvSpPr/>
            <p:nvPr/>
          </p:nvSpPr>
          <p:spPr>
            <a:xfrm>
              <a:off x="479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1" name="타원 13200">
              <a:extLst>
                <a:ext uri="{FF2B5EF4-FFF2-40B4-BE49-F238E27FC236}">
                  <a16:creationId xmlns:a16="http://schemas.microsoft.com/office/drawing/2014/main" id="{DF854554-C03B-4073-A51D-D32F90B31683}"/>
                </a:ext>
              </a:extLst>
            </p:cNvPr>
            <p:cNvSpPr/>
            <p:nvPr/>
          </p:nvSpPr>
          <p:spPr>
            <a:xfrm>
              <a:off x="6319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2" name="타원 13201">
              <a:extLst>
                <a:ext uri="{FF2B5EF4-FFF2-40B4-BE49-F238E27FC236}">
                  <a16:creationId xmlns:a16="http://schemas.microsoft.com/office/drawing/2014/main" id="{044C1134-7816-41FD-ADC9-8B481F17045A}"/>
                </a:ext>
              </a:extLst>
            </p:cNvPr>
            <p:cNvSpPr/>
            <p:nvPr/>
          </p:nvSpPr>
          <p:spPr>
            <a:xfrm>
              <a:off x="7843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3" name="타원 13202">
              <a:extLst>
                <a:ext uri="{FF2B5EF4-FFF2-40B4-BE49-F238E27FC236}">
                  <a16:creationId xmlns:a16="http://schemas.microsoft.com/office/drawing/2014/main" id="{5AC9FA02-EAA1-426B-972F-7CFBA7C70B47}"/>
                </a:ext>
              </a:extLst>
            </p:cNvPr>
            <p:cNvSpPr/>
            <p:nvPr/>
          </p:nvSpPr>
          <p:spPr>
            <a:xfrm>
              <a:off x="9367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4" name="타원 13203">
              <a:extLst>
                <a:ext uri="{FF2B5EF4-FFF2-40B4-BE49-F238E27FC236}">
                  <a16:creationId xmlns:a16="http://schemas.microsoft.com/office/drawing/2014/main" id="{29E00862-C84D-4E89-A91A-B7F810494D2D}"/>
                </a:ext>
              </a:extLst>
            </p:cNvPr>
            <p:cNvSpPr/>
            <p:nvPr/>
          </p:nvSpPr>
          <p:spPr>
            <a:xfrm>
              <a:off x="1089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5" name="타원 13204">
              <a:extLst>
                <a:ext uri="{FF2B5EF4-FFF2-40B4-BE49-F238E27FC236}">
                  <a16:creationId xmlns:a16="http://schemas.microsoft.com/office/drawing/2014/main" id="{971B8336-2055-4124-BDC3-90AA2DE5DF43}"/>
                </a:ext>
              </a:extLst>
            </p:cNvPr>
            <p:cNvSpPr/>
            <p:nvPr/>
          </p:nvSpPr>
          <p:spPr>
            <a:xfrm>
              <a:off x="1241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6" name="타원 13205">
              <a:extLst>
                <a:ext uri="{FF2B5EF4-FFF2-40B4-BE49-F238E27FC236}">
                  <a16:creationId xmlns:a16="http://schemas.microsoft.com/office/drawing/2014/main" id="{1E631E65-9179-4796-BF8B-1E37E3C7A00A}"/>
                </a:ext>
              </a:extLst>
            </p:cNvPr>
            <p:cNvSpPr/>
            <p:nvPr/>
          </p:nvSpPr>
          <p:spPr>
            <a:xfrm>
              <a:off x="13939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7" name="타원 13206">
              <a:extLst>
                <a:ext uri="{FF2B5EF4-FFF2-40B4-BE49-F238E27FC236}">
                  <a16:creationId xmlns:a16="http://schemas.microsoft.com/office/drawing/2014/main" id="{7ECD8103-A023-455A-9E8D-19F7735D6DDE}"/>
                </a:ext>
              </a:extLst>
            </p:cNvPr>
            <p:cNvSpPr/>
            <p:nvPr/>
          </p:nvSpPr>
          <p:spPr>
            <a:xfrm>
              <a:off x="15463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8" name="타원 13207">
              <a:extLst>
                <a:ext uri="{FF2B5EF4-FFF2-40B4-BE49-F238E27FC236}">
                  <a16:creationId xmlns:a16="http://schemas.microsoft.com/office/drawing/2014/main" id="{60789553-FA50-4CFB-AAEE-310F2B459A3B}"/>
                </a:ext>
              </a:extLst>
            </p:cNvPr>
            <p:cNvSpPr/>
            <p:nvPr/>
          </p:nvSpPr>
          <p:spPr>
            <a:xfrm>
              <a:off x="16987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09" name="타원 13208">
              <a:extLst>
                <a:ext uri="{FF2B5EF4-FFF2-40B4-BE49-F238E27FC236}">
                  <a16:creationId xmlns:a16="http://schemas.microsoft.com/office/drawing/2014/main" id="{15FC5666-321B-4A04-A3CC-FF47211C6EAB}"/>
                </a:ext>
              </a:extLst>
            </p:cNvPr>
            <p:cNvSpPr/>
            <p:nvPr/>
          </p:nvSpPr>
          <p:spPr>
            <a:xfrm>
              <a:off x="1851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0" name="타원 13209">
              <a:extLst>
                <a:ext uri="{FF2B5EF4-FFF2-40B4-BE49-F238E27FC236}">
                  <a16:creationId xmlns:a16="http://schemas.microsoft.com/office/drawing/2014/main" id="{0CC4F974-D41C-473A-83D0-95E91C00BA67}"/>
                </a:ext>
              </a:extLst>
            </p:cNvPr>
            <p:cNvSpPr/>
            <p:nvPr/>
          </p:nvSpPr>
          <p:spPr>
            <a:xfrm>
              <a:off x="2003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1" name="타원 13210">
              <a:extLst>
                <a:ext uri="{FF2B5EF4-FFF2-40B4-BE49-F238E27FC236}">
                  <a16:creationId xmlns:a16="http://schemas.microsoft.com/office/drawing/2014/main" id="{81BE5E39-AE6C-4FAD-B79D-9B303B82DDFD}"/>
                </a:ext>
              </a:extLst>
            </p:cNvPr>
            <p:cNvSpPr/>
            <p:nvPr/>
          </p:nvSpPr>
          <p:spPr>
            <a:xfrm>
              <a:off x="21559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2" name="타원 13211">
              <a:extLst>
                <a:ext uri="{FF2B5EF4-FFF2-40B4-BE49-F238E27FC236}">
                  <a16:creationId xmlns:a16="http://schemas.microsoft.com/office/drawing/2014/main" id="{D92B3B7B-C4F9-4047-BC68-FF8233E455A6}"/>
                </a:ext>
              </a:extLst>
            </p:cNvPr>
            <p:cNvSpPr/>
            <p:nvPr/>
          </p:nvSpPr>
          <p:spPr>
            <a:xfrm>
              <a:off x="23083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3" name="타원 13212">
              <a:extLst>
                <a:ext uri="{FF2B5EF4-FFF2-40B4-BE49-F238E27FC236}">
                  <a16:creationId xmlns:a16="http://schemas.microsoft.com/office/drawing/2014/main" id="{6AADC460-F56F-4FE8-8BE4-8BB5B42A1879}"/>
                </a:ext>
              </a:extLst>
            </p:cNvPr>
            <p:cNvSpPr/>
            <p:nvPr/>
          </p:nvSpPr>
          <p:spPr>
            <a:xfrm>
              <a:off x="24607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4" name="타원 13213">
              <a:extLst>
                <a:ext uri="{FF2B5EF4-FFF2-40B4-BE49-F238E27FC236}">
                  <a16:creationId xmlns:a16="http://schemas.microsoft.com/office/drawing/2014/main" id="{EB0F22E4-E51D-4B97-BE78-93AD6BDB185D}"/>
                </a:ext>
              </a:extLst>
            </p:cNvPr>
            <p:cNvSpPr/>
            <p:nvPr/>
          </p:nvSpPr>
          <p:spPr>
            <a:xfrm>
              <a:off x="2613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5" name="타원 13214">
              <a:extLst>
                <a:ext uri="{FF2B5EF4-FFF2-40B4-BE49-F238E27FC236}">
                  <a16:creationId xmlns:a16="http://schemas.microsoft.com/office/drawing/2014/main" id="{8A9167E7-798F-4FC2-A995-E63BF1A7DAC5}"/>
                </a:ext>
              </a:extLst>
            </p:cNvPr>
            <p:cNvSpPr/>
            <p:nvPr/>
          </p:nvSpPr>
          <p:spPr>
            <a:xfrm>
              <a:off x="2765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6" name="타원 13215">
              <a:extLst>
                <a:ext uri="{FF2B5EF4-FFF2-40B4-BE49-F238E27FC236}">
                  <a16:creationId xmlns:a16="http://schemas.microsoft.com/office/drawing/2014/main" id="{485F70F3-9C79-4AD6-AC7E-1B3444729AD8}"/>
                </a:ext>
              </a:extLst>
            </p:cNvPr>
            <p:cNvSpPr/>
            <p:nvPr/>
          </p:nvSpPr>
          <p:spPr>
            <a:xfrm>
              <a:off x="29179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7" name="타원 13216">
              <a:extLst>
                <a:ext uri="{FF2B5EF4-FFF2-40B4-BE49-F238E27FC236}">
                  <a16:creationId xmlns:a16="http://schemas.microsoft.com/office/drawing/2014/main" id="{2A9516BB-21EC-4930-A1E3-8070F9FE5FF5}"/>
                </a:ext>
              </a:extLst>
            </p:cNvPr>
            <p:cNvSpPr/>
            <p:nvPr/>
          </p:nvSpPr>
          <p:spPr>
            <a:xfrm>
              <a:off x="30703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8" name="타원 13217">
              <a:extLst>
                <a:ext uri="{FF2B5EF4-FFF2-40B4-BE49-F238E27FC236}">
                  <a16:creationId xmlns:a16="http://schemas.microsoft.com/office/drawing/2014/main" id="{7E6136EC-194F-4B26-BEA1-1D5996186730}"/>
                </a:ext>
              </a:extLst>
            </p:cNvPr>
            <p:cNvSpPr/>
            <p:nvPr/>
          </p:nvSpPr>
          <p:spPr>
            <a:xfrm>
              <a:off x="32227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9" name="타원 13218">
              <a:extLst>
                <a:ext uri="{FF2B5EF4-FFF2-40B4-BE49-F238E27FC236}">
                  <a16:creationId xmlns:a16="http://schemas.microsoft.com/office/drawing/2014/main" id="{6D883E1B-E8B6-4707-B9B0-919715253695}"/>
                </a:ext>
              </a:extLst>
            </p:cNvPr>
            <p:cNvSpPr/>
            <p:nvPr/>
          </p:nvSpPr>
          <p:spPr>
            <a:xfrm>
              <a:off x="3375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0" name="타원 13219">
              <a:extLst>
                <a:ext uri="{FF2B5EF4-FFF2-40B4-BE49-F238E27FC236}">
                  <a16:creationId xmlns:a16="http://schemas.microsoft.com/office/drawing/2014/main" id="{8F384E55-DE2A-41BE-BEE7-4BCA8DAE531F}"/>
                </a:ext>
              </a:extLst>
            </p:cNvPr>
            <p:cNvSpPr/>
            <p:nvPr/>
          </p:nvSpPr>
          <p:spPr>
            <a:xfrm>
              <a:off x="3527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1" name="타원 13220">
              <a:extLst>
                <a:ext uri="{FF2B5EF4-FFF2-40B4-BE49-F238E27FC236}">
                  <a16:creationId xmlns:a16="http://schemas.microsoft.com/office/drawing/2014/main" id="{4F53E771-ECF4-4752-86E5-A36A92D655AD}"/>
                </a:ext>
              </a:extLst>
            </p:cNvPr>
            <p:cNvSpPr/>
            <p:nvPr/>
          </p:nvSpPr>
          <p:spPr>
            <a:xfrm>
              <a:off x="36799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2" name="타원 13221">
              <a:extLst>
                <a:ext uri="{FF2B5EF4-FFF2-40B4-BE49-F238E27FC236}">
                  <a16:creationId xmlns:a16="http://schemas.microsoft.com/office/drawing/2014/main" id="{FD537CC0-1CC7-420B-82EF-0AC2F6A8FD80}"/>
                </a:ext>
              </a:extLst>
            </p:cNvPr>
            <p:cNvSpPr/>
            <p:nvPr/>
          </p:nvSpPr>
          <p:spPr>
            <a:xfrm>
              <a:off x="38323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3" name="타원 13222">
              <a:extLst>
                <a:ext uri="{FF2B5EF4-FFF2-40B4-BE49-F238E27FC236}">
                  <a16:creationId xmlns:a16="http://schemas.microsoft.com/office/drawing/2014/main" id="{BC788CC9-D21C-41CA-BF13-B4915FEB8DF7}"/>
                </a:ext>
              </a:extLst>
            </p:cNvPr>
            <p:cNvSpPr/>
            <p:nvPr/>
          </p:nvSpPr>
          <p:spPr>
            <a:xfrm>
              <a:off x="39847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4" name="타원 13223">
              <a:extLst>
                <a:ext uri="{FF2B5EF4-FFF2-40B4-BE49-F238E27FC236}">
                  <a16:creationId xmlns:a16="http://schemas.microsoft.com/office/drawing/2014/main" id="{12140B19-8EDF-4891-86C1-684E060DFFB6}"/>
                </a:ext>
              </a:extLst>
            </p:cNvPr>
            <p:cNvSpPr/>
            <p:nvPr/>
          </p:nvSpPr>
          <p:spPr>
            <a:xfrm>
              <a:off x="4137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5" name="타원 13224">
              <a:extLst>
                <a:ext uri="{FF2B5EF4-FFF2-40B4-BE49-F238E27FC236}">
                  <a16:creationId xmlns:a16="http://schemas.microsoft.com/office/drawing/2014/main" id="{7A489F4C-BB49-47F1-819D-A8ECAEBDF1F7}"/>
                </a:ext>
              </a:extLst>
            </p:cNvPr>
            <p:cNvSpPr/>
            <p:nvPr/>
          </p:nvSpPr>
          <p:spPr>
            <a:xfrm>
              <a:off x="4289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6" name="타원 13225">
              <a:extLst>
                <a:ext uri="{FF2B5EF4-FFF2-40B4-BE49-F238E27FC236}">
                  <a16:creationId xmlns:a16="http://schemas.microsoft.com/office/drawing/2014/main" id="{5B2258E7-2EAA-48FB-8B8F-7C4154EDAF85}"/>
                </a:ext>
              </a:extLst>
            </p:cNvPr>
            <p:cNvSpPr/>
            <p:nvPr/>
          </p:nvSpPr>
          <p:spPr>
            <a:xfrm>
              <a:off x="44419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7" name="타원 13226">
              <a:extLst>
                <a:ext uri="{FF2B5EF4-FFF2-40B4-BE49-F238E27FC236}">
                  <a16:creationId xmlns:a16="http://schemas.microsoft.com/office/drawing/2014/main" id="{747DE557-8402-478C-B18C-B613AD59ED32}"/>
                </a:ext>
              </a:extLst>
            </p:cNvPr>
            <p:cNvSpPr/>
            <p:nvPr/>
          </p:nvSpPr>
          <p:spPr>
            <a:xfrm>
              <a:off x="45943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8" name="타원 13227">
              <a:extLst>
                <a:ext uri="{FF2B5EF4-FFF2-40B4-BE49-F238E27FC236}">
                  <a16:creationId xmlns:a16="http://schemas.microsoft.com/office/drawing/2014/main" id="{33C0C2F0-1028-4FC8-9301-4E735AF173C7}"/>
                </a:ext>
              </a:extLst>
            </p:cNvPr>
            <p:cNvSpPr/>
            <p:nvPr/>
          </p:nvSpPr>
          <p:spPr>
            <a:xfrm>
              <a:off x="47467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29" name="타원 13228">
              <a:extLst>
                <a:ext uri="{FF2B5EF4-FFF2-40B4-BE49-F238E27FC236}">
                  <a16:creationId xmlns:a16="http://schemas.microsoft.com/office/drawing/2014/main" id="{CA7E5F8A-7C1A-4529-805D-FB1C5CF097B3}"/>
                </a:ext>
              </a:extLst>
            </p:cNvPr>
            <p:cNvSpPr/>
            <p:nvPr/>
          </p:nvSpPr>
          <p:spPr>
            <a:xfrm>
              <a:off x="4899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0" name="타원 13229">
              <a:extLst>
                <a:ext uri="{FF2B5EF4-FFF2-40B4-BE49-F238E27FC236}">
                  <a16:creationId xmlns:a16="http://schemas.microsoft.com/office/drawing/2014/main" id="{609DA43B-9A80-4110-90CC-1D875F05D18D}"/>
                </a:ext>
              </a:extLst>
            </p:cNvPr>
            <p:cNvSpPr/>
            <p:nvPr/>
          </p:nvSpPr>
          <p:spPr>
            <a:xfrm>
              <a:off x="5051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1" name="타원 13230">
              <a:extLst>
                <a:ext uri="{FF2B5EF4-FFF2-40B4-BE49-F238E27FC236}">
                  <a16:creationId xmlns:a16="http://schemas.microsoft.com/office/drawing/2014/main" id="{581C57FE-2C1A-44D0-88C9-81FE344AD555}"/>
                </a:ext>
              </a:extLst>
            </p:cNvPr>
            <p:cNvSpPr/>
            <p:nvPr/>
          </p:nvSpPr>
          <p:spPr>
            <a:xfrm>
              <a:off x="52039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2" name="타원 13231">
              <a:extLst>
                <a:ext uri="{FF2B5EF4-FFF2-40B4-BE49-F238E27FC236}">
                  <a16:creationId xmlns:a16="http://schemas.microsoft.com/office/drawing/2014/main" id="{6DA1EB69-850B-4667-A293-1DA0479C8AC9}"/>
                </a:ext>
              </a:extLst>
            </p:cNvPr>
            <p:cNvSpPr/>
            <p:nvPr/>
          </p:nvSpPr>
          <p:spPr>
            <a:xfrm>
              <a:off x="53563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3" name="타원 13232">
              <a:extLst>
                <a:ext uri="{FF2B5EF4-FFF2-40B4-BE49-F238E27FC236}">
                  <a16:creationId xmlns:a16="http://schemas.microsoft.com/office/drawing/2014/main" id="{1E9D9949-21C7-4849-A909-DC45DBD14645}"/>
                </a:ext>
              </a:extLst>
            </p:cNvPr>
            <p:cNvSpPr/>
            <p:nvPr/>
          </p:nvSpPr>
          <p:spPr>
            <a:xfrm>
              <a:off x="55087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4" name="타원 13233">
              <a:extLst>
                <a:ext uri="{FF2B5EF4-FFF2-40B4-BE49-F238E27FC236}">
                  <a16:creationId xmlns:a16="http://schemas.microsoft.com/office/drawing/2014/main" id="{BB6A687C-AD2A-464B-B428-565F4290647E}"/>
                </a:ext>
              </a:extLst>
            </p:cNvPr>
            <p:cNvSpPr/>
            <p:nvPr/>
          </p:nvSpPr>
          <p:spPr>
            <a:xfrm>
              <a:off x="56611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5" name="타원 13234">
              <a:extLst>
                <a:ext uri="{FF2B5EF4-FFF2-40B4-BE49-F238E27FC236}">
                  <a16:creationId xmlns:a16="http://schemas.microsoft.com/office/drawing/2014/main" id="{3011FACC-D8B1-4552-8376-650846F310A0}"/>
                </a:ext>
              </a:extLst>
            </p:cNvPr>
            <p:cNvSpPr/>
            <p:nvPr/>
          </p:nvSpPr>
          <p:spPr>
            <a:xfrm>
              <a:off x="5813576" y="5105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6" name="타원 13235">
              <a:extLst>
                <a:ext uri="{FF2B5EF4-FFF2-40B4-BE49-F238E27FC236}">
                  <a16:creationId xmlns:a16="http://schemas.microsoft.com/office/drawing/2014/main" id="{5C06A2FC-1877-4D01-899A-99B33DCAA2C7}"/>
                </a:ext>
              </a:extLst>
            </p:cNvPr>
            <p:cNvSpPr/>
            <p:nvPr/>
          </p:nvSpPr>
          <p:spPr>
            <a:xfrm>
              <a:off x="327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7" name="타원 13236">
              <a:extLst>
                <a:ext uri="{FF2B5EF4-FFF2-40B4-BE49-F238E27FC236}">
                  <a16:creationId xmlns:a16="http://schemas.microsoft.com/office/drawing/2014/main" id="{509E2C4B-65F6-4561-9832-A240939122EF}"/>
                </a:ext>
              </a:extLst>
            </p:cNvPr>
            <p:cNvSpPr/>
            <p:nvPr/>
          </p:nvSpPr>
          <p:spPr>
            <a:xfrm>
              <a:off x="479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8" name="타원 13237">
              <a:extLst>
                <a:ext uri="{FF2B5EF4-FFF2-40B4-BE49-F238E27FC236}">
                  <a16:creationId xmlns:a16="http://schemas.microsoft.com/office/drawing/2014/main" id="{34F2009C-388E-41CA-8C2A-88B47FE78FF4}"/>
                </a:ext>
              </a:extLst>
            </p:cNvPr>
            <p:cNvSpPr/>
            <p:nvPr/>
          </p:nvSpPr>
          <p:spPr>
            <a:xfrm>
              <a:off x="6319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9" name="타원 13238">
              <a:extLst>
                <a:ext uri="{FF2B5EF4-FFF2-40B4-BE49-F238E27FC236}">
                  <a16:creationId xmlns:a16="http://schemas.microsoft.com/office/drawing/2014/main" id="{31B8C572-6E02-48BB-A59C-1886BF05A654}"/>
                </a:ext>
              </a:extLst>
            </p:cNvPr>
            <p:cNvSpPr/>
            <p:nvPr/>
          </p:nvSpPr>
          <p:spPr>
            <a:xfrm>
              <a:off x="7843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0" name="타원 13239">
              <a:extLst>
                <a:ext uri="{FF2B5EF4-FFF2-40B4-BE49-F238E27FC236}">
                  <a16:creationId xmlns:a16="http://schemas.microsoft.com/office/drawing/2014/main" id="{B7FDC029-BA24-44CD-A36B-7706C9313E0B}"/>
                </a:ext>
              </a:extLst>
            </p:cNvPr>
            <p:cNvSpPr/>
            <p:nvPr/>
          </p:nvSpPr>
          <p:spPr>
            <a:xfrm>
              <a:off x="9367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1" name="타원 13240">
              <a:extLst>
                <a:ext uri="{FF2B5EF4-FFF2-40B4-BE49-F238E27FC236}">
                  <a16:creationId xmlns:a16="http://schemas.microsoft.com/office/drawing/2014/main" id="{EE6BBF08-B7E9-4A1E-AA1D-59EA6AA9E9DC}"/>
                </a:ext>
              </a:extLst>
            </p:cNvPr>
            <p:cNvSpPr/>
            <p:nvPr/>
          </p:nvSpPr>
          <p:spPr>
            <a:xfrm>
              <a:off x="1089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2" name="타원 13241">
              <a:extLst>
                <a:ext uri="{FF2B5EF4-FFF2-40B4-BE49-F238E27FC236}">
                  <a16:creationId xmlns:a16="http://schemas.microsoft.com/office/drawing/2014/main" id="{87D99B4F-4D4A-4B42-AC6B-C97EF3856F66}"/>
                </a:ext>
              </a:extLst>
            </p:cNvPr>
            <p:cNvSpPr/>
            <p:nvPr/>
          </p:nvSpPr>
          <p:spPr>
            <a:xfrm>
              <a:off x="1241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3" name="타원 13242">
              <a:extLst>
                <a:ext uri="{FF2B5EF4-FFF2-40B4-BE49-F238E27FC236}">
                  <a16:creationId xmlns:a16="http://schemas.microsoft.com/office/drawing/2014/main" id="{E2021D8C-26F5-45C8-9432-426AB3B20617}"/>
                </a:ext>
              </a:extLst>
            </p:cNvPr>
            <p:cNvSpPr/>
            <p:nvPr/>
          </p:nvSpPr>
          <p:spPr>
            <a:xfrm>
              <a:off x="13939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4" name="타원 13243">
              <a:extLst>
                <a:ext uri="{FF2B5EF4-FFF2-40B4-BE49-F238E27FC236}">
                  <a16:creationId xmlns:a16="http://schemas.microsoft.com/office/drawing/2014/main" id="{2BD3B559-4417-498B-BF64-C7BFB8CF8297}"/>
                </a:ext>
              </a:extLst>
            </p:cNvPr>
            <p:cNvSpPr/>
            <p:nvPr/>
          </p:nvSpPr>
          <p:spPr>
            <a:xfrm>
              <a:off x="15463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5" name="타원 13244">
              <a:extLst>
                <a:ext uri="{FF2B5EF4-FFF2-40B4-BE49-F238E27FC236}">
                  <a16:creationId xmlns:a16="http://schemas.microsoft.com/office/drawing/2014/main" id="{2848C9D8-EF24-40E0-BB5C-304BC0C80899}"/>
                </a:ext>
              </a:extLst>
            </p:cNvPr>
            <p:cNvSpPr/>
            <p:nvPr/>
          </p:nvSpPr>
          <p:spPr>
            <a:xfrm>
              <a:off x="16987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6" name="타원 13245">
              <a:extLst>
                <a:ext uri="{FF2B5EF4-FFF2-40B4-BE49-F238E27FC236}">
                  <a16:creationId xmlns:a16="http://schemas.microsoft.com/office/drawing/2014/main" id="{9831A142-E310-4AB2-A801-1D1854155A32}"/>
                </a:ext>
              </a:extLst>
            </p:cNvPr>
            <p:cNvSpPr/>
            <p:nvPr/>
          </p:nvSpPr>
          <p:spPr>
            <a:xfrm>
              <a:off x="1851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7" name="타원 13246">
              <a:extLst>
                <a:ext uri="{FF2B5EF4-FFF2-40B4-BE49-F238E27FC236}">
                  <a16:creationId xmlns:a16="http://schemas.microsoft.com/office/drawing/2014/main" id="{A8576D35-454B-4198-A3D8-B7DF4BC88C7C}"/>
                </a:ext>
              </a:extLst>
            </p:cNvPr>
            <p:cNvSpPr/>
            <p:nvPr/>
          </p:nvSpPr>
          <p:spPr>
            <a:xfrm>
              <a:off x="2003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8" name="타원 13247">
              <a:extLst>
                <a:ext uri="{FF2B5EF4-FFF2-40B4-BE49-F238E27FC236}">
                  <a16:creationId xmlns:a16="http://schemas.microsoft.com/office/drawing/2014/main" id="{3CC77482-E192-4492-9028-46FCBCD856B2}"/>
                </a:ext>
              </a:extLst>
            </p:cNvPr>
            <p:cNvSpPr/>
            <p:nvPr/>
          </p:nvSpPr>
          <p:spPr>
            <a:xfrm>
              <a:off x="21559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9" name="타원 13248">
              <a:extLst>
                <a:ext uri="{FF2B5EF4-FFF2-40B4-BE49-F238E27FC236}">
                  <a16:creationId xmlns:a16="http://schemas.microsoft.com/office/drawing/2014/main" id="{56DE8D78-A88F-434F-A655-A49F478AB596}"/>
                </a:ext>
              </a:extLst>
            </p:cNvPr>
            <p:cNvSpPr/>
            <p:nvPr/>
          </p:nvSpPr>
          <p:spPr>
            <a:xfrm>
              <a:off x="23083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0" name="타원 13249">
              <a:extLst>
                <a:ext uri="{FF2B5EF4-FFF2-40B4-BE49-F238E27FC236}">
                  <a16:creationId xmlns:a16="http://schemas.microsoft.com/office/drawing/2014/main" id="{61009539-4E03-4C3C-B27D-22CA43F6BBCF}"/>
                </a:ext>
              </a:extLst>
            </p:cNvPr>
            <p:cNvSpPr/>
            <p:nvPr/>
          </p:nvSpPr>
          <p:spPr>
            <a:xfrm>
              <a:off x="24607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1" name="타원 13250">
              <a:extLst>
                <a:ext uri="{FF2B5EF4-FFF2-40B4-BE49-F238E27FC236}">
                  <a16:creationId xmlns:a16="http://schemas.microsoft.com/office/drawing/2014/main" id="{F3A29F3A-1A18-4C98-9083-105EC41690C2}"/>
                </a:ext>
              </a:extLst>
            </p:cNvPr>
            <p:cNvSpPr/>
            <p:nvPr/>
          </p:nvSpPr>
          <p:spPr>
            <a:xfrm>
              <a:off x="2613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2" name="타원 13251">
              <a:extLst>
                <a:ext uri="{FF2B5EF4-FFF2-40B4-BE49-F238E27FC236}">
                  <a16:creationId xmlns:a16="http://schemas.microsoft.com/office/drawing/2014/main" id="{11A3B10E-F51B-4B93-AEA8-E30938682346}"/>
                </a:ext>
              </a:extLst>
            </p:cNvPr>
            <p:cNvSpPr/>
            <p:nvPr/>
          </p:nvSpPr>
          <p:spPr>
            <a:xfrm>
              <a:off x="2765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3" name="타원 13252">
              <a:extLst>
                <a:ext uri="{FF2B5EF4-FFF2-40B4-BE49-F238E27FC236}">
                  <a16:creationId xmlns:a16="http://schemas.microsoft.com/office/drawing/2014/main" id="{3C19DF27-FE5E-4F57-8597-7A45FC3F76A3}"/>
                </a:ext>
              </a:extLst>
            </p:cNvPr>
            <p:cNvSpPr/>
            <p:nvPr/>
          </p:nvSpPr>
          <p:spPr>
            <a:xfrm>
              <a:off x="29179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4" name="타원 13253">
              <a:extLst>
                <a:ext uri="{FF2B5EF4-FFF2-40B4-BE49-F238E27FC236}">
                  <a16:creationId xmlns:a16="http://schemas.microsoft.com/office/drawing/2014/main" id="{F535387C-D004-406C-8186-DA7E83222C47}"/>
                </a:ext>
              </a:extLst>
            </p:cNvPr>
            <p:cNvSpPr/>
            <p:nvPr/>
          </p:nvSpPr>
          <p:spPr>
            <a:xfrm>
              <a:off x="30703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5" name="타원 13254">
              <a:extLst>
                <a:ext uri="{FF2B5EF4-FFF2-40B4-BE49-F238E27FC236}">
                  <a16:creationId xmlns:a16="http://schemas.microsoft.com/office/drawing/2014/main" id="{7F10FFA3-7D12-45AC-90D1-239F544A9EA2}"/>
                </a:ext>
              </a:extLst>
            </p:cNvPr>
            <p:cNvSpPr/>
            <p:nvPr/>
          </p:nvSpPr>
          <p:spPr>
            <a:xfrm>
              <a:off x="32227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6" name="타원 13255">
              <a:extLst>
                <a:ext uri="{FF2B5EF4-FFF2-40B4-BE49-F238E27FC236}">
                  <a16:creationId xmlns:a16="http://schemas.microsoft.com/office/drawing/2014/main" id="{32B04DDA-5343-4104-8659-721A5F8AE17F}"/>
                </a:ext>
              </a:extLst>
            </p:cNvPr>
            <p:cNvSpPr/>
            <p:nvPr/>
          </p:nvSpPr>
          <p:spPr>
            <a:xfrm>
              <a:off x="3375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7" name="타원 13256">
              <a:extLst>
                <a:ext uri="{FF2B5EF4-FFF2-40B4-BE49-F238E27FC236}">
                  <a16:creationId xmlns:a16="http://schemas.microsoft.com/office/drawing/2014/main" id="{B5B090D3-56EE-4810-9546-7DBFDCE3FF5E}"/>
                </a:ext>
              </a:extLst>
            </p:cNvPr>
            <p:cNvSpPr/>
            <p:nvPr/>
          </p:nvSpPr>
          <p:spPr>
            <a:xfrm>
              <a:off x="3527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8" name="타원 13257">
              <a:extLst>
                <a:ext uri="{FF2B5EF4-FFF2-40B4-BE49-F238E27FC236}">
                  <a16:creationId xmlns:a16="http://schemas.microsoft.com/office/drawing/2014/main" id="{29556C6B-8406-44BD-A105-2EAEB844E432}"/>
                </a:ext>
              </a:extLst>
            </p:cNvPr>
            <p:cNvSpPr/>
            <p:nvPr/>
          </p:nvSpPr>
          <p:spPr>
            <a:xfrm>
              <a:off x="36799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9" name="타원 13258">
              <a:extLst>
                <a:ext uri="{FF2B5EF4-FFF2-40B4-BE49-F238E27FC236}">
                  <a16:creationId xmlns:a16="http://schemas.microsoft.com/office/drawing/2014/main" id="{A4ABB07F-855F-4F61-A0AD-BAD2E0551517}"/>
                </a:ext>
              </a:extLst>
            </p:cNvPr>
            <p:cNvSpPr/>
            <p:nvPr/>
          </p:nvSpPr>
          <p:spPr>
            <a:xfrm>
              <a:off x="38323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0" name="타원 13259">
              <a:extLst>
                <a:ext uri="{FF2B5EF4-FFF2-40B4-BE49-F238E27FC236}">
                  <a16:creationId xmlns:a16="http://schemas.microsoft.com/office/drawing/2014/main" id="{88695A34-1A59-480D-B836-2743CBC582A8}"/>
                </a:ext>
              </a:extLst>
            </p:cNvPr>
            <p:cNvSpPr/>
            <p:nvPr/>
          </p:nvSpPr>
          <p:spPr>
            <a:xfrm>
              <a:off x="39847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1" name="타원 13260">
              <a:extLst>
                <a:ext uri="{FF2B5EF4-FFF2-40B4-BE49-F238E27FC236}">
                  <a16:creationId xmlns:a16="http://schemas.microsoft.com/office/drawing/2014/main" id="{70E2411A-9CE3-4BB4-8896-05A94D658568}"/>
                </a:ext>
              </a:extLst>
            </p:cNvPr>
            <p:cNvSpPr/>
            <p:nvPr/>
          </p:nvSpPr>
          <p:spPr>
            <a:xfrm>
              <a:off x="4137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2" name="타원 13261">
              <a:extLst>
                <a:ext uri="{FF2B5EF4-FFF2-40B4-BE49-F238E27FC236}">
                  <a16:creationId xmlns:a16="http://schemas.microsoft.com/office/drawing/2014/main" id="{2B7E9683-5595-41C6-BA73-39BC0006772D}"/>
                </a:ext>
              </a:extLst>
            </p:cNvPr>
            <p:cNvSpPr/>
            <p:nvPr/>
          </p:nvSpPr>
          <p:spPr>
            <a:xfrm>
              <a:off x="4289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3" name="타원 13262">
              <a:extLst>
                <a:ext uri="{FF2B5EF4-FFF2-40B4-BE49-F238E27FC236}">
                  <a16:creationId xmlns:a16="http://schemas.microsoft.com/office/drawing/2014/main" id="{25B25A37-2C48-4481-8926-05079ECEEF4D}"/>
                </a:ext>
              </a:extLst>
            </p:cNvPr>
            <p:cNvSpPr/>
            <p:nvPr/>
          </p:nvSpPr>
          <p:spPr>
            <a:xfrm>
              <a:off x="44419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4" name="타원 13263">
              <a:extLst>
                <a:ext uri="{FF2B5EF4-FFF2-40B4-BE49-F238E27FC236}">
                  <a16:creationId xmlns:a16="http://schemas.microsoft.com/office/drawing/2014/main" id="{249C466A-2688-4999-B768-F04B71B5152E}"/>
                </a:ext>
              </a:extLst>
            </p:cNvPr>
            <p:cNvSpPr/>
            <p:nvPr/>
          </p:nvSpPr>
          <p:spPr>
            <a:xfrm>
              <a:off x="45943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5" name="타원 13264">
              <a:extLst>
                <a:ext uri="{FF2B5EF4-FFF2-40B4-BE49-F238E27FC236}">
                  <a16:creationId xmlns:a16="http://schemas.microsoft.com/office/drawing/2014/main" id="{EABCB36C-9EEE-4751-89DF-A5A0CF5254F0}"/>
                </a:ext>
              </a:extLst>
            </p:cNvPr>
            <p:cNvSpPr/>
            <p:nvPr/>
          </p:nvSpPr>
          <p:spPr>
            <a:xfrm>
              <a:off x="47467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6" name="타원 13265">
              <a:extLst>
                <a:ext uri="{FF2B5EF4-FFF2-40B4-BE49-F238E27FC236}">
                  <a16:creationId xmlns:a16="http://schemas.microsoft.com/office/drawing/2014/main" id="{3CA3E724-C777-46F2-B771-45620E1F8409}"/>
                </a:ext>
              </a:extLst>
            </p:cNvPr>
            <p:cNvSpPr/>
            <p:nvPr/>
          </p:nvSpPr>
          <p:spPr>
            <a:xfrm>
              <a:off x="4899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7" name="타원 13266">
              <a:extLst>
                <a:ext uri="{FF2B5EF4-FFF2-40B4-BE49-F238E27FC236}">
                  <a16:creationId xmlns:a16="http://schemas.microsoft.com/office/drawing/2014/main" id="{A9169AD7-697A-4D80-A758-F7C2EB18A96C}"/>
                </a:ext>
              </a:extLst>
            </p:cNvPr>
            <p:cNvSpPr/>
            <p:nvPr/>
          </p:nvSpPr>
          <p:spPr>
            <a:xfrm>
              <a:off x="5051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8" name="타원 13267">
              <a:extLst>
                <a:ext uri="{FF2B5EF4-FFF2-40B4-BE49-F238E27FC236}">
                  <a16:creationId xmlns:a16="http://schemas.microsoft.com/office/drawing/2014/main" id="{55F18CA4-9652-4370-A977-C260C1993C45}"/>
                </a:ext>
              </a:extLst>
            </p:cNvPr>
            <p:cNvSpPr/>
            <p:nvPr/>
          </p:nvSpPr>
          <p:spPr>
            <a:xfrm>
              <a:off x="52039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9" name="타원 13268">
              <a:extLst>
                <a:ext uri="{FF2B5EF4-FFF2-40B4-BE49-F238E27FC236}">
                  <a16:creationId xmlns:a16="http://schemas.microsoft.com/office/drawing/2014/main" id="{F7B94155-E337-4347-9E95-5A43A9875D7E}"/>
                </a:ext>
              </a:extLst>
            </p:cNvPr>
            <p:cNvSpPr/>
            <p:nvPr/>
          </p:nvSpPr>
          <p:spPr>
            <a:xfrm>
              <a:off x="53563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0" name="타원 13269">
              <a:extLst>
                <a:ext uri="{FF2B5EF4-FFF2-40B4-BE49-F238E27FC236}">
                  <a16:creationId xmlns:a16="http://schemas.microsoft.com/office/drawing/2014/main" id="{D0473299-9E4B-4820-8293-5F43A2FB0EBD}"/>
                </a:ext>
              </a:extLst>
            </p:cNvPr>
            <p:cNvSpPr/>
            <p:nvPr/>
          </p:nvSpPr>
          <p:spPr>
            <a:xfrm>
              <a:off x="55087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1" name="타원 13270">
              <a:extLst>
                <a:ext uri="{FF2B5EF4-FFF2-40B4-BE49-F238E27FC236}">
                  <a16:creationId xmlns:a16="http://schemas.microsoft.com/office/drawing/2014/main" id="{C8512DC9-09D4-4ACB-98D2-DFE0C2D3DDB4}"/>
                </a:ext>
              </a:extLst>
            </p:cNvPr>
            <p:cNvSpPr/>
            <p:nvPr/>
          </p:nvSpPr>
          <p:spPr>
            <a:xfrm>
              <a:off x="56611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2" name="타원 13271">
              <a:extLst>
                <a:ext uri="{FF2B5EF4-FFF2-40B4-BE49-F238E27FC236}">
                  <a16:creationId xmlns:a16="http://schemas.microsoft.com/office/drawing/2014/main" id="{70924E07-593D-4F3A-A12F-3BE90738D3D8}"/>
                </a:ext>
              </a:extLst>
            </p:cNvPr>
            <p:cNvSpPr/>
            <p:nvPr/>
          </p:nvSpPr>
          <p:spPr>
            <a:xfrm>
              <a:off x="5813576" y="5257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3" name="타원 13272">
              <a:extLst>
                <a:ext uri="{FF2B5EF4-FFF2-40B4-BE49-F238E27FC236}">
                  <a16:creationId xmlns:a16="http://schemas.microsoft.com/office/drawing/2014/main" id="{0D05357F-313C-49A8-8D63-6A4FC866686F}"/>
                </a:ext>
              </a:extLst>
            </p:cNvPr>
            <p:cNvSpPr/>
            <p:nvPr/>
          </p:nvSpPr>
          <p:spPr>
            <a:xfrm>
              <a:off x="327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4" name="타원 13273">
              <a:extLst>
                <a:ext uri="{FF2B5EF4-FFF2-40B4-BE49-F238E27FC236}">
                  <a16:creationId xmlns:a16="http://schemas.microsoft.com/office/drawing/2014/main" id="{A740774C-4DDC-4661-8C8A-01ACBB346E66}"/>
                </a:ext>
              </a:extLst>
            </p:cNvPr>
            <p:cNvSpPr/>
            <p:nvPr/>
          </p:nvSpPr>
          <p:spPr>
            <a:xfrm>
              <a:off x="479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5" name="타원 13274">
              <a:extLst>
                <a:ext uri="{FF2B5EF4-FFF2-40B4-BE49-F238E27FC236}">
                  <a16:creationId xmlns:a16="http://schemas.microsoft.com/office/drawing/2014/main" id="{FD6A461F-A1E7-4791-BCE8-4589E167E312}"/>
                </a:ext>
              </a:extLst>
            </p:cNvPr>
            <p:cNvSpPr/>
            <p:nvPr/>
          </p:nvSpPr>
          <p:spPr>
            <a:xfrm>
              <a:off x="6319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6" name="타원 13275">
              <a:extLst>
                <a:ext uri="{FF2B5EF4-FFF2-40B4-BE49-F238E27FC236}">
                  <a16:creationId xmlns:a16="http://schemas.microsoft.com/office/drawing/2014/main" id="{85AAF60C-5D9C-4BDB-921E-79069ABA3037}"/>
                </a:ext>
              </a:extLst>
            </p:cNvPr>
            <p:cNvSpPr/>
            <p:nvPr/>
          </p:nvSpPr>
          <p:spPr>
            <a:xfrm>
              <a:off x="7843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7" name="타원 13276">
              <a:extLst>
                <a:ext uri="{FF2B5EF4-FFF2-40B4-BE49-F238E27FC236}">
                  <a16:creationId xmlns:a16="http://schemas.microsoft.com/office/drawing/2014/main" id="{7AF18428-8053-4E45-B42B-4A3F481F7665}"/>
                </a:ext>
              </a:extLst>
            </p:cNvPr>
            <p:cNvSpPr/>
            <p:nvPr/>
          </p:nvSpPr>
          <p:spPr>
            <a:xfrm>
              <a:off x="9367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8" name="타원 13277">
              <a:extLst>
                <a:ext uri="{FF2B5EF4-FFF2-40B4-BE49-F238E27FC236}">
                  <a16:creationId xmlns:a16="http://schemas.microsoft.com/office/drawing/2014/main" id="{86759BFE-3A90-4EEA-849B-AEF314C14942}"/>
                </a:ext>
              </a:extLst>
            </p:cNvPr>
            <p:cNvSpPr/>
            <p:nvPr/>
          </p:nvSpPr>
          <p:spPr>
            <a:xfrm>
              <a:off x="1089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9" name="타원 13278">
              <a:extLst>
                <a:ext uri="{FF2B5EF4-FFF2-40B4-BE49-F238E27FC236}">
                  <a16:creationId xmlns:a16="http://schemas.microsoft.com/office/drawing/2014/main" id="{F929E994-3DA5-4FBB-8BD7-B2C33A4A722B}"/>
                </a:ext>
              </a:extLst>
            </p:cNvPr>
            <p:cNvSpPr/>
            <p:nvPr/>
          </p:nvSpPr>
          <p:spPr>
            <a:xfrm>
              <a:off x="1241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0" name="타원 13279">
              <a:extLst>
                <a:ext uri="{FF2B5EF4-FFF2-40B4-BE49-F238E27FC236}">
                  <a16:creationId xmlns:a16="http://schemas.microsoft.com/office/drawing/2014/main" id="{6DED3A17-26D1-4013-969A-0513876F419B}"/>
                </a:ext>
              </a:extLst>
            </p:cNvPr>
            <p:cNvSpPr/>
            <p:nvPr/>
          </p:nvSpPr>
          <p:spPr>
            <a:xfrm>
              <a:off x="13939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1" name="타원 13280">
              <a:extLst>
                <a:ext uri="{FF2B5EF4-FFF2-40B4-BE49-F238E27FC236}">
                  <a16:creationId xmlns:a16="http://schemas.microsoft.com/office/drawing/2014/main" id="{863C3FAC-1BB5-468A-8A49-B9CA8D87E746}"/>
                </a:ext>
              </a:extLst>
            </p:cNvPr>
            <p:cNvSpPr/>
            <p:nvPr/>
          </p:nvSpPr>
          <p:spPr>
            <a:xfrm>
              <a:off x="15463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2" name="타원 13281">
              <a:extLst>
                <a:ext uri="{FF2B5EF4-FFF2-40B4-BE49-F238E27FC236}">
                  <a16:creationId xmlns:a16="http://schemas.microsoft.com/office/drawing/2014/main" id="{27D76231-FF45-435C-AED0-D9902E1FD88F}"/>
                </a:ext>
              </a:extLst>
            </p:cNvPr>
            <p:cNvSpPr/>
            <p:nvPr/>
          </p:nvSpPr>
          <p:spPr>
            <a:xfrm>
              <a:off x="16987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3" name="타원 13282">
              <a:extLst>
                <a:ext uri="{FF2B5EF4-FFF2-40B4-BE49-F238E27FC236}">
                  <a16:creationId xmlns:a16="http://schemas.microsoft.com/office/drawing/2014/main" id="{1CF90025-E0E6-4A3A-816B-9E2B96C6D57A}"/>
                </a:ext>
              </a:extLst>
            </p:cNvPr>
            <p:cNvSpPr/>
            <p:nvPr/>
          </p:nvSpPr>
          <p:spPr>
            <a:xfrm>
              <a:off x="1851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4" name="타원 13283">
              <a:extLst>
                <a:ext uri="{FF2B5EF4-FFF2-40B4-BE49-F238E27FC236}">
                  <a16:creationId xmlns:a16="http://schemas.microsoft.com/office/drawing/2014/main" id="{FA3D992F-8A7B-470C-9A5B-0944FC7E5558}"/>
                </a:ext>
              </a:extLst>
            </p:cNvPr>
            <p:cNvSpPr/>
            <p:nvPr/>
          </p:nvSpPr>
          <p:spPr>
            <a:xfrm>
              <a:off x="2003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5" name="타원 13284">
              <a:extLst>
                <a:ext uri="{FF2B5EF4-FFF2-40B4-BE49-F238E27FC236}">
                  <a16:creationId xmlns:a16="http://schemas.microsoft.com/office/drawing/2014/main" id="{4458BA8A-FFEB-4C90-9F6A-45FE51E3167A}"/>
                </a:ext>
              </a:extLst>
            </p:cNvPr>
            <p:cNvSpPr/>
            <p:nvPr/>
          </p:nvSpPr>
          <p:spPr>
            <a:xfrm>
              <a:off x="21559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6" name="타원 13285">
              <a:extLst>
                <a:ext uri="{FF2B5EF4-FFF2-40B4-BE49-F238E27FC236}">
                  <a16:creationId xmlns:a16="http://schemas.microsoft.com/office/drawing/2014/main" id="{39D07819-6C1F-4A92-9C02-B4ADB7FD79C4}"/>
                </a:ext>
              </a:extLst>
            </p:cNvPr>
            <p:cNvSpPr/>
            <p:nvPr/>
          </p:nvSpPr>
          <p:spPr>
            <a:xfrm>
              <a:off x="23083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7" name="타원 13286">
              <a:extLst>
                <a:ext uri="{FF2B5EF4-FFF2-40B4-BE49-F238E27FC236}">
                  <a16:creationId xmlns:a16="http://schemas.microsoft.com/office/drawing/2014/main" id="{F7C717C7-734F-4A55-AD21-5A4206205740}"/>
                </a:ext>
              </a:extLst>
            </p:cNvPr>
            <p:cNvSpPr/>
            <p:nvPr/>
          </p:nvSpPr>
          <p:spPr>
            <a:xfrm>
              <a:off x="24607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8" name="타원 13287">
              <a:extLst>
                <a:ext uri="{FF2B5EF4-FFF2-40B4-BE49-F238E27FC236}">
                  <a16:creationId xmlns:a16="http://schemas.microsoft.com/office/drawing/2014/main" id="{DAA3FEC0-063C-4B4D-8510-4789627DE731}"/>
                </a:ext>
              </a:extLst>
            </p:cNvPr>
            <p:cNvSpPr/>
            <p:nvPr/>
          </p:nvSpPr>
          <p:spPr>
            <a:xfrm>
              <a:off x="2613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9" name="타원 13288">
              <a:extLst>
                <a:ext uri="{FF2B5EF4-FFF2-40B4-BE49-F238E27FC236}">
                  <a16:creationId xmlns:a16="http://schemas.microsoft.com/office/drawing/2014/main" id="{BD885AC6-9315-4F80-814C-FA31B4B54EB8}"/>
                </a:ext>
              </a:extLst>
            </p:cNvPr>
            <p:cNvSpPr/>
            <p:nvPr/>
          </p:nvSpPr>
          <p:spPr>
            <a:xfrm>
              <a:off x="2765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0" name="타원 13289">
              <a:extLst>
                <a:ext uri="{FF2B5EF4-FFF2-40B4-BE49-F238E27FC236}">
                  <a16:creationId xmlns:a16="http://schemas.microsoft.com/office/drawing/2014/main" id="{AFE7333D-3CCA-4DEF-8974-493F4DE67BD7}"/>
                </a:ext>
              </a:extLst>
            </p:cNvPr>
            <p:cNvSpPr/>
            <p:nvPr/>
          </p:nvSpPr>
          <p:spPr>
            <a:xfrm>
              <a:off x="29179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1" name="타원 13290">
              <a:extLst>
                <a:ext uri="{FF2B5EF4-FFF2-40B4-BE49-F238E27FC236}">
                  <a16:creationId xmlns:a16="http://schemas.microsoft.com/office/drawing/2014/main" id="{91AA6CF2-B400-4675-93D0-D9600A5596F5}"/>
                </a:ext>
              </a:extLst>
            </p:cNvPr>
            <p:cNvSpPr/>
            <p:nvPr/>
          </p:nvSpPr>
          <p:spPr>
            <a:xfrm>
              <a:off x="30703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2" name="타원 13291">
              <a:extLst>
                <a:ext uri="{FF2B5EF4-FFF2-40B4-BE49-F238E27FC236}">
                  <a16:creationId xmlns:a16="http://schemas.microsoft.com/office/drawing/2014/main" id="{ACEB6237-AE02-466A-B75A-68F21259E656}"/>
                </a:ext>
              </a:extLst>
            </p:cNvPr>
            <p:cNvSpPr/>
            <p:nvPr/>
          </p:nvSpPr>
          <p:spPr>
            <a:xfrm>
              <a:off x="32227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3" name="타원 13292">
              <a:extLst>
                <a:ext uri="{FF2B5EF4-FFF2-40B4-BE49-F238E27FC236}">
                  <a16:creationId xmlns:a16="http://schemas.microsoft.com/office/drawing/2014/main" id="{A1EDB6D6-C16F-4019-AC74-541F6CEE3BA2}"/>
                </a:ext>
              </a:extLst>
            </p:cNvPr>
            <p:cNvSpPr/>
            <p:nvPr/>
          </p:nvSpPr>
          <p:spPr>
            <a:xfrm>
              <a:off x="3375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4" name="타원 13293">
              <a:extLst>
                <a:ext uri="{FF2B5EF4-FFF2-40B4-BE49-F238E27FC236}">
                  <a16:creationId xmlns:a16="http://schemas.microsoft.com/office/drawing/2014/main" id="{34A2E5D4-03AA-4767-B8F5-6B42DF119520}"/>
                </a:ext>
              </a:extLst>
            </p:cNvPr>
            <p:cNvSpPr/>
            <p:nvPr/>
          </p:nvSpPr>
          <p:spPr>
            <a:xfrm>
              <a:off x="3527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5" name="타원 13294">
              <a:extLst>
                <a:ext uri="{FF2B5EF4-FFF2-40B4-BE49-F238E27FC236}">
                  <a16:creationId xmlns:a16="http://schemas.microsoft.com/office/drawing/2014/main" id="{6B6AEF2C-CAB3-4D07-B267-51B8D1F4DAA2}"/>
                </a:ext>
              </a:extLst>
            </p:cNvPr>
            <p:cNvSpPr/>
            <p:nvPr/>
          </p:nvSpPr>
          <p:spPr>
            <a:xfrm>
              <a:off x="36799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6" name="타원 13295">
              <a:extLst>
                <a:ext uri="{FF2B5EF4-FFF2-40B4-BE49-F238E27FC236}">
                  <a16:creationId xmlns:a16="http://schemas.microsoft.com/office/drawing/2014/main" id="{E4FFED42-41D7-4A78-876E-E6E99C3F6FFD}"/>
                </a:ext>
              </a:extLst>
            </p:cNvPr>
            <p:cNvSpPr/>
            <p:nvPr/>
          </p:nvSpPr>
          <p:spPr>
            <a:xfrm>
              <a:off x="38323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7" name="타원 13296">
              <a:extLst>
                <a:ext uri="{FF2B5EF4-FFF2-40B4-BE49-F238E27FC236}">
                  <a16:creationId xmlns:a16="http://schemas.microsoft.com/office/drawing/2014/main" id="{5634FC20-3986-4577-B0F5-98F19419870B}"/>
                </a:ext>
              </a:extLst>
            </p:cNvPr>
            <p:cNvSpPr/>
            <p:nvPr/>
          </p:nvSpPr>
          <p:spPr>
            <a:xfrm>
              <a:off x="39847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8" name="타원 13297">
              <a:extLst>
                <a:ext uri="{FF2B5EF4-FFF2-40B4-BE49-F238E27FC236}">
                  <a16:creationId xmlns:a16="http://schemas.microsoft.com/office/drawing/2014/main" id="{5F6C50CE-2CC2-4E7B-B3E7-0797EBB867ED}"/>
                </a:ext>
              </a:extLst>
            </p:cNvPr>
            <p:cNvSpPr/>
            <p:nvPr/>
          </p:nvSpPr>
          <p:spPr>
            <a:xfrm>
              <a:off x="4137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9" name="타원 13298">
              <a:extLst>
                <a:ext uri="{FF2B5EF4-FFF2-40B4-BE49-F238E27FC236}">
                  <a16:creationId xmlns:a16="http://schemas.microsoft.com/office/drawing/2014/main" id="{8CFA886E-37F6-47C8-95AA-1E40EEA9AD1E}"/>
                </a:ext>
              </a:extLst>
            </p:cNvPr>
            <p:cNvSpPr/>
            <p:nvPr/>
          </p:nvSpPr>
          <p:spPr>
            <a:xfrm>
              <a:off x="4289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0" name="타원 13299">
              <a:extLst>
                <a:ext uri="{FF2B5EF4-FFF2-40B4-BE49-F238E27FC236}">
                  <a16:creationId xmlns:a16="http://schemas.microsoft.com/office/drawing/2014/main" id="{BAF9ED14-E0DD-44DE-8B7F-CD1FC7CAD681}"/>
                </a:ext>
              </a:extLst>
            </p:cNvPr>
            <p:cNvSpPr/>
            <p:nvPr/>
          </p:nvSpPr>
          <p:spPr>
            <a:xfrm>
              <a:off x="44419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1" name="타원 13300">
              <a:extLst>
                <a:ext uri="{FF2B5EF4-FFF2-40B4-BE49-F238E27FC236}">
                  <a16:creationId xmlns:a16="http://schemas.microsoft.com/office/drawing/2014/main" id="{9A2ACA54-0FBB-4EA2-A136-5028DF18971C}"/>
                </a:ext>
              </a:extLst>
            </p:cNvPr>
            <p:cNvSpPr/>
            <p:nvPr/>
          </p:nvSpPr>
          <p:spPr>
            <a:xfrm>
              <a:off x="45943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2" name="타원 13301">
              <a:extLst>
                <a:ext uri="{FF2B5EF4-FFF2-40B4-BE49-F238E27FC236}">
                  <a16:creationId xmlns:a16="http://schemas.microsoft.com/office/drawing/2014/main" id="{BDA3DFA4-BD89-4A80-BEE1-91F78E4022C0}"/>
                </a:ext>
              </a:extLst>
            </p:cNvPr>
            <p:cNvSpPr/>
            <p:nvPr/>
          </p:nvSpPr>
          <p:spPr>
            <a:xfrm>
              <a:off x="47467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3" name="타원 13302">
              <a:extLst>
                <a:ext uri="{FF2B5EF4-FFF2-40B4-BE49-F238E27FC236}">
                  <a16:creationId xmlns:a16="http://schemas.microsoft.com/office/drawing/2014/main" id="{C569CFC1-24E9-472A-A0E0-A2F12B59FC78}"/>
                </a:ext>
              </a:extLst>
            </p:cNvPr>
            <p:cNvSpPr/>
            <p:nvPr/>
          </p:nvSpPr>
          <p:spPr>
            <a:xfrm>
              <a:off x="4899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4" name="타원 13303">
              <a:extLst>
                <a:ext uri="{FF2B5EF4-FFF2-40B4-BE49-F238E27FC236}">
                  <a16:creationId xmlns:a16="http://schemas.microsoft.com/office/drawing/2014/main" id="{1C85D954-FBD0-43B1-875F-88B85217F6ED}"/>
                </a:ext>
              </a:extLst>
            </p:cNvPr>
            <p:cNvSpPr/>
            <p:nvPr/>
          </p:nvSpPr>
          <p:spPr>
            <a:xfrm>
              <a:off x="5051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5" name="타원 13304">
              <a:extLst>
                <a:ext uri="{FF2B5EF4-FFF2-40B4-BE49-F238E27FC236}">
                  <a16:creationId xmlns:a16="http://schemas.microsoft.com/office/drawing/2014/main" id="{3559969C-577B-4FAA-989D-9669E9353FB7}"/>
                </a:ext>
              </a:extLst>
            </p:cNvPr>
            <p:cNvSpPr/>
            <p:nvPr/>
          </p:nvSpPr>
          <p:spPr>
            <a:xfrm>
              <a:off x="52039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6" name="타원 13305">
              <a:extLst>
                <a:ext uri="{FF2B5EF4-FFF2-40B4-BE49-F238E27FC236}">
                  <a16:creationId xmlns:a16="http://schemas.microsoft.com/office/drawing/2014/main" id="{2909E527-46A2-48CE-B44F-78B884BE9B5D}"/>
                </a:ext>
              </a:extLst>
            </p:cNvPr>
            <p:cNvSpPr/>
            <p:nvPr/>
          </p:nvSpPr>
          <p:spPr>
            <a:xfrm>
              <a:off x="53563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7" name="타원 13306">
              <a:extLst>
                <a:ext uri="{FF2B5EF4-FFF2-40B4-BE49-F238E27FC236}">
                  <a16:creationId xmlns:a16="http://schemas.microsoft.com/office/drawing/2014/main" id="{739BE2C6-E433-47E5-857C-DB3941DBE173}"/>
                </a:ext>
              </a:extLst>
            </p:cNvPr>
            <p:cNvSpPr/>
            <p:nvPr/>
          </p:nvSpPr>
          <p:spPr>
            <a:xfrm>
              <a:off x="55087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8" name="타원 13307">
              <a:extLst>
                <a:ext uri="{FF2B5EF4-FFF2-40B4-BE49-F238E27FC236}">
                  <a16:creationId xmlns:a16="http://schemas.microsoft.com/office/drawing/2014/main" id="{35007655-6368-445A-B89B-D5689BFCEC45}"/>
                </a:ext>
              </a:extLst>
            </p:cNvPr>
            <p:cNvSpPr/>
            <p:nvPr/>
          </p:nvSpPr>
          <p:spPr>
            <a:xfrm>
              <a:off x="56611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9" name="타원 13308">
              <a:extLst>
                <a:ext uri="{FF2B5EF4-FFF2-40B4-BE49-F238E27FC236}">
                  <a16:creationId xmlns:a16="http://schemas.microsoft.com/office/drawing/2014/main" id="{5F835181-4FFA-4E3B-81E5-2C50F5D9D96B}"/>
                </a:ext>
              </a:extLst>
            </p:cNvPr>
            <p:cNvSpPr/>
            <p:nvPr/>
          </p:nvSpPr>
          <p:spPr>
            <a:xfrm>
              <a:off x="5813576" y="5410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0" name="타원 13309">
              <a:extLst>
                <a:ext uri="{FF2B5EF4-FFF2-40B4-BE49-F238E27FC236}">
                  <a16:creationId xmlns:a16="http://schemas.microsoft.com/office/drawing/2014/main" id="{84B724EC-901D-47C6-BE4B-47DFEA87B922}"/>
                </a:ext>
              </a:extLst>
            </p:cNvPr>
            <p:cNvSpPr/>
            <p:nvPr/>
          </p:nvSpPr>
          <p:spPr>
            <a:xfrm>
              <a:off x="327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1" name="타원 13310">
              <a:extLst>
                <a:ext uri="{FF2B5EF4-FFF2-40B4-BE49-F238E27FC236}">
                  <a16:creationId xmlns:a16="http://schemas.microsoft.com/office/drawing/2014/main" id="{CD22C6B1-5187-449C-B3AB-F559712D0BD4}"/>
                </a:ext>
              </a:extLst>
            </p:cNvPr>
            <p:cNvSpPr/>
            <p:nvPr/>
          </p:nvSpPr>
          <p:spPr>
            <a:xfrm>
              <a:off x="479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2" name="타원 13311">
              <a:extLst>
                <a:ext uri="{FF2B5EF4-FFF2-40B4-BE49-F238E27FC236}">
                  <a16:creationId xmlns:a16="http://schemas.microsoft.com/office/drawing/2014/main" id="{A3DC3B7B-88F5-4FB2-B2BF-79FFE77512AF}"/>
                </a:ext>
              </a:extLst>
            </p:cNvPr>
            <p:cNvSpPr/>
            <p:nvPr/>
          </p:nvSpPr>
          <p:spPr>
            <a:xfrm>
              <a:off x="6319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3" name="타원 13312">
              <a:extLst>
                <a:ext uri="{FF2B5EF4-FFF2-40B4-BE49-F238E27FC236}">
                  <a16:creationId xmlns:a16="http://schemas.microsoft.com/office/drawing/2014/main" id="{6324A1BC-2187-4139-8A3C-01BBC3A2A4E9}"/>
                </a:ext>
              </a:extLst>
            </p:cNvPr>
            <p:cNvSpPr/>
            <p:nvPr/>
          </p:nvSpPr>
          <p:spPr>
            <a:xfrm>
              <a:off x="7843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4" name="타원 13313">
              <a:extLst>
                <a:ext uri="{FF2B5EF4-FFF2-40B4-BE49-F238E27FC236}">
                  <a16:creationId xmlns:a16="http://schemas.microsoft.com/office/drawing/2014/main" id="{792D4EAA-AD8F-4880-A162-CB944A325162}"/>
                </a:ext>
              </a:extLst>
            </p:cNvPr>
            <p:cNvSpPr/>
            <p:nvPr/>
          </p:nvSpPr>
          <p:spPr>
            <a:xfrm>
              <a:off x="9367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5" name="타원 13314">
              <a:extLst>
                <a:ext uri="{FF2B5EF4-FFF2-40B4-BE49-F238E27FC236}">
                  <a16:creationId xmlns:a16="http://schemas.microsoft.com/office/drawing/2014/main" id="{8DE63F2C-90B7-4466-8440-6A591329F649}"/>
                </a:ext>
              </a:extLst>
            </p:cNvPr>
            <p:cNvSpPr/>
            <p:nvPr/>
          </p:nvSpPr>
          <p:spPr>
            <a:xfrm>
              <a:off x="1089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6" name="타원 13315">
              <a:extLst>
                <a:ext uri="{FF2B5EF4-FFF2-40B4-BE49-F238E27FC236}">
                  <a16:creationId xmlns:a16="http://schemas.microsoft.com/office/drawing/2014/main" id="{8E4E43B3-7503-469F-A2C2-BD21EEF7D078}"/>
                </a:ext>
              </a:extLst>
            </p:cNvPr>
            <p:cNvSpPr/>
            <p:nvPr/>
          </p:nvSpPr>
          <p:spPr>
            <a:xfrm>
              <a:off x="1241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7" name="타원 13316">
              <a:extLst>
                <a:ext uri="{FF2B5EF4-FFF2-40B4-BE49-F238E27FC236}">
                  <a16:creationId xmlns:a16="http://schemas.microsoft.com/office/drawing/2014/main" id="{64CC71F2-1BC8-42B4-BF09-A625C60E4F28}"/>
                </a:ext>
              </a:extLst>
            </p:cNvPr>
            <p:cNvSpPr/>
            <p:nvPr/>
          </p:nvSpPr>
          <p:spPr>
            <a:xfrm>
              <a:off x="13939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8" name="타원 13317">
              <a:extLst>
                <a:ext uri="{FF2B5EF4-FFF2-40B4-BE49-F238E27FC236}">
                  <a16:creationId xmlns:a16="http://schemas.microsoft.com/office/drawing/2014/main" id="{BEAF0AF8-2C32-460F-BFC8-8730F3CB706D}"/>
                </a:ext>
              </a:extLst>
            </p:cNvPr>
            <p:cNvSpPr/>
            <p:nvPr/>
          </p:nvSpPr>
          <p:spPr>
            <a:xfrm>
              <a:off x="15463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19" name="타원 13318">
              <a:extLst>
                <a:ext uri="{FF2B5EF4-FFF2-40B4-BE49-F238E27FC236}">
                  <a16:creationId xmlns:a16="http://schemas.microsoft.com/office/drawing/2014/main" id="{B0A7A960-6E97-4BA8-80C2-782FC8C12179}"/>
                </a:ext>
              </a:extLst>
            </p:cNvPr>
            <p:cNvSpPr/>
            <p:nvPr/>
          </p:nvSpPr>
          <p:spPr>
            <a:xfrm>
              <a:off x="16987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0" name="타원 13319">
              <a:extLst>
                <a:ext uri="{FF2B5EF4-FFF2-40B4-BE49-F238E27FC236}">
                  <a16:creationId xmlns:a16="http://schemas.microsoft.com/office/drawing/2014/main" id="{D2816A30-EC18-43AA-A9AD-68ADE681A3AD}"/>
                </a:ext>
              </a:extLst>
            </p:cNvPr>
            <p:cNvSpPr/>
            <p:nvPr/>
          </p:nvSpPr>
          <p:spPr>
            <a:xfrm>
              <a:off x="1851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1" name="타원 13320">
              <a:extLst>
                <a:ext uri="{FF2B5EF4-FFF2-40B4-BE49-F238E27FC236}">
                  <a16:creationId xmlns:a16="http://schemas.microsoft.com/office/drawing/2014/main" id="{F36FA0B9-7AA9-41FD-92A3-A85A34F429F9}"/>
                </a:ext>
              </a:extLst>
            </p:cNvPr>
            <p:cNvSpPr/>
            <p:nvPr/>
          </p:nvSpPr>
          <p:spPr>
            <a:xfrm>
              <a:off x="2003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2" name="타원 13321">
              <a:extLst>
                <a:ext uri="{FF2B5EF4-FFF2-40B4-BE49-F238E27FC236}">
                  <a16:creationId xmlns:a16="http://schemas.microsoft.com/office/drawing/2014/main" id="{9CB805BF-B331-4912-AD85-1460A942BBFA}"/>
                </a:ext>
              </a:extLst>
            </p:cNvPr>
            <p:cNvSpPr/>
            <p:nvPr/>
          </p:nvSpPr>
          <p:spPr>
            <a:xfrm>
              <a:off x="21559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3" name="타원 13322">
              <a:extLst>
                <a:ext uri="{FF2B5EF4-FFF2-40B4-BE49-F238E27FC236}">
                  <a16:creationId xmlns:a16="http://schemas.microsoft.com/office/drawing/2014/main" id="{B108E92A-A485-461A-811E-517D7ED00252}"/>
                </a:ext>
              </a:extLst>
            </p:cNvPr>
            <p:cNvSpPr/>
            <p:nvPr/>
          </p:nvSpPr>
          <p:spPr>
            <a:xfrm>
              <a:off x="23083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4" name="타원 13323">
              <a:extLst>
                <a:ext uri="{FF2B5EF4-FFF2-40B4-BE49-F238E27FC236}">
                  <a16:creationId xmlns:a16="http://schemas.microsoft.com/office/drawing/2014/main" id="{B054B3EC-DA51-4B97-ADAE-C8632ED41F16}"/>
                </a:ext>
              </a:extLst>
            </p:cNvPr>
            <p:cNvSpPr/>
            <p:nvPr/>
          </p:nvSpPr>
          <p:spPr>
            <a:xfrm>
              <a:off x="24607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5" name="타원 13324">
              <a:extLst>
                <a:ext uri="{FF2B5EF4-FFF2-40B4-BE49-F238E27FC236}">
                  <a16:creationId xmlns:a16="http://schemas.microsoft.com/office/drawing/2014/main" id="{D8D98A5B-33F9-4459-AD76-145276658C09}"/>
                </a:ext>
              </a:extLst>
            </p:cNvPr>
            <p:cNvSpPr/>
            <p:nvPr/>
          </p:nvSpPr>
          <p:spPr>
            <a:xfrm>
              <a:off x="2613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6" name="타원 13325">
              <a:extLst>
                <a:ext uri="{FF2B5EF4-FFF2-40B4-BE49-F238E27FC236}">
                  <a16:creationId xmlns:a16="http://schemas.microsoft.com/office/drawing/2014/main" id="{296EECE0-A94E-4496-977A-B51CF4FEF970}"/>
                </a:ext>
              </a:extLst>
            </p:cNvPr>
            <p:cNvSpPr/>
            <p:nvPr/>
          </p:nvSpPr>
          <p:spPr>
            <a:xfrm>
              <a:off x="2765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7" name="타원 13326">
              <a:extLst>
                <a:ext uri="{FF2B5EF4-FFF2-40B4-BE49-F238E27FC236}">
                  <a16:creationId xmlns:a16="http://schemas.microsoft.com/office/drawing/2014/main" id="{5E5D4F16-5050-4D2D-96ED-DAFDDFF5124F}"/>
                </a:ext>
              </a:extLst>
            </p:cNvPr>
            <p:cNvSpPr/>
            <p:nvPr/>
          </p:nvSpPr>
          <p:spPr>
            <a:xfrm>
              <a:off x="29179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8" name="타원 13327">
              <a:extLst>
                <a:ext uri="{FF2B5EF4-FFF2-40B4-BE49-F238E27FC236}">
                  <a16:creationId xmlns:a16="http://schemas.microsoft.com/office/drawing/2014/main" id="{1200DF02-B785-437A-8934-7DB6AE3E21E0}"/>
                </a:ext>
              </a:extLst>
            </p:cNvPr>
            <p:cNvSpPr/>
            <p:nvPr/>
          </p:nvSpPr>
          <p:spPr>
            <a:xfrm>
              <a:off x="30703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29" name="타원 13328">
              <a:extLst>
                <a:ext uri="{FF2B5EF4-FFF2-40B4-BE49-F238E27FC236}">
                  <a16:creationId xmlns:a16="http://schemas.microsoft.com/office/drawing/2014/main" id="{E02A264E-A5DD-484F-A38C-9EB2292F6F9E}"/>
                </a:ext>
              </a:extLst>
            </p:cNvPr>
            <p:cNvSpPr/>
            <p:nvPr/>
          </p:nvSpPr>
          <p:spPr>
            <a:xfrm>
              <a:off x="32227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0" name="타원 13329">
              <a:extLst>
                <a:ext uri="{FF2B5EF4-FFF2-40B4-BE49-F238E27FC236}">
                  <a16:creationId xmlns:a16="http://schemas.microsoft.com/office/drawing/2014/main" id="{FF2E51BC-DB05-4AEF-B1BD-AB438A4BA0EA}"/>
                </a:ext>
              </a:extLst>
            </p:cNvPr>
            <p:cNvSpPr/>
            <p:nvPr/>
          </p:nvSpPr>
          <p:spPr>
            <a:xfrm>
              <a:off x="3375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1" name="타원 13330">
              <a:extLst>
                <a:ext uri="{FF2B5EF4-FFF2-40B4-BE49-F238E27FC236}">
                  <a16:creationId xmlns:a16="http://schemas.microsoft.com/office/drawing/2014/main" id="{5084CE63-401E-4D5E-B464-8E5FDEA64E00}"/>
                </a:ext>
              </a:extLst>
            </p:cNvPr>
            <p:cNvSpPr/>
            <p:nvPr/>
          </p:nvSpPr>
          <p:spPr>
            <a:xfrm>
              <a:off x="3527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2" name="타원 13331">
              <a:extLst>
                <a:ext uri="{FF2B5EF4-FFF2-40B4-BE49-F238E27FC236}">
                  <a16:creationId xmlns:a16="http://schemas.microsoft.com/office/drawing/2014/main" id="{E6F4A28D-5DC0-4C82-AA96-81B2F31F1239}"/>
                </a:ext>
              </a:extLst>
            </p:cNvPr>
            <p:cNvSpPr/>
            <p:nvPr/>
          </p:nvSpPr>
          <p:spPr>
            <a:xfrm>
              <a:off x="36799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3" name="타원 13332">
              <a:extLst>
                <a:ext uri="{FF2B5EF4-FFF2-40B4-BE49-F238E27FC236}">
                  <a16:creationId xmlns:a16="http://schemas.microsoft.com/office/drawing/2014/main" id="{9E526EC9-6895-4EA2-82E3-AA66354631D7}"/>
                </a:ext>
              </a:extLst>
            </p:cNvPr>
            <p:cNvSpPr/>
            <p:nvPr/>
          </p:nvSpPr>
          <p:spPr>
            <a:xfrm>
              <a:off x="38323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4" name="타원 13333">
              <a:extLst>
                <a:ext uri="{FF2B5EF4-FFF2-40B4-BE49-F238E27FC236}">
                  <a16:creationId xmlns:a16="http://schemas.microsoft.com/office/drawing/2014/main" id="{590E5987-09FA-4391-9F5F-8AAA538AC034}"/>
                </a:ext>
              </a:extLst>
            </p:cNvPr>
            <p:cNvSpPr/>
            <p:nvPr/>
          </p:nvSpPr>
          <p:spPr>
            <a:xfrm>
              <a:off x="39847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5" name="타원 13334">
              <a:extLst>
                <a:ext uri="{FF2B5EF4-FFF2-40B4-BE49-F238E27FC236}">
                  <a16:creationId xmlns:a16="http://schemas.microsoft.com/office/drawing/2014/main" id="{E4AD56E0-85A3-4791-AE0E-9B8177C0D906}"/>
                </a:ext>
              </a:extLst>
            </p:cNvPr>
            <p:cNvSpPr/>
            <p:nvPr/>
          </p:nvSpPr>
          <p:spPr>
            <a:xfrm>
              <a:off x="4137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6" name="타원 13335">
              <a:extLst>
                <a:ext uri="{FF2B5EF4-FFF2-40B4-BE49-F238E27FC236}">
                  <a16:creationId xmlns:a16="http://schemas.microsoft.com/office/drawing/2014/main" id="{4DB2ABE9-7624-4C2F-968A-C52EF7E12C6F}"/>
                </a:ext>
              </a:extLst>
            </p:cNvPr>
            <p:cNvSpPr/>
            <p:nvPr/>
          </p:nvSpPr>
          <p:spPr>
            <a:xfrm>
              <a:off x="4289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7" name="타원 13336">
              <a:extLst>
                <a:ext uri="{FF2B5EF4-FFF2-40B4-BE49-F238E27FC236}">
                  <a16:creationId xmlns:a16="http://schemas.microsoft.com/office/drawing/2014/main" id="{BD43EE3A-FCDD-4EB7-AF7E-6C0149DF6821}"/>
                </a:ext>
              </a:extLst>
            </p:cNvPr>
            <p:cNvSpPr/>
            <p:nvPr/>
          </p:nvSpPr>
          <p:spPr>
            <a:xfrm>
              <a:off x="44419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8" name="타원 13337">
              <a:extLst>
                <a:ext uri="{FF2B5EF4-FFF2-40B4-BE49-F238E27FC236}">
                  <a16:creationId xmlns:a16="http://schemas.microsoft.com/office/drawing/2014/main" id="{164E23E2-AE1E-4F99-86D2-B6823F5A4C76}"/>
                </a:ext>
              </a:extLst>
            </p:cNvPr>
            <p:cNvSpPr/>
            <p:nvPr/>
          </p:nvSpPr>
          <p:spPr>
            <a:xfrm>
              <a:off x="45943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39" name="타원 13338">
              <a:extLst>
                <a:ext uri="{FF2B5EF4-FFF2-40B4-BE49-F238E27FC236}">
                  <a16:creationId xmlns:a16="http://schemas.microsoft.com/office/drawing/2014/main" id="{9D852EF2-2CCF-4E82-BB14-B3E69E9DCC0B}"/>
                </a:ext>
              </a:extLst>
            </p:cNvPr>
            <p:cNvSpPr/>
            <p:nvPr/>
          </p:nvSpPr>
          <p:spPr>
            <a:xfrm>
              <a:off x="47467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0" name="타원 13339">
              <a:extLst>
                <a:ext uri="{FF2B5EF4-FFF2-40B4-BE49-F238E27FC236}">
                  <a16:creationId xmlns:a16="http://schemas.microsoft.com/office/drawing/2014/main" id="{E938F39D-4246-4952-992A-1455AED7F152}"/>
                </a:ext>
              </a:extLst>
            </p:cNvPr>
            <p:cNvSpPr/>
            <p:nvPr/>
          </p:nvSpPr>
          <p:spPr>
            <a:xfrm>
              <a:off x="4899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1" name="타원 13340">
              <a:extLst>
                <a:ext uri="{FF2B5EF4-FFF2-40B4-BE49-F238E27FC236}">
                  <a16:creationId xmlns:a16="http://schemas.microsoft.com/office/drawing/2014/main" id="{410ADBF7-433A-4AD2-BE40-BFA8ABC7CBDB}"/>
                </a:ext>
              </a:extLst>
            </p:cNvPr>
            <p:cNvSpPr/>
            <p:nvPr/>
          </p:nvSpPr>
          <p:spPr>
            <a:xfrm>
              <a:off x="5051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2" name="타원 13341">
              <a:extLst>
                <a:ext uri="{FF2B5EF4-FFF2-40B4-BE49-F238E27FC236}">
                  <a16:creationId xmlns:a16="http://schemas.microsoft.com/office/drawing/2014/main" id="{A2FEAA68-56CE-4EA0-8C3C-D36C3C0B6143}"/>
                </a:ext>
              </a:extLst>
            </p:cNvPr>
            <p:cNvSpPr/>
            <p:nvPr/>
          </p:nvSpPr>
          <p:spPr>
            <a:xfrm>
              <a:off x="52039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3" name="타원 13342">
              <a:extLst>
                <a:ext uri="{FF2B5EF4-FFF2-40B4-BE49-F238E27FC236}">
                  <a16:creationId xmlns:a16="http://schemas.microsoft.com/office/drawing/2014/main" id="{8D1EB629-10B4-4477-A1B5-18A2CD324FCA}"/>
                </a:ext>
              </a:extLst>
            </p:cNvPr>
            <p:cNvSpPr/>
            <p:nvPr/>
          </p:nvSpPr>
          <p:spPr>
            <a:xfrm>
              <a:off x="53563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4" name="타원 13343">
              <a:extLst>
                <a:ext uri="{FF2B5EF4-FFF2-40B4-BE49-F238E27FC236}">
                  <a16:creationId xmlns:a16="http://schemas.microsoft.com/office/drawing/2014/main" id="{5D8DC3E5-E6E8-47BB-B520-3EA8F8763D72}"/>
                </a:ext>
              </a:extLst>
            </p:cNvPr>
            <p:cNvSpPr/>
            <p:nvPr/>
          </p:nvSpPr>
          <p:spPr>
            <a:xfrm>
              <a:off x="55087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5" name="타원 13344">
              <a:extLst>
                <a:ext uri="{FF2B5EF4-FFF2-40B4-BE49-F238E27FC236}">
                  <a16:creationId xmlns:a16="http://schemas.microsoft.com/office/drawing/2014/main" id="{DAF75540-930B-4907-9B7F-1ADD3D5E70A6}"/>
                </a:ext>
              </a:extLst>
            </p:cNvPr>
            <p:cNvSpPr/>
            <p:nvPr/>
          </p:nvSpPr>
          <p:spPr>
            <a:xfrm>
              <a:off x="56611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6" name="타원 13345">
              <a:extLst>
                <a:ext uri="{FF2B5EF4-FFF2-40B4-BE49-F238E27FC236}">
                  <a16:creationId xmlns:a16="http://schemas.microsoft.com/office/drawing/2014/main" id="{9B286728-B464-4052-8705-CBDD2E840CF4}"/>
                </a:ext>
              </a:extLst>
            </p:cNvPr>
            <p:cNvSpPr/>
            <p:nvPr/>
          </p:nvSpPr>
          <p:spPr>
            <a:xfrm>
              <a:off x="5813576" y="5562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7" name="타원 13346">
              <a:extLst>
                <a:ext uri="{FF2B5EF4-FFF2-40B4-BE49-F238E27FC236}">
                  <a16:creationId xmlns:a16="http://schemas.microsoft.com/office/drawing/2014/main" id="{65222208-B825-4B2E-A90A-AC77808E1C2B}"/>
                </a:ext>
              </a:extLst>
            </p:cNvPr>
            <p:cNvSpPr/>
            <p:nvPr/>
          </p:nvSpPr>
          <p:spPr>
            <a:xfrm>
              <a:off x="327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8" name="타원 13347">
              <a:extLst>
                <a:ext uri="{FF2B5EF4-FFF2-40B4-BE49-F238E27FC236}">
                  <a16:creationId xmlns:a16="http://schemas.microsoft.com/office/drawing/2014/main" id="{F4B4CCB4-AF2C-4E53-9D83-6C23D9BFB544}"/>
                </a:ext>
              </a:extLst>
            </p:cNvPr>
            <p:cNvSpPr/>
            <p:nvPr/>
          </p:nvSpPr>
          <p:spPr>
            <a:xfrm>
              <a:off x="479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49" name="타원 13348">
              <a:extLst>
                <a:ext uri="{FF2B5EF4-FFF2-40B4-BE49-F238E27FC236}">
                  <a16:creationId xmlns:a16="http://schemas.microsoft.com/office/drawing/2014/main" id="{981601A7-3DD2-4D89-9ADB-7507B481B26A}"/>
                </a:ext>
              </a:extLst>
            </p:cNvPr>
            <p:cNvSpPr/>
            <p:nvPr/>
          </p:nvSpPr>
          <p:spPr>
            <a:xfrm>
              <a:off x="6319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0" name="타원 13349">
              <a:extLst>
                <a:ext uri="{FF2B5EF4-FFF2-40B4-BE49-F238E27FC236}">
                  <a16:creationId xmlns:a16="http://schemas.microsoft.com/office/drawing/2014/main" id="{143C66AF-246C-4AA5-90D4-DF1F42832A13}"/>
                </a:ext>
              </a:extLst>
            </p:cNvPr>
            <p:cNvSpPr/>
            <p:nvPr/>
          </p:nvSpPr>
          <p:spPr>
            <a:xfrm>
              <a:off x="7843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1" name="타원 13350">
              <a:extLst>
                <a:ext uri="{FF2B5EF4-FFF2-40B4-BE49-F238E27FC236}">
                  <a16:creationId xmlns:a16="http://schemas.microsoft.com/office/drawing/2014/main" id="{163029AC-C960-42D6-B8B5-C56FBB05ECB3}"/>
                </a:ext>
              </a:extLst>
            </p:cNvPr>
            <p:cNvSpPr/>
            <p:nvPr/>
          </p:nvSpPr>
          <p:spPr>
            <a:xfrm>
              <a:off x="9367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2" name="타원 13351">
              <a:extLst>
                <a:ext uri="{FF2B5EF4-FFF2-40B4-BE49-F238E27FC236}">
                  <a16:creationId xmlns:a16="http://schemas.microsoft.com/office/drawing/2014/main" id="{371B42E1-0F82-4C83-BA45-513AB5ACAF25}"/>
                </a:ext>
              </a:extLst>
            </p:cNvPr>
            <p:cNvSpPr/>
            <p:nvPr/>
          </p:nvSpPr>
          <p:spPr>
            <a:xfrm>
              <a:off x="1089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3" name="타원 13352">
              <a:extLst>
                <a:ext uri="{FF2B5EF4-FFF2-40B4-BE49-F238E27FC236}">
                  <a16:creationId xmlns:a16="http://schemas.microsoft.com/office/drawing/2014/main" id="{6FE34828-0E9D-4479-881E-391C47C01052}"/>
                </a:ext>
              </a:extLst>
            </p:cNvPr>
            <p:cNvSpPr/>
            <p:nvPr/>
          </p:nvSpPr>
          <p:spPr>
            <a:xfrm>
              <a:off x="1241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4" name="타원 13353">
              <a:extLst>
                <a:ext uri="{FF2B5EF4-FFF2-40B4-BE49-F238E27FC236}">
                  <a16:creationId xmlns:a16="http://schemas.microsoft.com/office/drawing/2014/main" id="{23CA9846-1347-41BB-A4CC-D0ADE7BDC558}"/>
                </a:ext>
              </a:extLst>
            </p:cNvPr>
            <p:cNvSpPr/>
            <p:nvPr/>
          </p:nvSpPr>
          <p:spPr>
            <a:xfrm>
              <a:off x="13939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5" name="타원 13354">
              <a:extLst>
                <a:ext uri="{FF2B5EF4-FFF2-40B4-BE49-F238E27FC236}">
                  <a16:creationId xmlns:a16="http://schemas.microsoft.com/office/drawing/2014/main" id="{5275E87F-2075-4FCD-A633-420A0B2CA9F8}"/>
                </a:ext>
              </a:extLst>
            </p:cNvPr>
            <p:cNvSpPr/>
            <p:nvPr/>
          </p:nvSpPr>
          <p:spPr>
            <a:xfrm>
              <a:off x="15463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6" name="타원 13355">
              <a:extLst>
                <a:ext uri="{FF2B5EF4-FFF2-40B4-BE49-F238E27FC236}">
                  <a16:creationId xmlns:a16="http://schemas.microsoft.com/office/drawing/2014/main" id="{A1BEA8FA-C8B2-4530-BCBE-D60C512686B6}"/>
                </a:ext>
              </a:extLst>
            </p:cNvPr>
            <p:cNvSpPr/>
            <p:nvPr/>
          </p:nvSpPr>
          <p:spPr>
            <a:xfrm>
              <a:off x="16987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7" name="타원 13356">
              <a:extLst>
                <a:ext uri="{FF2B5EF4-FFF2-40B4-BE49-F238E27FC236}">
                  <a16:creationId xmlns:a16="http://schemas.microsoft.com/office/drawing/2014/main" id="{B5D87078-DC2A-4B23-8A00-242B0BB385BB}"/>
                </a:ext>
              </a:extLst>
            </p:cNvPr>
            <p:cNvSpPr/>
            <p:nvPr/>
          </p:nvSpPr>
          <p:spPr>
            <a:xfrm>
              <a:off x="1851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8" name="타원 13357">
              <a:extLst>
                <a:ext uri="{FF2B5EF4-FFF2-40B4-BE49-F238E27FC236}">
                  <a16:creationId xmlns:a16="http://schemas.microsoft.com/office/drawing/2014/main" id="{E475EA5F-FBB8-4B81-81C5-23AE580C1290}"/>
                </a:ext>
              </a:extLst>
            </p:cNvPr>
            <p:cNvSpPr/>
            <p:nvPr/>
          </p:nvSpPr>
          <p:spPr>
            <a:xfrm>
              <a:off x="2003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59" name="타원 13358">
              <a:extLst>
                <a:ext uri="{FF2B5EF4-FFF2-40B4-BE49-F238E27FC236}">
                  <a16:creationId xmlns:a16="http://schemas.microsoft.com/office/drawing/2014/main" id="{380DAD7E-2437-46E3-871A-1F8DEE1A46E8}"/>
                </a:ext>
              </a:extLst>
            </p:cNvPr>
            <p:cNvSpPr/>
            <p:nvPr/>
          </p:nvSpPr>
          <p:spPr>
            <a:xfrm>
              <a:off x="21559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0" name="타원 13359">
              <a:extLst>
                <a:ext uri="{FF2B5EF4-FFF2-40B4-BE49-F238E27FC236}">
                  <a16:creationId xmlns:a16="http://schemas.microsoft.com/office/drawing/2014/main" id="{138B0465-6D74-4CCA-9516-034098066F7E}"/>
                </a:ext>
              </a:extLst>
            </p:cNvPr>
            <p:cNvSpPr/>
            <p:nvPr/>
          </p:nvSpPr>
          <p:spPr>
            <a:xfrm>
              <a:off x="23083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1" name="타원 13360">
              <a:extLst>
                <a:ext uri="{FF2B5EF4-FFF2-40B4-BE49-F238E27FC236}">
                  <a16:creationId xmlns:a16="http://schemas.microsoft.com/office/drawing/2014/main" id="{35736EFC-CA9B-429D-8D7A-7C3F4242BA45}"/>
                </a:ext>
              </a:extLst>
            </p:cNvPr>
            <p:cNvSpPr/>
            <p:nvPr/>
          </p:nvSpPr>
          <p:spPr>
            <a:xfrm>
              <a:off x="24607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2" name="타원 13361">
              <a:extLst>
                <a:ext uri="{FF2B5EF4-FFF2-40B4-BE49-F238E27FC236}">
                  <a16:creationId xmlns:a16="http://schemas.microsoft.com/office/drawing/2014/main" id="{FE8E3F7E-96BB-4A80-91E0-558DEF546D65}"/>
                </a:ext>
              </a:extLst>
            </p:cNvPr>
            <p:cNvSpPr/>
            <p:nvPr/>
          </p:nvSpPr>
          <p:spPr>
            <a:xfrm>
              <a:off x="2613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3" name="타원 13362">
              <a:extLst>
                <a:ext uri="{FF2B5EF4-FFF2-40B4-BE49-F238E27FC236}">
                  <a16:creationId xmlns:a16="http://schemas.microsoft.com/office/drawing/2014/main" id="{2DDFC5BF-2366-41B5-9BE9-87E48FCEA757}"/>
                </a:ext>
              </a:extLst>
            </p:cNvPr>
            <p:cNvSpPr/>
            <p:nvPr/>
          </p:nvSpPr>
          <p:spPr>
            <a:xfrm>
              <a:off x="2765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4" name="타원 13363">
              <a:extLst>
                <a:ext uri="{FF2B5EF4-FFF2-40B4-BE49-F238E27FC236}">
                  <a16:creationId xmlns:a16="http://schemas.microsoft.com/office/drawing/2014/main" id="{4461139A-6AA5-482F-BD56-B2C75B7A4B50}"/>
                </a:ext>
              </a:extLst>
            </p:cNvPr>
            <p:cNvSpPr/>
            <p:nvPr/>
          </p:nvSpPr>
          <p:spPr>
            <a:xfrm>
              <a:off x="29179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5" name="타원 13364">
              <a:extLst>
                <a:ext uri="{FF2B5EF4-FFF2-40B4-BE49-F238E27FC236}">
                  <a16:creationId xmlns:a16="http://schemas.microsoft.com/office/drawing/2014/main" id="{6AC3837C-7564-4F9F-AD56-3F6F0CCDE4BE}"/>
                </a:ext>
              </a:extLst>
            </p:cNvPr>
            <p:cNvSpPr/>
            <p:nvPr/>
          </p:nvSpPr>
          <p:spPr>
            <a:xfrm>
              <a:off x="30703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6" name="타원 13365">
              <a:extLst>
                <a:ext uri="{FF2B5EF4-FFF2-40B4-BE49-F238E27FC236}">
                  <a16:creationId xmlns:a16="http://schemas.microsoft.com/office/drawing/2014/main" id="{601EFA2A-F390-4426-9913-E48CFD526AE4}"/>
                </a:ext>
              </a:extLst>
            </p:cNvPr>
            <p:cNvSpPr/>
            <p:nvPr/>
          </p:nvSpPr>
          <p:spPr>
            <a:xfrm>
              <a:off x="32227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7" name="타원 13366">
              <a:extLst>
                <a:ext uri="{FF2B5EF4-FFF2-40B4-BE49-F238E27FC236}">
                  <a16:creationId xmlns:a16="http://schemas.microsoft.com/office/drawing/2014/main" id="{5651CB24-48E3-4EEC-99D5-CCE4879BE26A}"/>
                </a:ext>
              </a:extLst>
            </p:cNvPr>
            <p:cNvSpPr/>
            <p:nvPr/>
          </p:nvSpPr>
          <p:spPr>
            <a:xfrm>
              <a:off x="3375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8" name="타원 13367">
              <a:extLst>
                <a:ext uri="{FF2B5EF4-FFF2-40B4-BE49-F238E27FC236}">
                  <a16:creationId xmlns:a16="http://schemas.microsoft.com/office/drawing/2014/main" id="{1D986127-118C-476D-B8B8-73EDCAF07F4F}"/>
                </a:ext>
              </a:extLst>
            </p:cNvPr>
            <p:cNvSpPr/>
            <p:nvPr/>
          </p:nvSpPr>
          <p:spPr>
            <a:xfrm>
              <a:off x="3527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69" name="타원 13368">
              <a:extLst>
                <a:ext uri="{FF2B5EF4-FFF2-40B4-BE49-F238E27FC236}">
                  <a16:creationId xmlns:a16="http://schemas.microsoft.com/office/drawing/2014/main" id="{618B45E4-3B31-4369-9BDA-BC4717ADEDB8}"/>
                </a:ext>
              </a:extLst>
            </p:cNvPr>
            <p:cNvSpPr/>
            <p:nvPr/>
          </p:nvSpPr>
          <p:spPr>
            <a:xfrm>
              <a:off x="36799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0" name="타원 13369">
              <a:extLst>
                <a:ext uri="{FF2B5EF4-FFF2-40B4-BE49-F238E27FC236}">
                  <a16:creationId xmlns:a16="http://schemas.microsoft.com/office/drawing/2014/main" id="{8EE33202-38EA-4069-8530-D84DC91B54A9}"/>
                </a:ext>
              </a:extLst>
            </p:cNvPr>
            <p:cNvSpPr/>
            <p:nvPr/>
          </p:nvSpPr>
          <p:spPr>
            <a:xfrm>
              <a:off x="38323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1" name="타원 13370">
              <a:extLst>
                <a:ext uri="{FF2B5EF4-FFF2-40B4-BE49-F238E27FC236}">
                  <a16:creationId xmlns:a16="http://schemas.microsoft.com/office/drawing/2014/main" id="{E2F7F1E7-1692-402D-9E36-A7CC3433BEAA}"/>
                </a:ext>
              </a:extLst>
            </p:cNvPr>
            <p:cNvSpPr/>
            <p:nvPr/>
          </p:nvSpPr>
          <p:spPr>
            <a:xfrm>
              <a:off x="39847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2" name="타원 13371">
              <a:extLst>
                <a:ext uri="{FF2B5EF4-FFF2-40B4-BE49-F238E27FC236}">
                  <a16:creationId xmlns:a16="http://schemas.microsoft.com/office/drawing/2014/main" id="{47E5010D-1716-4864-8615-C61BADA75B80}"/>
                </a:ext>
              </a:extLst>
            </p:cNvPr>
            <p:cNvSpPr/>
            <p:nvPr/>
          </p:nvSpPr>
          <p:spPr>
            <a:xfrm>
              <a:off x="4137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3" name="타원 13372">
              <a:extLst>
                <a:ext uri="{FF2B5EF4-FFF2-40B4-BE49-F238E27FC236}">
                  <a16:creationId xmlns:a16="http://schemas.microsoft.com/office/drawing/2014/main" id="{B338E3FA-05B9-470A-9062-1C8B5D894F06}"/>
                </a:ext>
              </a:extLst>
            </p:cNvPr>
            <p:cNvSpPr/>
            <p:nvPr/>
          </p:nvSpPr>
          <p:spPr>
            <a:xfrm>
              <a:off x="4289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4" name="타원 13373">
              <a:extLst>
                <a:ext uri="{FF2B5EF4-FFF2-40B4-BE49-F238E27FC236}">
                  <a16:creationId xmlns:a16="http://schemas.microsoft.com/office/drawing/2014/main" id="{80076040-8B62-4A52-97A5-825451E05546}"/>
                </a:ext>
              </a:extLst>
            </p:cNvPr>
            <p:cNvSpPr/>
            <p:nvPr/>
          </p:nvSpPr>
          <p:spPr>
            <a:xfrm>
              <a:off x="44419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5" name="타원 13374">
              <a:extLst>
                <a:ext uri="{FF2B5EF4-FFF2-40B4-BE49-F238E27FC236}">
                  <a16:creationId xmlns:a16="http://schemas.microsoft.com/office/drawing/2014/main" id="{E2DA9366-679F-4200-A17F-5E20957CD5E1}"/>
                </a:ext>
              </a:extLst>
            </p:cNvPr>
            <p:cNvSpPr/>
            <p:nvPr/>
          </p:nvSpPr>
          <p:spPr>
            <a:xfrm>
              <a:off x="45943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6" name="타원 13375">
              <a:extLst>
                <a:ext uri="{FF2B5EF4-FFF2-40B4-BE49-F238E27FC236}">
                  <a16:creationId xmlns:a16="http://schemas.microsoft.com/office/drawing/2014/main" id="{72856E05-629D-4E29-BF2D-7DE8AD3B8FD3}"/>
                </a:ext>
              </a:extLst>
            </p:cNvPr>
            <p:cNvSpPr/>
            <p:nvPr/>
          </p:nvSpPr>
          <p:spPr>
            <a:xfrm>
              <a:off x="47467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7" name="타원 13376">
              <a:extLst>
                <a:ext uri="{FF2B5EF4-FFF2-40B4-BE49-F238E27FC236}">
                  <a16:creationId xmlns:a16="http://schemas.microsoft.com/office/drawing/2014/main" id="{916FE537-8B24-45E8-BE6B-EB1D590C4D38}"/>
                </a:ext>
              </a:extLst>
            </p:cNvPr>
            <p:cNvSpPr/>
            <p:nvPr/>
          </p:nvSpPr>
          <p:spPr>
            <a:xfrm>
              <a:off x="4899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8" name="타원 13377">
              <a:extLst>
                <a:ext uri="{FF2B5EF4-FFF2-40B4-BE49-F238E27FC236}">
                  <a16:creationId xmlns:a16="http://schemas.microsoft.com/office/drawing/2014/main" id="{09F17797-8766-436C-BD63-D509DC055F8D}"/>
                </a:ext>
              </a:extLst>
            </p:cNvPr>
            <p:cNvSpPr/>
            <p:nvPr/>
          </p:nvSpPr>
          <p:spPr>
            <a:xfrm>
              <a:off x="5051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79" name="타원 13378">
              <a:extLst>
                <a:ext uri="{FF2B5EF4-FFF2-40B4-BE49-F238E27FC236}">
                  <a16:creationId xmlns:a16="http://schemas.microsoft.com/office/drawing/2014/main" id="{739DB780-6868-4A0D-A905-20CC3A27BC97}"/>
                </a:ext>
              </a:extLst>
            </p:cNvPr>
            <p:cNvSpPr/>
            <p:nvPr/>
          </p:nvSpPr>
          <p:spPr>
            <a:xfrm>
              <a:off x="52039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0" name="타원 13379">
              <a:extLst>
                <a:ext uri="{FF2B5EF4-FFF2-40B4-BE49-F238E27FC236}">
                  <a16:creationId xmlns:a16="http://schemas.microsoft.com/office/drawing/2014/main" id="{D189F610-8896-453E-8F9D-F9E2E77BAB68}"/>
                </a:ext>
              </a:extLst>
            </p:cNvPr>
            <p:cNvSpPr/>
            <p:nvPr/>
          </p:nvSpPr>
          <p:spPr>
            <a:xfrm>
              <a:off x="53563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1" name="타원 13380">
              <a:extLst>
                <a:ext uri="{FF2B5EF4-FFF2-40B4-BE49-F238E27FC236}">
                  <a16:creationId xmlns:a16="http://schemas.microsoft.com/office/drawing/2014/main" id="{5E869AF7-8013-412C-9C0C-AFFCDB86B36D}"/>
                </a:ext>
              </a:extLst>
            </p:cNvPr>
            <p:cNvSpPr/>
            <p:nvPr/>
          </p:nvSpPr>
          <p:spPr>
            <a:xfrm>
              <a:off x="55087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2" name="타원 13381">
              <a:extLst>
                <a:ext uri="{FF2B5EF4-FFF2-40B4-BE49-F238E27FC236}">
                  <a16:creationId xmlns:a16="http://schemas.microsoft.com/office/drawing/2014/main" id="{41723B41-964E-4802-B66F-CA8E038683AE}"/>
                </a:ext>
              </a:extLst>
            </p:cNvPr>
            <p:cNvSpPr/>
            <p:nvPr/>
          </p:nvSpPr>
          <p:spPr>
            <a:xfrm>
              <a:off x="56611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3" name="타원 13382">
              <a:extLst>
                <a:ext uri="{FF2B5EF4-FFF2-40B4-BE49-F238E27FC236}">
                  <a16:creationId xmlns:a16="http://schemas.microsoft.com/office/drawing/2014/main" id="{7CCCCC23-D8AE-484B-BD5E-EF707C4AFC43}"/>
                </a:ext>
              </a:extLst>
            </p:cNvPr>
            <p:cNvSpPr/>
            <p:nvPr/>
          </p:nvSpPr>
          <p:spPr>
            <a:xfrm>
              <a:off x="5813576" y="5715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4" name="타원 13383">
              <a:extLst>
                <a:ext uri="{FF2B5EF4-FFF2-40B4-BE49-F238E27FC236}">
                  <a16:creationId xmlns:a16="http://schemas.microsoft.com/office/drawing/2014/main" id="{F0922D52-5EE1-4CB3-825E-267F603EED92}"/>
                </a:ext>
              </a:extLst>
            </p:cNvPr>
            <p:cNvSpPr/>
            <p:nvPr/>
          </p:nvSpPr>
          <p:spPr>
            <a:xfrm>
              <a:off x="327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5" name="타원 13384">
              <a:extLst>
                <a:ext uri="{FF2B5EF4-FFF2-40B4-BE49-F238E27FC236}">
                  <a16:creationId xmlns:a16="http://schemas.microsoft.com/office/drawing/2014/main" id="{D800A61A-FF9C-4093-AB58-BEC0725A4C35}"/>
                </a:ext>
              </a:extLst>
            </p:cNvPr>
            <p:cNvSpPr/>
            <p:nvPr/>
          </p:nvSpPr>
          <p:spPr>
            <a:xfrm>
              <a:off x="479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6" name="타원 13385">
              <a:extLst>
                <a:ext uri="{FF2B5EF4-FFF2-40B4-BE49-F238E27FC236}">
                  <a16:creationId xmlns:a16="http://schemas.microsoft.com/office/drawing/2014/main" id="{601E61B6-DB86-4F84-9A6C-31E795ECD463}"/>
                </a:ext>
              </a:extLst>
            </p:cNvPr>
            <p:cNvSpPr/>
            <p:nvPr/>
          </p:nvSpPr>
          <p:spPr>
            <a:xfrm>
              <a:off x="6319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7" name="타원 13386">
              <a:extLst>
                <a:ext uri="{FF2B5EF4-FFF2-40B4-BE49-F238E27FC236}">
                  <a16:creationId xmlns:a16="http://schemas.microsoft.com/office/drawing/2014/main" id="{4A7997DF-DF68-4E57-BED6-2710C5CAEFEF}"/>
                </a:ext>
              </a:extLst>
            </p:cNvPr>
            <p:cNvSpPr/>
            <p:nvPr/>
          </p:nvSpPr>
          <p:spPr>
            <a:xfrm>
              <a:off x="7843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8" name="타원 13387">
              <a:extLst>
                <a:ext uri="{FF2B5EF4-FFF2-40B4-BE49-F238E27FC236}">
                  <a16:creationId xmlns:a16="http://schemas.microsoft.com/office/drawing/2014/main" id="{890FB637-9514-4B19-948D-48943DC9A20F}"/>
                </a:ext>
              </a:extLst>
            </p:cNvPr>
            <p:cNvSpPr/>
            <p:nvPr/>
          </p:nvSpPr>
          <p:spPr>
            <a:xfrm>
              <a:off x="9367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89" name="타원 13388">
              <a:extLst>
                <a:ext uri="{FF2B5EF4-FFF2-40B4-BE49-F238E27FC236}">
                  <a16:creationId xmlns:a16="http://schemas.microsoft.com/office/drawing/2014/main" id="{52B7C969-A100-4796-9506-B3A5A9839971}"/>
                </a:ext>
              </a:extLst>
            </p:cNvPr>
            <p:cNvSpPr/>
            <p:nvPr/>
          </p:nvSpPr>
          <p:spPr>
            <a:xfrm>
              <a:off x="1089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0" name="타원 13389">
              <a:extLst>
                <a:ext uri="{FF2B5EF4-FFF2-40B4-BE49-F238E27FC236}">
                  <a16:creationId xmlns:a16="http://schemas.microsoft.com/office/drawing/2014/main" id="{D60A47FE-DC1F-45A3-B548-83A703D62E9F}"/>
                </a:ext>
              </a:extLst>
            </p:cNvPr>
            <p:cNvSpPr/>
            <p:nvPr/>
          </p:nvSpPr>
          <p:spPr>
            <a:xfrm>
              <a:off x="1241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1" name="타원 13390">
              <a:extLst>
                <a:ext uri="{FF2B5EF4-FFF2-40B4-BE49-F238E27FC236}">
                  <a16:creationId xmlns:a16="http://schemas.microsoft.com/office/drawing/2014/main" id="{534B67AA-1ADD-4293-8C9A-6258D6D996BF}"/>
                </a:ext>
              </a:extLst>
            </p:cNvPr>
            <p:cNvSpPr/>
            <p:nvPr/>
          </p:nvSpPr>
          <p:spPr>
            <a:xfrm>
              <a:off x="13939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2" name="타원 13391">
              <a:extLst>
                <a:ext uri="{FF2B5EF4-FFF2-40B4-BE49-F238E27FC236}">
                  <a16:creationId xmlns:a16="http://schemas.microsoft.com/office/drawing/2014/main" id="{A87124B0-6768-424A-8955-AA8C6B378F97}"/>
                </a:ext>
              </a:extLst>
            </p:cNvPr>
            <p:cNvSpPr/>
            <p:nvPr/>
          </p:nvSpPr>
          <p:spPr>
            <a:xfrm>
              <a:off x="15463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3" name="타원 13392">
              <a:extLst>
                <a:ext uri="{FF2B5EF4-FFF2-40B4-BE49-F238E27FC236}">
                  <a16:creationId xmlns:a16="http://schemas.microsoft.com/office/drawing/2014/main" id="{C50C0255-7B0C-4153-97F4-D1F25DDFAAFF}"/>
                </a:ext>
              </a:extLst>
            </p:cNvPr>
            <p:cNvSpPr/>
            <p:nvPr/>
          </p:nvSpPr>
          <p:spPr>
            <a:xfrm>
              <a:off x="16987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4" name="타원 13393">
              <a:extLst>
                <a:ext uri="{FF2B5EF4-FFF2-40B4-BE49-F238E27FC236}">
                  <a16:creationId xmlns:a16="http://schemas.microsoft.com/office/drawing/2014/main" id="{6A4391D1-D77B-46D1-A2A0-19A2F916F101}"/>
                </a:ext>
              </a:extLst>
            </p:cNvPr>
            <p:cNvSpPr/>
            <p:nvPr/>
          </p:nvSpPr>
          <p:spPr>
            <a:xfrm>
              <a:off x="1851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5" name="타원 13394">
              <a:extLst>
                <a:ext uri="{FF2B5EF4-FFF2-40B4-BE49-F238E27FC236}">
                  <a16:creationId xmlns:a16="http://schemas.microsoft.com/office/drawing/2014/main" id="{2BDC39DC-7075-4630-8D91-70AAB8297BFD}"/>
                </a:ext>
              </a:extLst>
            </p:cNvPr>
            <p:cNvSpPr/>
            <p:nvPr/>
          </p:nvSpPr>
          <p:spPr>
            <a:xfrm>
              <a:off x="2003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6" name="타원 13395">
              <a:extLst>
                <a:ext uri="{FF2B5EF4-FFF2-40B4-BE49-F238E27FC236}">
                  <a16:creationId xmlns:a16="http://schemas.microsoft.com/office/drawing/2014/main" id="{644DD74F-CCDC-4A14-8CAB-1FAB04F69A5F}"/>
                </a:ext>
              </a:extLst>
            </p:cNvPr>
            <p:cNvSpPr/>
            <p:nvPr/>
          </p:nvSpPr>
          <p:spPr>
            <a:xfrm>
              <a:off x="21559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7" name="타원 13396">
              <a:extLst>
                <a:ext uri="{FF2B5EF4-FFF2-40B4-BE49-F238E27FC236}">
                  <a16:creationId xmlns:a16="http://schemas.microsoft.com/office/drawing/2014/main" id="{B21A14C6-2F81-4805-921D-BBC40CAF183A}"/>
                </a:ext>
              </a:extLst>
            </p:cNvPr>
            <p:cNvSpPr/>
            <p:nvPr/>
          </p:nvSpPr>
          <p:spPr>
            <a:xfrm>
              <a:off x="23083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8" name="타원 13397">
              <a:extLst>
                <a:ext uri="{FF2B5EF4-FFF2-40B4-BE49-F238E27FC236}">
                  <a16:creationId xmlns:a16="http://schemas.microsoft.com/office/drawing/2014/main" id="{DAF41726-6F7A-4FF7-89F0-62FD53E629D9}"/>
                </a:ext>
              </a:extLst>
            </p:cNvPr>
            <p:cNvSpPr/>
            <p:nvPr/>
          </p:nvSpPr>
          <p:spPr>
            <a:xfrm>
              <a:off x="24607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99" name="타원 13398">
              <a:extLst>
                <a:ext uri="{FF2B5EF4-FFF2-40B4-BE49-F238E27FC236}">
                  <a16:creationId xmlns:a16="http://schemas.microsoft.com/office/drawing/2014/main" id="{BEDAD69A-70EF-4F6E-B573-423DC565226B}"/>
                </a:ext>
              </a:extLst>
            </p:cNvPr>
            <p:cNvSpPr/>
            <p:nvPr/>
          </p:nvSpPr>
          <p:spPr>
            <a:xfrm>
              <a:off x="2613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0" name="타원 13399">
              <a:extLst>
                <a:ext uri="{FF2B5EF4-FFF2-40B4-BE49-F238E27FC236}">
                  <a16:creationId xmlns:a16="http://schemas.microsoft.com/office/drawing/2014/main" id="{3A51D3FA-7A81-4180-85ED-CABF8173D380}"/>
                </a:ext>
              </a:extLst>
            </p:cNvPr>
            <p:cNvSpPr/>
            <p:nvPr/>
          </p:nvSpPr>
          <p:spPr>
            <a:xfrm>
              <a:off x="2765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1" name="타원 13400">
              <a:extLst>
                <a:ext uri="{FF2B5EF4-FFF2-40B4-BE49-F238E27FC236}">
                  <a16:creationId xmlns:a16="http://schemas.microsoft.com/office/drawing/2014/main" id="{D4F142D6-12A3-4D18-8BF9-D3629453648E}"/>
                </a:ext>
              </a:extLst>
            </p:cNvPr>
            <p:cNvSpPr/>
            <p:nvPr/>
          </p:nvSpPr>
          <p:spPr>
            <a:xfrm>
              <a:off x="29179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2" name="타원 13401">
              <a:extLst>
                <a:ext uri="{FF2B5EF4-FFF2-40B4-BE49-F238E27FC236}">
                  <a16:creationId xmlns:a16="http://schemas.microsoft.com/office/drawing/2014/main" id="{CE3B20C9-9599-4A92-A4B9-14E3DA85D2D3}"/>
                </a:ext>
              </a:extLst>
            </p:cNvPr>
            <p:cNvSpPr/>
            <p:nvPr/>
          </p:nvSpPr>
          <p:spPr>
            <a:xfrm>
              <a:off x="30703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3" name="타원 13402">
              <a:extLst>
                <a:ext uri="{FF2B5EF4-FFF2-40B4-BE49-F238E27FC236}">
                  <a16:creationId xmlns:a16="http://schemas.microsoft.com/office/drawing/2014/main" id="{51812C0C-C250-4A9B-BFBB-19CE742C0D60}"/>
                </a:ext>
              </a:extLst>
            </p:cNvPr>
            <p:cNvSpPr/>
            <p:nvPr/>
          </p:nvSpPr>
          <p:spPr>
            <a:xfrm>
              <a:off x="32227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4" name="타원 13403">
              <a:extLst>
                <a:ext uri="{FF2B5EF4-FFF2-40B4-BE49-F238E27FC236}">
                  <a16:creationId xmlns:a16="http://schemas.microsoft.com/office/drawing/2014/main" id="{0A58231A-1047-4715-A500-0FCE154054E8}"/>
                </a:ext>
              </a:extLst>
            </p:cNvPr>
            <p:cNvSpPr/>
            <p:nvPr/>
          </p:nvSpPr>
          <p:spPr>
            <a:xfrm>
              <a:off x="3375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5" name="타원 13404">
              <a:extLst>
                <a:ext uri="{FF2B5EF4-FFF2-40B4-BE49-F238E27FC236}">
                  <a16:creationId xmlns:a16="http://schemas.microsoft.com/office/drawing/2014/main" id="{A5894C9C-8542-484E-8B87-2FBA7BEBF1A9}"/>
                </a:ext>
              </a:extLst>
            </p:cNvPr>
            <p:cNvSpPr/>
            <p:nvPr/>
          </p:nvSpPr>
          <p:spPr>
            <a:xfrm>
              <a:off x="3527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6" name="타원 13405">
              <a:extLst>
                <a:ext uri="{FF2B5EF4-FFF2-40B4-BE49-F238E27FC236}">
                  <a16:creationId xmlns:a16="http://schemas.microsoft.com/office/drawing/2014/main" id="{B2E3C9B3-1379-4B53-8884-F238D8460ECE}"/>
                </a:ext>
              </a:extLst>
            </p:cNvPr>
            <p:cNvSpPr/>
            <p:nvPr/>
          </p:nvSpPr>
          <p:spPr>
            <a:xfrm>
              <a:off x="36799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7" name="타원 13406">
              <a:extLst>
                <a:ext uri="{FF2B5EF4-FFF2-40B4-BE49-F238E27FC236}">
                  <a16:creationId xmlns:a16="http://schemas.microsoft.com/office/drawing/2014/main" id="{633B0133-C28C-4336-AA1D-9682C8689A84}"/>
                </a:ext>
              </a:extLst>
            </p:cNvPr>
            <p:cNvSpPr/>
            <p:nvPr/>
          </p:nvSpPr>
          <p:spPr>
            <a:xfrm>
              <a:off x="38323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8" name="타원 13407">
              <a:extLst>
                <a:ext uri="{FF2B5EF4-FFF2-40B4-BE49-F238E27FC236}">
                  <a16:creationId xmlns:a16="http://schemas.microsoft.com/office/drawing/2014/main" id="{BF65629B-3298-4F0F-BBCA-B4B1E4088A24}"/>
                </a:ext>
              </a:extLst>
            </p:cNvPr>
            <p:cNvSpPr/>
            <p:nvPr/>
          </p:nvSpPr>
          <p:spPr>
            <a:xfrm>
              <a:off x="39847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09" name="타원 13408">
              <a:extLst>
                <a:ext uri="{FF2B5EF4-FFF2-40B4-BE49-F238E27FC236}">
                  <a16:creationId xmlns:a16="http://schemas.microsoft.com/office/drawing/2014/main" id="{51EB7C98-6A12-4786-BD2B-223C7740E8FC}"/>
                </a:ext>
              </a:extLst>
            </p:cNvPr>
            <p:cNvSpPr/>
            <p:nvPr/>
          </p:nvSpPr>
          <p:spPr>
            <a:xfrm>
              <a:off x="4137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0" name="타원 13409">
              <a:extLst>
                <a:ext uri="{FF2B5EF4-FFF2-40B4-BE49-F238E27FC236}">
                  <a16:creationId xmlns:a16="http://schemas.microsoft.com/office/drawing/2014/main" id="{3424DAF4-F8F9-4E84-9220-099D918258EF}"/>
                </a:ext>
              </a:extLst>
            </p:cNvPr>
            <p:cNvSpPr/>
            <p:nvPr/>
          </p:nvSpPr>
          <p:spPr>
            <a:xfrm>
              <a:off x="4289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1" name="타원 13410">
              <a:extLst>
                <a:ext uri="{FF2B5EF4-FFF2-40B4-BE49-F238E27FC236}">
                  <a16:creationId xmlns:a16="http://schemas.microsoft.com/office/drawing/2014/main" id="{7AFC52D1-AB48-4041-A4ED-E250E9A9A998}"/>
                </a:ext>
              </a:extLst>
            </p:cNvPr>
            <p:cNvSpPr/>
            <p:nvPr/>
          </p:nvSpPr>
          <p:spPr>
            <a:xfrm>
              <a:off x="44419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2" name="타원 13411">
              <a:extLst>
                <a:ext uri="{FF2B5EF4-FFF2-40B4-BE49-F238E27FC236}">
                  <a16:creationId xmlns:a16="http://schemas.microsoft.com/office/drawing/2014/main" id="{612EF389-341B-421B-83DB-4F54550C6B49}"/>
                </a:ext>
              </a:extLst>
            </p:cNvPr>
            <p:cNvSpPr/>
            <p:nvPr/>
          </p:nvSpPr>
          <p:spPr>
            <a:xfrm>
              <a:off x="45943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3" name="타원 13412">
              <a:extLst>
                <a:ext uri="{FF2B5EF4-FFF2-40B4-BE49-F238E27FC236}">
                  <a16:creationId xmlns:a16="http://schemas.microsoft.com/office/drawing/2014/main" id="{F1E739D1-F4B7-4803-8740-390FCAC02327}"/>
                </a:ext>
              </a:extLst>
            </p:cNvPr>
            <p:cNvSpPr/>
            <p:nvPr/>
          </p:nvSpPr>
          <p:spPr>
            <a:xfrm>
              <a:off x="47467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4" name="타원 13413">
              <a:extLst>
                <a:ext uri="{FF2B5EF4-FFF2-40B4-BE49-F238E27FC236}">
                  <a16:creationId xmlns:a16="http://schemas.microsoft.com/office/drawing/2014/main" id="{3F6D1973-A74B-4CAA-AC93-32439856CB93}"/>
                </a:ext>
              </a:extLst>
            </p:cNvPr>
            <p:cNvSpPr/>
            <p:nvPr/>
          </p:nvSpPr>
          <p:spPr>
            <a:xfrm>
              <a:off x="4899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5" name="타원 13414">
              <a:extLst>
                <a:ext uri="{FF2B5EF4-FFF2-40B4-BE49-F238E27FC236}">
                  <a16:creationId xmlns:a16="http://schemas.microsoft.com/office/drawing/2014/main" id="{377157DC-24B1-4415-A493-CDA4D2AE6133}"/>
                </a:ext>
              </a:extLst>
            </p:cNvPr>
            <p:cNvSpPr/>
            <p:nvPr/>
          </p:nvSpPr>
          <p:spPr>
            <a:xfrm>
              <a:off x="5051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6" name="타원 13415">
              <a:extLst>
                <a:ext uri="{FF2B5EF4-FFF2-40B4-BE49-F238E27FC236}">
                  <a16:creationId xmlns:a16="http://schemas.microsoft.com/office/drawing/2014/main" id="{1069AB21-D8B1-4630-A043-1E4DE10B5467}"/>
                </a:ext>
              </a:extLst>
            </p:cNvPr>
            <p:cNvSpPr/>
            <p:nvPr/>
          </p:nvSpPr>
          <p:spPr>
            <a:xfrm>
              <a:off x="52039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7" name="타원 13416">
              <a:extLst>
                <a:ext uri="{FF2B5EF4-FFF2-40B4-BE49-F238E27FC236}">
                  <a16:creationId xmlns:a16="http://schemas.microsoft.com/office/drawing/2014/main" id="{ED47EF34-C661-456C-ACBE-F4FBC7D6033F}"/>
                </a:ext>
              </a:extLst>
            </p:cNvPr>
            <p:cNvSpPr/>
            <p:nvPr/>
          </p:nvSpPr>
          <p:spPr>
            <a:xfrm>
              <a:off x="53563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8" name="타원 13417">
              <a:extLst>
                <a:ext uri="{FF2B5EF4-FFF2-40B4-BE49-F238E27FC236}">
                  <a16:creationId xmlns:a16="http://schemas.microsoft.com/office/drawing/2014/main" id="{FA8B8CD6-CF44-48B3-829B-7ECE109F0513}"/>
                </a:ext>
              </a:extLst>
            </p:cNvPr>
            <p:cNvSpPr/>
            <p:nvPr/>
          </p:nvSpPr>
          <p:spPr>
            <a:xfrm>
              <a:off x="55087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19" name="타원 13418">
              <a:extLst>
                <a:ext uri="{FF2B5EF4-FFF2-40B4-BE49-F238E27FC236}">
                  <a16:creationId xmlns:a16="http://schemas.microsoft.com/office/drawing/2014/main" id="{28832720-93F4-421D-99C6-F265EE829067}"/>
                </a:ext>
              </a:extLst>
            </p:cNvPr>
            <p:cNvSpPr/>
            <p:nvPr/>
          </p:nvSpPr>
          <p:spPr>
            <a:xfrm>
              <a:off x="56611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0" name="타원 13419">
              <a:extLst>
                <a:ext uri="{FF2B5EF4-FFF2-40B4-BE49-F238E27FC236}">
                  <a16:creationId xmlns:a16="http://schemas.microsoft.com/office/drawing/2014/main" id="{861B5CB5-4ACD-44E3-B54D-047CADA037A1}"/>
                </a:ext>
              </a:extLst>
            </p:cNvPr>
            <p:cNvSpPr/>
            <p:nvPr/>
          </p:nvSpPr>
          <p:spPr>
            <a:xfrm>
              <a:off x="5813576" y="5867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1" name="타원 13420">
              <a:extLst>
                <a:ext uri="{FF2B5EF4-FFF2-40B4-BE49-F238E27FC236}">
                  <a16:creationId xmlns:a16="http://schemas.microsoft.com/office/drawing/2014/main" id="{B8DCCA6C-439F-4D52-9877-5D8DBB01C05C}"/>
                </a:ext>
              </a:extLst>
            </p:cNvPr>
            <p:cNvSpPr/>
            <p:nvPr/>
          </p:nvSpPr>
          <p:spPr>
            <a:xfrm>
              <a:off x="327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2" name="타원 13421">
              <a:extLst>
                <a:ext uri="{FF2B5EF4-FFF2-40B4-BE49-F238E27FC236}">
                  <a16:creationId xmlns:a16="http://schemas.microsoft.com/office/drawing/2014/main" id="{4E6AD7C3-CAD0-4446-934B-5E0FC99694E8}"/>
                </a:ext>
              </a:extLst>
            </p:cNvPr>
            <p:cNvSpPr/>
            <p:nvPr/>
          </p:nvSpPr>
          <p:spPr>
            <a:xfrm>
              <a:off x="479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3" name="타원 13422">
              <a:extLst>
                <a:ext uri="{FF2B5EF4-FFF2-40B4-BE49-F238E27FC236}">
                  <a16:creationId xmlns:a16="http://schemas.microsoft.com/office/drawing/2014/main" id="{7B0CFC89-053A-4899-BF70-B1570E8ABF07}"/>
                </a:ext>
              </a:extLst>
            </p:cNvPr>
            <p:cNvSpPr/>
            <p:nvPr/>
          </p:nvSpPr>
          <p:spPr>
            <a:xfrm>
              <a:off x="6319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4" name="타원 13423">
              <a:extLst>
                <a:ext uri="{FF2B5EF4-FFF2-40B4-BE49-F238E27FC236}">
                  <a16:creationId xmlns:a16="http://schemas.microsoft.com/office/drawing/2014/main" id="{361D76BB-C7C9-440C-A421-054D0FDDA07C}"/>
                </a:ext>
              </a:extLst>
            </p:cNvPr>
            <p:cNvSpPr/>
            <p:nvPr/>
          </p:nvSpPr>
          <p:spPr>
            <a:xfrm>
              <a:off x="7843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5" name="타원 13424">
              <a:extLst>
                <a:ext uri="{FF2B5EF4-FFF2-40B4-BE49-F238E27FC236}">
                  <a16:creationId xmlns:a16="http://schemas.microsoft.com/office/drawing/2014/main" id="{5F380CF0-6E56-4864-8BA1-C5BA14C0C970}"/>
                </a:ext>
              </a:extLst>
            </p:cNvPr>
            <p:cNvSpPr/>
            <p:nvPr/>
          </p:nvSpPr>
          <p:spPr>
            <a:xfrm>
              <a:off x="9367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6" name="타원 13425">
              <a:extLst>
                <a:ext uri="{FF2B5EF4-FFF2-40B4-BE49-F238E27FC236}">
                  <a16:creationId xmlns:a16="http://schemas.microsoft.com/office/drawing/2014/main" id="{3152A2BF-B8BD-4309-9B55-113F3D8E9204}"/>
                </a:ext>
              </a:extLst>
            </p:cNvPr>
            <p:cNvSpPr/>
            <p:nvPr/>
          </p:nvSpPr>
          <p:spPr>
            <a:xfrm>
              <a:off x="1089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7" name="타원 13426">
              <a:extLst>
                <a:ext uri="{FF2B5EF4-FFF2-40B4-BE49-F238E27FC236}">
                  <a16:creationId xmlns:a16="http://schemas.microsoft.com/office/drawing/2014/main" id="{3A331F53-FCF7-4553-BD4F-492E9AA98BC9}"/>
                </a:ext>
              </a:extLst>
            </p:cNvPr>
            <p:cNvSpPr/>
            <p:nvPr/>
          </p:nvSpPr>
          <p:spPr>
            <a:xfrm>
              <a:off x="1241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8" name="타원 13427">
              <a:extLst>
                <a:ext uri="{FF2B5EF4-FFF2-40B4-BE49-F238E27FC236}">
                  <a16:creationId xmlns:a16="http://schemas.microsoft.com/office/drawing/2014/main" id="{17160EEE-E5B9-41C9-BDD4-FBE5B9CAA48D}"/>
                </a:ext>
              </a:extLst>
            </p:cNvPr>
            <p:cNvSpPr/>
            <p:nvPr/>
          </p:nvSpPr>
          <p:spPr>
            <a:xfrm>
              <a:off x="13939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29" name="타원 13428">
              <a:extLst>
                <a:ext uri="{FF2B5EF4-FFF2-40B4-BE49-F238E27FC236}">
                  <a16:creationId xmlns:a16="http://schemas.microsoft.com/office/drawing/2014/main" id="{C47CE624-4140-401C-B5EA-0EC43FE3501D}"/>
                </a:ext>
              </a:extLst>
            </p:cNvPr>
            <p:cNvSpPr/>
            <p:nvPr/>
          </p:nvSpPr>
          <p:spPr>
            <a:xfrm>
              <a:off x="15463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0" name="타원 13429">
              <a:extLst>
                <a:ext uri="{FF2B5EF4-FFF2-40B4-BE49-F238E27FC236}">
                  <a16:creationId xmlns:a16="http://schemas.microsoft.com/office/drawing/2014/main" id="{62BE7A5B-8A68-41B9-ABA3-EAA5DD33B042}"/>
                </a:ext>
              </a:extLst>
            </p:cNvPr>
            <p:cNvSpPr/>
            <p:nvPr/>
          </p:nvSpPr>
          <p:spPr>
            <a:xfrm>
              <a:off x="16987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1" name="타원 13430">
              <a:extLst>
                <a:ext uri="{FF2B5EF4-FFF2-40B4-BE49-F238E27FC236}">
                  <a16:creationId xmlns:a16="http://schemas.microsoft.com/office/drawing/2014/main" id="{C02DF4C3-9766-44D0-84D6-CCC2B02557E4}"/>
                </a:ext>
              </a:extLst>
            </p:cNvPr>
            <p:cNvSpPr/>
            <p:nvPr/>
          </p:nvSpPr>
          <p:spPr>
            <a:xfrm>
              <a:off x="1851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2" name="타원 13431">
              <a:extLst>
                <a:ext uri="{FF2B5EF4-FFF2-40B4-BE49-F238E27FC236}">
                  <a16:creationId xmlns:a16="http://schemas.microsoft.com/office/drawing/2014/main" id="{406F7C05-673C-4C6E-97B3-6B9771B674FB}"/>
                </a:ext>
              </a:extLst>
            </p:cNvPr>
            <p:cNvSpPr/>
            <p:nvPr/>
          </p:nvSpPr>
          <p:spPr>
            <a:xfrm>
              <a:off x="2003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3" name="타원 13432">
              <a:extLst>
                <a:ext uri="{FF2B5EF4-FFF2-40B4-BE49-F238E27FC236}">
                  <a16:creationId xmlns:a16="http://schemas.microsoft.com/office/drawing/2014/main" id="{3E3D1F7A-01D1-4238-8ED4-EC1B92CB0801}"/>
                </a:ext>
              </a:extLst>
            </p:cNvPr>
            <p:cNvSpPr/>
            <p:nvPr/>
          </p:nvSpPr>
          <p:spPr>
            <a:xfrm>
              <a:off x="21559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4" name="타원 13433">
              <a:extLst>
                <a:ext uri="{FF2B5EF4-FFF2-40B4-BE49-F238E27FC236}">
                  <a16:creationId xmlns:a16="http://schemas.microsoft.com/office/drawing/2014/main" id="{5E2799DF-46C6-41BA-80B6-51A025A836D1}"/>
                </a:ext>
              </a:extLst>
            </p:cNvPr>
            <p:cNvSpPr/>
            <p:nvPr/>
          </p:nvSpPr>
          <p:spPr>
            <a:xfrm>
              <a:off x="23083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5" name="타원 13434">
              <a:extLst>
                <a:ext uri="{FF2B5EF4-FFF2-40B4-BE49-F238E27FC236}">
                  <a16:creationId xmlns:a16="http://schemas.microsoft.com/office/drawing/2014/main" id="{6F70C83B-41C4-4FA9-A615-F7AF7863C24F}"/>
                </a:ext>
              </a:extLst>
            </p:cNvPr>
            <p:cNvSpPr/>
            <p:nvPr/>
          </p:nvSpPr>
          <p:spPr>
            <a:xfrm>
              <a:off x="24607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6" name="타원 13435">
              <a:extLst>
                <a:ext uri="{FF2B5EF4-FFF2-40B4-BE49-F238E27FC236}">
                  <a16:creationId xmlns:a16="http://schemas.microsoft.com/office/drawing/2014/main" id="{29A6F57F-09E5-4F3A-B425-AB9E59FF11E0}"/>
                </a:ext>
              </a:extLst>
            </p:cNvPr>
            <p:cNvSpPr/>
            <p:nvPr/>
          </p:nvSpPr>
          <p:spPr>
            <a:xfrm>
              <a:off x="2613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7" name="타원 13436">
              <a:extLst>
                <a:ext uri="{FF2B5EF4-FFF2-40B4-BE49-F238E27FC236}">
                  <a16:creationId xmlns:a16="http://schemas.microsoft.com/office/drawing/2014/main" id="{BBB0E0F7-939B-47A8-ACB7-12DD0C5D02A2}"/>
                </a:ext>
              </a:extLst>
            </p:cNvPr>
            <p:cNvSpPr/>
            <p:nvPr/>
          </p:nvSpPr>
          <p:spPr>
            <a:xfrm>
              <a:off x="2765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8" name="타원 13437">
              <a:extLst>
                <a:ext uri="{FF2B5EF4-FFF2-40B4-BE49-F238E27FC236}">
                  <a16:creationId xmlns:a16="http://schemas.microsoft.com/office/drawing/2014/main" id="{577D4034-3F28-4B58-A99B-072F56C3E392}"/>
                </a:ext>
              </a:extLst>
            </p:cNvPr>
            <p:cNvSpPr/>
            <p:nvPr/>
          </p:nvSpPr>
          <p:spPr>
            <a:xfrm>
              <a:off x="29179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39" name="타원 13438">
              <a:extLst>
                <a:ext uri="{FF2B5EF4-FFF2-40B4-BE49-F238E27FC236}">
                  <a16:creationId xmlns:a16="http://schemas.microsoft.com/office/drawing/2014/main" id="{DAC1C3C5-6733-434E-90CE-E62107A02F90}"/>
                </a:ext>
              </a:extLst>
            </p:cNvPr>
            <p:cNvSpPr/>
            <p:nvPr/>
          </p:nvSpPr>
          <p:spPr>
            <a:xfrm>
              <a:off x="30703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0" name="타원 13439">
              <a:extLst>
                <a:ext uri="{FF2B5EF4-FFF2-40B4-BE49-F238E27FC236}">
                  <a16:creationId xmlns:a16="http://schemas.microsoft.com/office/drawing/2014/main" id="{9526838E-9B20-423F-8866-C24F3C1E9263}"/>
                </a:ext>
              </a:extLst>
            </p:cNvPr>
            <p:cNvSpPr/>
            <p:nvPr/>
          </p:nvSpPr>
          <p:spPr>
            <a:xfrm>
              <a:off x="32227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1" name="타원 13440">
              <a:extLst>
                <a:ext uri="{FF2B5EF4-FFF2-40B4-BE49-F238E27FC236}">
                  <a16:creationId xmlns:a16="http://schemas.microsoft.com/office/drawing/2014/main" id="{EB77A88E-AD1C-4AF3-AD6C-5F38A7FCE690}"/>
                </a:ext>
              </a:extLst>
            </p:cNvPr>
            <p:cNvSpPr/>
            <p:nvPr/>
          </p:nvSpPr>
          <p:spPr>
            <a:xfrm>
              <a:off x="3375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2" name="타원 13441">
              <a:extLst>
                <a:ext uri="{FF2B5EF4-FFF2-40B4-BE49-F238E27FC236}">
                  <a16:creationId xmlns:a16="http://schemas.microsoft.com/office/drawing/2014/main" id="{3939183B-25D1-4A6B-8C57-41D8AAE4B7F9}"/>
                </a:ext>
              </a:extLst>
            </p:cNvPr>
            <p:cNvSpPr/>
            <p:nvPr/>
          </p:nvSpPr>
          <p:spPr>
            <a:xfrm>
              <a:off x="3527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3" name="타원 13442">
              <a:extLst>
                <a:ext uri="{FF2B5EF4-FFF2-40B4-BE49-F238E27FC236}">
                  <a16:creationId xmlns:a16="http://schemas.microsoft.com/office/drawing/2014/main" id="{ED8FA443-A9B7-4F15-A667-C74ACC49600F}"/>
                </a:ext>
              </a:extLst>
            </p:cNvPr>
            <p:cNvSpPr/>
            <p:nvPr/>
          </p:nvSpPr>
          <p:spPr>
            <a:xfrm>
              <a:off x="36799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4" name="타원 13443">
              <a:extLst>
                <a:ext uri="{FF2B5EF4-FFF2-40B4-BE49-F238E27FC236}">
                  <a16:creationId xmlns:a16="http://schemas.microsoft.com/office/drawing/2014/main" id="{AEB777FE-1E6D-41CF-9DD4-7F449836D7AF}"/>
                </a:ext>
              </a:extLst>
            </p:cNvPr>
            <p:cNvSpPr/>
            <p:nvPr/>
          </p:nvSpPr>
          <p:spPr>
            <a:xfrm>
              <a:off x="38323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5" name="타원 13444">
              <a:extLst>
                <a:ext uri="{FF2B5EF4-FFF2-40B4-BE49-F238E27FC236}">
                  <a16:creationId xmlns:a16="http://schemas.microsoft.com/office/drawing/2014/main" id="{1ACD9E49-28A8-4BE9-B034-E3A59F898B57}"/>
                </a:ext>
              </a:extLst>
            </p:cNvPr>
            <p:cNvSpPr/>
            <p:nvPr/>
          </p:nvSpPr>
          <p:spPr>
            <a:xfrm>
              <a:off x="39847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6" name="타원 13445">
              <a:extLst>
                <a:ext uri="{FF2B5EF4-FFF2-40B4-BE49-F238E27FC236}">
                  <a16:creationId xmlns:a16="http://schemas.microsoft.com/office/drawing/2014/main" id="{5B44D826-9240-4B39-A626-EB77BFA85847}"/>
                </a:ext>
              </a:extLst>
            </p:cNvPr>
            <p:cNvSpPr/>
            <p:nvPr/>
          </p:nvSpPr>
          <p:spPr>
            <a:xfrm>
              <a:off x="4137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7" name="타원 13446">
              <a:extLst>
                <a:ext uri="{FF2B5EF4-FFF2-40B4-BE49-F238E27FC236}">
                  <a16:creationId xmlns:a16="http://schemas.microsoft.com/office/drawing/2014/main" id="{6C992A37-4805-4D90-B004-E3ECA8EAFEA4}"/>
                </a:ext>
              </a:extLst>
            </p:cNvPr>
            <p:cNvSpPr/>
            <p:nvPr/>
          </p:nvSpPr>
          <p:spPr>
            <a:xfrm>
              <a:off x="4289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8" name="타원 13447">
              <a:extLst>
                <a:ext uri="{FF2B5EF4-FFF2-40B4-BE49-F238E27FC236}">
                  <a16:creationId xmlns:a16="http://schemas.microsoft.com/office/drawing/2014/main" id="{55B7DD97-CB1B-4522-A15E-BC450E108CCF}"/>
                </a:ext>
              </a:extLst>
            </p:cNvPr>
            <p:cNvSpPr/>
            <p:nvPr/>
          </p:nvSpPr>
          <p:spPr>
            <a:xfrm>
              <a:off x="44419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49" name="타원 13448">
              <a:extLst>
                <a:ext uri="{FF2B5EF4-FFF2-40B4-BE49-F238E27FC236}">
                  <a16:creationId xmlns:a16="http://schemas.microsoft.com/office/drawing/2014/main" id="{DE4A8D79-44B0-428E-BFCE-869CA6941452}"/>
                </a:ext>
              </a:extLst>
            </p:cNvPr>
            <p:cNvSpPr/>
            <p:nvPr/>
          </p:nvSpPr>
          <p:spPr>
            <a:xfrm>
              <a:off x="45943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0" name="타원 13449">
              <a:extLst>
                <a:ext uri="{FF2B5EF4-FFF2-40B4-BE49-F238E27FC236}">
                  <a16:creationId xmlns:a16="http://schemas.microsoft.com/office/drawing/2014/main" id="{A7393EF3-9B4B-4192-862C-ACC6E2726A2E}"/>
                </a:ext>
              </a:extLst>
            </p:cNvPr>
            <p:cNvSpPr/>
            <p:nvPr/>
          </p:nvSpPr>
          <p:spPr>
            <a:xfrm>
              <a:off x="47467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1" name="타원 13450">
              <a:extLst>
                <a:ext uri="{FF2B5EF4-FFF2-40B4-BE49-F238E27FC236}">
                  <a16:creationId xmlns:a16="http://schemas.microsoft.com/office/drawing/2014/main" id="{C8F435AE-9772-4212-9A16-D9C4F2955CDB}"/>
                </a:ext>
              </a:extLst>
            </p:cNvPr>
            <p:cNvSpPr/>
            <p:nvPr/>
          </p:nvSpPr>
          <p:spPr>
            <a:xfrm>
              <a:off x="4899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2" name="타원 13451">
              <a:extLst>
                <a:ext uri="{FF2B5EF4-FFF2-40B4-BE49-F238E27FC236}">
                  <a16:creationId xmlns:a16="http://schemas.microsoft.com/office/drawing/2014/main" id="{E56A37E7-0F34-42FA-9895-1E6397D13FD1}"/>
                </a:ext>
              </a:extLst>
            </p:cNvPr>
            <p:cNvSpPr/>
            <p:nvPr/>
          </p:nvSpPr>
          <p:spPr>
            <a:xfrm>
              <a:off x="5051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3" name="타원 13452">
              <a:extLst>
                <a:ext uri="{FF2B5EF4-FFF2-40B4-BE49-F238E27FC236}">
                  <a16:creationId xmlns:a16="http://schemas.microsoft.com/office/drawing/2014/main" id="{E19EB7FF-7E4F-42F3-8B62-393257525DA4}"/>
                </a:ext>
              </a:extLst>
            </p:cNvPr>
            <p:cNvSpPr/>
            <p:nvPr/>
          </p:nvSpPr>
          <p:spPr>
            <a:xfrm>
              <a:off x="52039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4" name="타원 13453">
              <a:extLst>
                <a:ext uri="{FF2B5EF4-FFF2-40B4-BE49-F238E27FC236}">
                  <a16:creationId xmlns:a16="http://schemas.microsoft.com/office/drawing/2014/main" id="{B7E80E95-2A3A-4DE0-BE28-0AD3A0F4B309}"/>
                </a:ext>
              </a:extLst>
            </p:cNvPr>
            <p:cNvSpPr/>
            <p:nvPr/>
          </p:nvSpPr>
          <p:spPr>
            <a:xfrm>
              <a:off x="53563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5" name="타원 13454">
              <a:extLst>
                <a:ext uri="{FF2B5EF4-FFF2-40B4-BE49-F238E27FC236}">
                  <a16:creationId xmlns:a16="http://schemas.microsoft.com/office/drawing/2014/main" id="{7AEC87BA-4E84-48BE-9D3B-0B7FE2FC4359}"/>
                </a:ext>
              </a:extLst>
            </p:cNvPr>
            <p:cNvSpPr/>
            <p:nvPr/>
          </p:nvSpPr>
          <p:spPr>
            <a:xfrm>
              <a:off x="55087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6" name="타원 13455">
              <a:extLst>
                <a:ext uri="{FF2B5EF4-FFF2-40B4-BE49-F238E27FC236}">
                  <a16:creationId xmlns:a16="http://schemas.microsoft.com/office/drawing/2014/main" id="{89687E58-A89C-413C-A371-48738670A5C2}"/>
                </a:ext>
              </a:extLst>
            </p:cNvPr>
            <p:cNvSpPr/>
            <p:nvPr/>
          </p:nvSpPr>
          <p:spPr>
            <a:xfrm>
              <a:off x="56611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7" name="타원 13456">
              <a:extLst>
                <a:ext uri="{FF2B5EF4-FFF2-40B4-BE49-F238E27FC236}">
                  <a16:creationId xmlns:a16="http://schemas.microsoft.com/office/drawing/2014/main" id="{D10C2D21-5901-423A-9D91-832C831AD6CA}"/>
                </a:ext>
              </a:extLst>
            </p:cNvPr>
            <p:cNvSpPr/>
            <p:nvPr/>
          </p:nvSpPr>
          <p:spPr>
            <a:xfrm>
              <a:off x="5813576" y="6019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8" name="타원 13457">
              <a:extLst>
                <a:ext uri="{FF2B5EF4-FFF2-40B4-BE49-F238E27FC236}">
                  <a16:creationId xmlns:a16="http://schemas.microsoft.com/office/drawing/2014/main" id="{55305D81-36AC-4A7D-AA9A-FCB955E37D33}"/>
                </a:ext>
              </a:extLst>
            </p:cNvPr>
            <p:cNvSpPr/>
            <p:nvPr/>
          </p:nvSpPr>
          <p:spPr>
            <a:xfrm>
              <a:off x="327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59" name="타원 13458">
              <a:extLst>
                <a:ext uri="{FF2B5EF4-FFF2-40B4-BE49-F238E27FC236}">
                  <a16:creationId xmlns:a16="http://schemas.microsoft.com/office/drawing/2014/main" id="{D44504EB-5181-4D23-8A0C-521CA8F26252}"/>
                </a:ext>
              </a:extLst>
            </p:cNvPr>
            <p:cNvSpPr/>
            <p:nvPr/>
          </p:nvSpPr>
          <p:spPr>
            <a:xfrm>
              <a:off x="479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0" name="타원 13459">
              <a:extLst>
                <a:ext uri="{FF2B5EF4-FFF2-40B4-BE49-F238E27FC236}">
                  <a16:creationId xmlns:a16="http://schemas.microsoft.com/office/drawing/2014/main" id="{11B89DEA-C46A-41B7-B4E4-094250D2049E}"/>
                </a:ext>
              </a:extLst>
            </p:cNvPr>
            <p:cNvSpPr/>
            <p:nvPr/>
          </p:nvSpPr>
          <p:spPr>
            <a:xfrm>
              <a:off x="6319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1" name="타원 13460">
              <a:extLst>
                <a:ext uri="{FF2B5EF4-FFF2-40B4-BE49-F238E27FC236}">
                  <a16:creationId xmlns:a16="http://schemas.microsoft.com/office/drawing/2014/main" id="{06BCB33C-4592-4789-8024-78423C98CE64}"/>
                </a:ext>
              </a:extLst>
            </p:cNvPr>
            <p:cNvSpPr/>
            <p:nvPr/>
          </p:nvSpPr>
          <p:spPr>
            <a:xfrm>
              <a:off x="7843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2" name="타원 13461">
              <a:extLst>
                <a:ext uri="{FF2B5EF4-FFF2-40B4-BE49-F238E27FC236}">
                  <a16:creationId xmlns:a16="http://schemas.microsoft.com/office/drawing/2014/main" id="{D9BD3914-2F76-4E1E-9B41-1C6B49B98B46}"/>
                </a:ext>
              </a:extLst>
            </p:cNvPr>
            <p:cNvSpPr/>
            <p:nvPr/>
          </p:nvSpPr>
          <p:spPr>
            <a:xfrm>
              <a:off x="9367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3" name="타원 13462">
              <a:extLst>
                <a:ext uri="{FF2B5EF4-FFF2-40B4-BE49-F238E27FC236}">
                  <a16:creationId xmlns:a16="http://schemas.microsoft.com/office/drawing/2014/main" id="{DA5FBE98-0AD2-47BF-8213-1608A6B3DAFF}"/>
                </a:ext>
              </a:extLst>
            </p:cNvPr>
            <p:cNvSpPr/>
            <p:nvPr/>
          </p:nvSpPr>
          <p:spPr>
            <a:xfrm>
              <a:off x="1089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4" name="타원 13463">
              <a:extLst>
                <a:ext uri="{FF2B5EF4-FFF2-40B4-BE49-F238E27FC236}">
                  <a16:creationId xmlns:a16="http://schemas.microsoft.com/office/drawing/2014/main" id="{79428A89-0F49-45FE-833D-08F8F67A77F2}"/>
                </a:ext>
              </a:extLst>
            </p:cNvPr>
            <p:cNvSpPr/>
            <p:nvPr/>
          </p:nvSpPr>
          <p:spPr>
            <a:xfrm>
              <a:off x="1241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5" name="타원 13464">
              <a:extLst>
                <a:ext uri="{FF2B5EF4-FFF2-40B4-BE49-F238E27FC236}">
                  <a16:creationId xmlns:a16="http://schemas.microsoft.com/office/drawing/2014/main" id="{414518D4-356C-4B72-BA61-3036BF357255}"/>
                </a:ext>
              </a:extLst>
            </p:cNvPr>
            <p:cNvSpPr/>
            <p:nvPr/>
          </p:nvSpPr>
          <p:spPr>
            <a:xfrm>
              <a:off x="13939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6" name="타원 13465">
              <a:extLst>
                <a:ext uri="{FF2B5EF4-FFF2-40B4-BE49-F238E27FC236}">
                  <a16:creationId xmlns:a16="http://schemas.microsoft.com/office/drawing/2014/main" id="{F7EE2621-547B-491A-A374-F98D9CC3CE44}"/>
                </a:ext>
              </a:extLst>
            </p:cNvPr>
            <p:cNvSpPr/>
            <p:nvPr/>
          </p:nvSpPr>
          <p:spPr>
            <a:xfrm>
              <a:off x="15463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7" name="타원 13466">
              <a:extLst>
                <a:ext uri="{FF2B5EF4-FFF2-40B4-BE49-F238E27FC236}">
                  <a16:creationId xmlns:a16="http://schemas.microsoft.com/office/drawing/2014/main" id="{9672F6DC-98BB-4B70-8FA1-1C6B6A45E557}"/>
                </a:ext>
              </a:extLst>
            </p:cNvPr>
            <p:cNvSpPr/>
            <p:nvPr/>
          </p:nvSpPr>
          <p:spPr>
            <a:xfrm>
              <a:off x="16987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8" name="타원 13467">
              <a:extLst>
                <a:ext uri="{FF2B5EF4-FFF2-40B4-BE49-F238E27FC236}">
                  <a16:creationId xmlns:a16="http://schemas.microsoft.com/office/drawing/2014/main" id="{84EC43CB-E287-4392-9700-D96A26BAB895}"/>
                </a:ext>
              </a:extLst>
            </p:cNvPr>
            <p:cNvSpPr/>
            <p:nvPr/>
          </p:nvSpPr>
          <p:spPr>
            <a:xfrm>
              <a:off x="1851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69" name="타원 13468">
              <a:extLst>
                <a:ext uri="{FF2B5EF4-FFF2-40B4-BE49-F238E27FC236}">
                  <a16:creationId xmlns:a16="http://schemas.microsoft.com/office/drawing/2014/main" id="{F9778283-A096-4725-99AD-5995D0FDB7C5}"/>
                </a:ext>
              </a:extLst>
            </p:cNvPr>
            <p:cNvSpPr/>
            <p:nvPr/>
          </p:nvSpPr>
          <p:spPr>
            <a:xfrm>
              <a:off x="2003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0" name="타원 13469">
              <a:extLst>
                <a:ext uri="{FF2B5EF4-FFF2-40B4-BE49-F238E27FC236}">
                  <a16:creationId xmlns:a16="http://schemas.microsoft.com/office/drawing/2014/main" id="{62677DF0-EF81-45F3-8761-9F25D8A014FD}"/>
                </a:ext>
              </a:extLst>
            </p:cNvPr>
            <p:cNvSpPr/>
            <p:nvPr/>
          </p:nvSpPr>
          <p:spPr>
            <a:xfrm>
              <a:off x="21559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1" name="타원 13470">
              <a:extLst>
                <a:ext uri="{FF2B5EF4-FFF2-40B4-BE49-F238E27FC236}">
                  <a16:creationId xmlns:a16="http://schemas.microsoft.com/office/drawing/2014/main" id="{8BBF31DC-C48A-4462-B419-05690D4650BA}"/>
                </a:ext>
              </a:extLst>
            </p:cNvPr>
            <p:cNvSpPr/>
            <p:nvPr/>
          </p:nvSpPr>
          <p:spPr>
            <a:xfrm>
              <a:off x="23083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2" name="타원 13471">
              <a:extLst>
                <a:ext uri="{FF2B5EF4-FFF2-40B4-BE49-F238E27FC236}">
                  <a16:creationId xmlns:a16="http://schemas.microsoft.com/office/drawing/2014/main" id="{11D746FA-685F-4516-8836-84DF818CBB34}"/>
                </a:ext>
              </a:extLst>
            </p:cNvPr>
            <p:cNvSpPr/>
            <p:nvPr/>
          </p:nvSpPr>
          <p:spPr>
            <a:xfrm>
              <a:off x="24607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3" name="타원 13472">
              <a:extLst>
                <a:ext uri="{FF2B5EF4-FFF2-40B4-BE49-F238E27FC236}">
                  <a16:creationId xmlns:a16="http://schemas.microsoft.com/office/drawing/2014/main" id="{798FF58D-A6DA-4406-BD9F-502C367A5F46}"/>
                </a:ext>
              </a:extLst>
            </p:cNvPr>
            <p:cNvSpPr/>
            <p:nvPr/>
          </p:nvSpPr>
          <p:spPr>
            <a:xfrm>
              <a:off x="2613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4" name="타원 13473">
              <a:extLst>
                <a:ext uri="{FF2B5EF4-FFF2-40B4-BE49-F238E27FC236}">
                  <a16:creationId xmlns:a16="http://schemas.microsoft.com/office/drawing/2014/main" id="{8928FD8E-F062-46F6-A518-6263753EF8FE}"/>
                </a:ext>
              </a:extLst>
            </p:cNvPr>
            <p:cNvSpPr/>
            <p:nvPr/>
          </p:nvSpPr>
          <p:spPr>
            <a:xfrm>
              <a:off x="2765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5" name="타원 13474">
              <a:extLst>
                <a:ext uri="{FF2B5EF4-FFF2-40B4-BE49-F238E27FC236}">
                  <a16:creationId xmlns:a16="http://schemas.microsoft.com/office/drawing/2014/main" id="{C4891CCA-2247-4221-BF94-2CE2895469EB}"/>
                </a:ext>
              </a:extLst>
            </p:cNvPr>
            <p:cNvSpPr/>
            <p:nvPr/>
          </p:nvSpPr>
          <p:spPr>
            <a:xfrm>
              <a:off x="29179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6" name="타원 13475">
              <a:extLst>
                <a:ext uri="{FF2B5EF4-FFF2-40B4-BE49-F238E27FC236}">
                  <a16:creationId xmlns:a16="http://schemas.microsoft.com/office/drawing/2014/main" id="{A3533C6F-905F-4DE3-AF93-337B15244CBF}"/>
                </a:ext>
              </a:extLst>
            </p:cNvPr>
            <p:cNvSpPr/>
            <p:nvPr/>
          </p:nvSpPr>
          <p:spPr>
            <a:xfrm>
              <a:off x="30703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7" name="타원 13476">
              <a:extLst>
                <a:ext uri="{FF2B5EF4-FFF2-40B4-BE49-F238E27FC236}">
                  <a16:creationId xmlns:a16="http://schemas.microsoft.com/office/drawing/2014/main" id="{4B499EA0-7FEA-4DE9-85CC-7AE298E0478A}"/>
                </a:ext>
              </a:extLst>
            </p:cNvPr>
            <p:cNvSpPr/>
            <p:nvPr/>
          </p:nvSpPr>
          <p:spPr>
            <a:xfrm>
              <a:off x="32227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8" name="타원 13477">
              <a:extLst>
                <a:ext uri="{FF2B5EF4-FFF2-40B4-BE49-F238E27FC236}">
                  <a16:creationId xmlns:a16="http://schemas.microsoft.com/office/drawing/2014/main" id="{9EA87065-E4A6-4132-8078-E48B58F1E94F}"/>
                </a:ext>
              </a:extLst>
            </p:cNvPr>
            <p:cNvSpPr/>
            <p:nvPr/>
          </p:nvSpPr>
          <p:spPr>
            <a:xfrm>
              <a:off x="3375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79" name="타원 13478">
              <a:extLst>
                <a:ext uri="{FF2B5EF4-FFF2-40B4-BE49-F238E27FC236}">
                  <a16:creationId xmlns:a16="http://schemas.microsoft.com/office/drawing/2014/main" id="{963C656C-7D0C-4511-9DF5-37FFE9891AE5}"/>
                </a:ext>
              </a:extLst>
            </p:cNvPr>
            <p:cNvSpPr/>
            <p:nvPr/>
          </p:nvSpPr>
          <p:spPr>
            <a:xfrm>
              <a:off x="3527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0" name="타원 13479">
              <a:extLst>
                <a:ext uri="{FF2B5EF4-FFF2-40B4-BE49-F238E27FC236}">
                  <a16:creationId xmlns:a16="http://schemas.microsoft.com/office/drawing/2014/main" id="{ADF528C7-0F0D-48B1-A940-C5D80A22505C}"/>
                </a:ext>
              </a:extLst>
            </p:cNvPr>
            <p:cNvSpPr/>
            <p:nvPr/>
          </p:nvSpPr>
          <p:spPr>
            <a:xfrm>
              <a:off x="36799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1" name="타원 13480">
              <a:extLst>
                <a:ext uri="{FF2B5EF4-FFF2-40B4-BE49-F238E27FC236}">
                  <a16:creationId xmlns:a16="http://schemas.microsoft.com/office/drawing/2014/main" id="{A1F5E5BF-4A3B-498D-8E1C-7F8D8C52A6D3}"/>
                </a:ext>
              </a:extLst>
            </p:cNvPr>
            <p:cNvSpPr/>
            <p:nvPr/>
          </p:nvSpPr>
          <p:spPr>
            <a:xfrm>
              <a:off x="38323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2" name="타원 13481">
              <a:extLst>
                <a:ext uri="{FF2B5EF4-FFF2-40B4-BE49-F238E27FC236}">
                  <a16:creationId xmlns:a16="http://schemas.microsoft.com/office/drawing/2014/main" id="{76CAD991-CB84-4B39-9DC8-D03120F4BDA3}"/>
                </a:ext>
              </a:extLst>
            </p:cNvPr>
            <p:cNvSpPr/>
            <p:nvPr/>
          </p:nvSpPr>
          <p:spPr>
            <a:xfrm>
              <a:off x="39847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3" name="타원 13482">
              <a:extLst>
                <a:ext uri="{FF2B5EF4-FFF2-40B4-BE49-F238E27FC236}">
                  <a16:creationId xmlns:a16="http://schemas.microsoft.com/office/drawing/2014/main" id="{C5A85321-B048-4DF5-8A42-233994293C88}"/>
                </a:ext>
              </a:extLst>
            </p:cNvPr>
            <p:cNvSpPr/>
            <p:nvPr/>
          </p:nvSpPr>
          <p:spPr>
            <a:xfrm>
              <a:off x="4137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4" name="타원 13483">
              <a:extLst>
                <a:ext uri="{FF2B5EF4-FFF2-40B4-BE49-F238E27FC236}">
                  <a16:creationId xmlns:a16="http://schemas.microsoft.com/office/drawing/2014/main" id="{798AE41C-34E8-47CF-97F2-5A4684D74A62}"/>
                </a:ext>
              </a:extLst>
            </p:cNvPr>
            <p:cNvSpPr/>
            <p:nvPr/>
          </p:nvSpPr>
          <p:spPr>
            <a:xfrm>
              <a:off x="4289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5" name="타원 13484">
              <a:extLst>
                <a:ext uri="{FF2B5EF4-FFF2-40B4-BE49-F238E27FC236}">
                  <a16:creationId xmlns:a16="http://schemas.microsoft.com/office/drawing/2014/main" id="{59595F41-5B7E-4A5F-8649-A0263F5A7636}"/>
                </a:ext>
              </a:extLst>
            </p:cNvPr>
            <p:cNvSpPr/>
            <p:nvPr/>
          </p:nvSpPr>
          <p:spPr>
            <a:xfrm>
              <a:off x="44419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6" name="타원 13485">
              <a:extLst>
                <a:ext uri="{FF2B5EF4-FFF2-40B4-BE49-F238E27FC236}">
                  <a16:creationId xmlns:a16="http://schemas.microsoft.com/office/drawing/2014/main" id="{0E5B824B-A561-4F3D-A4B6-87AF1FE6E243}"/>
                </a:ext>
              </a:extLst>
            </p:cNvPr>
            <p:cNvSpPr/>
            <p:nvPr/>
          </p:nvSpPr>
          <p:spPr>
            <a:xfrm>
              <a:off x="45943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7" name="타원 13486">
              <a:extLst>
                <a:ext uri="{FF2B5EF4-FFF2-40B4-BE49-F238E27FC236}">
                  <a16:creationId xmlns:a16="http://schemas.microsoft.com/office/drawing/2014/main" id="{7E8FA594-F7BC-468D-B898-A7D34A04F6AC}"/>
                </a:ext>
              </a:extLst>
            </p:cNvPr>
            <p:cNvSpPr/>
            <p:nvPr/>
          </p:nvSpPr>
          <p:spPr>
            <a:xfrm>
              <a:off x="47467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8" name="타원 13487">
              <a:extLst>
                <a:ext uri="{FF2B5EF4-FFF2-40B4-BE49-F238E27FC236}">
                  <a16:creationId xmlns:a16="http://schemas.microsoft.com/office/drawing/2014/main" id="{4A5AE71F-D47A-4921-9CD8-80F596E0FDAC}"/>
                </a:ext>
              </a:extLst>
            </p:cNvPr>
            <p:cNvSpPr/>
            <p:nvPr/>
          </p:nvSpPr>
          <p:spPr>
            <a:xfrm>
              <a:off x="4899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89" name="타원 13488">
              <a:extLst>
                <a:ext uri="{FF2B5EF4-FFF2-40B4-BE49-F238E27FC236}">
                  <a16:creationId xmlns:a16="http://schemas.microsoft.com/office/drawing/2014/main" id="{2DE90595-9164-4470-9BB9-F5F0C9311DD1}"/>
                </a:ext>
              </a:extLst>
            </p:cNvPr>
            <p:cNvSpPr/>
            <p:nvPr/>
          </p:nvSpPr>
          <p:spPr>
            <a:xfrm>
              <a:off x="5051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0" name="타원 13489">
              <a:extLst>
                <a:ext uri="{FF2B5EF4-FFF2-40B4-BE49-F238E27FC236}">
                  <a16:creationId xmlns:a16="http://schemas.microsoft.com/office/drawing/2014/main" id="{77A0098B-5BDF-47A2-B280-7C113142C7A2}"/>
                </a:ext>
              </a:extLst>
            </p:cNvPr>
            <p:cNvSpPr/>
            <p:nvPr/>
          </p:nvSpPr>
          <p:spPr>
            <a:xfrm>
              <a:off x="52039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1" name="타원 13490">
              <a:extLst>
                <a:ext uri="{FF2B5EF4-FFF2-40B4-BE49-F238E27FC236}">
                  <a16:creationId xmlns:a16="http://schemas.microsoft.com/office/drawing/2014/main" id="{FCF14B45-C23A-4479-AE86-3711EE4095C3}"/>
                </a:ext>
              </a:extLst>
            </p:cNvPr>
            <p:cNvSpPr/>
            <p:nvPr/>
          </p:nvSpPr>
          <p:spPr>
            <a:xfrm>
              <a:off x="53563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2" name="타원 13491">
              <a:extLst>
                <a:ext uri="{FF2B5EF4-FFF2-40B4-BE49-F238E27FC236}">
                  <a16:creationId xmlns:a16="http://schemas.microsoft.com/office/drawing/2014/main" id="{435C9E01-187E-482F-A011-3CC15FC2A60A}"/>
                </a:ext>
              </a:extLst>
            </p:cNvPr>
            <p:cNvSpPr/>
            <p:nvPr/>
          </p:nvSpPr>
          <p:spPr>
            <a:xfrm>
              <a:off x="55087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3" name="타원 13492">
              <a:extLst>
                <a:ext uri="{FF2B5EF4-FFF2-40B4-BE49-F238E27FC236}">
                  <a16:creationId xmlns:a16="http://schemas.microsoft.com/office/drawing/2014/main" id="{DBF4AE20-71AE-4BBB-9E06-A291BCD79356}"/>
                </a:ext>
              </a:extLst>
            </p:cNvPr>
            <p:cNvSpPr/>
            <p:nvPr/>
          </p:nvSpPr>
          <p:spPr>
            <a:xfrm>
              <a:off x="56611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4" name="타원 13493">
              <a:extLst>
                <a:ext uri="{FF2B5EF4-FFF2-40B4-BE49-F238E27FC236}">
                  <a16:creationId xmlns:a16="http://schemas.microsoft.com/office/drawing/2014/main" id="{E500F9A4-231F-4FF2-B920-046D0308B74E}"/>
                </a:ext>
              </a:extLst>
            </p:cNvPr>
            <p:cNvSpPr/>
            <p:nvPr/>
          </p:nvSpPr>
          <p:spPr>
            <a:xfrm>
              <a:off x="5813576" y="6172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5" name="타원 13494">
              <a:extLst>
                <a:ext uri="{FF2B5EF4-FFF2-40B4-BE49-F238E27FC236}">
                  <a16:creationId xmlns:a16="http://schemas.microsoft.com/office/drawing/2014/main" id="{77FFDAEE-7168-4269-86F9-63C654F32871}"/>
                </a:ext>
              </a:extLst>
            </p:cNvPr>
            <p:cNvSpPr/>
            <p:nvPr/>
          </p:nvSpPr>
          <p:spPr>
            <a:xfrm>
              <a:off x="327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6" name="타원 13495">
              <a:extLst>
                <a:ext uri="{FF2B5EF4-FFF2-40B4-BE49-F238E27FC236}">
                  <a16:creationId xmlns:a16="http://schemas.microsoft.com/office/drawing/2014/main" id="{5D1FA955-FB24-47F2-99E7-11DACF9C36BE}"/>
                </a:ext>
              </a:extLst>
            </p:cNvPr>
            <p:cNvSpPr/>
            <p:nvPr/>
          </p:nvSpPr>
          <p:spPr>
            <a:xfrm>
              <a:off x="479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7" name="타원 13496">
              <a:extLst>
                <a:ext uri="{FF2B5EF4-FFF2-40B4-BE49-F238E27FC236}">
                  <a16:creationId xmlns:a16="http://schemas.microsoft.com/office/drawing/2014/main" id="{9EAFE841-3E72-400C-A844-085825C26C69}"/>
                </a:ext>
              </a:extLst>
            </p:cNvPr>
            <p:cNvSpPr/>
            <p:nvPr/>
          </p:nvSpPr>
          <p:spPr>
            <a:xfrm>
              <a:off x="6319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8" name="타원 13497">
              <a:extLst>
                <a:ext uri="{FF2B5EF4-FFF2-40B4-BE49-F238E27FC236}">
                  <a16:creationId xmlns:a16="http://schemas.microsoft.com/office/drawing/2014/main" id="{9DEB2F60-5A28-407C-9D7B-A87ED6B45292}"/>
                </a:ext>
              </a:extLst>
            </p:cNvPr>
            <p:cNvSpPr/>
            <p:nvPr/>
          </p:nvSpPr>
          <p:spPr>
            <a:xfrm>
              <a:off x="7843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99" name="타원 13498">
              <a:extLst>
                <a:ext uri="{FF2B5EF4-FFF2-40B4-BE49-F238E27FC236}">
                  <a16:creationId xmlns:a16="http://schemas.microsoft.com/office/drawing/2014/main" id="{B5899073-0BAA-4FA7-B70F-C879917EFDC9}"/>
                </a:ext>
              </a:extLst>
            </p:cNvPr>
            <p:cNvSpPr/>
            <p:nvPr/>
          </p:nvSpPr>
          <p:spPr>
            <a:xfrm>
              <a:off x="9367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0" name="타원 13499">
              <a:extLst>
                <a:ext uri="{FF2B5EF4-FFF2-40B4-BE49-F238E27FC236}">
                  <a16:creationId xmlns:a16="http://schemas.microsoft.com/office/drawing/2014/main" id="{A131ED6A-300B-4887-B338-8CF076EDEFEC}"/>
                </a:ext>
              </a:extLst>
            </p:cNvPr>
            <p:cNvSpPr/>
            <p:nvPr/>
          </p:nvSpPr>
          <p:spPr>
            <a:xfrm>
              <a:off x="1089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1" name="타원 13500">
              <a:extLst>
                <a:ext uri="{FF2B5EF4-FFF2-40B4-BE49-F238E27FC236}">
                  <a16:creationId xmlns:a16="http://schemas.microsoft.com/office/drawing/2014/main" id="{7A6A5CDC-1A9E-48C7-9A86-F157BBC40521}"/>
                </a:ext>
              </a:extLst>
            </p:cNvPr>
            <p:cNvSpPr/>
            <p:nvPr/>
          </p:nvSpPr>
          <p:spPr>
            <a:xfrm>
              <a:off x="1241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2" name="타원 13501">
              <a:extLst>
                <a:ext uri="{FF2B5EF4-FFF2-40B4-BE49-F238E27FC236}">
                  <a16:creationId xmlns:a16="http://schemas.microsoft.com/office/drawing/2014/main" id="{AFD5752C-CFD3-46B3-8A63-5A7369055B4A}"/>
                </a:ext>
              </a:extLst>
            </p:cNvPr>
            <p:cNvSpPr/>
            <p:nvPr/>
          </p:nvSpPr>
          <p:spPr>
            <a:xfrm>
              <a:off x="13939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3" name="타원 13502">
              <a:extLst>
                <a:ext uri="{FF2B5EF4-FFF2-40B4-BE49-F238E27FC236}">
                  <a16:creationId xmlns:a16="http://schemas.microsoft.com/office/drawing/2014/main" id="{53A02A66-030B-499C-BCDF-1C5C0F855AB5}"/>
                </a:ext>
              </a:extLst>
            </p:cNvPr>
            <p:cNvSpPr/>
            <p:nvPr/>
          </p:nvSpPr>
          <p:spPr>
            <a:xfrm>
              <a:off x="15463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4" name="타원 13503">
              <a:extLst>
                <a:ext uri="{FF2B5EF4-FFF2-40B4-BE49-F238E27FC236}">
                  <a16:creationId xmlns:a16="http://schemas.microsoft.com/office/drawing/2014/main" id="{2599501E-A441-4423-85EC-B841AFA8D158}"/>
                </a:ext>
              </a:extLst>
            </p:cNvPr>
            <p:cNvSpPr/>
            <p:nvPr/>
          </p:nvSpPr>
          <p:spPr>
            <a:xfrm>
              <a:off x="16987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5" name="타원 13504">
              <a:extLst>
                <a:ext uri="{FF2B5EF4-FFF2-40B4-BE49-F238E27FC236}">
                  <a16:creationId xmlns:a16="http://schemas.microsoft.com/office/drawing/2014/main" id="{329BBC36-EFB1-41B8-84CC-FC906DD7BAAF}"/>
                </a:ext>
              </a:extLst>
            </p:cNvPr>
            <p:cNvSpPr/>
            <p:nvPr/>
          </p:nvSpPr>
          <p:spPr>
            <a:xfrm>
              <a:off x="1851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6" name="타원 13505">
              <a:extLst>
                <a:ext uri="{FF2B5EF4-FFF2-40B4-BE49-F238E27FC236}">
                  <a16:creationId xmlns:a16="http://schemas.microsoft.com/office/drawing/2014/main" id="{6C6BCD50-85DB-4347-9A6D-F77FBA447110}"/>
                </a:ext>
              </a:extLst>
            </p:cNvPr>
            <p:cNvSpPr/>
            <p:nvPr/>
          </p:nvSpPr>
          <p:spPr>
            <a:xfrm>
              <a:off x="2003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7" name="타원 13506">
              <a:extLst>
                <a:ext uri="{FF2B5EF4-FFF2-40B4-BE49-F238E27FC236}">
                  <a16:creationId xmlns:a16="http://schemas.microsoft.com/office/drawing/2014/main" id="{68838AC6-420C-4D6C-83B5-93CBA9008CA8}"/>
                </a:ext>
              </a:extLst>
            </p:cNvPr>
            <p:cNvSpPr/>
            <p:nvPr/>
          </p:nvSpPr>
          <p:spPr>
            <a:xfrm>
              <a:off x="21559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8" name="타원 13507">
              <a:extLst>
                <a:ext uri="{FF2B5EF4-FFF2-40B4-BE49-F238E27FC236}">
                  <a16:creationId xmlns:a16="http://schemas.microsoft.com/office/drawing/2014/main" id="{A70B93FB-6721-4CED-A489-B7A2AB68AC9F}"/>
                </a:ext>
              </a:extLst>
            </p:cNvPr>
            <p:cNvSpPr/>
            <p:nvPr/>
          </p:nvSpPr>
          <p:spPr>
            <a:xfrm>
              <a:off x="23083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09" name="타원 13508">
              <a:extLst>
                <a:ext uri="{FF2B5EF4-FFF2-40B4-BE49-F238E27FC236}">
                  <a16:creationId xmlns:a16="http://schemas.microsoft.com/office/drawing/2014/main" id="{FE48F425-A9C7-4901-A6E9-EC600748E91E}"/>
                </a:ext>
              </a:extLst>
            </p:cNvPr>
            <p:cNvSpPr/>
            <p:nvPr/>
          </p:nvSpPr>
          <p:spPr>
            <a:xfrm>
              <a:off x="24607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0" name="타원 13509">
              <a:extLst>
                <a:ext uri="{FF2B5EF4-FFF2-40B4-BE49-F238E27FC236}">
                  <a16:creationId xmlns:a16="http://schemas.microsoft.com/office/drawing/2014/main" id="{70C47B1A-7E65-40E7-9AD5-B0C49AC125D2}"/>
                </a:ext>
              </a:extLst>
            </p:cNvPr>
            <p:cNvSpPr/>
            <p:nvPr/>
          </p:nvSpPr>
          <p:spPr>
            <a:xfrm>
              <a:off x="2613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1" name="타원 13510">
              <a:extLst>
                <a:ext uri="{FF2B5EF4-FFF2-40B4-BE49-F238E27FC236}">
                  <a16:creationId xmlns:a16="http://schemas.microsoft.com/office/drawing/2014/main" id="{72F753F1-7072-4900-AF4A-01FA61CD21EC}"/>
                </a:ext>
              </a:extLst>
            </p:cNvPr>
            <p:cNvSpPr/>
            <p:nvPr/>
          </p:nvSpPr>
          <p:spPr>
            <a:xfrm>
              <a:off x="2765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2" name="타원 13511">
              <a:extLst>
                <a:ext uri="{FF2B5EF4-FFF2-40B4-BE49-F238E27FC236}">
                  <a16:creationId xmlns:a16="http://schemas.microsoft.com/office/drawing/2014/main" id="{953A8226-12D5-4A83-A670-B39FBF405A99}"/>
                </a:ext>
              </a:extLst>
            </p:cNvPr>
            <p:cNvSpPr/>
            <p:nvPr/>
          </p:nvSpPr>
          <p:spPr>
            <a:xfrm>
              <a:off x="29179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3" name="타원 13512">
              <a:extLst>
                <a:ext uri="{FF2B5EF4-FFF2-40B4-BE49-F238E27FC236}">
                  <a16:creationId xmlns:a16="http://schemas.microsoft.com/office/drawing/2014/main" id="{4E3012C9-61E4-4FDA-86C3-3272F4E43811}"/>
                </a:ext>
              </a:extLst>
            </p:cNvPr>
            <p:cNvSpPr/>
            <p:nvPr/>
          </p:nvSpPr>
          <p:spPr>
            <a:xfrm>
              <a:off x="30703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4" name="타원 13513">
              <a:extLst>
                <a:ext uri="{FF2B5EF4-FFF2-40B4-BE49-F238E27FC236}">
                  <a16:creationId xmlns:a16="http://schemas.microsoft.com/office/drawing/2014/main" id="{05559B85-BE92-42C0-B992-93FD6777B3B3}"/>
                </a:ext>
              </a:extLst>
            </p:cNvPr>
            <p:cNvSpPr/>
            <p:nvPr/>
          </p:nvSpPr>
          <p:spPr>
            <a:xfrm>
              <a:off x="32227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5" name="타원 13514">
              <a:extLst>
                <a:ext uri="{FF2B5EF4-FFF2-40B4-BE49-F238E27FC236}">
                  <a16:creationId xmlns:a16="http://schemas.microsoft.com/office/drawing/2014/main" id="{9D689F93-F485-4471-BF2E-C434A320BA4C}"/>
                </a:ext>
              </a:extLst>
            </p:cNvPr>
            <p:cNvSpPr/>
            <p:nvPr/>
          </p:nvSpPr>
          <p:spPr>
            <a:xfrm>
              <a:off x="3375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6" name="타원 13515">
              <a:extLst>
                <a:ext uri="{FF2B5EF4-FFF2-40B4-BE49-F238E27FC236}">
                  <a16:creationId xmlns:a16="http://schemas.microsoft.com/office/drawing/2014/main" id="{BBA74560-703A-4117-A445-BC8DA5816D8F}"/>
                </a:ext>
              </a:extLst>
            </p:cNvPr>
            <p:cNvSpPr/>
            <p:nvPr/>
          </p:nvSpPr>
          <p:spPr>
            <a:xfrm>
              <a:off x="3527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7" name="타원 13516">
              <a:extLst>
                <a:ext uri="{FF2B5EF4-FFF2-40B4-BE49-F238E27FC236}">
                  <a16:creationId xmlns:a16="http://schemas.microsoft.com/office/drawing/2014/main" id="{73E6B12E-7926-4EA8-9646-CF1F04653EFE}"/>
                </a:ext>
              </a:extLst>
            </p:cNvPr>
            <p:cNvSpPr/>
            <p:nvPr/>
          </p:nvSpPr>
          <p:spPr>
            <a:xfrm>
              <a:off x="36799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8" name="타원 13517">
              <a:extLst>
                <a:ext uri="{FF2B5EF4-FFF2-40B4-BE49-F238E27FC236}">
                  <a16:creationId xmlns:a16="http://schemas.microsoft.com/office/drawing/2014/main" id="{852F276B-E237-4C0A-8EAA-ECB43564DDBC}"/>
                </a:ext>
              </a:extLst>
            </p:cNvPr>
            <p:cNvSpPr/>
            <p:nvPr/>
          </p:nvSpPr>
          <p:spPr>
            <a:xfrm>
              <a:off x="38323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19" name="타원 13518">
              <a:extLst>
                <a:ext uri="{FF2B5EF4-FFF2-40B4-BE49-F238E27FC236}">
                  <a16:creationId xmlns:a16="http://schemas.microsoft.com/office/drawing/2014/main" id="{0BDB77EE-D155-4660-9F80-877276055DFA}"/>
                </a:ext>
              </a:extLst>
            </p:cNvPr>
            <p:cNvSpPr/>
            <p:nvPr/>
          </p:nvSpPr>
          <p:spPr>
            <a:xfrm>
              <a:off x="39847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0" name="타원 13519">
              <a:extLst>
                <a:ext uri="{FF2B5EF4-FFF2-40B4-BE49-F238E27FC236}">
                  <a16:creationId xmlns:a16="http://schemas.microsoft.com/office/drawing/2014/main" id="{F663F054-9E9E-44D9-BCD9-97FC09FCC8C5}"/>
                </a:ext>
              </a:extLst>
            </p:cNvPr>
            <p:cNvSpPr/>
            <p:nvPr/>
          </p:nvSpPr>
          <p:spPr>
            <a:xfrm>
              <a:off x="4137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1" name="타원 13520">
              <a:extLst>
                <a:ext uri="{FF2B5EF4-FFF2-40B4-BE49-F238E27FC236}">
                  <a16:creationId xmlns:a16="http://schemas.microsoft.com/office/drawing/2014/main" id="{E723119F-F396-42EA-9DB7-ACB89989D82D}"/>
                </a:ext>
              </a:extLst>
            </p:cNvPr>
            <p:cNvSpPr/>
            <p:nvPr/>
          </p:nvSpPr>
          <p:spPr>
            <a:xfrm>
              <a:off x="4289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2" name="타원 13521">
              <a:extLst>
                <a:ext uri="{FF2B5EF4-FFF2-40B4-BE49-F238E27FC236}">
                  <a16:creationId xmlns:a16="http://schemas.microsoft.com/office/drawing/2014/main" id="{6EA512B0-2233-4285-A676-F088E8496DC4}"/>
                </a:ext>
              </a:extLst>
            </p:cNvPr>
            <p:cNvSpPr/>
            <p:nvPr/>
          </p:nvSpPr>
          <p:spPr>
            <a:xfrm>
              <a:off x="44419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3" name="타원 13522">
              <a:extLst>
                <a:ext uri="{FF2B5EF4-FFF2-40B4-BE49-F238E27FC236}">
                  <a16:creationId xmlns:a16="http://schemas.microsoft.com/office/drawing/2014/main" id="{34A147C3-2570-435D-8238-5EF3E85F6F13}"/>
                </a:ext>
              </a:extLst>
            </p:cNvPr>
            <p:cNvSpPr/>
            <p:nvPr/>
          </p:nvSpPr>
          <p:spPr>
            <a:xfrm>
              <a:off x="45943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4" name="타원 13523">
              <a:extLst>
                <a:ext uri="{FF2B5EF4-FFF2-40B4-BE49-F238E27FC236}">
                  <a16:creationId xmlns:a16="http://schemas.microsoft.com/office/drawing/2014/main" id="{5960758A-9ABF-4975-8C95-9B6CD1AACAB7}"/>
                </a:ext>
              </a:extLst>
            </p:cNvPr>
            <p:cNvSpPr/>
            <p:nvPr/>
          </p:nvSpPr>
          <p:spPr>
            <a:xfrm>
              <a:off x="47467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5" name="타원 13524">
              <a:extLst>
                <a:ext uri="{FF2B5EF4-FFF2-40B4-BE49-F238E27FC236}">
                  <a16:creationId xmlns:a16="http://schemas.microsoft.com/office/drawing/2014/main" id="{16BBBFB0-D289-4195-80B6-BE1BD93C0440}"/>
                </a:ext>
              </a:extLst>
            </p:cNvPr>
            <p:cNvSpPr/>
            <p:nvPr/>
          </p:nvSpPr>
          <p:spPr>
            <a:xfrm>
              <a:off x="4899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6" name="타원 13525">
              <a:extLst>
                <a:ext uri="{FF2B5EF4-FFF2-40B4-BE49-F238E27FC236}">
                  <a16:creationId xmlns:a16="http://schemas.microsoft.com/office/drawing/2014/main" id="{5F0BB926-8BE5-4EB9-AF21-DEA64CA7C4F2}"/>
                </a:ext>
              </a:extLst>
            </p:cNvPr>
            <p:cNvSpPr/>
            <p:nvPr/>
          </p:nvSpPr>
          <p:spPr>
            <a:xfrm>
              <a:off x="5051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7" name="타원 13526">
              <a:extLst>
                <a:ext uri="{FF2B5EF4-FFF2-40B4-BE49-F238E27FC236}">
                  <a16:creationId xmlns:a16="http://schemas.microsoft.com/office/drawing/2014/main" id="{6A463F32-7471-4764-BF4E-C78F86F39BD2}"/>
                </a:ext>
              </a:extLst>
            </p:cNvPr>
            <p:cNvSpPr/>
            <p:nvPr/>
          </p:nvSpPr>
          <p:spPr>
            <a:xfrm>
              <a:off x="52039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8" name="타원 13527">
              <a:extLst>
                <a:ext uri="{FF2B5EF4-FFF2-40B4-BE49-F238E27FC236}">
                  <a16:creationId xmlns:a16="http://schemas.microsoft.com/office/drawing/2014/main" id="{0B096038-4398-4C3C-B1A5-55DC76035641}"/>
                </a:ext>
              </a:extLst>
            </p:cNvPr>
            <p:cNvSpPr/>
            <p:nvPr/>
          </p:nvSpPr>
          <p:spPr>
            <a:xfrm>
              <a:off x="53563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29" name="타원 13528">
              <a:extLst>
                <a:ext uri="{FF2B5EF4-FFF2-40B4-BE49-F238E27FC236}">
                  <a16:creationId xmlns:a16="http://schemas.microsoft.com/office/drawing/2014/main" id="{93709B68-8053-4DE9-97D9-11BDA582843C}"/>
                </a:ext>
              </a:extLst>
            </p:cNvPr>
            <p:cNvSpPr/>
            <p:nvPr/>
          </p:nvSpPr>
          <p:spPr>
            <a:xfrm>
              <a:off x="55087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0" name="타원 13529">
              <a:extLst>
                <a:ext uri="{FF2B5EF4-FFF2-40B4-BE49-F238E27FC236}">
                  <a16:creationId xmlns:a16="http://schemas.microsoft.com/office/drawing/2014/main" id="{5B6B3CCF-21FB-454F-853A-D83A4EDE5D49}"/>
                </a:ext>
              </a:extLst>
            </p:cNvPr>
            <p:cNvSpPr/>
            <p:nvPr/>
          </p:nvSpPr>
          <p:spPr>
            <a:xfrm>
              <a:off x="56611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1" name="타원 13530">
              <a:extLst>
                <a:ext uri="{FF2B5EF4-FFF2-40B4-BE49-F238E27FC236}">
                  <a16:creationId xmlns:a16="http://schemas.microsoft.com/office/drawing/2014/main" id="{C539FAD4-B5EA-4B35-B9A7-25C18D99BA5F}"/>
                </a:ext>
              </a:extLst>
            </p:cNvPr>
            <p:cNvSpPr/>
            <p:nvPr/>
          </p:nvSpPr>
          <p:spPr>
            <a:xfrm>
              <a:off x="5813576" y="6324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2" name="타원 13531">
              <a:extLst>
                <a:ext uri="{FF2B5EF4-FFF2-40B4-BE49-F238E27FC236}">
                  <a16:creationId xmlns:a16="http://schemas.microsoft.com/office/drawing/2014/main" id="{6CBC7668-55C0-4620-A0D8-05FDD68493C9}"/>
                </a:ext>
              </a:extLst>
            </p:cNvPr>
            <p:cNvSpPr/>
            <p:nvPr/>
          </p:nvSpPr>
          <p:spPr>
            <a:xfrm>
              <a:off x="327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3" name="타원 13532">
              <a:extLst>
                <a:ext uri="{FF2B5EF4-FFF2-40B4-BE49-F238E27FC236}">
                  <a16:creationId xmlns:a16="http://schemas.microsoft.com/office/drawing/2014/main" id="{502A4E2F-2DB0-4700-9549-6D8A68994D0F}"/>
                </a:ext>
              </a:extLst>
            </p:cNvPr>
            <p:cNvSpPr/>
            <p:nvPr/>
          </p:nvSpPr>
          <p:spPr>
            <a:xfrm>
              <a:off x="479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4" name="타원 13533">
              <a:extLst>
                <a:ext uri="{FF2B5EF4-FFF2-40B4-BE49-F238E27FC236}">
                  <a16:creationId xmlns:a16="http://schemas.microsoft.com/office/drawing/2014/main" id="{A1FB0D33-66BF-4826-BAEC-928E8B1EBED6}"/>
                </a:ext>
              </a:extLst>
            </p:cNvPr>
            <p:cNvSpPr/>
            <p:nvPr/>
          </p:nvSpPr>
          <p:spPr>
            <a:xfrm>
              <a:off x="6319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5" name="타원 13534">
              <a:extLst>
                <a:ext uri="{FF2B5EF4-FFF2-40B4-BE49-F238E27FC236}">
                  <a16:creationId xmlns:a16="http://schemas.microsoft.com/office/drawing/2014/main" id="{E19A3F04-0B81-48D7-9578-B5AA13DFA2C3}"/>
                </a:ext>
              </a:extLst>
            </p:cNvPr>
            <p:cNvSpPr/>
            <p:nvPr/>
          </p:nvSpPr>
          <p:spPr>
            <a:xfrm>
              <a:off x="7843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6" name="타원 13535">
              <a:extLst>
                <a:ext uri="{FF2B5EF4-FFF2-40B4-BE49-F238E27FC236}">
                  <a16:creationId xmlns:a16="http://schemas.microsoft.com/office/drawing/2014/main" id="{224610E2-CB85-4A51-BEC9-A84E5BF18CF5}"/>
                </a:ext>
              </a:extLst>
            </p:cNvPr>
            <p:cNvSpPr/>
            <p:nvPr/>
          </p:nvSpPr>
          <p:spPr>
            <a:xfrm>
              <a:off x="9367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7" name="타원 13536">
              <a:extLst>
                <a:ext uri="{FF2B5EF4-FFF2-40B4-BE49-F238E27FC236}">
                  <a16:creationId xmlns:a16="http://schemas.microsoft.com/office/drawing/2014/main" id="{CB32DD60-E9C1-4019-B9E9-E267CC44C6B5}"/>
                </a:ext>
              </a:extLst>
            </p:cNvPr>
            <p:cNvSpPr/>
            <p:nvPr/>
          </p:nvSpPr>
          <p:spPr>
            <a:xfrm>
              <a:off x="1089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8" name="타원 13537">
              <a:extLst>
                <a:ext uri="{FF2B5EF4-FFF2-40B4-BE49-F238E27FC236}">
                  <a16:creationId xmlns:a16="http://schemas.microsoft.com/office/drawing/2014/main" id="{AF721C95-46DC-4FAD-8810-38E12BC1DA56}"/>
                </a:ext>
              </a:extLst>
            </p:cNvPr>
            <p:cNvSpPr/>
            <p:nvPr/>
          </p:nvSpPr>
          <p:spPr>
            <a:xfrm>
              <a:off x="1241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39" name="타원 13538">
              <a:extLst>
                <a:ext uri="{FF2B5EF4-FFF2-40B4-BE49-F238E27FC236}">
                  <a16:creationId xmlns:a16="http://schemas.microsoft.com/office/drawing/2014/main" id="{9322869E-DE25-415A-BFA3-C7FD49896BB5}"/>
                </a:ext>
              </a:extLst>
            </p:cNvPr>
            <p:cNvSpPr/>
            <p:nvPr/>
          </p:nvSpPr>
          <p:spPr>
            <a:xfrm>
              <a:off x="13939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0" name="타원 13539">
              <a:extLst>
                <a:ext uri="{FF2B5EF4-FFF2-40B4-BE49-F238E27FC236}">
                  <a16:creationId xmlns:a16="http://schemas.microsoft.com/office/drawing/2014/main" id="{DFC71118-728A-45FB-A0E3-697B54BBE984}"/>
                </a:ext>
              </a:extLst>
            </p:cNvPr>
            <p:cNvSpPr/>
            <p:nvPr/>
          </p:nvSpPr>
          <p:spPr>
            <a:xfrm>
              <a:off x="15463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1" name="타원 13540">
              <a:extLst>
                <a:ext uri="{FF2B5EF4-FFF2-40B4-BE49-F238E27FC236}">
                  <a16:creationId xmlns:a16="http://schemas.microsoft.com/office/drawing/2014/main" id="{0E455D84-0888-4EC1-B22F-FA113939260A}"/>
                </a:ext>
              </a:extLst>
            </p:cNvPr>
            <p:cNvSpPr/>
            <p:nvPr/>
          </p:nvSpPr>
          <p:spPr>
            <a:xfrm>
              <a:off x="16987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2" name="타원 13541">
              <a:extLst>
                <a:ext uri="{FF2B5EF4-FFF2-40B4-BE49-F238E27FC236}">
                  <a16:creationId xmlns:a16="http://schemas.microsoft.com/office/drawing/2014/main" id="{84C082B8-148E-4D63-B3DB-F84B48D4255A}"/>
                </a:ext>
              </a:extLst>
            </p:cNvPr>
            <p:cNvSpPr/>
            <p:nvPr/>
          </p:nvSpPr>
          <p:spPr>
            <a:xfrm>
              <a:off x="1851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3" name="타원 13542">
              <a:extLst>
                <a:ext uri="{FF2B5EF4-FFF2-40B4-BE49-F238E27FC236}">
                  <a16:creationId xmlns:a16="http://schemas.microsoft.com/office/drawing/2014/main" id="{C95F6D69-F768-4AE5-8A35-3297BE474A73}"/>
                </a:ext>
              </a:extLst>
            </p:cNvPr>
            <p:cNvSpPr/>
            <p:nvPr/>
          </p:nvSpPr>
          <p:spPr>
            <a:xfrm>
              <a:off x="2003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4" name="타원 13543">
              <a:extLst>
                <a:ext uri="{FF2B5EF4-FFF2-40B4-BE49-F238E27FC236}">
                  <a16:creationId xmlns:a16="http://schemas.microsoft.com/office/drawing/2014/main" id="{ACC8F3D8-C333-41E5-A3D0-B553BA5CE0BC}"/>
                </a:ext>
              </a:extLst>
            </p:cNvPr>
            <p:cNvSpPr/>
            <p:nvPr/>
          </p:nvSpPr>
          <p:spPr>
            <a:xfrm>
              <a:off x="21559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5" name="타원 13544">
              <a:extLst>
                <a:ext uri="{FF2B5EF4-FFF2-40B4-BE49-F238E27FC236}">
                  <a16:creationId xmlns:a16="http://schemas.microsoft.com/office/drawing/2014/main" id="{D73CFDAB-CCED-40FF-8B1E-3E356B9ACE48}"/>
                </a:ext>
              </a:extLst>
            </p:cNvPr>
            <p:cNvSpPr/>
            <p:nvPr/>
          </p:nvSpPr>
          <p:spPr>
            <a:xfrm>
              <a:off x="23083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6" name="타원 13545">
              <a:extLst>
                <a:ext uri="{FF2B5EF4-FFF2-40B4-BE49-F238E27FC236}">
                  <a16:creationId xmlns:a16="http://schemas.microsoft.com/office/drawing/2014/main" id="{09D78011-FBFB-473D-A015-D7ED127C074A}"/>
                </a:ext>
              </a:extLst>
            </p:cNvPr>
            <p:cNvSpPr/>
            <p:nvPr/>
          </p:nvSpPr>
          <p:spPr>
            <a:xfrm>
              <a:off x="24607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7" name="타원 13546">
              <a:extLst>
                <a:ext uri="{FF2B5EF4-FFF2-40B4-BE49-F238E27FC236}">
                  <a16:creationId xmlns:a16="http://schemas.microsoft.com/office/drawing/2014/main" id="{4D54612D-A02E-45F6-A07F-BE0555F50CEE}"/>
                </a:ext>
              </a:extLst>
            </p:cNvPr>
            <p:cNvSpPr/>
            <p:nvPr/>
          </p:nvSpPr>
          <p:spPr>
            <a:xfrm>
              <a:off x="2613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8" name="타원 13547">
              <a:extLst>
                <a:ext uri="{FF2B5EF4-FFF2-40B4-BE49-F238E27FC236}">
                  <a16:creationId xmlns:a16="http://schemas.microsoft.com/office/drawing/2014/main" id="{13BF310E-DA8E-4D1E-BE4E-AF15D39F1CDF}"/>
                </a:ext>
              </a:extLst>
            </p:cNvPr>
            <p:cNvSpPr/>
            <p:nvPr/>
          </p:nvSpPr>
          <p:spPr>
            <a:xfrm>
              <a:off x="2765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49" name="타원 13548">
              <a:extLst>
                <a:ext uri="{FF2B5EF4-FFF2-40B4-BE49-F238E27FC236}">
                  <a16:creationId xmlns:a16="http://schemas.microsoft.com/office/drawing/2014/main" id="{B935A970-BDAB-4BE1-B7ED-658386F3EDE4}"/>
                </a:ext>
              </a:extLst>
            </p:cNvPr>
            <p:cNvSpPr/>
            <p:nvPr/>
          </p:nvSpPr>
          <p:spPr>
            <a:xfrm>
              <a:off x="29179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0" name="타원 13549">
              <a:extLst>
                <a:ext uri="{FF2B5EF4-FFF2-40B4-BE49-F238E27FC236}">
                  <a16:creationId xmlns:a16="http://schemas.microsoft.com/office/drawing/2014/main" id="{9C2FCD04-A618-4CD4-8E24-C18DD77CA42D}"/>
                </a:ext>
              </a:extLst>
            </p:cNvPr>
            <p:cNvSpPr/>
            <p:nvPr/>
          </p:nvSpPr>
          <p:spPr>
            <a:xfrm>
              <a:off x="30703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1" name="타원 13550">
              <a:extLst>
                <a:ext uri="{FF2B5EF4-FFF2-40B4-BE49-F238E27FC236}">
                  <a16:creationId xmlns:a16="http://schemas.microsoft.com/office/drawing/2014/main" id="{D47DFA5F-7D58-4B4F-84B8-DD358D50ACF6}"/>
                </a:ext>
              </a:extLst>
            </p:cNvPr>
            <p:cNvSpPr/>
            <p:nvPr/>
          </p:nvSpPr>
          <p:spPr>
            <a:xfrm>
              <a:off x="32227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2" name="타원 13551">
              <a:extLst>
                <a:ext uri="{FF2B5EF4-FFF2-40B4-BE49-F238E27FC236}">
                  <a16:creationId xmlns:a16="http://schemas.microsoft.com/office/drawing/2014/main" id="{BB53D9A9-313B-4A0D-BBE1-CB990A602299}"/>
                </a:ext>
              </a:extLst>
            </p:cNvPr>
            <p:cNvSpPr/>
            <p:nvPr/>
          </p:nvSpPr>
          <p:spPr>
            <a:xfrm>
              <a:off x="3375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3" name="타원 13552">
              <a:extLst>
                <a:ext uri="{FF2B5EF4-FFF2-40B4-BE49-F238E27FC236}">
                  <a16:creationId xmlns:a16="http://schemas.microsoft.com/office/drawing/2014/main" id="{E8B8A13D-59BD-472C-AE88-05704D7EC47F}"/>
                </a:ext>
              </a:extLst>
            </p:cNvPr>
            <p:cNvSpPr/>
            <p:nvPr/>
          </p:nvSpPr>
          <p:spPr>
            <a:xfrm>
              <a:off x="3527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4" name="타원 13553">
              <a:extLst>
                <a:ext uri="{FF2B5EF4-FFF2-40B4-BE49-F238E27FC236}">
                  <a16:creationId xmlns:a16="http://schemas.microsoft.com/office/drawing/2014/main" id="{E0B3D745-34C0-446E-AF3A-C62362B59240}"/>
                </a:ext>
              </a:extLst>
            </p:cNvPr>
            <p:cNvSpPr/>
            <p:nvPr/>
          </p:nvSpPr>
          <p:spPr>
            <a:xfrm>
              <a:off x="36799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5" name="타원 13554">
              <a:extLst>
                <a:ext uri="{FF2B5EF4-FFF2-40B4-BE49-F238E27FC236}">
                  <a16:creationId xmlns:a16="http://schemas.microsoft.com/office/drawing/2014/main" id="{B0ABC496-0740-41A2-B85C-84B79B563E11}"/>
                </a:ext>
              </a:extLst>
            </p:cNvPr>
            <p:cNvSpPr/>
            <p:nvPr/>
          </p:nvSpPr>
          <p:spPr>
            <a:xfrm>
              <a:off x="38323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6" name="타원 13555">
              <a:extLst>
                <a:ext uri="{FF2B5EF4-FFF2-40B4-BE49-F238E27FC236}">
                  <a16:creationId xmlns:a16="http://schemas.microsoft.com/office/drawing/2014/main" id="{38047164-6867-48A4-ABA4-E3DD84740406}"/>
                </a:ext>
              </a:extLst>
            </p:cNvPr>
            <p:cNvSpPr/>
            <p:nvPr/>
          </p:nvSpPr>
          <p:spPr>
            <a:xfrm>
              <a:off x="39847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7" name="타원 13556">
              <a:extLst>
                <a:ext uri="{FF2B5EF4-FFF2-40B4-BE49-F238E27FC236}">
                  <a16:creationId xmlns:a16="http://schemas.microsoft.com/office/drawing/2014/main" id="{206233A6-A579-4085-AD2B-5CC028D3F246}"/>
                </a:ext>
              </a:extLst>
            </p:cNvPr>
            <p:cNvSpPr/>
            <p:nvPr/>
          </p:nvSpPr>
          <p:spPr>
            <a:xfrm>
              <a:off x="4137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8" name="타원 13557">
              <a:extLst>
                <a:ext uri="{FF2B5EF4-FFF2-40B4-BE49-F238E27FC236}">
                  <a16:creationId xmlns:a16="http://schemas.microsoft.com/office/drawing/2014/main" id="{56B01471-ECF6-4EFE-B300-997B1C36C6D1}"/>
                </a:ext>
              </a:extLst>
            </p:cNvPr>
            <p:cNvSpPr/>
            <p:nvPr/>
          </p:nvSpPr>
          <p:spPr>
            <a:xfrm>
              <a:off x="4289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59" name="타원 13558">
              <a:extLst>
                <a:ext uri="{FF2B5EF4-FFF2-40B4-BE49-F238E27FC236}">
                  <a16:creationId xmlns:a16="http://schemas.microsoft.com/office/drawing/2014/main" id="{1A1B4ED4-E052-412D-9E8E-113B3451CFDC}"/>
                </a:ext>
              </a:extLst>
            </p:cNvPr>
            <p:cNvSpPr/>
            <p:nvPr/>
          </p:nvSpPr>
          <p:spPr>
            <a:xfrm>
              <a:off x="44419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0" name="타원 13559">
              <a:extLst>
                <a:ext uri="{FF2B5EF4-FFF2-40B4-BE49-F238E27FC236}">
                  <a16:creationId xmlns:a16="http://schemas.microsoft.com/office/drawing/2014/main" id="{F79C2317-F670-46C2-9D3D-F745AE9F2EFA}"/>
                </a:ext>
              </a:extLst>
            </p:cNvPr>
            <p:cNvSpPr/>
            <p:nvPr/>
          </p:nvSpPr>
          <p:spPr>
            <a:xfrm>
              <a:off x="45943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1" name="타원 13560">
              <a:extLst>
                <a:ext uri="{FF2B5EF4-FFF2-40B4-BE49-F238E27FC236}">
                  <a16:creationId xmlns:a16="http://schemas.microsoft.com/office/drawing/2014/main" id="{D9806594-5332-4579-80A4-6F17A9475573}"/>
                </a:ext>
              </a:extLst>
            </p:cNvPr>
            <p:cNvSpPr/>
            <p:nvPr/>
          </p:nvSpPr>
          <p:spPr>
            <a:xfrm>
              <a:off x="47467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2" name="타원 13561">
              <a:extLst>
                <a:ext uri="{FF2B5EF4-FFF2-40B4-BE49-F238E27FC236}">
                  <a16:creationId xmlns:a16="http://schemas.microsoft.com/office/drawing/2014/main" id="{410CA17C-C64C-40F9-AA19-BBD08FACDC3E}"/>
                </a:ext>
              </a:extLst>
            </p:cNvPr>
            <p:cNvSpPr/>
            <p:nvPr/>
          </p:nvSpPr>
          <p:spPr>
            <a:xfrm>
              <a:off x="4899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3" name="타원 13562">
              <a:extLst>
                <a:ext uri="{FF2B5EF4-FFF2-40B4-BE49-F238E27FC236}">
                  <a16:creationId xmlns:a16="http://schemas.microsoft.com/office/drawing/2014/main" id="{754831D4-59B0-4A59-B92A-7BEA7BC69E03}"/>
                </a:ext>
              </a:extLst>
            </p:cNvPr>
            <p:cNvSpPr/>
            <p:nvPr/>
          </p:nvSpPr>
          <p:spPr>
            <a:xfrm>
              <a:off x="5051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4" name="타원 13563">
              <a:extLst>
                <a:ext uri="{FF2B5EF4-FFF2-40B4-BE49-F238E27FC236}">
                  <a16:creationId xmlns:a16="http://schemas.microsoft.com/office/drawing/2014/main" id="{73040EE2-8C22-477B-8160-556E45E13160}"/>
                </a:ext>
              </a:extLst>
            </p:cNvPr>
            <p:cNvSpPr/>
            <p:nvPr/>
          </p:nvSpPr>
          <p:spPr>
            <a:xfrm>
              <a:off x="52039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5" name="타원 13564">
              <a:extLst>
                <a:ext uri="{FF2B5EF4-FFF2-40B4-BE49-F238E27FC236}">
                  <a16:creationId xmlns:a16="http://schemas.microsoft.com/office/drawing/2014/main" id="{F8B25B51-1BB8-49B8-AD8B-12D798ADA94A}"/>
                </a:ext>
              </a:extLst>
            </p:cNvPr>
            <p:cNvSpPr/>
            <p:nvPr/>
          </p:nvSpPr>
          <p:spPr>
            <a:xfrm>
              <a:off x="53563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6" name="타원 13565">
              <a:extLst>
                <a:ext uri="{FF2B5EF4-FFF2-40B4-BE49-F238E27FC236}">
                  <a16:creationId xmlns:a16="http://schemas.microsoft.com/office/drawing/2014/main" id="{5E994C67-F44F-4733-8A86-35BDBE976C60}"/>
                </a:ext>
              </a:extLst>
            </p:cNvPr>
            <p:cNvSpPr/>
            <p:nvPr/>
          </p:nvSpPr>
          <p:spPr>
            <a:xfrm>
              <a:off x="55087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7" name="타원 13566">
              <a:extLst>
                <a:ext uri="{FF2B5EF4-FFF2-40B4-BE49-F238E27FC236}">
                  <a16:creationId xmlns:a16="http://schemas.microsoft.com/office/drawing/2014/main" id="{75E4ACFB-C69C-4953-9B2A-39434BFD4013}"/>
                </a:ext>
              </a:extLst>
            </p:cNvPr>
            <p:cNvSpPr/>
            <p:nvPr/>
          </p:nvSpPr>
          <p:spPr>
            <a:xfrm>
              <a:off x="56611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8" name="타원 13567">
              <a:extLst>
                <a:ext uri="{FF2B5EF4-FFF2-40B4-BE49-F238E27FC236}">
                  <a16:creationId xmlns:a16="http://schemas.microsoft.com/office/drawing/2014/main" id="{4E7C2DAF-C34D-4498-812B-BAEC4EF7E373}"/>
                </a:ext>
              </a:extLst>
            </p:cNvPr>
            <p:cNvSpPr/>
            <p:nvPr/>
          </p:nvSpPr>
          <p:spPr>
            <a:xfrm>
              <a:off x="5813576" y="6477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9" name="타원 13568">
              <a:extLst>
                <a:ext uri="{FF2B5EF4-FFF2-40B4-BE49-F238E27FC236}">
                  <a16:creationId xmlns:a16="http://schemas.microsoft.com/office/drawing/2014/main" id="{F8940103-67A3-4B15-B1EB-DF31AF1AFDAF}"/>
                </a:ext>
              </a:extLst>
            </p:cNvPr>
            <p:cNvSpPr/>
            <p:nvPr/>
          </p:nvSpPr>
          <p:spPr>
            <a:xfrm>
              <a:off x="327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0" name="타원 13569">
              <a:extLst>
                <a:ext uri="{FF2B5EF4-FFF2-40B4-BE49-F238E27FC236}">
                  <a16:creationId xmlns:a16="http://schemas.microsoft.com/office/drawing/2014/main" id="{734F28A6-1BFD-4267-A1CC-F5D75FA589FF}"/>
                </a:ext>
              </a:extLst>
            </p:cNvPr>
            <p:cNvSpPr/>
            <p:nvPr/>
          </p:nvSpPr>
          <p:spPr>
            <a:xfrm>
              <a:off x="479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1" name="타원 13570">
              <a:extLst>
                <a:ext uri="{FF2B5EF4-FFF2-40B4-BE49-F238E27FC236}">
                  <a16:creationId xmlns:a16="http://schemas.microsoft.com/office/drawing/2014/main" id="{8AE6DDCC-AA81-4EF6-BE26-BE1C33939708}"/>
                </a:ext>
              </a:extLst>
            </p:cNvPr>
            <p:cNvSpPr/>
            <p:nvPr/>
          </p:nvSpPr>
          <p:spPr>
            <a:xfrm>
              <a:off x="6319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2" name="타원 13571">
              <a:extLst>
                <a:ext uri="{FF2B5EF4-FFF2-40B4-BE49-F238E27FC236}">
                  <a16:creationId xmlns:a16="http://schemas.microsoft.com/office/drawing/2014/main" id="{E073A67E-6F2B-4DE5-9503-0177332CC212}"/>
                </a:ext>
              </a:extLst>
            </p:cNvPr>
            <p:cNvSpPr/>
            <p:nvPr/>
          </p:nvSpPr>
          <p:spPr>
            <a:xfrm>
              <a:off x="7843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3" name="타원 13572">
              <a:extLst>
                <a:ext uri="{FF2B5EF4-FFF2-40B4-BE49-F238E27FC236}">
                  <a16:creationId xmlns:a16="http://schemas.microsoft.com/office/drawing/2014/main" id="{DA7B955E-3A2F-414D-951B-84F5CD613E82}"/>
                </a:ext>
              </a:extLst>
            </p:cNvPr>
            <p:cNvSpPr/>
            <p:nvPr/>
          </p:nvSpPr>
          <p:spPr>
            <a:xfrm>
              <a:off x="9367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4" name="타원 13573">
              <a:extLst>
                <a:ext uri="{FF2B5EF4-FFF2-40B4-BE49-F238E27FC236}">
                  <a16:creationId xmlns:a16="http://schemas.microsoft.com/office/drawing/2014/main" id="{6C8847F3-3F50-45F0-8E23-A5B7CC2C9EBD}"/>
                </a:ext>
              </a:extLst>
            </p:cNvPr>
            <p:cNvSpPr/>
            <p:nvPr/>
          </p:nvSpPr>
          <p:spPr>
            <a:xfrm>
              <a:off x="1089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5" name="타원 13574">
              <a:extLst>
                <a:ext uri="{FF2B5EF4-FFF2-40B4-BE49-F238E27FC236}">
                  <a16:creationId xmlns:a16="http://schemas.microsoft.com/office/drawing/2014/main" id="{9F7D0466-D2BF-4884-9EAD-E5FE4307B2E9}"/>
                </a:ext>
              </a:extLst>
            </p:cNvPr>
            <p:cNvSpPr/>
            <p:nvPr/>
          </p:nvSpPr>
          <p:spPr>
            <a:xfrm>
              <a:off x="1241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6" name="타원 13575">
              <a:extLst>
                <a:ext uri="{FF2B5EF4-FFF2-40B4-BE49-F238E27FC236}">
                  <a16:creationId xmlns:a16="http://schemas.microsoft.com/office/drawing/2014/main" id="{5B82AB39-A1E0-48B6-824C-B019626B6F0F}"/>
                </a:ext>
              </a:extLst>
            </p:cNvPr>
            <p:cNvSpPr/>
            <p:nvPr/>
          </p:nvSpPr>
          <p:spPr>
            <a:xfrm>
              <a:off x="13939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7" name="타원 13576">
              <a:extLst>
                <a:ext uri="{FF2B5EF4-FFF2-40B4-BE49-F238E27FC236}">
                  <a16:creationId xmlns:a16="http://schemas.microsoft.com/office/drawing/2014/main" id="{ED95B25B-1590-45AB-B008-71188AC09ECF}"/>
                </a:ext>
              </a:extLst>
            </p:cNvPr>
            <p:cNvSpPr/>
            <p:nvPr/>
          </p:nvSpPr>
          <p:spPr>
            <a:xfrm>
              <a:off x="15463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8" name="타원 13577">
              <a:extLst>
                <a:ext uri="{FF2B5EF4-FFF2-40B4-BE49-F238E27FC236}">
                  <a16:creationId xmlns:a16="http://schemas.microsoft.com/office/drawing/2014/main" id="{A4A7332E-CE8B-4546-995F-48C32AC1364F}"/>
                </a:ext>
              </a:extLst>
            </p:cNvPr>
            <p:cNvSpPr/>
            <p:nvPr/>
          </p:nvSpPr>
          <p:spPr>
            <a:xfrm>
              <a:off x="16987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79" name="타원 13578">
              <a:extLst>
                <a:ext uri="{FF2B5EF4-FFF2-40B4-BE49-F238E27FC236}">
                  <a16:creationId xmlns:a16="http://schemas.microsoft.com/office/drawing/2014/main" id="{95E384AD-9EE4-4333-B8FA-057CD75288F2}"/>
                </a:ext>
              </a:extLst>
            </p:cNvPr>
            <p:cNvSpPr/>
            <p:nvPr/>
          </p:nvSpPr>
          <p:spPr>
            <a:xfrm>
              <a:off x="1851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0" name="타원 13579">
              <a:extLst>
                <a:ext uri="{FF2B5EF4-FFF2-40B4-BE49-F238E27FC236}">
                  <a16:creationId xmlns:a16="http://schemas.microsoft.com/office/drawing/2014/main" id="{99C395C6-BCF1-4AC0-B5BD-14EFB38BF91C}"/>
                </a:ext>
              </a:extLst>
            </p:cNvPr>
            <p:cNvSpPr/>
            <p:nvPr/>
          </p:nvSpPr>
          <p:spPr>
            <a:xfrm>
              <a:off x="2003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1" name="타원 13580">
              <a:extLst>
                <a:ext uri="{FF2B5EF4-FFF2-40B4-BE49-F238E27FC236}">
                  <a16:creationId xmlns:a16="http://schemas.microsoft.com/office/drawing/2014/main" id="{ED5F64B4-13F6-49F9-A22B-5F7EDE22F4A7}"/>
                </a:ext>
              </a:extLst>
            </p:cNvPr>
            <p:cNvSpPr/>
            <p:nvPr/>
          </p:nvSpPr>
          <p:spPr>
            <a:xfrm>
              <a:off x="21559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2" name="타원 13581">
              <a:extLst>
                <a:ext uri="{FF2B5EF4-FFF2-40B4-BE49-F238E27FC236}">
                  <a16:creationId xmlns:a16="http://schemas.microsoft.com/office/drawing/2014/main" id="{9D030886-F17D-4C29-84F2-06541603140F}"/>
                </a:ext>
              </a:extLst>
            </p:cNvPr>
            <p:cNvSpPr/>
            <p:nvPr/>
          </p:nvSpPr>
          <p:spPr>
            <a:xfrm>
              <a:off x="23083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3" name="타원 13582">
              <a:extLst>
                <a:ext uri="{FF2B5EF4-FFF2-40B4-BE49-F238E27FC236}">
                  <a16:creationId xmlns:a16="http://schemas.microsoft.com/office/drawing/2014/main" id="{5C769F3F-E9E0-4CF9-A67D-26B40F731BA8}"/>
                </a:ext>
              </a:extLst>
            </p:cNvPr>
            <p:cNvSpPr/>
            <p:nvPr/>
          </p:nvSpPr>
          <p:spPr>
            <a:xfrm>
              <a:off x="24607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4" name="타원 13583">
              <a:extLst>
                <a:ext uri="{FF2B5EF4-FFF2-40B4-BE49-F238E27FC236}">
                  <a16:creationId xmlns:a16="http://schemas.microsoft.com/office/drawing/2014/main" id="{9A2CDDC9-7007-45DB-A9E5-CE1E033973E9}"/>
                </a:ext>
              </a:extLst>
            </p:cNvPr>
            <p:cNvSpPr/>
            <p:nvPr/>
          </p:nvSpPr>
          <p:spPr>
            <a:xfrm>
              <a:off x="2613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5" name="타원 13584">
              <a:extLst>
                <a:ext uri="{FF2B5EF4-FFF2-40B4-BE49-F238E27FC236}">
                  <a16:creationId xmlns:a16="http://schemas.microsoft.com/office/drawing/2014/main" id="{F0A9E4DB-BD4D-4348-9619-640535DD10FB}"/>
                </a:ext>
              </a:extLst>
            </p:cNvPr>
            <p:cNvSpPr/>
            <p:nvPr/>
          </p:nvSpPr>
          <p:spPr>
            <a:xfrm>
              <a:off x="2765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6" name="타원 13585">
              <a:extLst>
                <a:ext uri="{FF2B5EF4-FFF2-40B4-BE49-F238E27FC236}">
                  <a16:creationId xmlns:a16="http://schemas.microsoft.com/office/drawing/2014/main" id="{AC12F374-CF56-485A-99AC-F6924EA10C18}"/>
                </a:ext>
              </a:extLst>
            </p:cNvPr>
            <p:cNvSpPr/>
            <p:nvPr/>
          </p:nvSpPr>
          <p:spPr>
            <a:xfrm>
              <a:off x="29179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7" name="타원 13586">
              <a:extLst>
                <a:ext uri="{FF2B5EF4-FFF2-40B4-BE49-F238E27FC236}">
                  <a16:creationId xmlns:a16="http://schemas.microsoft.com/office/drawing/2014/main" id="{522EE4F1-496C-45A7-B45B-6CABC934E03F}"/>
                </a:ext>
              </a:extLst>
            </p:cNvPr>
            <p:cNvSpPr/>
            <p:nvPr/>
          </p:nvSpPr>
          <p:spPr>
            <a:xfrm>
              <a:off x="30703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8" name="타원 13587">
              <a:extLst>
                <a:ext uri="{FF2B5EF4-FFF2-40B4-BE49-F238E27FC236}">
                  <a16:creationId xmlns:a16="http://schemas.microsoft.com/office/drawing/2014/main" id="{B73A0407-956A-4D50-A0FB-2C3283240D11}"/>
                </a:ext>
              </a:extLst>
            </p:cNvPr>
            <p:cNvSpPr/>
            <p:nvPr/>
          </p:nvSpPr>
          <p:spPr>
            <a:xfrm>
              <a:off x="32227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9" name="타원 13588">
              <a:extLst>
                <a:ext uri="{FF2B5EF4-FFF2-40B4-BE49-F238E27FC236}">
                  <a16:creationId xmlns:a16="http://schemas.microsoft.com/office/drawing/2014/main" id="{C8CA5EFA-A981-4582-BAB0-E800AFC40AF1}"/>
                </a:ext>
              </a:extLst>
            </p:cNvPr>
            <p:cNvSpPr/>
            <p:nvPr/>
          </p:nvSpPr>
          <p:spPr>
            <a:xfrm>
              <a:off x="3375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0" name="타원 13589">
              <a:extLst>
                <a:ext uri="{FF2B5EF4-FFF2-40B4-BE49-F238E27FC236}">
                  <a16:creationId xmlns:a16="http://schemas.microsoft.com/office/drawing/2014/main" id="{1F04751B-2B57-4B47-AE42-83BDE862DD95}"/>
                </a:ext>
              </a:extLst>
            </p:cNvPr>
            <p:cNvSpPr/>
            <p:nvPr/>
          </p:nvSpPr>
          <p:spPr>
            <a:xfrm>
              <a:off x="3527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1" name="타원 13590">
              <a:extLst>
                <a:ext uri="{FF2B5EF4-FFF2-40B4-BE49-F238E27FC236}">
                  <a16:creationId xmlns:a16="http://schemas.microsoft.com/office/drawing/2014/main" id="{7A76B978-2619-40C9-913D-46F9B0E9DC32}"/>
                </a:ext>
              </a:extLst>
            </p:cNvPr>
            <p:cNvSpPr/>
            <p:nvPr/>
          </p:nvSpPr>
          <p:spPr>
            <a:xfrm>
              <a:off x="36799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2" name="타원 13591">
              <a:extLst>
                <a:ext uri="{FF2B5EF4-FFF2-40B4-BE49-F238E27FC236}">
                  <a16:creationId xmlns:a16="http://schemas.microsoft.com/office/drawing/2014/main" id="{F4A8637C-74A2-4478-9AB7-35B486AE50A4}"/>
                </a:ext>
              </a:extLst>
            </p:cNvPr>
            <p:cNvSpPr/>
            <p:nvPr/>
          </p:nvSpPr>
          <p:spPr>
            <a:xfrm>
              <a:off x="38323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3" name="타원 13592">
              <a:extLst>
                <a:ext uri="{FF2B5EF4-FFF2-40B4-BE49-F238E27FC236}">
                  <a16:creationId xmlns:a16="http://schemas.microsoft.com/office/drawing/2014/main" id="{0E4DC8BE-A2F1-418B-9A0D-8EB46F128D49}"/>
                </a:ext>
              </a:extLst>
            </p:cNvPr>
            <p:cNvSpPr/>
            <p:nvPr/>
          </p:nvSpPr>
          <p:spPr>
            <a:xfrm>
              <a:off x="39847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4" name="타원 13593">
              <a:extLst>
                <a:ext uri="{FF2B5EF4-FFF2-40B4-BE49-F238E27FC236}">
                  <a16:creationId xmlns:a16="http://schemas.microsoft.com/office/drawing/2014/main" id="{E706AC24-2C4D-48E7-A407-445CDAD7C761}"/>
                </a:ext>
              </a:extLst>
            </p:cNvPr>
            <p:cNvSpPr/>
            <p:nvPr/>
          </p:nvSpPr>
          <p:spPr>
            <a:xfrm>
              <a:off x="4137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5" name="타원 13594">
              <a:extLst>
                <a:ext uri="{FF2B5EF4-FFF2-40B4-BE49-F238E27FC236}">
                  <a16:creationId xmlns:a16="http://schemas.microsoft.com/office/drawing/2014/main" id="{5B4B505A-52DF-4BA5-B4E4-5A4BEE454E7D}"/>
                </a:ext>
              </a:extLst>
            </p:cNvPr>
            <p:cNvSpPr/>
            <p:nvPr/>
          </p:nvSpPr>
          <p:spPr>
            <a:xfrm>
              <a:off x="4289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6" name="타원 13595">
              <a:extLst>
                <a:ext uri="{FF2B5EF4-FFF2-40B4-BE49-F238E27FC236}">
                  <a16:creationId xmlns:a16="http://schemas.microsoft.com/office/drawing/2014/main" id="{7C73D166-3522-4B0A-BFF9-488DAC0EC5AD}"/>
                </a:ext>
              </a:extLst>
            </p:cNvPr>
            <p:cNvSpPr/>
            <p:nvPr/>
          </p:nvSpPr>
          <p:spPr>
            <a:xfrm>
              <a:off x="44419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7" name="타원 13596">
              <a:extLst>
                <a:ext uri="{FF2B5EF4-FFF2-40B4-BE49-F238E27FC236}">
                  <a16:creationId xmlns:a16="http://schemas.microsoft.com/office/drawing/2014/main" id="{25E012DE-2124-46BA-B0A3-1F2EE8FFA2D4}"/>
                </a:ext>
              </a:extLst>
            </p:cNvPr>
            <p:cNvSpPr/>
            <p:nvPr/>
          </p:nvSpPr>
          <p:spPr>
            <a:xfrm>
              <a:off x="45943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8" name="타원 13597">
              <a:extLst>
                <a:ext uri="{FF2B5EF4-FFF2-40B4-BE49-F238E27FC236}">
                  <a16:creationId xmlns:a16="http://schemas.microsoft.com/office/drawing/2014/main" id="{FB642E94-56F8-4F6F-9124-7C2894556EA2}"/>
                </a:ext>
              </a:extLst>
            </p:cNvPr>
            <p:cNvSpPr/>
            <p:nvPr/>
          </p:nvSpPr>
          <p:spPr>
            <a:xfrm>
              <a:off x="47467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9" name="타원 13598">
              <a:extLst>
                <a:ext uri="{FF2B5EF4-FFF2-40B4-BE49-F238E27FC236}">
                  <a16:creationId xmlns:a16="http://schemas.microsoft.com/office/drawing/2014/main" id="{4DA961A5-F6FC-4F0C-880F-484010AD3F0C}"/>
                </a:ext>
              </a:extLst>
            </p:cNvPr>
            <p:cNvSpPr/>
            <p:nvPr/>
          </p:nvSpPr>
          <p:spPr>
            <a:xfrm>
              <a:off x="4899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0" name="타원 13599">
              <a:extLst>
                <a:ext uri="{FF2B5EF4-FFF2-40B4-BE49-F238E27FC236}">
                  <a16:creationId xmlns:a16="http://schemas.microsoft.com/office/drawing/2014/main" id="{F9870A00-96B3-4694-898B-CCBBD299FE7F}"/>
                </a:ext>
              </a:extLst>
            </p:cNvPr>
            <p:cNvSpPr/>
            <p:nvPr/>
          </p:nvSpPr>
          <p:spPr>
            <a:xfrm>
              <a:off x="5051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1" name="타원 13600">
              <a:extLst>
                <a:ext uri="{FF2B5EF4-FFF2-40B4-BE49-F238E27FC236}">
                  <a16:creationId xmlns:a16="http://schemas.microsoft.com/office/drawing/2014/main" id="{4543E471-C19F-42B8-A622-2E7545919E80}"/>
                </a:ext>
              </a:extLst>
            </p:cNvPr>
            <p:cNvSpPr/>
            <p:nvPr/>
          </p:nvSpPr>
          <p:spPr>
            <a:xfrm>
              <a:off x="52039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2" name="타원 13601">
              <a:extLst>
                <a:ext uri="{FF2B5EF4-FFF2-40B4-BE49-F238E27FC236}">
                  <a16:creationId xmlns:a16="http://schemas.microsoft.com/office/drawing/2014/main" id="{1195EC7B-562E-40F5-8D66-0E5CE5912EC2}"/>
                </a:ext>
              </a:extLst>
            </p:cNvPr>
            <p:cNvSpPr/>
            <p:nvPr/>
          </p:nvSpPr>
          <p:spPr>
            <a:xfrm>
              <a:off x="53563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3" name="타원 13602">
              <a:extLst>
                <a:ext uri="{FF2B5EF4-FFF2-40B4-BE49-F238E27FC236}">
                  <a16:creationId xmlns:a16="http://schemas.microsoft.com/office/drawing/2014/main" id="{F9030C6C-2F75-4095-A27F-7B926F135C28}"/>
                </a:ext>
              </a:extLst>
            </p:cNvPr>
            <p:cNvSpPr/>
            <p:nvPr/>
          </p:nvSpPr>
          <p:spPr>
            <a:xfrm>
              <a:off x="55087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4" name="타원 13603">
              <a:extLst>
                <a:ext uri="{FF2B5EF4-FFF2-40B4-BE49-F238E27FC236}">
                  <a16:creationId xmlns:a16="http://schemas.microsoft.com/office/drawing/2014/main" id="{68E7EAD6-8E9D-499C-A9ED-2EA1D15C8C12}"/>
                </a:ext>
              </a:extLst>
            </p:cNvPr>
            <p:cNvSpPr/>
            <p:nvPr/>
          </p:nvSpPr>
          <p:spPr>
            <a:xfrm>
              <a:off x="56611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5" name="타원 13604">
              <a:extLst>
                <a:ext uri="{FF2B5EF4-FFF2-40B4-BE49-F238E27FC236}">
                  <a16:creationId xmlns:a16="http://schemas.microsoft.com/office/drawing/2014/main" id="{36A35955-2FD5-4258-8AF7-9D8FAE14224A}"/>
                </a:ext>
              </a:extLst>
            </p:cNvPr>
            <p:cNvSpPr/>
            <p:nvPr/>
          </p:nvSpPr>
          <p:spPr>
            <a:xfrm>
              <a:off x="5813576" y="6629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6" name="타원 13605">
              <a:extLst>
                <a:ext uri="{FF2B5EF4-FFF2-40B4-BE49-F238E27FC236}">
                  <a16:creationId xmlns:a16="http://schemas.microsoft.com/office/drawing/2014/main" id="{D02B366C-1D0A-4AB2-AAF7-A97557926431}"/>
                </a:ext>
              </a:extLst>
            </p:cNvPr>
            <p:cNvSpPr/>
            <p:nvPr/>
          </p:nvSpPr>
          <p:spPr>
            <a:xfrm>
              <a:off x="327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7" name="타원 13606">
              <a:extLst>
                <a:ext uri="{FF2B5EF4-FFF2-40B4-BE49-F238E27FC236}">
                  <a16:creationId xmlns:a16="http://schemas.microsoft.com/office/drawing/2014/main" id="{8C17285B-F16C-474F-A308-AED84F733F81}"/>
                </a:ext>
              </a:extLst>
            </p:cNvPr>
            <p:cNvSpPr/>
            <p:nvPr/>
          </p:nvSpPr>
          <p:spPr>
            <a:xfrm>
              <a:off x="479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8" name="타원 13607">
              <a:extLst>
                <a:ext uri="{FF2B5EF4-FFF2-40B4-BE49-F238E27FC236}">
                  <a16:creationId xmlns:a16="http://schemas.microsoft.com/office/drawing/2014/main" id="{99A521F8-85F7-4F0E-B35B-76864332A6AC}"/>
                </a:ext>
              </a:extLst>
            </p:cNvPr>
            <p:cNvSpPr/>
            <p:nvPr/>
          </p:nvSpPr>
          <p:spPr>
            <a:xfrm>
              <a:off x="6319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9" name="타원 13608">
              <a:extLst>
                <a:ext uri="{FF2B5EF4-FFF2-40B4-BE49-F238E27FC236}">
                  <a16:creationId xmlns:a16="http://schemas.microsoft.com/office/drawing/2014/main" id="{98927356-906C-4FF7-88D8-BA48594A15BD}"/>
                </a:ext>
              </a:extLst>
            </p:cNvPr>
            <p:cNvSpPr/>
            <p:nvPr/>
          </p:nvSpPr>
          <p:spPr>
            <a:xfrm>
              <a:off x="7843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0" name="타원 13609">
              <a:extLst>
                <a:ext uri="{FF2B5EF4-FFF2-40B4-BE49-F238E27FC236}">
                  <a16:creationId xmlns:a16="http://schemas.microsoft.com/office/drawing/2014/main" id="{8545D74E-9379-40D9-BF8A-4CCEA8EA618A}"/>
                </a:ext>
              </a:extLst>
            </p:cNvPr>
            <p:cNvSpPr/>
            <p:nvPr/>
          </p:nvSpPr>
          <p:spPr>
            <a:xfrm>
              <a:off x="9367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1" name="타원 13610">
              <a:extLst>
                <a:ext uri="{FF2B5EF4-FFF2-40B4-BE49-F238E27FC236}">
                  <a16:creationId xmlns:a16="http://schemas.microsoft.com/office/drawing/2014/main" id="{07BEDB41-9E43-48B5-8A81-278246D9C3D7}"/>
                </a:ext>
              </a:extLst>
            </p:cNvPr>
            <p:cNvSpPr/>
            <p:nvPr/>
          </p:nvSpPr>
          <p:spPr>
            <a:xfrm>
              <a:off x="1089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2" name="타원 13611">
              <a:extLst>
                <a:ext uri="{FF2B5EF4-FFF2-40B4-BE49-F238E27FC236}">
                  <a16:creationId xmlns:a16="http://schemas.microsoft.com/office/drawing/2014/main" id="{30996286-4DAC-499B-8B16-5A12B625F4B6}"/>
                </a:ext>
              </a:extLst>
            </p:cNvPr>
            <p:cNvSpPr/>
            <p:nvPr/>
          </p:nvSpPr>
          <p:spPr>
            <a:xfrm>
              <a:off x="1241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3" name="타원 13612">
              <a:extLst>
                <a:ext uri="{FF2B5EF4-FFF2-40B4-BE49-F238E27FC236}">
                  <a16:creationId xmlns:a16="http://schemas.microsoft.com/office/drawing/2014/main" id="{A14D5E32-A742-46DB-850F-C2B847B57EEE}"/>
                </a:ext>
              </a:extLst>
            </p:cNvPr>
            <p:cNvSpPr/>
            <p:nvPr/>
          </p:nvSpPr>
          <p:spPr>
            <a:xfrm>
              <a:off x="13939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4" name="타원 13613">
              <a:extLst>
                <a:ext uri="{FF2B5EF4-FFF2-40B4-BE49-F238E27FC236}">
                  <a16:creationId xmlns:a16="http://schemas.microsoft.com/office/drawing/2014/main" id="{F3EB1566-938B-4B7E-B9C0-F409297247BB}"/>
                </a:ext>
              </a:extLst>
            </p:cNvPr>
            <p:cNvSpPr/>
            <p:nvPr/>
          </p:nvSpPr>
          <p:spPr>
            <a:xfrm>
              <a:off x="15463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5" name="타원 13614">
              <a:extLst>
                <a:ext uri="{FF2B5EF4-FFF2-40B4-BE49-F238E27FC236}">
                  <a16:creationId xmlns:a16="http://schemas.microsoft.com/office/drawing/2014/main" id="{D9D148C0-CDCF-417D-8216-F2A43740A96C}"/>
                </a:ext>
              </a:extLst>
            </p:cNvPr>
            <p:cNvSpPr/>
            <p:nvPr/>
          </p:nvSpPr>
          <p:spPr>
            <a:xfrm>
              <a:off x="16987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6" name="타원 13615">
              <a:extLst>
                <a:ext uri="{FF2B5EF4-FFF2-40B4-BE49-F238E27FC236}">
                  <a16:creationId xmlns:a16="http://schemas.microsoft.com/office/drawing/2014/main" id="{0270B8A5-CD81-4F4C-A247-1CB1E776E53B}"/>
                </a:ext>
              </a:extLst>
            </p:cNvPr>
            <p:cNvSpPr/>
            <p:nvPr/>
          </p:nvSpPr>
          <p:spPr>
            <a:xfrm>
              <a:off x="1851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7" name="타원 13616">
              <a:extLst>
                <a:ext uri="{FF2B5EF4-FFF2-40B4-BE49-F238E27FC236}">
                  <a16:creationId xmlns:a16="http://schemas.microsoft.com/office/drawing/2014/main" id="{100008CC-DC24-499C-B559-A3E38A1209BE}"/>
                </a:ext>
              </a:extLst>
            </p:cNvPr>
            <p:cNvSpPr/>
            <p:nvPr/>
          </p:nvSpPr>
          <p:spPr>
            <a:xfrm>
              <a:off x="2003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8" name="타원 13617">
              <a:extLst>
                <a:ext uri="{FF2B5EF4-FFF2-40B4-BE49-F238E27FC236}">
                  <a16:creationId xmlns:a16="http://schemas.microsoft.com/office/drawing/2014/main" id="{2B8F2564-EEF5-4C7A-9C60-27CF1EAA1364}"/>
                </a:ext>
              </a:extLst>
            </p:cNvPr>
            <p:cNvSpPr/>
            <p:nvPr/>
          </p:nvSpPr>
          <p:spPr>
            <a:xfrm>
              <a:off x="21559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9" name="타원 13618">
              <a:extLst>
                <a:ext uri="{FF2B5EF4-FFF2-40B4-BE49-F238E27FC236}">
                  <a16:creationId xmlns:a16="http://schemas.microsoft.com/office/drawing/2014/main" id="{0C10700C-FDE6-44E2-82CD-CC6CD45655A9}"/>
                </a:ext>
              </a:extLst>
            </p:cNvPr>
            <p:cNvSpPr/>
            <p:nvPr/>
          </p:nvSpPr>
          <p:spPr>
            <a:xfrm>
              <a:off x="23083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0" name="타원 13619">
              <a:extLst>
                <a:ext uri="{FF2B5EF4-FFF2-40B4-BE49-F238E27FC236}">
                  <a16:creationId xmlns:a16="http://schemas.microsoft.com/office/drawing/2014/main" id="{44CF4C57-001D-4FF8-99B5-A413169840A4}"/>
                </a:ext>
              </a:extLst>
            </p:cNvPr>
            <p:cNvSpPr/>
            <p:nvPr/>
          </p:nvSpPr>
          <p:spPr>
            <a:xfrm>
              <a:off x="24607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1" name="타원 13620">
              <a:extLst>
                <a:ext uri="{FF2B5EF4-FFF2-40B4-BE49-F238E27FC236}">
                  <a16:creationId xmlns:a16="http://schemas.microsoft.com/office/drawing/2014/main" id="{13E7B48B-9D3E-4DE0-9795-1B94364F82CE}"/>
                </a:ext>
              </a:extLst>
            </p:cNvPr>
            <p:cNvSpPr/>
            <p:nvPr/>
          </p:nvSpPr>
          <p:spPr>
            <a:xfrm>
              <a:off x="2613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2" name="타원 13621">
              <a:extLst>
                <a:ext uri="{FF2B5EF4-FFF2-40B4-BE49-F238E27FC236}">
                  <a16:creationId xmlns:a16="http://schemas.microsoft.com/office/drawing/2014/main" id="{24AD4F73-B9C1-4720-9945-CD7AA00CFB61}"/>
                </a:ext>
              </a:extLst>
            </p:cNvPr>
            <p:cNvSpPr/>
            <p:nvPr/>
          </p:nvSpPr>
          <p:spPr>
            <a:xfrm>
              <a:off x="2765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3" name="타원 13622">
              <a:extLst>
                <a:ext uri="{FF2B5EF4-FFF2-40B4-BE49-F238E27FC236}">
                  <a16:creationId xmlns:a16="http://schemas.microsoft.com/office/drawing/2014/main" id="{F8031C1A-ED7B-4698-8FA2-CBE270E477D6}"/>
                </a:ext>
              </a:extLst>
            </p:cNvPr>
            <p:cNvSpPr/>
            <p:nvPr/>
          </p:nvSpPr>
          <p:spPr>
            <a:xfrm>
              <a:off x="29179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4" name="타원 13623">
              <a:extLst>
                <a:ext uri="{FF2B5EF4-FFF2-40B4-BE49-F238E27FC236}">
                  <a16:creationId xmlns:a16="http://schemas.microsoft.com/office/drawing/2014/main" id="{F118044C-0D49-46E7-ACDA-9BF4B74088F6}"/>
                </a:ext>
              </a:extLst>
            </p:cNvPr>
            <p:cNvSpPr/>
            <p:nvPr/>
          </p:nvSpPr>
          <p:spPr>
            <a:xfrm>
              <a:off x="30703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5" name="타원 13624">
              <a:extLst>
                <a:ext uri="{FF2B5EF4-FFF2-40B4-BE49-F238E27FC236}">
                  <a16:creationId xmlns:a16="http://schemas.microsoft.com/office/drawing/2014/main" id="{EE76CCB1-2372-47A9-A48E-2DE99CAA57EA}"/>
                </a:ext>
              </a:extLst>
            </p:cNvPr>
            <p:cNvSpPr/>
            <p:nvPr/>
          </p:nvSpPr>
          <p:spPr>
            <a:xfrm>
              <a:off x="32227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6" name="타원 13625">
              <a:extLst>
                <a:ext uri="{FF2B5EF4-FFF2-40B4-BE49-F238E27FC236}">
                  <a16:creationId xmlns:a16="http://schemas.microsoft.com/office/drawing/2014/main" id="{80FBA56D-8744-4CAA-A0F8-EE7CB7AF0FC6}"/>
                </a:ext>
              </a:extLst>
            </p:cNvPr>
            <p:cNvSpPr/>
            <p:nvPr/>
          </p:nvSpPr>
          <p:spPr>
            <a:xfrm>
              <a:off x="3375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7" name="타원 13626">
              <a:extLst>
                <a:ext uri="{FF2B5EF4-FFF2-40B4-BE49-F238E27FC236}">
                  <a16:creationId xmlns:a16="http://schemas.microsoft.com/office/drawing/2014/main" id="{57D05F50-423B-4651-9293-48CFC6F19C24}"/>
                </a:ext>
              </a:extLst>
            </p:cNvPr>
            <p:cNvSpPr/>
            <p:nvPr/>
          </p:nvSpPr>
          <p:spPr>
            <a:xfrm>
              <a:off x="3527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8" name="타원 13627">
              <a:extLst>
                <a:ext uri="{FF2B5EF4-FFF2-40B4-BE49-F238E27FC236}">
                  <a16:creationId xmlns:a16="http://schemas.microsoft.com/office/drawing/2014/main" id="{09E92884-82FC-4C13-8885-EF66C5B8FD2E}"/>
                </a:ext>
              </a:extLst>
            </p:cNvPr>
            <p:cNvSpPr/>
            <p:nvPr/>
          </p:nvSpPr>
          <p:spPr>
            <a:xfrm>
              <a:off x="36799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9" name="타원 13628">
              <a:extLst>
                <a:ext uri="{FF2B5EF4-FFF2-40B4-BE49-F238E27FC236}">
                  <a16:creationId xmlns:a16="http://schemas.microsoft.com/office/drawing/2014/main" id="{22DC78B2-97CD-4778-B392-D3F560EBBFAB}"/>
                </a:ext>
              </a:extLst>
            </p:cNvPr>
            <p:cNvSpPr/>
            <p:nvPr/>
          </p:nvSpPr>
          <p:spPr>
            <a:xfrm>
              <a:off x="38323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0" name="타원 13629">
              <a:extLst>
                <a:ext uri="{FF2B5EF4-FFF2-40B4-BE49-F238E27FC236}">
                  <a16:creationId xmlns:a16="http://schemas.microsoft.com/office/drawing/2014/main" id="{EA4186D0-94B3-4DCA-A2BF-33FE5B4650FE}"/>
                </a:ext>
              </a:extLst>
            </p:cNvPr>
            <p:cNvSpPr/>
            <p:nvPr/>
          </p:nvSpPr>
          <p:spPr>
            <a:xfrm>
              <a:off x="39847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1" name="타원 13630">
              <a:extLst>
                <a:ext uri="{FF2B5EF4-FFF2-40B4-BE49-F238E27FC236}">
                  <a16:creationId xmlns:a16="http://schemas.microsoft.com/office/drawing/2014/main" id="{0F13D33C-968D-4AC1-9F92-B0445EE9B5BC}"/>
                </a:ext>
              </a:extLst>
            </p:cNvPr>
            <p:cNvSpPr/>
            <p:nvPr/>
          </p:nvSpPr>
          <p:spPr>
            <a:xfrm>
              <a:off x="4137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2" name="타원 13631">
              <a:extLst>
                <a:ext uri="{FF2B5EF4-FFF2-40B4-BE49-F238E27FC236}">
                  <a16:creationId xmlns:a16="http://schemas.microsoft.com/office/drawing/2014/main" id="{855FA10A-ED7A-4BC2-8088-73470C7A595C}"/>
                </a:ext>
              </a:extLst>
            </p:cNvPr>
            <p:cNvSpPr/>
            <p:nvPr/>
          </p:nvSpPr>
          <p:spPr>
            <a:xfrm>
              <a:off x="4289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3" name="타원 13632">
              <a:extLst>
                <a:ext uri="{FF2B5EF4-FFF2-40B4-BE49-F238E27FC236}">
                  <a16:creationId xmlns:a16="http://schemas.microsoft.com/office/drawing/2014/main" id="{D8F2ED6E-13AE-4B7E-891D-7D66AF96974F}"/>
                </a:ext>
              </a:extLst>
            </p:cNvPr>
            <p:cNvSpPr/>
            <p:nvPr/>
          </p:nvSpPr>
          <p:spPr>
            <a:xfrm>
              <a:off x="44419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4" name="타원 13633">
              <a:extLst>
                <a:ext uri="{FF2B5EF4-FFF2-40B4-BE49-F238E27FC236}">
                  <a16:creationId xmlns:a16="http://schemas.microsoft.com/office/drawing/2014/main" id="{12A9557F-B331-422D-9789-74A6D4BF0300}"/>
                </a:ext>
              </a:extLst>
            </p:cNvPr>
            <p:cNvSpPr/>
            <p:nvPr/>
          </p:nvSpPr>
          <p:spPr>
            <a:xfrm>
              <a:off x="45943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5" name="타원 13634">
              <a:extLst>
                <a:ext uri="{FF2B5EF4-FFF2-40B4-BE49-F238E27FC236}">
                  <a16:creationId xmlns:a16="http://schemas.microsoft.com/office/drawing/2014/main" id="{FC871EC0-4BE5-40F3-80A3-C947A331696B}"/>
                </a:ext>
              </a:extLst>
            </p:cNvPr>
            <p:cNvSpPr/>
            <p:nvPr/>
          </p:nvSpPr>
          <p:spPr>
            <a:xfrm>
              <a:off x="47467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6" name="타원 13635">
              <a:extLst>
                <a:ext uri="{FF2B5EF4-FFF2-40B4-BE49-F238E27FC236}">
                  <a16:creationId xmlns:a16="http://schemas.microsoft.com/office/drawing/2014/main" id="{1705A57D-4F85-4D15-A8C2-C2F17792ED60}"/>
                </a:ext>
              </a:extLst>
            </p:cNvPr>
            <p:cNvSpPr/>
            <p:nvPr/>
          </p:nvSpPr>
          <p:spPr>
            <a:xfrm>
              <a:off x="4899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7" name="타원 13636">
              <a:extLst>
                <a:ext uri="{FF2B5EF4-FFF2-40B4-BE49-F238E27FC236}">
                  <a16:creationId xmlns:a16="http://schemas.microsoft.com/office/drawing/2014/main" id="{51942D5D-D117-481E-A569-45A741A9FC1D}"/>
                </a:ext>
              </a:extLst>
            </p:cNvPr>
            <p:cNvSpPr/>
            <p:nvPr/>
          </p:nvSpPr>
          <p:spPr>
            <a:xfrm>
              <a:off x="5051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8" name="타원 13637">
              <a:extLst>
                <a:ext uri="{FF2B5EF4-FFF2-40B4-BE49-F238E27FC236}">
                  <a16:creationId xmlns:a16="http://schemas.microsoft.com/office/drawing/2014/main" id="{F79183A1-3A6C-4339-8E21-FD9CA646FA31}"/>
                </a:ext>
              </a:extLst>
            </p:cNvPr>
            <p:cNvSpPr/>
            <p:nvPr/>
          </p:nvSpPr>
          <p:spPr>
            <a:xfrm>
              <a:off x="52039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9" name="타원 13638">
              <a:extLst>
                <a:ext uri="{FF2B5EF4-FFF2-40B4-BE49-F238E27FC236}">
                  <a16:creationId xmlns:a16="http://schemas.microsoft.com/office/drawing/2014/main" id="{46B14589-E0F5-43D1-994F-479308BEF4DF}"/>
                </a:ext>
              </a:extLst>
            </p:cNvPr>
            <p:cNvSpPr/>
            <p:nvPr/>
          </p:nvSpPr>
          <p:spPr>
            <a:xfrm>
              <a:off x="53563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0" name="타원 13639">
              <a:extLst>
                <a:ext uri="{FF2B5EF4-FFF2-40B4-BE49-F238E27FC236}">
                  <a16:creationId xmlns:a16="http://schemas.microsoft.com/office/drawing/2014/main" id="{3A379018-4973-4E0F-95BC-589896741B8D}"/>
                </a:ext>
              </a:extLst>
            </p:cNvPr>
            <p:cNvSpPr/>
            <p:nvPr/>
          </p:nvSpPr>
          <p:spPr>
            <a:xfrm>
              <a:off x="55087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1" name="타원 13640">
              <a:extLst>
                <a:ext uri="{FF2B5EF4-FFF2-40B4-BE49-F238E27FC236}">
                  <a16:creationId xmlns:a16="http://schemas.microsoft.com/office/drawing/2014/main" id="{11D33FD1-52E3-4A79-9F90-721E316ABE0C}"/>
                </a:ext>
              </a:extLst>
            </p:cNvPr>
            <p:cNvSpPr/>
            <p:nvPr/>
          </p:nvSpPr>
          <p:spPr>
            <a:xfrm>
              <a:off x="56611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2" name="타원 13641">
              <a:extLst>
                <a:ext uri="{FF2B5EF4-FFF2-40B4-BE49-F238E27FC236}">
                  <a16:creationId xmlns:a16="http://schemas.microsoft.com/office/drawing/2014/main" id="{210668BD-ADE3-458F-9402-BE9F37B0FA9E}"/>
                </a:ext>
              </a:extLst>
            </p:cNvPr>
            <p:cNvSpPr/>
            <p:nvPr/>
          </p:nvSpPr>
          <p:spPr>
            <a:xfrm>
              <a:off x="5813576" y="67818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3" name="타원 13642">
              <a:extLst>
                <a:ext uri="{FF2B5EF4-FFF2-40B4-BE49-F238E27FC236}">
                  <a16:creationId xmlns:a16="http://schemas.microsoft.com/office/drawing/2014/main" id="{52A5B305-B82C-4176-8E16-8D4E32930BDB}"/>
                </a:ext>
              </a:extLst>
            </p:cNvPr>
            <p:cNvSpPr/>
            <p:nvPr/>
          </p:nvSpPr>
          <p:spPr>
            <a:xfrm>
              <a:off x="327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4" name="타원 13643">
              <a:extLst>
                <a:ext uri="{FF2B5EF4-FFF2-40B4-BE49-F238E27FC236}">
                  <a16:creationId xmlns:a16="http://schemas.microsoft.com/office/drawing/2014/main" id="{82C072A9-69F1-4C08-818D-389F43C11081}"/>
                </a:ext>
              </a:extLst>
            </p:cNvPr>
            <p:cNvSpPr/>
            <p:nvPr/>
          </p:nvSpPr>
          <p:spPr>
            <a:xfrm>
              <a:off x="479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5" name="타원 13644">
              <a:extLst>
                <a:ext uri="{FF2B5EF4-FFF2-40B4-BE49-F238E27FC236}">
                  <a16:creationId xmlns:a16="http://schemas.microsoft.com/office/drawing/2014/main" id="{60BCAABD-739C-4984-AA4B-855C4E2B5D7C}"/>
                </a:ext>
              </a:extLst>
            </p:cNvPr>
            <p:cNvSpPr/>
            <p:nvPr/>
          </p:nvSpPr>
          <p:spPr>
            <a:xfrm>
              <a:off x="6319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6" name="타원 13645">
              <a:extLst>
                <a:ext uri="{FF2B5EF4-FFF2-40B4-BE49-F238E27FC236}">
                  <a16:creationId xmlns:a16="http://schemas.microsoft.com/office/drawing/2014/main" id="{FE79D8C6-D9E4-4D1C-B208-9B383512C9A5}"/>
                </a:ext>
              </a:extLst>
            </p:cNvPr>
            <p:cNvSpPr/>
            <p:nvPr/>
          </p:nvSpPr>
          <p:spPr>
            <a:xfrm>
              <a:off x="7843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7" name="타원 13646">
              <a:extLst>
                <a:ext uri="{FF2B5EF4-FFF2-40B4-BE49-F238E27FC236}">
                  <a16:creationId xmlns:a16="http://schemas.microsoft.com/office/drawing/2014/main" id="{6B3E2096-F031-4A3F-9B5D-73891F7AE7BE}"/>
                </a:ext>
              </a:extLst>
            </p:cNvPr>
            <p:cNvSpPr/>
            <p:nvPr/>
          </p:nvSpPr>
          <p:spPr>
            <a:xfrm>
              <a:off x="9367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8" name="타원 13647">
              <a:extLst>
                <a:ext uri="{FF2B5EF4-FFF2-40B4-BE49-F238E27FC236}">
                  <a16:creationId xmlns:a16="http://schemas.microsoft.com/office/drawing/2014/main" id="{A4B69095-D00B-40A9-B7D2-FD278DAD955E}"/>
                </a:ext>
              </a:extLst>
            </p:cNvPr>
            <p:cNvSpPr/>
            <p:nvPr/>
          </p:nvSpPr>
          <p:spPr>
            <a:xfrm>
              <a:off x="1089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9" name="타원 13648">
              <a:extLst>
                <a:ext uri="{FF2B5EF4-FFF2-40B4-BE49-F238E27FC236}">
                  <a16:creationId xmlns:a16="http://schemas.microsoft.com/office/drawing/2014/main" id="{DE951D42-5F8C-447E-A568-A6459D9707AA}"/>
                </a:ext>
              </a:extLst>
            </p:cNvPr>
            <p:cNvSpPr/>
            <p:nvPr/>
          </p:nvSpPr>
          <p:spPr>
            <a:xfrm>
              <a:off x="1241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0" name="타원 13649">
              <a:extLst>
                <a:ext uri="{FF2B5EF4-FFF2-40B4-BE49-F238E27FC236}">
                  <a16:creationId xmlns:a16="http://schemas.microsoft.com/office/drawing/2014/main" id="{A53A5F64-5D9D-43FD-9092-D987092BF22E}"/>
                </a:ext>
              </a:extLst>
            </p:cNvPr>
            <p:cNvSpPr/>
            <p:nvPr/>
          </p:nvSpPr>
          <p:spPr>
            <a:xfrm>
              <a:off x="13939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1" name="타원 13650">
              <a:extLst>
                <a:ext uri="{FF2B5EF4-FFF2-40B4-BE49-F238E27FC236}">
                  <a16:creationId xmlns:a16="http://schemas.microsoft.com/office/drawing/2014/main" id="{F1681037-0FFE-4BD2-B389-FF8966CF30D7}"/>
                </a:ext>
              </a:extLst>
            </p:cNvPr>
            <p:cNvSpPr/>
            <p:nvPr/>
          </p:nvSpPr>
          <p:spPr>
            <a:xfrm>
              <a:off x="15463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2" name="타원 13651">
              <a:extLst>
                <a:ext uri="{FF2B5EF4-FFF2-40B4-BE49-F238E27FC236}">
                  <a16:creationId xmlns:a16="http://schemas.microsoft.com/office/drawing/2014/main" id="{F92A8F06-5D93-4788-AA6F-E687A1F169C9}"/>
                </a:ext>
              </a:extLst>
            </p:cNvPr>
            <p:cNvSpPr/>
            <p:nvPr/>
          </p:nvSpPr>
          <p:spPr>
            <a:xfrm>
              <a:off x="16987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3" name="타원 13652">
              <a:extLst>
                <a:ext uri="{FF2B5EF4-FFF2-40B4-BE49-F238E27FC236}">
                  <a16:creationId xmlns:a16="http://schemas.microsoft.com/office/drawing/2014/main" id="{32BB5EBB-0712-40AF-B49B-577AC517B84C}"/>
                </a:ext>
              </a:extLst>
            </p:cNvPr>
            <p:cNvSpPr/>
            <p:nvPr/>
          </p:nvSpPr>
          <p:spPr>
            <a:xfrm>
              <a:off x="1851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4" name="타원 13653">
              <a:extLst>
                <a:ext uri="{FF2B5EF4-FFF2-40B4-BE49-F238E27FC236}">
                  <a16:creationId xmlns:a16="http://schemas.microsoft.com/office/drawing/2014/main" id="{7B2E964A-9559-41DF-8854-AA3E4E2ACD25}"/>
                </a:ext>
              </a:extLst>
            </p:cNvPr>
            <p:cNvSpPr/>
            <p:nvPr/>
          </p:nvSpPr>
          <p:spPr>
            <a:xfrm>
              <a:off x="2003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5" name="타원 13654">
              <a:extLst>
                <a:ext uri="{FF2B5EF4-FFF2-40B4-BE49-F238E27FC236}">
                  <a16:creationId xmlns:a16="http://schemas.microsoft.com/office/drawing/2014/main" id="{883E73E5-C4B5-4653-BE70-82D1F48416BE}"/>
                </a:ext>
              </a:extLst>
            </p:cNvPr>
            <p:cNvSpPr/>
            <p:nvPr/>
          </p:nvSpPr>
          <p:spPr>
            <a:xfrm>
              <a:off x="21559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6" name="타원 13655">
              <a:extLst>
                <a:ext uri="{FF2B5EF4-FFF2-40B4-BE49-F238E27FC236}">
                  <a16:creationId xmlns:a16="http://schemas.microsoft.com/office/drawing/2014/main" id="{ED3B0E38-FB89-4702-B4F1-00ED3EED8E79}"/>
                </a:ext>
              </a:extLst>
            </p:cNvPr>
            <p:cNvSpPr/>
            <p:nvPr/>
          </p:nvSpPr>
          <p:spPr>
            <a:xfrm>
              <a:off x="23083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7" name="타원 13656">
              <a:extLst>
                <a:ext uri="{FF2B5EF4-FFF2-40B4-BE49-F238E27FC236}">
                  <a16:creationId xmlns:a16="http://schemas.microsoft.com/office/drawing/2014/main" id="{31FA72EF-F281-401C-BA25-0B0545EBD1CB}"/>
                </a:ext>
              </a:extLst>
            </p:cNvPr>
            <p:cNvSpPr/>
            <p:nvPr/>
          </p:nvSpPr>
          <p:spPr>
            <a:xfrm>
              <a:off x="24607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8" name="타원 13657">
              <a:extLst>
                <a:ext uri="{FF2B5EF4-FFF2-40B4-BE49-F238E27FC236}">
                  <a16:creationId xmlns:a16="http://schemas.microsoft.com/office/drawing/2014/main" id="{0B4D3F8B-5077-45AF-A05E-B9FC3BEAB8F7}"/>
                </a:ext>
              </a:extLst>
            </p:cNvPr>
            <p:cNvSpPr/>
            <p:nvPr/>
          </p:nvSpPr>
          <p:spPr>
            <a:xfrm>
              <a:off x="2613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9" name="타원 13658">
              <a:extLst>
                <a:ext uri="{FF2B5EF4-FFF2-40B4-BE49-F238E27FC236}">
                  <a16:creationId xmlns:a16="http://schemas.microsoft.com/office/drawing/2014/main" id="{2506995C-45A5-43C8-98BE-9ACEB0837750}"/>
                </a:ext>
              </a:extLst>
            </p:cNvPr>
            <p:cNvSpPr/>
            <p:nvPr/>
          </p:nvSpPr>
          <p:spPr>
            <a:xfrm>
              <a:off x="2765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0" name="타원 13659">
              <a:extLst>
                <a:ext uri="{FF2B5EF4-FFF2-40B4-BE49-F238E27FC236}">
                  <a16:creationId xmlns:a16="http://schemas.microsoft.com/office/drawing/2014/main" id="{525AAAF0-B481-4C65-B70D-352432A26A0C}"/>
                </a:ext>
              </a:extLst>
            </p:cNvPr>
            <p:cNvSpPr/>
            <p:nvPr/>
          </p:nvSpPr>
          <p:spPr>
            <a:xfrm>
              <a:off x="29179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1" name="타원 13660">
              <a:extLst>
                <a:ext uri="{FF2B5EF4-FFF2-40B4-BE49-F238E27FC236}">
                  <a16:creationId xmlns:a16="http://schemas.microsoft.com/office/drawing/2014/main" id="{3653EE80-ABAF-4A72-BFB9-777D350F69FC}"/>
                </a:ext>
              </a:extLst>
            </p:cNvPr>
            <p:cNvSpPr/>
            <p:nvPr/>
          </p:nvSpPr>
          <p:spPr>
            <a:xfrm>
              <a:off x="30703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2" name="타원 13661">
              <a:extLst>
                <a:ext uri="{FF2B5EF4-FFF2-40B4-BE49-F238E27FC236}">
                  <a16:creationId xmlns:a16="http://schemas.microsoft.com/office/drawing/2014/main" id="{DF17ABA0-D273-4C28-AEC9-7D758855CEE9}"/>
                </a:ext>
              </a:extLst>
            </p:cNvPr>
            <p:cNvSpPr/>
            <p:nvPr/>
          </p:nvSpPr>
          <p:spPr>
            <a:xfrm>
              <a:off x="32227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3" name="타원 13662">
              <a:extLst>
                <a:ext uri="{FF2B5EF4-FFF2-40B4-BE49-F238E27FC236}">
                  <a16:creationId xmlns:a16="http://schemas.microsoft.com/office/drawing/2014/main" id="{7D1D3FCD-578D-42B1-8B73-23B638D70ADC}"/>
                </a:ext>
              </a:extLst>
            </p:cNvPr>
            <p:cNvSpPr/>
            <p:nvPr/>
          </p:nvSpPr>
          <p:spPr>
            <a:xfrm>
              <a:off x="3375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4" name="타원 13663">
              <a:extLst>
                <a:ext uri="{FF2B5EF4-FFF2-40B4-BE49-F238E27FC236}">
                  <a16:creationId xmlns:a16="http://schemas.microsoft.com/office/drawing/2014/main" id="{53946C0F-077A-4119-9120-D545FCD0B4CA}"/>
                </a:ext>
              </a:extLst>
            </p:cNvPr>
            <p:cNvSpPr/>
            <p:nvPr/>
          </p:nvSpPr>
          <p:spPr>
            <a:xfrm>
              <a:off x="3527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5" name="타원 13664">
              <a:extLst>
                <a:ext uri="{FF2B5EF4-FFF2-40B4-BE49-F238E27FC236}">
                  <a16:creationId xmlns:a16="http://schemas.microsoft.com/office/drawing/2014/main" id="{468FE6B2-FED1-4B80-8C0C-B5E2BC0623E9}"/>
                </a:ext>
              </a:extLst>
            </p:cNvPr>
            <p:cNvSpPr/>
            <p:nvPr/>
          </p:nvSpPr>
          <p:spPr>
            <a:xfrm>
              <a:off x="36799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6" name="타원 13665">
              <a:extLst>
                <a:ext uri="{FF2B5EF4-FFF2-40B4-BE49-F238E27FC236}">
                  <a16:creationId xmlns:a16="http://schemas.microsoft.com/office/drawing/2014/main" id="{8F13D7CE-F399-43D1-A859-D3EADB543173}"/>
                </a:ext>
              </a:extLst>
            </p:cNvPr>
            <p:cNvSpPr/>
            <p:nvPr/>
          </p:nvSpPr>
          <p:spPr>
            <a:xfrm>
              <a:off x="38323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7" name="타원 13666">
              <a:extLst>
                <a:ext uri="{FF2B5EF4-FFF2-40B4-BE49-F238E27FC236}">
                  <a16:creationId xmlns:a16="http://schemas.microsoft.com/office/drawing/2014/main" id="{F998769B-7A56-4BFF-AE78-049E2EAEF166}"/>
                </a:ext>
              </a:extLst>
            </p:cNvPr>
            <p:cNvSpPr/>
            <p:nvPr/>
          </p:nvSpPr>
          <p:spPr>
            <a:xfrm>
              <a:off x="39847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8" name="타원 13667">
              <a:extLst>
                <a:ext uri="{FF2B5EF4-FFF2-40B4-BE49-F238E27FC236}">
                  <a16:creationId xmlns:a16="http://schemas.microsoft.com/office/drawing/2014/main" id="{735213F3-5CFF-4EEC-8D29-ABE6FEFF0645}"/>
                </a:ext>
              </a:extLst>
            </p:cNvPr>
            <p:cNvSpPr/>
            <p:nvPr/>
          </p:nvSpPr>
          <p:spPr>
            <a:xfrm>
              <a:off x="4137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9" name="타원 13668">
              <a:extLst>
                <a:ext uri="{FF2B5EF4-FFF2-40B4-BE49-F238E27FC236}">
                  <a16:creationId xmlns:a16="http://schemas.microsoft.com/office/drawing/2014/main" id="{73148EF5-8B3E-4BFD-B323-0635656C8927}"/>
                </a:ext>
              </a:extLst>
            </p:cNvPr>
            <p:cNvSpPr/>
            <p:nvPr/>
          </p:nvSpPr>
          <p:spPr>
            <a:xfrm>
              <a:off x="4289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0" name="타원 13669">
              <a:extLst>
                <a:ext uri="{FF2B5EF4-FFF2-40B4-BE49-F238E27FC236}">
                  <a16:creationId xmlns:a16="http://schemas.microsoft.com/office/drawing/2014/main" id="{70F077A7-71F7-4E54-8A2C-15FBD4AA3EC9}"/>
                </a:ext>
              </a:extLst>
            </p:cNvPr>
            <p:cNvSpPr/>
            <p:nvPr/>
          </p:nvSpPr>
          <p:spPr>
            <a:xfrm>
              <a:off x="44419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1" name="타원 13670">
              <a:extLst>
                <a:ext uri="{FF2B5EF4-FFF2-40B4-BE49-F238E27FC236}">
                  <a16:creationId xmlns:a16="http://schemas.microsoft.com/office/drawing/2014/main" id="{203ECDAB-A71A-4A56-9E22-CFA151CDA9B1}"/>
                </a:ext>
              </a:extLst>
            </p:cNvPr>
            <p:cNvSpPr/>
            <p:nvPr/>
          </p:nvSpPr>
          <p:spPr>
            <a:xfrm>
              <a:off x="45943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2" name="타원 13671">
              <a:extLst>
                <a:ext uri="{FF2B5EF4-FFF2-40B4-BE49-F238E27FC236}">
                  <a16:creationId xmlns:a16="http://schemas.microsoft.com/office/drawing/2014/main" id="{2307E2DB-1E31-4B39-AB31-8056EA069725}"/>
                </a:ext>
              </a:extLst>
            </p:cNvPr>
            <p:cNvSpPr/>
            <p:nvPr/>
          </p:nvSpPr>
          <p:spPr>
            <a:xfrm>
              <a:off x="47467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3" name="타원 13672">
              <a:extLst>
                <a:ext uri="{FF2B5EF4-FFF2-40B4-BE49-F238E27FC236}">
                  <a16:creationId xmlns:a16="http://schemas.microsoft.com/office/drawing/2014/main" id="{81B28DB0-542D-4E13-A966-7D43D639CFC9}"/>
                </a:ext>
              </a:extLst>
            </p:cNvPr>
            <p:cNvSpPr/>
            <p:nvPr/>
          </p:nvSpPr>
          <p:spPr>
            <a:xfrm>
              <a:off x="4899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4" name="타원 13673">
              <a:extLst>
                <a:ext uri="{FF2B5EF4-FFF2-40B4-BE49-F238E27FC236}">
                  <a16:creationId xmlns:a16="http://schemas.microsoft.com/office/drawing/2014/main" id="{72822139-8072-43B5-BAA9-E31AAFA4BFD5}"/>
                </a:ext>
              </a:extLst>
            </p:cNvPr>
            <p:cNvSpPr/>
            <p:nvPr/>
          </p:nvSpPr>
          <p:spPr>
            <a:xfrm>
              <a:off x="5051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5" name="타원 13674">
              <a:extLst>
                <a:ext uri="{FF2B5EF4-FFF2-40B4-BE49-F238E27FC236}">
                  <a16:creationId xmlns:a16="http://schemas.microsoft.com/office/drawing/2014/main" id="{3DA845BD-46C8-43AC-B45C-7755CAE406B4}"/>
                </a:ext>
              </a:extLst>
            </p:cNvPr>
            <p:cNvSpPr/>
            <p:nvPr/>
          </p:nvSpPr>
          <p:spPr>
            <a:xfrm>
              <a:off x="52039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6" name="타원 13675">
              <a:extLst>
                <a:ext uri="{FF2B5EF4-FFF2-40B4-BE49-F238E27FC236}">
                  <a16:creationId xmlns:a16="http://schemas.microsoft.com/office/drawing/2014/main" id="{6242749B-D6CE-43C4-A493-81EEE1A6DB3E}"/>
                </a:ext>
              </a:extLst>
            </p:cNvPr>
            <p:cNvSpPr/>
            <p:nvPr/>
          </p:nvSpPr>
          <p:spPr>
            <a:xfrm>
              <a:off x="53563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7" name="타원 13676">
              <a:extLst>
                <a:ext uri="{FF2B5EF4-FFF2-40B4-BE49-F238E27FC236}">
                  <a16:creationId xmlns:a16="http://schemas.microsoft.com/office/drawing/2014/main" id="{07D368EA-2D66-4C1A-B2F7-C940A37079A0}"/>
                </a:ext>
              </a:extLst>
            </p:cNvPr>
            <p:cNvSpPr/>
            <p:nvPr/>
          </p:nvSpPr>
          <p:spPr>
            <a:xfrm>
              <a:off x="55087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8" name="타원 13677">
              <a:extLst>
                <a:ext uri="{FF2B5EF4-FFF2-40B4-BE49-F238E27FC236}">
                  <a16:creationId xmlns:a16="http://schemas.microsoft.com/office/drawing/2014/main" id="{53C90591-C604-4B93-BA7F-2FF674BA68F3}"/>
                </a:ext>
              </a:extLst>
            </p:cNvPr>
            <p:cNvSpPr/>
            <p:nvPr/>
          </p:nvSpPr>
          <p:spPr>
            <a:xfrm>
              <a:off x="56611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79" name="타원 13678">
              <a:extLst>
                <a:ext uri="{FF2B5EF4-FFF2-40B4-BE49-F238E27FC236}">
                  <a16:creationId xmlns:a16="http://schemas.microsoft.com/office/drawing/2014/main" id="{B5AE0FF6-9176-4AE9-B28A-7C02E8BA88AF}"/>
                </a:ext>
              </a:extLst>
            </p:cNvPr>
            <p:cNvSpPr/>
            <p:nvPr/>
          </p:nvSpPr>
          <p:spPr>
            <a:xfrm>
              <a:off x="5813576" y="69342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0" name="타원 13679">
              <a:extLst>
                <a:ext uri="{FF2B5EF4-FFF2-40B4-BE49-F238E27FC236}">
                  <a16:creationId xmlns:a16="http://schemas.microsoft.com/office/drawing/2014/main" id="{4D1C8FC3-7FF3-4FF7-B785-C34098D1AE3F}"/>
                </a:ext>
              </a:extLst>
            </p:cNvPr>
            <p:cNvSpPr/>
            <p:nvPr/>
          </p:nvSpPr>
          <p:spPr>
            <a:xfrm>
              <a:off x="327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1" name="타원 13680">
              <a:extLst>
                <a:ext uri="{FF2B5EF4-FFF2-40B4-BE49-F238E27FC236}">
                  <a16:creationId xmlns:a16="http://schemas.microsoft.com/office/drawing/2014/main" id="{D4F7B36D-9507-4B9C-8354-396DE97E1A06}"/>
                </a:ext>
              </a:extLst>
            </p:cNvPr>
            <p:cNvSpPr/>
            <p:nvPr/>
          </p:nvSpPr>
          <p:spPr>
            <a:xfrm>
              <a:off x="479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2" name="타원 13681">
              <a:extLst>
                <a:ext uri="{FF2B5EF4-FFF2-40B4-BE49-F238E27FC236}">
                  <a16:creationId xmlns:a16="http://schemas.microsoft.com/office/drawing/2014/main" id="{6AF08B40-9CA0-4028-ADC0-AA03AB19C63C}"/>
                </a:ext>
              </a:extLst>
            </p:cNvPr>
            <p:cNvSpPr/>
            <p:nvPr/>
          </p:nvSpPr>
          <p:spPr>
            <a:xfrm>
              <a:off x="6319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3" name="타원 13682">
              <a:extLst>
                <a:ext uri="{FF2B5EF4-FFF2-40B4-BE49-F238E27FC236}">
                  <a16:creationId xmlns:a16="http://schemas.microsoft.com/office/drawing/2014/main" id="{E9F3745D-ED76-4720-94D2-3CE385141296}"/>
                </a:ext>
              </a:extLst>
            </p:cNvPr>
            <p:cNvSpPr/>
            <p:nvPr/>
          </p:nvSpPr>
          <p:spPr>
            <a:xfrm>
              <a:off x="7843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4" name="타원 13683">
              <a:extLst>
                <a:ext uri="{FF2B5EF4-FFF2-40B4-BE49-F238E27FC236}">
                  <a16:creationId xmlns:a16="http://schemas.microsoft.com/office/drawing/2014/main" id="{3CAE8EA9-F548-4C6D-9836-A23C23D2F76E}"/>
                </a:ext>
              </a:extLst>
            </p:cNvPr>
            <p:cNvSpPr/>
            <p:nvPr/>
          </p:nvSpPr>
          <p:spPr>
            <a:xfrm>
              <a:off x="9367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5" name="타원 13684">
              <a:extLst>
                <a:ext uri="{FF2B5EF4-FFF2-40B4-BE49-F238E27FC236}">
                  <a16:creationId xmlns:a16="http://schemas.microsoft.com/office/drawing/2014/main" id="{EC82259C-A01F-46B8-9C4D-330BD19CB15D}"/>
                </a:ext>
              </a:extLst>
            </p:cNvPr>
            <p:cNvSpPr/>
            <p:nvPr/>
          </p:nvSpPr>
          <p:spPr>
            <a:xfrm>
              <a:off x="1089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6" name="타원 13685">
              <a:extLst>
                <a:ext uri="{FF2B5EF4-FFF2-40B4-BE49-F238E27FC236}">
                  <a16:creationId xmlns:a16="http://schemas.microsoft.com/office/drawing/2014/main" id="{44D34D7B-B2E6-4DB4-A325-8AF3F159C9BC}"/>
                </a:ext>
              </a:extLst>
            </p:cNvPr>
            <p:cNvSpPr/>
            <p:nvPr/>
          </p:nvSpPr>
          <p:spPr>
            <a:xfrm>
              <a:off x="1241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7" name="타원 13686">
              <a:extLst>
                <a:ext uri="{FF2B5EF4-FFF2-40B4-BE49-F238E27FC236}">
                  <a16:creationId xmlns:a16="http://schemas.microsoft.com/office/drawing/2014/main" id="{964E5366-1E95-4418-8C7C-9BD48C638E7E}"/>
                </a:ext>
              </a:extLst>
            </p:cNvPr>
            <p:cNvSpPr/>
            <p:nvPr/>
          </p:nvSpPr>
          <p:spPr>
            <a:xfrm>
              <a:off x="13939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8" name="타원 13687">
              <a:extLst>
                <a:ext uri="{FF2B5EF4-FFF2-40B4-BE49-F238E27FC236}">
                  <a16:creationId xmlns:a16="http://schemas.microsoft.com/office/drawing/2014/main" id="{4B7EEEA1-A6A2-4041-9082-1DE4E3429776}"/>
                </a:ext>
              </a:extLst>
            </p:cNvPr>
            <p:cNvSpPr/>
            <p:nvPr/>
          </p:nvSpPr>
          <p:spPr>
            <a:xfrm>
              <a:off x="15463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89" name="타원 13688">
              <a:extLst>
                <a:ext uri="{FF2B5EF4-FFF2-40B4-BE49-F238E27FC236}">
                  <a16:creationId xmlns:a16="http://schemas.microsoft.com/office/drawing/2014/main" id="{C1C480E5-1553-4091-9489-B2173906A959}"/>
                </a:ext>
              </a:extLst>
            </p:cNvPr>
            <p:cNvSpPr/>
            <p:nvPr/>
          </p:nvSpPr>
          <p:spPr>
            <a:xfrm>
              <a:off x="16987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0" name="타원 13689">
              <a:extLst>
                <a:ext uri="{FF2B5EF4-FFF2-40B4-BE49-F238E27FC236}">
                  <a16:creationId xmlns:a16="http://schemas.microsoft.com/office/drawing/2014/main" id="{1DE2DA02-AF36-4818-848D-1F83A0E742D5}"/>
                </a:ext>
              </a:extLst>
            </p:cNvPr>
            <p:cNvSpPr/>
            <p:nvPr/>
          </p:nvSpPr>
          <p:spPr>
            <a:xfrm>
              <a:off x="1851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1" name="타원 13690">
              <a:extLst>
                <a:ext uri="{FF2B5EF4-FFF2-40B4-BE49-F238E27FC236}">
                  <a16:creationId xmlns:a16="http://schemas.microsoft.com/office/drawing/2014/main" id="{7FC291AC-85C4-41F2-B3F8-E1537FAD32BC}"/>
                </a:ext>
              </a:extLst>
            </p:cNvPr>
            <p:cNvSpPr/>
            <p:nvPr/>
          </p:nvSpPr>
          <p:spPr>
            <a:xfrm>
              <a:off x="2003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2" name="타원 13691">
              <a:extLst>
                <a:ext uri="{FF2B5EF4-FFF2-40B4-BE49-F238E27FC236}">
                  <a16:creationId xmlns:a16="http://schemas.microsoft.com/office/drawing/2014/main" id="{BA6144E1-E4CF-457C-946E-682390980064}"/>
                </a:ext>
              </a:extLst>
            </p:cNvPr>
            <p:cNvSpPr/>
            <p:nvPr/>
          </p:nvSpPr>
          <p:spPr>
            <a:xfrm>
              <a:off x="21559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3" name="타원 13692">
              <a:extLst>
                <a:ext uri="{FF2B5EF4-FFF2-40B4-BE49-F238E27FC236}">
                  <a16:creationId xmlns:a16="http://schemas.microsoft.com/office/drawing/2014/main" id="{79326CBF-BEFD-4747-AE48-1F0A451FEA18}"/>
                </a:ext>
              </a:extLst>
            </p:cNvPr>
            <p:cNvSpPr/>
            <p:nvPr/>
          </p:nvSpPr>
          <p:spPr>
            <a:xfrm>
              <a:off x="23083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4" name="타원 13693">
              <a:extLst>
                <a:ext uri="{FF2B5EF4-FFF2-40B4-BE49-F238E27FC236}">
                  <a16:creationId xmlns:a16="http://schemas.microsoft.com/office/drawing/2014/main" id="{9326262C-3B62-4AFB-92FF-0F6E39871864}"/>
                </a:ext>
              </a:extLst>
            </p:cNvPr>
            <p:cNvSpPr/>
            <p:nvPr/>
          </p:nvSpPr>
          <p:spPr>
            <a:xfrm>
              <a:off x="24607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5" name="타원 13694">
              <a:extLst>
                <a:ext uri="{FF2B5EF4-FFF2-40B4-BE49-F238E27FC236}">
                  <a16:creationId xmlns:a16="http://schemas.microsoft.com/office/drawing/2014/main" id="{1EBE8F9A-92B9-4517-B643-1E6384484757}"/>
                </a:ext>
              </a:extLst>
            </p:cNvPr>
            <p:cNvSpPr/>
            <p:nvPr/>
          </p:nvSpPr>
          <p:spPr>
            <a:xfrm>
              <a:off x="2613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6" name="타원 13695">
              <a:extLst>
                <a:ext uri="{FF2B5EF4-FFF2-40B4-BE49-F238E27FC236}">
                  <a16:creationId xmlns:a16="http://schemas.microsoft.com/office/drawing/2014/main" id="{5F1743BA-02B1-4F4C-B011-925D2840B5DD}"/>
                </a:ext>
              </a:extLst>
            </p:cNvPr>
            <p:cNvSpPr/>
            <p:nvPr/>
          </p:nvSpPr>
          <p:spPr>
            <a:xfrm>
              <a:off x="2765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7" name="타원 13696">
              <a:extLst>
                <a:ext uri="{FF2B5EF4-FFF2-40B4-BE49-F238E27FC236}">
                  <a16:creationId xmlns:a16="http://schemas.microsoft.com/office/drawing/2014/main" id="{584B38F7-381A-4979-AFE7-0F0E2A1FB1AA}"/>
                </a:ext>
              </a:extLst>
            </p:cNvPr>
            <p:cNvSpPr/>
            <p:nvPr/>
          </p:nvSpPr>
          <p:spPr>
            <a:xfrm>
              <a:off x="29179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8" name="타원 13697">
              <a:extLst>
                <a:ext uri="{FF2B5EF4-FFF2-40B4-BE49-F238E27FC236}">
                  <a16:creationId xmlns:a16="http://schemas.microsoft.com/office/drawing/2014/main" id="{39CE7D70-4369-40D1-9D67-0DFA736A74C7}"/>
                </a:ext>
              </a:extLst>
            </p:cNvPr>
            <p:cNvSpPr/>
            <p:nvPr/>
          </p:nvSpPr>
          <p:spPr>
            <a:xfrm>
              <a:off x="30703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9" name="타원 13698">
              <a:extLst>
                <a:ext uri="{FF2B5EF4-FFF2-40B4-BE49-F238E27FC236}">
                  <a16:creationId xmlns:a16="http://schemas.microsoft.com/office/drawing/2014/main" id="{17E50C2B-C089-4027-87BF-CDA757F1F197}"/>
                </a:ext>
              </a:extLst>
            </p:cNvPr>
            <p:cNvSpPr/>
            <p:nvPr/>
          </p:nvSpPr>
          <p:spPr>
            <a:xfrm>
              <a:off x="32227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0" name="타원 13699">
              <a:extLst>
                <a:ext uri="{FF2B5EF4-FFF2-40B4-BE49-F238E27FC236}">
                  <a16:creationId xmlns:a16="http://schemas.microsoft.com/office/drawing/2014/main" id="{648235D4-9D5B-4274-967C-6E2CFC744476}"/>
                </a:ext>
              </a:extLst>
            </p:cNvPr>
            <p:cNvSpPr/>
            <p:nvPr/>
          </p:nvSpPr>
          <p:spPr>
            <a:xfrm>
              <a:off x="3375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1" name="타원 13700">
              <a:extLst>
                <a:ext uri="{FF2B5EF4-FFF2-40B4-BE49-F238E27FC236}">
                  <a16:creationId xmlns:a16="http://schemas.microsoft.com/office/drawing/2014/main" id="{78162B38-C44B-4D0B-8F29-B3301B639D2F}"/>
                </a:ext>
              </a:extLst>
            </p:cNvPr>
            <p:cNvSpPr/>
            <p:nvPr/>
          </p:nvSpPr>
          <p:spPr>
            <a:xfrm>
              <a:off x="3527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2" name="타원 13701">
              <a:extLst>
                <a:ext uri="{FF2B5EF4-FFF2-40B4-BE49-F238E27FC236}">
                  <a16:creationId xmlns:a16="http://schemas.microsoft.com/office/drawing/2014/main" id="{ED186E3A-DCE1-45F8-8528-44BA59E2002A}"/>
                </a:ext>
              </a:extLst>
            </p:cNvPr>
            <p:cNvSpPr/>
            <p:nvPr/>
          </p:nvSpPr>
          <p:spPr>
            <a:xfrm>
              <a:off x="36799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3" name="타원 13702">
              <a:extLst>
                <a:ext uri="{FF2B5EF4-FFF2-40B4-BE49-F238E27FC236}">
                  <a16:creationId xmlns:a16="http://schemas.microsoft.com/office/drawing/2014/main" id="{6E99255A-C89F-4567-899A-676CB1BB16A2}"/>
                </a:ext>
              </a:extLst>
            </p:cNvPr>
            <p:cNvSpPr/>
            <p:nvPr/>
          </p:nvSpPr>
          <p:spPr>
            <a:xfrm>
              <a:off x="38323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4" name="타원 13703">
              <a:extLst>
                <a:ext uri="{FF2B5EF4-FFF2-40B4-BE49-F238E27FC236}">
                  <a16:creationId xmlns:a16="http://schemas.microsoft.com/office/drawing/2014/main" id="{3D655649-9C02-4DDB-B7F2-1523804CDD6C}"/>
                </a:ext>
              </a:extLst>
            </p:cNvPr>
            <p:cNvSpPr/>
            <p:nvPr/>
          </p:nvSpPr>
          <p:spPr>
            <a:xfrm>
              <a:off x="39847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5" name="타원 13704">
              <a:extLst>
                <a:ext uri="{FF2B5EF4-FFF2-40B4-BE49-F238E27FC236}">
                  <a16:creationId xmlns:a16="http://schemas.microsoft.com/office/drawing/2014/main" id="{43CFE3C6-65C1-4463-8570-6385259D13CC}"/>
                </a:ext>
              </a:extLst>
            </p:cNvPr>
            <p:cNvSpPr/>
            <p:nvPr/>
          </p:nvSpPr>
          <p:spPr>
            <a:xfrm>
              <a:off x="4137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6" name="타원 13705">
              <a:extLst>
                <a:ext uri="{FF2B5EF4-FFF2-40B4-BE49-F238E27FC236}">
                  <a16:creationId xmlns:a16="http://schemas.microsoft.com/office/drawing/2014/main" id="{F3BBEF7A-002C-4D29-9CD8-C8512646541C}"/>
                </a:ext>
              </a:extLst>
            </p:cNvPr>
            <p:cNvSpPr/>
            <p:nvPr/>
          </p:nvSpPr>
          <p:spPr>
            <a:xfrm>
              <a:off x="4289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7" name="타원 13706">
              <a:extLst>
                <a:ext uri="{FF2B5EF4-FFF2-40B4-BE49-F238E27FC236}">
                  <a16:creationId xmlns:a16="http://schemas.microsoft.com/office/drawing/2014/main" id="{4F0BDA8E-2F36-47A0-AAF1-569ABFEDA22E}"/>
                </a:ext>
              </a:extLst>
            </p:cNvPr>
            <p:cNvSpPr/>
            <p:nvPr/>
          </p:nvSpPr>
          <p:spPr>
            <a:xfrm>
              <a:off x="44419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8" name="타원 13707">
              <a:extLst>
                <a:ext uri="{FF2B5EF4-FFF2-40B4-BE49-F238E27FC236}">
                  <a16:creationId xmlns:a16="http://schemas.microsoft.com/office/drawing/2014/main" id="{55797E68-BA80-4735-9CFA-120E645B25D6}"/>
                </a:ext>
              </a:extLst>
            </p:cNvPr>
            <p:cNvSpPr/>
            <p:nvPr/>
          </p:nvSpPr>
          <p:spPr>
            <a:xfrm>
              <a:off x="45943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09" name="타원 13708">
              <a:extLst>
                <a:ext uri="{FF2B5EF4-FFF2-40B4-BE49-F238E27FC236}">
                  <a16:creationId xmlns:a16="http://schemas.microsoft.com/office/drawing/2014/main" id="{AFE5EE79-52F6-4235-8D45-AAD7FD6C4F3F}"/>
                </a:ext>
              </a:extLst>
            </p:cNvPr>
            <p:cNvSpPr/>
            <p:nvPr/>
          </p:nvSpPr>
          <p:spPr>
            <a:xfrm>
              <a:off x="47467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0" name="타원 13709">
              <a:extLst>
                <a:ext uri="{FF2B5EF4-FFF2-40B4-BE49-F238E27FC236}">
                  <a16:creationId xmlns:a16="http://schemas.microsoft.com/office/drawing/2014/main" id="{9B107C6F-D85E-4D7E-AF32-C85623498FB8}"/>
                </a:ext>
              </a:extLst>
            </p:cNvPr>
            <p:cNvSpPr/>
            <p:nvPr/>
          </p:nvSpPr>
          <p:spPr>
            <a:xfrm>
              <a:off x="4899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1" name="타원 13710">
              <a:extLst>
                <a:ext uri="{FF2B5EF4-FFF2-40B4-BE49-F238E27FC236}">
                  <a16:creationId xmlns:a16="http://schemas.microsoft.com/office/drawing/2014/main" id="{80B1ED93-E98E-423F-9BAF-D3440F107FBB}"/>
                </a:ext>
              </a:extLst>
            </p:cNvPr>
            <p:cNvSpPr/>
            <p:nvPr/>
          </p:nvSpPr>
          <p:spPr>
            <a:xfrm>
              <a:off x="5051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2" name="타원 13711">
              <a:extLst>
                <a:ext uri="{FF2B5EF4-FFF2-40B4-BE49-F238E27FC236}">
                  <a16:creationId xmlns:a16="http://schemas.microsoft.com/office/drawing/2014/main" id="{4D058106-E06D-48E3-B77B-11431D1A15DD}"/>
                </a:ext>
              </a:extLst>
            </p:cNvPr>
            <p:cNvSpPr/>
            <p:nvPr/>
          </p:nvSpPr>
          <p:spPr>
            <a:xfrm>
              <a:off x="52039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3" name="타원 13712">
              <a:extLst>
                <a:ext uri="{FF2B5EF4-FFF2-40B4-BE49-F238E27FC236}">
                  <a16:creationId xmlns:a16="http://schemas.microsoft.com/office/drawing/2014/main" id="{D7965AE1-5995-48A5-88AA-55498ED0DB6C}"/>
                </a:ext>
              </a:extLst>
            </p:cNvPr>
            <p:cNvSpPr/>
            <p:nvPr/>
          </p:nvSpPr>
          <p:spPr>
            <a:xfrm>
              <a:off x="53563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4" name="타원 13713">
              <a:extLst>
                <a:ext uri="{FF2B5EF4-FFF2-40B4-BE49-F238E27FC236}">
                  <a16:creationId xmlns:a16="http://schemas.microsoft.com/office/drawing/2014/main" id="{C1ABBFA4-F52A-4AF8-A40A-8125468B3773}"/>
                </a:ext>
              </a:extLst>
            </p:cNvPr>
            <p:cNvSpPr/>
            <p:nvPr/>
          </p:nvSpPr>
          <p:spPr>
            <a:xfrm>
              <a:off x="55087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5" name="타원 13714">
              <a:extLst>
                <a:ext uri="{FF2B5EF4-FFF2-40B4-BE49-F238E27FC236}">
                  <a16:creationId xmlns:a16="http://schemas.microsoft.com/office/drawing/2014/main" id="{94F553B1-BBA3-43C0-A573-3626DBD743F0}"/>
                </a:ext>
              </a:extLst>
            </p:cNvPr>
            <p:cNvSpPr/>
            <p:nvPr/>
          </p:nvSpPr>
          <p:spPr>
            <a:xfrm>
              <a:off x="56611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6" name="타원 13715">
              <a:extLst>
                <a:ext uri="{FF2B5EF4-FFF2-40B4-BE49-F238E27FC236}">
                  <a16:creationId xmlns:a16="http://schemas.microsoft.com/office/drawing/2014/main" id="{7D079DE4-53D1-4342-8462-F3199CC7CC16}"/>
                </a:ext>
              </a:extLst>
            </p:cNvPr>
            <p:cNvSpPr/>
            <p:nvPr/>
          </p:nvSpPr>
          <p:spPr>
            <a:xfrm>
              <a:off x="5813576" y="70866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7" name="타원 13716">
              <a:extLst>
                <a:ext uri="{FF2B5EF4-FFF2-40B4-BE49-F238E27FC236}">
                  <a16:creationId xmlns:a16="http://schemas.microsoft.com/office/drawing/2014/main" id="{F9F41897-6F2C-4D8A-8A09-2BD0D0A632A0}"/>
                </a:ext>
              </a:extLst>
            </p:cNvPr>
            <p:cNvSpPr/>
            <p:nvPr/>
          </p:nvSpPr>
          <p:spPr>
            <a:xfrm>
              <a:off x="327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8" name="타원 13717">
              <a:extLst>
                <a:ext uri="{FF2B5EF4-FFF2-40B4-BE49-F238E27FC236}">
                  <a16:creationId xmlns:a16="http://schemas.microsoft.com/office/drawing/2014/main" id="{AF32163F-89AC-4AB8-8020-29CFF4304204}"/>
                </a:ext>
              </a:extLst>
            </p:cNvPr>
            <p:cNvSpPr/>
            <p:nvPr/>
          </p:nvSpPr>
          <p:spPr>
            <a:xfrm>
              <a:off x="479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9" name="타원 13718">
              <a:extLst>
                <a:ext uri="{FF2B5EF4-FFF2-40B4-BE49-F238E27FC236}">
                  <a16:creationId xmlns:a16="http://schemas.microsoft.com/office/drawing/2014/main" id="{9F2F55EC-B14A-4777-9FBE-2CDF6C9D906C}"/>
                </a:ext>
              </a:extLst>
            </p:cNvPr>
            <p:cNvSpPr/>
            <p:nvPr/>
          </p:nvSpPr>
          <p:spPr>
            <a:xfrm>
              <a:off x="6319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0" name="타원 13719">
              <a:extLst>
                <a:ext uri="{FF2B5EF4-FFF2-40B4-BE49-F238E27FC236}">
                  <a16:creationId xmlns:a16="http://schemas.microsoft.com/office/drawing/2014/main" id="{1F3532A3-2E0E-455F-9798-0E50EF6475EE}"/>
                </a:ext>
              </a:extLst>
            </p:cNvPr>
            <p:cNvSpPr/>
            <p:nvPr/>
          </p:nvSpPr>
          <p:spPr>
            <a:xfrm>
              <a:off x="7843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1" name="타원 13720">
              <a:extLst>
                <a:ext uri="{FF2B5EF4-FFF2-40B4-BE49-F238E27FC236}">
                  <a16:creationId xmlns:a16="http://schemas.microsoft.com/office/drawing/2014/main" id="{200CB2CD-435A-4419-979A-29B7BDC6BFA3}"/>
                </a:ext>
              </a:extLst>
            </p:cNvPr>
            <p:cNvSpPr/>
            <p:nvPr/>
          </p:nvSpPr>
          <p:spPr>
            <a:xfrm>
              <a:off x="9367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2" name="타원 13721">
              <a:extLst>
                <a:ext uri="{FF2B5EF4-FFF2-40B4-BE49-F238E27FC236}">
                  <a16:creationId xmlns:a16="http://schemas.microsoft.com/office/drawing/2014/main" id="{5CF5E778-6047-4951-8931-62F0D7052293}"/>
                </a:ext>
              </a:extLst>
            </p:cNvPr>
            <p:cNvSpPr/>
            <p:nvPr/>
          </p:nvSpPr>
          <p:spPr>
            <a:xfrm>
              <a:off x="1089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3" name="타원 13722">
              <a:extLst>
                <a:ext uri="{FF2B5EF4-FFF2-40B4-BE49-F238E27FC236}">
                  <a16:creationId xmlns:a16="http://schemas.microsoft.com/office/drawing/2014/main" id="{DDB73436-4B5D-4EDD-BFFE-01211CC8C751}"/>
                </a:ext>
              </a:extLst>
            </p:cNvPr>
            <p:cNvSpPr/>
            <p:nvPr/>
          </p:nvSpPr>
          <p:spPr>
            <a:xfrm>
              <a:off x="1241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4" name="타원 13723">
              <a:extLst>
                <a:ext uri="{FF2B5EF4-FFF2-40B4-BE49-F238E27FC236}">
                  <a16:creationId xmlns:a16="http://schemas.microsoft.com/office/drawing/2014/main" id="{311831FC-0749-4161-954F-657C0D0D2BD5}"/>
                </a:ext>
              </a:extLst>
            </p:cNvPr>
            <p:cNvSpPr/>
            <p:nvPr/>
          </p:nvSpPr>
          <p:spPr>
            <a:xfrm>
              <a:off x="13939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5" name="타원 13724">
              <a:extLst>
                <a:ext uri="{FF2B5EF4-FFF2-40B4-BE49-F238E27FC236}">
                  <a16:creationId xmlns:a16="http://schemas.microsoft.com/office/drawing/2014/main" id="{22C42464-1FF5-452B-916F-E8D7B15DDE3D}"/>
                </a:ext>
              </a:extLst>
            </p:cNvPr>
            <p:cNvSpPr/>
            <p:nvPr/>
          </p:nvSpPr>
          <p:spPr>
            <a:xfrm>
              <a:off x="15463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6" name="타원 13725">
              <a:extLst>
                <a:ext uri="{FF2B5EF4-FFF2-40B4-BE49-F238E27FC236}">
                  <a16:creationId xmlns:a16="http://schemas.microsoft.com/office/drawing/2014/main" id="{5F84997F-7424-4559-81C8-12F3D7F53D46}"/>
                </a:ext>
              </a:extLst>
            </p:cNvPr>
            <p:cNvSpPr/>
            <p:nvPr/>
          </p:nvSpPr>
          <p:spPr>
            <a:xfrm>
              <a:off x="16987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7" name="타원 13726">
              <a:extLst>
                <a:ext uri="{FF2B5EF4-FFF2-40B4-BE49-F238E27FC236}">
                  <a16:creationId xmlns:a16="http://schemas.microsoft.com/office/drawing/2014/main" id="{05BA6C51-8098-496B-9D62-1C3D2D41FE50}"/>
                </a:ext>
              </a:extLst>
            </p:cNvPr>
            <p:cNvSpPr/>
            <p:nvPr/>
          </p:nvSpPr>
          <p:spPr>
            <a:xfrm>
              <a:off x="1851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8" name="타원 13727">
              <a:extLst>
                <a:ext uri="{FF2B5EF4-FFF2-40B4-BE49-F238E27FC236}">
                  <a16:creationId xmlns:a16="http://schemas.microsoft.com/office/drawing/2014/main" id="{02C26F71-6ED3-4F1F-A1FE-2EED219ED013}"/>
                </a:ext>
              </a:extLst>
            </p:cNvPr>
            <p:cNvSpPr/>
            <p:nvPr/>
          </p:nvSpPr>
          <p:spPr>
            <a:xfrm>
              <a:off x="2003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9" name="타원 13728">
              <a:extLst>
                <a:ext uri="{FF2B5EF4-FFF2-40B4-BE49-F238E27FC236}">
                  <a16:creationId xmlns:a16="http://schemas.microsoft.com/office/drawing/2014/main" id="{3D30326A-279D-4A49-AC04-52C98F925BF6}"/>
                </a:ext>
              </a:extLst>
            </p:cNvPr>
            <p:cNvSpPr/>
            <p:nvPr/>
          </p:nvSpPr>
          <p:spPr>
            <a:xfrm>
              <a:off x="21559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0" name="타원 13729">
              <a:extLst>
                <a:ext uri="{FF2B5EF4-FFF2-40B4-BE49-F238E27FC236}">
                  <a16:creationId xmlns:a16="http://schemas.microsoft.com/office/drawing/2014/main" id="{A412D975-6081-46A5-B335-6231C3BAFE2B}"/>
                </a:ext>
              </a:extLst>
            </p:cNvPr>
            <p:cNvSpPr/>
            <p:nvPr/>
          </p:nvSpPr>
          <p:spPr>
            <a:xfrm>
              <a:off x="23083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1" name="타원 13730">
              <a:extLst>
                <a:ext uri="{FF2B5EF4-FFF2-40B4-BE49-F238E27FC236}">
                  <a16:creationId xmlns:a16="http://schemas.microsoft.com/office/drawing/2014/main" id="{33D29313-2AFA-4623-AA9B-65475C6E0524}"/>
                </a:ext>
              </a:extLst>
            </p:cNvPr>
            <p:cNvSpPr/>
            <p:nvPr/>
          </p:nvSpPr>
          <p:spPr>
            <a:xfrm>
              <a:off x="24607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2" name="타원 13731">
              <a:extLst>
                <a:ext uri="{FF2B5EF4-FFF2-40B4-BE49-F238E27FC236}">
                  <a16:creationId xmlns:a16="http://schemas.microsoft.com/office/drawing/2014/main" id="{59BA5A87-EFD4-49FE-AD4A-B3275707FCA9}"/>
                </a:ext>
              </a:extLst>
            </p:cNvPr>
            <p:cNvSpPr/>
            <p:nvPr/>
          </p:nvSpPr>
          <p:spPr>
            <a:xfrm>
              <a:off x="2613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3" name="타원 13732">
              <a:extLst>
                <a:ext uri="{FF2B5EF4-FFF2-40B4-BE49-F238E27FC236}">
                  <a16:creationId xmlns:a16="http://schemas.microsoft.com/office/drawing/2014/main" id="{B648E930-D9B8-4449-916C-4EF99395F36E}"/>
                </a:ext>
              </a:extLst>
            </p:cNvPr>
            <p:cNvSpPr/>
            <p:nvPr/>
          </p:nvSpPr>
          <p:spPr>
            <a:xfrm>
              <a:off x="2765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4" name="타원 13733">
              <a:extLst>
                <a:ext uri="{FF2B5EF4-FFF2-40B4-BE49-F238E27FC236}">
                  <a16:creationId xmlns:a16="http://schemas.microsoft.com/office/drawing/2014/main" id="{401B0450-9B7B-488F-9784-C04EE6ED85A3}"/>
                </a:ext>
              </a:extLst>
            </p:cNvPr>
            <p:cNvSpPr/>
            <p:nvPr/>
          </p:nvSpPr>
          <p:spPr>
            <a:xfrm>
              <a:off x="29179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5" name="타원 13734">
              <a:extLst>
                <a:ext uri="{FF2B5EF4-FFF2-40B4-BE49-F238E27FC236}">
                  <a16:creationId xmlns:a16="http://schemas.microsoft.com/office/drawing/2014/main" id="{83F59F54-3604-431B-8E87-BBB92A50DA34}"/>
                </a:ext>
              </a:extLst>
            </p:cNvPr>
            <p:cNvSpPr/>
            <p:nvPr/>
          </p:nvSpPr>
          <p:spPr>
            <a:xfrm>
              <a:off x="30703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6" name="타원 13735">
              <a:extLst>
                <a:ext uri="{FF2B5EF4-FFF2-40B4-BE49-F238E27FC236}">
                  <a16:creationId xmlns:a16="http://schemas.microsoft.com/office/drawing/2014/main" id="{BE4A57BF-3872-4406-8732-DF74F7F43A2E}"/>
                </a:ext>
              </a:extLst>
            </p:cNvPr>
            <p:cNvSpPr/>
            <p:nvPr/>
          </p:nvSpPr>
          <p:spPr>
            <a:xfrm>
              <a:off x="32227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7" name="타원 13736">
              <a:extLst>
                <a:ext uri="{FF2B5EF4-FFF2-40B4-BE49-F238E27FC236}">
                  <a16:creationId xmlns:a16="http://schemas.microsoft.com/office/drawing/2014/main" id="{6FB2A328-009B-4DAD-B6A3-EFFCE45B5027}"/>
                </a:ext>
              </a:extLst>
            </p:cNvPr>
            <p:cNvSpPr/>
            <p:nvPr/>
          </p:nvSpPr>
          <p:spPr>
            <a:xfrm>
              <a:off x="3375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8" name="타원 13737">
              <a:extLst>
                <a:ext uri="{FF2B5EF4-FFF2-40B4-BE49-F238E27FC236}">
                  <a16:creationId xmlns:a16="http://schemas.microsoft.com/office/drawing/2014/main" id="{AE3903FC-480C-40BE-BE73-0663B6603B5B}"/>
                </a:ext>
              </a:extLst>
            </p:cNvPr>
            <p:cNvSpPr/>
            <p:nvPr/>
          </p:nvSpPr>
          <p:spPr>
            <a:xfrm>
              <a:off x="3527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9" name="타원 13738">
              <a:extLst>
                <a:ext uri="{FF2B5EF4-FFF2-40B4-BE49-F238E27FC236}">
                  <a16:creationId xmlns:a16="http://schemas.microsoft.com/office/drawing/2014/main" id="{334BA027-B659-4AF3-99E8-174296B55F22}"/>
                </a:ext>
              </a:extLst>
            </p:cNvPr>
            <p:cNvSpPr/>
            <p:nvPr/>
          </p:nvSpPr>
          <p:spPr>
            <a:xfrm>
              <a:off x="36799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0" name="타원 13739">
              <a:extLst>
                <a:ext uri="{FF2B5EF4-FFF2-40B4-BE49-F238E27FC236}">
                  <a16:creationId xmlns:a16="http://schemas.microsoft.com/office/drawing/2014/main" id="{718EC4D3-DD05-4D58-AE1B-4E26E66ECEB8}"/>
                </a:ext>
              </a:extLst>
            </p:cNvPr>
            <p:cNvSpPr/>
            <p:nvPr/>
          </p:nvSpPr>
          <p:spPr>
            <a:xfrm>
              <a:off x="38323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1" name="타원 13740">
              <a:extLst>
                <a:ext uri="{FF2B5EF4-FFF2-40B4-BE49-F238E27FC236}">
                  <a16:creationId xmlns:a16="http://schemas.microsoft.com/office/drawing/2014/main" id="{0D25F7A5-E5F4-462A-A410-9CB69623760E}"/>
                </a:ext>
              </a:extLst>
            </p:cNvPr>
            <p:cNvSpPr/>
            <p:nvPr/>
          </p:nvSpPr>
          <p:spPr>
            <a:xfrm>
              <a:off x="39847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2" name="타원 13741">
              <a:extLst>
                <a:ext uri="{FF2B5EF4-FFF2-40B4-BE49-F238E27FC236}">
                  <a16:creationId xmlns:a16="http://schemas.microsoft.com/office/drawing/2014/main" id="{9AE1247D-6509-4F7E-9F4F-880E2D33D8A8}"/>
                </a:ext>
              </a:extLst>
            </p:cNvPr>
            <p:cNvSpPr/>
            <p:nvPr/>
          </p:nvSpPr>
          <p:spPr>
            <a:xfrm>
              <a:off x="4137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3" name="타원 13742">
              <a:extLst>
                <a:ext uri="{FF2B5EF4-FFF2-40B4-BE49-F238E27FC236}">
                  <a16:creationId xmlns:a16="http://schemas.microsoft.com/office/drawing/2014/main" id="{1D00D53F-97FD-4525-AE73-C04B9084F494}"/>
                </a:ext>
              </a:extLst>
            </p:cNvPr>
            <p:cNvSpPr/>
            <p:nvPr/>
          </p:nvSpPr>
          <p:spPr>
            <a:xfrm>
              <a:off x="4289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4" name="타원 13743">
              <a:extLst>
                <a:ext uri="{FF2B5EF4-FFF2-40B4-BE49-F238E27FC236}">
                  <a16:creationId xmlns:a16="http://schemas.microsoft.com/office/drawing/2014/main" id="{BAE899B7-13DE-4DDE-8D33-6DCBF60F4D7B}"/>
                </a:ext>
              </a:extLst>
            </p:cNvPr>
            <p:cNvSpPr/>
            <p:nvPr/>
          </p:nvSpPr>
          <p:spPr>
            <a:xfrm>
              <a:off x="44419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5" name="타원 13744">
              <a:extLst>
                <a:ext uri="{FF2B5EF4-FFF2-40B4-BE49-F238E27FC236}">
                  <a16:creationId xmlns:a16="http://schemas.microsoft.com/office/drawing/2014/main" id="{D6EE64E6-74A6-41E0-A695-41B2EDBC0665}"/>
                </a:ext>
              </a:extLst>
            </p:cNvPr>
            <p:cNvSpPr/>
            <p:nvPr/>
          </p:nvSpPr>
          <p:spPr>
            <a:xfrm>
              <a:off x="45943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6" name="타원 13745">
              <a:extLst>
                <a:ext uri="{FF2B5EF4-FFF2-40B4-BE49-F238E27FC236}">
                  <a16:creationId xmlns:a16="http://schemas.microsoft.com/office/drawing/2014/main" id="{F1BDA393-B9F0-481B-A5C0-056254ED0BA8}"/>
                </a:ext>
              </a:extLst>
            </p:cNvPr>
            <p:cNvSpPr/>
            <p:nvPr/>
          </p:nvSpPr>
          <p:spPr>
            <a:xfrm>
              <a:off x="47467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7" name="타원 13746">
              <a:extLst>
                <a:ext uri="{FF2B5EF4-FFF2-40B4-BE49-F238E27FC236}">
                  <a16:creationId xmlns:a16="http://schemas.microsoft.com/office/drawing/2014/main" id="{A0254A2E-8CDD-48DB-8292-3DC9DF793CCD}"/>
                </a:ext>
              </a:extLst>
            </p:cNvPr>
            <p:cNvSpPr/>
            <p:nvPr/>
          </p:nvSpPr>
          <p:spPr>
            <a:xfrm>
              <a:off x="4899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8" name="타원 13747">
              <a:extLst>
                <a:ext uri="{FF2B5EF4-FFF2-40B4-BE49-F238E27FC236}">
                  <a16:creationId xmlns:a16="http://schemas.microsoft.com/office/drawing/2014/main" id="{DDB97BB7-4AD8-41B1-BFE9-3CFFD7EC72B6}"/>
                </a:ext>
              </a:extLst>
            </p:cNvPr>
            <p:cNvSpPr/>
            <p:nvPr/>
          </p:nvSpPr>
          <p:spPr>
            <a:xfrm>
              <a:off x="5051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9" name="타원 13748">
              <a:extLst>
                <a:ext uri="{FF2B5EF4-FFF2-40B4-BE49-F238E27FC236}">
                  <a16:creationId xmlns:a16="http://schemas.microsoft.com/office/drawing/2014/main" id="{8122BE84-5529-479F-B3D0-D339696CF6DB}"/>
                </a:ext>
              </a:extLst>
            </p:cNvPr>
            <p:cNvSpPr/>
            <p:nvPr/>
          </p:nvSpPr>
          <p:spPr>
            <a:xfrm>
              <a:off x="52039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0" name="타원 13749">
              <a:extLst>
                <a:ext uri="{FF2B5EF4-FFF2-40B4-BE49-F238E27FC236}">
                  <a16:creationId xmlns:a16="http://schemas.microsoft.com/office/drawing/2014/main" id="{1DA0FF85-37AC-4BC9-AD2A-4CE2576195FB}"/>
                </a:ext>
              </a:extLst>
            </p:cNvPr>
            <p:cNvSpPr/>
            <p:nvPr/>
          </p:nvSpPr>
          <p:spPr>
            <a:xfrm>
              <a:off x="53563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1" name="타원 13750">
              <a:extLst>
                <a:ext uri="{FF2B5EF4-FFF2-40B4-BE49-F238E27FC236}">
                  <a16:creationId xmlns:a16="http://schemas.microsoft.com/office/drawing/2014/main" id="{FFA4FBCC-2DFD-4233-A027-640B57CD5202}"/>
                </a:ext>
              </a:extLst>
            </p:cNvPr>
            <p:cNvSpPr/>
            <p:nvPr/>
          </p:nvSpPr>
          <p:spPr>
            <a:xfrm>
              <a:off x="55087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2" name="타원 13751">
              <a:extLst>
                <a:ext uri="{FF2B5EF4-FFF2-40B4-BE49-F238E27FC236}">
                  <a16:creationId xmlns:a16="http://schemas.microsoft.com/office/drawing/2014/main" id="{33F9D138-59D0-4EB2-BEBE-93D653F7A5FF}"/>
                </a:ext>
              </a:extLst>
            </p:cNvPr>
            <p:cNvSpPr/>
            <p:nvPr/>
          </p:nvSpPr>
          <p:spPr>
            <a:xfrm>
              <a:off x="56611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3" name="타원 13752">
              <a:extLst>
                <a:ext uri="{FF2B5EF4-FFF2-40B4-BE49-F238E27FC236}">
                  <a16:creationId xmlns:a16="http://schemas.microsoft.com/office/drawing/2014/main" id="{4F19F41F-427C-4E65-97DB-DCF39A547798}"/>
                </a:ext>
              </a:extLst>
            </p:cNvPr>
            <p:cNvSpPr/>
            <p:nvPr/>
          </p:nvSpPr>
          <p:spPr>
            <a:xfrm>
              <a:off x="5813576" y="72390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4" name="타원 13753">
              <a:extLst>
                <a:ext uri="{FF2B5EF4-FFF2-40B4-BE49-F238E27FC236}">
                  <a16:creationId xmlns:a16="http://schemas.microsoft.com/office/drawing/2014/main" id="{9B51F2D9-D2FC-4445-AA09-0CFDC4352409}"/>
                </a:ext>
              </a:extLst>
            </p:cNvPr>
            <p:cNvSpPr/>
            <p:nvPr/>
          </p:nvSpPr>
          <p:spPr>
            <a:xfrm>
              <a:off x="327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5" name="타원 13754">
              <a:extLst>
                <a:ext uri="{FF2B5EF4-FFF2-40B4-BE49-F238E27FC236}">
                  <a16:creationId xmlns:a16="http://schemas.microsoft.com/office/drawing/2014/main" id="{CE0E5F7E-CA2F-4A93-8480-CF36B2D09152}"/>
                </a:ext>
              </a:extLst>
            </p:cNvPr>
            <p:cNvSpPr/>
            <p:nvPr/>
          </p:nvSpPr>
          <p:spPr>
            <a:xfrm>
              <a:off x="479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6" name="타원 13755">
              <a:extLst>
                <a:ext uri="{FF2B5EF4-FFF2-40B4-BE49-F238E27FC236}">
                  <a16:creationId xmlns:a16="http://schemas.microsoft.com/office/drawing/2014/main" id="{F947050E-4A88-47E5-AC41-4C34DBF9D2D2}"/>
                </a:ext>
              </a:extLst>
            </p:cNvPr>
            <p:cNvSpPr/>
            <p:nvPr/>
          </p:nvSpPr>
          <p:spPr>
            <a:xfrm>
              <a:off x="6319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7" name="타원 13756">
              <a:extLst>
                <a:ext uri="{FF2B5EF4-FFF2-40B4-BE49-F238E27FC236}">
                  <a16:creationId xmlns:a16="http://schemas.microsoft.com/office/drawing/2014/main" id="{4A39F8F4-64ED-4FB6-B816-19E13CE1776A}"/>
                </a:ext>
              </a:extLst>
            </p:cNvPr>
            <p:cNvSpPr/>
            <p:nvPr/>
          </p:nvSpPr>
          <p:spPr>
            <a:xfrm>
              <a:off x="7843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8" name="타원 13757">
              <a:extLst>
                <a:ext uri="{FF2B5EF4-FFF2-40B4-BE49-F238E27FC236}">
                  <a16:creationId xmlns:a16="http://schemas.microsoft.com/office/drawing/2014/main" id="{1AA76268-99B7-4707-8589-0565265C48AA}"/>
                </a:ext>
              </a:extLst>
            </p:cNvPr>
            <p:cNvSpPr/>
            <p:nvPr/>
          </p:nvSpPr>
          <p:spPr>
            <a:xfrm>
              <a:off x="9367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9" name="타원 13758">
              <a:extLst>
                <a:ext uri="{FF2B5EF4-FFF2-40B4-BE49-F238E27FC236}">
                  <a16:creationId xmlns:a16="http://schemas.microsoft.com/office/drawing/2014/main" id="{E2D4C0CD-D86C-434C-BC25-4FBE16E7EE06}"/>
                </a:ext>
              </a:extLst>
            </p:cNvPr>
            <p:cNvSpPr/>
            <p:nvPr/>
          </p:nvSpPr>
          <p:spPr>
            <a:xfrm>
              <a:off x="1089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0" name="타원 13759">
              <a:extLst>
                <a:ext uri="{FF2B5EF4-FFF2-40B4-BE49-F238E27FC236}">
                  <a16:creationId xmlns:a16="http://schemas.microsoft.com/office/drawing/2014/main" id="{89A8001B-C717-413A-9458-83C2CF483956}"/>
                </a:ext>
              </a:extLst>
            </p:cNvPr>
            <p:cNvSpPr/>
            <p:nvPr/>
          </p:nvSpPr>
          <p:spPr>
            <a:xfrm>
              <a:off x="1241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1" name="타원 13760">
              <a:extLst>
                <a:ext uri="{FF2B5EF4-FFF2-40B4-BE49-F238E27FC236}">
                  <a16:creationId xmlns:a16="http://schemas.microsoft.com/office/drawing/2014/main" id="{DF112E53-EE29-4FE9-A9BE-F8B4B7C140E6}"/>
                </a:ext>
              </a:extLst>
            </p:cNvPr>
            <p:cNvSpPr/>
            <p:nvPr/>
          </p:nvSpPr>
          <p:spPr>
            <a:xfrm>
              <a:off x="13939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2" name="타원 13761">
              <a:extLst>
                <a:ext uri="{FF2B5EF4-FFF2-40B4-BE49-F238E27FC236}">
                  <a16:creationId xmlns:a16="http://schemas.microsoft.com/office/drawing/2014/main" id="{66FC643E-8B11-4E63-B227-1E627F1E5931}"/>
                </a:ext>
              </a:extLst>
            </p:cNvPr>
            <p:cNvSpPr/>
            <p:nvPr/>
          </p:nvSpPr>
          <p:spPr>
            <a:xfrm>
              <a:off x="15463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3" name="타원 13762">
              <a:extLst>
                <a:ext uri="{FF2B5EF4-FFF2-40B4-BE49-F238E27FC236}">
                  <a16:creationId xmlns:a16="http://schemas.microsoft.com/office/drawing/2014/main" id="{B0DF9A22-E93B-4768-AB49-887D92FF388D}"/>
                </a:ext>
              </a:extLst>
            </p:cNvPr>
            <p:cNvSpPr/>
            <p:nvPr/>
          </p:nvSpPr>
          <p:spPr>
            <a:xfrm>
              <a:off x="16987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4" name="타원 13763">
              <a:extLst>
                <a:ext uri="{FF2B5EF4-FFF2-40B4-BE49-F238E27FC236}">
                  <a16:creationId xmlns:a16="http://schemas.microsoft.com/office/drawing/2014/main" id="{591D2EBE-D059-40F7-A5C4-6E9CC48F5F65}"/>
                </a:ext>
              </a:extLst>
            </p:cNvPr>
            <p:cNvSpPr/>
            <p:nvPr/>
          </p:nvSpPr>
          <p:spPr>
            <a:xfrm>
              <a:off x="1851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5" name="타원 13764">
              <a:extLst>
                <a:ext uri="{FF2B5EF4-FFF2-40B4-BE49-F238E27FC236}">
                  <a16:creationId xmlns:a16="http://schemas.microsoft.com/office/drawing/2014/main" id="{F8F5E42D-8D91-4152-A20D-668AF1F4793E}"/>
                </a:ext>
              </a:extLst>
            </p:cNvPr>
            <p:cNvSpPr/>
            <p:nvPr/>
          </p:nvSpPr>
          <p:spPr>
            <a:xfrm>
              <a:off x="2003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6" name="타원 13765">
              <a:extLst>
                <a:ext uri="{FF2B5EF4-FFF2-40B4-BE49-F238E27FC236}">
                  <a16:creationId xmlns:a16="http://schemas.microsoft.com/office/drawing/2014/main" id="{91721942-42AE-48C9-B7C8-7E30E5733A14}"/>
                </a:ext>
              </a:extLst>
            </p:cNvPr>
            <p:cNvSpPr/>
            <p:nvPr/>
          </p:nvSpPr>
          <p:spPr>
            <a:xfrm>
              <a:off x="21559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7" name="타원 13766">
              <a:extLst>
                <a:ext uri="{FF2B5EF4-FFF2-40B4-BE49-F238E27FC236}">
                  <a16:creationId xmlns:a16="http://schemas.microsoft.com/office/drawing/2014/main" id="{DCC23F9F-1DC6-43AE-B91F-311F94D83428}"/>
                </a:ext>
              </a:extLst>
            </p:cNvPr>
            <p:cNvSpPr/>
            <p:nvPr/>
          </p:nvSpPr>
          <p:spPr>
            <a:xfrm>
              <a:off x="23083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8" name="타원 13767">
              <a:extLst>
                <a:ext uri="{FF2B5EF4-FFF2-40B4-BE49-F238E27FC236}">
                  <a16:creationId xmlns:a16="http://schemas.microsoft.com/office/drawing/2014/main" id="{81F667DF-404E-47D2-BB77-C8E9AFA82ADF}"/>
                </a:ext>
              </a:extLst>
            </p:cNvPr>
            <p:cNvSpPr/>
            <p:nvPr/>
          </p:nvSpPr>
          <p:spPr>
            <a:xfrm>
              <a:off x="24607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9" name="타원 13768">
              <a:extLst>
                <a:ext uri="{FF2B5EF4-FFF2-40B4-BE49-F238E27FC236}">
                  <a16:creationId xmlns:a16="http://schemas.microsoft.com/office/drawing/2014/main" id="{203F31AD-D13F-43B2-A981-2D83DF11CBE6}"/>
                </a:ext>
              </a:extLst>
            </p:cNvPr>
            <p:cNvSpPr/>
            <p:nvPr/>
          </p:nvSpPr>
          <p:spPr>
            <a:xfrm>
              <a:off x="2613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0" name="타원 13769">
              <a:extLst>
                <a:ext uri="{FF2B5EF4-FFF2-40B4-BE49-F238E27FC236}">
                  <a16:creationId xmlns:a16="http://schemas.microsoft.com/office/drawing/2014/main" id="{89331B09-FC7C-4517-930D-94B1B4DB9210}"/>
                </a:ext>
              </a:extLst>
            </p:cNvPr>
            <p:cNvSpPr/>
            <p:nvPr/>
          </p:nvSpPr>
          <p:spPr>
            <a:xfrm>
              <a:off x="2765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1" name="타원 13770">
              <a:extLst>
                <a:ext uri="{FF2B5EF4-FFF2-40B4-BE49-F238E27FC236}">
                  <a16:creationId xmlns:a16="http://schemas.microsoft.com/office/drawing/2014/main" id="{EF89D483-C1F7-4CAC-8EBB-1AABA48BC93B}"/>
                </a:ext>
              </a:extLst>
            </p:cNvPr>
            <p:cNvSpPr/>
            <p:nvPr/>
          </p:nvSpPr>
          <p:spPr>
            <a:xfrm>
              <a:off x="29179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2" name="타원 13771">
              <a:extLst>
                <a:ext uri="{FF2B5EF4-FFF2-40B4-BE49-F238E27FC236}">
                  <a16:creationId xmlns:a16="http://schemas.microsoft.com/office/drawing/2014/main" id="{6C8C2F4A-50E0-4366-B91D-467CD47DEC22}"/>
                </a:ext>
              </a:extLst>
            </p:cNvPr>
            <p:cNvSpPr/>
            <p:nvPr/>
          </p:nvSpPr>
          <p:spPr>
            <a:xfrm>
              <a:off x="30703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3" name="타원 13772">
              <a:extLst>
                <a:ext uri="{FF2B5EF4-FFF2-40B4-BE49-F238E27FC236}">
                  <a16:creationId xmlns:a16="http://schemas.microsoft.com/office/drawing/2014/main" id="{EF0EE503-155A-474B-8A38-95A5022F75AC}"/>
                </a:ext>
              </a:extLst>
            </p:cNvPr>
            <p:cNvSpPr/>
            <p:nvPr/>
          </p:nvSpPr>
          <p:spPr>
            <a:xfrm>
              <a:off x="32227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4" name="타원 13773">
              <a:extLst>
                <a:ext uri="{FF2B5EF4-FFF2-40B4-BE49-F238E27FC236}">
                  <a16:creationId xmlns:a16="http://schemas.microsoft.com/office/drawing/2014/main" id="{5C9C2BB8-7E13-43E6-BB1B-F069E19F6A9F}"/>
                </a:ext>
              </a:extLst>
            </p:cNvPr>
            <p:cNvSpPr/>
            <p:nvPr/>
          </p:nvSpPr>
          <p:spPr>
            <a:xfrm>
              <a:off x="3375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5" name="타원 13774">
              <a:extLst>
                <a:ext uri="{FF2B5EF4-FFF2-40B4-BE49-F238E27FC236}">
                  <a16:creationId xmlns:a16="http://schemas.microsoft.com/office/drawing/2014/main" id="{572B9D6C-1359-4B42-87DD-F06FB6D76015}"/>
                </a:ext>
              </a:extLst>
            </p:cNvPr>
            <p:cNvSpPr/>
            <p:nvPr/>
          </p:nvSpPr>
          <p:spPr>
            <a:xfrm>
              <a:off x="3527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6" name="타원 13775">
              <a:extLst>
                <a:ext uri="{FF2B5EF4-FFF2-40B4-BE49-F238E27FC236}">
                  <a16:creationId xmlns:a16="http://schemas.microsoft.com/office/drawing/2014/main" id="{59220DFC-8FDB-4713-9DD2-736EEA6F7BF8}"/>
                </a:ext>
              </a:extLst>
            </p:cNvPr>
            <p:cNvSpPr/>
            <p:nvPr/>
          </p:nvSpPr>
          <p:spPr>
            <a:xfrm>
              <a:off x="36799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7" name="타원 13776">
              <a:extLst>
                <a:ext uri="{FF2B5EF4-FFF2-40B4-BE49-F238E27FC236}">
                  <a16:creationId xmlns:a16="http://schemas.microsoft.com/office/drawing/2014/main" id="{57F61B14-D217-422C-9D97-2C25B93F5274}"/>
                </a:ext>
              </a:extLst>
            </p:cNvPr>
            <p:cNvSpPr/>
            <p:nvPr/>
          </p:nvSpPr>
          <p:spPr>
            <a:xfrm>
              <a:off x="38323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8" name="타원 13777">
              <a:extLst>
                <a:ext uri="{FF2B5EF4-FFF2-40B4-BE49-F238E27FC236}">
                  <a16:creationId xmlns:a16="http://schemas.microsoft.com/office/drawing/2014/main" id="{F446DB95-F436-4F4B-BCDA-C29F1562493E}"/>
                </a:ext>
              </a:extLst>
            </p:cNvPr>
            <p:cNvSpPr/>
            <p:nvPr/>
          </p:nvSpPr>
          <p:spPr>
            <a:xfrm>
              <a:off x="39847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9" name="타원 13778">
              <a:extLst>
                <a:ext uri="{FF2B5EF4-FFF2-40B4-BE49-F238E27FC236}">
                  <a16:creationId xmlns:a16="http://schemas.microsoft.com/office/drawing/2014/main" id="{6E977891-113D-4291-8922-1E346D81BE58}"/>
                </a:ext>
              </a:extLst>
            </p:cNvPr>
            <p:cNvSpPr/>
            <p:nvPr/>
          </p:nvSpPr>
          <p:spPr>
            <a:xfrm>
              <a:off x="4137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0" name="타원 13779">
              <a:extLst>
                <a:ext uri="{FF2B5EF4-FFF2-40B4-BE49-F238E27FC236}">
                  <a16:creationId xmlns:a16="http://schemas.microsoft.com/office/drawing/2014/main" id="{CC5C025F-700F-4E90-9E5B-2A72BA2B014A}"/>
                </a:ext>
              </a:extLst>
            </p:cNvPr>
            <p:cNvSpPr/>
            <p:nvPr/>
          </p:nvSpPr>
          <p:spPr>
            <a:xfrm>
              <a:off x="4289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1" name="타원 13780">
              <a:extLst>
                <a:ext uri="{FF2B5EF4-FFF2-40B4-BE49-F238E27FC236}">
                  <a16:creationId xmlns:a16="http://schemas.microsoft.com/office/drawing/2014/main" id="{A7D65305-7758-4376-930B-6FAA0392E989}"/>
                </a:ext>
              </a:extLst>
            </p:cNvPr>
            <p:cNvSpPr/>
            <p:nvPr/>
          </p:nvSpPr>
          <p:spPr>
            <a:xfrm>
              <a:off x="44419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2" name="타원 13781">
              <a:extLst>
                <a:ext uri="{FF2B5EF4-FFF2-40B4-BE49-F238E27FC236}">
                  <a16:creationId xmlns:a16="http://schemas.microsoft.com/office/drawing/2014/main" id="{79334546-907E-4F36-B9FB-1190A4B8529B}"/>
                </a:ext>
              </a:extLst>
            </p:cNvPr>
            <p:cNvSpPr/>
            <p:nvPr/>
          </p:nvSpPr>
          <p:spPr>
            <a:xfrm>
              <a:off x="45943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3" name="타원 13782">
              <a:extLst>
                <a:ext uri="{FF2B5EF4-FFF2-40B4-BE49-F238E27FC236}">
                  <a16:creationId xmlns:a16="http://schemas.microsoft.com/office/drawing/2014/main" id="{857B3068-D270-45C8-B5DC-C85ECAE0457B}"/>
                </a:ext>
              </a:extLst>
            </p:cNvPr>
            <p:cNvSpPr/>
            <p:nvPr/>
          </p:nvSpPr>
          <p:spPr>
            <a:xfrm>
              <a:off x="47467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4" name="타원 13783">
              <a:extLst>
                <a:ext uri="{FF2B5EF4-FFF2-40B4-BE49-F238E27FC236}">
                  <a16:creationId xmlns:a16="http://schemas.microsoft.com/office/drawing/2014/main" id="{6DB9F24E-9892-4EE4-8DD8-C893248D4FB4}"/>
                </a:ext>
              </a:extLst>
            </p:cNvPr>
            <p:cNvSpPr/>
            <p:nvPr/>
          </p:nvSpPr>
          <p:spPr>
            <a:xfrm>
              <a:off x="4899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5" name="타원 13784">
              <a:extLst>
                <a:ext uri="{FF2B5EF4-FFF2-40B4-BE49-F238E27FC236}">
                  <a16:creationId xmlns:a16="http://schemas.microsoft.com/office/drawing/2014/main" id="{1A99932D-5264-41CD-927D-D7378569E70E}"/>
                </a:ext>
              </a:extLst>
            </p:cNvPr>
            <p:cNvSpPr/>
            <p:nvPr/>
          </p:nvSpPr>
          <p:spPr>
            <a:xfrm>
              <a:off x="5051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6" name="타원 13785">
              <a:extLst>
                <a:ext uri="{FF2B5EF4-FFF2-40B4-BE49-F238E27FC236}">
                  <a16:creationId xmlns:a16="http://schemas.microsoft.com/office/drawing/2014/main" id="{B371A064-3E30-4E2C-8033-65F974F38737}"/>
                </a:ext>
              </a:extLst>
            </p:cNvPr>
            <p:cNvSpPr/>
            <p:nvPr/>
          </p:nvSpPr>
          <p:spPr>
            <a:xfrm>
              <a:off x="52039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7" name="타원 13786">
              <a:extLst>
                <a:ext uri="{FF2B5EF4-FFF2-40B4-BE49-F238E27FC236}">
                  <a16:creationId xmlns:a16="http://schemas.microsoft.com/office/drawing/2014/main" id="{0DBECFB9-197C-442F-9880-F258E923AE39}"/>
                </a:ext>
              </a:extLst>
            </p:cNvPr>
            <p:cNvSpPr/>
            <p:nvPr/>
          </p:nvSpPr>
          <p:spPr>
            <a:xfrm>
              <a:off x="53563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8" name="타원 13787">
              <a:extLst>
                <a:ext uri="{FF2B5EF4-FFF2-40B4-BE49-F238E27FC236}">
                  <a16:creationId xmlns:a16="http://schemas.microsoft.com/office/drawing/2014/main" id="{088A3E67-A44C-4AC7-895A-F154E5205072}"/>
                </a:ext>
              </a:extLst>
            </p:cNvPr>
            <p:cNvSpPr/>
            <p:nvPr/>
          </p:nvSpPr>
          <p:spPr>
            <a:xfrm>
              <a:off x="55087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9" name="타원 13788">
              <a:extLst>
                <a:ext uri="{FF2B5EF4-FFF2-40B4-BE49-F238E27FC236}">
                  <a16:creationId xmlns:a16="http://schemas.microsoft.com/office/drawing/2014/main" id="{33E28DAC-F54D-4B7A-A1F1-330D8B8BC7C4}"/>
                </a:ext>
              </a:extLst>
            </p:cNvPr>
            <p:cNvSpPr/>
            <p:nvPr/>
          </p:nvSpPr>
          <p:spPr>
            <a:xfrm>
              <a:off x="56611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90" name="타원 13789">
              <a:extLst>
                <a:ext uri="{FF2B5EF4-FFF2-40B4-BE49-F238E27FC236}">
                  <a16:creationId xmlns:a16="http://schemas.microsoft.com/office/drawing/2014/main" id="{397E4AA5-6884-48EE-8B53-51CD4881C6FE}"/>
                </a:ext>
              </a:extLst>
            </p:cNvPr>
            <p:cNvSpPr/>
            <p:nvPr/>
          </p:nvSpPr>
          <p:spPr>
            <a:xfrm>
              <a:off x="5813576" y="7391400"/>
              <a:ext cx="18000" cy="1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0" name="타원 10349">
              <a:extLst>
                <a:ext uri="{FF2B5EF4-FFF2-40B4-BE49-F238E27FC236}">
                  <a16:creationId xmlns:a16="http://schemas.microsoft.com/office/drawing/2014/main" id="{3599062F-FD7D-44CC-A31D-63A4300AF87A}"/>
                </a:ext>
              </a:extLst>
            </p:cNvPr>
            <p:cNvSpPr/>
            <p:nvPr/>
          </p:nvSpPr>
          <p:spPr>
            <a:xfrm>
              <a:off x="325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1" name="타원 10350">
              <a:extLst>
                <a:ext uri="{FF2B5EF4-FFF2-40B4-BE49-F238E27FC236}">
                  <a16:creationId xmlns:a16="http://schemas.microsoft.com/office/drawing/2014/main" id="{8BF01796-E098-4E75-A2B3-3E029F36F7FA}"/>
                </a:ext>
              </a:extLst>
            </p:cNvPr>
            <p:cNvSpPr/>
            <p:nvPr/>
          </p:nvSpPr>
          <p:spPr>
            <a:xfrm>
              <a:off x="478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2" name="타원 10351">
              <a:extLst>
                <a:ext uri="{FF2B5EF4-FFF2-40B4-BE49-F238E27FC236}">
                  <a16:creationId xmlns:a16="http://schemas.microsoft.com/office/drawing/2014/main" id="{AEAA86AA-4833-4F90-8880-E4B5A1799F3F}"/>
                </a:ext>
              </a:extLst>
            </p:cNvPr>
            <p:cNvSpPr/>
            <p:nvPr/>
          </p:nvSpPr>
          <p:spPr>
            <a:xfrm>
              <a:off x="6307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3" name="타원 10352">
              <a:extLst>
                <a:ext uri="{FF2B5EF4-FFF2-40B4-BE49-F238E27FC236}">
                  <a16:creationId xmlns:a16="http://schemas.microsoft.com/office/drawing/2014/main" id="{700FDFA5-0FF2-4FCC-A009-25A747821EAF}"/>
                </a:ext>
              </a:extLst>
            </p:cNvPr>
            <p:cNvSpPr/>
            <p:nvPr/>
          </p:nvSpPr>
          <p:spPr>
            <a:xfrm>
              <a:off x="7831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4" name="타원 10353">
              <a:extLst>
                <a:ext uri="{FF2B5EF4-FFF2-40B4-BE49-F238E27FC236}">
                  <a16:creationId xmlns:a16="http://schemas.microsoft.com/office/drawing/2014/main" id="{D0C5B3AE-8A61-4E90-8E66-CC9E5E9C4DD5}"/>
                </a:ext>
              </a:extLst>
            </p:cNvPr>
            <p:cNvSpPr/>
            <p:nvPr/>
          </p:nvSpPr>
          <p:spPr>
            <a:xfrm>
              <a:off x="9355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5" name="타원 10354">
              <a:extLst>
                <a:ext uri="{FF2B5EF4-FFF2-40B4-BE49-F238E27FC236}">
                  <a16:creationId xmlns:a16="http://schemas.microsoft.com/office/drawing/2014/main" id="{BE70699D-10B1-4EB3-9F01-A1431FC6622E}"/>
                </a:ext>
              </a:extLst>
            </p:cNvPr>
            <p:cNvSpPr/>
            <p:nvPr/>
          </p:nvSpPr>
          <p:spPr>
            <a:xfrm>
              <a:off x="1087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6" name="타원 10355">
              <a:extLst>
                <a:ext uri="{FF2B5EF4-FFF2-40B4-BE49-F238E27FC236}">
                  <a16:creationId xmlns:a16="http://schemas.microsoft.com/office/drawing/2014/main" id="{53DA6D0E-43C1-42EC-B010-BEA1406135CA}"/>
                </a:ext>
              </a:extLst>
            </p:cNvPr>
            <p:cNvSpPr/>
            <p:nvPr/>
          </p:nvSpPr>
          <p:spPr>
            <a:xfrm>
              <a:off x="1240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7" name="타원 10356">
              <a:extLst>
                <a:ext uri="{FF2B5EF4-FFF2-40B4-BE49-F238E27FC236}">
                  <a16:creationId xmlns:a16="http://schemas.microsoft.com/office/drawing/2014/main" id="{A7DA8C04-2509-4651-897E-0CF354D89703}"/>
                </a:ext>
              </a:extLst>
            </p:cNvPr>
            <p:cNvSpPr/>
            <p:nvPr/>
          </p:nvSpPr>
          <p:spPr>
            <a:xfrm>
              <a:off x="13927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8" name="타원 10357">
              <a:extLst>
                <a:ext uri="{FF2B5EF4-FFF2-40B4-BE49-F238E27FC236}">
                  <a16:creationId xmlns:a16="http://schemas.microsoft.com/office/drawing/2014/main" id="{AFABD797-4E1C-48E3-9E9E-7F73BCAB6D5B}"/>
                </a:ext>
              </a:extLst>
            </p:cNvPr>
            <p:cNvSpPr/>
            <p:nvPr/>
          </p:nvSpPr>
          <p:spPr>
            <a:xfrm>
              <a:off x="15451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9" name="타원 10358">
              <a:extLst>
                <a:ext uri="{FF2B5EF4-FFF2-40B4-BE49-F238E27FC236}">
                  <a16:creationId xmlns:a16="http://schemas.microsoft.com/office/drawing/2014/main" id="{2435D515-DE1C-4C1A-848A-4FA5F111C901}"/>
                </a:ext>
              </a:extLst>
            </p:cNvPr>
            <p:cNvSpPr/>
            <p:nvPr/>
          </p:nvSpPr>
          <p:spPr>
            <a:xfrm>
              <a:off x="16975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0" name="타원 10359">
              <a:extLst>
                <a:ext uri="{FF2B5EF4-FFF2-40B4-BE49-F238E27FC236}">
                  <a16:creationId xmlns:a16="http://schemas.microsoft.com/office/drawing/2014/main" id="{6596C827-E6D2-4A56-8AF8-8C2BE1E15076}"/>
                </a:ext>
              </a:extLst>
            </p:cNvPr>
            <p:cNvSpPr/>
            <p:nvPr/>
          </p:nvSpPr>
          <p:spPr>
            <a:xfrm>
              <a:off x="1849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1" name="타원 10360">
              <a:extLst>
                <a:ext uri="{FF2B5EF4-FFF2-40B4-BE49-F238E27FC236}">
                  <a16:creationId xmlns:a16="http://schemas.microsoft.com/office/drawing/2014/main" id="{CD6D2ED8-F603-4CD1-8B13-632777668320}"/>
                </a:ext>
              </a:extLst>
            </p:cNvPr>
            <p:cNvSpPr/>
            <p:nvPr/>
          </p:nvSpPr>
          <p:spPr>
            <a:xfrm>
              <a:off x="2002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2" name="타원 10361">
              <a:extLst>
                <a:ext uri="{FF2B5EF4-FFF2-40B4-BE49-F238E27FC236}">
                  <a16:creationId xmlns:a16="http://schemas.microsoft.com/office/drawing/2014/main" id="{E8D1406E-A14D-4EAF-9752-36D0FB5E8301}"/>
                </a:ext>
              </a:extLst>
            </p:cNvPr>
            <p:cNvSpPr/>
            <p:nvPr/>
          </p:nvSpPr>
          <p:spPr>
            <a:xfrm>
              <a:off x="21547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3" name="타원 10362">
              <a:extLst>
                <a:ext uri="{FF2B5EF4-FFF2-40B4-BE49-F238E27FC236}">
                  <a16:creationId xmlns:a16="http://schemas.microsoft.com/office/drawing/2014/main" id="{C730996B-EBBF-4999-9D92-ECF5A9C0D9EC}"/>
                </a:ext>
              </a:extLst>
            </p:cNvPr>
            <p:cNvSpPr/>
            <p:nvPr/>
          </p:nvSpPr>
          <p:spPr>
            <a:xfrm>
              <a:off x="23071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4" name="타원 10363">
              <a:extLst>
                <a:ext uri="{FF2B5EF4-FFF2-40B4-BE49-F238E27FC236}">
                  <a16:creationId xmlns:a16="http://schemas.microsoft.com/office/drawing/2014/main" id="{0330A3B4-B33C-4697-A649-480421007DFA}"/>
                </a:ext>
              </a:extLst>
            </p:cNvPr>
            <p:cNvSpPr/>
            <p:nvPr/>
          </p:nvSpPr>
          <p:spPr>
            <a:xfrm>
              <a:off x="24595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5" name="타원 10364">
              <a:extLst>
                <a:ext uri="{FF2B5EF4-FFF2-40B4-BE49-F238E27FC236}">
                  <a16:creationId xmlns:a16="http://schemas.microsoft.com/office/drawing/2014/main" id="{FD548715-5ACF-4D5D-A4D1-AF65CE41A739}"/>
                </a:ext>
              </a:extLst>
            </p:cNvPr>
            <p:cNvSpPr/>
            <p:nvPr/>
          </p:nvSpPr>
          <p:spPr>
            <a:xfrm>
              <a:off x="2611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6" name="타원 10365">
              <a:extLst>
                <a:ext uri="{FF2B5EF4-FFF2-40B4-BE49-F238E27FC236}">
                  <a16:creationId xmlns:a16="http://schemas.microsoft.com/office/drawing/2014/main" id="{4B4DB833-ECC1-4AF4-9CE5-18ED358C541E}"/>
                </a:ext>
              </a:extLst>
            </p:cNvPr>
            <p:cNvSpPr/>
            <p:nvPr/>
          </p:nvSpPr>
          <p:spPr>
            <a:xfrm>
              <a:off x="2764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7" name="타원 10366">
              <a:extLst>
                <a:ext uri="{FF2B5EF4-FFF2-40B4-BE49-F238E27FC236}">
                  <a16:creationId xmlns:a16="http://schemas.microsoft.com/office/drawing/2014/main" id="{7B60AB03-C4EE-43D3-AB39-B67DBF959D54}"/>
                </a:ext>
              </a:extLst>
            </p:cNvPr>
            <p:cNvSpPr/>
            <p:nvPr/>
          </p:nvSpPr>
          <p:spPr>
            <a:xfrm>
              <a:off x="29167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8" name="타원 10367">
              <a:extLst>
                <a:ext uri="{FF2B5EF4-FFF2-40B4-BE49-F238E27FC236}">
                  <a16:creationId xmlns:a16="http://schemas.microsoft.com/office/drawing/2014/main" id="{497071A8-B0F8-499B-B5A1-019963345690}"/>
                </a:ext>
              </a:extLst>
            </p:cNvPr>
            <p:cNvSpPr/>
            <p:nvPr/>
          </p:nvSpPr>
          <p:spPr>
            <a:xfrm>
              <a:off x="30691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69" name="타원 10368">
              <a:extLst>
                <a:ext uri="{FF2B5EF4-FFF2-40B4-BE49-F238E27FC236}">
                  <a16:creationId xmlns:a16="http://schemas.microsoft.com/office/drawing/2014/main" id="{2189C5D2-F3B6-49A6-A7A5-9C13BD980240}"/>
                </a:ext>
              </a:extLst>
            </p:cNvPr>
            <p:cNvSpPr/>
            <p:nvPr/>
          </p:nvSpPr>
          <p:spPr>
            <a:xfrm>
              <a:off x="32215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0" name="타원 10369">
              <a:extLst>
                <a:ext uri="{FF2B5EF4-FFF2-40B4-BE49-F238E27FC236}">
                  <a16:creationId xmlns:a16="http://schemas.microsoft.com/office/drawing/2014/main" id="{28BBFC73-1463-4066-97B5-8D5CEC70F2F0}"/>
                </a:ext>
              </a:extLst>
            </p:cNvPr>
            <p:cNvSpPr/>
            <p:nvPr/>
          </p:nvSpPr>
          <p:spPr>
            <a:xfrm>
              <a:off x="3373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1" name="타원 10370">
              <a:extLst>
                <a:ext uri="{FF2B5EF4-FFF2-40B4-BE49-F238E27FC236}">
                  <a16:creationId xmlns:a16="http://schemas.microsoft.com/office/drawing/2014/main" id="{E526E659-8D05-4766-988E-FA9D7F7E9899}"/>
                </a:ext>
              </a:extLst>
            </p:cNvPr>
            <p:cNvSpPr/>
            <p:nvPr/>
          </p:nvSpPr>
          <p:spPr>
            <a:xfrm>
              <a:off x="3526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2" name="타원 10371">
              <a:extLst>
                <a:ext uri="{FF2B5EF4-FFF2-40B4-BE49-F238E27FC236}">
                  <a16:creationId xmlns:a16="http://schemas.microsoft.com/office/drawing/2014/main" id="{1F3C3B9D-4021-4015-94B1-FA5BCF022835}"/>
                </a:ext>
              </a:extLst>
            </p:cNvPr>
            <p:cNvSpPr/>
            <p:nvPr/>
          </p:nvSpPr>
          <p:spPr>
            <a:xfrm>
              <a:off x="36787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3" name="타원 10372">
              <a:extLst>
                <a:ext uri="{FF2B5EF4-FFF2-40B4-BE49-F238E27FC236}">
                  <a16:creationId xmlns:a16="http://schemas.microsoft.com/office/drawing/2014/main" id="{FC69160C-E3FE-4942-A185-66B54ED4F1DB}"/>
                </a:ext>
              </a:extLst>
            </p:cNvPr>
            <p:cNvSpPr/>
            <p:nvPr/>
          </p:nvSpPr>
          <p:spPr>
            <a:xfrm>
              <a:off x="38311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4" name="타원 10373">
              <a:extLst>
                <a:ext uri="{FF2B5EF4-FFF2-40B4-BE49-F238E27FC236}">
                  <a16:creationId xmlns:a16="http://schemas.microsoft.com/office/drawing/2014/main" id="{2DECE71A-20F0-471F-AF7A-0CCDE678C351}"/>
                </a:ext>
              </a:extLst>
            </p:cNvPr>
            <p:cNvSpPr/>
            <p:nvPr/>
          </p:nvSpPr>
          <p:spPr>
            <a:xfrm>
              <a:off x="39835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5" name="타원 10374">
              <a:extLst>
                <a:ext uri="{FF2B5EF4-FFF2-40B4-BE49-F238E27FC236}">
                  <a16:creationId xmlns:a16="http://schemas.microsoft.com/office/drawing/2014/main" id="{B6ECF9E7-87BF-4E43-B8C9-EB4933C9375A}"/>
                </a:ext>
              </a:extLst>
            </p:cNvPr>
            <p:cNvSpPr/>
            <p:nvPr/>
          </p:nvSpPr>
          <p:spPr>
            <a:xfrm>
              <a:off x="4135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6" name="타원 10375">
              <a:extLst>
                <a:ext uri="{FF2B5EF4-FFF2-40B4-BE49-F238E27FC236}">
                  <a16:creationId xmlns:a16="http://schemas.microsoft.com/office/drawing/2014/main" id="{448F9B34-C822-4A16-ADA3-02E4BD33AE3B}"/>
                </a:ext>
              </a:extLst>
            </p:cNvPr>
            <p:cNvSpPr/>
            <p:nvPr/>
          </p:nvSpPr>
          <p:spPr>
            <a:xfrm>
              <a:off x="4288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7" name="타원 10376">
              <a:extLst>
                <a:ext uri="{FF2B5EF4-FFF2-40B4-BE49-F238E27FC236}">
                  <a16:creationId xmlns:a16="http://schemas.microsoft.com/office/drawing/2014/main" id="{BCB914C7-D1F2-4BED-AA7C-8FFCE8D38070}"/>
                </a:ext>
              </a:extLst>
            </p:cNvPr>
            <p:cNvSpPr/>
            <p:nvPr/>
          </p:nvSpPr>
          <p:spPr>
            <a:xfrm>
              <a:off x="44407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8" name="타원 10377">
              <a:extLst>
                <a:ext uri="{FF2B5EF4-FFF2-40B4-BE49-F238E27FC236}">
                  <a16:creationId xmlns:a16="http://schemas.microsoft.com/office/drawing/2014/main" id="{8BD4E2DD-A96C-490B-BCF8-7241627A36BF}"/>
                </a:ext>
              </a:extLst>
            </p:cNvPr>
            <p:cNvSpPr/>
            <p:nvPr/>
          </p:nvSpPr>
          <p:spPr>
            <a:xfrm>
              <a:off x="45931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79" name="타원 10378">
              <a:extLst>
                <a:ext uri="{FF2B5EF4-FFF2-40B4-BE49-F238E27FC236}">
                  <a16:creationId xmlns:a16="http://schemas.microsoft.com/office/drawing/2014/main" id="{52C06950-70A7-4CA8-8002-1319EF6628D0}"/>
                </a:ext>
              </a:extLst>
            </p:cNvPr>
            <p:cNvSpPr/>
            <p:nvPr/>
          </p:nvSpPr>
          <p:spPr>
            <a:xfrm>
              <a:off x="47455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0" name="타원 10379">
              <a:extLst>
                <a:ext uri="{FF2B5EF4-FFF2-40B4-BE49-F238E27FC236}">
                  <a16:creationId xmlns:a16="http://schemas.microsoft.com/office/drawing/2014/main" id="{6806305F-D2AE-4DA9-970B-93A199EBB387}"/>
                </a:ext>
              </a:extLst>
            </p:cNvPr>
            <p:cNvSpPr/>
            <p:nvPr/>
          </p:nvSpPr>
          <p:spPr>
            <a:xfrm>
              <a:off x="4897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1" name="타원 10380">
              <a:extLst>
                <a:ext uri="{FF2B5EF4-FFF2-40B4-BE49-F238E27FC236}">
                  <a16:creationId xmlns:a16="http://schemas.microsoft.com/office/drawing/2014/main" id="{DECDE386-E883-43C3-9ED6-F920B71449AC}"/>
                </a:ext>
              </a:extLst>
            </p:cNvPr>
            <p:cNvSpPr/>
            <p:nvPr/>
          </p:nvSpPr>
          <p:spPr>
            <a:xfrm>
              <a:off x="5050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2" name="타원 10381">
              <a:extLst>
                <a:ext uri="{FF2B5EF4-FFF2-40B4-BE49-F238E27FC236}">
                  <a16:creationId xmlns:a16="http://schemas.microsoft.com/office/drawing/2014/main" id="{3030D5C4-A2E5-4BBD-9AD1-CE8980BB1F61}"/>
                </a:ext>
              </a:extLst>
            </p:cNvPr>
            <p:cNvSpPr/>
            <p:nvPr/>
          </p:nvSpPr>
          <p:spPr>
            <a:xfrm>
              <a:off x="52027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3" name="타원 10382">
              <a:extLst>
                <a:ext uri="{FF2B5EF4-FFF2-40B4-BE49-F238E27FC236}">
                  <a16:creationId xmlns:a16="http://schemas.microsoft.com/office/drawing/2014/main" id="{CB3AA328-41AB-49BB-AA64-0908A486F3C2}"/>
                </a:ext>
              </a:extLst>
            </p:cNvPr>
            <p:cNvSpPr/>
            <p:nvPr/>
          </p:nvSpPr>
          <p:spPr>
            <a:xfrm>
              <a:off x="53551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4" name="타원 10383">
              <a:extLst>
                <a:ext uri="{FF2B5EF4-FFF2-40B4-BE49-F238E27FC236}">
                  <a16:creationId xmlns:a16="http://schemas.microsoft.com/office/drawing/2014/main" id="{6983DBDD-77FD-4143-A9FE-A88E553CD9E8}"/>
                </a:ext>
              </a:extLst>
            </p:cNvPr>
            <p:cNvSpPr/>
            <p:nvPr/>
          </p:nvSpPr>
          <p:spPr>
            <a:xfrm>
              <a:off x="55075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5" name="타원 10384">
              <a:extLst>
                <a:ext uri="{FF2B5EF4-FFF2-40B4-BE49-F238E27FC236}">
                  <a16:creationId xmlns:a16="http://schemas.microsoft.com/office/drawing/2014/main" id="{7697548B-D33B-4E8D-AFC1-FD917AD6083F}"/>
                </a:ext>
              </a:extLst>
            </p:cNvPr>
            <p:cNvSpPr/>
            <p:nvPr/>
          </p:nvSpPr>
          <p:spPr>
            <a:xfrm>
              <a:off x="56599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6" name="타원 10385">
              <a:extLst>
                <a:ext uri="{FF2B5EF4-FFF2-40B4-BE49-F238E27FC236}">
                  <a16:creationId xmlns:a16="http://schemas.microsoft.com/office/drawing/2014/main" id="{CAEC8746-C54E-46A4-A8CF-2642CFF0A65B}"/>
                </a:ext>
              </a:extLst>
            </p:cNvPr>
            <p:cNvSpPr/>
            <p:nvPr/>
          </p:nvSpPr>
          <p:spPr>
            <a:xfrm>
              <a:off x="5812349" y="60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7" name="타원 10386">
              <a:extLst>
                <a:ext uri="{FF2B5EF4-FFF2-40B4-BE49-F238E27FC236}">
                  <a16:creationId xmlns:a16="http://schemas.microsoft.com/office/drawing/2014/main" id="{91DBADF9-3067-4CDB-A18D-44F7504772DF}"/>
                </a:ext>
              </a:extLst>
            </p:cNvPr>
            <p:cNvSpPr/>
            <p:nvPr/>
          </p:nvSpPr>
          <p:spPr>
            <a:xfrm>
              <a:off x="325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8" name="타원 10387">
              <a:extLst>
                <a:ext uri="{FF2B5EF4-FFF2-40B4-BE49-F238E27FC236}">
                  <a16:creationId xmlns:a16="http://schemas.microsoft.com/office/drawing/2014/main" id="{EBFC8AA4-38AC-43F0-A3BF-9DA161D7333E}"/>
                </a:ext>
              </a:extLst>
            </p:cNvPr>
            <p:cNvSpPr/>
            <p:nvPr/>
          </p:nvSpPr>
          <p:spPr>
            <a:xfrm>
              <a:off x="478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9" name="타원 10388">
              <a:extLst>
                <a:ext uri="{FF2B5EF4-FFF2-40B4-BE49-F238E27FC236}">
                  <a16:creationId xmlns:a16="http://schemas.microsoft.com/office/drawing/2014/main" id="{C5E2106D-2903-48CA-A71E-5FFD0615385D}"/>
                </a:ext>
              </a:extLst>
            </p:cNvPr>
            <p:cNvSpPr/>
            <p:nvPr/>
          </p:nvSpPr>
          <p:spPr>
            <a:xfrm>
              <a:off x="6307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0" name="타원 10389">
              <a:extLst>
                <a:ext uri="{FF2B5EF4-FFF2-40B4-BE49-F238E27FC236}">
                  <a16:creationId xmlns:a16="http://schemas.microsoft.com/office/drawing/2014/main" id="{E5772295-8263-4890-B0BB-E92EACE604F8}"/>
                </a:ext>
              </a:extLst>
            </p:cNvPr>
            <p:cNvSpPr/>
            <p:nvPr/>
          </p:nvSpPr>
          <p:spPr>
            <a:xfrm>
              <a:off x="7831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1" name="타원 10390">
              <a:extLst>
                <a:ext uri="{FF2B5EF4-FFF2-40B4-BE49-F238E27FC236}">
                  <a16:creationId xmlns:a16="http://schemas.microsoft.com/office/drawing/2014/main" id="{153940B8-7307-41C1-B72D-F4C69455D779}"/>
                </a:ext>
              </a:extLst>
            </p:cNvPr>
            <p:cNvSpPr/>
            <p:nvPr/>
          </p:nvSpPr>
          <p:spPr>
            <a:xfrm>
              <a:off x="9355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2" name="타원 10391">
              <a:extLst>
                <a:ext uri="{FF2B5EF4-FFF2-40B4-BE49-F238E27FC236}">
                  <a16:creationId xmlns:a16="http://schemas.microsoft.com/office/drawing/2014/main" id="{92947EA1-5826-4600-AFD0-F01C5B4E3BA0}"/>
                </a:ext>
              </a:extLst>
            </p:cNvPr>
            <p:cNvSpPr/>
            <p:nvPr/>
          </p:nvSpPr>
          <p:spPr>
            <a:xfrm>
              <a:off x="1087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3" name="타원 10392">
              <a:extLst>
                <a:ext uri="{FF2B5EF4-FFF2-40B4-BE49-F238E27FC236}">
                  <a16:creationId xmlns:a16="http://schemas.microsoft.com/office/drawing/2014/main" id="{BBBDFF96-6C36-4351-8410-95596C548434}"/>
                </a:ext>
              </a:extLst>
            </p:cNvPr>
            <p:cNvSpPr/>
            <p:nvPr/>
          </p:nvSpPr>
          <p:spPr>
            <a:xfrm>
              <a:off x="1240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4" name="타원 10393">
              <a:extLst>
                <a:ext uri="{FF2B5EF4-FFF2-40B4-BE49-F238E27FC236}">
                  <a16:creationId xmlns:a16="http://schemas.microsoft.com/office/drawing/2014/main" id="{DC7345BA-D369-49E5-B030-80A4A1AB8289}"/>
                </a:ext>
              </a:extLst>
            </p:cNvPr>
            <p:cNvSpPr/>
            <p:nvPr/>
          </p:nvSpPr>
          <p:spPr>
            <a:xfrm>
              <a:off x="13927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5" name="타원 10394">
              <a:extLst>
                <a:ext uri="{FF2B5EF4-FFF2-40B4-BE49-F238E27FC236}">
                  <a16:creationId xmlns:a16="http://schemas.microsoft.com/office/drawing/2014/main" id="{2067293E-C685-4C53-84BD-D73A49BDC48B}"/>
                </a:ext>
              </a:extLst>
            </p:cNvPr>
            <p:cNvSpPr/>
            <p:nvPr/>
          </p:nvSpPr>
          <p:spPr>
            <a:xfrm>
              <a:off x="15451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6" name="타원 10395">
              <a:extLst>
                <a:ext uri="{FF2B5EF4-FFF2-40B4-BE49-F238E27FC236}">
                  <a16:creationId xmlns:a16="http://schemas.microsoft.com/office/drawing/2014/main" id="{42E3CF93-8B9E-4581-AA0A-58E15701C7A6}"/>
                </a:ext>
              </a:extLst>
            </p:cNvPr>
            <p:cNvSpPr/>
            <p:nvPr/>
          </p:nvSpPr>
          <p:spPr>
            <a:xfrm>
              <a:off x="16975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7" name="타원 10396">
              <a:extLst>
                <a:ext uri="{FF2B5EF4-FFF2-40B4-BE49-F238E27FC236}">
                  <a16:creationId xmlns:a16="http://schemas.microsoft.com/office/drawing/2014/main" id="{1C41D6FD-C578-40A5-AAA3-4767560EB8E9}"/>
                </a:ext>
              </a:extLst>
            </p:cNvPr>
            <p:cNvSpPr/>
            <p:nvPr/>
          </p:nvSpPr>
          <p:spPr>
            <a:xfrm>
              <a:off x="1849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8" name="타원 10397">
              <a:extLst>
                <a:ext uri="{FF2B5EF4-FFF2-40B4-BE49-F238E27FC236}">
                  <a16:creationId xmlns:a16="http://schemas.microsoft.com/office/drawing/2014/main" id="{10A42B09-67B2-4CA9-A4D1-5B039E4667E5}"/>
                </a:ext>
              </a:extLst>
            </p:cNvPr>
            <p:cNvSpPr/>
            <p:nvPr/>
          </p:nvSpPr>
          <p:spPr>
            <a:xfrm>
              <a:off x="2002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9" name="타원 10398">
              <a:extLst>
                <a:ext uri="{FF2B5EF4-FFF2-40B4-BE49-F238E27FC236}">
                  <a16:creationId xmlns:a16="http://schemas.microsoft.com/office/drawing/2014/main" id="{8BDB78FF-C157-4520-8F32-1A10DD9158E1}"/>
                </a:ext>
              </a:extLst>
            </p:cNvPr>
            <p:cNvSpPr/>
            <p:nvPr/>
          </p:nvSpPr>
          <p:spPr>
            <a:xfrm>
              <a:off x="21547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0" name="타원 10399">
              <a:extLst>
                <a:ext uri="{FF2B5EF4-FFF2-40B4-BE49-F238E27FC236}">
                  <a16:creationId xmlns:a16="http://schemas.microsoft.com/office/drawing/2014/main" id="{AA980667-049D-4A99-9034-2F82AD63DD82}"/>
                </a:ext>
              </a:extLst>
            </p:cNvPr>
            <p:cNvSpPr/>
            <p:nvPr/>
          </p:nvSpPr>
          <p:spPr>
            <a:xfrm>
              <a:off x="23071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1" name="타원 10400">
              <a:extLst>
                <a:ext uri="{FF2B5EF4-FFF2-40B4-BE49-F238E27FC236}">
                  <a16:creationId xmlns:a16="http://schemas.microsoft.com/office/drawing/2014/main" id="{85C8A499-D158-4C8E-8A20-78281D8AE6AE}"/>
                </a:ext>
              </a:extLst>
            </p:cNvPr>
            <p:cNvSpPr/>
            <p:nvPr/>
          </p:nvSpPr>
          <p:spPr>
            <a:xfrm>
              <a:off x="24595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2" name="타원 10401">
              <a:extLst>
                <a:ext uri="{FF2B5EF4-FFF2-40B4-BE49-F238E27FC236}">
                  <a16:creationId xmlns:a16="http://schemas.microsoft.com/office/drawing/2014/main" id="{C0070633-64CE-4AA1-BBF4-236E429A1DED}"/>
                </a:ext>
              </a:extLst>
            </p:cNvPr>
            <p:cNvSpPr/>
            <p:nvPr/>
          </p:nvSpPr>
          <p:spPr>
            <a:xfrm>
              <a:off x="2611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3" name="타원 10402">
              <a:extLst>
                <a:ext uri="{FF2B5EF4-FFF2-40B4-BE49-F238E27FC236}">
                  <a16:creationId xmlns:a16="http://schemas.microsoft.com/office/drawing/2014/main" id="{258FDA2B-A773-4BBE-A943-138DEE713EA9}"/>
                </a:ext>
              </a:extLst>
            </p:cNvPr>
            <p:cNvSpPr/>
            <p:nvPr/>
          </p:nvSpPr>
          <p:spPr>
            <a:xfrm>
              <a:off x="2764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4" name="타원 10403">
              <a:extLst>
                <a:ext uri="{FF2B5EF4-FFF2-40B4-BE49-F238E27FC236}">
                  <a16:creationId xmlns:a16="http://schemas.microsoft.com/office/drawing/2014/main" id="{1062179C-8EE5-4A4B-9812-726471FE3BF6}"/>
                </a:ext>
              </a:extLst>
            </p:cNvPr>
            <p:cNvSpPr/>
            <p:nvPr/>
          </p:nvSpPr>
          <p:spPr>
            <a:xfrm>
              <a:off x="29167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5" name="타원 10404">
              <a:extLst>
                <a:ext uri="{FF2B5EF4-FFF2-40B4-BE49-F238E27FC236}">
                  <a16:creationId xmlns:a16="http://schemas.microsoft.com/office/drawing/2014/main" id="{D7786708-D25D-4CC3-8DC7-C49E5329FD2A}"/>
                </a:ext>
              </a:extLst>
            </p:cNvPr>
            <p:cNvSpPr/>
            <p:nvPr/>
          </p:nvSpPr>
          <p:spPr>
            <a:xfrm>
              <a:off x="30691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6" name="타원 10405">
              <a:extLst>
                <a:ext uri="{FF2B5EF4-FFF2-40B4-BE49-F238E27FC236}">
                  <a16:creationId xmlns:a16="http://schemas.microsoft.com/office/drawing/2014/main" id="{CB46538B-29C2-4E4A-B4C8-67BAAEAC313D}"/>
                </a:ext>
              </a:extLst>
            </p:cNvPr>
            <p:cNvSpPr/>
            <p:nvPr/>
          </p:nvSpPr>
          <p:spPr>
            <a:xfrm>
              <a:off x="32215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7" name="타원 10406">
              <a:extLst>
                <a:ext uri="{FF2B5EF4-FFF2-40B4-BE49-F238E27FC236}">
                  <a16:creationId xmlns:a16="http://schemas.microsoft.com/office/drawing/2014/main" id="{7BCA55E9-1FB7-4E32-9185-1819D22A4A00}"/>
                </a:ext>
              </a:extLst>
            </p:cNvPr>
            <p:cNvSpPr/>
            <p:nvPr/>
          </p:nvSpPr>
          <p:spPr>
            <a:xfrm>
              <a:off x="3373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8" name="타원 10407">
              <a:extLst>
                <a:ext uri="{FF2B5EF4-FFF2-40B4-BE49-F238E27FC236}">
                  <a16:creationId xmlns:a16="http://schemas.microsoft.com/office/drawing/2014/main" id="{520D04DE-DB0A-4D76-B2A9-C8F77ED02FA2}"/>
                </a:ext>
              </a:extLst>
            </p:cNvPr>
            <p:cNvSpPr/>
            <p:nvPr/>
          </p:nvSpPr>
          <p:spPr>
            <a:xfrm>
              <a:off x="3526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09" name="타원 10408">
              <a:extLst>
                <a:ext uri="{FF2B5EF4-FFF2-40B4-BE49-F238E27FC236}">
                  <a16:creationId xmlns:a16="http://schemas.microsoft.com/office/drawing/2014/main" id="{2E2BCC09-3886-4F72-9890-7A8AFD27357C}"/>
                </a:ext>
              </a:extLst>
            </p:cNvPr>
            <p:cNvSpPr/>
            <p:nvPr/>
          </p:nvSpPr>
          <p:spPr>
            <a:xfrm>
              <a:off x="36787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0" name="타원 10409">
              <a:extLst>
                <a:ext uri="{FF2B5EF4-FFF2-40B4-BE49-F238E27FC236}">
                  <a16:creationId xmlns:a16="http://schemas.microsoft.com/office/drawing/2014/main" id="{BCFB5011-0925-4EF1-A0DF-9966CEE103AE}"/>
                </a:ext>
              </a:extLst>
            </p:cNvPr>
            <p:cNvSpPr/>
            <p:nvPr/>
          </p:nvSpPr>
          <p:spPr>
            <a:xfrm>
              <a:off x="38311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1" name="타원 10410">
              <a:extLst>
                <a:ext uri="{FF2B5EF4-FFF2-40B4-BE49-F238E27FC236}">
                  <a16:creationId xmlns:a16="http://schemas.microsoft.com/office/drawing/2014/main" id="{2404B9ED-8D5C-4D5E-B290-AE8D1283616E}"/>
                </a:ext>
              </a:extLst>
            </p:cNvPr>
            <p:cNvSpPr/>
            <p:nvPr/>
          </p:nvSpPr>
          <p:spPr>
            <a:xfrm>
              <a:off x="39835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2" name="타원 10411">
              <a:extLst>
                <a:ext uri="{FF2B5EF4-FFF2-40B4-BE49-F238E27FC236}">
                  <a16:creationId xmlns:a16="http://schemas.microsoft.com/office/drawing/2014/main" id="{6A7615F3-DD15-41A4-923D-2B7C23A8CEE0}"/>
                </a:ext>
              </a:extLst>
            </p:cNvPr>
            <p:cNvSpPr/>
            <p:nvPr/>
          </p:nvSpPr>
          <p:spPr>
            <a:xfrm>
              <a:off x="4135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3" name="타원 10412">
              <a:extLst>
                <a:ext uri="{FF2B5EF4-FFF2-40B4-BE49-F238E27FC236}">
                  <a16:creationId xmlns:a16="http://schemas.microsoft.com/office/drawing/2014/main" id="{1CF448AF-9890-482E-B1B5-ED0DB99A324E}"/>
                </a:ext>
              </a:extLst>
            </p:cNvPr>
            <p:cNvSpPr/>
            <p:nvPr/>
          </p:nvSpPr>
          <p:spPr>
            <a:xfrm>
              <a:off x="4288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4" name="타원 10413">
              <a:extLst>
                <a:ext uri="{FF2B5EF4-FFF2-40B4-BE49-F238E27FC236}">
                  <a16:creationId xmlns:a16="http://schemas.microsoft.com/office/drawing/2014/main" id="{9EB63FBA-1B7E-4843-9B85-B68779CB77F3}"/>
                </a:ext>
              </a:extLst>
            </p:cNvPr>
            <p:cNvSpPr/>
            <p:nvPr/>
          </p:nvSpPr>
          <p:spPr>
            <a:xfrm>
              <a:off x="44407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5" name="타원 10414">
              <a:extLst>
                <a:ext uri="{FF2B5EF4-FFF2-40B4-BE49-F238E27FC236}">
                  <a16:creationId xmlns:a16="http://schemas.microsoft.com/office/drawing/2014/main" id="{5629E70A-01CF-41F1-8099-C7758AF076FE}"/>
                </a:ext>
              </a:extLst>
            </p:cNvPr>
            <p:cNvSpPr/>
            <p:nvPr/>
          </p:nvSpPr>
          <p:spPr>
            <a:xfrm>
              <a:off x="45931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6" name="타원 10415">
              <a:extLst>
                <a:ext uri="{FF2B5EF4-FFF2-40B4-BE49-F238E27FC236}">
                  <a16:creationId xmlns:a16="http://schemas.microsoft.com/office/drawing/2014/main" id="{FE873B6C-FBD4-467B-B039-CA07E1361B1C}"/>
                </a:ext>
              </a:extLst>
            </p:cNvPr>
            <p:cNvSpPr/>
            <p:nvPr/>
          </p:nvSpPr>
          <p:spPr>
            <a:xfrm>
              <a:off x="47455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7" name="타원 10416">
              <a:extLst>
                <a:ext uri="{FF2B5EF4-FFF2-40B4-BE49-F238E27FC236}">
                  <a16:creationId xmlns:a16="http://schemas.microsoft.com/office/drawing/2014/main" id="{31C2CFC5-47A0-40A2-9866-E57FB7616BD4}"/>
                </a:ext>
              </a:extLst>
            </p:cNvPr>
            <p:cNvSpPr/>
            <p:nvPr/>
          </p:nvSpPr>
          <p:spPr>
            <a:xfrm>
              <a:off x="4897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8" name="타원 10417">
              <a:extLst>
                <a:ext uri="{FF2B5EF4-FFF2-40B4-BE49-F238E27FC236}">
                  <a16:creationId xmlns:a16="http://schemas.microsoft.com/office/drawing/2014/main" id="{A39DF529-033A-4310-9738-45AD8568E048}"/>
                </a:ext>
              </a:extLst>
            </p:cNvPr>
            <p:cNvSpPr/>
            <p:nvPr/>
          </p:nvSpPr>
          <p:spPr>
            <a:xfrm>
              <a:off x="5050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9" name="타원 10418">
              <a:extLst>
                <a:ext uri="{FF2B5EF4-FFF2-40B4-BE49-F238E27FC236}">
                  <a16:creationId xmlns:a16="http://schemas.microsoft.com/office/drawing/2014/main" id="{C2F3C6BA-74D6-4C8C-A05B-8E8F9FBF0CD2}"/>
                </a:ext>
              </a:extLst>
            </p:cNvPr>
            <p:cNvSpPr/>
            <p:nvPr/>
          </p:nvSpPr>
          <p:spPr>
            <a:xfrm>
              <a:off x="52027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0" name="타원 10419">
              <a:extLst>
                <a:ext uri="{FF2B5EF4-FFF2-40B4-BE49-F238E27FC236}">
                  <a16:creationId xmlns:a16="http://schemas.microsoft.com/office/drawing/2014/main" id="{2FB1ED9C-731F-43A6-96C3-0D928A745D62}"/>
                </a:ext>
              </a:extLst>
            </p:cNvPr>
            <p:cNvSpPr/>
            <p:nvPr/>
          </p:nvSpPr>
          <p:spPr>
            <a:xfrm>
              <a:off x="53551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1" name="타원 10420">
              <a:extLst>
                <a:ext uri="{FF2B5EF4-FFF2-40B4-BE49-F238E27FC236}">
                  <a16:creationId xmlns:a16="http://schemas.microsoft.com/office/drawing/2014/main" id="{10EE7237-01E9-45B2-BC9B-53BF75982F7D}"/>
                </a:ext>
              </a:extLst>
            </p:cNvPr>
            <p:cNvSpPr/>
            <p:nvPr/>
          </p:nvSpPr>
          <p:spPr>
            <a:xfrm>
              <a:off x="55075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2" name="타원 10421">
              <a:extLst>
                <a:ext uri="{FF2B5EF4-FFF2-40B4-BE49-F238E27FC236}">
                  <a16:creationId xmlns:a16="http://schemas.microsoft.com/office/drawing/2014/main" id="{762EC474-8B92-4DC8-B500-ED8D6691A358}"/>
                </a:ext>
              </a:extLst>
            </p:cNvPr>
            <p:cNvSpPr/>
            <p:nvPr/>
          </p:nvSpPr>
          <p:spPr>
            <a:xfrm>
              <a:off x="56599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3" name="타원 10422">
              <a:extLst>
                <a:ext uri="{FF2B5EF4-FFF2-40B4-BE49-F238E27FC236}">
                  <a16:creationId xmlns:a16="http://schemas.microsoft.com/office/drawing/2014/main" id="{46B513A4-0953-4755-87F4-1E92BCAB8BFD}"/>
                </a:ext>
              </a:extLst>
            </p:cNvPr>
            <p:cNvSpPr/>
            <p:nvPr/>
          </p:nvSpPr>
          <p:spPr>
            <a:xfrm>
              <a:off x="5812349" y="75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4" name="타원 10423">
              <a:extLst>
                <a:ext uri="{FF2B5EF4-FFF2-40B4-BE49-F238E27FC236}">
                  <a16:creationId xmlns:a16="http://schemas.microsoft.com/office/drawing/2014/main" id="{4395CCF9-5AAF-4FB2-B2CA-77AE014D5C0D}"/>
                </a:ext>
              </a:extLst>
            </p:cNvPr>
            <p:cNvSpPr/>
            <p:nvPr/>
          </p:nvSpPr>
          <p:spPr>
            <a:xfrm>
              <a:off x="325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5" name="타원 10424">
              <a:extLst>
                <a:ext uri="{FF2B5EF4-FFF2-40B4-BE49-F238E27FC236}">
                  <a16:creationId xmlns:a16="http://schemas.microsoft.com/office/drawing/2014/main" id="{D9CC2341-245E-439A-8655-EB94B443C14C}"/>
                </a:ext>
              </a:extLst>
            </p:cNvPr>
            <p:cNvSpPr/>
            <p:nvPr/>
          </p:nvSpPr>
          <p:spPr>
            <a:xfrm>
              <a:off x="478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6" name="타원 10425">
              <a:extLst>
                <a:ext uri="{FF2B5EF4-FFF2-40B4-BE49-F238E27FC236}">
                  <a16:creationId xmlns:a16="http://schemas.microsoft.com/office/drawing/2014/main" id="{8F9D92FF-B566-41E6-AB22-B9F8479488F4}"/>
                </a:ext>
              </a:extLst>
            </p:cNvPr>
            <p:cNvSpPr/>
            <p:nvPr/>
          </p:nvSpPr>
          <p:spPr>
            <a:xfrm>
              <a:off x="6307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7" name="타원 10426">
              <a:extLst>
                <a:ext uri="{FF2B5EF4-FFF2-40B4-BE49-F238E27FC236}">
                  <a16:creationId xmlns:a16="http://schemas.microsoft.com/office/drawing/2014/main" id="{25367F06-FB51-4672-AF3F-1320E90693D5}"/>
                </a:ext>
              </a:extLst>
            </p:cNvPr>
            <p:cNvSpPr/>
            <p:nvPr/>
          </p:nvSpPr>
          <p:spPr>
            <a:xfrm>
              <a:off x="7831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8" name="타원 10427">
              <a:extLst>
                <a:ext uri="{FF2B5EF4-FFF2-40B4-BE49-F238E27FC236}">
                  <a16:creationId xmlns:a16="http://schemas.microsoft.com/office/drawing/2014/main" id="{9C598C33-4A17-4F91-8A10-6F64B014236C}"/>
                </a:ext>
              </a:extLst>
            </p:cNvPr>
            <p:cNvSpPr/>
            <p:nvPr/>
          </p:nvSpPr>
          <p:spPr>
            <a:xfrm>
              <a:off x="9355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9" name="타원 10428">
              <a:extLst>
                <a:ext uri="{FF2B5EF4-FFF2-40B4-BE49-F238E27FC236}">
                  <a16:creationId xmlns:a16="http://schemas.microsoft.com/office/drawing/2014/main" id="{5FC8B6B2-57A1-42A7-9B56-EB95CCE314B9}"/>
                </a:ext>
              </a:extLst>
            </p:cNvPr>
            <p:cNvSpPr/>
            <p:nvPr/>
          </p:nvSpPr>
          <p:spPr>
            <a:xfrm>
              <a:off x="1087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0" name="타원 10429">
              <a:extLst>
                <a:ext uri="{FF2B5EF4-FFF2-40B4-BE49-F238E27FC236}">
                  <a16:creationId xmlns:a16="http://schemas.microsoft.com/office/drawing/2014/main" id="{54B30743-180E-493F-BA5D-E523AC215503}"/>
                </a:ext>
              </a:extLst>
            </p:cNvPr>
            <p:cNvSpPr/>
            <p:nvPr/>
          </p:nvSpPr>
          <p:spPr>
            <a:xfrm>
              <a:off x="1240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1" name="타원 10430">
              <a:extLst>
                <a:ext uri="{FF2B5EF4-FFF2-40B4-BE49-F238E27FC236}">
                  <a16:creationId xmlns:a16="http://schemas.microsoft.com/office/drawing/2014/main" id="{B4F166C8-0B8E-4B8E-8290-FA278830CC67}"/>
                </a:ext>
              </a:extLst>
            </p:cNvPr>
            <p:cNvSpPr/>
            <p:nvPr/>
          </p:nvSpPr>
          <p:spPr>
            <a:xfrm>
              <a:off x="13927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2" name="타원 10431">
              <a:extLst>
                <a:ext uri="{FF2B5EF4-FFF2-40B4-BE49-F238E27FC236}">
                  <a16:creationId xmlns:a16="http://schemas.microsoft.com/office/drawing/2014/main" id="{293885D7-3BEF-46FC-9A2D-2C274613E4F8}"/>
                </a:ext>
              </a:extLst>
            </p:cNvPr>
            <p:cNvSpPr/>
            <p:nvPr/>
          </p:nvSpPr>
          <p:spPr>
            <a:xfrm>
              <a:off x="15451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3" name="타원 10432">
              <a:extLst>
                <a:ext uri="{FF2B5EF4-FFF2-40B4-BE49-F238E27FC236}">
                  <a16:creationId xmlns:a16="http://schemas.microsoft.com/office/drawing/2014/main" id="{703296B3-FCF5-43CE-9B63-A4E949E138CA}"/>
                </a:ext>
              </a:extLst>
            </p:cNvPr>
            <p:cNvSpPr/>
            <p:nvPr/>
          </p:nvSpPr>
          <p:spPr>
            <a:xfrm>
              <a:off x="16975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4" name="타원 10433">
              <a:extLst>
                <a:ext uri="{FF2B5EF4-FFF2-40B4-BE49-F238E27FC236}">
                  <a16:creationId xmlns:a16="http://schemas.microsoft.com/office/drawing/2014/main" id="{CF940C35-90D1-40BF-98AF-0C709DF9E855}"/>
                </a:ext>
              </a:extLst>
            </p:cNvPr>
            <p:cNvSpPr/>
            <p:nvPr/>
          </p:nvSpPr>
          <p:spPr>
            <a:xfrm>
              <a:off x="1849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5" name="타원 10434">
              <a:extLst>
                <a:ext uri="{FF2B5EF4-FFF2-40B4-BE49-F238E27FC236}">
                  <a16:creationId xmlns:a16="http://schemas.microsoft.com/office/drawing/2014/main" id="{1BC1B438-315B-41D5-9D9B-2E3DC2551A39}"/>
                </a:ext>
              </a:extLst>
            </p:cNvPr>
            <p:cNvSpPr/>
            <p:nvPr/>
          </p:nvSpPr>
          <p:spPr>
            <a:xfrm>
              <a:off x="2002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6" name="타원 10435">
              <a:extLst>
                <a:ext uri="{FF2B5EF4-FFF2-40B4-BE49-F238E27FC236}">
                  <a16:creationId xmlns:a16="http://schemas.microsoft.com/office/drawing/2014/main" id="{93EE5F28-72F7-4A4C-9C34-3B3A9E1F0D11}"/>
                </a:ext>
              </a:extLst>
            </p:cNvPr>
            <p:cNvSpPr/>
            <p:nvPr/>
          </p:nvSpPr>
          <p:spPr>
            <a:xfrm>
              <a:off x="21547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7" name="타원 10436">
              <a:extLst>
                <a:ext uri="{FF2B5EF4-FFF2-40B4-BE49-F238E27FC236}">
                  <a16:creationId xmlns:a16="http://schemas.microsoft.com/office/drawing/2014/main" id="{57C86223-5037-4EC5-AAFD-0033237C5518}"/>
                </a:ext>
              </a:extLst>
            </p:cNvPr>
            <p:cNvSpPr/>
            <p:nvPr/>
          </p:nvSpPr>
          <p:spPr>
            <a:xfrm>
              <a:off x="23071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8" name="타원 10437">
              <a:extLst>
                <a:ext uri="{FF2B5EF4-FFF2-40B4-BE49-F238E27FC236}">
                  <a16:creationId xmlns:a16="http://schemas.microsoft.com/office/drawing/2014/main" id="{ED2E9957-9848-4654-BEFA-80005349C2DC}"/>
                </a:ext>
              </a:extLst>
            </p:cNvPr>
            <p:cNvSpPr/>
            <p:nvPr/>
          </p:nvSpPr>
          <p:spPr>
            <a:xfrm>
              <a:off x="24595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39" name="타원 10438">
              <a:extLst>
                <a:ext uri="{FF2B5EF4-FFF2-40B4-BE49-F238E27FC236}">
                  <a16:creationId xmlns:a16="http://schemas.microsoft.com/office/drawing/2014/main" id="{355047C3-5FEF-4CB1-98F3-B58DC735659A}"/>
                </a:ext>
              </a:extLst>
            </p:cNvPr>
            <p:cNvSpPr/>
            <p:nvPr/>
          </p:nvSpPr>
          <p:spPr>
            <a:xfrm>
              <a:off x="2611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0" name="타원 10439">
              <a:extLst>
                <a:ext uri="{FF2B5EF4-FFF2-40B4-BE49-F238E27FC236}">
                  <a16:creationId xmlns:a16="http://schemas.microsoft.com/office/drawing/2014/main" id="{0058EFEF-BDE6-4FBC-BA1E-BEAC72E5A257}"/>
                </a:ext>
              </a:extLst>
            </p:cNvPr>
            <p:cNvSpPr/>
            <p:nvPr/>
          </p:nvSpPr>
          <p:spPr>
            <a:xfrm>
              <a:off x="2764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1" name="타원 10440">
              <a:extLst>
                <a:ext uri="{FF2B5EF4-FFF2-40B4-BE49-F238E27FC236}">
                  <a16:creationId xmlns:a16="http://schemas.microsoft.com/office/drawing/2014/main" id="{D14F2F98-58C3-4F41-894F-E0C3B3392D64}"/>
                </a:ext>
              </a:extLst>
            </p:cNvPr>
            <p:cNvSpPr/>
            <p:nvPr/>
          </p:nvSpPr>
          <p:spPr>
            <a:xfrm>
              <a:off x="29167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2" name="타원 10441">
              <a:extLst>
                <a:ext uri="{FF2B5EF4-FFF2-40B4-BE49-F238E27FC236}">
                  <a16:creationId xmlns:a16="http://schemas.microsoft.com/office/drawing/2014/main" id="{31959B11-9AE3-4DC8-8E00-2F834B30FFD1}"/>
                </a:ext>
              </a:extLst>
            </p:cNvPr>
            <p:cNvSpPr/>
            <p:nvPr/>
          </p:nvSpPr>
          <p:spPr>
            <a:xfrm>
              <a:off x="30691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3" name="타원 10442">
              <a:extLst>
                <a:ext uri="{FF2B5EF4-FFF2-40B4-BE49-F238E27FC236}">
                  <a16:creationId xmlns:a16="http://schemas.microsoft.com/office/drawing/2014/main" id="{D924F79E-22A2-4A2F-9FFA-34945FDD661D}"/>
                </a:ext>
              </a:extLst>
            </p:cNvPr>
            <p:cNvSpPr/>
            <p:nvPr/>
          </p:nvSpPr>
          <p:spPr>
            <a:xfrm>
              <a:off x="32215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4" name="타원 10443">
              <a:extLst>
                <a:ext uri="{FF2B5EF4-FFF2-40B4-BE49-F238E27FC236}">
                  <a16:creationId xmlns:a16="http://schemas.microsoft.com/office/drawing/2014/main" id="{C4C90D61-6E8D-47FB-832E-98B8CFE1A203}"/>
                </a:ext>
              </a:extLst>
            </p:cNvPr>
            <p:cNvSpPr/>
            <p:nvPr/>
          </p:nvSpPr>
          <p:spPr>
            <a:xfrm>
              <a:off x="3373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5" name="타원 10444">
              <a:extLst>
                <a:ext uri="{FF2B5EF4-FFF2-40B4-BE49-F238E27FC236}">
                  <a16:creationId xmlns:a16="http://schemas.microsoft.com/office/drawing/2014/main" id="{AD20B6E1-1A45-49B2-8816-767E6C1AB734}"/>
                </a:ext>
              </a:extLst>
            </p:cNvPr>
            <p:cNvSpPr/>
            <p:nvPr/>
          </p:nvSpPr>
          <p:spPr>
            <a:xfrm>
              <a:off x="3526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6" name="타원 10445">
              <a:extLst>
                <a:ext uri="{FF2B5EF4-FFF2-40B4-BE49-F238E27FC236}">
                  <a16:creationId xmlns:a16="http://schemas.microsoft.com/office/drawing/2014/main" id="{76D00A2F-C645-4910-9D13-5787780CF692}"/>
                </a:ext>
              </a:extLst>
            </p:cNvPr>
            <p:cNvSpPr/>
            <p:nvPr/>
          </p:nvSpPr>
          <p:spPr>
            <a:xfrm>
              <a:off x="36787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7" name="타원 10446">
              <a:extLst>
                <a:ext uri="{FF2B5EF4-FFF2-40B4-BE49-F238E27FC236}">
                  <a16:creationId xmlns:a16="http://schemas.microsoft.com/office/drawing/2014/main" id="{A0DC5E6B-6D43-4E62-8A86-89447B190A55}"/>
                </a:ext>
              </a:extLst>
            </p:cNvPr>
            <p:cNvSpPr/>
            <p:nvPr/>
          </p:nvSpPr>
          <p:spPr>
            <a:xfrm>
              <a:off x="38311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8" name="타원 10447">
              <a:extLst>
                <a:ext uri="{FF2B5EF4-FFF2-40B4-BE49-F238E27FC236}">
                  <a16:creationId xmlns:a16="http://schemas.microsoft.com/office/drawing/2014/main" id="{859DB0FD-CD1E-4147-B56E-42D792A26D38}"/>
                </a:ext>
              </a:extLst>
            </p:cNvPr>
            <p:cNvSpPr/>
            <p:nvPr/>
          </p:nvSpPr>
          <p:spPr>
            <a:xfrm>
              <a:off x="39835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9" name="타원 10448">
              <a:extLst>
                <a:ext uri="{FF2B5EF4-FFF2-40B4-BE49-F238E27FC236}">
                  <a16:creationId xmlns:a16="http://schemas.microsoft.com/office/drawing/2014/main" id="{3EE995E0-7826-4B66-A46F-C0476F654E72}"/>
                </a:ext>
              </a:extLst>
            </p:cNvPr>
            <p:cNvSpPr/>
            <p:nvPr/>
          </p:nvSpPr>
          <p:spPr>
            <a:xfrm>
              <a:off x="4135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0" name="타원 10449">
              <a:extLst>
                <a:ext uri="{FF2B5EF4-FFF2-40B4-BE49-F238E27FC236}">
                  <a16:creationId xmlns:a16="http://schemas.microsoft.com/office/drawing/2014/main" id="{AD129161-B1D1-4BFB-993A-CBC014DA0CE6}"/>
                </a:ext>
              </a:extLst>
            </p:cNvPr>
            <p:cNvSpPr/>
            <p:nvPr/>
          </p:nvSpPr>
          <p:spPr>
            <a:xfrm>
              <a:off x="4288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1" name="타원 10450">
              <a:extLst>
                <a:ext uri="{FF2B5EF4-FFF2-40B4-BE49-F238E27FC236}">
                  <a16:creationId xmlns:a16="http://schemas.microsoft.com/office/drawing/2014/main" id="{C68EAB50-FDE0-41EE-BF7C-9D702B97CCF0}"/>
                </a:ext>
              </a:extLst>
            </p:cNvPr>
            <p:cNvSpPr/>
            <p:nvPr/>
          </p:nvSpPr>
          <p:spPr>
            <a:xfrm>
              <a:off x="44407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2" name="타원 10451">
              <a:extLst>
                <a:ext uri="{FF2B5EF4-FFF2-40B4-BE49-F238E27FC236}">
                  <a16:creationId xmlns:a16="http://schemas.microsoft.com/office/drawing/2014/main" id="{7FC50B80-8BBE-4A0E-AF80-979C1E615251}"/>
                </a:ext>
              </a:extLst>
            </p:cNvPr>
            <p:cNvSpPr/>
            <p:nvPr/>
          </p:nvSpPr>
          <p:spPr>
            <a:xfrm>
              <a:off x="45931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3" name="타원 10452">
              <a:extLst>
                <a:ext uri="{FF2B5EF4-FFF2-40B4-BE49-F238E27FC236}">
                  <a16:creationId xmlns:a16="http://schemas.microsoft.com/office/drawing/2014/main" id="{FA8B931D-E205-4CF8-B41B-6DA5FF435771}"/>
                </a:ext>
              </a:extLst>
            </p:cNvPr>
            <p:cNvSpPr/>
            <p:nvPr/>
          </p:nvSpPr>
          <p:spPr>
            <a:xfrm>
              <a:off x="47455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4" name="타원 10453">
              <a:extLst>
                <a:ext uri="{FF2B5EF4-FFF2-40B4-BE49-F238E27FC236}">
                  <a16:creationId xmlns:a16="http://schemas.microsoft.com/office/drawing/2014/main" id="{AF186A16-CC67-422C-9332-BE9A92B8A8EE}"/>
                </a:ext>
              </a:extLst>
            </p:cNvPr>
            <p:cNvSpPr/>
            <p:nvPr/>
          </p:nvSpPr>
          <p:spPr>
            <a:xfrm>
              <a:off x="4897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5" name="타원 10454">
              <a:extLst>
                <a:ext uri="{FF2B5EF4-FFF2-40B4-BE49-F238E27FC236}">
                  <a16:creationId xmlns:a16="http://schemas.microsoft.com/office/drawing/2014/main" id="{53D0C55C-4A0B-445E-A790-2C318C02D377}"/>
                </a:ext>
              </a:extLst>
            </p:cNvPr>
            <p:cNvSpPr/>
            <p:nvPr/>
          </p:nvSpPr>
          <p:spPr>
            <a:xfrm>
              <a:off x="5050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6" name="타원 10455">
              <a:extLst>
                <a:ext uri="{FF2B5EF4-FFF2-40B4-BE49-F238E27FC236}">
                  <a16:creationId xmlns:a16="http://schemas.microsoft.com/office/drawing/2014/main" id="{73719635-D1F1-43BD-9274-F88DC5048166}"/>
                </a:ext>
              </a:extLst>
            </p:cNvPr>
            <p:cNvSpPr/>
            <p:nvPr/>
          </p:nvSpPr>
          <p:spPr>
            <a:xfrm>
              <a:off x="52027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7" name="타원 10456">
              <a:extLst>
                <a:ext uri="{FF2B5EF4-FFF2-40B4-BE49-F238E27FC236}">
                  <a16:creationId xmlns:a16="http://schemas.microsoft.com/office/drawing/2014/main" id="{47B40D7B-5559-4541-BF0A-4C31441603B1}"/>
                </a:ext>
              </a:extLst>
            </p:cNvPr>
            <p:cNvSpPr/>
            <p:nvPr/>
          </p:nvSpPr>
          <p:spPr>
            <a:xfrm>
              <a:off x="53551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8" name="타원 10457">
              <a:extLst>
                <a:ext uri="{FF2B5EF4-FFF2-40B4-BE49-F238E27FC236}">
                  <a16:creationId xmlns:a16="http://schemas.microsoft.com/office/drawing/2014/main" id="{939CC1D3-A4CE-4117-AD1F-2D3E2A19793D}"/>
                </a:ext>
              </a:extLst>
            </p:cNvPr>
            <p:cNvSpPr/>
            <p:nvPr/>
          </p:nvSpPr>
          <p:spPr>
            <a:xfrm>
              <a:off x="55075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9" name="타원 10458">
              <a:extLst>
                <a:ext uri="{FF2B5EF4-FFF2-40B4-BE49-F238E27FC236}">
                  <a16:creationId xmlns:a16="http://schemas.microsoft.com/office/drawing/2014/main" id="{7893BC81-8919-48C6-B702-4930573773FA}"/>
                </a:ext>
              </a:extLst>
            </p:cNvPr>
            <p:cNvSpPr/>
            <p:nvPr/>
          </p:nvSpPr>
          <p:spPr>
            <a:xfrm>
              <a:off x="56599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0" name="타원 10459">
              <a:extLst>
                <a:ext uri="{FF2B5EF4-FFF2-40B4-BE49-F238E27FC236}">
                  <a16:creationId xmlns:a16="http://schemas.microsoft.com/office/drawing/2014/main" id="{2B1CECA5-D258-4875-A3CA-6CE877CEA74D}"/>
                </a:ext>
              </a:extLst>
            </p:cNvPr>
            <p:cNvSpPr/>
            <p:nvPr/>
          </p:nvSpPr>
          <p:spPr>
            <a:xfrm>
              <a:off x="5812349" y="91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1" name="타원 10460">
              <a:extLst>
                <a:ext uri="{FF2B5EF4-FFF2-40B4-BE49-F238E27FC236}">
                  <a16:creationId xmlns:a16="http://schemas.microsoft.com/office/drawing/2014/main" id="{1B689836-0FF6-4F72-9AF0-8739E4191CB1}"/>
                </a:ext>
              </a:extLst>
            </p:cNvPr>
            <p:cNvSpPr/>
            <p:nvPr/>
          </p:nvSpPr>
          <p:spPr>
            <a:xfrm>
              <a:off x="325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2" name="타원 10461">
              <a:extLst>
                <a:ext uri="{FF2B5EF4-FFF2-40B4-BE49-F238E27FC236}">
                  <a16:creationId xmlns:a16="http://schemas.microsoft.com/office/drawing/2014/main" id="{C8E0A7B7-8185-4AD7-BC2C-948250C8101B}"/>
                </a:ext>
              </a:extLst>
            </p:cNvPr>
            <p:cNvSpPr/>
            <p:nvPr/>
          </p:nvSpPr>
          <p:spPr>
            <a:xfrm>
              <a:off x="478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3" name="타원 10462">
              <a:extLst>
                <a:ext uri="{FF2B5EF4-FFF2-40B4-BE49-F238E27FC236}">
                  <a16:creationId xmlns:a16="http://schemas.microsoft.com/office/drawing/2014/main" id="{9E26786E-75AE-4FFC-8692-42675839BBE0}"/>
                </a:ext>
              </a:extLst>
            </p:cNvPr>
            <p:cNvSpPr/>
            <p:nvPr/>
          </p:nvSpPr>
          <p:spPr>
            <a:xfrm>
              <a:off x="6307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4" name="타원 10463">
              <a:extLst>
                <a:ext uri="{FF2B5EF4-FFF2-40B4-BE49-F238E27FC236}">
                  <a16:creationId xmlns:a16="http://schemas.microsoft.com/office/drawing/2014/main" id="{7F0C7BBE-4187-41AA-9F65-10BC68C61B22}"/>
                </a:ext>
              </a:extLst>
            </p:cNvPr>
            <p:cNvSpPr/>
            <p:nvPr/>
          </p:nvSpPr>
          <p:spPr>
            <a:xfrm>
              <a:off x="7831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5" name="타원 10464">
              <a:extLst>
                <a:ext uri="{FF2B5EF4-FFF2-40B4-BE49-F238E27FC236}">
                  <a16:creationId xmlns:a16="http://schemas.microsoft.com/office/drawing/2014/main" id="{88A95E7A-1BF0-4E6E-97FF-5E7C3A71223A}"/>
                </a:ext>
              </a:extLst>
            </p:cNvPr>
            <p:cNvSpPr/>
            <p:nvPr/>
          </p:nvSpPr>
          <p:spPr>
            <a:xfrm>
              <a:off x="9355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6" name="타원 10465">
              <a:extLst>
                <a:ext uri="{FF2B5EF4-FFF2-40B4-BE49-F238E27FC236}">
                  <a16:creationId xmlns:a16="http://schemas.microsoft.com/office/drawing/2014/main" id="{62320490-47D4-47FF-92C5-A5BD7B68970F}"/>
                </a:ext>
              </a:extLst>
            </p:cNvPr>
            <p:cNvSpPr/>
            <p:nvPr/>
          </p:nvSpPr>
          <p:spPr>
            <a:xfrm>
              <a:off x="1087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7" name="타원 10466">
              <a:extLst>
                <a:ext uri="{FF2B5EF4-FFF2-40B4-BE49-F238E27FC236}">
                  <a16:creationId xmlns:a16="http://schemas.microsoft.com/office/drawing/2014/main" id="{03A8C8AF-83DD-4951-A423-67979DD29831}"/>
                </a:ext>
              </a:extLst>
            </p:cNvPr>
            <p:cNvSpPr/>
            <p:nvPr/>
          </p:nvSpPr>
          <p:spPr>
            <a:xfrm>
              <a:off x="1240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8" name="타원 10467">
              <a:extLst>
                <a:ext uri="{FF2B5EF4-FFF2-40B4-BE49-F238E27FC236}">
                  <a16:creationId xmlns:a16="http://schemas.microsoft.com/office/drawing/2014/main" id="{8906F117-4C58-4B0A-98B8-D49C49748240}"/>
                </a:ext>
              </a:extLst>
            </p:cNvPr>
            <p:cNvSpPr/>
            <p:nvPr/>
          </p:nvSpPr>
          <p:spPr>
            <a:xfrm>
              <a:off x="13927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9" name="타원 10468">
              <a:extLst>
                <a:ext uri="{FF2B5EF4-FFF2-40B4-BE49-F238E27FC236}">
                  <a16:creationId xmlns:a16="http://schemas.microsoft.com/office/drawing/2014/main" id="{CBB283A8-9020-44AE-A700-07E8FA0760CA}"/>
                </a:ext>
              </a:extLst>
            </p:cNvPr>
            <p:cNvSpPr/>
            <p:nvPr/>
          </p:nvSpPr>
          <p:spPr>
            <a:xfrm>
              <a:off x="15451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0" name="타원 10469">
              <a:extLst>
                <a:ext uri="{FF2B5EF4-FFF2-40B4-BE49-F238E27FC236}">
                  <a16:creationId xmlns:a16="http://schemas.microsoft.com/office/drawing/2014/main" id="{C7842C75-C29B-4CAD-A347-53208B8E8009}"/>
                </a:ext>
              </a:extLst>
            </p:cNvPr>
            <p:cNvSpPr/>
            <p:nvPr/>
          </p:nvSpPr>
          <p:spPr>
            <a:xfrm>
              <a:off x="16975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1" name="타원 10470">
              <a:extLst>
                <a:ext uri="{FF2B5EF4-FFF2-40B4-BE49-F238E27FC236}">
                  <a16:creationId xmlns:a16="http://schemas.microsoft.com/office/drawing/2014/main" id="{01BB14F3-EE88-49CF-AF19-ECCFD12867C3}"/>
                </a:ext>
              </a:extLst>
            </p:cNvPr>
            <p:cNvSpPr/>
            <p:nvPr/>
          </p:nvSpPr>
          <p:spPr>
            <a:xfrm>
              <a:off x="1849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2" name="타원 10471">
              <a:extLst>
                <a:ext uri="{FF2B5EF4-FFF2-40B4-BE49-F238E27FC236}">
                  <a16:creationId xmlns:a16="http://schemas.microsoft.com/office/drawing/2014/main" id="{ED376B16-A882-490D-8388-91C89EEB09B8}"/>
                </a:ext>
              </a:extLst>
            </p:cNvPr>
            <p:cNvSpPr/>
            <p:nvPr/>
          </p:nvSpPr>
          <p:spPr>
            <a:xfrm>
              <a:off x="2002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3" name="타원 10472">
              <a:extLst>
                <a:ext uri="{FF2B5EF4-FFF2-40B4-BE49-F238E27FC236}">
                  <a16:creationId xmlns:a16="http://schemas.microsoft.com/office/drawing/2014/main" id="{BEDD7C84-C660-450C-A3C1-5FC50EE0D938}"/>
                </a:ext>
              </a:extLst>
            </p:cNvPr>
            <p:cNvSpPr/>
            <p:nvPr/>
          </p:nvSpPr>
          <p:spPr>
            <a:xfrm>
              <a:off x="21547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4" name="타원 10473">
              <a:extLst>
                <a:ext uri="{FF2B5EF4-FFF2-40B4-BE49-F238E27FC236}">
                  <a16:creationId xmlns:a16="http://schemas.microsoft.com/office/drawing/2014/main" id="{09BA7664-F75F-411D-ADA8-760C75305A70}"/>
                </a:ext>
              </a:extLst>
            </p:cNvPr>
            <p:cNvSpPr/>
            <p:nvPr/>
          </p:nvSpPr>
          <p:spPr>
            <a:xfrm>
              <a:off x="23071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5" name="타원 10474">
              <a:extLst>
                <a:ext uri="{FF2B5EF4-FFF2-40B4-BE49-F238E27FC236}">
                  <a16:creationId xmlns:a16="http://schemas.microsoft.com/office/drawing/2014/main" id="{5663BC86-6CBF-41E6-ACF1-8ECC32AD182F}"/>
                </a:ext>
              </a:extLst>
            </p:cNvPr>
            <p:cNvSpPr/>
            <p:nvPr/>
          </p:nvSpPr>
          <p:spPr>
            <a:xfrm>
              <a:off x="24595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6" name="타원 10475">
              <a:extLst>
                <a:ext uri="{FF2B5EF4-FFF2-40B4-BE49-F238E27FC236}">
                  <a16:creationId xmlns:a16="http://schemas.microsoft.com/office/drawing/2014/main" id="{27E594A1-DB1B-48C1-A02A-48AA481A3605}"/>
                </a:ext>
              </a:extLst>
            </p:cNvPr>
            <p:cNvSpPr/>
            <p:nvPr/>
          </p:nvSpPr>
          <p:spPr>
            <a:xfrm>
              <a:off x="2611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7" name="타원 10476">
              <a:extLst>
                <a:ext uri="{FF2B5EF4-FFF2-40B4-BE49-F238E27FC236}">
                  <a16:creationId xmlns:a16="http://schemas.microsoft.com/office/drawing/2014/main" id="{6410E931-A401-47EF-9DA7-4BDD161D4955}"/>
                </a:ext>
              </a:extLst>
            </p:cNvPr>
            <p:cNvSpPr/>
            <p:nvPr/>
          </p:nvSpPr>
          <p:spPr>
            <a:xfrm>
              <a:off x="2764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8" name="타원 10477">
              <a:extLst>
                <a:ext uri="{FF2B5EF4-FFF2-40B4-BE49-F238E27FC236}">
                  <a16:creationId xmlns:a16="http://schemas.microsoft.com/office/drawing/2014/main" id="{89F49D14-DDBA-4DB9-B067-8926565958EF}"/>
                </a:ext>
              </a:extLst>
            </p:cNvPr>
            <p:cNvSpPr/>
            <p:nvPr/>
          </p:nvSpPr>
          <p:spPr>
            <a:xfrm>
              <a:off x="29167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79" name="타원 10478">
              <a:extLst>
                <a:ext uri="{FF2B5EF4-FFF2-40B4-BE49-F238E27FC236}">
                  <a16:creationId xmlns:a16="http://schemas.microsoft.com/office/drawing/2014/main" id="{F078BD4E-7291-4F8C-BFC0-52A03C833814}"/>
                </a:ext>
              </a:extLst>
            </p:cNvPr>
            <p:cNvSpPr/>
            <p:nvPr/>
          </p:nvSpPr>
          <p:spPr>
            <a:xfrm>
              <a:off x="30691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0" name="타원 10479">
              <a:extLst>
                <a:ext uri="{FF2B5EF4-FFF2-40B4-BE49-F238E27FC236}">
                  <a16:creationId xmlns:a16="http://schemas.microsoft.com/office/drawing/2014/main" id="{97326713-1725-4E50-87CF-404B59F7B6A8}"/>
                </a:ext>
              </a:extLst>
            </p:cNvPr>
            <p:cNvSpPr/>
            <p:nvPr/>
          </p:nvSpPr>
          <p:spPr>
            <a:xfrm>
              <a:off x="32215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1" name="타원 10480">
              <a:extLst>
                <a:ext uri="{FF2B5EF4-FFF2-40B4-BE49-F238E27FC236}">
                  <a16:creationId xmlns:a16="http://schemas.microsoft.com/office/drawing/2014/main" id="{A8F0A141-F7BE-4C48-8BCD-57868451DC56}"/>
                </a:ext>
              </a:extLst>
            </p:cNvPr>
            <p:cNvSpPr/>
            <p:nvPr/>
          </p:nvSpPr>
          <p:spPr>
            <a:xfrm>
              <a:off x="3373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2" name="타원 10481">
              <a:extLst>
                <a:ext uri="{FF2B5EF4-FFF2-40B4-BE49-F238E27FC236}">
                  <a16:creationId xmlns:a16="http://schemas.microsoft.com/office/drawing/2014/main" id="{442BD277-3DBB-47F9-B893-181FB4576611}"/>
                </a:ext>
              </a:extLst>
            </p:cNvPr>
            <p:cNvSpPr/>
            <p:nvPr/>
          </p:nvSpPr>
          <p:spPr>
            <a:xfrm>
              <a:off x="3526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3" name="타원 10482">
              <a:extLst>
                <a:ext uri="{FF2B5EF4-FFF2-40B4-BE49-F238E27FC236}">
                  <a16:creationId xmlns:a16="http://schemas.microsoft.com/office/drawing/2014/main" id="{45EE591C-617B-4938-8602-318EAF1CC5F5}"/>
                </a:ext>
              </a:extLst>
            </p:cNvPr>
            <p:cNvSpPr/>
            <p:nvPr/>
          </p:nvSpPr>
          <p:spPr>
            <a:xfrm>
              <a:off x="36787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4" name="타원 10483">
              <a:extLst>
                <a:ext uri="{FF2B5EF4-FFF2-40B4-BE49-F238E27FC236}">
                  <a16:creationId xmlns:a16="http://schemas.microsoft.com/office/drawing/2014/main" id="{FBCEFE45-3667-41F4-9404-68357566DD40}"/>
                </a:ext>
              </a:extLst>
            </p:cNvPr>
            <p:cNvSpPr/>
            <p:nvPr/>
          </p:nvSpPr>
          <p:spPr>
            <a:xfrm>
              <a:off x="38311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5" name="타원 10484">
              <a:extLst>
                <a:ext uri="{FF2B5EF4-FFF2-40B4-BE49-F238E27FC236}">
                  <a16:creationId xmlns:a16="http://schemas.microsoft.com/office/drawing/2014/main" id="{A5ECCC28-8DD1-4F06-9039-C23A9B651383}"/>
                </a:ext>
              </a:extLst>
            </p:cNvPr>
            <p:cNvSpPr/>
            <p:nvPr/>
          </p:nvSpPr>
          <p:spPr>
            <a:xfrm>
              <a:off x="39835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6" name="타원 10485">
              <a:extLst>
                <a:ext uri="{FF2B5EF4-FFF2-40B4-BE49-F238E27FC236}">
                  <a16:creationId xmlns:a16="http://schemas.microsoft.com/office/drawing/2014/main" id="{300338EC-ABE7-481A-9320-94FA75044318}"/>
                </a:ext>
              </a:extLst>
            </p:cNvPr>
            <p:cNvSpPr/>
            <p:nvPr/>
          </p:nvSpPr>
          <p:spPr>
            <a:xfrm>
              <a:off x="4135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7" name="타원 10486">
              <a:extLst>
                <a:ext uri="{FF2B5EF4-FFF2-40B4-BE49-F238E27FC236}">
                  <a16:creationId xmlns:a16="http://schemas.microsoft.com/office/drawing/2014/main" id="{49A23C12-6A86-4C19-98AF-01CF30B840F1}"/>
                </a:ext>
              </a:extLst>
            </p:cNvPr>
            <p:cNvSpPr/>
            <p:nvPr/>
          </p:nvSpPr>
          <p:spPr>
            <a:xfrm>
              <a:off x="4288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8" name="타원 10487">
              <a:extLst>
                <a:ext uri="{FF2B5EF4-FFF2-40B4-BE49-F238E27FC236}">
                  <a16:creationId xmlns:a16="http://schemas.microsoft.com/office/drawing/2014/main" id="{C412A7F0-2FD9-4D47-9C0C-D691C9D58565}"/>
                </a:ext>
              </a:extLst>
            </p:cNvPr>
            <p:cNvSpPr/>
            <p:nvPr/>
          </p:nvSpPr>
          <p:spPr>
            <a:xfrm>
              <a:off x="44407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9" name="타원 10488">
              <a:extLst>
                <a:ext uri="{FF2B5EF4-FFF2-40B4-BE49-F238E27FC236}">
                  <a16:creationId xmlns:a16="http://schemas.microsoft.com/office/drawing/2014/main" id="{0E3B34D8-8C5A-43A4-BCDB-F734DB355FD4}"/>
                </a:ext>
              </a:extLst>
            </p:cNvPr>
            <p:cNvSpPr/>
            <p:nvPr/>
          </p:nvSpPr>
          <p:spPr>
            <a:xfrm>
              <a:off x="45931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0" name="타원 10489">
              <a:extLst>
                <a:ext uri="{FF2B5EF4-FFF2-40B4-BE49-F238E27FC236}">
                  <a16:creationId xmlns:a16="http://schemas.microsoft.com/office/drawing/2014/main" id="{889998B2-FA0F-4650-881A-A186121EF274}"/>
                </a:ext>
              </a:extLst>
            </p:cNvPr>
            <p:cNvSpPr/>
            <p:nvPr/>
          </p:nvSpPr>
          <p:spPr>
            <a:xfrm>
              <a:off x="47455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1" name="타원 10490">
              <a:extLst>
                <a:ext uri="{FF2B5EF4-FFF2-40B4-BE49-F238E27FC236}">
                  <a16:creationId xmlns:a16="http://schemas.microsoft.com/office/drawing/2014/main" id="{AA9B2BBF-1FB8-4996-9F7A-5DD4D95920AE}"/>
                </a:ext>
              </a:extLst>
            </p:cNvPr>
            <p:cNvSpPr/>
            <p:nvPr/>
          </p:nvSpPr>
          <p:spPr>
            <a:xfrm>
              <a:off x="4897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2" name="타원 10491">
              <a:extLst>
                <a:ext uri="{FF2B5EF4-FFF2-40B4-BE49-F238E27FC236}">
                  <a16:creationId xmlns:a16="http://schemas.microsoft.com/office/drawing/2014/main" id="{C282EE2A-7C88-495A-8818-6CCB3630919A}"/>
                </a:ext>
              </a:extLst>
            </p:cNvPr>
            <p:cNvSpPr/>
            <p:nvPr/>
          </p:nvSpPr>
          <p:spPr>
            <a:xfrm>
              <a:off x="5050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3" name="타원 10492">
              <a:extLst>
                <a:ext uri="{FF2B5EF4-FFF2-40B4-BE49-F238E27FC236}">
                  <a16:creationId xmlns:a16="http://schemas.microsoft.com/office/drawing/2014/main" id="{3DE58995-36CF-4B5F-B71C-0FACB0475E09}"/>
                </a:ext>
              </a:extLst>
            </p:cNvPr>
            <p:cNvSpPr/>
            <p:nvPr/>
          </p:nvSpPr>
          <p:spPr>
            <a:xfrm>
              <a:off x="52027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4" name="타원 10493">
              <a:extLst>
                <a:ext uri="{FF2B5EF4-FFF2-40B4-BE49-F238E27FC236}">
                  <a16:creationId xmlns:a16="http://schemas.microsoft.com/office/drawing/2014/main" id="{D9AC618A-94D1-406D-B7F5-4BE5DAA5FE4C}"/>
                </a:ext>
              </a:extLst>
            </p:cNvPr>
            <p:cNvSpPr/>
            <p:nvPr/>
          </p:nvSpPr>
          <p:spPr>
            <a:xfrm>
              <a:off x="53551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5" name="타원 10494">
              <a:extLst>
                <a:ext uri="{FF2B5EF4-FFF2-40B4-BE49-F238E27FC236}">
                  <a16:creationId xmlns:a16="http://schemas.microsoft.com/office/drawing/2014/main" id="{2E85B7F6-5AB9-485F-8B01-0650E3A8D57D}"/>
                </a:ext>
              </a:extLst>
            </p:cNvPr>
            <p:cNvSpPr/>
            <p:nvPr/>
          </p:nvSpPr>
          <p:spPr>
            <a:xfrm>
              <a:off x="55075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6" name="타원 10495">
              <a:extLst>
                <a:ext uri="{FF2B5EF4-FFF2-40B4-BE49-F238E27FC236}">
                  <a16:creationId xmlns:a16="http://schemas.microsoft.com/office/drawing/2014/main" id="{A79F6141-19B6-47DC-8207-E02CC8EA6B47}"/>
                </a:ext>
              </a:extLst>
            </p:cNvPr>
            <p:cNvSpPr/>
            <p:nvPr/>
          </p:nvSpPr>
          <p:spPr>
            <a:xfrm>
              <a:off x="56599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7" name="타원 10496">
              <a:extLst>
                <a:ext uri="{FF2B5EF4-FFF2-40B4-BE49-F238E27FC236}">
                  <a16:creationId xmlns:a16="http://schemas.microsoft.com/office/drawing/2014/main" id="{D2D0BEBA-CC55-40A6-8F92-F14C8C4E3A17}"/>
                </a:ext>
              </a:extLst>
            </p:cNvPr>
            <p:cNvSpPr/>
            <p:nvPr/>
          </p:nvSpPr>
          <p:spPr>
            <a:xfrm>
              <a:off x="5812349" y="106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8" name="타원 10497">
              <a:extLst>
                <a:ext uri="{FF2B5EF4-FFF2-40B4-BE49-F238E27FC236}">
                  <a16:creationId xmlns:a16="http://schemas.microsoft.com/office/drawing/2014/main" id="{9F6480F0-65D4-4621-8EBE-856F5BF2E7D7}"/>
                </a:ext>
              </a:extLst>
            </p:cNvPr>
            <p:cNvSpPr/>
            <p:nvPr/>
          </p:nvSpPr>
          <p:spPr>
            <a:xfrm>
              <a:off x="325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9" name="타원 10498">
              <a:extLst>
                <a:ext uri="{FF2B5EF4-FFF2-40B4-BE49-F238E27FC236}">
                  <a16:creationId xmlns:a16="http://schemas.microsoft.com/office/drawing/2014/main" id="{A4412346-C6AF-496F-B278-E55FA3292668}"/>
                </a:ext>
              </a:extLst>
            </p:cNvPr>
            <p:cNvSpPr/>
            <p:nvPr/>
          </p:nvSpPr>
          <p:spPr>
            <a:xfrm>
              <a:off x="478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0" name="타원 10499">
              <a:extLst>
                <a:ext uri="{FF2B5EF4-FFF2-40B4-BE49-F238E27FC236}">
                  <a16:creationId xmlns:a16="http://schemas.microsoft.com/office/drawing/2014/main" id="{21914B57-CC2F-47EE-8CA4-857B452AA393}"/>
                </a:ext>
              </a:extLst>
            </p:cNvPr>
            <p:cNvSpPr/>
            <p:nvPr/>
          </p:nvSpPr>
          <p:spPr>
            <a:xfrm>
              <a:off x="6307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1" name="타원 10500">
              <a:extLst>
                <a:ext uri="{FF2B5EF4-FFF2-40B4-BE49-F238E27FC236}">
                  <a16:creationId xmlns:a16="http://schemas.microsoft.com/office/drawing/2014/main" id="{95D11C76-2AD6-4B35-9188-E9376B6E1E3A}"/>
                </a:ext>
              </a:extLst>
            </p:cNvPr>
            <p:cNvSpPr/>
            <p:nvPr/>
          </p:nvSpPr>
          <p:spPr>
            <a:xfrm>
              <a:off x="7831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2" name="타원 10501">
              <a:extLst>
                <a:ext uri="{FF2B5EF4-FFF2-40B4-BE49-F238E27FC236}">
                  <a16:creationId xmlns:a16="http://schemas.microsoft.com/office/drawing/2014/main" id="{3783DC22-9BC4-4D9D-9C2A-AEF345A2AAF7}"/>
                </a:ext>
              </a:extLst>
            </p:cNvPr>
            <p:cNvSpPr/>
            <p:nvPr/>
          </p:nvSpPr>
          <p:spPr>
            <a:xfrm>
              <a:off x="9355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3" name="타원 10502">
              <a:extLst>
                <a:ext uri="{FF2B5EF4-FFF2-40B4-BE49-F238E27FC236}">
                  <a16:creationId xmlns:a16="http://schemas.microsoft.com/office/drawing/2014/main" id="{5851334B-A91F-4278-BC5A-45A49C28662C}"/>
                </a:ext>
              </a:extLst>
            </p:cNvPr>
            <p:cNvSpPr/>
            <p:nvPr/>
          </p:nvSpPr>
          <p:spPr>
            <a:xfrm>
              <a:off x="1087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4" name="타원 10503">
              <a:extLst>
                <a:ext uri="{FF2B5EF4-FFF2-40B4-BE49-F238E27FC236}">
                  <a16:creationId xmlns:a16="http://schemas.microsoft.com/office/drawing/2014/main" id="{3420D643-74DB-4276-9B21-9372F262E7FE}"/>
                </a:ext>
              </a:extLst>
            </p:cNvPr>
            <p:cNvSpPr/>
            <p:nvPr/>
          </p:nvSpPr>
          <p:spPr>
            <a:xfrm>
              <a:off x="1240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5" name="타원 10504">
              <a:extLst>
                <a:ext uri="{FF2B5EF4-FFF2-40B4-BE49-F238E27FC236}">
                  <a16:creationId xmlns:a16="http://schemas.microsoft.com/office/drawing/2014/main" id="{0A75C1EE-DFB7-4EE1-94A3-61AD1DD066C9}"/>
                </a:ext>
              </a:extLst>
            </p:cNvPr>
            <p:cNvSpPr/>
            <p:nvPr/>
          </p:nvSpPr>
          <p:spPr>
            <a:xfrm>
              <a:off x="13927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6" name="타원 10505">
              <a:extLst>
                <a:ext uri="{FF2B5EF4-FFF2-40B4-BE49-F238E27FC236}">
                  <a16:creationId xmlns:a16="http://schemas.microsoft.com/office/drawing/2014/main" id="{12D5B4C2-43E1-4F3C-87F6-A0015C468094}"/>
                </a:ext>
              </a:extLst>
            </p:cNvPr>
            <p:cNvSpPr/>
            <p:nvPr/>
          </p:nvSpPr>
          <p:spPr>
            <a:xfrm>
              <a:off x="15451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7" name="타원 10506">
              <a:extLst>
                <a:ext uri="{FF2B5EF4-FFF2-40B4-BE49-F238E27FC236}">
                  <a16:creationId xmlns:a16="http://schemas.microsoft.com/office/drawing/2014/main" id="{59859F6F-D010-4B7F-AC16-2065B090393D}"/>
                </a:ext>
              </a:extLst>
            </p:cNvPr>
            <p:cNvSpPr/>
            <p:nvPr/>
          </p:nvSpPr>
          <p:spPr>
            <a:xfrm>
              <a:off x="16975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8" name="타원 10507">
              <a:extLst>
                <a:ext uri="{FF2B5EF4-FFF2-40B4-BE49-F238E27FC236}">
                  <a16:creationId xmlns:a16="http://schemas.microsoft.com/office/drawing/2014/main" id="{5FECE542-3BC4-4C8E-93B8-EF2EF82D606F}"/>
                </a:ext>
              </a:extLst>
            </p:cNvPr>
            <p:cNvSpPr/>
            <p:nvPr/>
          </p:nvSpPr>
          <p:spPr>
            <a:xfrm>
              <a:off x="1849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9" name="타원 10508">
              <a:extLst>
                <a:ext uri="{FF2B5EF4-FFF2-40B4-BE49-F238E27FC236}">
                  <a16:creationId xmlns:a16="http://schemas.microsoft.com/office/drawing/2014/main" id="{702B1634-4E77-48EC-A5D6-DF70B05E9466}"/>
                </a:ext>
              </a:extLst>
            </p:cNvPr>
            <p:cNvSpPr/>
            <p:nvPr/>
          </p:nvSpPr>
          <p:spPr>
            <a:xfrm>
              <a:off x="2002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0" name="타원 10509">
              <a:extLst>
                <a:ext uri="{FF2B5EF4-FFF2-40B4-BE49-F238E27FC236}">
                  <a16:creationId xmlns:a16="http://schemas.microsoft.com/office/drawing/2014/main" id="{A8E4F994-5FAB-41AB-B7AD-5B10377445F5}"/>
                </a:ext>
              </a:extLst>
            </p:cNvPr>
            <p:cNvSpPr/>
            <p:nvPr/>
          </p:nvSpPr>
          <p:spPr>
            <a:xfrm>
              <a:off x="21547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1" name="타원 10510">
              <a:extLst>
                <a:ext uri="{FF2B5EF4-FFF2-40B4-BE49-F238E27FC236}">
                  <a16:creationId xmlns:a16="http://schemas.microsoft.com/office/drawing/2014/main" id="{74DEB51E-0A3D-42B2-9603-008DADEE8A15}"/>
                </a:ext>
              </a:extLst>
            </p:cNvPr>
            <p:cNvSpPr/>
            <p:nvPr/>
          </p:nvSpPr>
          <p:spPr>
            <a:xfrm>
              <a:off x="23071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2" name="타원 10511">
              <a:extLst>
                <a:ext uri="{FF2B5EF4-FFF2-40B4-BE49-F238E27FC236}">
                  <a16:creationId xmlns:a16="http://schemas.microsoft.com/office/drawing/2014/main" id="{F6903492-2C49-4AB0-A5C7-8DAE13235704}"/>
                </a:ext>
              </a:extLst>
            </p:cNvPr>
            <p:cNvSpPr/>
            <p:nvPr/>
          </p:nvSpPr>
          <p:spPr>
            <a:xfrm>
              <a:off x="24595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3" name="타원 10512">
              <a:extLst>
                <a:ext uri="{FF2B5EF4-FFF2-40B4-BE49-F238E27FC236}">
                  <a16:creationId xmlns:a16="http://schemas.microsoft.com/office/drawing/2014/main" id="{8AE404CA-699F-4459-ADEC-4563A88DBAFA}"/>
                </a:ext>
              </a:extLst>
            </p:cNvPr>
            <p:cNvSpPr/>
            <p:nvPr/>
          </p:nvSpPr>
          <p:spPr>
            <a:xfrm>
              <a:off x="2611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4" name="타원 10513">
              <a:extLst>
                <a:ext uri="{FF2B5EF4-FFF2-40B4-BE49-F238E27FC236}">
                  <a16:creationId xmlns:a16="http://schemas.microsoft.com/office/drawing/2014/main" id="{A4D05FC7-64AE-4164-A21B-9112A8B35C12}"/>
                </a:ext>
              </a:extLst>
            </p:cNvPr>
            <p:cNvSpPr/>
            <p:nvPr/>
          </p:nvSpPr>
          <p:spPr>
            <a:xfrm>
              <a:off x="2764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5" name="타원 10514">
              <a:extLst>
                <a:ext uri="{FF2B5EF4-FFF2-40B4-BE49-F238E27FC236}">
                  <a16:creationId xmlns:a16="http://schemas.microsoft.com/office/drawing/2014/main" id="{EBBE02CF-F6B7-4046-8BA4-907477C93958}"/>
                </a:ext>
              </a:extLst>
            </p:cNvPr>
            <p:cNvSpPr/>
            <p:nvPr/>
          </p:nvSpPr>
          <p:spPr>
            <a:xfrm>
              <a:off x="29167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6" name="타원 10515">
              <a:extLst>
                <a:ext uri="{FF2B5EF4-FFF2-40B4-BE49-F238E27FC236}">
                  <a16:creationId xmlns:a16="http://schemas.microsoft.com/office/drawing/2014/main" id="{22079105-36C0-4F4A-9F76-E749FA2FD1C2}"/>
                </a:ext>
              </a:extLst>
            </p:cNvPr>
            <p:cNvSpPr/>
            <p:nvPr/>
          </p:nvSpPr>
          <p:spPr>
            <a:xfrm>
              <a:off x="30691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7" name="타원 10516">
              <a:extLst>
                <a:ext uri="{FF2B5EF4-FFF2-40B4-BE49-F238E27FC236}">
                  <a16:creationId xmlns:a16="http://schemas.microsoft.com/office/drawing/2014/main" id="{EBE333A9-BBCE-4DDC-915C-DCFD178F49C8}"/>
                </a:ext>
              </a:extLst>
            </p:cNvPr>
            <p:cNvSpPr/>
            <p:nvPr/>
          </p:nvSpPr>
          <p:spPr>
            <a:xfrm>
              <a:off x="32215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8" name="타원 10517">
              <a:extLst>
                <a:ext uri="{FF2B5EF4-FFF2-40B4-BE49-F238E27FC236}">
                  <a16:creationId xmlns:a16="http://schemas.microsoft.com/office/drawing/2014/main" id="{9CB23570-B681-41B2-B249-933F3486A9B5}"/>
                </a:ext>
              </a:extLst>
            </p:cNvPr>
            <p:cNvSpPr/>
            <p:nvPr/>
          </p:nvSpPr>
          <p:spPr>
            <a:xfrm>
              <a:off x="3373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9" name="타원 10518">
              <a:extLst>
                <a:ext uri="{FF2B5EF4-FFF2-40B4-BE49-F238E27FC236}">
                  <a16:creationId xmlns:a16="http://schemas.microsoft.com/office/drawing/2014/main" id="{E157E9A5-BA56-4325-A162-06118E4EB9F9}"/>
                </a:ext>
              </a:extLst>
            </p:cNvPr>
            <p:cNvSpPr/>
            <p:nvPr/>
          </p:nvSpPr>
          <p:spPr>
            <a:xfrm>
              <a:off x="3526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0" name="타원 10519">
              <a:extLst>
                <a:ext uri="{FF2B5EF4-FFF2-40B4-BE49-F238E27FC236}">
                  <a16:creationId xmlns:a16="http://schemas.microsoft.com/office/drawing/2014/main" id="{3F8BE089-5FD2-4184-84E9-BD5E96DB9170}"/>
                </a:ext>
              </a:extLst>
            </p:cNvPr>
            <p:cNvSpPr/>
            <p:nvPr/>
          </p:nvSpPr>
          <p:spPr>
            <a:xfrm>
              <a:off x="36787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1" name="타원 10520">
              <a:extLst>
                <a:ext uri="{FF2B5EF4-FFF2-40B4-BE49-F238E27FC236}">
                  <a16:creationId xmlns:a16="http://schemas.microsoft.com/office/drawing/2014/main" id="{92955E46-2B5B-4CAE-922A-10F706DD2519}"/>
                </a:ext>
              </a:extLst>
            </p:cNvPr>
            <p:cNvSpPr/>
            <p:nvPr/>
          </p:nvSpPr>
          <p:spPr>
            <a:xfrm>
              <a:off x="38311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2" name="타원 10521">
              <a:extLst>
                <a:ext uri="{FF2B5EF4-FFF2-40B4-BE49-F238E27FC236}">
                  <a16:creationId xmlns:a16="http://schemas.microsoft.com/office/drawing/2014/main" id="{61A7FF59-EFAE-41A3-8D1C-33D55313919C}"/>
                </a:ext>
              </a:extLst>
            </p:cNvPr>
            <p:cNvSpPr/>
            <p:nvPr/>
          </p:nvSpPr>
          <p:spPr>
            <a:xfrm>
              <a:off x="39835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3" name="타원 10522">
              <a:extLst>
                <a:ext uri="{FF2B5EF4-FFF2-40B4-BE49-F238E27FC236}">
                  <a16:creationId xmlns:a16="http://schemas.microsoft.com/office/drawing/2014/main" id="{3CBCCC26-2C5B-4616-8B9E-3A58B38F0F12}"/>
                </a:ext>
              </a:extLst>
            </p:cNvPr>
            <p:cNvSpPr/>
            <p:nvPr/>
          </p:nvSpPr>
          <p:spPr>
            <a:xfrm>
              <a:off x="4135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4" name="타원 10523">
              <a:extLst>
                <a:ext uri="{FF2B5EF4-FFF2-40B4-BE49-F238E27FC236}">
                  <a16:creationId xmlns:a16="http://schemas.microsoft.com/office/drawing/2014/main" id="{2EE6E2A7-C0C1-40EB-A216-6E18E90A73E6}"/>
                </a:ext>
              </a:extLst>
            </p:cNvPr>
            <p:cNvSpPr/>
            <p:nvPr/>
          </p:nvSpPr>
          <p:spPr>
            <a:xfrm>
              <a:off x="4288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5" name="타원 10524">
              <a:extLst>
                <a:ext uri="{FF2B5EF4-FFF2-40B4-BE49-F238E27FC236}">
                  <a16:creationId xmlns:a16="http://schemas.microsoft.com/office/drawing/2014/main" id="{7CF6FE66-B03B-443A-A09D-A7185EDC1985}"/>
                </a:ext>
              </a:extLst>
            </p:cNvPr>
            <p:cNvSpPr/>
            <p:nvPr/>
          </p:nvSpPr>
          <p:spPr>
            <a:xfrm>
              <a:off x="44407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6" name="타원 10525">
              <a:extLst>
                <a:ext uri="{FF2B5EF4-FFF2-40B4-BE49-F238E27FC236}">
                  <a16:creationId xmlns:a16="http://schemas.microsoft.com/office/drawing/2014/main" id="{061033F3-9CCC-4A37-AF82-C8A9C072AD63}"/>
                </a:ext>
              </a:extLst>
            </p:cNvPr>
            <p:cNvSpPr/>
            <p:nvPr/>
          </p:nvSpPr>
          <p:spPr>
            <a:xfrm>
              <a:off x="45931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7" name="타원 10526">
              <a:extLst>
                <a:ext uri="{FF2B5EF4-FFF2-40B4-BE49-F238E27FC236}">
                  <a16:creationId xmlns:a16="http://schemas.microsoft.com/office/drawing/2014/main" id="{20A4B6B2-7DD0-41E7-96B1-9204D93D7361}"/>
                </a:ext>
              </a:extLst>
            </p:cNvPr>
            <p:cNvSpPr/>
            <p:nvPr/>
          </p:nvSpPr>
          <p:spPr>
            <a:xfrm>
              <a:off x="47455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8" name="타원 10527">
              <a:extLst>
                <a:ext uri="{FF2B5EF4-FFF2-40B4-BE49-F238E27FC236}">
                  <a16:creationId xmlns:a16="http://schemas.microsoft.com/office/drawing/2014/main" id="{49F5C7AB-4B02-461E-98ED-6F590F751EEE}"/>
                </a:ext>
              </a:extLst>
            </p:cNvPr>
            <p:cNvSpPr/>
            <p:nvPr/>
          </p:nvSpPr>
          <p:spPr>
            <a:xfrm>
              <a:off x="4897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29" name="타원 10528">
              <a:extLst>
                <a:ext uri="{FF2B5EF4-FFF2-40B4-BE49-F238E27FC236}">
                  <a16:creationId xmlns:a16="http://schemas.microsoft.com/office/drawing/2014/main" id="{BAEFA7DC-26FE-4C6B-A034-20736125ECFB}"/>
                </a:ext>
              </a:extLst>
            </p:cNvPr>
            <p:cNvSpPr/>
            <p:nvPr/>
          </p:nvSpPr>
          <p:spPr>
            <a:xfrm>
              <a:off x="5050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0" name="타원 10529">
              <a:extLst>
                <a:ext uri="{FF2B5EF4-FFF2-40B4-BE49-F238E27FC236}">
                  <a16:creationId xmlns:a16="http://schemas.microsoft.com/office/drawing/2014/main" id="{8DD55926-0E8E-4D4D-86D3-930917EF867F}"/>
                </a:ext>
              </a:extLst>
            </p:cNvPr>
            <p:cNvSpPr/>
            <p:nvPr/>
          </p:nvSpPr>
          <p:spPr>
            <a:xfrm>
              <a:off x="52027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1" name="타원 10530">
              <a:extLst>
                <a:ext uri="{FF2B5EF4-FFF2-40B4-BE49-F238E27FC236}">
                  <a16:creationId xmlns:a16="http://schemas.microsoft.com/office/drawing/2014/main" id="{0BCC800E-5768-447D-9608-0096B78C6362}"/>
                </a:ext>
              </a:extLst>
            </p:cNvPr>
            <p:cNvSpPr/>
            <p:nvPr/>
          </p:nvSpPr>
          <p:spPr>
            <a:xfrm>
              <a:off x="53551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2" name="타원 10531">
              <a:extLst>
                <a:ext uri="{FF2B5EF4-FFF2-40B4-BE49-F238E27FC236}">
                  <a16:creationId xmlns:a16="http://schemas.microsoft.com/office/drawing/2014/main" id="{C8FF336B-D6F4-4358-81ED-64DD76260A55}"/>
                </a:ext>
              </a:extLst>
            </p:cNvPr>
            <p:cNvSpPr/>
            <p:nvPr/>
          </p:nvSpPr>
          <p:spPr>
            <a:xfrm>
              <a:off x="55075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3" name="타원 10532">
              <a:extLst>
                <a:ext uri="{FF2B5EF4-FFF2-40B4-BE49-F238E27FC236}">
                  <a16:creationId xmlns:a16="http://schemas.microsoft.com/office/drawing/2014/main" id="{A96EDC15-80BC-4BFE-B3F0-F86E7C50489C}"/>
                </a:ext>
              </a:extLst>
            </p:cNvPr>
            <p:cNvSpPr/>
            <p:nvPr/>
          </p:nvSpPr>
          <p:spPr>
            <a:xfrm>
              <a:off x="56599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4" name="타원 10533">
              <a:extLst>
                <a:ext uri="{FF2B5EF4-FFF2-40B4-BE49-F238E27FC236}">
                  <a16:creationId xmlns:a16="http://schemas.microsoft.com/office/drawing/2014/main" id="{6A2AAAC2-AC53-4365-BE2C-E71A1B09356D}"/>
                </a:ext>
              </a:extLst>
            </p:cNvPr>
            <p:cNvSpPr/>
            <p:nvPr/>
          </p:nvSpPr>
          <p:spPr>
            <a:xfrm>
              <a:off x="5812349" y="121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5" name="타원 10534">
              <a:extLst>
                <a:ext uri="{FF2B5EF4-FFF2-40B4-BE49-F238E27FC236}">
                  <a16:creationId xmlns:a16="http://schemas.microsoft.com/office/drawing/2014/main" id="{AE1B7EEA-6713-4381-AE7F-21486E35887D}"/>
                </a:ext>
              </a:extLst>
            </p:cNvPr>
            <p:cNvSpPr/>
            <p:nvPr/>
          </p:nvSpPr>
          <p:spPr>
            <a:xfrm>
              <a:off x="325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6" name="타원 10535">
              <a:extLst>
                <a:ext uri="{FF2B5EF4-FFF2-40B4-BE49-F238E27FC236}">
                  <a16:creationId xmlns:a16="http://schemas.microsoft.com/office/drawing/2014/main" id="{E4033D70-E4A5-4A16-A7E6-EA18FE2D00C8}"/>
                </a:ext>
              </a:extLst>
            </p:cNvPr>
            <p:cNvSpPr/>
            <p:nvPr/>
          </p:nvSpPr>
          <p:spPr>
            <a:xfrm>
              <a:off x="478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7" name="타원 10536">
              <a:extLst>
                <a:ext uri="{FF2B5EF4-FFF2-40B4-BE49-F238E27FC236}">
                  <a16:creationId xmlns:a16="http://schemas.microsoft.com/office/drawing/2014/main" id="{749CC8FE-8FC0-4091-AE1F-C2D7ACB9C76C}"/>
                </a:ext>
              </a:extLst>
            </p:cNvPr>
            <p:cNvSpPr/>
            <p:nvPr/>
          </p:nvSpPr>
          <p:spPr>
            <a:xfrm>
              <a:off x="6307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8" name="타원 10537">
              <a:extLst>
                <a:ext uri="{FF2B5EF4-FFF2-40B4-BE49-F238E27FC236}">
                  <a16:creationId xmlns:a16="http://schemas.microsoft.com/office/drawing/2014/main" id="{CD17EDB1-B0E3-48D7-B68E-68666D794FD0}"/>
                </a:ext>
              </a:extLst>
            </p:cNvPr>
            <p:cNvSpPr/>
            <p:nvPr/>
          </p:nvSpPr>
          <p:spPr>
            <a:xfrm>
              <a:off x="7831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9" name="타원 10538">
              <a:extLst>
                <a:ext uri="{FF2B5EF4-FFF2-40B4-BE49-F238E27FC236}">
                  <a16:creationId xmlns:a16="http://schemas.microsoft.com/office/drawing/2014/main" id="{FD58FCC0-AE7E-4C24-931C-919490DB33E1}"/>
                </a:ext>
              </a:extLst>
            </p:cNvPr>
            <p:cNvSpPr/>
            <p:nvPr/>
          </p:nvSpPr>
          <p:spPr>
            <a:xfrm>
              <a:off x="9355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0" name="타원 10539">
              <a:extLst>
                <a:ext uri="{FF2B5EF4-FFF2-40B4-BE49-F238E27FC236}">
                  <a16:creationId xmlns:a16="http://schemas.microsoft.com/office/drawing/2014/main" id="{3BA18051-B1C7-4097-91BB-F3C9FC08E43B}"/>
                </a:ext>
              </a:extLst>
            </p:cNvPr>
            <p:cNvSpPr/>
            <p:nvPr/>
          </p:nvSpPr>
          <p:spPr>
            <a:xfrm>
              <a:off x="1087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1" name="타원 10540">
              <a:extLst>
                <a:ext uri="{FF2B5EF4-FFF2-40B4-BE49-F238E27FC236}">
                  <a16:creationId xmlns:a16="http://schemas.microsoft.com/office/drawing/2014/main" id="{ADFC1D21-CF46-45AF-B5FF-5BA076F6F2A0}"/>
                </a:ext>
              </a:extLst>
            </p:cNvPr>
            <p:cNvSpPr/>
            <p:nvPr/>
          </p:nvSpPr>
          <p:spPr>
            <a:xfrm>
              <a:off x="1240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2" name="타원 10541">
              <a:extLst>
                <a:ext uri="{FF2B5EF4-FFF2-40B4-BE49-F238E27FC236}">
                  <a16:creationId xmlns:a16="http://schemas.microsoft.com/office/drawing/2014/main" id="{FF99252F-92AA-4A50-A23F-822E3C0470D0}"/>
                </a:ext>
              </a:extLst>
            </p:cNvPr>
            <p:cNvSpPr/>
            <p:nvPr/>
          </p:nvSpPr>
          <p:spPr>
            <a:xfrm>
              <a:off x="13927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3" name="타원 10542">
              <a:extLst>
                <a:ext uri="{FF2B5EF4-FFF2-40B4-BE49-F238E27FC236}">
                  <a16:creationId xmlns:a16="http://schemas.microsoft.com/office/drawing/2014/main" id="{71B6CDFB-AB07-49EC-98BF-1B194903ABDF}"/>
                </a:ext>
              </a:extLst>
            </p:cNvPr>
            <p:cNvSpPr/>
            <p:nvPr/>
          </p:nvSpPr>
          <p:spPr>
            <a:xfrm>
              <a:off x="15451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4" name="타원 10543">
              <a:extLst>
                <a:ext uri="{FF2B5EF4-FFF2-40B4-BE49-F238E27FC236}">
                  <a16:creationId xmlns:a16="http://schemas.microsoft.com/office/drawing/2014/main" id="{0F5EA7B1-79BD-4462-A030-DD76B7CC569B}"/>
                </a:ext>
              </a:extLst>
            </p:cNvPr>
            <p:cNvSpPr/>
            <p:nvPr/>
          </p:nvSpPr>
          <p:spPr>
            <a:xfrm>
              <a:off x="16975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5" name="타원 10544">
              <a:extLst>
                <a:ext uri="{FF2B5EF4-FFF2-40B4-BE49-F238E27FC236}">
                  <a16:creationId xmlns:a16="http://schemas.microsoft.com/office/drawing/2014/main" id="{7A49386D-375B-4E3C-A9FD-1BC63F574492}"/>
                </a:ext>
              </a:extLst>
            </p:cNvPr>
            <p:cNvSpPr/>
            <p:nvPr/>
          </p:nvSpPr>
          <p:spPr>
            <a:xfrm>
              <a:off x="1849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6" name="타원 10545">
              <a:extLst>
                <a:ext uri="{FF2B5EF4-FFF2-40B4-BE49-F238E27FC236}">
                  <a16:creationId xmlns:a16="http://schemas.microsoft.com/office/drawing/2014/main" id="{B33C151A-8568-4C10-AF36-AF81A5F35671}"/>
                </a:ext>
              </a:extLst>
            </p:cNvPr>
            <p:cNvSpPr/>
            <p:nvPr/>
          </p:nvSpPr>
          <p:spPr>
            <a:xfrm>
              <a:off x="2002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7" name="타원 10546">
              <a:extLst>
                <a:ext uri="{FF2B5EF4-FFF2-40B4-BE49-F238E27FC236}">
                  <a16:creationId xmlns:a16="http://schemas.microsoft.com/office/drawing/2014/main" id="{ED4F6D19-73E7-48BA-AEBE-DB4B5EEA2E79}"/>
                </a:ext>
              </a:extLst>
            </p:cNvPr>
            <p:cNvSpPr/>
            <p:nvPr/>
          </p:nvSpPr>
          <p:spPr>
            <a:xfrm>
              <a:off x="21547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8" name="타원 10547">
              <a:extLst>
                <a:ext uri="{FF2B5EF4-FFF2-40B4-BE49-F238E27FC236}">
                  <a16:creationId xmlns:a16="http://schemas.microsoft.com/office/drawing/2014/main" id="{2E877F3B-7CC3-462A-A40A-F9F2C94E75C0}"/>
                </a:ext>
              </a:extLst>
            </p:cNvPr>
            <p:cNvSpPr/>
            <p:nvPr/>
          </p:nvSpPr>
          <p:spPr>
            <a:xfrm>
              <a:off x="23071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49" name="타원 10548">
              <a:extLst>
                <a:ext uri="{FF2B5EF4-FFF2-40B4-BE49-F238E27FC236}">
                  <a16:creationId xmlns:a16="http://schemas.microsoft.com/office/drawing/2014/main" id="{4FBAEA4C-7DFC-4132-B0AF-D65C5D1C8CA7}"/>
                </a:ext>
              </a:extLst>
            </p:cNvPr>
            <p:cNvSpPr/>
            <p:nvPr/>
          </p:nvSpPr>
          <p:spPr>
            <a:xfrm>
              <a:off x="24595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0" name="타원 10549">
              <a:extLst>
                <a:ext uri="{FF2B5EF4-FFF2-40B4-BE49-F238E27FC236}">
                  <a16:creationId xmlns:a16="http://schemas.microsoft.com/office/drawing/2014/main" id="{4EA1C8C8-3E00-4298-9F7D-48FA47F2CC47}"/>
                </a:ext>
              </a:extLst>
            </p:cNvPr>
            <p:cNvSpPr/>
            <p:nvPr/>
          </p:nvSpPr>
          <p:spPr>
            <a:xfrm>
              <a:off x="2611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1" name="타원 10550">
              <a:extLst>
                <a:ext uri="{FF2B5EF4-FFF2-40B4-BE49-F238E27FC236}">
                  <a16:creationId xmlns:a16="http://schemas.microsoft.com/office/drawing/2014/main" id="{9981A521-8193-4489-AB6C-8627B023FD9D}"/>
                </a:ext>
              </a:extLst>
            </p:cNvPr>
            <p:cNvSpPr/>
            <p:nvPr/>
          </p:nvSpPr>
          <p:spPr>
            <a:xfrm>
              <a:off x="2764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2" name="타원 10551">
              <a:extLst>
                <a:ext uri="{FF2B5EF4-FFF2-40B4-BE49-F238E27FC236}">
                  <a16:creationId xmlns:a16="http://schemas.microsoft.com/office/drawing/2014/main" id="{800C9098-2BD0-44B5-A948-3B51D6320F65}"/>
                </a:ext>
              </a:extLst>
            </p:cNvPr>
            <p:cNvSpPr/>
            <p:nvPr/>
          </p:nvSpPr>
          <p:spPr>
            <a:xfrm>
              <a:off x="29167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3" name="타원 10552">
              <a:extLst>
                <a:ext uri="{FF2B5EF4-FFF2-40B4-BE49-F238E27FC236}">
                  <a16:creationId xmlns:a16="http://schemas.microsoft.com/office/drawing/2014/main" id="{795987FC-3B83-4D14-A8DC-85481503124D}"/>
                </a:ext>
              </a:extLst>
            </p:cNvPr>
            <p:cNvSpPr/>
            <p:nvPr/>
          </p:nvSpPr>
          <p:spPr>
            <a:xfrm>
              <a:off x="30691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4" name="타원 10553">
              <a:extLst>
                <a:ext uri="{FF2B5EF4-FFF2-40B4-BE49-F238E27FC236}">
                  <a16:creationId xmlns:a16="http://schemas.microsoft.com/office/drawing/2014/main" id="{9D1762A8-6D1B-4A4C-97B4-88AFEC446B5C}"/>
                </a:ext>
              </a:extLst>
            </p:cNvPr>
            <p:cNvSpPr/>
            <p:nvPr/>
          </p:nvSpPr>
          <p:spPr>
            <a:xfrm>
              <a:off x="32215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5" name="타원 10554">
              <a:extLst>
                <a:ext uri="{FF2B5EF4-FFF2-40B4-BE49-F238E27FC236}">
                  <a16:creationId xmlns:a16="http://schemas.microsoft.com/office/drawing/2014/main" id="{6B24B9D6-F364-4297-BCB2-907858103651}"/>
                </a:ext>
              </a:extLst>
            </p:cNvPr>
            <p:cNvSpPr/>
            <p:nvPr/>
          </p:nvSpPr>
          <p:spPr>
            <a:xfrm>
              <a:off x="3373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6" name="타원 10555">
              <a:extLst>
                <a:ext uri="{FF2B5EF4-FFF2-40B4-BE49-F238E27FC236}">
                  <a16:creationId xmlns:a16="http://schemas.microsoft.com/office/drawing/2014/main" id="{68D8D9BB-E215-46A1-BAF2-932CC4B3BFD7}"/>
                </a:ext>
              </a:extLst>
            </p:cNvPr>
            <p:cNvSpPr/>
            <p:nvPr/>
          </p:nvSpPr>
          <p:spPr>
            <a:xfrm>
              <a:off x="3526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7" name="타원 10556">
              <a:extLst>
                <a:ext uri="{FF2B5EF4-FFF2-40B4-BE49-F238E27FC236}">
                  <a16:creationId xmlns:a16="http://schemas.microsoft.com/office/drawing/2014/main" id="{0D153351-959C-4E09-AC24-86E8F631545A}"/>
                </a:ext>
              </a:extLst>
            </p:cNvPr>
            <p:cNvSpPr/>
            <p:nvPr/>
          </p:nvSpPr>
          <p:spPr>
            <a:xfrm>
              <a:off x="36787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8" name="타원 10557">
              <a:extLst>
                <a:ext uri="{FF2B5EF4-FFF2-40B4-BE49-F238E27FC236}">
                  <a16:creationId xmlns:a16="http://schemas.microsoft.com/office/drawing/2014/main" id="{749E52A1-FA0B-41A8-A807-7E3AE91702EA}"/>
                </a:ext>
              </a:extLst>
            </p:cNvPr>
            <p:cNvSpPr/>
            <p:nvPr/>
          </p:nvSpPr>
          <p:spPr>
            <a:xfrm>
              <a:off x="38311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59" name="타원 10558">
              <a:extLst>
                <a:ext uri="{FF2B5EF4-FFF2-40B4-BE49-F238E27FC236}">
                  <a16:creationId xmlns:a16="http://schemas.microsoft.com/office/drawing/2014/main" id="{01EF3225-C819-479D-AAA6-ED20B435EFF2}"/>
                </a:ext>
              </a:extLst>
            </p:cNvPr>
            <p:cNvSpPr/>
            <p:nvPr/>
          </p:nvSpPr>
          <p:spPr>
            <a:xfrm>
              <a:off x="39835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0" name="타원 10559">
              <a:extLst>
                <a:ext uri="{FF2B5EF4-FFF2-40B4-BE49-F238E27FC236}">
                  <a16:creationId xmlns:a16="http://schemas.microsoft.com/office/drawing/2014/main" id="{A0A94AC0-009F-4DD9-A83F-F6DBF381590B}"/>
                </a:ext>
              </a:extLst>
            </p:cNvPr>
            <p:cNvSpPr/>
            <p:nvPr/>
          </p:nvSpPr>
          <p:spPr>
            <a:xfrm>
              <a:off x="4135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1" name="타원 10560">
              <a:extLst>
                <a:ext uri="{FF2B5EF4-FFF2-40B4-BE49-F238E27FC236}">
                  <a16:creationId xmlns:a16="http://schemas.microsoft.com/office/drawing/2014/main" id="{8E4FC3FD-1693-42B4-99B8-8EBBC5BA5F7B}"/>
                </a:ext>
              </a:extLst>
            </p:cNvPr>
            <p:cNvSpPr/>
            <p:nvPr/>
          </p:nvSpPr>
          <p:spPr>
            <a:xfrm>
              <a:off x="4288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2" name="타원 10561">
              <a:extLst>
                <a:ext uri="{FF2B5EF4-FFF2-40B4-BE49-F238E27FC236}">
                  <a16:creationId xmlns:a16="http://schemas.microsoft.com/office/drawing/2014/main" id="{71451951-FE2E-47E6-B6AE-B035F3654C67}"/>
                </a:ext>
              </a:extLst>
            </p:cNvPr>
            <p:cNvSpPr/>
            <p:nvPr/>
          </p:nvSpPr>
          <p:spPr>
            <a:xfrm>
              <a:off x="44407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3" name="타원 10562">
              <a:extLst>
                <a:ext uri="{FF2B5EF4-FFF2-40B4-BE49-F238E27FC236}">
                  <a16:creationId xmlns:a16="http://schemas.microsoft.com/office/drawing/2014/main" id="{FBBD137D-6F96-4244-A945-2E35993C4F8D}"/>
                </a:ext>
              </a:extLst>
            </p:cNvPr>
            <p:cNvSpPr/>
            <p:nvPr/>
          </p:nvSpPr>
          <p:spPr>
            <a:xfrm>
              <a:off x="45931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4" name="타원 10563">
              <a:extLst>
                <a:ext uri="{FF2B5EF4-FFF2-40B4-BE49-F238E27FC236}">
                  <a16:creationId xmlns:a16="http://schemas.microsoft.com/office/drawing/2014/main" id="{86D08E3B-4EB1-4228-A56D-AD1EE2057A22}"/>
                </a:ext>
              </a:extLst>
            </p:cNvPr>
            <p:cNvSpPr/>
            <p:nvPr/>
          </p:nvSpPr>
          <p:spPr>
            <a:xfrm>
              <a:off x="47455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5" name="타원 10564">
              <a:extLst>
                <a:ext uri="{FF2B5EF4-FFF2-40B4-BE49-F238E27FC236}">
                  <a16:creationId xmlns:a16="http://schemas.microsoft.com/office/drawing/2014/main" id="{E049F9A1-4542-44D2-8BA6-71D45639A680}"/>
                </a:ext>
              </a:extLst>
            </p:cNvPr>
            <p:cNvSpPr/>
            <p:nvPr/>
          </p:nvSpPr>
          <p:spPr>
            <a:xfrm>
              <a:off x="4897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6" name="타원 10565">
              <a:extLst>
                <a:ext uri="{FF2B5EF4-FFF2-40B4-BE49-F238E27FC236}">
                  <a16:creationId xmlns:a16="http://schemas.microsoft.com/office/drawing/2014/main" id="{EA24C9E8-5077-4241-89D1-C6CC8EABE10A}"/>
                </a:ext>
              </a:extLst>
            </p:cNvPr>
            <p:cNvSpPr/>
            <p:nvPr/>
          </p:nvSpPr>
          <p:spPr>
            <a:xfrm>
              <a:off x="5050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7" name="타원 10566">
              <a:extLst>
                <a:ext uri="{FF2B5EF4-FFF2-40B4-BE49-F238E27FC236}">
                  <a16:creationId xmlns:a16="http://schemas.microsoft.com/office/drawing/2014/main" id="{CC5345E6-05DB-4E24-975F-9A1B13734C00}"/>
                </a:ext>
              </a:extLst>
            </p:cNvPr>
            <p:cNvSpPr/>
            <p:nvPr/>
          </p:nvSpPr>
          <p:spPr>
            <a:xfrm>
              <a:off x="52027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8" name="타원 10567">
              <a:extLst>
                <a:ext uri="{FF2B5EF4-FFF2-40B4-BE49-F238E27FC236}">
                  <a16:creationId xmlns:a16="http://schemas.microsoft.com/office/drawing/2014/main" id="{0DC577C5-902B-4649-9171-B71E38AE47F5}"/>
                </a:ext>
              </a:extLst>
            </p:cNvPr>
            <p:cNvSpPr/>
            <p:nvPr/>
          </p:nvSpPr>
          <p:spPr>
            <a:xfrm>
              <a:off x="53551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69" name="타원 10568">
              <a:extLst>
                <a:ext uri="{FF2B5EF4-FFF2-40B4-BE49-F238E27FC236}">
                  <a16:creationId xmlns:a16="http://schemas.microsoft.com/office/drawing/2014/main" id="{22FBF13F-8604-4A99-862E-CC9A0515F132}"/>
                </a:ext>
              </a:extLst>
            </p:cNvPr>
            <p:cNvSpPr/>
            <p:nvPr/>
          </p:nvSpPr>
          <p:spPr>
            <a:xfrm>
              <a:off x="55075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0" name="타원 10569">
              <a:extLst>
                <a:ext uri="{FF2B5EF4-FFF2-40B4-BE49-F238E27FC236}">
                  <a16:creationId xmlns:a16="http://schemas.microsoft.com/office/drawing/2014/main" id="{40C95CF6-7B77-4410-AE8A-A1AF2C377B07}"/>
                </a:ext>
              </a:extLst>
            </p:cNvPr>
            <p:cNvSpPr/>
            <p:nvPr/>
          </p:nvSpPr>
          <p:spPr>
            <a:xfrm>
              <a:off x="56599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1" name="타원 10570">
              <a:extLst>
                <a:ext uri="{FF2B5EF4-FFF2-40B4-BE49-F238E27FC236}">
                  <a16:creationId xmlns:a16="http://schemas.microsoft.com/office/drawing/2014/main" id="{DE737F97-E81F-428E-9D30-24D565CCEDE9}"/>
                </a:ext>
              </a:extLst>
            </p:cNvPr>
            <p:cNvSpPr/>
            <p:nvPr/>
          </p:nvSpPr>
          <p:spPr>
            <a:xfrm>
              <a:off x="5812349" y="136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2" name="타원 10571">
              <a:extLst>
                <a:ext uri="{FF2B5EF4-FFF2-40B4-BE49-F238E27FC236}">
                  <a16:creationId xmlns:a16="http://schemas.microsoft.com/office/drawing/2014/main" id="{933F6614-4F97-42BC-9A24-E89B9A47B091}"/>
                </a:ext>
              </a:extLst>
            </p:cNvPr>
            <p:cNvSpPr/>
            <p:nvPr/>
          </p:nvSpPr>
          <p:spPr>
            <a:xfrm>
              <a:off x="325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3" name="타원 10572">
              <a:extLst>
                <a:ext uri="{FF2B5EF4-FFF2-40B4-BE49-F238E27FC236}">
                  <a16:creationId xmlns:a16="http://schemas.microsoft.com/office/drawing/2014/main" id="{733FB997-B477-451B-B3EC-32C91C9C4D34}"/>
                </a:ext>
              </a:extLst>
            </p:cNvPr>
            <p:cNvSpPr/>
            <p:nvPr/>
          </p:nvSpPr>
          <p:spPr>
            <a:xfrm>
              <a:off x="478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4" name="타원 10573">
              <a:extLst>
                <a:ext uri="{FF2B5EF4-FFF2-40B4-BE49-F238E27FC236}">
                  <a16:creationId xmlns:a16="http://schemas.microsoft.com/office/drawing/2014/main" id="{7F10FB8E-58F3-4E69-A719-C597F9095B25}"/>
                </a:ext>
              </a:extLst>
            </p:cNvPr>
            <p:cNvSpPr/>
            <p:nvPr/>
          </p:nvSpPr>
          <p:spPr>
            <a:xfrm>
              <a:off x="6307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5" name="타원 10574">
              <a:extLst>
                <a:ext uri="{FF2B5EF4-FFF2-40B4-BE49-F238E27FC236}">
                  <a16:creationId xmlns:a16="http://schemas.microsoft.com/office/drawing/2014/main" id="{BD150567-AABA-4B96-8470-4515DD3D769E}"/>
                </a:ext>
              </a:extLst>
            </p:cNvPr>
            <p:cNvSpPr/>
            <p:nvPr/>
          </p:nvSpPr>
          <p:spPr>
            <a:xfrm>
              <a:off x="7831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6" name="타원 10575">
              <a:extLst>
                <a:ext uri="{FF2B5EF4-FFF2-40B4-BE49-F238E27FC236}">
                  <a16:creationId xmlns:a16="http://schemas.microsoft.com/office/drawing/2014/main" id="{42AC9722-14BB-4EB8-BEFA-144D3B213207}"/>
                </a:ext>
              </a:extLst>
            </p:cNvPr>
            <p:cNvSpPr/>
            <p:nvPr/>
          </p:nvSpPr>
          <p:spPr>
            <a:xfrm>
              <a:off x="9355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7" name="타원 10576">
              <a:extLst>
                <a:ext uri="{FF2B5EF4-FFF2-40B4-BE49-F238E27FC236}">
                  <a16:creationId xmlns:a16="http://schemas.microsoft.com/office/drawing/2014/main" id="{88A330E6-6341-4DD8-AC0D-E69858CCD86E}"/>
                </a:ext>
              </a:extLst>
            </p:cNvPr>
            <p:cNvSpPr/>
            <p:nvPr/>
          </p:nvSpPr>
          <p:spPr>
            <a:xfrm>
              <a:off x="1087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8" name="타원 10577">
              <a:extLst>
                <a:ext uri="{FF2B5EF4-FFF2-40B4-BE49-F238E27FC236}">
                  <a16:creationId xmlns:a16="http://schemas.microsoft.com/office/drawing/2014/main" id="{FD88A30C-800B-43AF-AE61-AB0E5C68C901}"/>
                </a:ext>
              </a:extLst>
            </p:cNvPr>
            <p:cNvSpPr/>
            <p:nvPr/>
          </p:nvSpPr>
          <p:spPr>
            <a:xfrm>
              <a:off x="1240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79" name="타원 10578">
              <a:extLst>
                <a:ext uri="{FF2B5EF4-FFF2-40B4-BE49-F238E27FC236}">
                  <a16:creationId xmlns:a16="http://schemas.microsoft.com/office/drawing/2014/main" id="{1D94B34C-DDEB-4C5C-BB42-5BA986CD4DC6}"/>
                </a:ext>
              </a:extLst>
            </p:cNvPr>
            <p:cNvSpPr/>
            <p:nvPr/>
          </p:nvSpPr>
          <p:spPr>
            <a:xfrm>
              <a:off x="13927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0" name="타원 10579">
              <a:extLst>
                <a:ext uri="{FF2B5EF4-FFF2-40B4-BE49-F238E27FC236}">
                  <a16:creationId xmlns:a16="http://schemas.microsoft.com/office/drawing/2014/main" id="{56332A82-1D63-4647-85B9-6049B0E1E5F6}"/>
                </a:ext>
              </a:extLst>
            </p:cNvPr>
            <p:cNvSpPr/>
            <p:nvPr/>
          </p:nvSpPr>
          <p:spPr>
            <a:xfrm>
              <a:off x="15451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1" name="타원 10580">
              <a:extLst>
                <a:ext uri="{FF2B5EF4-FFF2-40B4-BE49-F238E27FC236}">
                  <a16:creationId xmlns:a16="http://schemas.microsoft.com/office/drawing/2014/main" id="{3F73E81A-A660-4ED1-92EB-14D03D2732B3}"/>
                </a:ext>
              </a:extLst>
            </p:cNvPr>
            <p:cNvSpPr/>
            <p:nvPr/>
          </p:nvSpPr>
          <p:spPr>
            <a:xfrm>
              <a:off x="16975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2" name="타원 10581">
              <a:extLst>
                <a:ext uri="{FF2B5EF4-FFF2-40B4-BE49-F238E27FC236}">
                  <a16:creationId xmlns:a16="http://schemas.microsoft.com/office/drawing/2014/main" id="{05A3A2A8-8D86-4EFA-AC9E-35F14485EDA1}"/>
                </a:ext>
              </a:extLst>
            </p:cNvPr>
            <p:cNvSpPr/>
            <p:nvPr/>
          </p:nvSpPr>
          <p:spPr>
            <a:xfrm>
              <a:off x="1849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3" name="타원 10582">
              <a:extLst>
                <a:ext uri="{FF2B5EF4-FFF2-40B4-BE49-F238E27FC236}">
                  <a16:creationId xmlns:a16="http://schemas.microsoft.com/office/drawing/2014/main" id="{ED948314-380B-4322-92AB-253C9120C5A8}"/>
                </a:ext>
              </a:extLst>
            </p:cNvPr>
            <p:cNvSpPr/>
            <p:nvPr/>
          </p:nvSpPr>
          <p:spPr>
            <a:xfrm>
              <a:off x="2002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4" name="타원 10583">
              <a:extLst>
                <a:ext uri="{FF2B5EF4-FFF2-40B4-BE49-F238E27FC236}">
                  <a16:creationId xmlns:a16="http://schemas.microsoft.com/office/drawing/2014/main" id="{75CC2657-E5D9-4C56-9A3E-052664ADEEBE}"/>
                </a:ext>
              </a:extLst>
            </p:cNvPr>
            <p:cNvSpPr/>
            <p:nvPr/>
          </p:nvSpPr>
          <p:spPr>
            <a:xfrm>
              <a:off x="21547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5" name="타원 10584">
              <a:extLst>
                <a:ext uri="{FF2B5EF4-FFF2-40B4-BE49-F238E27FC236}">
                  <a16:creationId xmlns:a16="http://schemas.microsoft.com/office/drawing/2014/main" id="{6AD5BEAA-C2AD-4133-9F94-D8B95E7D85F5}"/>
                </a:ext>
              </a:extLst>
            </p:cNvPr>
            <p:cNvSpPr/>
            <p:nvPr/>
          </p:nvSpPr>
          <p:spPr>
            <a:xfrm>
              <a:off x="23071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6" name="타원 10585">
              <a:extLst>
                <a:ext uri="{FF2B5EF4-FFF2-40B4-BE49-F238E27FC236}">
                  <a16:creationId xmlns:a16="http://schemas.microsoft.com/office/drawing/2014/main" id="{A5EAF08E-7CA8-45E7-BAB1-D300A2CA7ACF}"/>
                </a:ext>
              </a:extLst>
            </p:cNvPr>
            <p:cNvSpPr/>
            <p:nvPr/>
          </p:nvSpPr>
          <p:spPr>
            <a:xfrm>
              <a:off x="24595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7" name="타원 10586">
              <a:extLst>
                <a:ext uri="{FF2B5EF4-FFF2-40B4-BE49-F238E27FC236}">
                  <a16:creationId xmlns:a16="http://schemas.microsoft.com/office/drawing/2014/main" id="{43D9FEAB-E766-40B4-8ED8-F756C155C2A8}"/>
                </a:ext>
              </a:extLst>
            </p:cNvPr>
            <p:cNvSpPr/>
            <p:nvPr/>
          </p:nvSpPr>
          <p:spPr>
            <a:xfrm>
              <a:off x="2611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8" name="타원 10587">
              <a:extLst>
                <a:ext uri="{FF2B5EF4-FFF2-40B4-BE49-F238E27FC236}">
                  <a16:creationId xmlns:a16="http://schemas.microsoft.com/office/drawing/2014/main" id="{58CA0501-6854-4D71-B21E-CA959F48A6E8}"/>
                </a:ext>
              </a:extLst>
            </p:cNvPr>
            <p:cNvSpPr/>
            <p:nvPr/>
          </p:nvSpPr>
          <p:spPr>
            <a:xfrm>
              <a:off x="2764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89" name="타원 10588">
              <a:extLst>
                <a:ext uri="{FF2B5EF4-FFF2-40B4-BE49-F238E27FC236}">
                  <a16:creationId xmlns:a16="http://schemas.microsoft.com/office/drawing/2014/main" id="{92CB5FA8-6132-4146-A601-8299F635ED6D}"/>
                </a:ext>
              </a:extLst>
            </p:cNvPr>
            <p:cNvSpPr/>
            <p:nvPr/>
          </p:nvSpPr>
          <p:spPr>
            <a:xfrm>
              <a:off x="29167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0" name="타원 10589">
              <a:extLst>
                <a:ext uri="{FF2B5EF4-FFF2-40B4-BE49-F238E27FC236}">
                  <a16:creationId xmlns:a16="http://schemas.microsoft.com/office/drawing/2014/main" id="{DAC1D46F-BC45-48D6-81D0-0CAEF53D64C6}"/>
                </a:ext>
              </a:extLst>
            </p:cNvPr>
            <p:cNvSpPr/>
            <p:nvPr/>
          </p:nvSpPr>
          <p:spPr>
            <a:xfrm>
              <a:off x="30691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1" name="타원 10590">
              <a:extLst>
                <a:ext uri="{FF2B5EF4-FFF2-40B4-BE49-F238E27FC236}">
                  <a16:creationId xmlns:a16="http://schemas.microsoft.com/office/drawing/2014/main" id="{4A34DCC7-44FF-4EE6-AEF2-B1F4F7AF59A4}"/>
                </a:ext>
              </a:extLst>
            </p:cNvPr>
            <p:cNvSpPr/>
            <p:nvPr/>
          </p:nvSpPr>
          <p:spPr>
            <a:xfrm>
              <a:off x="32215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2" name="타원 10591">
              <a:extLst>
                <a:ext uri="{FF2B5EF4-FFF2-40B4-BE49-F238E27FC236}">
                  <a16:creationId xmlns:a16="http://schemas.microsoft.com/office/drawing/2014/main" id="{084C9677-3363-4A11-8F34-477C33DFA134}"/>
                </a:ext>
              </a:extLst>
            </p:cNvPr>
            <p:cNvSpPr/>
            <p:nvPr/>
          </p:nvSpPr>
          <p:spPr>
            <a:xfrm>
              <a:off x="3373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3" name="타원 10592">
              <a:extLst>
                <a:ext uri="{FF2B5EF4-FFF2-40B4-BE49-F238E27FC236}">
                  <a16:creationId xmlns:a16="http://schemas.microsoft.com/office/drawing/2014/main" id="{99F1B529-EBD2-4B7D-B5C3-D2C53FC54CFB}"/>
                </a:ext>
              </a:extLst>
            </p:cNvPr>
            <p:cNvSpPr/>
            <p:nvPr/>
          </p:nvSpPr>
          <p:spPr>
            <a:xfrm>
              <a:off x="3526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4" name="타원 10593">
              <a:extLst>
                <a:ext uri="{FF2B5EF4-FFF2-40B4-BE49-F238E27FC236}">
                  <a16:creationId xmlns:a16="http://schemas.microsoft.com/office/drawing/2014/main" id="{7CACE642-EF04-4BC7-86DF-266656E92F9E}"/>
                </a:ext>
              </a:extLst>
            </p:cNvPr>
            <p:cNvSpPr/>
            <p:nvPr/>
          </p:nvSpPr>
          <p:spPr>
            <a:xfrm>
              <a:off x="36787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5" name="타원 10594">
              <a:extLst>
                <a:ext uri="{FF2B5EF4-FFF2-40B4-BE49-F238E27FC236}">
                  <a16:creationId xmlns:a16="http://schemas.microsoft.com/office/drawing/2014/main" id="{88E532AC-CD19-45BA-9D04-C7845A8A0824}"/>
                </a:ext>
              </a:extLst>
            </p:cNvPr>
            <p:cNvSpPr/>
            <p:nvPr/>
          </p:nvSpPr>
          <p:spPr>
            <a:xfrm>
              <a:off x="38311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6" name="타원 10595">
              <a:extLst>
                <a:ext uri="{FF2B5EF4-FFF2-40B4-BE49-F238E27FC236}">
                  <a16:creationId xmlns:a16="http://schemas.microsoft.com/office/drawing/2014/main" id="{CC1974E7-BA19-462B-A4EB-F09690378F65}"/>
                </a:ext>
              </a:extLst>
            </p:cNvPr>
            <p:cNvSpPr/>
            <p:nvPr/>
          </p:nvSpPr>
          <p:spPr>
            <a:xfrm>
              <a:off x="39835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7" name="타원 10596">
              <a:extLst>
                <a:ext uri="{FF2B5EF4-FFF2-40B4-BE49-F238E27FC236}">
                  <a16:creationId xmlns:a16="http://schemas.microsoft.com/office/drawing/2014/main" id="{990031C4-E49F-455E-A60D-7C0E7B305936}"/>
                </a:ext>
              </a:extLst>
            </p:cNvPr>
            <p:cNvSpPr/>
            <p:nvPr/>
          </p:nvSpPr>
          <p:spPr>
            <a:xfrm>
              <a:off x="4135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8" name="타원 10597">
              <a:extLst>
                <a:ext uri="{FF2B5EF4-FFF2-40B4-BE49-F238E27FC236}">
                  <a16:creationId xmlns:a16="http://schemas.microsoft.com/office/drawing/2014/main" id="{020CFFC4-3EFE-4871-9458-56F4245BFA45}"/>
                </a:ext>
              </a:extLst>
            </p:cNvPr>
            <p:cNvSpPr/>
            <p:nvPr/>
          </p:nvSpPr>
          <p:spPr>
            <a:xfrm>
              <a:off x="4288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9" name="타원 10598">
              <a:extLst>
                <a:ext uri="{FF2B5EF4-FFF2-40B4-BE49-F238E27FC236}">
                  <a16:creationId xmlns:a16="http://schemas.microsoft.com/office/drawing/2014/main" id="{FE9C7E46-11D1-440D-9601-B2F23E81B989}"/>
                </a:ext>
              </a:extLst>
            </p:cNvPr>
            <p:cNvSpPr/>
            <p:nvPr/>
          </p:nvSpPr>
          <p:spPr>
            <a:xfrm>
              <a:off x="44407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0" name="타원 10599">
              <a:extLst>
                <a:ext uri="{FF2B5EF4-FFF2-40B4-BE49-F238E27FC236}">
                  <a16:creationId xmlns:a16="http://schemas.microsoft.com/office/drawing/2014/main" id="{EB134810-6E38-4C48-9132-6F5D89E14D4A}"/>
                </a:ext>
              </a:extLst>
            </p:cNvPr>
            <p:cNvSpPr/>
            <p:nvPr/>
          </p:nvSpPr>
          <p:spPr>
            <a:xfrm>
              <a:off x="45931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1" name="타원 10600">
              <a:extLst>
                <a:ext uri="{FF2B5EF4-FFF2-40B4-BE49-F238E27FC236}">
                  <a16:creationId xmlns:a16="http://schemas.microsoft.com/office/drawing/2014/main" id="{A28C40AD-E879-4A18-9528-C04A8C68686D}"/>
                </a:ext>
              </a:extLst>
            </p:cNvPr>
            <p:cNvSpPr/>
            <p:nvPr/>
          </p:nvSpPr>
          <p:spPr>
            <a:xfrm>
              <a:off x="47455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2" name="타원 10601">
              <a:extLst>
                <a:ext uri="{FF2B5EF4-FFF2-40B4-BE49-F238E27FC236}">
                  <a16:creationId xmlns:a16="http://schemas.microsoft.com/office/drawing/2014/main" id="{2A50F39B-6B7F-414A-9BA7-F9E179B979F0}"/>
                </a:ext>
              </a:extLst>
            </p:cNvPr>
            <p:cNvSpPr/>
            <p:nvPr/>
          </p:nvSpPr>
          <p:spPr>
            <a:xfrm>
              <a:off x="4897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3" name="타원 10602">
              <a:extLst>
                <a:ext uri="{FF2B5EF4-FFF2-40B4-BE49-F238E27FC236}">
                  <a16:creationId xmlns:a16="http://schemas.microsoft.com/office/drawing/2014/main" id="{5E9ECB06-991F-47B3-9CD7-1D2DB08E4074}"/>
                </a:ext>
              </a:extLst>
            </p:cNvPr>
            <p:cNvSpPr/>
            <p:nvPr/>
          </p:nvSpPr>
          <p:spPr>
            <a:xfrm>
              <a:off x="5050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4" name="타원 10603">
              <a:extLst>
                <a:ext uri="{FF2B5EF4-FFF2-40B4-BE49-F238E27FC236}">
                  <a16:creationId xmlns:a16="http://schemas.microsoft.com/office/drawing/2014/main" id="{A92D467A-6A83-456C-B4A6-AA803117D99C}"/>
                </a:ext>
              </a:extLst>
            </p:cNvPr>
            <p:cNvSpPr/>
            <p:nvPr/>
          </p:nvSpPr>
          <p:spPr>
            <a:xfrm>
              <a:off x="52027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5" name="타원 10604">
              <a:extLst>
                <a:ext uri="{FF2B5EF4-FFF2-40B4-BE49-F238E27FC236}">
                  <a16:creationId xmlns:a16="http://schemas.microsoft.com/office/drawing/2014/main" id="{D7BF03CB-C434-4A77-908A-C738B837D92B}"/>
                </a:ext>
              </a:extLst>
            </p:cNvPr>
            <p:cNvSpPr/>
            <p:nvPr/>
          </p:nvSpPr>
          <p:spPr>
            <a:xfrm>
              <a:off x="53551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6" name="타원 10605">
              <a:extLst>
                <a:ext uri="{FF2B5EF4-FFF2-40B4-BE49-F238E27FC236}">
                  <a16:creationId xmlns:a16="http://schemas.microsoft.com/office/drawing/2014/main" id="{C1749164-9DF6-4E78-8DAF-BC28042E9FFD}"/>
                </a:ext>
              </a:extLst>
            </p:cNvPr>
            <p:cNvSpPr/>
            <p:nvPr/>
          </p:nvSpPr>
          <p:spPr>
            <a:xfrm>
              <a:off x="55075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7" name="타원 10606">
              <a:extLst>
                <a:ext uri="{FF2B5EF4-FFF2-40B4-BE49-F238E27FC236}">
                  <a16:creationId xmlns:a16="http://schemas.microsoft.com/office/drawing/2014/main" id="{FC4F4F62-396B-4132-915B-4A6F17FFD488}"/>
                </a:ext>
              </a:extLst>
            </p:cNvPr>
            <p:cNvSpPr/>
            <p:nvPr/>
          </p:nvSpPr>
          <p:spPr>
            <a:xfrm>
              <a:off x="56599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8" name="타원 10607">
              <a:extLst>
                <a:ext uri="{FF2B5EF4-FFF2-40B4-BE49-F238E27FC236}">
                  <a16:creationId xmlns:a16="http://schemas.microsoft.com/office/drawing/2014/main" id="{CE334E20-23F9-4B95-9AD6-5F23423DAF64}"/>
                </a:ext>
              </a:extLst>
            </p:cNvPr>
            <p:cNvSpPr/>
            <p:nvPr/>
          </p:nvSpPr>
          <p:spPr>
            <a:xfrm>
              <a:off x="5812349" y="151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09" name="타원 10608">
              <a:extLst>
                <a:ext uri="{FF2B5EF4-FFF2-40B4-BE49-F238E27FC236}">
                  <a16:creationId xmlns:a16="http://schemas.microsoft.com/office/drawing/2014/main" id="{BA357920-C8E0-460E-89B4-D4002A459DA1}"/>
                </a:ext>
              </a:extLst>
            </p:cNvPr>
            <p:cNvSpPr/>
            <p:nvPr/>
          </p:nvSpPr>
          <p:spPr>
            <a:xfrm>
              <a:off x="325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0" name="타원 10609">
              <a:extLst>
                <a:ext uri="{FF2B5EF4-FFF2-40B4-BE49-F238E27FC236}">
                  <a16:creationId xmlns:a16="http://schemas.microsoft.com/office/drawing/2014/main" id="{DD95CC7C-DA15-4DA2-932E-EAD32DBE5A3C}"/>
                </a:ext>
              </a:extLst>
            </p:cNvPr>
            <p:cNvSpPr/>
            <p:nvPr/>
          </p:nvSpPr>
          <p:spPr>
            <a:xfrm>
              <a:off x="478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1" name="타원 10610">
              <a:extLst>
                <a:ext uri="{FF2B5EF4-FFF2-40B4-BE49-F238E27FC236}">
                  <a16:creationId xmlns:a16="http://schemas.microsoft.com/office/drawing/2014/main" id="{8C331C6B-BDE9-4D09-9275-B3CEBA413BFA}"/>
                </a:ext>
              </a:extLst>
            </p:cNvPr>
            <p:cNvSpPr/>
            <p:nvPr/>
          </p:nvSpPr>
          <p:spPr>
            <a:xfrm>
              <a:off x="6307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2" name="타원 10611">
              <a:extLst>
                <a:ext uri="{FF2B5EF4-FFF2-40B4-BE49-F238E27FC236}">
                  <a16:creationId xmlns:a16="http://schemas.microsoft.com/office/drawing/2014/main" id="{C1446335-6013-4571-A692-2D4B05BE8B7B}"/>
                </a:ext>
              </a:extLst>
            </p:cNvPr>
            <p:cNvSpPr/>
            <p:nvPr/>
          </p:nvSpPr>
          <p:spPr>
            <a:xfrm>
              <a:off x="7831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3" name="타원 10612">
              <a:extLst>
                <a:ext uri="{FF2B5EF4-FFF2-40B4-BE49-F238E27FC236}">
                  <a16:creationId xmlns:a16="http://schemas.microsoft.com/office/drawing/2014/main" id="{6A1E5744-A991-40E0-84E9-F950A163BF31}"/>
                </a:ext>
              </a:extLst>
            </p:cNvPr>
            <p:cNvSpPr/>
            <p:nvPr/>
          </p:nvSpPr>
          <p:spPr>
            <a:xfrm>
              <a:off x="9355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4" name="타원 10613">
              <a:extLst>
                <a:ext uri="{FF2B5EF4-FFF2-40B4-BE49-F238E27FC236}">
                  <a16:creationId xmlns:a16="http://schemas.microsoft.com/office/drawing/2014/main" id="{BE6AC14C-4335-4127-A0B3-35BDE6EAA45A}"/>
                </a:ext>
              </a:extLst>
            </p:cNvPr>
            <p:cNvSpPr/>
            <p:nvPr/>
          </p:nvSpPr>
          <p:spPr>
            <a:xfrm>
              <a:off x="1087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5" name="타원 10614">
              <a:extLst>
                <a:ext uri="{FF2B5EF4-FFF2-40B4-BE49-F238E27FC236}">
                  <a16:creationId xmlns:a16="http://schemas.microsoft.com/office/drawing/2014/main" id="{21EBD590-8922-4347-9222-D65B14302AE8}"/>
                </a:ext>
              </a:extLst>
            </p:cNvPr>
            <p:cNvSpPr/>
            <p:nvPr/>
          </p:nvSpPr>
          <p:spPr>
            <a:xfrm>
              <a:off x="1240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6" name="타원 10615">
              <a:extLst>
                <a:ext uri="{FF2B5EF4-FFF2-40B4-BE49-F238E27FC236}">
                  <a16:creationId xmlns:a16="http://schemas.microsoft.com/office/drawing/2014/main" id="{ED8957DE-8FE3-4B90-B6D8-4F79D22A86C0}"/>
                </a:ext>
              </a:extLst>
            </p:cNvPr>
            <p:cNvSpPr/>
            <p:nvPr/>
          </p:nvSpPr>
          <p:spPr>
            <a:xfrm>
              <a:off x="13927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7" name="타원 10616">
              <a:extLst>
                <a:ext uri="{FF2B5EF4-FFF2-40B4-BE49-F238E27FC236}">
                  <a16:creationId xmlns:a16="http://schemas.microsoft.com/office/drawing/2014/main" id="{99F1B38B-14EC-46AF-BD2F-C965E4922D72}"/>
                </a:ext>
              </a:extLst>
            </p:cNvPr>
            <p:cNvSpPr/>
            <p:nvPr/>
          </p:nvSpPr>
          <p:spPr>
            <a:xfrm>
              <a:off x="15451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8" name="타원 10617">
              <a:extLst>
                <a:ext uri="{FF2B5EF4-FFF2-40B4-BE49-F238E27FC236}">
                  <a16:creationId xmlns:a16="http://schemas.microsoft.com/office/drawing/2014/main" id="{72102DA4-B62D-4885-8DC2-5235CDC17799}"/>
                </a:ext>
              </a:extLst>
            </p:cNvPr>
            <p:cNvSpPr/>
            <p:nvPr/>
          </p:nvSpPr>
          <p:spPr>
            <a:xfrm>
              <a:off x="16975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9" name="타원 10618">
              <a:extLst>
                <a:ext uri="{FF2B5EF4-FFF2-40B4-BE49-F238E27FC236}">
                  <a16:creationId xmlns:a16="http://schemas.microsoft.com/office/drawing/2014/main" id="{6C038C27-C41C-4CED-8CC5-A6C4F9C8344E}"/>
                </a:ext>
              </a:extLst>
            </p:cNvPr>
            <p:cNvSpPr/>
            <p:nvPr/>
          </p:nvSpPr>
          <p:spPr>
            <a:xfrm>
              <a:off x="1849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0" name="타원 10619">
              <a:extLst>
                <a:ext uri="{FF2B5EF4-FFF2-40B4-BE49-F238E27FC236}">
                  <a16:creationId xmlns:a16="http://schemas.microsoft.com/office/drawing/2014/main" id="{54CAE7CB-9091-4EB4-94A8-0FEA32DBDC09}"/>
                </a:ext>
              </a:extLst>
            </p:cNvPr>
            <p:cNvSpPr/>
            <p:nvPr/>
          </p:nvSpPr>
          <p:spPr>
            <a:xfrm>
              <a:off x="2002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1" name="타원 10620">
              <a:extLst>
                <a:ext uri="{FF2B5EF4-FFF2-40B4-BE49-F238E27FC236}">
                  <a16:creationId xmlns:a16="http://schemas.microsoft.com/office/drawing/2014/main" id="{BE11ED90-9E4E-495F-8821-DA7EE7E2DB1B}"/>
                </a:ext>
              </a:extLst>
            </p:cNvPr>
            <p:cNvSpPr/>
            <p:nvPr/>
          </p:nvSpPr>
          <p:spPr>
            <a:xfrm>
              <a:off x="21547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2" name="타원 10621">
              <a:extLst>
                <a:ext uri="{FF2B5EF4-FFF2-40B4-BE49-F238E27FC236}">
                  <a16:creationId xmlns:a16="http://schemas.microsoft.com/office/drawing/2014/main" id="{D8E679FD-6742-46A0-8566-BA2A87425913}"/>
                </a:ext>
              </a:extLst>
            </p:cNvPr>
            <p:cNvSpPr/>
            <p:nvPr/>
          </p:nvSpPr>
          <p:spPr>
            <a:xfrm>
              <a:off x="23071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3" name="타원 10622">
              <a:extLst>
                <a:ext uri="{FF2B5EF4-FFF2-40B4-BE49-F238E27FC236}">
                  <a16:creationId xmlns:a16="http://schemas.microsoft.com/office/drawing/2014/main" id="{1F658F1E-F1D1-44C8-BC66-7D7D6B6928A5}"/>
                </a:ext>
              </a:extLst>
            </p:cNvPr>
            <p:cNvSpPr/>
            <p:nvPr/>
          </p:nvSpPr>
          <p:spPr>
            <a:xfrm>
              <a:off x="24595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4" name="타원 10623">
              <a:extLst>
                <a:ext uri="{FF2B5EF4-FFF2-40B4-BE49-F238E27FC236}">
                  <a16:creationId xmlns:a16="http://schemas.microsoft.com/office/drawing/2014/main" id="{1FBD7AB7-0D88-4158-8617-7A9A470E3CED}"/>
                </a:ext>
              </a:extLst>
            </p:cNvPr>
            <p:cNvSpPr/>
            <p:nvPr/>
          </p:nvSpPr>
          <p:spPr>
            <a:xfrm>
              <a:off x="2611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5" name="타원 10624">
              <a:extLst>
                <a:ext uri="{FF2B5EF4-FFF2-40B4-BE49-F238E27FC236}">
                  <a16:creationId xmlns:a16="http://schemas.microsoft.com/office/drawing/2014/main" id="{F581507E-54A7-44C9-BF9A-925615F5F1CE}"/>
                </a:ext>
              </a:extLst>
            </p:cNvPr>
            <p:cNvSpPr/>
            <p:nvPr/>
          </p:nvSpPr>
          <p:spPr>
            <a:xfrm>
              <a:off x="2764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6" name="타원 10625">
              <a:extLst>
                <a:ext uri="{FF2B5EF4-FFF2-40B4-BE49-F238E27FC236}">
                  <a16:creationId xmlns:a16="http://schemas.microsoft.com/office/drawing/2014/main" id="{831ECBCE-7788-4FCC-9473-BAD4A2D5B810}"/>
                </a:ext>
              </a:extLst>
            </p:cNvPr>
            <p:cNvSpPr/>
            <p:nvPr/>
          </p:nvSpPr>
          <p:spPr>
            <a:xfrm>
              <a:off x="29167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7" name="타원 10626">
              <a:extLst>
                <a:ext uri="{FF2B5EF4-FFF2-40B4-BE49-F238E27FC236}">
                  <a16:creationId xmlns:a16="http://schemas.microsoft.com/office/drawing/2014/main" id="{C5940FA2-B29E-49F6-96E9-7E94EF2E44ED}"/>
                </a:ext>
              </a:extLst>
            </p:cNvPr>
            <p:cNvSpPr/>
            <p:nvPr/>
          </p:nvSpPr>
          <p:spPr>
            <a:xfrm>
              <a:off x="30691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8" name="타원 10627">
              <a:extLst>
                <a:ext uri="{FF2B5EF4-FFF2-40B4-BE49-F238E27FC236}">
                  <a16:creationId xmlns:a16="http://schemas.microsoft.com/office/drawing/2014/main" id="{ABD62ABE-B9C7-41DD-9FED-3D6EBFAD7F58}"/>
                </a:ext>
              </a:extLst>
            </p:cNvPr>
            <p:cNvSpPr/>
            <p:nvPr/>
          </p:nvSpPr>
          <p:spPr>
            <a:xfrm>
              <a:off x="32215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29" name="타원 10628">
              <a:extLst>
                <a:ext uri="{FF2B5EF4-FFF2-40B4-BE49-F238E27FC236}">
                  <a16:creationId xmlns:a16="http://schemas.microsoft.com/office/drawing/2014/main" id="{C56E7EBF-6EF7-4759-9B03-C421E9446A29}"/>
                </a:ext>
              </a:extLst>
            </p:cNvPr>
            <p:cNvSpPr/>
            <p:nvPr/>
          </p:nvSpPr>
          <p:spPr>
            <a:xfrm>
              <a:off x="3373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0" name="타원 10629">
              <a:extLst>
                <a:ext uri="{FF2B5EF4-FFF2-40B4-BE49-F238E27FC236}">
                  <a16:creationId xmlns:a16="http://schemas.microsoft.com/office/drawing/2014/main" id="{2B562840-2144-4613-9E0D-38B83E5D163D}"/>
                </a:ext>
              </a:extLst>
            </p:cNvPr>
            <p:cNvSpPr/>
            <p:nvPr/>
          </p:nvSpPr>
          <p:spPr>
            <a:xfrm>
              <a:off x="3526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1" name="타원 10630">
              <a:extLst>
                <a:ext uri="{FF2B5EF4-FFF2-40B4-BE49-F238E27FC236}">
                  <a16:creationId xmlns:a16="http://schemas.microsoft.com/office/drawing/2014/main" id="{A5E17FA7-9A1A-4116-A78E-282213D7823B}"/>
                </a:ext>
              </a:extLst>
            </p:cNvPr>
            <p:cNvSpPr/>
            <p:nvPr/>
          </p:nvSpPr>
          <p:spPr>
            <a:xfrm>
              <a:off x="36787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2" name="타원 10631">
              <a:extLst>
                <a:ext uri="{FF2B5EF4-FFF2-40B4-BE49-F238E27FC236}">
                  <a16:creationId xmlns:a16="http://schemas.microsoft.com/office/drawing/2014/main" id="{C02F07A0-CBAA-4440-A87E-DB87C89DCEBB}"/>
                </a:ext>
              </a:extLst>
            </p:cNvPr>
            <p:cNvSpPr/>
            <p:nvPr/>
          </p:nvSpPr>
          <p:spPr>
            <a:xfrm>
              <a:off x="38311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3" name="타원 10632">
              <a:extLst>
                <a:ext uri="{FF2B5EF4-FFF2-40B4-BE49-F238E27FC236}">
                  <a16:creationId xmlns:a16="http://schemas.microsoft.com/office/drawing/2014/main" id="{02D9B36F-62D1-4924-9EBF-6924BAAAA317}"/>
                </a:ext>
              </a:extLst>
            </p:cNvPr>
            <p:cNvSpPr/>
            <p:nvPr/>
          </p:nvSpPr>
          <p:spPr>
            <a:xfrm>
              <a:off x="39835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4" name="타원 10633">
              <a:extLst>
                <a:ext uri="{FF2B5EF4-FFF2-40B4-BE49-F238E27FC236}">
                  <a16:creationId xmlns:a16="http://schemas.microsoft.com/office/drawing/2014/main" id="{A7568B2E-D70A-41A9-939B-8F585B260784}"/>
                </a:ext>
              </a:extLst>
            </p:cNvPr>
            <p:cNvSpPr/>
            <p:nvPr/>
          </p:nvSpPr>
          <p:spPr>
            <a:xfrm>
              <a:off x="4135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5" name="타원 10634">
              <a:extLst>
                <a:ext uri="{FF2B5EF4-FFF2-40B4-BE49-F238E27FC236}">
                  <a16:creationId xmlns:a16="http://schemas.microsoft.com/office/drawing/2014/main" id="{B1F8321B-1B6B-4B71-8246-F6D027F1D265}"/>
                </a:ext>
              </a:extLst>
            </p:cNvPr>
            <p:cNvSpPr/>
            <p:nvPr/>
          </p:nvSpPr>
          <p:spPr>
            <a:xfrm>
              <a:off x="4288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6" name="타원 10635">
              <a:extLst>
                <a:ext uri="{FF2B5EF4-FFF2-40B4-BE49-F238E27FC236}">
                  <a16:creationId xmlns:a16="http://schemas.microsoft.com/office/drawing/2014/main" id="{08534D82-7D27-4FF5-A847-1D0B7FB58253}"/>
                </a:ext>
              </a:extLst>
            </p:cNvPr>
            <p:cNvSpPr/>
            <p:nvPr/>
          </p:nvSpPr>
          <p:spPr>
            <a:xfrm>
              <a:off x="44407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7" name="타원 10636">
              <a:extLst>
                <a:ext uri="{FF2B5EF4-FFF2-40B4-BE49-F238E27FC236}">
                  <a16:creationId xmlns:a16="http://schemas.microsoft.com/office/drawing/2014/main" id="{82DACFE8-1EF2-4F75-9333-399DB8EF1D37}"/>
                </a:ext>
              </a:extLst>
            </p:cNvPr>
            <p:cNvSpPr/>
            <p:nvPr/>
          </p:nvSpPr>
          <p:spPr>
            <a:xfrm>
              <a:off x="45931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8" name="타원 10637">
              <a:extLst>
                <a:ext uri="{FF2B5EF4-FFF2-40B4-BE49-F238E27FC236}">
                  <a16:creationId xmlns:a16="http://schemas.microsoft.com/office/drawing/2014/main" id="{B56ECB9B-2CB7-4D4F-88C5-B4B332F00E31}"/>
                </a:ext>
              </a:extLst>
            </p:cNvPr>
            <p:cNvSpPr/>
            <p:nvPr/>
          </p:nvSpPr>
          <p:spPr>
            <a:xfrm>
              <a:off x="47455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39" name="타원 10638">
              <a:extLst>
                <a:ext uri="{FF2B5EF4-FFF2-40B4-BE49-F238E27FC236}">
                  <a16:creationId xmlns:a16="http://schemas.microsoft.com/office/drawing/2014/main" id="{C05FC571-0787-4809-BA21-6174AA524E08}"/>
                </a:ext>
              </a:extLst>
            </p:cNvPr>
            <p:cNvSpPr/>
            <p:nvPr/>
          </p:nvSpPr>
          <p:spPr>
            <a:xfrm>
              <a:off x="4897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0" name="타원 10639">
              <a:extLst>
                <a:ext uri="{FF2B5EF4-FFF2-40B4-BE49-F238E27FC236}">
                  <a16:creationId xmlns:a16="http://schemas.microsoft.com/office/drawing/2014/main" id="{0A67A279-A9EA-4520-8EB2-8701789175F7}"/>
                </a:ext>
              </a:extLst>
            </p:cNvPr>
            <p:cNvSpPr/>
            <p:nvPr/>
          </p:nvSpPr>
          <p:spPr>
            <a:xfrm>
              <a:off x="5050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1" name="타원 10640">
              <a:extLst>
                <a:ext uri="{FF2B5EF4-FFF2-40B4-BE49-F238E27FC236}">
                  <a16:creationId xmlns:a16="http://schemas.microsoft.com/office/drawing/2014/main" id="{E6D18C68-B66E-498E-9A89-20BD783A8337}"/>
                </a:ext>
              </a:extLst>
            </p:cNvPr>
            <p:cNvSpPr/>
            <p:nvPr/>
          </p:nvSpPr>
          <p:spPr>
            <a:xfrm>
              <a:off x="52027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2" name="타원 10641">
              <a:extLst>
                <a:ext uri="{FF2B5EF4-FFF2-40B4-BE49-F238E27FC236}">
                  <a16:creationId xmlns:a16="http://schemas.microsoft.com/office/drawing/2014/main" id="{C6849F5D-DB05-42F5-B26F-CB039917DD7D}"/>
                </a:ext>
              </a:extLst>
            </p:cNvPr>
            <p:cNvSpPr/>
            <p:nvPr/>
          </p:nvSpPr>
          <p:spPr>
            <a:xfrm>
              <a:off x="53551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3" name="타원 10642">
              <a:extLst>
                <a:ext uri="{FF2B5EF4-FFF2-40B4-BE49-F238E27FC236}">
                  <a16:creationId xmlns:a16="http://schemas.microsoft.com/office/drawing/2014/main" id="{2A40E549-667F-45B1-B1F3-F556FC6285FA}"/>
                </a:ext>
              </a:extLst>
            </p:cNvPr>
            <p:cNvSpPr/>
            <p:nvPr/>
          </p:nvSpPr>
          <p:spPr>
            <a:xfrm>
              <a:off x="55075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4" name="타원 10643">
              <a:extLst>
                <a:ext uri="{FF2B5EF4-FFF2-40B4-BE49-F238E27FC236}">
                  <a16:creationId xmlns:a16="http://schemas.microsoft.com/office/drawing/2014/main" id="{1FF13B33-7DAD-46F2-9C8B-09A696022BE0}"/>
                </a:ext>
              </a:extLst>
            </p:cNvPr>
            <p:cNvSpPr/>
            <p:nvPr/>
          </p:nvSpPr>
          <p:spPr>
            <a:xfrm>
              <a:off x="56599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5" name="타원 10644">
              <a:extLst>
                <a:ext uri="{FF2B5EF4-FFF2-40B4-BE49-F238E27FC236}">
                  <a16:creationId xmlns:a16="http://schemas.microsoft.com/office/drawing/2014/main" id="{8AC6D91F-1990-4364-ABF0-7F0E143B8D2E}"/>
                </a:ext>
              </a:extLst>
            </p:cNvPr>
            <p:cNvSpPr/>
            <p:nvPr/>
          </p:nvSpPr>
          <p:spPr>
            <a:xfrm>
              <a:off x="5812349" y="167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6" name="타원 10645">
              <a:extLst>
                <a:ext uri="{FF2B5EF4-FFF2-40B4-BE49-F238E27FC236}">
                  <a16:creationId xmlns:a16="http://schemas.microsoft.com/office/drawing/2014/main" id="{12702083-08F7-4066-804D-71193B1F6259}"/>
                </a:ext>
              </a:extLst>
            </p:cNvPr>
            <p:cNvSpPr/>
            <p:nvPr/>
          </p:nvSpPr>
          <p:spPr>
            <a:xfrm>
              <a:off x="325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7" name="타원 10646">
              <a:extLst>
                <a:ext uri="{FF2B5EF4-FFF2-40B4-BE49-F238E27FC236}">
                  <a16:creationId xmlns:a16="http://schemas.microsoft.com/office/drawing/2014/main" id="{5F8078E2-A17B-4360-80EC-1D6219BC1A67}"/>
                </a:ext>
              </a:extLst>
            </p:cNvPr>
            <p:cNvSpPr/>
            <p:nvPr/>
          </p:nvSpPr>
          <p:spPr>
            <a:xfrm>
              <a:off x="478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8" name="타원 10647">
              <a:extLst>
                <a:ext uri="{FF2B5EF4-FFF2-40B4-BE49-F238E27FC236}">
                  <a16:creationId xmlns:a16="http://schemas.microsoft.com/office/drawing/2014/main" id="{608A4825-A917-46F7-8219-F9445303D90A}"/>
                </a:ext>
              </a:extLst>
            </p:cNvPr>
            <p:cNvSpPr/>
            <p:nvPr/>
          </p:nvSpPr>
          <p:spPr>
            <a:xfrm>
              <a:off x="6307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49" name="타원 10648">
              <a:extLst>
                <a:ext uri="{FF2B5EF4-FFF2-40B4-BE49-F238E27FC236}">
                  <a16:creationId xmlns:a16="http://schemas.microsoft.com/office/drawing/2014/main" id="{E1497A3B-84ED-4D04-BBC3-6CEBC89730CA}"/>
                </a:ext>
              </a:extLst>
            </p:cNvPr>
            <p:cNvSpPr/>
            <p:nvPr/>
          </p:nvSpPr>
          <p:spPr>
            <a:xfrm>
              <a:off x="7831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0" name="타원 10649">
              <a:extLst>
                <a:ext uri="{FF2B5EF4-FFF2-40B4-BE49-F238E27FC236}">
                  <a16:creationId xmlns:a16="http://schemas.microsoft.com/office/drawing/2014/main" id="{B6D2F9C2-FF2E-4F3F-8369-AAFCAD7DEEF5}"/>
                </a:ext>
              </a:extLst>
            </p:cNvPr>
            <p:cNvSpPr/>
            <p:nvPr/>
          </p:nvSpPr>
          <p:spPr>
            <a:xfrm>
              <a:off x="9355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1" name="타원 10650">
              <a:extLst>
                <a:ext uri="{FF2B5EF4-FFF2-40B4-BE49-F238E27FC236}">
                  <a16:creationId xmlns:a16="http://schemas.microsoft.com/office/drawing/2014/main" id="{2F9452F6-B851-4F93-B4C0-858154EBF921}"/>
                </a:ext>
              </a:extLst>
            </p:cNvPr>
            <p:cNvSpPr/>
            <p:nvPr/>
          </p:nvSpPr>
          <p:spPr>
            <a:xfrm>
              <a:off x="1087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2" name="타원 10651">
              <a:extLst>
                <a:ext uri="{FF2B5EF4-FFF2-40B4-BE49-F238E27FC236}">
                  <a16:creationId xmlns:a16="http://schemas.microsoft.com/office/drawing/2014/main" id="{EC4C5610-E761-4AC3-A6F4-51CD22066866}"/>
                </a:ext>
              </a:extLst>
            </p:cNvPr>
            <p:cNvSpPr/>
            <p:nvPr/>
          </p:nvSpPr>
          <p:spPr>
            <a:xfrm>
              <a:off x="1240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3" name="타원 10652">
              <a:extLst>
                <a:ext uri="{FF2B5EF4-FFF2-40B4-BE49-F238E27FC236}">
                  <a16:creationId xmlns:a16="http://schemas.microsoft.com/office/drawing/2014/main" id="{1D0C17B1-044B-4071-91BF-040A5C365D80}"/>
                </a:ext>
              </a:extLst>
            </p:cNvPr>
            <p:cNvSpPr/>
            <p:nvPr/>
          </p:nvSpPr>
          <p:spPr>
            <a:xfrm>
              <a:off x="13927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4" name="타원 10653">
              <a:extLst>
                <a:ext uri="{FF2B5EF4-FFF2-40B4-BE49-F238E27FC236}">
                  <a16:creationId xmlns:a16="http://schemas.microsoft.com/office/drawing/2014/main" id="{4A16510F-B0FE-494C-85B3-86AB55CFE13C}"/>
                </a:ext>
              </a:extLst>
            </p:cNvPr>
            <p:cNvSpPr/>
            <p:nvPr/>
          </p:nvSpPr>
          <p:spPr>
            <a:xfrm>
              <a:off x="15451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5" name="타원 10654">
              <a:extLst>
                <a:ext uri="{FF2B5EF4-FFF2-40B4-BE49-F238E27FC236}">
                  <a16:creationId xmlns:a16="http://schemas.microsoft.com/office/drawing/2014/main" id="{5BCE15F2-B7B4-47B5-8D74-A6704DDAD1B9}"/>
                </a:ext>
              </a:extLst>
            </p:cNvPr>
            <p:cNvSpPr/>
            <p:nvPr/>
          </p:nvSpPr>
          <p:spPr>
            <a:xfrm>
              <a:off x="16975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6" name="타원 10655">
              <a:extLst>
                <a:ext uri="{FF2B5EF4-FFF2-40B4-BE49-F238E27FC236}">
                  <a16:creationId xmlns:a16="http://schemas.microsoft.com/office/drawing/2014/main" id="{13429EDD-72AF-4A53-97E7-45D0AF44B5B8}"/>
                </a:ext>
              </a:extLst>
            </p:cNvPr>
            <p:cNvSpPr/>
            <p:nvPr/>
          </p:nvSpPr>
          <p:spPr>
            <a:xfrm>
              <a:off x="1849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7" name="타원 10656">
              <a:extLst>
                <a:ext uri="{FF2B5EF4-FFF2-40B4-BE49-F238E27FC236}">
                  <a16:creationId xmlns:a16="http://schemas.microsoft.com/office/drawing/2014/main" id="{2E809A05-7B93-42F3-BD7E-A5AC088571DA}"/>
                </a:ext>
              </a:extLst>
            </p:cNvPr>
            <p:cNvSpPr/>
            <p:nvPr/>
          </p:nvSpPr>
          <p:spPr>
            <a:xfrm>
              <a:off x="2002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8" name="타원 10657">
              <a:extLst>
                <a:ext uri="{FF2B5EF4-FFF2-40B4-BE49-F238E27FC236}">
                  <a16:creationId xmlns:a16="http://schemas.microsoft.com/office/drawing/2014/main" id="{0B438B63-48B9-4938-A354-38D7F0D16A10}"/>
                </a:ext>
              </a:extLst>
            </p:cNvPr>
            <p:cNvSpPr/>
            <p:nvPr/>
          </p:nvSpPr>
          <p:spPr>
            <a:xfrm>
              <a:off x="21547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59" name="타원 10658">
              <a:extLst>
                <a:ext uri="{FF2B5EF4-FFF2-40B4-BE49-F238E27FC236}">
                  <a16:creationId xmlns:a16="http://schemas.microsoft.com/office/drawing/2014/main" id="{7B8A90F0-2F06-4448-8F91-8A59EE8D5D51}"/>
                </a:ext>
              </a:extLst>
            </p:cNvPr>
            <p:cNvSpPr/>
            <p:nvPr/>
          </p:nvSpPr>
          <p:spPr>
            <a:xfrm>
              <a:off x="23071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0" name="타원 10659">
              <a:extLst>
                <a:ext uri="{FF2B5EF4-FFF2-40B4-BE49-F238E27FC236}">
                  <a16:creationId xmlns:a16="http://schemas.microsoft.com/office/drawing/2014/main" id="{65FD490B-340D-4C7D-92A4-B9367BB72AE4}"/>
                </a:ext>
              </a:extLst>
            </p:cNvPr>
            <p:cNvSpPr/>
            <p:nvPr/>
          </p:nvSpPr>
          <p:spPr>
            <a:xfrm>
              <a:off x="24595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1" name="타원 10660">
              <a:extLst>
                <a:ext uri="{FF2B5EF4-FFF2-40B4-BE49-F238E27FC236}">
                  <a16:creationId xmlns:a16="http://schemas.microsoft.com/office/drawing/2014/main" id="{DA486830-9151-4C87-BBC1-A3B936249D04}"/>
                </a:ext>
              </a:extLst>
            </p:cNvPr>
            <p:cNvSpPr/>
            <p:nvPr/>
          </p:nvSpPr>
          <p:spPr>
            <a:xfrm>
              <a:off x="2611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2" name="타원 10661">
              <a:extLst>
                <a:ext uri="{FF2B5EF4-FFF2-40B4-BE49-F238E27FC236}">
                  <a16:creationId xmlns:a16="http://schemas.microsoft.com/office/drawing/2014/main" id="{BF7F6B91-725E-4EF1-91E0-DE77331ED8A1}"/>
                </a:ext>
              </a:extLst>
            </p:cNvPr>
            <p:cNvSpPr/>
            <p:nvPr/>
          </p:nvSpPr>
          <p:spPr>
            <a:xfrm>
              <a:off x="2764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3" name="타원 10662">
              <a:extLst>
                <a:ext uri="{FF2B5EF4-FFF2-40B4-BE49-F238E27FC236}">
                  <a16:creationId xmlns:a16="http://schemas.microsoft.com/office/drawing/2014/main" id="{26FC68F4-AE80-4DBF-8AD8-FBF9FFC60109}"/>
                </a:ext>
              </a:extLst>
            </p:cNvPr>
            <p:cNvSpPr/>
            <p:nvPr/>
          </p:nvSpPr>
          <p:spPr>
            <a:xfrm>
              <a:off x="29167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4" name="타원 10663">
              <a:extLst>
                <a:ext uri="{FF2B5EF4-FFF2-40B4-BE49-F238E27FC236}">
                  <a16:creationId xmlns:a16="http://schemas.microsoft.com/office/drawing/2014/main" id="{F7339A40-58A6-46AF-9E00-27C48538BA1E}"/>
                </a:ext>
              </a:extLst>
            </p:cNvPr>
            <p:cNvSpPr/>
            <p:nvPr/>
          </p:nvSpPr>
          <p:spPr>
            <a:xfrm>
              <a:off x="30691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5" name="타원 10664">
              <a:extLst>
                <a:ext uri="{FF2B5EF4-FFF2-40B4-BE49-F238E27FC236}">
                  <a16:creationId xmlns:a16="http://schemas.microsoft.com/office/drawing/2014/main" id="{BA64F5F1-C3DE-4130-9D0D-79C44B21EAC2}"/>
                </a:ext>
              </a:extLst>
            </p:cNvPr>
            <p:cNvSpPr/>
            <p:nvPr/>
          </p:nvSpPr>
          <p:spPr>
            <a:xfrm>
              <a:off x="32215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6" name="타원 10665">
              <a:extLst>
                <a:ext uri="{FF2B5EF4-FFF2-40B4-BE49-F238E27FC236}">
                  <a16:creationId xmlns:a16="http://schemas.microsoft.com/office/drawing/2014/main" id="{42F93D1D-FF27-4376-BF83-35FF79711885}"/>
                </a:ext>
              </a:extLst>
            </p:cNvPr>
            <p:cNvSpPr/>
            <p:nvPr/>
          </p:nvSpPr>
          <p:spPr>
            <a:xfrm>
              <a:off x="3373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7" name="타원 10666">
              <a:extLst>
                <a:ext uri="{FF2B5EF4-FFF2-40B4-BE49-F238E27FC236}">
                  <a16:creationId xmlns:a16="http://schemas.microsoft.com/office/drawing/2014/main" id="{50EB9F90-E92A-4AB6-A332-3A650B6251AA}"/>
                </a:ext>
              </a:extLst>
            </p:cNvPr>
            <p:cNvSpPr/>
            <p:nvPr/>
          </p:nvSpPr>
          <p:spPr>
            <a:xfrm>
              <a:off x="3526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8" name="타원 10667">
              <a:extLst>
                <a:ext uri="{FF2B5EF4-FFF2-40B4-BE49-F238E27FC236}">
                  <a16:creationId xmlns:a16="http://schemas.microsoft.com/office/drawing/2014/main" id="{04B01DF7-5463-483A-9B3F-5B459A25F9E8}"/>
                </a:ext>
              </a:extLst>
            </p:cNvPr>
            <p:cNvSpPr/>
            <p:nvPr/>
          </p:nvSpPr>
          <p:spPr>
            <a:xfrm>
              <a:off x="36787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69" name="타원 10668">
              <a:extLst>
                <a:ext uri="{FF2B5EF4-FFF2-40B4-BE49-F238E27FC236}">
                  <a16:creationId xmlns:a16="http://schemas.microsoft.com/office/drawing/2014/main" id="{A4A15041-0941-4690-B19F-FF79B24D8D1B}"/>
                </a:ext>
              </a:extLst>
            </p:cNvPr>
            <p:cNvSpPr/>
            <p:nvPr/>
          </p:nvSpPr>
          <p:spPr>
            <a:xfrm>
              <a:off x="38311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0" name="타원 10669">
              <a:extLst>
                <a:ext uri="{FF2B5EF4-FFF2-40B4-BE49-F238E27FC236}">
                  <a16:creationId xmlns:a16="http://schemas.microsoft.com/office/drawing/2014/main" id="{127E65B4-E9FB-4385-9796-FD656DC9D60D}"/>
                </a:ext>
              </a:extLst>
            </p:cNvPr>
            <p:cNvSpPr/>
            <p:nvPr/>
          </p:nvSpPr>
          <p:spPr>
            <a:xfrm>
              <a:off x="39835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1" name="타원 10670">
              <a:extLst>
                <a:ext uri="{FF2B5EF4-FFF2-40B4-BE49-F238E27FC236}">
                  <a16:creationId xmlns:a16="http://schemas.microsoft.com/office/drawing/2014/main" id="{65B5F687-A3EF-49C6-903B-FBDA56517BC1}"/>
                </a:ext>
              </a:extLst>
            </p:cNvPr>
            <p:cNvSpPr/>
            <p:nvPr/>
          </p:nvSpPr>
          <p:spPr>
            <a:xfrm>
              <a:off x="4135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2" name="타원 10671">
              <a:extLst>
                <a:ext uri="{FF2B5EF4-FFF2-40B4-BE49-F238E27FC236}">
                  <a16:creationId xmlns:a16="http://schemas.microsoft.com/office/drawing/2014/main" id="{9A9E390E-478B-4657-A769-E76BAE9B34DC}"/>
                </a:ext>
              </a:extLst>
            </p:cNvPr>
            <p:cNvSpPr/>
            <p:nvPr/>
          </p:nvSpPr>
          <p:spPr>
            <a:xfrm>
              <a:off x="4288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3" name="타원 10672">
              <a:extLst>
                <a:ext uri="{FF2B5EF4-FFF2-40B4-BE49-F238E27FC236}">
                  <a16:creationId xmlns:a16="http://schemas.microsoft.com/office/drawing/2014/main" id="{24C65C42-CED2-4140-B5E8-CD97B8C736C1}"/>
                </a:ext>
              </a:extLst>
            </p:cNvPr>
            <p:cNvSpPr/>
            <p:nvPr/>
          </p:nvSpPr>
          <p:spPr>
            <a:xfrm>
              <a:off x="44407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4" name="타원 10673">
              <a:extLst>
                <a:ext uri="{FF2B5EF4-FFF2-40B4-BE49-F238E27FC236}">
                  <a16:creationId xmlns:a16="http://schemas.microsoft.com/office/drawing/2014/main" id="{571827DB-A047-4413-9A5B-AEF5E892D4D8}"/>
                </a:ext>
              </a:extLst>
            </p:cNvPr>
            <p:cNvSpPr/>
            <p:nvPr/>
          </p:nvSpPr>
          <p:spPr>
            <a:xfrm>
              <a:off x="45931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5" name="타원 10674">
              <a:extLst>
                <a:ext uri="{FF2B5EF4-FFF2-40B4-BE49-F238E27FC236}">
                  <a16:creationId xmlns:a16="http://schemas.microsoft.com/office/drawing/2014/main" id="{15132B57-5068-49FD-9011-819F63817745}"/>
                </a:ext>
              </a:extLst>
            </p:cNvPr>
            <p:cNvSpPr/>
            <p:nvPr/>
          </p:nvSpPr>
          <p:spPr>
            <a:xfrm>
              <a:off x="47455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6" name="타원 10675">
              <a:extLst>
                <a:ext uri="{FF2B5EF4-FFF2-40B4-BE49-F238E27FC236}">
                  <a16:creationId xmlns:a16="http://schemas.microsoft.com/office/drawing/2014/main" id="{B988B3BA-48A9-43C4-B3AD-F96FF82CC52B}"/>
                </a:ext>
              </a:extLst>
            </p:cNvPr>
            <p:cNvSpPr/>
            <p:nvPr/>
          </p:nvSpPr>
          <p:spPr>
            <a:xfrm>
              <a:off x="4897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7" name="타원 10676">
              <a:extLst>
                <a:ext uri="{FF2B5EF4-FFF2-40B4-BE49-F238E27FC236}">
                  <a16:creationId xmlns:a16="http://schemas.microsoft.com/office/drawing/2014/main" id="{BAE1C105-12E2-405F-B980-8F6B476D9A7B}"/>
                </a:ext>
              </a:extLst>
            </p:cNvPr>
            <p:cNvSpPr/>
            <p:nvPr/>
          </p:nvSpPr>
          <p:spPr>
            <a:xfrm>
              <a:off x="5050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8" name="타원 10677">
              <a:extLst>
                <a:ext uri="{FF2B5EF4-FFF2-40B4-BE49-F238E27FC236}">
                  <a16:creationId xmlns:a16="http://schemas.microsoft.com/office/drawing/2014/main" id="{26F5930D-67F8-43AF-B257-C2EF8085BBDA}"/>
                </a:ext>
              </a:extLst>
            </p:cNvPr>
            <p:cNvSpPr/>
            <p:nvPr/>
          </p:nvSpPr>
          <p:spPr>
            <a:xfrm>
              <a:off x="52027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9" name="타원 10678">
              <a:extLst>
                <a:ext uri="{FF2B5EF4-FFF2-40B4-BE49-F238E27FC236}">
                  <a16:creationId xmlns:a16="http://schemas.microsoft.com/office/drawing/2014/main" id="{A23344F0-3AAB-4959-B424-D173CE269AF6}"/>
                </a:ext>
              </a:extLst>
            </p:cNvPr>
            <p:cNvSpPr/>
            <p:nvPr/>
          </p:nvSpPr>
          <p:spPr>
            <a:xfrm>
              <a:off x="53551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0" name="타원 10679">
              <a:extLst>
                <a:ext uri="{FF2B5EF4-FFF2-40B4-BE49-F238E27FC236}">
                  <a16:creationId xmlns:a16="http://schemas.microsoft.com/office/drawing/2014/main" id="{FAD95848-4AB9-457F-97D0-09F768CD6D8F}"/>
                </a:ext>
              </a:extLst>
            </p:cNvPr>
            <p:cNvSpPr/>
            <p:nvPr/>
          </p:nvSpPr>
          <p:spPr>
            <a:xfrm>
              <a:off x="55075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1" name="타원 10680">
              <a:extLst>
                <a:ext uri="{FF2B5EF4-FFF2-40B4-BE49-F238E27FC236}">
                  <a16:creationId xmlns:a16="http://schemas.microsoft.com/office/drawing/2014/main" id="{E6E6BA00-1EA6-4010-B3E7-1BE4F4C73BF6}"/>
                </a:ext>
              </a:extLst>
            </p:cNvPr>
            <p:cNvSpPr/>
            <p:nvPr/>
          </p:nvSpPr>
          <p:spPr>
            <a:xfrm>
              <a:off x="56599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2" name="타원 10681">
              <a:extLst>
                <a:ext uri="{FF2B5EF4-FFF2-40B4-BE49-F238E27FC236}">
                  <a16:creationId xmlns:a16="http://schemas.microsoft.com/office/drawing/2014/main" id="{699772AD-02A2-4BD4-9AD7-46F35AAB03B0}"/>
                </a:ext>
              </a:extLst>
            </p:cNvPr>
            <p:cNvSpPr/>
            <p:nvPr/>
          </p:nvSpPr>
          <p:spPr>
            <a:xfrm>
              <a:off x="5812349" y="182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3" name="타원 10682">
              <a:extLst>
                <a:ext uri="{FF2B5EF4-FFF2-40B4-BE49-F238E27FC236}">
                  <a16:creationId xmlns:a16="http://schemas.microsoft.com/office/drawing/2014/main" id="{3E01F0E2-469A-41B0-A54F-70F73759C91E}"/>
                </a:ext>
              </a:extLst>
            </p:cNvPr>
            <p:cNvSpPr/>
            <p:nvPr/>
          </p:nvSpPr>
          <p:spPr>
            <a:xfrm>
              <a:off x="325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4" name="타원 10683">
              <a:extLst>
                <a:ext uri="{FF2B5EF4-FFF2-40B4-BE49-F238E27FC236}">
                  <a16:creationId xmlns:a16="http://schemas.microsoft.com/office/drawing/2014/main" id="{276480E3-35DF-4077-978D-832A19692111}"/>
                </a:ext>
              </a:extLst>
            </p:cNvPr>
            <p:cNvSpPr/>
            <p:nvPr/>
          </p:nvSpPr>
          <p:spPr>
            <a:xfrm>
              <a:off x="478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5" name="타원 10684">
              <a:extLst>
                <a:ext uri="{FF2B5EF4-FFF2-40B4-BE49-F238E27FC236}">
                  <a16:creationId xmlns:a16="http://schemas.microsoft.com/office/drawing/2014/main" id="{E87A5826-4349-4F00-A23B-93189E9196DC}"/>
                </a:ext>
              </a:extLst>
            </p:cNvPr>
            <p:cNvSpPr/>
            <p:nvPr/>
          </p:nvSpPr>
          <p:spPr>
            <a:xfrm>
              <a:off x="6307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6" name="타원 10685">
              <a:extLst>
                <a:ext uri="{FF2B5EF4-FFF2-40B4-BE49-F238E27FC236}">
                  <a16:creationId xmlns:a16="http://schemas.microsoft.com/office/drawing/2014/main" id="{B7170A98-BD22-4566-AB4C-DE799A58367D}"/>
                </a:ext>
              </a:extLst>
            </p:cNvPr>
            <p:cNvSpPr/>
            <p:nvPr/>
          </p:nvSpPr>
          <p:spPr>
            <a:xfrm>
              <a:off x="7831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7" name="타원 10686">
              <a:extLst>
                <a:ext uri="{FF2B5EF4-FFF2-40B4-BE49-F238E27FC236}">
                  <a16:creationId xmlns:a16="http://schemas.microsoft.com/office/drawing/2014/main" id="{AF373D09-D79A-4EE7-A9D7-22E36B5C2829}"/>
                </a:ext>
              </a:extLst>
            </p:cNvPr>
            <p:cNvSpPr/>
            <p:nvPr/>
          </p:nvSpPr>
          <p:spPr>
            <a:xfrm>
              <a:off x="9355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8" name="타원 10687">
              <a:extLst>
                <a:ext uri="{FF2B5EF4-FFF2-40B4-BE49-F238E27FC236}">
                  <a16:creationId xmlns:a16="http://schemas.microsoft.com/office/drawing/2014/main" id="{02E28249-3C79-4698-97B6-FBEC77082990}"/>
                </a:ext>
              </a:extLst>
            </p:cNvPr>
            <p:cNvSpPr/>
            <p:nvPr/>
          </p:nvSpPr>
          <p:spPr>
            <a:xfrm>
              <a:off x="1087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89" name="타원 10688">
              <a:extLst>
                <a:ext uri="{FF2B5EF4-FFF2-40B4-BE49-F238E27FC236}">
                  <a16:creationId xmlns:a16="http://schemas.microsoft.com/office/drawing/2014/main" id="{ED9435FD-5E8D-4848-8FDD-5C1F458AA464}"/>
                </a:ext>
              </a:extLst>
            </p:cNvPr>
            <p:cNvSpPr/>
            <p:nvPr/>
          </p:nvSpPr>
          <p:spPr>
            <a:xfrm>
              <a:off x="1240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0" name="타원 10689">
              <a:extLst>
                <a:ext uri="{FF2B5EF4-FFF2-40B4-BE49-F238E27FC236}">
                  <a16:creationId xmlns:a16="http://schemas.microsoft.com/office/drawing/2014/main" id="{B3D69FF9-C6AD-47C3-B894-39627DE159DD}"/>
                </a:ext>
              </a:extLst>
            </p:cNvPr>
            <p:cNvSpPr/>
            <p:nvPr/>
          </p:nvSpPr>
          <p:spPr>
            <a:xfrm>
              <a:off x="13927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1" name="타원 10690">
              <a:extLst>
                <a:ext uri="{FF2B5EF4-FFF2-40B4-BE49-F238E27FC236}">
                  <a16:creationId xmlns:a16="http://schemas.microsoft.com/office/drawing/2014/main" id="{3936AA97-A001-44F1-861E-57C4E9380F9D}"/>
                </a:ext>
              </a:extLst>
            </p:cNvPr>
            <p:cNvSpPr/>
            <p:nvPr/>
          </p:nvSpPr>
          <p:spPr>
            <a:xfrm>
              <a:off x="15451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2" name="타원 10691">
              <a:extLst>
                <a:ext uri="{FF2B5EF4-FFF2-40B4-BE49-F238E27FC236}">
                  <a16:creationId xmlns:a16="http://schemas.microsoft.com/office/drawing/2014/main" id="{51383D6D-1BBB-45B5-B01B-B5E20C914C5A}"/>
                </a:ext>
              </a:extLst>
            </p:cNvPr>
            <p:cNvSpPr/>
            <p:nvPr/>
          </p:nvSpPr>
          <p:spPr>
            <a:xfrm>
              <a:off x="16975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3" name="타원 10692">
              <a:extLst>
                <a:ext uri="{FF2B5EF4-FFF2-40B4-BE49-F238E27FC236}">
                  <a16:creationId xmlns:a16="http://schemas.microsoft.com/office/drawing/2014/main" id="{AFB5A592-9897-40DC-9F3A-22F6349DB5E8}"/>
                </a:ext>
              </a:extLst>
            </p:cNvPr>
            <p:cNvSpPr/>
            <p:nvPr/>
          </p:nvSpPr>
          <p:spPr>
            <a:xfrm>
              <a:off x="1849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4" name="타원 10693">
              <a:extLst>
                <a:ext uri="{FF2B5EF4-FFF2-40B4-BE49-F238E27FC236}">
                  <a16:creationId xmlns:a16="http://schemas.microsoft.com/office/drawing/2014/main" id="{605ED86A-533B-4890-B7EB-92D1D562F2ED}"/>
                </a:ext>
              </a:extLst>
            </p:cNvPr>
            <p:cNvSpPr/>
            <p:nvPr/>
          </p:nvSpPr>
          <p:spPr>
            <a:xfrm>
              <a:off x="2002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5" name="타원 10694">
              <a:extLst>
                <a:ext uri="{FF2B5EF4-FFF2-40B4-BE49-F238E27FC236}">
                  <a16:creationId xmlns:a16="http://schemas.microsoft.com/office/drawing/2014/main" id="{C4833E1C-CAD3-4753-84CF-29FCD6933162}"/>
                </a:ext>
              </a:extLst>
            </p:cNvPr>
            <p:cNvSpPr/>
            <p:nvPr/>
          </p:nvSpPr>
          <p:spPr>
            <a:xfrm>
              <a:off x="21547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6" name="타원 10695">
              <a:extLst>
                <a:ext uri="{FF2B5EF4-FFF2-40B4-BE49-F238E27FC236}">
                  <a16:creationId xmlns:a16="http://schemas.microsoft.com/office/drawing/2014/main" id="{F9E0369C-1F51-48C5-BA77-CF8124DFC8E8}"/>
                </a:ext>
              </a:extLst>
            </p:cNvPr>
            <p:cNvSpPr/>
            <p:nvPr/>
          </p:nvSpPr>
          <p:spPr>
            <a:xfrm>
              <a:off x="23071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7" name="타원 10696">
              <a:extLst>
                <a:ext uri="{FF2B5EF4-FFF2-40B4-BE49-F238E27FC236}">
                  <a16:creationId xmlns:a16="http://schemas.microsoft.com/office/drawing/2014/main" id="{9207D9FC-D173-4E30-B0C7-44892795EC7E}"/>
                </a:ext>
              </a:extLst>
            </p:cNvPr>
            <p:cNvSpPr/>
            <p:nvPr/>
          </p:nvSpPr>
          <p:spPr>
            <a:xfrm>
              <a:off x="24595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8" name="타원 10697">
              <a:extLst>
                <a:ext uri="{FF2B5EF4-FFF2-40B4-BE49-F238E27FC236}">
                  <a16:creationId xmlns:a16="http://schemas.microsoft.com/office/drawing/2014/main" id="{6328FA89-BC85-48EA-AE01-DA391FD043F9}"/>
                </a:ext>
              </a:extLst>
            </p:cNvPr>
            <p:cNvSpPr/>
            <p:nvPr/>
          </p:nvSpPr>
          <p:spPr>
            <a:xfrm>
              <a:off x="2611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99" name="타원 10698">
              <a:extLst>
                <a:ext uri="{FF2B5EF4-FFF2-40B4-BE49-F238E27FC236}">
                  <a16:creationId xmlns:a16="http://schemas.microsoft.com/office/drawing/2014/main" id="{143ABA4C-520A-4DE5-A080-C391F15D5114}"/>
                </a:ext>
              </a:extLst>
            </p:cNvPr>
            <p:cNvSpPr/>
            <p:nvPr/>
          </p:nvSpPr>
          <p:spPr>
            <a:xfrm>
              <a:off x="2764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0" name="타원 10699">
              <a:extLst>
                <a:ext uri="{FF2B5EF4-FFF2-40B4-BE49-F238E27FC236}">
                  <a16:creationId xmlns:a16="http://schemas.microsoft.com/office/drawing/2014/main" id="{A8506534-2404-4915-9B11-D0EA4E64D001}"/>
                </a:ext>
              </a:extLst>
            </p:cNvPr>
            <p:cNvSpPr/>
            <p:nvPr/>
          </p:nvSpPr>
          <p:spPr>
            <a:xfrm>
              <a:off x="29167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1" name="타원 10700">
              <a:extLst>
                <a:ext uri="{FF2B5EF4-FFF2-40B4-BE49-F238E27FC236}">
                  <a16:creationId xmlns:a16="http://schemas.microsoft.com/office/drawing/2014/main" id="{3FC97027-55A0-4455-87C4-62326F5562D9}"/>
                </a:ext>
              </a:extLst>
            </p:cNvPr>
            <p:cNvSpPr/>
            <p:nvPr/>
          </p:nvSpPr>
          <p:spPr>
            <a:xfrm>
              <a:off x="30691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2" name="타원 10701">
              <a:extLst>
                <a:ext uri="{FF2B5EF4-FFF2-40B4-BE49-F238E27FC236}">
                  <a16:creationId xmlns:a16="http://schemas.microsoft.com/office/drawing/2014/main" id="{039995ED-634E-4B3D-9C79-CFCCC8FA84ED}"/>
                </a:ext>
              </a:extLst>
            </p:cNvPr>
            <p:cNvSpPr/>
            <p:nvPr/>
          </p:nvSpPr>
          <p:spPr>
            <a:xfrm>
              <a:off x="32215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3" name="타원 10702">
              <a:extLst>
                <a:ext uri="{FF2B5EF4-FFF2-40B4-BE49-F238E27FC236}">
                  <a16:creationId xmlns:a16="http://schemas.microsoft.com/office/drawing/2014/main" id="{CBB1F159-7687-4095-9041-9473E7C118C3}"/>
                </a:ext>
              </a:extLst>
            </p:cNvPr>
            <p:cNvSpPr/>
            <p:nvPr/>
          </p:nvSpPr>
          <p:spPr>
            <a:xfrm>
              <a:off x="3373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4" name="타원 10703">
              <a:extLst>
                <a:ext uri="{FF2B5EF4-FFF2-40B4-BE49-F238E27FC236}">
                  <a16:creationId xmlns:a16="http://schemas.microsoft.com/office/drawing/2014/main" id="{5EEB73E1-93ED-4771-BCED-D6C10378511D}"/>
                </a:ext>
              </a:extLst>
            </p:cNvPr>
            <p:cNvSpPr/>
            <p:nvPr/>
          </p:nvSpPr>
          <p:spPr>
            <a:xfrm>
              <a:off x="3526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5" name="타원 10704">
              <a:extLst>
                <a:ext uri="{FF2B5EF4-FFF2-40B4-BE49-F238E27FC236}">
                  <a16:creationId xmlns:a16="http://schemas.microsoft.com/office/drawing/2014/main" id="{3D0D202A-591F-4925-8A9B-3A1D18DBBB86}"/>
                </a:ext>
              </a:extLst>
            </p:cNvPr>
            <p:cNvSpPr/>
            <p:nvPr/>
          </p:nvSpPr>
          <p:spPr>
            <a:xfrm>
              <a:off x="36787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6" name="타원 10705">
              <a:extLst>
                <a:ext uri="{FF2B5EF4-FFF2-40B4-BE49-F238E27FC236}">
                  <a16:creationId xmlns:a16="http://schemas.microsoft.com/office/drawing/2014/main" id="{580DA6CE-F3C5-402A-9A58-B97C32C8410B}"/>
                </a:ext>
              </a:extLst>
            </p:cNvPr>
            <p:cNvSpPr/>
            <p:nvPr/>
          </p:nvSpPr>
          <p:spPr>
            <a:xfrm>
              <a:off x="38311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7" name="타원 10706">
              <a:extLst>
                <a:ext uri="{FF2B5EF4-FFF2-40B4-BE49-F238E27FC236}">
                  <a16:creationId xmlns:a16="http://schemas.microsoft.com/office/drawing/2014/main" id="{322DAE1A-BA76-405D-98EB-286239F25607}"/>
                </a:ext>
              </a:extLst>
            </p:cNvPr>
            <p:cNvSpPr/>
            <p:nvPr/>
          </p:nvSpPr>
          <p:spPr>
            <a:xfrm>
              <a:off x="39835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8" name="타원 10707">
              <a:extLst>
                <a:ext uri="{FF2B5EF4-FFF2-40B4-BE49-F238E27FC236}">
                  <a16:creationId xmlns:a16="http://schemas.microsoft.com/office/drawing/2014/main" id="{B5C68CE5-5D26-4737-A8C0-98477B5E89DC}"/>
                </a:ext>
              </a:extLst>
            </p:cNvPr>
            <p:cNvSpPr/>
            <p:nvPr/>
          </p:nvSpPr>
          <p:spPr>
            <a:xfrm>
              <a:off x="4135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9" name="타원 10708">
              <a:extLst>
                <a:ext uri="{FF2B5EF4-FFF2-40B4-BE49-F238E27FC236}">
                  <a16:creationId xmlns:a16="http://schemas.microsoft.com/office/drawing/2014/main" id="{01A23E48-D4AD-4F7A-83A0-D9EFF5A99824}"/>
                </a:ext>
              </a:extLst>
            </p:cNvPr>
            <p:cNvSpPr/>
            <p:nvPr/>
          </p:nvSpPr>
          <p:spPr>
            <a:xfrm>
              <a:off x="4288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0" name="타원 10709">
              <a:extLst>
                <a:ext uri="{FF2B5EF4-FFF2-40B4-BE49-F238E27FC236}">
                  <a16:creationId xmlns:a16="http://schemas.microsoft.com/office/drawing/2014/main" id="{80168981-7103-4668-A894-9EF6A9782DA8}"/>
                </a:ext>
              </a:extLst>
            </p:cNvPr>
            <p:cNvSpPr/>
            <p:nvPr/>
          </p:nvSpPr>
          <p:spPr>
            <a:xfrm>
              <a:off x="44407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1" name="타원 10710">
              <a:extLst>
                <a:ext uri="{FF2B5EF4-FFF2-40B4-BE49-F238E27FC236}">
                  <a16:creationId xmlns:a16="http://schemas.microsoft.com/office/drawing/2014/main" id="{36F2D52C-1BB2-480E-946B-3E603C21409A}"/>
                </a:ext>
              </a:extLst>
            </p:cNvPr>
            <p:cNvSpPr/>
            <p:nvPr/>
          </p:nvSpPr>
          <p:spPr>
            <a:xfrm>
              <a:off x="45931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2" name="타원 10711">
              <a:extLst>
                <a:ext uri="{FF2B5EF4-FFF2-40B4-BE49-F238E27FC236}">
                  <a16:creationId xmlns:a16="http://schemas.microsoft.com/office/drawing/2014/main" id="{39F68E9D-E19B-4E45-9A7C-EF3A6AC8871C}"/>
                </a:ext>
              </a:extLst>
            </p:cNvPr>
            <p:cNvSpPr/>
            <p:nvPr/>
          </p:nvSpPr>
          <p:spPr>
            <a:xfrm>
              <a:off x="47455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3" name="타원 10712">
              <a:extLst>
                <a:ext uri="{FF2B5EF4-FFF2-40B4-BE49-F238E27FC236}">
                  <a16:creationId xmlns:a16="http://schemas.microsoft.com/office/drawing/2014/main" id="{16B1061E-461D-44D4-9A6F-B4357AF86E66}"/>
                </a:ext>
              </a:extLst>
            </p:cNvPr>
            <p:cNvSpPr/>
            <p:nvPr/>
          </p:nvSpPr>
          <p:spPr>
            <a:xfrm>
              <a:off x="4897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4" name="타원 10713">
              <a:extLst>
                <a:ext uri="{FF2B5EF4-FFF2-40B4-BE49-F238E27FC236}">
                  <a16:creationId xmlns:a16="http://schemas.microsoft.com/office/drawing/2014/main" id="{5EC567E4-24BB-47A7-B9F8-39239781A130}"/>
                </a:ext>
              </a:extLst>
            </p:cNvPr>
            <p:cNvSpPr/>
            <p:nvPr/>
          </p:nvSpPr>
          <p:spPr>
            <a:xfrm>
              <a:off x="5050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5" name="타원 10714">
              <a:extLst>
                <a:ext uri="{FF2B5EF4-FFF2-40B4-BE49-F238E27FC236}">
                  <a16:creationId xmlns:a16="http://schemas.microsoft.com/office/drawing/2014/main" id="{B38E2D07-0D95-4323-A561-700DB9AD2B91}"/>
                </a:ext>
              </a:extLst>
            </p:cNvPr>
            <p:cNvSpPr/>
            <p:nvPr/>
          </p:nvSpPr>
          <p:spPr>
            <a:xfrm>
              <a:off x="52027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6" name="타원 10715">
              <a:extLst>
                <a:ext uri="{FF2B5EF4-FFF2-40B4-BE49-F238E27FC236}">
                  <a16:creationId xmlns:a16="http://schemas.microsoft.com/office/drawing/2014/main" id="{93AF0C47-12FE-488C-B110-C0844E9E67AA}"/>
                </a:ext>
              </a:extLst>
            </p:cNvPr>
            <p:cNvSpPr/>
            <p:nvPr/>
          </p:nvSpPr>
          <p:spPr>
            <a:xfrm>
              <a:off x="53551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7" name="타원 10716">
              <a:extLst>
                <a:ext uri="{FF2B5EF4-FFF2-40B4-BE49-F238E27FC236}">
                  <a16:creationId xmlns:a16="http://schemas.microsoft.com/office/drawing/2014/main" id="{1DE9EAF1-613C-4A13-AAB7-2CF548EF91F0}"/>
                </a:ext>
              </a:extLst>
            </p:cNvPr>
            <p:cNvSpPr/>
            <p:nvPr/>
          </p:nvSpPr>
          <p:spPr>
            <a:xfrm>
              <a:off x="55075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8" name="타원 10717">
              <a:extLst>
                <a:ext uri="{FF2B5EF4-FFF2-40B4-BE49-F238E27FC236}">
                  <a16:creationId xmlns:a16="http://schemas.microsoft.com/office/drawing/2014/main" id="{165B7009-8680-4BB9-9336-AFF5862671FF}"/>
                </a:ext>
              </a:extLst>
            </p:cNvPr>
            <p:cNvSpPr/>
            <p:nvPr/>
          </p:nvSpPr>
          <p:spPr>
            <a:xfrm>
              <a:off x="56599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9" name="타원 10718">
              <a:extLst>
                <a:ext uri="{FF2B5EF4-FFF2-40B4-BE49-F238E27FC236}">
                  <a16:creationId xmlns:a16="http://schemas.microsoft.com/office/drawing/2014/main" id="{20FCC7B1-98B2-42E1-8C94-194C0889FF21}"/>
                </a:ext>
              </a:extLst>
            </p:cNvPr>
            <p:cNvSpPr/>
            <p:nvPr/>
          </p:nvSpPr>
          <p:spPr>
            <a:xfrm>
              <a:off x="5812349" y="197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0" name="타원 10719">
              <a:extLst>
                <a:ext uri="{FF2B5EF4-FFF2-40B4-BE49-F238E27FC236}">
                  <a16:creationId xmlns:a16="http://schemas.microsoft.com/office/drawing/2014/main" id="{E706C325-090F-4605-B348-BECC13A53409}"/>
                </a:ext>
              </a:extLst>
            </p:cNvPr>
            <p:cNvSpPr/>
            <p:nvPr/>
          </p:nvSpPr>
          <p:spPr>
            <a:xfrm>
              <a:off x="325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1" name="타원 10720">
              <a:extLst>
                <a:ext uri="{FF2B5EF4-FFF2-40B4-BE49-F238E27FC236}">
                  <a16:creationId xmlns:a16="http://schemas.microsoft.com/office/drawing/2014/main" id="{08E02F4B-B8F5-45B9-A24B-11B0FA4B20E7}"/>
                </a:ext>
              </a:extLst>
            </p:cNvPr>
            <p:cNvSpPr/>
            <p:nvPr/>
          </p:nvSpPr>
          <p:spPr>
            <a:xfrm>
              <a:off x="478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2" name="타원 10721">
              <a:extLst>
                <a:ext uri="{FF2B5EF4-FFF2-40B4-BE49-F238E27FC236}">
                  <a16:creationId xmlns:a16="http://schemas.microsoft.com/office/drawing/2014/main" id="{A63EF019-433D-499A-8ABC-6EEA2F22F96A}"/>
                </a:ext>
              </a:extLst>
            </p:cNvPr>
            <p:cNvSpPr/>
            <p:nvPr/>
          </p:nvSpPr>
          <p:spPr>
            <a:xfrm>
              <a:off x="6307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3" name="타원 10722">
              <a:extLst>
                <a:ext uri="{FF2B5EF4-FFF2-40B4-BE49-F238E27FC236}">
                  <a16:creationId xmlns:a16="http://schemas.microsoft.com/office/drawing/2014/main" id="{9951A998-25C9-4832-991C-EAEAA01E8BA9}"/>
                </a:ext>
              </a:extLst>
            </p:cNvPr>
            <p:cNvSpPr/>
            <p:nvPr/>
          </p:nvSpPr>
          <p:spPr>
            <a:xfrm>
              <a:off x="7831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4" name="타원 10723">
              <a:extLst>
                <a:ext uri="{FF2B5EF4-FFF2-40B4-BE49-F238E27FC236}">
                  <a16:creationId xmlns:a16="http://schemas.microsoft.com/office/drawing/2014/main" id="{13347D2D-5904-49B5-919E-3C2458196DB5}"/>
                </a:ext>
              </a:extLst>
            </p:cNvPr>
            <p:cNvSpPr/>
            <p:nvPr/>
          </p:nvSpPr>
          <p:spPr>
            <a:xfrm>
              <a:off x="9355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5" name="타원 10724">
              <a:extLst>
                <a:ext uri="{FF2B5EF4-FFF2-40B4-BE49-F238E27FC236}">
                  <a16:creationId xmlns:a16="http://schemas.microsoft.com/office/drawing/2014/main" id="{EA183541-B644-40B3-AEF4-443C60E5F7E3}"/>
                </a:ext>
              </a:extLst>
            </p:cNvPr>
            <p:cNvSpPr/>
            <p:nvPr/>
          </p:nvSpPr>
          <p:spPr>
            <a:xfrm>
              <a:off x="1087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6" name="타원 10725">
              <a:extLst>
                <a:ext uri="{FF2B5EF4-FFF2-40B4-BE49-F238E27FC236}">
                  <a16:creationId xmlns:a16="http://schemas.microsoft.com/office/drawing/2014/main" id="{FDDA6BD9-1C9E-4C30-AF46-82EA7D1ED37E}"/>
                </a:ext>
              </a:extLst>
            </p:cNvPr>
            <p:cNvSpPr/>
            <p:nvPr/>
          </p:nvSpPr>
          <p:spPr>
            <a:xfrm>
              <a:off x="1240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7" name="타원 10726">
              <a:extLst>
                <a:ext uri="{FF2B5EF4-FFF2-40B4-BE49-F238E27FC236}">
                  <a16:creationId xmlns:a16="http://schemas.microsoft.com/office/drawing/2014/main" id="{DD30CE91-6BE3-49A0-9B63-F984685164C4}"/>
                </a:ext>
              </a:extLst>
            </p:cNvPr>
            <p:cNvSpPr/>
            <p:nvPr/>
          </p:nvSpPr>
          <p:spPr>
            <a:xfrm>
              <a:off x="13927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8" name="타원 10727">
              <a:extLst>
                <a:ext uri="{FF2B5EF4-FFF2-40B4-BE49-F238E27FC236}">
                  <a16:creationId xmlns:a16="http://schemas.microsoft.com/office/drawing/2014/main" id="{7E407A5D-1F4B-43AF-AF50-9E34BB8DDF03}"/>
                </a:ext>
              </a:extLst>
            </p:cNvPr>
            <p:cNvSpPr/>
            <p:nvPr/>
          </p:nvSpPr>
          <p:spPr>
            <a:xfrm>
              <a:off x="15451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9" name="타원 10728">
              <a:extLst>
                <a:ext uri="{FF2B5EF4-FFF2-40B4-BE49-F238E27FC236}">
                  <a16:creationId xmlns:a16="http://schemas.microsoft.com/office/drawing/2014/main" id="{6ECA97F9-84A8-4C98-BF91-B7E73FA0799A}"/>
                </a:ext>
              </a:extLst>
            </p:cNvPr>
            <p:cNvSpPr/>
            <p:nvPr/>
          </p:nvSpPr>
          <p:spPr>
            <a:xfrm>
              <a:off x="16975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0" name="타원 10729">
              <a:extLst>
                <a:ext uri="{FF2B5EF4-FFF2-40B4-BE49-F238E27FC236}">
                  <a16:creationId xmlns:a16="http://schemas.microsoft.com/office/drawing/2014/main" id="{404E3057-DEAC-4D20-A75E-61532A2C9565}"/>
                </a:ext>
              </a:extLst>
            </p:cNvPr>
            <p:cNvSpPr/>
            <p:nvPr/>
          </p:nvSpPr>
          <p:spPr>
            <a:xfrm>
              <a:off x="1849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1" name="타원 10730">
              <a:extLst>
                <a:ext uri="{FF2B5EF4-FFF2-40B4-BE49-F238E27FC236}">
                  <a16:creationId xmlns:a16="http://schemas.microsoft.com/office/drawing/2014/main" id="{4160E7E9-5E34-423E-808A-8C504C4DDAF2}"/>
                </a:ext>
              </a:extLst>
            </p:cNvPr>
            <p:cNvSpPr/>
            <p:nvPr/>
          </p:nvSpPr>
          <p:spPr>
            <a:xfrm>
              <a:off x="2002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2" name="타원 10731">
              <a:extLst>
                <a:ext uri="{FF2B5EF4-FFF2-40B4-BE49-F238E27FC236}">
                  <a16:creationId xmlns:a16="http://schemas.microsoft.com/office/drawing/2014/main" id="{D1457A30-C0E2-40B2-A676-2AAAFA43C958}"/>
                </a:ext>
              </a:extLst>
            </p:cNvPr>
            <p:cNvSpPr/>
            <p:nvPr/>
          </p:nvSpPr>
          <p:spPr>
            <a:xfrm>
              <a:off x="21547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3" name="타원 10732">
              <a:extLst>
                <a:ext uri="{FF2B5EF4-FFF2-40B4-BE49-F238E27FC236}">
                  <a16:creationId xmlns:a16="http://schemas.microsoft.com/office/drawing/2014/main" id="{43D6E147-A9CF-4B0C-9EB6-DC237027EBE8}"/>
                </a:ext>
              </a:extLst>
            </p:cNvPr>
            <p:cNvSpPr/>
            <p:nvPr/>
          </p:nvSpPr>
          <p:spPr>
            <a:xfrm>
              <a:off x="23071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4" name="타원 10733">
              <a:extLst>
                <a:ext uri="{FF2B5EF4-FFF2-40B4-BE49-F238E27FC236}">
                  <a16:creationId xmlns:a16="http://schemas.microsoft.com/office/drawing/2014/main" id="{FA726FFB-8AF5-487B-AD16-AF70C8DDE4D8}"/>
                </a:ext>
              </a:extLst>
            </p:cNvPr>
            <p:cNvSpPr/>
            <p:nvPr/>
          </p:nvSpPr>
          <p:spPr>
            <a:xfrm>
              <a:off x="24595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5" name="타원 10734">
              <a:extLst>
                <a:ext uri="{FF2B5EF4-FFF2-40B4-BE49-F238E27FC236}">
                  <a16:creationId xmlns:a16="http://schemas.microsoft.com/office/drawing/2014/main" id="{71764DB4-AFFA-4EF2-8897-147CE7BA2E6D}"/>
                </a:ext>
              </a:extLst>
            </p:cNvPr>
            <p:cNvSpPr/>
            <p:nvPr/>
          </p:nvSpPr>
          <p:spPr>
            <a:xfrm>
              <a:off x="2611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6" name="타원 10735">
              <a:extLst>
                <a:ext uri="{FF2B5EF4-FFF2-40B4-BE49-F238E27FC236}">
                  <a16:creationId xmlns:a16="http://schemas.microsoft.com/office/drawing/2014/main" id="{5C0B4F89-890D-45D5-8AAA-EE2D3F30C212}"/>
                </a:ext>
              </a:extLst>
            </p:cNvPr>
            <p:cNvSpPr/>
            <p:nvPr/>
          </p:nvSpPr>
          <p:spPr>
            <a:xfrm>
              <a:off x="2764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7" name="타원 10736">
              <a:extLst>
                <a:ext uri="{FF2B5EF4-FFF2-40B4-BE49-F238E27FC236}">
                  <a16:creationId xmlns:a16="http://schemas.microsoft.com/office/drawing/2014/main" id="{8D455763-5B78-4431-824A-CE534F4E0508}"/>
                </a:ext>
              </a:extLst>
            </p:cNvPr>
            <p:cNvSpPr/>
            <p:nvPr/>
          </p:nvSpPr>
          <p:spPr>
            <a:xfrm>
              <a:off x="29167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8" name="타원 10737">
              <a:extLst>
                <a:ext uri="{FF2B5EF4-FFF2-40B4-BE49-F238E27FC236}">
                  <a16:creationId xmlns:a16="http://schemas.microsoft.com/office/drawing/2014/main" id="{F64A9555-3DE1-4B02-888C-DD1FF845A064}"/>
                </a:ext>
              </a:extLst>
            </p:cNvPr>
            <p:cNvSpPr/>
            <p:nvPr/>
          </p:nvSpPr>
          <p:spPr>
            <a:xfrm>
              <a:off x="30691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39" name="타원 10738">
              <a:extLst>
                <a:ext uri="{FF2B5EF4-FFF2-40B4-BE49-F238E27FC236}">
                  <a16:creationId xmlns:a16="http://schemas.microsoft.com/office/drawing/2014/main" id="{9D67F852-76D2-4DDA-B0E5-1EBBA6FFD704}"/>
                </a:ext>
              </a:extLst>
            </p:cNvPr>
            <p:cNvSpPr/>
            <p:nvPr/>
          </p:nvSpPr>
          <p:spPr>
            <a:xfrm>
              <a:off x="32215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0" name="타원 10739">
              <a:extLst>
                <a:ext uri="{FF2B5EF4-FFF2-40B4-BE49-F238E27FC236}">
                  <a16:creationId xmlns:a16="http://schemas.microsoft.com/office/drawing/2014/main" id="{E2894108-6D50-49CD-BABA-F5017CFA83B5}"/>
                </a:ext>
              </a:extLst>
            </p:cNvPr>
            <p:cNvSpPr/>
            <p:nvPr/>
          </p:nvSpPr>
          <p:spPr>
            <a:xfrm>
              <a:off x="3373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1" name="타원 10740">
              <a:extLst>
                <a:ext uri="{FF2B5EF4-FFF2-40B4-BE49-F238E27FC236}">
                  <a16:creationId xmlns:a16="http://schemas.microsoft.com/office/drawing/2014/main" id="{74B5B709-75C6-4CCF-B06F-F4C1D2B37B98}"/>
                </a:ext>
              </a:extLst>
            </p:cNvPr>
            <p:cNvSpPr/>
            <p:nvPr/>
          </p:nvSpPr>
          <p:spPr>
            <a:xfrm>
              <a:off x="3526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2" name="타원 10741">
              <a:extLst>
                <a:ext uri="{FF2B5EF4-FFF2-40B4-BE49-F238E27FC236}">
                  <a16:creationId xmlns:a16="http://schemas.microsoft.com/office/drawing/2014/main" id="{40667432-9776-49E9-AD6E-AAABF27AAA3E}"/>
                </a:ext>
              </a:extLst>
            </p:cNvPr>
            <p:cNvSpPr/>
            <p:nvPr/>
          </p:nvSpPr>
          <p:spPr>
            <a:xfrm>
              <a:off x="36787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3" name="타원 10742">
              <a:extLst>
                <a:ext uri="{FF2B5EF4-FFF2-40B4-BE49-F238E27FC236}">
                  <a16:creationId xmlns:a16="http://schemas.microsoft.com/office/drawing/2014/main" id="{0C56F37B-B25D-4A86-B6DA-603C60E38ED8}"/>
                </a:ext>
              </a:extLst>
            </p:cNvPr>
            <p:cNvSpPr/>
            <p:nvPr/>
          </p:nvSpPr>
          <p:spPr>
            <a:xfrm>
              <a:off x="38311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4" name="타원 10743">
              <a:extLst>
                <a:ext uri="{FF2B5EF4-FFF2-40B4-BE49-F238E27FC236}">
                  <a16:creationId xmlns:a16="http://schemas.microsoft.com/office/drawing/2014/main" id="{9CCAA6EE-08B0-42DD-A4BC-AFC1F5292EF4}"/>
                </a:ext>
              </a:extLst>
            </p:cNvPr>
            <p:cNvSpPr/>
            <p:nvPr/>
          </p:nvSpPr>
          <p:spPr>
            <a:xfrm>
              <a:off x="39835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5" name="타원 10744">
              <a:extLst>
                <a:ext uri="{FF2B5EF4-FFF2-40B4-BE49-F238E27FC236}">
                  <a16:creationId xmlns:a16="http://schemas.microsoft.com/office/drawing/2014/main" id="{FBF911EA-3DE6-4003-BE91-4541F3B5B04E}"/>
                </a:ext>
              </a:extLst>
            </p:cNvPr>
            <p:cNvSpPr/>
            <p:nvPr/>
          </p:nvSpPr>
          <p:spPr>
            <a:xfrm>
              <a:off x="4135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6" name="타원 10745">
              <a:extLst>
                <a:ext uri="{FF2B5EF4-FFF2-40B4-BE49-F238E27FC236}">
                  <a16:creationId xmlns:a16="http://schemas.microsoft.com/office/drawing/2014/main" id="{6CC78153-F676-4943-8BEF-FEFEFCBF9A1D}"/>
                </a:ext>
              </a:extLst>
            </p:cNvPr>
            <p:cNvSpPr/>
            <p:nvPr/>
          </p:nvSpPr>
          <p:spPr>
            <a:xfrm>
              <a:off x="4288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7" name="타원 10746">
              <a:extLst>
                <a:ext uri="{FF2B5EF4-FFF2-40B4-BE49-F238E27FC236}">
                  <a16:creationId xmlns:a16="http://schemas.microsoft.com/office/drawing/2014/main" id="{B440FE85-17B2-4FED-98F0-E6D4923E9889}"/>
                </a:ext>
              </a:extLst>
            </p:cNvPr>
            <p:cNvSpPr/>
            <p:nvPr/>
          </p:nvSpPr>
          <p:spPr>
            <a:xfrm>
              <a:off x="44407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8" name="타원 10747">
              <a:extLst>
                <a:ext uri="{FF2B5EF4-FFF2-40B4-BE49-F238E27FC236}">
                  <a16:creationId xmlns:a16="http://schemas.microsoft.com/office/drawing/2014/main" id="{6EA53714-4BF1-442F-9E61-4E832991A00C}"/>
                </a:ext>
              </a:extLst>
            </p:cNvPr>
            <p:cNvSpPr/>
            <p:nvPr/>
          </p:nvSpPr>
          <p:spPr>
            <a:xfrm>
              <a:off x="45931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9" name="타원 10748">
              <a:extLst>
                <a:ext uri="{FF2B5EF4-FFF2-40B4-BE49-F238E27FC236}">
                  <a16:creationId xmlns:a16="http://schemas.microsoft.com/office/drawing/2014/main" id="{65A29C92-E5FF-4A41-96AC-2615EDB1DDF9}"/>
                </a:ext>
              </a:extLst>
            </p:cNvPr>
            <p:cNvSpPr/>
            <p:nvPr/>
          </p:nvSpPr>
          <p:spPr>
            <a:xfrm>
              <a:off x="47455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0" name="타원 10749">
              <a:extLst>
                <a:ext uri="{FF2B5EF4-FFF2-40B4-BE49-F238E27FC236}">
                  <a16:creationId xmlns:a16="http://schemas.microsoft.com/office/drawing/2014/main" id="{B67E0DE3-B338-4285-976F-561212415E25}"/>
                </a:ext>
              </a:extLst>
            </p:cNvPr>
            <p:cNvSpPr/>
            <p:nvPr/>
          </p:nvSpPr>
          <p:spPr>
            <a:xfrm>
              <a:off x="4897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1" name="타원 10750">
              <a:extLst>
                <a:ext uri="{FF2B5EF4-FFF2-40B4-BE49-F238E27FC236}">
                  <a16:creationId xmlns:a16="http://schemas.microsoft.com/office/drawing/2014/main" id="{3A43F3FD-3358-4124-ABE2-EBEABB7DAF0B}"/>
                </a:ext>
              </a:extLst>
            </p:cNvPr>
            <p:cNvSpPr/>
            <p:nvPr/>
          </p:nvSpPr>
          <p:spPr>
            <a:xfrm>
              <a:off x="5050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2" name="타원 10751">
              <a:extLst>
                <a:ext uri="{FF2B5EF4-FFF2-40B4-BE49-F238E27FC236}">
                  <a16:creationId xmlns:a16="http://schemas.microsoft.com/office/drawing/2014/main" id="{71054889-8D8D-429E-B10E-B1DDA27C79A4}"/>
                </a:ext>
              </a:extLst>
            </p:cNvPr>
            <p:cNvSpPr/>
            <p:nvPr/>
          </p:nvSpPr>
          <p:spPr>
            <a:xfrm>
              <a:off x="52027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3" name="타원 10752">
              <a:extLst>
                <a:ext uri="{FF2B5EF4-FFF2-40B4-BE49-F238E27FC236}">
                  <a16:creationId xmlns:a16="http://schemas.microsoft.com/office/drawing/2014/main" id="{D1EC8B47-91D3-48EF-94E4-0D00EDAAA24D}"/>
                </a:ext>
              </a:extLst>
            </p:cNvPr>
            <p:cNvSpPr/>
            <p:nvPr/>
          </p:nvSpPr>
          <p:spPr>
            <a:xfrm>
              <a:off x="53551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4" name="타원 10753">
              <a:extLst>
                <a:ext uri="{FF2B5EF4-FFF2-40B4-BE49-F238E27FC236}">
                  <a16:creationId xmlns:a16="http://schemas.microsoft.com/office/drawing/2014/main" id="{6D26EDF7-3F22-47EA-BB8B-DBDFE0D762E9}"/>
                </a:ext>
              </a:extLst>
            </p:cNvPr>
            <p:cNvSpPr/>
            <p:nvPr/>
          </p:nvSpPr>
          <p:spPr>
            <a:xfrm>
              <a:off x="55075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5" name="타원 10754">
              <a:extLst>
                <a:ext uri="{FF2B5EF4-FFF2-40B4-BE49-F238E27FC236}">
                  <a16:creationId xmlns:a16="http://schemas.microsoft.com/office/drawing/2014/main" id="{1EA492FA-A115-416E-B344-21F3E6B34CFD}"/>
                </a:ext>
              </a:extLst>
            </p:cNvPr>
            <p:cNvSpPr/>
            <p:nvPr/>
          </p:nvSpPr>
          <p:spPr>
            <a:xfrm>
              <a:off x="56599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6" name="타원 10755">
              <a:extLst>
                <a:ext uri="{FF2B5EF4-FFF2-40B4-BE49-F238E27FC236}">
                  <a16:creationId xmlns:a16="http://schemas.microsoft.com/office/drawing/2014/main" id="{A2CF018B-E9AA-411E-9D73-21FE4C99A2F1}"/>
                </a:ext>
              </a:extLst>
            </p:cNvPr>
            <p:cNvSpPr/>
            <p:nvPr/>
          </p:nvSpPr>
          <p:spPr>
            <a:xfrm>
              <a:off x="5812349" y="212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7" name="타원 10756">
              <a:extLst>
                <a:ext uri="{FF2B5EF4-FFF2-40B4-BE49-F238E27FC236}">
                  <a16:creationId xmlns:a16="http://schemas.microsoft.com/office/drawing/2014/main" id="{44137ED8-1247-4FC0-8704-D37ADFDD9F22}"/>
                </a:ext>
              </a:extLst>
            </p:cNvPr>
            <p:cNvSpPr/>
            <p:nvPr/>
          </p:nvSpPr>
          <p:spPr>
            <a:xfrm>
              <a:off x="325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8" name="타원 10757">
              <a:extLst>
                <a:ext uri="{FF2B5EF4-FFF2-40B4-BE49-F238E27FC236}">
                  <a16:creationId xmlns:a16="http://schemas.microsoft.com/office/drawing/2014/main" id="{BF67504A-BB2D-4B26-ADF9-C75D67ADEF4E}"/>
                </a:ext>
              </a:extLst>
            </p:cNvPr>
            <p:cNvSpPr/>
            <p:nvPr/>
          </p:nvSpPr>
          <p:spPr>
            <a:xfrm>
              <a:off x="478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59" name="타원 10758">
              <a:extLst>
                <a:ext uri="{FF2B5EF4-FFF2-40B4-BE49-F238E27FC236}">
                  <a16:creationId xmlns:a16="http://schemas.microsoft.com/office/drawing/2014/main" id="{A0AFD696-F5A6-4B7B-8E33-83C18D919337}"/>
                </a:ext>
              </a:extLst>
            </p:cNvPr>
            <p:cNvSpPr/>
            <p:nvPr/>
          </p:nvSpPr>
          <p:spPr>
            <a:xfrm>
              <a:off x="6307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0" name="타원 10759">
              <a:extLst>
                <a:ext uri="{FF2B5EF4-FFF2-40B4-BE49-F238E27FC236}">
                  <a16:creationId xmlns:a16="http://schemas.microsoft.com/office/drawing/2014/main" id="{31BEC3DA-BD16-44C7-99F2-0994C18F7EE4}"/>
                </a:ext>
              </a:extLst>
            </p:cNvPr>
            <p:cNvSpPr/>
            <p:nvPr/>
          </p:nvSpPr>
          <p:spPr>
            <a:xfrm>
              <a:off x="7831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1" name="타원 10760">
              <a:extLst>
                <a:ext uri="{FF2B5EF4-FFF2-40B4-BE49-F238E27FC236}">
                  <a16:creationId xmlns:a16="http://schemas.microsoft.com/office/drawing/2014/main" id="{671E481B-5CEF-402B-B3EE-30F21244AA65}"/>
                </a:ext>
              </a:extLst>
            </p:cNvPr>
            <p:cNvSpPr/>
            <p:nvPr/>
          </p:nvSpPr>
          <p:spPr>
            <a:xfrm>
              <a:off x="9355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2" name="타원 10761">
              <a:extLst>
                <a:ext uri="{FF2B5EF4-FFF2-40B4-BE49-F238E27FC236}">
                  <a16:creationId xmlns:a16="http://schemas.microsoft.com/office/drawing/2014/main" id="{8E504ED0-D275-496D-BC3E-BEB890394278}"/>
                </a:ext>
              </a:extLst>
            </p:cNvPr>
            <p:cNvSpPr/>
            <p:nvPr/>
          </p:nvSpPr>
          <p:spPr>
            <a:xfrm>
              <a:off x="1087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3" name="타원 10762">
              <a:extLst>
                <a:ext uri="{FF2B5EF4-FFF2-40B4-BE49-F238E27FC236}">
                  <a16:creationId xmlns:a16="http://schemas.microsoft.com/office/drawing/2014/main" id="{22F7D364-4EBB-4356-AAD6-949FC0D1F320}"/>
                </a:ext>
              </a:extLst>
            </p:cNvPr>
            <p:cNvSpPr/>
            <p:nvPr/>
          </p:nvSpPr>
          <p:spPr>
            <a:xfrm>
              <a:off x="1240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4" name="타원 10763">
              <a:extLst>
                <a:ext uri="{FF2B5EF4-FFF2-40B4-BE49-F238E27FC236}">
                  <a16:creationId xmlns:a16="http://schemas.microsoft.com/office/drawing/2014/main" id="{457D8FBC-0CAD-49C1-98A5-7C674D7703CC}"/>
                </a:ext>
              </a:extLst>
            </p:cNvPr>
            <p:cNvSpPr/>
            <p:nvPr/>
          </p:nvSpPr>
          <p:spPr>
            <a:xfrm>
              <a:off x="13927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5" name="타원 10764">
              <a:extLst>
                <a:ext uri="{FF2B5EF4-FFF2-40B4-BE49-F238E27FC236}">
                  <a16:creationId xmlns:a16="http://schemas.microsoft.com/office/drawing/2014/main" id="{C7F3661C-F43A-4BDC-A1F2-53EEEB6A8DCB}"/>
                </a:ext>
              </a:extLst>
            </p:cNvPr>
            <p:cNvSpPr/>
            <p:nvPr/>
          </p:nvSpPr>
          <p:spPr>
            <a:xfrm>
              <a:off x="15451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6" name="타원 10765">
              <a:extLst>
                <a:ext uri="{FF2B5EF4-FFF2-40B4-BE49-F238E27FC236}">
                  <a16:creationId xmlns:a16="http://schemas.microsoft.com/office/drawing/2014/main" id="{9CF199BD-2897-46FD-A0B5-08E6A81FD9AB}"/>
                </a:ext>
              </a:extLst>
            </p:cNvPr>
            <p:cNvSpPr/>
            <p:nvPr/>
          </p:nvSpPr>
          <p:spPr>
            <a:xfrm>
              <a:off x="16975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7" name="타원 10766">
              <a:extLst>
                <a:ext uri="{FF2B5EF4-FFF2-40B4-BE49-F238E27FC236}">
                  <a16:creationId xmlns:a16="http://schemas.microsoft.com/office/drawing/2014/main" id="{50D96A47-0063-4B51-B126-B82CD1B315F0}"/>
                </a:ext>
              </a:extLst>
            </p:cNvPr>
            <p:cNvSpPr/>
            <p:nvPr/>
          </p:nvSpPr>
          <p:spPr>
            <a:xfrm>
              <a:off x="1849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8" name="타원 10767">
              <a:extLst>
                <a:ext uri="{FF2B5EF4-FFF2-40B4-BE49-F238E27FC236}">
                  <a16:creationId xmlns:a16="http://schemas.microsoft.com/office/drawing/2014/main" id="{CBC0B32B-8B4D-4DB3-96CC-CC84C898F217}"/>
                </a:ext>
              </a:extLst>
            </p:cNvPr>
            <p:cNvSpPr/>
            <p:nvPr/>
          </p:nvSpPr>
          <p:spPr>
            <a:xfrm>
              <a:off x="2002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69" name="타원 10768">
              <a:extLst>
                <a:ext uri="{FF2B5EF4-FFF2-40B4-BE49-F238E27FC236}">
                  <a16:creationId xmlns:a16="http://schemas.microsoft.com/office/drawing/2014/main" id="{8FD4B8EC-2EEB-476A-A766-AC7CD17B152A}"/>
                </a:ext>
              </a:extLst>
            </p:cNvPr>
            <p:cNvSpPr/>
            <p:nvPr/>
          </p:nvSpPr>
          <p:spPr>
            <a:xfrm>
              <a:off x="21547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0" name="타원 10769">
              <a:extLst>
                <a:ext uri="{FF2B5EF4-FFF2-40B4-BE49-F238E27FC236}">
                  <a16:creationId xmlns:a16="http://schemas.microsoft.com/office/drawing/2014/main" id="{D47C3F0B-D1D9-4592-AF07-D40180927F3B}"/>
                </a:ext>
              </a:extLst>
            </p:cNvPr>
            <p:cNvSpPr/>
            <p:nvPr/>
          </p:nvSpPr>
          <p:spPr>
            <a:xfrm>
              <a:off x="23071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1" name="타원 10770">
              <a:extLst>
                <a:ext uri="{FF2B5EF4-FFF2-40B4-BE49-F238E27FC236}">
                  <a16:creationId xmlns:a16="http://schemas.microsoft.com/office/drawing/2014/main" id="{268AF828-A2E7-4B97-B270-43A087184E59}"/>
                </a:ext>
              </a:extLst>
            </p:cNvPr>
            <p:cNvSpPr/>
            <p:nvPr/>
          </p:nvSpPr>
          <p:spPr>
            <a:xfrm>
              <a:off x="24595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2" name="타원 10771">
              <a:extLst>
                <a:ext uri="{FF2B5EF4-FFF2-40B4-BE49-F238E27FC236}">
                  <a16:creationId xmlns:a16="http://schemas.microsoft.com/office/drawing/2014/main" id="{BEF4DEFA-88F6-4CED-BE04-F69283E208D8}"/>
                </a:ext>
              </a:extLst>
            </p:cNvPr>
            <p:cNvSpPr/>
            <p:nvPr/>
          </p:nvSpPr>
          <p:spPr>
            <a:xfrm>
              <a:off x="2611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3" name="타원 10772">
              <a:extLst>
                <a:ext uri="{FF2B5EF4-FFF2-40B4-BE49-F238E27FC236}">
                  <a16:creationId xmlns:a16="http://schemas.microsoft.com/office/drawing/2014/main" id="{1F8B71EC-4EBE-4053-9EDD-12F871431B5F}"/>
                </a:ext>
              </a:extLst>
            </p:cNvPr>
            <p:cNvSpPr/>
            <p:nvPr/>
          </p:nvSpPr>
          <p:spPr>
            <a:xfrm>
              <a:off x="2764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4" name="타원 10773">
              <a:extLst>
                <a:ext uri="{FF2B5EF4-FFF2-40B4-BE49-F238E27FC236}">
                  <a16:creationId xmlns:a16="http://schemas.microsoft.com/office/drawing/2014/main" id="{C6604D59-8DF4-454A-9145-874C06D6D7F1}"/>
                </a:ext>
              </a:extLst>
            </p:cNvPr>
            <p:cNvSpPr/>
            <p:nvPr/>
          </p:nvSpPr>
          <p:spPr>
            <a:xfrm>
              <a:off x="29167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5" name="타원 10774">
              <a:extLst>
                <a:ext uri="{FF2B5EF4-FFF2-40B4-BE49-F238E27FC236}">
                  <a16:creationId xmlns:a16="http://schemas.microsoft.com/office/drawing/2014/main" id="{284B6469-2D9B-449B-A386-3522D956C5AF}"/>
                </a:ext>
              </a:extLst>
            </p:cNvPr>
            <p:cNvSpPr/>
            <p:nvPr/>
          </p:nvSpPr>
          <p:spPr>
            <a:xfrm>
              <a:off x="30691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6" name="타원 10775">
              <a:extLst>
                <a:ext uri="{FF2B5EF4-FFF2-40B4-BE49-F238E27FC236}">
                  <a16:creationId xmlns:a16="http://schemas.microsoft.com/office/drawing/2014/main" id="{35286F20-2AE3-4E8D-9B96-416975F38C39}"/>
                </a:ext>
              </a:extLst>
            </p:cNvPr>
            <p:cNvSpPr/>
            <p:nvPr/>
          </p:nvSpPr>
          <p:spPr>
            <a:xfrm>
              <a:off x="32215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7" name="타원 10776">
              <a:extLst>
                <a:ext uri="{FF2B5EF4-FFF2-40B4-BE49-F238E27FC236}">
                  <a16:creationId xmlns:a16="http://schemas.microsoft.com/office/drawing/2014/main" id="{44D0350A-645C-42BA-8959-9A888E23529C}"/>
                </a:ext>
              </a:extLst>
            </p:cNvPr>
            <p:cNvSpPr/>
            <p:nvPr/>
          </p:nvSpPr>
          <p:spPr>
            <a:xfrm>
              <a:off x="3373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8" name="타원 10777">
              <a:extLst>
                <a:ext uri="{FF2B5EF4-FFF2-40B4-BE49-F238E27FC236}">
                  <a16:creationId xmlns:a16="http://schemas.microsoft.com/office/drawing/2014/main" id="{54B771A5-DBCB-4E86-BC0E-A886CA44BD69}"/>
                </a:ext>
              </a:extLst>
            </p:cNvPr>
            <p:cNvSpPr/>
            <p:nvPr/>
          </p:nvSpPr>
          <p:spPr>
            <a:xfrm>
              <a:off x="3526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79" name="타원 10778">
              <a:extLst>
                <a:ext uri="{FF2B5EF4-FFF2-40B4-BE49-F238E27FC236}">
                  <a16:creationId xmlns:a16="http://schemas.microsoft.com/office/drawing/2014/main" id="{9A734B30-D8DA-48E6-B7E4-DA66924F9253}"/>
                </a:ext>
              </a:extLst>
            </p:cNvPr>
            <p:cNvSpPr/>
            <p:nvPr/>
          </p:nvSpPr>
          <p:spPr>
            <a:xfrm>
              <a:off x="36787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0" name="타원 10779">
              <a:extLst>
                <a:ext uri="{FF2B5EF4-FFF2-40B4-BE49-F238E27FC236}">
                  <a16:creationId xmlns:a16="http://schemas.microsoft.com/office/drawing/2014/main" id="{A9B5769D-FD49-405F-B41D-94167DA28AAE}"/>
                </a:ext>
              </a:extLst>
            </p:cNvPr>
            <p:cNvSpPr/>
            <p:nvPr/>
          </p:nvSpPr>
          <p:spPr>
            <a:xfrm>
              <a:off x="38311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1" name="타원 10780">
              <a:extLst>
                <a:ext uri="{FF2B5EF4-FFF2-40B4-BE49-F238E27FC236}">
                  <a16:creationId xmlns:a16="http://schemas.microsoft.com/office/drawing/2014/main" id="{5153335F-74AC-493B-8190-79719ED263BB}"/>
                </a:ext>
              </a:extLst>
            </p:cNvPr>
            <p:cNvSpPr/>
            <p:nvPr/>
          </p:nvSpPr>
          <p:spPr>
            <a:xfrm>
              <a:off x="39835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2" name="타원 10781">
              <a:extLst>
                <a:ext uri="{FF2B5EF4-FFF2-40B4-BE49-F238E27FC236}">
                  <a16:creationId xmlns:a16="http://schemas.microsoft.com/office/drawing/2014/main" id="{804A82C4-79F6-41DE-8A91-2A9447B2E02A}"/>
                </a:ext>
              </a:extLst>
            </p:cNvPr>
            <p:cNvSpPr/>
            <p:nvPr/>
          </p:nvSpPr>
          <p:spPr>
            <a:xfrm>
              <a:off x="4135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3" name="타원 10782">
              <a:extLst>
                <a:ext uri="{FF2B5EF4-FFF2-40B4-BE49-F238E27FC236}">
                  <a16:creationId xmlns:a16="http://schemas.microsoft.com/office/drawing/2014/main" id="{41CA2C92-3278-4444-8D9C-DD3D9074731D}"/>
                </a:ext>
              </a:extLst>
            </p:cNvPr>
            <p:cNvSpPr/>
            <p:nvPr/>
          </p:nvSpPr>
          <p:spPr>
            <a:xfrm>
              <a:off x="4288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4" name="타원 10783">
              <a:extLst>
                <a:ext uri="{FF2B5EF4-FFF2-40B4-BE49-F238E27FC236}">
                  <a16:creationId xmlns:a16="http://schemas.microsoft.com/office/drawing/2014/main" id="{2E55DF46-2A02-4DBB-BD88-0A3B2FABE6BE}"/>
                </a:ext>
              </a:extLst>
            </p:cNvPr>
            <p:cNvSpPr/>
            <p:nvPr/>
          </p:nvSpPr>
          <p:spPr>
            <a:xfrm>
              <a:off x="44407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5" name="타원 10784">
              <a:extLst>
                <a:ext uri="{FF2B5EF4-FFF2-40B4-BE49-F238E27FC236}">
                  <a16:creationId xmlns:a16="http://schemas.microsoft.com/office/drawing/2014/main" id="{AE943E56-F29E-4FDC-B5F8-377F6EACEF98}"/>
                </a:ext>
              </a:extLst>
            </p:cNvPr>
            <p:cNvSpPr/>
            <p:nvPr/>
          </p:nvSpPr>
          <p:spPr>
            <a:xfrm>
              <a:off x="45931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6" name="타원 10785">
              <a:extLst>
                <a:ext uri="{FF2B5EF4-FFF2-40B4-BE49-F238E27FC236}">
                  <a16:creationId xmlns:a16="http://schemas.microsoft.com/office/drawing/2014/main" id="{E1787026-4556-4001-9DCA-469C38637FDC}"/>
                </a:ext>
              </a:extLst>
            </p:cNvPr>
            <p:cNvSpPr/>
            <p:nvPr/>
          </p:nvSpPr>
          <p:spPr>
            <a:xfrm>
              <a:off x="47455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7" name="타원 10786">
              <a:extLst>
                <a:ext uri="{FF2B5EF4-FFF2-40B4-BE49-F238E27FC236}">
                  <a16:creationId xmlns:a16="http://schemas.microsoft.com/office/drawing/2014/main" id="{6E80262E-A172-437F-9663-9AFF172921BD}"/>
                </a:ext>
              </a:extLst>
            </p:cNvPr>
            <p:cNvSpPr/>
            <p:nvPr/>
          </p:nvSpPr>
          <p:spPr>
            <a:xfrm>
              <a:off x="4897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8" name="타원 10787">
              <a:extLst>
                <a:ext uri="{FF2B5EF4-FFF2-40B4-BE49-F238E27FC236}">
                  <a16:creationId xmlns:a16="http://schemas.microsoft.com/office/drawing/2014/main" id="{64E722E9-B841-4AAC-BC7D-EBED2B6F44A2}"/>
                </a:ext>
              </a:extLst>
            </p:cNvPr>
            <p:cNvSpPr/>
            <p:nvPr/>
          </p:nvSpPr>
          <p:spPr>
            <a:xfrm>
              <a:off x="5050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89" name="타원 10788">
              <a:extLst>
                <a:ext uri="{FF2B5EF4-FFF2-40B4-BE49-F238E27FC236}">
                  <a16:creationId xmlns:a16="http://schemas.microsoft.com/office/drawing/2014/main" id="{C956E7E8-7B8F-45D6-9CBE-F4CB7C34B239}"/>
                </a:ext>
              </a:extLst>
            </p:cNvPr>
            <p:cNvSpPr/>
            <p:nvPr/>
          </p:nvSpPr>
          <p:spPr>
            <a:xfrm>
              <a:off x="52027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0" name="타원 10789">
              <a:extLst>
                <a:ext uri="{FF2B5EF4-FFF2-40B4-BE49-F238E27FC236}">
                  <a16:creationId xmlns:a16="http://schemas.microsoft.com/office/drawing/2014/main" id="{9D3EA8EF-00C3-4ACF-BAEC-A6BAE816C842}"/>
                </a:ext>
              </a:extLst>
            </p:cNvPr>
            <p:cNvSpPr/>
            <p:nvPr/>
          </p:nvSpPr>
          <p:spPr>
            <a:xfrm>
              <a:off x="53551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1" name="타원 10790">
              <a:extLst>
                <a:ext uri="{FF2B5EF4-FFF2-40B4-BE49-F238E27FC236}">
                  <a16:creationId xmlns:a16="http://schemas.microsoft.com/office/drawing/2014/main" id="{7BB3485B-04B1-4900-9C64-6950D44706A2}"/>
                </a:ext>
              </a:extLst>
            </p:cNvPr>
            <p:cNvSpPr/>
            <p:nvPr/>
          </p:nvSpPr>
          <p:spPr>
            <a:xfrm>
              <a:off x="55075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2" name="타원 10791">
              <a:extLst>
                <a:ext uri="{FF2B5EF4-FFF2-40B4-BE49-F238E27FC236}">
                  <a16:creationId xmlns:a16="http://schemas.microsoft.com/office/drawing/2014/main" id="{42218DCE-4F09-4FA3-920E-A5A42CC21223}"/>
                </a:ext>
              </a:extLst>
            </p:cNvPr>
            <p:cNvSpPr/>
            <p:nvPr/>
          </p:nvSpPr>
          <p:spPr>
            <a:xfrm>
              <a:off x="56599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3" name="타원 10792">
              <a:extLst>
                <a:ext uri="{FF2B5EF4-FFF2-40B4-BE49-F238E27FC236}">
                  <a16:creationId xmlns:a16="http://schemas.microsoft.com/office/drawing/2014/main" id="{2360ED37-CEA3-40E1-B0B7-C43DECDD45E4}"/>
                </a:ext>
              </a:extLst>
            </p:cNvPr>
            <p:cNvSpPr/>
            <p:nvPr/>
          </p:nvSpPr>
          <p:spPr>
            <a:xfrm>
              <a:off x="5812349" y="228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4" name="타원 10793">
              <a:extLst>
                <a:ext uri="{FF2B5EF4-FFF2-40B4-BE49-F238E27FC236}">
                  <a16:creationId xmlns:a16="http://schemas.microsoft.com/office/drawing/2014/main" id="{2A7A24F0-57C7-4CEC-9FF4-9943227856E0}"/>
                </a:ext>
              </a:extLst>
            </p:cNvPr>
            <p:cNvSpPr/>
            <p:nvPr/>
          </p:nvSpPr>
          <p:spPr>
            <a:xfrm>
              <a:off x="325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5" name="타원 10794">
              <a:extLst>
                <a:ext uri="{FF2B5EF4-FFF2-40B4-BE49-F238E27FC236}">
                  <a16:creationId xmlns:a16="http://schemas.microsoft.com/office/drawing/2014/main" id="{B66251E0-1A39-4CE5-A511-ABEA08B0EBEC}"/>
                </a:ext>
              </a:extLst>
            </p:cNvPr>
            <p:cNvSpPr/>
            <p:nvPr/>
          </p:nvSpPr>
          <p:spPr>
            <a:xfrm>
              <a:off x="478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6" name="타원 10795">
              <a:extLst>
                <a:ext uri="{FF2B5EF4-FFF2-40B4-BE49-F238E27FC236}">
                  <a16:creationId xmlns:a16="http://schemas.microsoft.com/office/drawing/2014/main" id="{9A3FEED8-799A-40B3-A852-3FFF4683A7F0}"/>
                </a:ext>
              </a:extLst>
            </p:cNvPr>
            <p:cNvSpPr/>
            <p:nvPr/>
          </p:nvSpPr>
          <p:spPr>
            <a:xfrm>
              <a:off x="6307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7" name="타원 10796">
              <a:extLst>
                <a:ext uri="{FF2B5EF4-FFF2-40B4-BE49-F238E27FC236}">
                  <a16:creationId xmlns:a16="http://schemas.microsoft.com/office/drawing/2014/main" id="{BD3E04DE-2D4F-42CA-8F90-F7F1C3B45BEE}"/>
                </a:ext>
              </a:extLst>
            </p:cNvPr>
            <p:cNvSpPr/>
            <p:nvPr/>
          </p:nvSpPr>
          <p:spPr>
            <a:xfrm>
              <a:off x="7831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8" name="타원 10797">
              <a:extLst>
                <a:ext uri="{FF2B5EF4-FFF2-40B4-BE49-F238E27FC236}">
                  <a16:creationId xmlns:a16="http://schemas.microsoft.com/office/drawing/2014/main" id="{38CB10E4-951E-41D8-8103-D274B517D5D0}"/>
                </a:ext>
              </a:extLst>
            </p:cNvPr>
            <p:cNvSpPr/>
            <p:nvPr/>
          </p:nvSpPr>
          <p:spPr>
            <a:xfrm>
              <a:off x="9355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99" name="타원 10798">
              <a:extLst>
                <a:ext uri="{FF2B5EF4-FFF2-40B4-BE49-F238E27FC236}">
                  <a16:creationId xmlns:a16="http://schemas.microsoft.com/office/drawing/2014/main" id="{6BAD6362-E4B2-4C2A-9964-5CDB32DF1B80}"/>
                </a:ext>
              </a:extLst>
            </p:cNvPr>
            <p:cNvSpPr/>
            <p:nvPr/>
          </p:nvSpPr>
          <p:spPr>
            <a:xfrm>
              <a:off x="1087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0" name="타원 10799">
              <a:extLst>
                <a:ext uri="{FF2B5EF4-FFF2-40B4-BE49-F238E27FC236}">
                  <a16:creationId xmlns:a16="http://schemas.microsoft.com/office/drawing/2014/main" id="{E9D13D99-03B5-4E35-AC2F-CC51360DE28E}"/>
                </a:ext>
              </a:extLst>
            </p:cNvPr>
            <p:cNvSpPr/>
            <p:nvPr/>
          </p:nvSpPr>
          <p:spPr>
            <a:xfrm>
              <a:off x="1240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1" name="타원 10800">
              <a:extLst>
                <a:ext uri="{FF2B5EF4-FFF2-40B4-BE49-F238E27FC236}">
                  <a16:creationId xmlns:a16="http://schemas.microsoft.com/office/drawing/2014/main" id="{C9949A45-ABA5-4A75-A2B0-F9EB4272A2DF}"/>
                </a:ext>
              </a:extLst>
            </p:cNvPr>
            <p:cNvSpPr/>
            <p:nvPr/>
          </p:nvSpPr>
          <p:spPr>
            <a:xfrm>
              <a:off x="13927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2" name="타원 10801">
              <a:extLst>
                <a:ext uri="{FF2B5EF4-FFF2-40B4-BE49-F238E27FC236}">
                  <a16:creationId xmlns:a16="http://schemas.microsoft.com/office/drawing/2014/main" id="{18B4B6D3-2199-4EE3-859C-70E4070A9DF8}"/>
                </a:ext>
              </a:extLst>
            </p:cNvPr>
            <p:cNvSpPr/>
            <p:nvPr/>
          </p:nvSpPr>
          <p:spPr>
            <a:xfrm>
              <a:off x="15451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3" name="타원 10802">
              <a:extLst>
                <a:ext uri="{FF2B5EF4-FFF2-40B4-BE49-F238E27FC236}">
                  <a16:creationId xmlns:a16="http://schemas.microsoft.com/office/drawing/2014/main" id="{D2259D9B-5518-429C-9943-BA21133F40C9}"/>
                </a:ext>
              </a:extLst>
            </p:cNvPr>
            <p:cNvSpPr/>
            <p:nvPr/>
          </p:nvSpPr>
          <p:spPr>
            <a:xfrm>
              <a:off x="16975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4" name="타원 10803">
              <a:extLst>
                <a:ext uri="{FF2B5EF4-FFF2-40B4-BE49-F238E27FC236}">
                  <a16:creationId xmlns:a16="http://schemas.microsoft.com/office/drawing/2014/main" id="{B14A0C35-EA7A-4DA9-8DEE-6239D8CD5B55}"/>
                </a:ext>
              </a:extLst>
            </p:cNvPr>
            <p:cNvSpPr/>
            <p:nvPr/>
          </p:nvSpPr>
          <p:spPr>
            <a:xfrm>
              <a:off x="1849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5" name="타원 10804">
              <a:extLst>
                <a:ext uri="{FF2B5EF4-FFF2-40B4-BE49-F238E27FC236}">
                  <a16:creationId xmlns:a16="http://schemas.microsoft.com/office/drawing/2014/main" id="{8EBCD096-74F8-4381-BA44-113A58D0AD3F}"/>
                </a:ext>
              </a:extLst>
            </p:cNvPr>
            <p:cNvSpPr/>
            <p:nvPr/>
          </p:nvSpPr>
          <p:spPr>
            <a:xfrm>
              <a:off x="2002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6" name="타원 10805">
              <a:extLst>
                <a:ext uri="{FF2B5EF4-FFF2-40B4-BE49-F238E27FC236}">
                  <a16:creationId xmlns:a16="http://schemas.microsoft.com/office/drawing/2014/main" id="{530DA102-A4E3-409B-A4C5-5CB7F25C256F}"/>
                </a:ext>
              </a:extLst>
            </p:cNvPr>
            <p:cNvSpPr/>
            <p:nvPr/>
          </p:nvSpPr>
          <p:spPr>
            <a:xfrm>
              <a:off x="21547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7" name="타원 10806">
              <a:extLst>
                <a:ext uri="{FF2B5EF4-FFF2-40B4-BE49-F238E27FC236}">
                  <a16:creationId xmlns:a16="http://schemas.microsoft.com/office/drawing/2014/main" id="{EA7B1CCF-E9B3-46AD-A633-A077EA972A4C}"/>
                </a:ext>
              </a:extLst>
            </p:cNvPr>
            <p:cNvSpPr/>
            <p:nvPr/>
          </p:nvSpPr>
          <p:spPr>
            <a:xfrm>
              <a:off x="23071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8" name="타원 10807">
              <a:extLst>
                <a:ext uri="{FF2B5EF4-FFF2-40B4-BE49-F238E27FC236}">
                  <a16:creationId xmlns:a16="http://schemas.microsoft.com/office/drawing/2014/main" id="{3E9D469C-E58B-4B86-ABDF-042C54FD1083}"/>
                </a:ext>
              </a:extLst>
            </p:cNvPr>
            <p:cNvSpPr/>
            <p:nvPr/>
          </p:nvSpPr>
          <p:spPr>
            <a:xfrm>
              <a:off x="24595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09" name="타원 10808">
              <a:extLst>
                <a:ext uri="{FF2B5EF4-FFF2-40B4-BE49-F238E27FC236}">
                  <a16:creationId xmlns:a16="http://schemas.microsoft.com/office/drawing/2014/main" id="{AE598199-0DB2-4E85-B673-8C0D82B64566}"/>
                </a:ext>
              </a:extLst>
            </p:cNvPr>
            <p:cNvSpPr/>
            <p:nvPr/>
          </p:nvSpPr>
          <p:spPr>
            <a:xfrm>
              <a:off x="2611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0" name="타원 10809">
              <a:extLst>
                <a:ext uri="{FF2B5EF4-FFF2-40B4-BE49-F238E27FC236}">
                  <a16:creationId xmlns:a16="http://schemas.microsoft.com/office/drawing/2014/main" id="{68BCF525-3D7B-4A6A-9FE4-33DBB136898E}"/>
                </a:ext>
              </a:extLst>
            </p:cNvPr>
            <p:cNvSpPr/>
            <p:nvPr/>
          </p:nvSpPr>
          <p:spPr>
            <a:xfrm>
              <a:off x="2764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1" name="타원 10810">
              <a:extLst>
                <a:ext uri="{FF2B5EF4-FFF2-40B4-BE49-F238E27FC236}">
                  <a16:creationId xmlns:a16="http://schemas.microsoft.com/office/drawing/2014/main" id="{C59D2470-98CC-4B24-BC3A-6C17583A1AD5}"/>
                </a:ext>
              </a:extLst>
            </p:cNvPr>
            <p:cNvSpPr/>
            <p:nvPr/>
          </p:nvSpPr>
          <p:spPr>
            <a:xfrm>
              <a:off x="29167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2" name="타원 10811">
              <a:extLst>
                <a:ext uri="{FF2B5EF4-FFF2-40B4-BE49-F238E27FC236}">
                  <a16:creationId xmlns:a16="http://schemas.microsoft.com/office/drawing/2014/main" id="{6EEBAC13-D2F4-4620-9A54-B71E513C8FE8}"/>
                </a:ext>
              </a:extLst>
            </p:cNvPr>
            <p:cNvSpPr/>
            <p:nvPr/>
          </p:nvSpPr>
          <p:spPr>
            <a:xfrm>
              <a:off x="30691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3" name="타원 10812">
              <a:extLst>
                <a:ext uri="{FF2B5EF4-FFF2-40B4-BE49-F238E27FC236}">
                  <a16:creationId xmlns:a16="http://schemas.microsoft.com/office/drawing/2014/main" id="{1A031210-3FF1-4EE2-8965-611FED1DE33D}"/>
                </a:ext>
              </a:extLst>
            </p:cNvPr>
            <p:cNvSpPr/>
            <p:nvPr/>
          </p:nvSpPr>
          <p:spPr>
            <a:xfrm>
              <a:off x="32215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4" name="타원 10813">
              <a:extLst>
                <a:ext uri="{FF2B5EF4-FFF2-40B4-BE49-F238E27FC236}">
                  <a16:creationId xmlns:a16="http://schemas.microsoft.com/office/drawing/2014/main" id="{B2AC988A-4B32-4546-877A-17D8278F6AE8}"/>
                </a:ext>
              </a:extLst>
            </p:cNvPr>
            <p:cNvSpPr/>
            <p:nvPr/>
          </p:nvSpPr>
          <p:spPr>
            <a:xfrm>
              <a:off x="3373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5" name="타원 10814">
              <a:extLst>
                <a:ext uri="{FF2B5EF4-FFF2-40B4-BE49-F238E27FC236}">
                  <a16:creationId xmlns:a16="http://schemas.microsoft.com/office/drawing/2014/main" id="{0F2302FF-41D4-4691-A64F-E415A4B34C5F}"/>
                </a:ext>
              </a:extLst>
            </p:cNvPr>
            <p:cNvSpPr/>
            <p:nvPr/>
          </p:nvSpPr>
          <p:spPr>
            <a:xfrm>
              <a:off x="3526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6" name="타원 10815">
              <a:extLst>
                <a:ext uri="{FF2B5EF4-FFF2-40B4-BE49-F238E27FC236}">
                  <a16:creationId xmlns:a16="http://schemas.microsoft.com/office/drawing/2014/main" id="{37F6030A-23D3-4B62-A17B-12CD237E9CE6}"/>
                </a:ext>
              </a:extLst>
            </p:cNvPr>
            <p:cNvSpPr/>
            <p:nvPr/>
          </p:nvSpPr>
          <p:spPr>
            <a:xfrm>
              <a:off x="36787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7" name="타원 10816">
              <a:extLst>
                <a:ext uri="{FF2B5EF4-FFF2-40B4-BE49-F238E27FC236}">
                  <a16:creationId xmlns:a16="http://schemas.microsoft.com/office/drawing/2014/main" id="{ABDB8AF1-2B7A-440E-8104-D165C0A474FC}"/>
                </a:ext>
              </a:extLst>
            </p:cNvPr>
            <p:cNvSpPr/>
            <p:nvPr/>
          </p:nvSpPr>
          <p:spPr>
            <a:xfrm>
              <a:off x="38311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8" name="타원 10817">
              <a:extLst>
                <a:ext uri="{FF2B5EF4-FFF2-40B4-BE49-F238E27FC236}">
                  <a16:creationId xmlns:a16="http://schemas.microsoft.com/office/drawing/2014/main" id="{BC61A8EF-115B-41A2-8CF1-E3CC2E32EB47}"/>
                </a:ext>
              </a:extLst>
            </p:cNvPr>
            <p:cNvSpPr/>
            <p:nvPr/>
          </p:nvSpPr>
          <p:spPr>
            <a:xfrm>
              <a:off x="39835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19" name="타원 10818">
              <a:extLst>
                <a:ext uri="{FF2B5EF4-FFF2-40B4-BE49-F238E27FC236}">
                  <a16:creationId xmlns:a16="http://schemas.microsoft.com/office/drawing/2014/main" id="{621B7037-6A76-46EE-83BF-15D8159004E5}"/>
                </a:ext>
              </a:extLst>
            </p:cNvPr>
            <p:cNvSpPr/>
            <p:nvPr/>
          </p:nvSpPr>
          <p:spPr>
            <a:xfrm>
              <a:off x="4135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0" name="타원 10819">
              <a:extLst>
                <a:ext uri="{FF2B5EF4-FFF2-40B4-BE49-F238E27FC236}">
                  <a16:creationId xmlns:a16="http://schemas.microsoft.com/office/drawing/2014/main" id="{EFEA21EE-C534-4A8D-A825-B224CD2D26B3}"/>
                </a:ext>
              </a:extLst>
            </p:cNvPr>
            <p:cNvSpPr/>
            <p:nvPr/>
          </p:nvSpPr>
          <p:spPr>
            <a:xfrm>
              <a:off x="4288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1" name="타원 10820">
              <a:extLst>
                <a:ext uri="{FF2B5EF4-FFF2-40B4-BE49-F238E27FC236}">
                  <a16:creationId xmlns:a16="http://schemas.microsoft.com/office/drawing/2014/main" id="{F028E04F-7A59-4546-9C0E-A25204FF8891}"/>
                </a:ext>
              </a:extLst>
            </p:cNvPr>
            <p:cNvSpPr/>
            <p:nvPr/>
          </p:nvSpPr>
          <p:spPr>
            <a:xfrm>
              <a:off x="44407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2" name="타원 10821">
              <a:extLst>
                <a:ext uri="{FF2B5EF4-FFF2-40B4-BE49-F238E27FC236}">
                  <a16:creationId xmlns:a16="http://schemas.microsoft.com/office/drawing/2014/main" id="{7EC52ACB-F2B9-4F51-9B90-D7419287E805}"/>
                </a:ext>
              </a:extLst>
            </p:cNvPr>
            <p:cNvSpPr/>
            <p:nvPr/>
          </p:nvSpPr>
          <p:spPr>
            <a:xfrm>
              <a:off x="45931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3" name="타원 10822">
              <a:extLst>
                <a:ext uri="{FF2B5EF4-FFF2-40B4-BE49-F238E27FC236}">
                  <a16:creationId xmlns:a16="http://schemas.microsoft.com/office/drawing/2014/main" id="{D3FEA89E-9B93-427E-BADD-8BFBB23B5F25}"/>
                </a:ext>
              </a:extLst>
            </p:cNvPr>
            <p:cNvSpPr/>
            <p:nvPr/>
          </p:nvSpPr>
          <p:spPr>
            <a:xfrm>
              <a:off x="47455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4" name="타원 10823">
              <a:extLst>
                <a:ext uri="{FF2B5EF4-FFF2-40B4-BE49-F238E27FC236}">
                  <a16:creationId xmlns:a16="http://schemas.microsoft.com/office/drawing/2014/main" id="{603AA07B-7CD3-4602-830A-4531CA443231}"/>
                </a:ext>
              </a:extLst>
            </p:cNvPr>
            <p:cNvSpPr/>
            <p:nvPr/>
          </p:nvSpPr>
          <p:spPr>
            <a:xfrm>
              <a:off x="4897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5" name="타원 10824">
              <a:extLst>
                <a:ext uri="{FF2B5EF4-FFF2-40B4-BE49-F238E27FC236}">
                  <a16:creationId xmlns:a16="http://schemas.microsoft.com/office/drawing/2014/main" id="{F6E49B39-323F-4324-97CC-79ADD8ACF7C6}"/>
                </a:ext>
              </a:extLst>
            </p:cNvPr>
            <p:cNvSpPr/>
            <p:nvPr/>
          </p:nvSpPr>
          <p:spPr>
            <a:xfrm>
              <a:off x="5050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6" name="타원 10825">
              <a:extLst>
                <a:ext uri="{FF2B5EF4-FFF2-40B4-BE49-F238E27FC236}">
                  <a16:creationId xmlns:a16="http://schemas.microsoft.com/office/drawing/2014/main" id="{EC03566D-61ED-477D-9B83-7ECB0AF540C0}"/>
                </a:ext>
              </a:extLst>
            </p:cNvPr>
            <p:cNvSpPr/>
            <p:nvPr/>
          </p:nvSpPr>
          <p:spPr>
            <a:xfrm>
              <a:off x="52027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7" name="타원 10826">
              <a:extLst>
                <a:ext uri="{FF2B5EF4-FFF2-40B4-BE49-F238E27FC236}">
                  <a16:creationId xmlns:a16="http://schemas.microsoft.com/office/drawing/2014/main" id="{EF4E3460-AB17-4312-9323-7DD0F1621249}"/>
                </a:ext>
              </a:extLst>
            </p:cNvPr>
            <p:cNvSpPr/>
            <p:nvPr/>
          </p:nvSpPr>
          <p:spPr>
            <a:xfrm>
              <a:off x="53551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8" name="타원 10827">
              <a:extLst>
                <a:ext uri="{FF2B5EF4-FFF2-40B4-BE49-F238E27FC236}">
                  <a16:creationId xmlns:a16="http://schemas.microsoft.com/office/drawing/2014/main" id="{880E363E-EBF8-4A5A-B414-B953363D4424}"/>
                </a:ext>
              </a:extLst>
            </p:cNvPr>
            <p:cNvSpPr/>
            <p:nvPr/>
          </p:nvSpPr>
          <p:spPr>
            <a:xfrm>
              <a:off x="55075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29" name="타원 10828">
              <a:extLst>
                <a:ext uri="{FF2B5EF4-FFF2-40B4-BE49-F238E27FC236}">
                  <a16:creationId xmlns:a16="http://schemas.microsoft.com/office/drawing/2014/main" id="{38362BDC-1C06-4E31-B137-439D600D0EC5}"/>
                </a:ext>
              </a:extLst>
            </p:cNvPr>
            <p:cNvSpPr/>
            <p:nvPr/>
          </p:nvSpPr>
          <p:spPr>
            <a:xfrm>
              <a:off x="56599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0" name="타원 10829">
              <a:extLst>
                <a:ext uri="{FF2B5EF4-FFF2-40B4-BE49-F238E27FC236}">
                  <a16:creationId xmlns:a16="http://schemas.microsoft.com/office/drawing/2014/main" id="{1378EC60-7608-4F32-B0C8-1E3D62C675D0}"/>
                </a:ext>
              </a:extLst>
            </p:cNvPr>
            <p:cNvSpPr/>
            <p:nvPr/>
          </p:nvSpPr>
          <p:spPr>
            <a:xfrm>
              <a:off x="5812349" y="243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1" name="타원 10830">
              <a:extLst>
                <a:ext uri="{FF2B5EF4-FFF2-40B4-BE49-F238E27FC236}">
                  <a16:creationId xmlns:a16="http://schemas.microsoft.com/office/drawing/2014/main" id="{0A05EFC9-3398-433B-8D47-1CEB8A7DBB26}"/>
                </a:ext>
              </a:extLst>
            </p:cNvPr>
            <p:cNvSpPr/>
            <p:nvPr/>
          </p:nvSpPr>
          <p:spPr>
            <a:xfrm>
              <a:off x="325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2" name="타원 10831">
              <a:extLst>
                <a:ext uri="{FF2B5EF4-FFF2-40B4-BE49-F238E27FC236}">
                  <a16:creationId xmlns:a16="http://schemas.microsoft.com/office/drawing/2014/main" id="{2F5C01E8-E862-4228-820F-D0980EDE9657}"/>
                </a:ext>
              </a:extLst>
            </p:cNvPr>
            <p:cNvSpPr/>
            <p:nvPr/>
          </p:nvSpPr>
          <p:spPr>
            <a:xfrm>
              <a:off x="478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3" name="타원 10832">
              <a:extLst>
                <a:ext uri="{FF2B5EF4-FFF2-40B4-BE49-F238E27FC236}">
                  <a16:creationId xmlns:a16="http://schemas.microsoft.com/office/drawing/2014/main" id="{369D0290-72FA-48E6-8658-E21C0A016010}"/>
                </a:ext>
              </a:extLst>
            </p:cNvPr>
            <p:cNvSpPr/>
            <p:nvPr/>
          </p:nvSpPr>
          <p:spPr>
            <a:xfrm>
              <a:off x="6307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4" name="타원 10833">
              <a:extLst>
                <a:ext uri="{FF2B5EF4-FFF2-40B4-BE49-F238E27FC236}">
                  <a16:creationId xmlns:a16="http://schemas.microsoft.com/office/drawing/2014/main" id="{3D8F23E7-B593-48E7-84DD-09B8D86F961D}"/>
                </a:ext>
              </a:extLst>
            </p:cNvPr>
            <p:cNvSpPr/>
            <p:nvPr/>
          </p:nvSpPr>
          <p:spPr>
            <a:xfrm>
              <a:off x="7831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5" name="타원 10834">
              <a:extLst>
                <a:ext uri="{FF2B5EF4-FFF2-40B4-BE49-F238E27FC236}">
                  <a16:creationId xmlns:a16="http://schemas.microsoft.com/office/drawing/2014/main" id="{898BABB7-933D-481B-813E-FEA5816C88C7}"/>
                </a:ext>
              </a:extLst>
            </p:cNvPr>
            <p:cNvSpPr/>
            <p:nvPr/>
          </p:nvSpPr>
          <p:spPr>
            <a:xfrm>
              <a:off x="9355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6" name="타원 10835">
              <a:extLst>
                <a:ext uri="{FF2B5EF4-FFF2-40B4-BE49-F238E27FC236}">
                  <a16:creationId xmlns:a16="http://schemas.microsoft.com/office/drawing/2014/main" id="{77B922DA-C90E-4ADC-88ED-7B28C407A80B}"/>
                </a:ext>
              </a:extLst>
            </p:cNvPr>
            <p:cNvSpPr/>
            <p:nvPr/>
          </p:nvSpPr>
          <p:spPr>
            <a:xfrm>
              <a:off x="1087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7" name="타원 10836">
              <a:extLst>
                <a:ext uri="{FF2B5EF4-FFF2-40B4-BE49-F238E27FC236}">
                  <a16:creationId xmlns:a16="http://schemas.microsoft.com/office/drawing/2014/main" id="{82124D13-F7C7-4292-A5AD-663B476EBA58}"/>
                </a:ext>
              </a:extLst>
            </p:cNvPr>
            <p:cNvSpPr/>
            <p:nvPr/>
          </p:nvSpPr>
          <p:spPr>
            <a:xfrm>
              <a:off x="1240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8" name="타원 10837">
              <a:extLst>
                <a:ext uri="{FF2B5EF4-FFF2-40B4-BE49-F238E27FC236}">
                  <a16:creationId xmlns:a16="http://schemas.microsoft.com/office/drawing/2014/main" id="{CEF9B46A-3FA9-4AC4-A443-655E5FA016D0}"/>
                </a:ext>
              </a:extLst>
            </p:cNvPr>
            <p:cNvSpPr/>
            <p:nvPr/>
          </p:nvSpPr>
          <p:spPr>
            <a:xfrm>
              <a:off x="13927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39" name="타원 10838">
              <a:extLst>
                <a:ext uri="{FF2B5EF4-FFF2-40B4-BE49-F238E27FC236}">
                  <a16:creationId xmlns:a16="http://schemas.microsoft.com/office/drawing/2014/main" id="{86B958C7-8D68-4D22-93E6-25A11A4470C2}"/>
                </a:ext>
              </a:extLst>
            </p:cNvPr>
            <p:cNvSpPr/>
            <p:nvPr/>
          </p:nvSpPr>
          <p:spPr>
            <a:xfrm>
              <a:off x="15451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0" name="타원 10839">
              <a:extLst>
                <a:ext uri="{FF2B5EF4-FFF2-40B4-BE49-F238E27FC236}">
                  <a16:creationId xmlns:a16="http://schemas.microsoft.com/office/drawing/2014/main" id="{B9AC0424-1A8C-486D-B597-93C5E393E4B4}"/>
                </a:ext>
              </a:extLst>
            </p:cNvPr>
            <p:cNvSpPr/>
            <p:nvPr/>
          </p:nvSpPr>
          <p:spPr>
            <a:xfrm>
              <a:off x="16975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1" name="타원 10840">
              <a:extLst>
                <a:ext uri="{FF2B5EF4-FFF2-40B4-BE49-F238E27FC236}">
                  <a16:creationId xmlns:a16="http://schemas.microsoft.com/office/drawing/2014/main" id="{F779106C-94DF-461C-8402-D7D728E85310}"/>
                </a:ext>
              </a:extLst>
            </p:cNvPr>
            <p:cNvSpPr/>
            <p:nvPr/>
          </p:nvSpPr>
          <p:spPr>
            <a:xfrm>
              <a:off x="1849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2" name="타원 10841">
              <a:extLst>
                <a:ext uri="{FF2B5EF4-FFF2-40B4-BE49-F238E27FC236}">
                  <a16:creationId xmlns:a16="http://schemas.microsoft.com/office/drawing/2014/main" id="{F3AE814E-7C59-4A25-BCBB-A36CC0C3B812}"/>
                </a:ext>
              </a:extLst>
            </p:cNvPr>
            <p:cNvSpPr/>
            <p:nvPr/>
          </p:nvSpPr>
          <p:spPr>
            <a:xfrm>
              <a:off x="2002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3" name="타원 10842">
              <a:extLst>
                <a:ext uri="{FF2B5EF4-FFF2-40B4-BE49-F238E27FC236}">
                  <a16:creationId xmlns:a16="http://schemas.microsoft.com/office/drawing/2014/main" id="{3598B8CA-FEE0-473E-B361-787B4FB13831}"/>
                </a:ext>
              </a:extLst>
            </p:cNvPr>
            <p:cNvSpPr/>
            <p:nvPr/>
          </p:nvSpPr>
          <p:spPr>
            <a:xfrm>
              <a:off x="21547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4" name="타원 10843">
              <a:extLst>
                <a:ext uri="{FF2B5EF4-FFF2-40B4-BE49-F238E27FC236}">
                  <a16:creationId xmlns:a16="http://schemas.microsoft.com/office/drawing/2014/main" id="{D91905A2-D465-4D52-9B7C-9A6E91C8A10E}"/>
                </a:ext>
              </a:extLst>
            </p:cNvPr>
            <p:cNvSpPr/>
            <p:nvPr/>
          </p:nvSpPr>
          <p:spPr>
            <a:xfrm>
              <a:off x="23071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5" name="타원 10844">
              <a:extLst>
                <a:ext uri="{FF2B5EF4-FFF2-40B4-BE49-F238E27FC236}">
                  <a16:creationId xmlns:a16="http://schemas.microsoft.com/office/drawing/2014/main" id="{60A78199-35D0-4CB8-BB65-8C9AAE3A2EF5}"/>
                </a:ext>
              </a:extLst>
            </p:cNvPr>
            <p:cNvSpPr/>
            <p:nvPr/>
          </p:nvSpPr>
          <p:spPr>
            <a:xfrm>
              <a:off x="24595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6" name="타원 10845">
              <a:extLst>
                <a:ext uri="{FF2B5EF4-FFF2-40B4-BE49-F238E27FC236}">
                  <a16:creationId xmlns:a16="http://schemas.microsoft.com/office/drawing/2014/main" id="{E0CC0CDF-1A72-4EF6-8676-6456ADC8B2EE}"/>
                </a:ext>
              </a:extLst>
            </p:cNvPr>
            <p:cNvSpPr/>
            <p:nvPr/>
          </p:nvSpPr>
          <p:spPr>
            <a:xfrm>
              <a:off x="2611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7" name="타원 10846">
              <a:extLst>
                <a:ext uri="{FF2B5EF4-FFF2-40B4-BE49-F238E27FC236}">
                  <a16:creationId xmlns:a16="http://schemas.microsoft.com/office/drawing/2014/main" id="{54FD4CBC-3CED-4A72-99DF-BFF26C3D02B6}"/>
                </a:ext>
              </a:extLst>
            </p:cNvPr>
            <p:cNvSpPr/>
            <p:nvPr/>
          </p:nvSpPr>
          <p:spPr>
            <a:xfrm>
              <a:off x="2764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8" name="타원 10847">
              <a:extLst>
                <a:ext uri="{FF2B5EF4-FFF2-40B4-BE49-F238E27FC236}">
                  <a16:creationId xmlns:a16="http://schemas.microsoft.com/office/drawing/2014/main" id="{C03BDAD6-5E72-42FA-92EC-A53B8A005DB0}"/>
                </a:ext>
              </a:extLst>
            </p:cNvPr>
            <p:cNvSpPr/>
            <p:nvPr/>
          </p:nvSpPr>
          <p:spPr>
            <a:xfrm>
              <a:off x="29167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49" name="타원 10848">
              <a:extLst>
                <a:ext uri="{FF2B5EF4-FFF2-40B4-BE49-F238E27FC236}">
                  <a16:creationId xmlns:a16="http://schemas.microsoft.com/office/drawing/2014/main" id="{5148FBF2-B5A6-467A-BA84-ACCBC5D0DD7A}"/>
                </a:ext>
              </a:extLst>
            </p:cNvPr>
            <p:cNvSpPr/>
            <p:nvPr/>
          </p:nvSpPr>
          <p:spPr>
            <a:xfrm>
              <a:off x="30691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0" name="타원 10849">
              <a:extLst>
                <a:ext uri="{FF2B5EF4-FFF2-40B4-BE49-F238E27FC236}">
                  <a16:creationId xmlns:a16="http://schemas.microsoft.com/office/drawing/2014/main" id="{3369072D-69E5-4C9B-A982-6ED00E691E8F}"/>
                </a:ext>
              </a:extLst>
            </p:cNvPr>
            <p:cNvSpPr/>
            <p:nvPr/>
          </p:nvSpPr>
          <p:spPr>
            <a:xfrm>
              <a:off x="32215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1" name="타원 10850">
              <a:extLst>
                <a:ext uri="{FF2B5EF4-FFF2-40B4-BE49-F238E27FC236}">
                  <a16:creationId xmlns:a16="http://schemas.microsoft.com/office/drawing/2014/main" id="{AEBCDE26-8426-4441-8757-FA8AAD52E7F2}"/>
                </a:ext>
              </a:extLst>
            </p:cNvPr>
            <p:cNvSpPr/>
            <p:nvPr/>
          </p:nvSpPr>
          <p:spPr>
            <a:xfrm>
              <a:off x="3373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2" name="타원 10851">
              <a:extLst>
                <a:ext uri="{FF2B5EF4-FFF2-40B4-BE49-F238E27FC236}">
                  <a16:creationId xmlns:a16="http://schemas.microsoft.com/office/drawing/2014/main" id="{F6E428E1-2AFF-45EC-8861-34E0FC1EF2FD}"/>
                </a:ext>
              </a:extLst>
            </p:cNvPr>
            <p:cNvSpPr/>
            <p:nvPr/>
          </p:nvSpPr>
          <p:spPr>
            <a:xfrm>
              <a:off x="3526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3" name="타원 10852">
              <a:extLst>
                <a:ext uri="{FF2B5EF4-FFF2-40B4-BE49-F238E27FC236}">
                  <a16:creationId xmlns:a16="http://schemas.microsoft.com/office/drawing/2014/main" id="{9313BF12-6888-4590-9970-AC845E33B62B}"/>
                </a:ext>
              </a:extLst>
            </p:cNvPr>
            <p:cNvSpPr/>
            <p:nvPr/>
          </p:nvSpPr>
          <p:spPr>
            <a:xfrm>
              <a:off x="36787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4" name="타원 10853">
              <a:extLst>
                <a:ext uri="{FF2B5EF4-FFF2-40B4-BE49-F238E27FC236}">
                  <a16:creationId xmlns:a16="http://schemas.microsoft.com/office/drawing/2014/main" id="{40789476-00C9-4D3A-AA4B-26592B2A6AD3}"/>
                </a:ext>
              </a:extLst>
            </p:cNvPr>
            <p:cNvSpPr/>
            <p:nvPr/>
          </p:nvSpPr>
          <p:spPr>
            <a:xfrm>
              <a:off x="38311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5" name="타원 10854">
              <a:extLst>
                <a:ext uri="{FF2B5EF4-FFF2-40B4-BE49-F238E27FC236}">
                  <a16:creationId xmlns:a16="http://schemas.microsoft.com/office/drawing/2014/main" id="{BE30C281-3E80-4279-8917-9758EEF53B3B}"/>
                </a:ext>
              </a:extLst>
            </p:cNvPr>
            <p:cNvSpPr/>
            <p:nvPr/>
          </p:nvSpPr>
          <p:spPr>
            <a:xfrm>
              <a:off x="39835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6" name="타원 10855">
              <a:extLst>
                <a:ext uri="{FF2B5EF4-FFF2-40B4-BE49-F238E27FC236}">
                  <a16:creationId xmlns:a16="http://schemas.microsoft.com/office/drawing/2014/main" id="{85A812B4-F3A5-4E4F-A4D7-89F17B047201}"/>
                </a:ext>
              </a:extLst>
            </p:cNvPr>
            <p:cNvSpPr/>
            <p:nvPr/>
          </p:nvSpPr>
          <p:spPr>
            <a:xfrm>
              <a:off x="4135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7" name="타원 10856">
              <a:extLst>
                <a:ext uri="{FF2B5EF4-FFF2-40B4-BE49-F238E27FC236}">
                  <a16:creationId xmlns:a16="http://schemas.microsoft.com/office/drawing/2014/main" id="{E81FB6D7-47C7-432B-943D-D3E9A9B88FBF}"/>
                </a:ext>
              </a:extLst>
            </p:cNvPr>
            <p:cNvSpPr/>
            <p:nvPr/>
          </p:nvSpPr>
          <p:spPr>
            <a:xfrm>
              <a:off x="4288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8" name="타원 10857">
              <a:extLst>
                <a:ext uri="{FF2B5EF4-FFF2-40B4-BE49-F238E27FC236}">
                  <a16:creationId xmlns:a16="http://schemas.microsoft.com/office/drawing/2014/main" id="{30D3627A-4204-4EBB-8156-7E2C41D9F6C8}"/>
                </a:ext>
              </a:extLst>
            </p:cNvPr>
            <p:cNvSpPr/>
            <p:nvPr/>
          </p:nvSpPr>
          <p:spPr>
            <a:xfrm>
              <a:off x="44407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59" name="타원 10858">
              <a:extLst>
                <a:ext uri="{FF2B5EF4-FFF2-40B4-BE49-F238E27FC236}">
                  <a16:creationId xmlns:a16="http://schemas.microsoft.com/office/drawing/2014/main" id="{2AC812D5-B2A0-40B8-A244-32D648D569CB}"/>
                </a:ext>
              </a:extLst>
            </p:cNvPr>
            <p:cNvSpPr/>
            <p:nvPr/>
          </p:nvSpPr>
          <p:spPr>
            <a:xfrm>
              <a:off x="45931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0" name="타원 10859">
              <a:extLst>
                <a:ext uri="{FF2B5EF4-FFF2-40B4-BE49-F238E27FC236}">
                  <a16:creationId xmlns:a16="http://schemas.microsoft.com/office/drawing/2014/main" id="{0A900AFA-A290-4BA8-A7FB-50464D1CD9DF}"/>
                </a:ext>
              </a:extLst>
            </p:cNvPr>
            <p:cNvSpPr/>
            <p:nvPr/>
          </p:nvSpPr>
          <p:spPr>
            <a:xfrm>
              <a:off x="47455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1" name="타원 10860">
              <a:extLst>
                <a:ext uri="{FF2B5EF4-FFF2-40B4-BE49-F238E27FC236}">
                  <a16:creationId xmlns:a16="http://schemas.microsoft.com/office/drawing/2014/main" id="{1C2FCDC2-49AB-4BB6-BD10-45EAE15828BD}"/>
                </a:ext>
              </a:extLst>
            </p:cNvPr>
            <p:cNvSpPr/>
            <p:nvPr/>
          </p:nvSpPr>
          <p:spPr>
            <a:xfrm>
              <a:off x="4897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2" name="타원 10861">
              <a:extLst>
                <a:ext uri="{FF2B5EF4-FFF2-40B4-BE49-F238E27FC236}">
                  <a16:creationId xmlns:a16="http://schemas.microsoft.com/office/drawing/2014/main" id="{EF51F6BB-113B-4AFD-BC07-DDB36B9D242C}"/>
                </a:ext>
              </a:extLst>
            </p:cNvPr>
            <p:cNvSpPr/>
            <p:nvPr/>
          </p:nvSpPr>
          <p:spPr>
            <a:xfrm>
              <a:off x="5050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3" name="타원 10862">
              <a:extLst>
                <a:ext uri="{FF2B5EF4-FFF2-40B4-BE49-F238E27FC236}">
                  <a16:creationId xmlns:a16="http://schemas.microsoft.com/office/drawing/2014/main" id="{5061CA08-555C-4F95-AB95-1E7E36FC84A6}"/>
                </a:ext>
              </a:extLst>
            </p:cNvPr>
            <p:cNvSpPr/>
            <p:nvPr/>
          </p:nvSpPr>
          <p:spPr>
            <a:xfrm>
              <a:off x="52027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4" name="타원 10863">
              <a:extLst>
                <a:ext uri="{FF2B5EF4-FFF2-40B4-BE49-F238E27FC236}">
                  <a16:creationId xmlns:a16="http://schemas.microsoft.com/office/drawing/2014/main" id="{0C9ED303-0A3D-4C61-A2BF-D66E1E8DF901}"/>
                </a:ext>
              </a:extLst>
            </p:cNvPr>
            <p:cNvSpPr/>
            <p:nvPr/>
          </p:nvSpPr>
          <p:spPr>
            <a:xfrm>
              <a:off x="53551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5" name="타원 10864">
              <a:extLst>
                <a:ext uri="{FF2B5EF4-FFF2-40B4-BE49-F238E27FC236}">
                  <a16:creationId xmlns:a16="http://schemas.microsoft.com/office/drawing/2014/main" id="{40D544E4-8DEE-4F39-96CE-1D9BB8556FC9}"/>
                </a:ext>
              </a:extLst>
            </p:cNvPr>
            <p:cNvSpPr/>
            <p:nvPr/>
          </p:nvSpPr>
          <p:spPr>
            <a:xfrm>
              <a:off x="55075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6" name="타원 10865">
              <a:extLst>
                <a:ext uri="{FF2B5EF4-FFF2-40B4-BE49-F238E27FC236}">
                  <a16:creationId xmlns:a16="http://schemas.microsoft.com/office/drawing/2014/main" id="{04DA5CA3-FC10-4181-98B8-933C5E1B4838}"/>
                </a:ext>
              </a:extLst>
            </p:cNvPr>
            <p:cNvSpPr/>
            <p:nvPr/>
          </p:nvSpPr>
          <p:spPr>
            <a:xfrm>
              <a:off x="56599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7" name="타원 10866">
              <a:extLst>
                <a:ext uri="{FF2B5EF4-FFF2-40B4-BE49-F238E27FC236}">
                  <a16:creationId xmlns:a16="http://schemas.microsoft.com/office/drawing/2014/main" id="{09DB9632-3C59-47F5-A2A5-CD893717CE08}"/>
                </a:ext>
              </a:extLst>
            </p:cNvPr>
            <p:cNvSpPr/>
            <p:nvPr/>
          </p:nvSpPr>
          <p:spPr>
            <a:xfrm>
              <a:off x="5812349" y="258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8" name="타원 10867">
              <a:extLst>
                <a:ext uri="{FF2B5EF4-FFF2-40B4-BE49-F238E27FC236}">
                  <a16:creationId xmlns:a16="http://schemas.microsoft.com/office/drawing/2014/main" id="{119E54BA-E896-44DE-BF04-684FCDF4E9B8}"/>
                </a:ext>
              </a:extLst>
            </p:cNvPr>
            <p:cNvSpPr/>
            <p:nvPr/>
          </p:nvSpPr>
          <p:spPr>
            <a:xfrm>
              <a:off x="325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69" name="타원 10868">
              <a:extLst>
                <a:ext uri="{FF2B5EF4-FFF2-40B4-BE49-F238E27FC236}">
                  <a16:creationId xmlns:a16="http://schemas.microsoft.com/office/drawing/2014/main" id="{8FEE709A-6870-43BD-993E-5205684C44E1}"/>
                </a:ext>
              </a:extLst>
            </p:cNvPr>
            <p:cNvSpPr/>
            <p:nvPr/>
          </p:nvSpPr>
          <p:spPr>
            <a:xfrm>
              <a:off x="478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0" name="타원 10869">
              <a:extLst>
                <a:ext uri="{FF2B5EF4-FFF2-40B4-BE49-F238E27FC236}">
                  <a16:creationId xmlns:a16="http://schemas.microsoft.com/office/drawing/2014/main" id="{FA4D6872-5E30-47FC-80C5-064B594BE046}"/>
                </a:ext>
              </a:extLst>
            </p:cNvPr>
            <p:cNvSpPr/>
            <p:nvPr/>
          </p:nvSpPr>
          <p:spPr>
            <a:xfrm>
              <a:off x="6307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1" name="타원 10870">
              <a:extLst>
                <a:ext uri="{FF2B5EF4-FFF2-40B4-BE49-F238E27FC236}">
                  <a16:creationId xmlns:a16="http://schemas.microsoft.com/office/drawing/2014/main" id="{0B78AC31-1171-44FA-94F7-033598CB32B3}"/>
                </a:ext>
              </a:extLst>
            </p:cNvPr>
            <p:cNvSpPr/>
            <p:nvPr/>
          </p:nvSpPr>
          <p:spPr>
            <a:xfrm>
              <a:off x="7831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2" name="타원 10871">
              <a:extLst>
                <a:ext uri="{FF2B5EF4-FFF2-40B4-BE49-F238E27FC236}">
                  <a16:creationId xmlns:a16="http://schemas.microsoft.com/office/drawing/2014/main" id="{B1193CE7-AAD5-40F8-AF9E-47FADDA88CA4}"/>
                </a:ext>
              </a:extLst>
            </p:cNvPr>
            <p:cNvSpPr/>
            <p:nvPr/>
          </p:nvSpPr>
          <p:spPr>
            <a:xfrm>
              <a:off x="9355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3" name="타원 10872">
              <a:extLst>
                <a:ext uri="{FF2B5EF4-FFF2-40B4-BE49-F238E27FC236}">
                  <a16:creationId xmlns:a16="http://schemas.microsoft.com/office/drawing/2014/main" id="{907DCB0B-F011-407F-A136-F908ACB23807}"/>
                </a:ext>
              </a:extLst>
            </p:cNvPr>
            <p:cNvSpPr/>
            <p:nvPr/>
          </p:nvSpPr>
          <p:spPr>
            <a:xfrm>
              <a:off x="1087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4" name="타원 10873">
              <a:extLst>
                <a:ext uri="{FF2B5EF4-FFF2-40B4-BE49-F238E27FC236}">
                  <a16:creationId xmlns:a16="http://schemas.microsoft.com/office/drawing/2014/main" id="{4AEB8D19-1B76-43B1-8345-42AA10215EA9}"/>
                </a:ext>
              </a:extLst>
            </p:cNvPr>
            <p:cNvSpPr/>
            <p:nvPr/>
          </p:nvSpPr>
          <p:spPr>
            <a:xfrm>
              <a:off x="1240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5" name="타원 10874">
              <a:extLst>
                <a:ext uri="{FF2B5EF4-FFF2-40B4-BE49-F238E27FC236}">
                  <a16:creationId xmlns:a16="http://schemas.microsoft.com/office/drawing/2014/main" id="{8EC30AEF-AAFA-4851-AC16-0631F23D1426}"/>
                </a:ext>
              </a:extLst>
            </p:cNvPr>
            <p:cNvSpPr/>
            <p:nvPr/>
          </p:nvSpPr>
          <p:spPr>
            <a:xfrm>
              <a:off x="13927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6" name="타원 10875">
              <a:extLst>
                <a:ext uri="{FF2B5EF4-FFF2-40B4-BE49-F238E27FC236}">
                  <a16:creationId xmlns:a16="http://schemas.microsoft.com/office/drawing/2014/main" id="{8356171A-30D7-40F8-935B-06BA4BE47D16}"/>
                </a:ext>
              </a:extLst>
            </p:cNvPr>
            <p:cNvSpPr/>
            <p:nvPr/>
          </p:nvSpPr>
          <p:spPr>
            <a:xfrm>
              <a:off x="15451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7" name="타원 10876">
              <a:extLst>
                <a:ext uri="{FF2B5EF4-FFF2-40B4-BE49-F238E27FC236}">
                  <a16:creationId xmlns:a16="http://schemas.microsoft.com/office/drawing/2014/main" id="{BC52EB5A-2C09-411C-A40F-CF8F3BA74642}"/>
                </a:ext>
              </a:extLst>
            </p:cNvPr>
            <p:cNvSpPr/>
            <p:nvPr/>
          </p:nvSpPr>
          <p:spPr>
            <a:xfrm>
              <a:off x="16975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8" name="타원 10877">
              <a:extLst>
                <a:ext uri="{FF2B5EF4-FFF2-40B4-BE49-F238E27FC236}">
                  <a16:creationId xmlns:a16="http://schemas.microsoft.com/office/drawing/2014/main" id="{709F7AB5-CDF3-4C61-AAD8-F5B6ABD5D415}"/>
                </a:ext>
              </a:extLst>
            </p:cNvPr>
            <p:cNvSpPr/>
            <p:nvPr/>
          </p:nvSpPr>
          <p:spPr>
            <a:xfrm>
              <a:off x="1849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79" name="타원 10878">
              <a:extLst>
                <a:ext uri="{FF2B5EF4-FFF2-40B4-BE49-F238E27FC236}">
                  <a16:creationId xmlns:a16="http://schemas.microsoft.com/office/drawing/2014/main" id="{2393F4F9-1F01-4BB1-9F37-92EE7EE72E2B}"/>
                </a:ext>
              </a:extLst>
            </p:cNvPr>
            <p:cNvSpPr/>
            <p:nvPr/>
          </p:nvSpPr>
          <p:spPr>
            <a:xfrm>
              <a:off x="2002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0" name="타원 10879">
              <a:extLst>
                <a:ext uri="{FF2B5EF4-FFF2-40B4-BE49-F238E27FC236}">
                  <a16:creationId xmlns:a16="http://schemas.microsoft.com/office/drawing/2014/main" id="{6620D73F-4CC4-44B9-8A49-3CF7BD74B6B5}"/>
                </a:ext>
              </a:extLst>
            </p:cNvPr>
            <p:cNvSpPr/>
            <p:nvPr/>
          </p:nvSpPr>
          <p:spPr>
            <a:xfrm>
              <a:off x="21547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1" name="타원 10880">
              <a:extLst>
                <a:ext uri="{FF2B5EF4-FFF2-40B4-BE49-F238E27FC236}">
                  <a16:creationId xmlns:a16="http://schemas.microsoft.com/office/drawing/2014/main" id="{7EF5B65E-8E68-4AAF-84BE-8F6CB2D6794A}"/>
                </a:ext>
              </a:extLst>
            </p:cNvPr>
            <p:cNvSpPr/>
            <p:nvPr/>
          </p:nvSpPr>
          <p:spPr>
            <a:xfrm>
              <a:off x="23071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2" name="타원 10881">
              <a:extLst>
                <a:ext uri="{FF2B5EF4-FFF2-40B4-BE49-F238E27FC236}">
                  <a16:creationId xmlns:a16="http://schemas.microsoft.com/office/drawing/2014/main" id="{5EB2A47F-FFF8-43DB-862F-3D4A77F97762}"/>
                </a:ext>
              </a:extLst>
            </p:cNvPr>
            <p:cNvSpPr/>
            <p:nvPr/>
          </p:nvSpPr>
          <p:spPr>
            <a:xfrm>
              <a:off x="24595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3" name="타원 10882">
              <a:extLst>
                <a:ext uri="{FF2B5EF4-FFF2-40B4-BE49-F238E27FC236}">
                  <a16:creationId xmlns:a16="http://schemas.microsoft.com/office/drawing/2014/main" id="{94118A4A-8A82-42F2-B31A-29EC34E92868}"/>
                </a:ext>
              </a:extLst>
            </p:cNvPr>
            <p:cNvSpPr/>
            <p:nvPr/>
          </p:nvSpPr>
          <p:spPr>
            <a:xfrm>
              <a:off x="2611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4" name="타원 10883">
              <a:extLst>
                <a:ext uri="{FF2B5EF4-FFF2-40B4-BE49-F238E27FC236}">
                  <a16:creationId xmlns:a16="http://schemas.microsoft.com/office/drawing/2014/main" id="{2102030D-6E93-4EBC-9726-D62B06811A3D}"/>
                </a:ext>
              </a:extLst>
            </p:cNvPr>
            <p:cNvSpPr/>
            <p:nvPr/>
          </p:nvSpPr>
          <p:spPr>
            <a:xfrm>
              <a:off x="2764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5" name="타원 10884">
              <a:extLst>
                <a:ext uri="{FF2B5EF4-FFF2-40B4-BE49-F238E27FC236}">
                  <a16:creationId xmlns:a16="http://schemas.microsoft.com/office/drawing/2014/main" id="{7D7630E3-7674-4D6A-8D01-1EF760704C97}"/>
                </a:ext>
              </a:extLst>
            </p:cNvPr>
            <p:cNvSpPr/>
            <p:nvPr/>
          </p:nvSpPr>
          <p:spPr>
            <a:xfrm>
              <a:off x="29167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6" name="타원 10885">
              <a:extLst>
                <a:ext uri="{FF2B5EF4-FFF2-40B4-BE49-F238E27FC236}">
                  <a16:creationId xmlns:a16="http://schemas.microsoft.com/office/drawing/2014/main" id="{58A368AC-A144-451A-A1C3-B9680687424A}"/>
                </a:ext>
              </a:extLst>
            </p:cNvPr>
            <p:cNvSpPr/>
            <p:nvPr/>
          </p:nvSpPr>
          <p:spPr>
            <a:xfrm>
              <a:off x="30691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7" name="타원 10886">
              <a:extLst>
                <a:ext uri="{FF2B5EF4-FFF2-40B4-BE49-F238E27FC236}">
                  <a16:creationId xmlns:a16="http://schemas.microsoft.com/office/drawing/2014/main" id="{6557E4FF-07F8-41CA-93DB-BEA78168F7A2}"/>
                </a:ext>
              </a:extLst>
            </p:cNvPr>
            <p:cNvSpPr/>
            <p:nvPr/>
          </p:nvSpPr>
          <p:spPr>
            <a:xfrm>
              <a:off x="32215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8" name="타원 10887">
              <a:extLst>
                <a:ext uri="{FF2B5EF4-FFF2-40B4-BE49-F238E27FC236}">
                  <a16:creationId xmlns:a16="http://schemas.microsoft.com/office/drawing/2014/main" id="{7A3B80A7-AB1B-4D48-9FA9-0F7ADBC752E6}"/>
                </a:ext>
              </a:extLst>
            </p:cNvPr>
            <p:cNvSpPr/>
            <p:nvPr/>
          </p:nvSpPr>
          <p:spPr>
            <a:xfrm>
              <a:off x="3373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89" name="타원 10888">
              <a:extLst>
                <a:ext uri="{FF2B5EF4-FFF2-40B4-BE49-F238E27FC236}">
                  <a16:creationId xmlns:a16="http://schemas.microsoft.com/office/drawing/2014/main" id="{92F336FA-5E30-4258-8F5E-CB31DBD806AC}"/>
                </a:ext>
              </a:extLst>
            </p:cNvPr>
            <p:cNvSpPr/>
            <p:nvPr/>
          </p:nvSpPr>
          <p:spPr>
            <a:xfrm>
              <a:off x="3526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0" name="타원 10889">
              <a:extLst>
                <a:ext uri="{FF2B5EF4-FFF2-40B4-BE49-F238E27FC236}">
                  <a16:creationId xmlns:a16="http://schemas.microsoft.com/office/drawing/2014/main" id="{D16C3E3B-DE7B-42EF-97CC-AB7ACD68267C}"/>
                </a:ext>
              </a:extLst>
            </p:cNvPr>
            <p:cNvSpPr/>
            <p:nvPr/>
          </p:nvSpPr>
          <p:spPr>
            <a:xfrm>
              <a:off x="36787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1" name="타원 10890">
              <a:extLst>
                <a:ext uri="{FF2B5EF4-FFF2-40B4-BE49-F238E27FC236}">
                  <a16:creationId xmlns:a16="http://schemas.microsoft.com/office/drawing/2014/main" id="{9C153FA5-88C5-48CF-B15C-34AFB2D170D5}"/>
                </a:ext>
              </a:extLst>
            </p:cNvPr>
            <p:cNvSpPr/>
            <p:nvPr/>
          </p:nvSpPr>
          <p:spPr>
            <a:xfrm>
              <a:off x="38311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2" name="타원 10891">
              <a:extLst>
                <a:ext uri="{FF2B5EF4-FFF2-40B4-BE49-F238E27FC236}">
                  <a16:creationId xmlns:a16="http://schemas.microsoft.com/office/drawing/2014/main" id="{089D2AEB-4808-4711-A99C-0DA05682C0FA}"/>
                </a:ext>
              </a:extLst>
            </p:cNvPr>
            <p:cNvSpPr/>
            <p:nvPr/>
          </p:nvSpPr>
          <p:spPr>
            <a:xfrm>
              <a:off x="39835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3" name="타원 10892">
              <a:extLst>
                <a:ext uri="{FF2B5EF4-FFF2-40B4-BE49-F238E27FC236}">
                  <a16:creationId xmlns:a16="http://schemas.microsoft.com/office/drawing/2014/main" id="{AB764EED-43E8-4BC4-942A-3CDD99D82BA3}"/>
                </a:ext>
              </a:extLst>
            </p:cNvPr>
            <p:cNvSpPr/>
            <p:nvPr/>
          </p:nvSpPr>
          <p:spPr>
            <a:xfrm>
              <a:off x="4135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4" name="타원 10893">
              <a:extLst>
                <a:ext uri="{FF2B5EF4-FFF2-40B4-BE49-F238E27FC236}">
                  <a16:creationId xmlns:a16="http://schemas.microsoft.com/office/drawing/2014/main" id="{B267CA0E-FF0E-4793-B1BD-78B49C07880C}"/>
                </a:ext>
              </a:extLst>
            </p:cNvPr>
            <p:cNvSpPr/>
            <p:nvPr/>
          </p:nvSpPr>
          <p:spPr>
            <a:xfrm>
              <a:off x="4288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5" name="타원 10894">
              <a:extLst>
                <a:ext uri="{FF2B5EF4-FFF2-40B4-BE49-F238E27FC236}">
                  <a16:creationId xmlns:a16="http://schemas.microsoft.com/office/drawing/2014/main" id="{DE67516A-C153-4A33-A7B1-70429F9923E0}"/>
                </a:ext>
              </a:extLst>
            </p:cNvPr>
            <p:cNvSpPr/>
            <p:nvPr/>
          </p:nvSpPr>
          <p:spPr>
            <a:xfrm>
              <a:off x="44407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6" name="타원 10895">
              <a:extLst>
                <a:ext uri="{FF2B5EF4-FFF2-40B4-BE49-F238E27FC236}">
                  <a16:creationId xmlns:a16="http://schemas.microsoft.com/office/drawing/2014/main" id="{C11C9B0A-7EC3-4A14-A761-387A00F4D97D}"/>
                </a:ext>
              </a:extLst>
            </p:cNvPr>
            <p:cNvSpPr/>
            <p:nvPr/>
          </p:nvSpPr>
          <p:spPr>
            <a:xfrm>
              <a:off x="45931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7" name="타원 10896">
              <a:extLst>
                <a:ext uri="{FF2B5EF4-FFF2-40B4-BE49-F238E27FC236}">
                  <a16:creationId xmlns:a16="http://schemas.microsoft.com/office/drawing/2014/main" id="{BA4DC7BB-7FE3-4ABE-80C4-B142C2FE4CBF}"/>
                </a:ext>
              </a:extLst>
            </p:cNvPr>
            <p:cNvSpPr/>
            <p:nvPr/>
          </p:nvSpPr>
          <p:spPr>
            <a:xfrm>
              <a:off x="47455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8" name="타원 10897">
              <a:extLst>
                <a:ext uri="{FF2B5EF4-FFF2-40B4-BE49-F238E27FC236}">
                  <a16:creationId xmlns:a16="http://schemas.microsoft.com/office/drawing/2014/main" id="{598C7A08-78AA-46AD-B2C2-2DF5C0BA2F40}"/>
                </a:ext>
              </a:extLst>
            </p:cNvPr>
            <p:cNvSpPr/>
            <p:nvPr/>
          </p:nvSpPr>
          <p:spPr>
            <a:xfrm>
              <a:off x="4897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9" name="타원 10898">
              <a:extLst>
                <a:ext uri="{FF2B5EF4-FFF2-40B4-BE49-F238E27FC236}">
                  <a16:creationId xmlns:a16="http://schemas.microsoft.com/office/drawing/2014/main" id="{AC16D36D-BFB3-469D-9110-2C492F181C16}"/>
                </a:ext>
              </a:extLst>
            </p:cNvPr>
            <p:cNvSpPr/>
            <p:nvPr/>
          </p:nvSpPr>
          <p:spPr>
            <a:xfrm>
              <a:off x="5050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0" name="타원 10899">
              <a:extLst>
                <a:ext uri="{FF2B5EF4-FFF2-40B4-BE49-F238E27FC236}">
                  <a16:creationId xmlns:a16="http://schemas.microsoft.com/office/drawing/2014/main" id="{668E3FF1-8E0C-469D-9678-C0C92E22D7E1}"/>
                </a:ext>
              </a:extLst>
            </p:cNvPr>
            <p:cNvSpPr/>
            <p:nvPr/>
          </p:nvSpPr>
          <p:spPr>
            <a:xfrm>
              <a:off x="52027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1" name="타원 10900">
              <a:extLst>
                <a:ext uri="{FF2B5EF4-FFF2-40B4-BE49-F238E27FC236}">
                  <a16:creationId xmlns:a16="http://schemas.microsoft.com/office/drawing/2014/main" id="{4A083D9A-BB62-48D1-BF7E-9C85E55584D1}"/>
                </a:ext>
              </a:extLst>
            </p:cNvPr>
            <p:cNvSpPr/>
            <p:nvPr/>
          </p:nvSpPr>
          <p:spPr>
            <a:xfrm>
              <a:off x="53551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2" name="타원 10901">
              <a:extLst>
                <a:ext uri="{FF2B5EF4-FFF2-40B4-BE49-F238E27FC236}">
                  <a16:creationId xmlns:a16="http://schemas.microsoft.com/office/drawing/2014/main" id="{6FF82FEB-F411-4AC8-B78A-2A11138320FA}"/>
                </a:ext>
              </a:extLst>
            </p:cNvPr>
            <p:cNvSpPr/>
            <p:nvPr/>
          </p:nvSpPr>
          <p:spPr>
            <a:xfrm>
              <a:off x="55075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3" name="타원 10902">
              <a:extLst>
                <a:ext uri="{FF2B5EF4-FFF2-40B4-BE49-F238E27FC236}">
                  <a16:creationId xmlns:a16="http://schemas.microsoft.com/office/drawing/2014/main" id="{C59BFD91-4FD0-4352-B47C-5DF33D9ED100}"/>
                </a:ext>
              </a:extLst>
            </p:cNvPr>
            <p:cNvSpPr/>
            <p:nvPr/>
          </p:nvSpPr>
          <p:spPr>
            <a:xfrm>
              <a:off x="56599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4" name="타원 10903">
              <a:extLst>
                <a:ext uri="{FF2B5EF4-FFF2-40B4-BE49-F238E27FC236}">
                  <a16:creationId xmlns:a16="http://schemas.microsoft.com/office/drawing/2014/main" id="{1E1F2538-D8A8-40C4-85DF-2AFDC0444961}"/>
                </a:ext>
              </a:extLst>
            </p:cNvPr>
            <p:cNvSpPr/>
            <p:nvPr/>
          </p:nvSpPr>
          <p:spPr>
            <a:xfrm>
              <a:off x="5812349" y="273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5" name="타원 10904">
              <a:extLst>
                <a:ext uri="{FF2B5EF4-FFF2-40B4-BE49-F238E27FC236}">
                  <a16:creationId xmlns:a16="http://schemas.microsoft.com/office/drawing/2014/main" id="{3ED6BB89-2FE4-4FE9-9246-08ABEA2FE9AB}"/>
                </a:ext>
              </a:extLst>
            </p:cNvPr>
            <p:cNvSpPr/>
            <p:nvPr/>
          </p:nvSpPr>
          <p:spPr>
            <a:xfrm>
              <a:off x="325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6" name="타원 10905">
              <a:extLst>
                <a:ext uri="{FF2B5EF4-FFF2-40B4-BE49-F238E27FC236}">
                  <a16:creationId xmlns:a16="http://schemas.microsoft.com/office/drawing/2014/main" id="{5745500E-D1FB-4902-BB9A-80025FF5C220}"/>
                </a:ext>
              </a:extLst>
            </p:cNvPr>
            <p:cNvSpPr/>
            <p:nvPr/>
          </p:nvSpPr>
          <p:spPr>
            <a:xfrm>
              <a:off x="478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7" name="타원 10906">
              <a:extLst>
                <a:ext uri="{FF2B5EF4-FFF2-40B4-BE49-F238E27FC236}">
                  <a16:creationId xmlns:a16="http://schemas.microsoft.com/office/drawing/2014/main" id="{B0ED67D1-00D3-4A0E-BCA5-2C56B8E24DB3}"/>
                </a:ext>
              </a:extLst>
            </p:cNvPr>
            <p:cNvSpPr/>
            <p:nvPr/>
          </p:nvSpPr>
          <p:spPr>
            <a:xfrm>
              <a:off x="6307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8" name="타원 10907">
              <a:extLst>
                <a:ext uri="{FF2B5EF4-FFF2-40B4-BE49-F238E27FC236}">
                  <a16:creationId xmlns:a16="http://schemas.microsoft.com/office/drawing/2014/main" id="{78E336BD-541A-4BE5-A376-6E0269C6F5AF}"/>
                </a:ext>
              </a:extLst>
            </p:cNvPr>
            <p:cNvSpPr/>
            <p:nvPr/>
          </p:nvSpPr>
          <p:spPr>
            <a:xfrm>
              <a:off x="7831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09" name="타원 10908">
              <a:extLst>
                <a:ext uri="{FF2B5EF4-FFF2-40B4-BE49-F238E27FC236}">
                  <a16:creationId xmlns:a16="http://schemas.microsoft.com/office/drawing/2014/main" id="{19D403E6-3EA8-422E-A3B7-0A580FDAAD9B}"/>
                </a:ext>
              </a:extLst>
            </p:cNvPr>
            <p:cNvSpPr/>
            <p:nvPr/>
          </p:nvSpPr>
          <p:spPr>
            <a:xfrm>
              <a:off x="9355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0" name="타원 10909">
              <a:extLst>
                <a:ext uri="{FF2B5EF4-FFF2-40B4-BE49-F238E27FC236}">
                  <a16:creationId xmlns:a16="http://schemas.microsoft.com/office/drawing/2014/main" id="{60B594C8-9129-4729-9445-780755E0C863}"/>
                </a:ext>
              </a:extLst>
            </p:cNvPr>
            <p:cNvSpPr/>
            <p:nvPr/>
          </p:nvSpPr>
          <p:spPr>
            <a:xfrm>
              <a:off x="1087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1" name="타원 10910">
              <a:extLst>
                <a:ext uri="{FF2B5EF4-FFF2-40B4-BE49-F238E27FC236}">
                  <a16:creationId xmlns:a16="http://schemas.microsoft.com/office/drawing/2014/main" id="{945C50E1-FE8D-4507-9902-38DDF2B08963}"/>
                </a:ext>
              </a:extLst>
            </p:cNvPr>
            <p:cNvSpPr/>
            <p:nvPr/>
          </p:nvSpPr>
          <p:spPr>
            <a:xfrm>
              <a:off x="1240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2" name="타원 10911">
              <a:extLst>
                <a:ext uri="{FF2B5EF4-FFF2-40B4-BE49-F238E27FC236}">
                  <a16:creationId xmlns:a16="http://schemas.microsoft.com/office/drawing/2014/main" id="{6C44E6E3-36EC-483C-A944-08E1E701FEBB}"/>
                </a:ext>
              </a:extLst>
            </p:cNvPr>
            <p:cNvSpPr/>
            <p:nvPr/>
          </p:nvSpPr>
          <p:spPr>
            <a:xfrm>
              <a:off x="13927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3" name="타원 10912">
              <a:extLst>
                <a:ext uri="{FF2B5EF4-FFF2-40B4-BE49-F238E27FC236}">
                  <a16:creationId xmlns:a16="http://schemas.microsoft.com/office/drawing/2014/main" id="{6EDA1CBE-2F12-479C-B157-81EAEA5D177D}"/>
                </a:ext>
              </a:extLst>
            </p:cNvPr>
            <p:cNvSpPr/>
            <p:nvPr/>
          </p:nvSpPr>
          <p:spPr>
            <a:xfrm>
              <a:off x="15451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4" name="타원 10913">
              <a:extLst>
                <a:ext uri="{FF2B5EF4-FFF2-40B4-BE49-F238E27FC236}">
                  <a16:creationId xmlns:a16="http://schemas.microsoft.com/office/drawing/2014/main" id="{22EA7890-00F1-4B08-8F14-073C464E900F}"/>
                </a:ext>
              </a:extLst>
            </p:cNvPr>
            <p:cNvSpPr/>
            <p:nvPr/>
          </p:nvSpPr>
          <p:spPr>
            <a:xfrm>
              <a:off x="16975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5" name="타원 10914">
              <a:extLst>
                <a:ext uri="{FF2B5EF4-FFF2-40B4-BE49-F238E27FC236}">
                  <a16:creationId xmlns:a16="http://schemas.microsoft.com/office/drawing/2014/main" id="{9ABFBAAF-7498-4F54-9A08-2A9D71A5B86D}"/>
                </a:ext>
              </a:extLst>
            </p:cNvPr>
            <p:cNvSpPr/>
            <p:nvPr/>
          </p:nvSpPr>
          <p:spPr>
            <a:xfrm>
              <a:off x="1849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6" name="타원 10915">
              <a:extLst>
                <a:ext uri="{FF2B5EF4-FFF2-40B4-BE49-F238E27FC236}">
                  <a16:creationId xmlns:a16="http://schemas.microsoft.com/office/drawing/2014/main" id="{858894F1-E545-41C6-AA0E-A60DC41A9752}"/>
                </a:ext>
              </a:extLst>
            </p:cNvPr>
            <p:cNvSpPr/>
            <p:nvPr/>
          </p:nvSpPr>
          <p:spPr>
            <a:xfrm>
              <a:off x="2002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7" name="타원 10916">
              <a:extLst>
                <a:ext uri="{FF2B5EF4-FFF2-40B4-BE49-F238E27FC236}">
                  <a16:creationId xmlns:a16="http://schemas.microsoft.com/office/drawing/2014/main" id="{15C65BF3-5FF6-466F-AAF3-E07CD5DE86AA}"/>
                </a:ext>
              </a:extLst>
            </p:cNvPr>
            <p:cNvSpPr/>
            <p:nvPr/>
          </p:nvSpPr>
          <p:spPr>
            <a:xfrm>
              <a:off x="21547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8" name="타원 10917">
              <a:extLst>
                <a:ext uri="{FF2B5EF4-FFF2-40B4-BE49-F238E27FC236}">
                  <a16:creationId xmlns:a16="http://schemas.microsoft.com/office/drawing/2014/main" id="{9A14DF60-7DE2-4C10-A487-71A35F1F07E7}"/>
                </a:ext>
              </a:extLst>
            </p:cNvPr>
            <p:cNvSpPr/>
            <p:nvPr/>
          </p:nvSpPr>
          <p:spPr>
            <a:xfrm>
              <a:off x="23071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19" name="타원 10918">
              <a:extLst>
                <a:ext uri="{FF2B5EF4-FFF2-40B4-BE49-F238E27FC236}">
                  <a16:creationId xmlns:a16="http://schemas.microsoft.com/office/drawing/2014/main" id="{D0900899-47C5-4742-B17C-A0D379351441}"/>
                </a:ext>
              </a:extLst>
            </p:cNvPr>
            <p:cNvSpPr/>
            <p:nvPr/>
          </p:nvSpPr>
          <p:spPr>
            <a:xfrm>
              <a:off x="24595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0" name="타원 10919">
              <a:extLst>
                <a:ext uri="{FF2B5EF4-FFF2-40B4-BE49-F238E27FC236}">
                  <a16:creationId xmlns:a16="http://schemas.microsoft.com/office/drawing/2014/main" id="{3420B1E0-3622-4F20-9783-097AEDCB41FF}"/>
                </a:ext>
              </a:extLst>
            </p:cNvPr>
            <p:cNvSpPr/>
            <p:nvPr/>
          </p:nvSpPr>
          <p:spPr>
            <a:xfrm>
              <a:off x="2611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1" name="타원 10920">
              <a:extLst>
                <a:ext uri="{FF2B5EF4-FFF2-40B4-BE49-F238E27FC236}">
                  <a16:creationId xmlns:a16="http://schemas.microsoft.com/office/drawing/2014/main" id="{5694CA7E-D2C8-4015-9C44-38A17F14723F}"/>
                </a:ext>
              </a:extLst>
            </p:cNvPr>
            <p:cNvSpPr/>
            <p:nvPr/>
          </p:nvSpPr>
          <p:spPr>
            <a:xfrm>
              <a:off x="2764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2" name="타원 10921">
              <a:extLst>
                <a:ext uri="{FF2B5EF4-FFF2-40B4-BE49-F238E27FC236}">
                  <a16:creationId xmlns:a16="http://schemas.microsoft.com/office/drawing/2014/main" id="{77050795-7211-4BB8-A3B8-D8B57DA05943}"/>
                </a:ext>
              </a:extLst>
            </p:cNvPr>
            <p:cNvSpPr/>
            <p:nvPr/>
          </p:nvSpPr>
          <p:spPr>
            <a:xfrm>
              <a:off x="29167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3" name="타원 10922">
              <a:extLst>
                <a:ext uri="{FF2B5EF4-FFF2-40B4-BE49-F238E27FC236}">
                  <a16:creationId xmlns:a16="http://schemas.microsoft.com/office/drawing/2014/main" id="{3F4902BB-D424-4FF5-8B28-22B22671E938}"/>
                </a:ext>
              </a:extLst>
            </p:cNvPr>
            <p:cNvSpPr/>
            <p:nvPr/>
          </p:nvSpPr>
          <p:spPr>
            <a:xfrm>
              <a:off x="30691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4" name="타원 10923">
              <a:extLst>
                <a:ext uri="{FF2B5EF4-FFF2-40B4-BE49-F238E27FC236}">
                  <a16:creationId xmlns:a16="http://schemas.microsoft.com/office/drawing/2014/main" id="{D084E373-6039-422D-BD2C-DEE275736D79}"/>
                </a:ext>
              </a:extLst>
            </p:cNvPr>
            <p:cNvSpPr/>
            <p:nvPr/>
          </p:nvSpPr>
          <p:spPr>
            <a:xfrm>
              <a:off x="32215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5" name="타원 10924">
              <a:extLst>
                <a:ext uri="{FF2B5EF4-FFF2-40B4-BE49-F238E27FC236}">
                  <a16:creationId xmlns:a16="http://schemas.microsoft.com/office/drawing/2014/main" id="{C35EA610-46F3-420B-BC14-F670A9051471}"/>
                </a:ext>
              </a:extLst>
            </p:cNvPr>
            <p:cNvSpPr/>
            <p:nvPr/>
          </p:nvSpPr>
          <p:spPr>
            <a:xfrm>
              <a:off x="3373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6" name="타원 10925">
              <a:extLst>
                <a:ext uri="{FF2B5EF4-FFF2-40B4-BE49-F238E27FC236}">
                  <a16:creationId xmlns:a16="http://schemas.microsoft.com/office/drawing/2014/main" id="{268A2AA0-08E5-4A10-B29B-E810AE2B8072}"/>
                </a:ext>
              </a:extLst>
            </p:cNvPr>
            <p:cNvSpPr/>
            <p:nvPr/>
          </p:nvSpPr>
          <p:spPr>
            <a:xfrm>
              <a:off x="3526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7" name="타원 10926">
              <a:extLst>
                <a:ext uri="{FF2B5EF4-FFF2-40B4-BE49-F238E27FC236}">
                  <a16:creationId xmlns:a16="http://schemas.microsoft.com/office/drawing/2014/main" id="{912E1678-6FEA-4A53-9EED-C1BA71F7E5C7}"/>
                </a:ext>
              </a:extLst>
            </p:cNvPr>
            <p:cNvSpPr/>
            <p:nvPr/>
          </p:nvSpPr>
          <p:spPr>
            <a:xfrm>
              <a:off x="36787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8" name="타원 10927">
              <a:extLst>
                <a:ext uri="{FF2B5EF4-FFF2-40B4-BE49-F238E27FC236}">
                  <a16:creationId xmlns:a16="http://schemas.microsoft.com/office/drawing/2014/main" id="{DB87DC4B-2F5B-4747-9532-40AC1534548B}"/>
                </a:ext>
              </a:extLst>
            </p:cNvPr>
            <p:cNvSpPr/>
            <p:nvPr/>
          </p:nvSpPr>
          <p:spPr>
            <a:xfrm>
              <a:off x="38311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29" name="타원 10928">
              <a:extLst>
                <a:ext uri="{FF2B5EF4-FFF2-40B4-BE49-F238E27FC236}">
                  <a16:creationId xmlns:a16="http://schemas.microsoft.com/office/drawing/2014/main" id="{B3CC4732-7AED-4A0C-847B-DF872F5993C3}"/>
                </a:ext>
              </a:extLst>
            </p:cNvPr>
            <p:cNvSpPr/>
            <p:nvPr/>
          </p:nvSpPr>
          <p:spPr>
            <a:xfrm>
              <a:off x="39835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0" name="타원 10929">
              <a:extLst>
                <a:ext uri="{FF2B5EF4-FFF2-40B4-BE49-F238E27FC236}">
                  <a16:creationId xmlns:a16="http://schemas.microsoft.com/office/drawing/2014/main" id="{A7B25F6E-B713-4C43-8F1A-2C3DB8C7B14E}"/>
                </a:ext>
              </a:extLst>
            </p:cNvPr>
            <p:cNvSpPr/>
            <p:nvPr/>
          </p:nvSpPr>
          <p:spPr>
            <a:xfrm>
              <a:off x="4135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1" name="타원 10930">
              <a:extLst>
                <a:ext uri="{FF2B5EF4-FFF2-40B4-BE49-F238E27FC236}">
                  <a16:creationId xmlns:a16="http://schemas.microsoft.com/office/drawing/2014/main" id="{4F850D1A-046C-4B52-AEBF-E7ADE1A3F637}"/>
                </a:ext>
              </a:extLst>
            </p:cNvPr>
            <p:cNvSpPr/>
            <p:nvPr/>
          </p:nvSpPr>
          <p:spPr>
            <a:xfrm>
              <a:off x="4288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2" name="타원 10931">
              <a:extLst>
                <a:ext uri="{FF2B5EF4-FFF2-40B4-BE49-F238E27FC236}">
                  <a16:creationId xmlns:a16="http://schemas.microsoft.com/office/drawing/2014/main" id="{60E909C0-C673-4523-9A0D-CE5A667512B7}"/>
                </a:ext>
              </a:extLst>
            </p:cNvPr>
            <p:cNvSpPr/>
            <p:nvPr/>
          </p:nvSpPr>
          <p:spPr>
            <a:xfrm>
              <a:off x="44407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3" name="타원 10932">
              <a:extLst>
                <a:ext uri="{FF2B5EF4-FFF2-40B4-BE49-F238E27FC236}">
                  <a16:creationId xmlns:a16="http://schemas.microsoft.com/office/drawing/2014/main" id="{E84786E0-F690-423D-AEB2-11F54FF4F39E}"/>
                </a:ext>
              </a:extLst>
            </p:cNvPr>
            <p:cNvSpPr/>
            <p:nvPr/>
          </p:nvSpPr>
          <p:spPr>
            <a:xfrm>
              <a:off x="45931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4" name="타원 10933">
              <a:extLst>
                <a:ext uri="{FF2B5EF4-FFF2-40B4-BE49-F238E27FC236}">
                  <a16:creationId xmlns:a16="http://schemas.microsoft.com/office/drawing/2014/main" id="{D8FD3AEB-317C-4054-B22D-EBC7A3FEDFBE}"/>
                </a:ext>
              </a:extLst>
            </p:cNvPr>
            <p:cNvSpPr/>
            <p:nvPr/>
          </p:nvSpPr>
          <p:spPr>
            <a:xfrm>
              <a:off x="47455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5" name="타원 10934">
              <a:extLst>
                <a:ext uri="{FF2B5EF4-FFF2-40B4-BE49-F238E27FC236}">
                  <a16:creationId xmlns:a16="http://schemas.microsoft.com/office/drawing/2014/main" id="{FE6C9067-5159-436B-B2E3-EACC15B4CF3C}"/>
                </a:ext>
              </a:extLst>
            </p:cNvPr>
            <p:cNvSpPr/>
            <p:nvPr/>
          </p:nvSpPr>
          <p:spPr>
            <a:xfrm>
              <a:off x="4897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6" name="타원 10935">
              <a:extLst>
                <a:ext uri="{FF2B5EF4-FFF2-40B4-BE49-F238E27FC236}">
                  <a16:creationId xmlns:a16="http://schemas.microsoft.com/office/drawing/2014/main" id="{CF7C5F81-D5C8-45DC-B18B-6F0E9C45CEBD}"/>
                </a:ext>
              </a:extLst>
            </p:cNvPr>
            <p:cNvSpPr/>
            <p:nvPr/>
          </p:nvSpPr>
          <p:spPr>
            <a:xfrm>
              <a:off x="5050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7" name="타원 10936">
              <a:extLst>
                <a:ext uri="{FF2B5EF4-FFF2-40B4-BE49-F238E27FC236}">
                  <a16:creationId xmlns:a16="http://schemas.microsoft.com/office/drawing/2014/main" id="{330BED42-AAB0-47F5-8D95-EC830072AC4C}"/>
                </a:ext>
              </a:extLst>
            </p:cNvPr>
            <p:cNvSpPr/>
            <p:nvPr/>
          </p:nvSpPr>
          <p:spPr>
            <a:xfrm>
              <a:off x="52027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8" name="타원 10937">
              <a:extLst>
                <a:ext uri="{FF2B5EF4-FFF2-40B4-BE49-F238E27FC236}">
                  <a16:creationId xmlns:a16="http://schemas.microsoft.com/office/drawing/2014/main" id="{4A408440-17B2-4EB6-B240-45286678D5C0}"/>
                </a:ext>
              </a:extLst>
            </p:cNvPr>
            <p:cNvSpPr/>
            <p:nvPr/>
          </p:nvSpPr>
          <p:spPr>
            <a:xfrm>
              <a:off x="53551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39" name="타원 10938">
              <a:extLst>
                <a:ext uri="{FF2B5EF4-FFF2-40B4-BE49-F238E27FC236}">
                  <a16:creationId xmlns:a16="http://schemas.microsoft.com/office/drawing/2014/main" id="{02190B92-3983-4FFE-A091-E511A369BDFC}"/>
                </a:ext>
              </a:extLst>
            </p:cNvPr>
            <p:cNvSpPr/>
            <p:nvPr/>
          </p:nvSpPr>
          <p:spPr>
            <a:xfrm>
              <a:off x="55075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0" name="타원 10939">
              <a:extLst>
                <a:ext uri="{FF2B5EF4-FFF2-40B4-BE49-F238E27FC236}">
                  <a16:creationId xmlns:a16="http://schemas.microsoft.com/office/drawing/2014/main" id="{382D6CFF-16EB-4ED1-8B29-A7672D4C3878}"/>
                </a:ext>
              </a:extLst>
            </p:cNvPr>
            <p:cNvSpPr/>
            <p:nvPr/>
          </p:nvSpPr>
          <p:spPr>
            <a:xfrm>
              <a:off x="56599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1" name="타원 10940">
              <a:extLst>
                <a:ext uri="{FF2B5EF4-FFF2-40B4-BE49-F238E27FC236}">
                  <a16:creationId xmlns:a16="http://schemas.microsoft.com/office/drawing/2014/main" id="{49C182F8-62A9-46EF-8370-5B6CE7624BFF}"/>
                </a:ext>
              </a:extLst>
            </p:cNvPr>
            <p:cNvSpPr/>
            <p:nvPr/>
          </p:nvSpPr>
          <p:spPr>
            <a:xfrm>
              <a:off x="5812349" y="289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2" name="타원 10941">
              <a:extLst>
                <a:ext uri="{FF2B5EF4-FFF2-40B4-BE49-F238E27FC236}">
                  <a16:creationId xmlns:a16="http://schemas.microsoft.com/office/drawing/2014/main" id="{8CBFB742-0B69-41C0-962D-67E570067191}"/>
                </a:ext>
              </a:extLst>
            </p:cNvPr>
            <p:cNvSpPr/>
            <p:nvPr/>
          </p:nvSpPr>
          <p:spPr>
            <a:xfrm>
              <a:off x="325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3" name="타원 10942">
              <a:extLst>
                <a:ext uri="{FF2B5EF4-FFF2-40B4-BE49-F238E27FC236}">
                  <a16:creationId xmlns:a16="http://schemas.microsoft.com/office/drawing/2014/main" id="{7FA07C85-6062-46D8-9DB3-A90ECFC0E92C}"/>
                </a:ext>
              </a:extLst>
            </p:cNvPr>
            <p:cNvSpPr/>
            <p:nvPr/>
          </p:nvSpPr>
          <p:spPr>
            <a:xfrm>
              <a:off x="478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4" name="타원 10943">
              <a:extLst>
                <a:ext uri="{FF2B5EF4-FFF2-40B4-BE49-F238E27FC236}">
                  <a16:creationId xmlns:a16="http://schemas.microsoft.com/office/drawing/2014/main" id="{CDCFA9A9-CCA6-4D9F-9740-4E946ACA9CE8}"/>
                </a:ext>
              </a:extLst>
            </p:cNvPr>
            <p:cNvSpPr/>
            <p:nvPr/>
          </p:nvSpPr>
          <p:spPr>
            <a:xfrm>
              <a:off x="6307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5" name="타원 10944">
              <a:extLst>
                <a:ext uri="{FF2B5EF4-FFF2-40B4-BE49-F238E27FC236}">
                  <a16:creationId xmlns:a16="http://schemas.microsoft.com/office/drawing/2014/main" id="{247367BC-1366-4BB7-A5D5-9248EAA766D1}"/>
                </a:ext>
              </a:extLst>
            </p:cNvPr>
            <p:cNvSpPr/>
            <p:nvPr/>
          </p:nvSpPr>
          <p:spPr>
            <a:xfrm>
              <a:off x="7831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6" name="타원 10945">
              <a:extLst>
                <a:ext uri="{FF2B5EF4-FFF2-40B4-BE49-F238E27FC236}">
                  <a16:creationId xmlns:a16="http://schemas.microsoft.com/office/drawing/2014/main" id="{B35AEF64-2DB7-4B24-B558-A3911ED6795E}"/>
                </a:ext>
              </a:extLst>
            </p:cNvPr>
            <p:cNvSpPr/>
            <p:nvPr/>
          </p:nvSpPr>
          <p:spPr>
            <a:xfrm>
              <a:off x="9355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7" name="타원 10946">
              <a:extLst>
                <a:ext uri="{FF2B5EF4-FFF2-40B4-BE49-F238E27FC236}">
                  <a16:creationId xmlns:a16="http://schemas.microsoft.com/office/drawing/2014/main" id="{B93BB789-8C82-46F8-A4D4-610F0142E26D}"/>
                </a:ext>
              </a:extLst>
            </p:cNvPr>
            <p:cNvSpPr/>
            <p:nvPr/>
          </p:nvSpPr>
          <p:spPr>
            <a:xfrm>
              <a:off x="1087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8" name="타원 10947">
              <a:extLst>
                <a:ext uri="{FF2B5EF4-FFF2-40B4-BE49-F238E27FC236}">
                  <a16:creationId xmlns:a16="http://schemas.microsoft.com/office/drawing/2014/main" id="{39C61880-572D-4D4B-BDE9-A4EDDBF6E27F}"/>
                </a:ext>
              </a:extLst>
            </p:cNvPr>
            <p:cNvSpPr/>
            <p:nvPr/>
          </p:nvSpPr>
          <p:spPr>
            <a:xfrm>
              <a:off x="1240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49" name="타원 10948">
              <a:extLst>
                <a:ext uri="{FF2B5EF4-FFF2-40B4-BE49-F238E27FC236}">
                  <a16:creationId xmlns:a16="http://schemas.microsoft.com/office/drawing/2014/main" id="{3C7CB787-8D6E-4158-B255-2EDD1462BD85}"/>
                </a:ext>
              </a:extLst>
            </p:cNvPr>
            <p:cNvSpPr/>
            <p:nvPr/>
          </p:nvSpPr>
          <p:spPr>
            <a:xfrm>
              <a:off x="13927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0" name="타원 10949">
              <a:extLst>
                <a:ext uri="{FF2B5EF4-FFF2-40B4-BE49-F238E27FC236}">
                  <a16:creationId xmlns:a16="http://schemas.microsoft.com/office/drawing/2014/main" id="{9DC51ECB-D470-47B7-BF91-CE83B8C8FE17}"/>
                </a:ext>
              </a:extLst>
            </p:cNvPr>
            <p:cNvSpPr/>
            <p:nvPr/>
          </p:nvSpPr>
          <p:spPr>
            <a:xfrm>
              <a:off x="15451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1" name="타원 10950">
              <a:extLst>
                <a:ext uri="{FF2B5EF4-FFF2-40B4-BE49-F238E27FC236}">
                  <a16:creationId xmlns:a16="http://schemas.microsoft.com/office/drawing/2014/main" id="{1761F429-9298-4F04-8DF0-A34D3538B898}"/>
                </a:ext>
              </a:extLst>
            </p:cNvPr>
            <p:cNvSpPr/>
            <p:nvPr/>
          </p:nvSpPr>
          <p:spPr>
            <a:xfrm>
              <a:off x="16975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2" name="타원 10951">
              <a:extLst>
                <a:ext uri="{FF2B5EF4-FFF2-40B4-BE49-F238E27FC236}">
                  <a16:creationId xmlns:a16="http://schemas.microsoft.com/office/drawing/2014/main" id="{F1062DFB-336B-4B6F-850B-D3DB35DCFF20}"/>
                </a:ext>
              </a:extLst>
            </p:cNvPr>
            <p:cNvSpPr/>
            <p:nvPr/>
          </p:nvSpPr>
          <p:spPr>
            <a:xfrm>
              <a:off x="1849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3" name="타원 10952">
              <a:extLst>
                <a:ext uri="{FF2B5EF4-FFF2-40B4-BE49-F238E27FC236}">
                  <a16:creationId xmlns:a16="http://schemas.microsoft.com/office/drawing/2014/main" id="{D5A3C0BA-672A-41F1-B811-BF9AEF9653AE}"/>
                </a:ext>
              </a:extLst>
            </p:cNvPr>
            <p:cNvSpPr/>
            <p:nvPr/>
          </p:nvSpPr>
          <p:spPr>
            <a:xfrm>
              <a:off x="2002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4" name="타원 10953">
              <a:extLst>
                <a:ext uri="{FF2B5EF4-FFF2-40B4-BE49-F238E27FC236}">
                  <a16:creationId xmlns:a16="http://schemas.microsoft.com/office/drawing/2014/main" id="{89AF876C-2F17-47BD-B1DB-06E793EF4DF4}"/>
                </a:ext>
              </a:extLst>
            </p:cNvPr>
            <p:cNvSpPr/>
            <p:nvPr/>
          </p:nvSpPr>
          <p:spPr>
            <a:xfrm>
              <a:off x="21547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5" name="타원 10954">
              <a:extLst>
                <a:ext uri="{FF2B5EF4-FFF2-40B4-BE49-F238E27FC236}">
                  <a16:creationId xmlns:a16="http://schemas.microsoft.com/office/drawing/2014/main" id="{C44E2E20-BE55-4F66-8054-C418C962F47F}"/>
                </a:ext>
              </a:extLst>
            </p:cNvPr>
            <p:cNvSpPr/>
            <p:nvPr/>
          </p:nvSpPr>
          <p:spPr>
            <a:xfrm>
              <a:off x="23071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6" name="타원 10955">
              <a:extLst>
                <a:ext uri="{FF2B5EF4-FFF2-40B4-BE49-F238E27FC236}">
                  <a16:creationId xmlns:a16="http://schemas.microsoft.com/office/drawing/2014/main" id="{4CF5FB9E-02EB-4820-AEE3-2422DC246B18}"/>
                </a:ext>
              </a:extLst>
            </p:cNvPr>
            <p:cNvSpPr/>
            <p:nvPr/>
          </p:nvSpPr>
          <p:spPr>
            <a:xfrm>
              <a:off x="24595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7" name="타원 10956">
              <a:extLst>
                <a:ext uri="{FF2B5EF4-FFF2-40B4-BE49-F238E27FC236}">
                  <a16:creationId xmlns:a16="http://schemas.microsoft.com/office/drawing/2014/main" id="{7FD3F126-3C6C-44DF-8461-885AE0EDAB67}"/>
                </a:ext>
              </a:extLst>
            </p:cNvPr>
            <p:cNvSpPr/>
            <p:nvPr/>
          </p:nvSpPr>
          <p:spPr>
            <a:xfrm>
              <a:off x="2611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8" name="타원 10957">
              <a:extLst>
                <a:ext uri="{FF2B5EF4-FFF2-40B4-BE49-F238E27FC236}">
                  <a16:creationId xmlns:a16="http://schemas.microsoft.com/office/drawing/2014/main" id="{85DE080B-9AFE-49A6-857C-649A7C460C45}"/>
                </a:ext>
              </a:extLst>
            </p:cNvPr>
            <p:cNvSpPr/>
            <p:nvPr/>
          </p:nvSpPr>
          <p:spPr>
            <a:xfrm>
              <a:off x="2764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59" name="타원 10958">
              <a:extLst>
                <a:ext uri="{FF2B5EF4-FFF2-40B4-BE49-F238E27FC236}">
                  <a16:creationId xmlns:a16="http://schemas.microsoft.com/office/drawing/2014/main" id="{EF62BFB8-E313-455D-8295-DFB3FFC906AC}"/>
                </a:ext>
              </a:extLst>
            </p:cNvPr>
            <p:cNvSpPr/>
            <p:nvPr/>
          </p:nvSpPr>
          <p:spPr>
            <a:xfrm>
              <a:off x="29167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0" name="타원 10959">
              <a:extLst>
                <a:ext uri="{FF2B5EF4-FFF2-40B4-BE49-F238E27FC236}">
                  <a16:creationId xmlns:a16="http://schemas.microsoft.com/office/drawing/2014/main" id="{337BBC6C-DD30-422F-9C03-F48957A0E82A}"/>
                </a:ext>
              </a:extLst>
            </p:cNvPr>
            <p:cNvSpPr/>
            <p:nvPr/>
          </p:nvSpPr>
          <p:spPr>
            <a:xfrm>
              <a:off x="30691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1" name="타원 10960">
              <a:extLst>
                <a:ext uri="{FF2B5EF4-FFF2-40B4-BE49-F238E27FC236}">
                  <a16:creationId xmlns:a16="http://schemas.microsoft.com/office/drawing/2014/main" id="{B7F09335-1144-438C-AE34-9DB85D93F39F}"/>
                </a:ext>
              </a:extLst>
            </p:cNvPr>
            <p:cNvSpPr/>
            <p:nvPr/>
          </p:nvSpPr>
          <p:spPr>
            <a:xfrm>
              <a:off x="32215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2" name="타원 10961">
              <a:extLst>
                <a:ext uri="{FF2B5EF4-FFF2-40B4-BE49-F238E27FC236}">
                  <a16:creationId xmlns:a16="http://schemas.microsoft.com/office/drawing/2014/main" id="{14E05BC4-889E-4A04-96A8-B1261C3FF042}"/>
                </a:ext>
              </a:extLst>
            </p:cNvPr>
            <p:cNvSpPr/>
            <p:nvPr/>
          </p:nvSpPr>
          <p:spPr>
            <a:xfrm>
              <a:off x="3373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3" name="타원 10962">
              <a:extLst>
                <a:ext uri="{FF2B5EF4-FFF2-40B4-BE49-F238E27FC236}">
                  <a16:creationId xmlns:a16="http://schemas.microsoft.com/office/drawing/2014/main" id="{8AD850A1-7E92-4C67-A7D4-51BC92370303}"/>
                </a:ext>
              </a:extLst>
            </p:cNvPr>
            <p:cNvSpPr/>
            <p:nvPr/>
          </p:nvSpPr>
          <p:spPr>
            <a:xfrm>
              <a:off x="3526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4" name="타원 10963">
              <a:extLst>
                <a:ext uri="{FF2B5EF4-FFF2-40B4-BE49-F238E27FC236}">
                  <a16:creationId xmlns:a16="http://schemas.microsoft.com/office/drawing/2014/main" id="{91A01D7C-6A78-45E1-B0B8-2373F2C1E051}"/>
                </a:ext>
              </a:extLst>
            </p:cNvPr>
            <p:cNvSpPr/>
            <p:nvPr/>
          </p:nvSpPr>
          <p:spPr>
            <a:xfrm>
              <a:off x="36787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5" name="타원 10964">
              <a:extLst>
                <a:ext uri="{FF2B5EF4-FFF2-40B4-BE49-F238E27FC236}">
                  <a16:creationId xmlns:a16="http://schemas.microsoft.com/office/drawing/2014/main" id="{E21DDC78-A085-4E26-9B58-4B2B27E00758}"/>
                </a:ext>
              </a:extLst>
            </p:cNvPr>
            <p:cNvSpPr/>
            <p:nvPr/>
          </p:nvSpPr>
          <p:spPr>
            <a:xfrm>
              <a:off x="38311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6" name="타원 10965">
              <a:extLst>
                <a:ext uri="{FF2B5EF4-FFF2-40B4-BE49-F238E27FC236}">
                  <a16:creationId xmlns:a16="http://schemas.microsoft.com/office/drawing/2014/main" id="{7F23FFCA-3CB6-4B87-9930-F658FE18BF5E}"/>
                </a:ext>
              </a:extLst>
            </p:cNvPr>
            <p:cNvSpPr/>
            <p:nvPr/>
          </p:nvSpPr>
          <p:spPr>
            <a:xfrm>
              <a:off x="39835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7" name="타원 10966">
              <a:extLst>
                <a:ext uri="{FF2B5EF4-FFF2-40B4-BE49-F238E27FC236}">
                  <a16:creationId xmlns:a16="http://schemas.microsoft.com/office/drawing/2014/main" id="{EE361958-8156-4D59-A12A-A1FD3E758CE4}"/>
                </a:ext>
              </a:extLst>
            </p:cNvPr>
            <p:cNvSpPr/>
            <p:nvPr/>
          </p:nvSpPr>
          <p:spPr>
            <a:xfrm>
              <a:off x="4135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8" name="타원 10967">
              <a:extLst>
                <a:ext uri="{FF2B5EF4-FFF2-40B4-BE49-F238E27FC236}">
                  <a16:creationId xmlns:a16="http://schemas.microsoft.com/office/drawing/2014/main" id="{3BE010BB-538D-4CA3-A235-556DC53971EE}"/>
                </a:ext>
              </a:extLst>
            </p:cNvPr>
            <p:cNvSpPr/>
            <p:nvPr/>
          </p:nvSpPr>
          <p:spPr>
            <a:xfrm>
              <a:off x="4288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9" name="타원 10968">
              <a:extLst>
                <a:ext uri="{FF2B5EF4-FFF2-40B4-BE49-F238E27FC236}">
                  <a16:creationId xmlns:a16="http://schemas.microsoft.com/office/drawing/2014/main" id="{233E8380-989E-4228-8381-793D7B082F23}"/>
                </a:ext>
              </a:extLst>
            </p:cNvPr>
            <p:cNvSpPr/>
            <p:nvPr/>
          </p:nvSpPr>
          <p:spPr>
            <a:xfrm>
              <a:off x="44407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0" name="타원 10969">
              <a:extLst>
                <a:ext uri="{FF2B5EF4-FFF2-40B4-BE49-F238E27FC236}">
                  <a16:creationId xmlns:a16="http://schemas.microsoft.com/office/drawing/2014/main" id="{2F95BAE5-0E61-4DE8-9C35-7C382C09C901}"/>
                </a:ext>
              </a:extLst>
            </p:cNvPr>
            <p:cNvSpPr/>
            <p:nvPr/>
          </p:nvSpPr>
          <p:spPr>
            <a:xfrm>
              <a:off x="45931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1" name="타원 10970">
              <a:extLst>
                <a:ext uri="{FF2B5EF4-FFF2-40B4-BE49-F238E27FC236}">
                  <a16:creationId xmlns:a16="http://schemas.microsoft.com/office/drawing/2014/main" id="{CF14926B-D366-4E8B-AC3C-7EE2336B7AE8}"/>
                </a:ext>
              </a:extLst>
            </p:cNvPr>
            <p:cNvSpPr/>
            <p:nvPr/>
          </p:nvSpPr>
          <p:spPr>
            <a:xfrm>
              <a:off x="47455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2" name="타원 10971">
              <a:extLst>
                <a:ext uri="{FF2B5EF4-FFF2-40B4-BE49-F238E27FC236}">
                  <a16:creationId xmlns:a16="http://schemas.microsoft.com/office/drawing/2014/main" id="{EE4F5990-5FD0-482C-B70B-933F4F64E3EE}"/>
                </a:ext>
              </a:extLst>
            </p:cNvPr>
            <p:cNvSpPr/>
            <p:nvPr/>
          </p:nvSpPr>
          <p:spPr>
            <a:xfrm>
              <a:off x="4897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3" name="타원 10972">
              <a:extLst>
                <a:ext uri="{FF2B5EF4-FFF2-40B4-BE49-F238E27FC236}">
                  <a16:creationId xmlns:a16="http://schemas.microsoft.com/office/drawing/2014/main" id="{759EB9C5-367F-437E-A1BC-5B10FD512C44}"/>
                </a:ext>
              </a:extLst>
            </p:cNvPr>
            <p:cNvSpPr/>
            <p:nvPr/>
          </p:nvSpPr>
          <p:spPr>
            <a:xfrm>
              <a:off x="5050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4" name="타원 10973">
              <a:extLst>
                <a:ext uri="{FF2B5EF4-FFF2-40B4-BE49-F238E27FC236}">
                  <a16:creationId xmlns:a16="http://schemas.microsoft.com/office/drawing/2014/main" id="{1572207A-B52C-4841-AE3B-766D7B0CBA15}"/>
                </a:ext>
              </a:extLst>
            </p:cNvPr>
            <p:cNvSpPr/>
            <p:nvPr/>
          </p:nvSpPr>
          <p:spPr>
            <a:xfrm>
              <a:off x="52027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5" name="타원 10974">
              <a:extLst>
                <a:ext uri="{FF2B5EF4-FFF2-40B4-BE49-F238E27FC236}">
                  <a16:creationId xmlns:a16="http://schemas.microsoft.com/office/drawing/2014/main" id="{4AFA909C-F529-4BC8-A3E9-D87B82A5B9C1}"/>
                </a:ext>
              </a:extLst>
            </p:cNvPr>
            <p:cNvSpPr/>
            <p:nvPr/>
          </p:nvSpPr>
          <p:spPr>
            <a:xfrm>
              <a:off x="53551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6" name="타원 10975">
              <a:extLst>
                <a:ext uri="{FF2B5EF4-FFF2-40B4-BE49-F238E27FC236}">
                  <a16:creationId xmlns:a16="http://schemas.microsoft.com/office/drawing/2014/main" id="{9065A9CF-FA7D-4827-9F9C-CB2BF7F82E3D}"/>
                </a:ext>
              </a:extLst>
            </p:cNvPr>
            <p:cNvSpPr/>
            <p:nvPr/>
          </p:nvSpPr>
          <p:spPr>
            <a:xfrm>
              <a:off x="55075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7" name="타원 10976">
              <a:extLst>
                <a:ext uri="{FF2B5EF4-FFF2-40B4-BE49-F238E27FC236}">
                  <a16:creationId xmlns:a16="http://schemas.microsoft.com/office/drawing/2014/main" id="{4FC0C8C5-0E70-4D19-B267-F736255FB00A}"/>
                </a:ext>
              </a:extLst>
            </p:cNvPr>
            <p:cNvSpPr/>
            <p:nvPr/>
          </p:nvSpPr>
          <p:spPr>
            <a:xfrm>
              <a:off x="56599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8" name="타원 10977">
              <a:extLst>
                <a:ext uri="{FF2B5EF4-FFF2-40B4-BE49-F238E27FC236}">
                  <a16:creationId xmlns:a16="http://schemas.microsoft.com/office/drawing/2014/main" id="{9DE03AF5-1C66-42E9-B00D-04B4D282ECFF}"/>
                </a:ext>
              </a:extLst>
            </p:cNvPr>
            <p:cNvSpPr/>
            <p:nvPr/>
          </p:nvSpPr>
          <p:spPr>
            <a:xfrm>
              <a:off x="5812349" y="304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79" name="타원 10978">
              <a:extLst>
                <a:ext uri="{FF2B5EF4-FFF2-40B4-BE49-F238E27FC236}">
                  <a16:creationId xmlns:a16="http://schemas.microsoft.com/office/drawing/2014/main" id="{7CD065CE-9611-42FC-8923-2A0EE2B0B0D6}"/>
                </a:ext>
              </a:extLst>
            </p:cNvPr>
            <p:cNvSpPr/>
            <p:nvPr/>
          </p:nvSpPr>
          <p:spPr>
            <a:xfrm>
              <a:off x="325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0" name="타원 10979">
              <a:extLst>
                <a:ext uri="{FF2B5EF4-FFF2-40B4-BE49-F238E27FC236}">
                  <a16:creationId xmlns:a16="http://schemas.microsoft.com/office/drawing/2014/main" id="{AE67D685-2832-4C1C-B29B-485917042C0C}"/>
                </a:ext>
              </a:extLst>
            </p:cNvPr>
            <p:cNvSpPr/>
            <p:nvPr/>
          </p:nvSpPr>
          <p:spPr>
            <a:xfrm>
              <a:off x="478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1" name="타원 10980">
              <a:extLst>
                <a:ext uri="{FF2B5EF4-FFF2-40B4-BE49-F238E27FC236}">
                  <a16:creationId xmlns:a16="http://schemas.microsoft.com/office/drawing/2014/main" id="{1EC43C04-66F8-4FA8-B196-8F32D04475FF}"/>
                </a:ext>
              </a:extLst>
            </p:cNvPr>
            <p:cNvSpPr/>
            <p:nvPr/>
          </p:nvSpPr>
          <p:spPr>
            <a:xfrm>
              <a:off x="6307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2" name="타원 10981">
              <a:extLst>
                <a:ext uri="{FF2B5EF4-FFF2-40B4-BE49-F238E27FC236}">
                  <a16:creationId xmlns:a16="http://schemas.microsoft.com/office/drawing/2014/main" id="{019E0305-A607-4F27-A8EE-B67DA87D258C}"/>
                </a:ext>
              </a:extLst>
            </p:cNvPr>
            <p:cNvSpPr/>
            <p:nvPr/>
          </p:nvSpPr>
          <p:spPr>
            <a:xfrm>
              <a:off x="7831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3" name="타원 10982">
              <a:extLst>
                <a:ext uri="{FF2B5EF4-FFF2-40B4-BE49-F238E27FC236}">
                  <a16:creationId xmlns:a16="http://schemas.microsoft.com/office/drawing/2014/main" id="{A6FFFC6E-419F-4B32-882F-D7BB19D60D0A}"/>
                </a:ext>
              </a:extLst>
            </p:cNvPr>
            <p:cNvSpPr/>
            <p:nvPr/>
          </p:nvSpPr>
          <p:spPr>
            <a:xfrm>
              <a:off x="9355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4" name="타원 10983">
              <a:extLst>
                <a:ext uri="{FF2B5EF4-FFF2-40B4-BE49-F238E27FC236}">
                  <a16:creationId xmlns:a16="http://schemas.microsoft.com/office/drawing/2014/main" id="{21E24BCF-F214-44A1-8D3E-85258FFDED2A}"/>
                </a:ext>
              </a:extLst>
            </p:cNvPr>
            <p:cNvSpPr/>
            <p:nvPr/>
          </p:nvSpPr>
          <p:spPr>
            <a:xfrm>
              <a:off x="1087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5" name="타원 10984">
              <a:extLst>
                <a:ext uri="{FF2B5EF4-FFF2-40B4-BE49-F238E27FC236}">
                  <a16:creationId xmlns:a16="http://schemas.microsoft.com/office/drawing/2014/main" id="{21E2011A-EDE6-4CB8-907B-8BA9E193DE8E}"/>
                </a:ext>
              </a:extLst>
            </p:cNvPr>
            <p:cNvSpPr/>
            <p:nvPr/>
          </p:nvSpPr>
          <p:spPr>
            <a:xfrm>
              <a:off x="1240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6" name="타원 10985">
              <a:extLst>
                <a:ext uri="{FF2B5EF4-FFF2-40B4-BE49-F238E27FC236}">
                  <a16:creationId xmlns:a16="http://schemas.microsoft.com/office/drawing/2014/main" id="{045653BB-E6F0-4777-AA87-18506BC14493}"/>
                </a:ext>
              </a:extLst>
            </p:cNvPr>
            <p:cNvSpPr/>
            <p:nvPr/>
          </p:nvSpPr>
          <p:spPr>
            <a:xfrm>
              <a:off x="13927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7" name="타원 10986">
              <a:extLst>
                <a:ext uri="{FF2B5EF4-FFF2-40B4-BE49-F238E27FC236}">
                  <a16:creationId xmlns:a16="http://schemas.microsoft.com/office/drawing/2014/main" id="{2CF26C24-18A0-4376-B721-DB47D4C7C604}"/>
                </a:ext>
              </a:extLst>
            </p:cNvPr>
            <p:cNvSpPr/>
            <p:nvPr/>
          </p:nvSpPr>
          <p:spPr>
            <a:xfrm>
              <a:off x="15451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8" name="타원 10987">
              <a:extLst>
                <a:ext uri="{FF2B5EF4-FFF2-40B4-BE49-F238E27FC236}">
                  <a16:creationId xmlns:a16="http://schemas.microsoft.com/office/drawing/2014/main" id="{E0BC27FD-00EA-4F2E-A8EA-F876E3CE5A81}"/>
                </a:ext>
              </a:extLst>
            </p:cNvPr>
            <p:cNvSpPr/>
            <p:nvPr/>
          </p:nvSpPr>
          <p:spPr>
            <a:xfrm>
              <a:off x="16975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89" name="타원 10988">
              <a:extLst>
                <a:ext uri="{FF2B5EF4-FFF2-40B4-BE49-F238E27FC236}">
                  <a16:creationId xmlns:a16="http://schemas.microsoft.com/office/drawing/2014/main" id="{F2498609-D5F0-4510-A5F3-4FFAEE50AB3E}"/>
                </a:ext>
              </a:extLst>
            </p:cNvPr>
            <p:cNvSpPr/>
            <p:nvPr/>
          </p:nvSpPr>
          <p:spPr>
            <a:xfrm>
              <a:off x="1849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0" name="타원 10989">
              <a:extLst>
                <a:ext uri="{FF2B5EF4-FFF2-40B4-BE49-F238E27FC236}">
                  <a16:creationId xmlns:a16="http://schemas.microsoft.com/office/drawing/2014/main" id="{D64C53B8-7CF3-480D-9529-B0B3B46CCBC0}"/>
                </a:ext>
              </a:extLst>
            </p:cNvPr>
            <p:cNvSpPr/>
            <p:nvPr/>
          </p:nvSpPr>
          <p:spPr>
            <a:xfrm>
              <a:off x="2002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1" name="타원 10990">
              <a:extLst>
                <a:ext uri="{FF2B5EF4-FFF2-40B4-BE49-F238E27FC236}">
                  <a16:creationId xmlns:a16="http://schemas.microsoft.com/office/drawing/2014/main" id="{CDFA2618-F65C-4D70-91A3-B86BCFEABECA}"/>
                </a:ext>
              </a:extLst>
            </p:cNvPr>
            <p:cNvSpPr/>
            <p:nvPr/>
          </p:nvSpPr>
          <p:spPr>
            <a:xfrm>
              <a:off x="21547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2" name="타원 10991">
              <a:extLst>
                <a:ext uri="{FF2B5EF4-FFF2-40B4-BE49-F238E27FC236}">
                  <a16:creationId xmlns:a16="http://schemas.microsoft.com/office/drawing/2014/main" id="{984C20F3-DECC-4F9C-8767-6396095B5378}"/>
                </a:ext>
              </a:extLst>
            </p:cNvPr>
            <p:cNvSpPr/>
            <p:nvPr/>
          </p:nvSpPr>
          <p:spPr>
            <a:xfrm>
              <a:off x="23071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3" name="타원 10992">
              <a:extLst>
                <a:ext uri="{FF2B5EF4-FFF2-40B4-BE49-F238E27FC236}">
                  <a16:creationId xmlns:a16="http://schemas.microsoft.com/office/drawing/2014/main" id="{59F9AE5C-3091-4942-8AA4-C2E0E8AAD645}"/>
                </a:ext>
              </a:extLst>
            </p:cNvPr>
            <p:cNvSpPr/>
            <p:nvPr/>
          </p:nvSpPr>
          <p:spPr>
            <a:xfrm>
              <a:off x="24595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4" name="타원 10993">
              <a:extLst>
                <a:ext uri="{FF2B5EF4-FFF2-40B4-BE49-F238E27FC236}">
                  <a16:creationId xmlns:a16="http://schemas.microsoft.com/office/drawing/2014/main" id="{5BCB365D-E22F-490C-B6A3-4CD34BCAB57B}"/>
                </a:ext>
              </a:extLst>
            </p:cNvPr>
            <p:cNvSpPr/>
            <p:nvPr/>
          </p:nvSpPr>
          <p:spPr>
            <a:xfrm>
              <a:off x="2611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5" name="타원 10994">
              <a:extLst>
                <a:ext uri="{FF2B5EF4-FFF2-40B4-BE49-F238E27FC236}">
                  <a16:creationId xmlns:a16="http://schemas.microsoft.com/office/drawing/2014/main" id="{01CAF5D9-D6F2-42AF-A2F2-3F316B1304A3}"/>
                </a:ext>
              </a:extLst>
            </p:cNvPr>
            <p:cNvSpPr/>
            <p:nvPr/>
          </p:nvSpPr>
          <p:spPr>
            <a:xfrm>
              <a:off x="2764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6" name="타원 10995">
              <a:extLst>
                <a:ext uri="{FF2B5EF4-FFF2-40B4-BE49-F238E27FC236}">
                  <a16:creationId xmlns:a16="http://schemas.microsoft.com/office/drawing/2014/main" id="{4B4DF94D-FEC7-4015-9721-A8DCF031432F}"/>
                </a:ext>
              </a:extLst>
            </p:cNvPr>
            <p:cNvSpPr/>
            <p:nvPr/>
          </p:nvSpPr>
          <p:spPr>
            <a:xfrm>
              <a:off x="29167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7" name="타원 10996">
              <a:extLst>
                <a:ext uri="{FF2B5EF4-FFF2-40B4-BE49-F238E27FC236}">
                  <a16:creationId xmlns:a16="http://schemas.microsoft.com/office/drawing/2014/main" id="{9F9D8C24-236B-452C-A4A8-AC2B290097EE}"/>
                </a:ext>
              </a:extLst>
            </p:cNvPr>
            <p:cNvSpPr/>
            <p:nvPr/>
          </p:nvSpPr>
          <p:spPr>
            <a:xfrm>
              <a:off x="30691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8" name="타원 10997">
              <a:extLst>
                <a:ext uri="{FF2B5EF4-FFF2-40B4-BE49-F238E27FC236}">
                  <a16:creationId xmlns:a16="http://schemas.microsoft.com/office/drawing/2014/main" id="{BBCFA133-9E90-49AB-83B6-857536757EB3}"/>
                </a:ext>
              </a:extLst>
            </p:cNvPr>
            <p:cNvSpPr/>
            <p:nvPr/>
          </p:nvSpPr>
          <p:spPr>
            <a:xfrm>
              <a:off x="32215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99" name="타원 10998">
              <a:extLst>
                <a:ext uri="{FF2B5EF4-FFF2-40B4-BE49-F238E27FC236}">
                  <a16:creationId xmlns:a16="http://schemas.microsoft.com/office/drawing/2014/main" id="{5ED352CF-F9B2-4749-9BBA-62668E180059}"/>
                </a:ext>
              </a:extLst>
            </p:cNvPr>
            <p:cNvSpPr/>
            <p:nvPr/>
          </p:nvSpPr>
          <p:spPr>
            <a:xfrm>
              <a:off x="3373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0" name="타원 10999">
              <a:extLst>
                <a:ext uri="{FF2B5EF4-FFF2-40B4-BE49-F238E27FC236}">
                  <a16:creationId xmlns:a16="http://schemas.microsoft.com/office/drawing/2014/main" id="{4EFAE09E-5AE0-4560-8C6E-6DCE58ABF8DF}"/>
                </a:ext>
              </a:extLst>
            </p:cNvPr>
            <p:cNvSpPr/>
            <p:nvPr/>
          </p:nvSpPr>
          <p:spPr>
            <a:xfrm>
              <a:off x="3526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1" name="타원 11000">
              <a:extLst>
                <a:ext uri="{FF2B5EF4-FFF2-40B4-BE49-F238E27FC236}">
                  <a16:creationId xmlns:a16="http://schemas.microsoft.com/office/drawing/2014/main" id="{11882E96-D104-420A-8D6A-82FC91CC22E1}"/>
                </a:ext>
              </a:extLst>
            </p:cNvPr>
            <p:cNvSpPr/>
            <p:nvPr/>
          </p:nvSpPr>
          <p:spPr>
            <a:xfrm>
              <a:off x="36787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2" name="타원 11001">
              <a:extLst>
                <a:ext uri="{FF2B5EF4-FFF2-40B4-BE49-F238E27FC236}">
                  <a16:creationId xmlns:a16="http://schemas.microsoft.com/office/drawing/2014/main" id="{F6E2F0C3-ED79-429C-9C43-CA74CDDA9165}"/>
                </a:ext>
              </a:extLst>
            </p:cNvPr>
            <p:cNvSpPr/>
            <p:nvPr/>
          </p:nvSpPr>
          <p:spPr>
            <a:xfrm>
              <a:off x="38311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3" name="타원 11002">
              <a:extLst>
                <a:ext uri="{FF2B5EF4-FFF2-40B4-BE49-F238E27FC236}">
                  <a16:creationId xmlns:a16="http://schemas.microsoft.com/office/drawing/2014/main" id="{C02E5054-F25E-46BE-A949-B209109E32D6}"/>
                </a:ext>
              </a:extLst>
            </p:cNvPr>
            <p:cNvSpPr/>
            <p:nvPr/>
          </p:nvSpPr>
          <p:spPr>
            <a:xfrm>
              <a:off x="39835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4" name="타원 11003">
              <a:extLst>
                <a:ext uri="{FF2B5EF4-FFF2-40B4-BE49-F238E27FC236}">
                  <a16:creationId xmlns:a16="http://schemas.microsoft.com/office/drawing/2014/main" id="{62C06424-69CD-44E5-84B5-2DC61789A15D}"/>
                </a:ext>
              </a:extLst>
            </p:cNvPr>
            <p:cNvSpPr/>
            <p:nvPr/>
          </p:nvSpPr>
          <p:spPr>
            <a:xfrm>
              <a:off x="4135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5" name="타원 11004">
              <a:extLst>
                <a:ext uri="{FF2B5EF4-FFF2-40B4-BE49-F238E27FC236}">
                  <a16:creationId xmlns:a16="http://schemas.microsoft.com/office/drawing/2014/main" id="{0275F1F9-CA4C-43D4-AA7E-E45B3A3A93B4}"/>
                </a:ext>
              </a:extLst>
            </p:cNvPr>
            <p:cNvSpPr/>
            <p:nvPr/>
          </p:nvSpPr>
          <p:spPr>
            <a:xfrm>
              <a:off x="4288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6" name="타원 11005">
              <a:extLst>
                <a:ext uri="{FF2B5EF4-FFF2-40B4-BE49-F238E27FC236}">
                  <a16:creationId xmlns:a16="http://schemas.microsoft.com/office/drawing/2014/main" id="{FB540A9E-EACD-428F-9D81-1B4E84B475C1}"/>
                </a:ext>
              </a:extLst>
            </p:cNvPr>
            <p:cNvSpPr/>
            <p:nvPr/>
          </p:nvSpPr>
          <p:spPr>
            <a:xfrm>
              <a:off x="44407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7" name="타원 11006">
              <a:extLst>
                <a:ext uri="{FF2B5EF4-FFF2-40B4-BE49-F238E27FC236}">
                  <a16:creationId xmlns:a16="http://schemas.microsoft.com/office/drawing/2014/main" id="{CBAB58E1-03FE-412E-84C4-28C6108FFD4B}"/>
                </a:ext>
              </a:extLst>
            </p:cNvPr>
            <p:cNvSpPr/>
            <p:nvPr/>
          </p:nvSpPr>
          <p:spPr>
            <a:xfrm>
              <a:off x="45931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8" name="타원 11007">
              <a:extLst>
                <a:ext uri="{FF2B5EF4-FFF2-40B4-BE49-F238E27FC236}">
                  <a16:creationId xmlns:a16="http://schemas.microsoft.com/office/drawing/2014/main" id="{2FAFDF6D-60CC-40FB-BD50-45B48026D212}"/>
                </a:ext>
              </a:extLst>
            </p:cNvPr>
            <p:cNvSpPr/>
            <p:nvPr/>
          </p:nvSpPr>
          <p:spPr>
            <a:xfrm>
              <a:off x="47455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09" name="타원 11008">
              <a:extLst>
                <a:ext uri="{FF2B5EF4-FFF2-40B4-BE49-F238E27FC236}">
                  <a16:creationId xmlns:a16="http://schemas.microsoft.com/office/drawing/2014/main" id="{9A2C8905-EF41-4594-8C45-E9F786EDCC9F}"/>
                </a:ext>
              </a:extLst>
            </p:cNvPr>
            <p:cNvSpPr/>
            <p:nvPr/>
          </p:nvSpPr>
          <p:spPr>
            <a:xfrm>
              <a:off x="4897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0" name="타원 11009">
              <a:extLst>
                <a:ext uri="{FF2B5EF4-FFF2-40B4-BE49-F238E27FC236}">
                  <a16:creationId xmlns:a16="http://schemas.microsoft.com/office/drawing/2014/main" id="{9F0A7527-D1F0-4E6B-B125-FC8F61F10893}"/>
                </a:ext>
              </a:extLst>
            </p:cNvPr>
            <p:cNvSpPr/>
            <p:nvPr/>
          </p:nvSpPr>
          <p:spPr>
            <a:xfrm>
              <a:off x="5050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1" name="타원 11010">
              <a:extLst>
                <a:ext uri="{FF2B5EF4-FFF2-40B4-BE49-F238E27FC236}">
                  <a16:creationId xmlns:a16="http://schemas.microsoft.com/office/drawing/2014/main" id="{54C26888-55E5-4355-A11E-7D6FBD52941F}"/>
                </a:ext>
              </a:extLst>
            </p:cNvPr>
            <p:cNvSpPr/>
            <p:nvPr/>
          </p:nvSpPr>
          <p:spPr>
            <a:xfrm>
              <a:off x="52027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2" name="타원 11011">
              <a:extLst>
                <a:ext uri="{FF2B5EF4-FFF2-40B4-BE49-F238E27FC236}">
                  <a16:creationId xmlns:a16="http://schemas.microsoft.com/office/drawing/2014/main" id="{9239E2EC-6254-4DC9-98C9-98C598D2D91C}"/>
                </a:ext>
              </a:extLst>
            </p:cNvPr>
            <p:cNvSpPr/>
            <p:nvPr/>
          </p:nvSpPr>
          <p:spPr>
            <a:xfrm>
              <a:off x="53551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3" name="타원 11012">
              <a:extLst>
                <a:ext uri="{FF2B5EF4-FFF2-40B4-BE49-F238E27FC236}">
                  <a16:creationId xmlns:a16="http://schemas.microsoft.com/office/drawing/2014/main" id="{EDF37001-A5F8-41AD-B1FE-D50DE2CB6809}"/>
                </a:ext>
              </a:extLst>
            </p:cNvPr>
            <p:cNvSpPr/>
            <p:nvPr/>
          </p:nvSpPr>
          <p:spPr>
            <a:xfrm>
              <a:off x="55075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4" name="타원 11013">
              <a:extLst>
                <a:ext uri="{FF2B5EF4-FFF2-40B4-BE49-F238E27FC236}">
                  <a16:creationId xmlns:a16="http://schemas.microsoft.com/office/drawing/2014/main" id="{9118FAC8-196A-4292-AE20-9D794350B9ED}"/>
                </a:ext>
              </a:extLst>
            </p:cNvPr>
            <p:cNvSpPr/>
            <p:nvPr/>
          </p:nvSpPr>
          <p:spPr>
            <a:xfrm>
              <a:off x="56599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5" name="타원 11014">
              <a:extLst>
                <a:ext uri="{FF2B5EF4-FFF2-40B4-BE49-F238E27FC236}">
                  <a16:creationId xmlns:a16="http://schemas.microsoft.com/office/drawing/2014/main" id="{54850FFA-1FB8-4E70-87AC-CEF72AE6CECA}"/>
                </a:ext>
              </a:extLst>
            </p:cNvPr>
            <p:cNvSpPr/>
            <p:nvPr/>
          </p:nvSpPr>
          <p:spPr>
            <a:xfrm>
              <a:off x="5812349" y="319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6" name="타원 11015">
              <a:extLst>
                <a:ext uri="{FF2B5EF4-FFF2-40B4-BE49-F238E27FC236}">
                  <a16:creationId xmlns:a16="http://schemas.microsoft.com/office/drawing/2014/main" id="{7A8D9FAF-1930-4D90-AEFB-1CF4C2E67F41}"/>
                </a:ext>
              </a:extLst>
            </p:cNvPr>
            <p:cNvSpPr/>
            <p:nvPr/>
          </p:nvSpPr>
          <p:spPr>
            <a:xfrm>
              <a:off x="325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7" name="타원 11016">
              <a:extLst>
                <a:ext uri="{FF2B5EF4-FFF2-40B4-BE49-F238E27FC236}">
                  <a16:creationId xmlns:a16="http://schemas.microsoft.com/office/drawing/2014/main" id="{5312ABF9-1222-4E23-B770-193317B68C7C}"/>
                </a:ext>
              </a:extLst>
            </p:cNvPr>
            <p:cNvSpPr/>
            <p:nvPr/>
          </p:nvSpPr>
          <p:spPr>
            <a:xfrm>
              <a:off x="478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8" name="타원 11017">
              <a:extLst>
                <a:ext uri="{FF2B5EF4-FFF2-40B4-BE49-F238E27FC236}">
                  <a16:creationId xmlns:a16="http://schemas.microsoft.com/office/drawing/2014/main" id="{B6F2B49C-2ACB-44C3-9501-9ADDA31C496B}"/>
                </a:ext>
              </a:extLst>
            </p:cNvPr>
            <p:cNvSpPr/>
            <p:nvPr/>
          </p:nvSpPr>
          <p:spPr>
            <a:xfrm>
              <a:off x="6307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9" name="타원 11018">
              <a:extLst>
                <a:ext uri="{FF2B5EF4-FFF2-40B4-BE49-F238E27FC236}">
                  <a16:creationId xmlns:a16="http://schemas.microsoft.com/office/drawing/2014/main" id="{BF3A13B5-34F5-4B5D-BD01-ECB6C1EBEDD3}"/>
                </a:ext>
              </a:extLst>
            </p:cNvPr>
            <p:cNvSpPr/>
            <p:nvPr/>
          </p:nvSpPr>
          <p:spPr>
            <a:xfrm>
              <a:off x="7831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0" name="타원 11019">
              <a:extLst>
                <a:ext uri="{FF2B5EF4-FFF2-40B4-BE49-F238E27FC236}">
                  <a16:creationId xmlns:a16="http://schemas.microsoft.com/office/drawing/2014/main" id="{64EFDAC5-0D2A-448B-9668-863AC93B96CB}"/>
                </a:ext>
              </a:extLst>
            </p:cNvPr>
            <p:cNvSpPr/>
            <p:nvPr/>
          </p:nvSpPr>
          <p:spPr>
            <a:xfrm>
              <a:off x="9355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1" name="타원 11020">
              <a:extLst>
                <a:ext uri="{FF2B5EF4-FFF2-40B4-BE49-F238E27FC236}">
                  <a16:creationId xmlns:a16="http://schemas.microsoft.com/office/drawing/2014/main" id="{8E16C100-0A1C-4761-8B8A-D6A2CB21117B}"/>
                </a:ext>
              </a:extLst>
            </p:cNvPr>
            <p:cNvSpPr/>
            <p:nvPr/>
          </p:nvSpPr>
          <p:spPr>
            <a:xfrm>
              <a:off x="1087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2" name="타원 11021">
              <a:extLst>
                <a:ext uri="{FF2B5EF4-FFF2-40B4-BE49-F238E27FC236}">
                  <a16:creationId xmlns:a16="http://schemas.microsoft.com/office/drawing/2014/main" id="{AC2FCF90-2A82-41D7-9594-90DAF2A5CA40}"/>
                </a:ext>
              </a:extLst>
            </p:cNvPr>
            <p:cNvSpPr/>
            <p:nvPr/>
          </p:nvSpPr>
          <p:spPr>
            <a:xfrm>
              <a:off x="1240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3" name="타원 11022">
              <a:extLst>
                <a:ext uri="{FF2B5EF4-FFF2-40B4-BE49-F238E27FC236}">
                  <a16:creationId xmlns:a16="http://schemas.microsoft.com/office/drawing/2014/main" id="{EA0CE3AD-61C7-43D2-B00D-534B70253FC7}"/>
                </a:ext>
              </a:extLst>
            </p:cNvPr>
            <p:cNvSpPr/>
            <p:nvPr/>
          </p:nvSpPr>
          <p:spPr>
            <a:xfrm>
              <a:off x="13927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4" name="타원 11023">
              <a:extLst>
                <a:ext uri="{FF2B5EF4-FFF2-40B4-BE49-F238E27FC236}">
                  <a16:creationId xmlns:a16="http://schemas.microsoft.com/office/drawing/2014/main" id="{E430F019-B234-4E2B-B9ED-CD499D822408}"/>
                </a:ext>
              </a:extLst>
            </p:cNvPr>
            <p:cNvSpPr/>
            <p:nvPr/>
          </p:nvSpPr>
          <p:spPr>
            <a:xfrm>
              <a:off x="15451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5" name="타원 11024">
              <a:extLst>
                <a:ext uri="{FF2B5EF4-FFF2-40B4-BE49-F238E27FC236}">
                  <a16:creationId xmlns:a16="http://schemas.microsoft.com/office/drawing/2014/main" id="{C47B602F-B16F-4A77-BAF8-C8AFDA907799}"/>
                </a:ext>
              </a:extLst>
            </p:cNvPr>
            <p:cNvSpPr/>
            <p:nvPr/>
          </p:nvSpPr>
          <p:spPr>
            <a:xfrm>
              <a:off x="16975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6" name="타원 11025">
              <a:extLst>
                <a:ext uri="{FF2B5EF4-FFF2-40B4-BE49-F238E27FC236}">
                  <a16:creationId xmlns:a16="http://schemas.microsoft.com/office/drawing/2014/main" id="{451AF1C8-795F-460B-BEDE-D4427D5FE518}"/>
                </a:ext>
              </a:extLst>
            </p:cNvPr>
            <p:cNvSpPr/>
            <p:nvPr/>
          </p:nvSpPr>
          <p:spPr>
            <a:xfrm>
              <a:off x="1849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7" name="타원 11026">
              <a:extLst>
                <a:ext uri="{FF2B5EF4-FFF2-40B4-BE49-F238E27FC236}">
                  <a16:creationId xmlns:a16="http://schemas.microsoft.com/office/drawing/2014/main" id="{A5A2DBE9-F457-474B-8B14-BFAA416ED898}"/>
                </a:ext>
              </a:extLst>
            </p:cNvPr>
            <p:cNvSpPr/>
            <p:nvPr/>
          </p:nvSpPr>
          <p:spPr>
            <a:xfrm>
              <a:off x="2002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8" name="타원 11027">
              <a:extLst>
                <a:ext uri="{FF2B5EF4-FFF2-40B4-BE49-F238E27FC236}">
                  <a16:creationId xmlns:a16="http://schemas.microsoft.com/office/drawing/2014/main" id="{9B9E7298-DB0C-4267-8F7F-56F6BDA7EE34}"/>
                </a:ext>
              </a:extLst>
            </p:cNvPr>
            <p:cNvSpPr/>
            <p:nvPr/>
          </p:nvSpPr>
          <p:spPr>
            <a:xfrm>
              <a:off x="21547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29" name="타원 11028">
              <a:extLst>
                <a:ext uri="{FF2B5EF4-FFF2-40B4-BE49-F238E27FC236}">
                  <a16:creationId xmlns:a16="http://schemas.microsoft.com/office/drawing/2014/main" id="{5B3E0906-C956-4DF2-9494-8BBD31246588}"/>
                </a:ext>
              </a:extLst>
            </p:cNvPr>
            <p:cNvSpPr/>
            <p:nvPr/>
          </p:nvSpPr>
          <p:spPr>
            <a:xfrm>
              <a:off x="23071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0" name="타원 11029">
              <a:extLst>
                <a:ext uri="{FF2B5EF4-FFF2-40B4-BE49-F238E27FC236}">
                  <a16:creationId xmlns:a16="http://schemas.microsoft.com/office/drawing/2014/main" id="{37ACF294-1F27-4D14-A100-2D4136EB9BC8}"/>
                </a:ext>
              </a:extLst>
            </p:cNvPr>
            <p:cNvSpPr/>
            <p:nvPr/>
          </p:nvSpPr>
          <p:spPr>
            <a:xfrm>
              <a:off x="24595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1" name="타원 11030">
              <a:extLst>
                <a:ext uri="{FF2B5EF4-FFF2-40B4-BE49-F238E27FC236}">
                  <a16:creationId xmlns:a16="http://schemas.microsoft.com/office/drawing/2014/main" id="{88433834-816C-44FF-BD9E-55775A10EC38}"/>
                </a:ext>
              </a:extLst>
            </p:cNvPr>
            <p:cNvSpPr/>
            <p:nvPr/>
          </p:nvSpPr>
          <p:spPr>
            <a:xfrm>
              <a:off x="2611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2" name="타원 11031">
              <a:extLst>
                <a:ext uri="{FF2B5EF4-FFF2-40B4-BE49-F238E27FC236}">
                  <a16:creationId xmlns:a16="http://schemas.microsoft.com/office/drawing/2014/main" id="{3AF0945C-3EA5-491C-BC38-B67945FEE255}"/>
                </a:ext>
              </a:extLst>
            </p:cNvPr>
            <p:cNvSpPr/>
            <p:nvPr/>
          </p:nvSpPr>
          <p:spPr>
            <a:xfrm>
              <a:off x="2764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3" name="타원 11032">
              <a:extLst>
                <a:ext uri="{FF2B5EF4-FFF2-40B4-BE49-F238E27FC236}">
                  <a16:creationId xmlns:a16="http://schemas.microsoft.com/office/drawing/2014/main" id="{86430CD2-5916-4BFE-99F3-A51A7ADAC13D}"/>
                </a:ext>
              </a:extLst>
            </p:cNvPr>
            <p:cNvSpPr/>
            <p:nvPr/>
          </p:nvSpPr>
          <p:spPr>
            <a:xfrm>
              <a:off x="29167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4" name="타원 11033">
              <a:extLst>
                <a:ext uri="{FF2B5EF4-FFF2-40B4-BE49-F238E27FC236}">
                  <a16:creationId xmlns:a16="http://schemas.microsoft.com/office/drawing/2014/main" id="{33EFA62A-2460-4F78-9262-D75BD1E481EA}"/>
                </a:ext>
              </a:extLst>
            </p:cNvPr>
            <p:cNvSpPr/>
            <p:nvPr/>
          </p:nvSpPr>
          <p:spPr>
            <a:xfrm>
              <a:off x="30691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5" name="타원 11034">
              <a:extLst>
                <a:ext uri="{FF2B5EF4-FFF2-40B4-BE49-F238E27FC236}">
                  <a16:creationId xmlns:a16="http://schemas.microsoft.com/office/drawing/2014/main" id="{BEB17F28-1EC9-4F06-A467-775CE6820C37}"/>
                </a:ext>
              </a:extLst>
            </p:cNvPr>
            <p:cNvSpPr/>
            <p:nvPr/>
          </p:nvSpPr>
          <p:spPr>
            <a:xfrm>
              <a:off x="32215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6" name="타원 11035">
              <a:extLst>
                <a:ext uri="{FF2B5EF4-FFF2-40B4-BE49-F238E27FC236}">
                  <a16:creationId xmlns:a16="http://schemas.microsoft.com/office/drawing/2014/main" id="{68F7D0CD-6E89-4ED2-A7BA-147C6285DFE4}"/>
                </a:ext>
              </a:extLst>
            </p:cNvPr>
            <p:cNvSpPr/>
            <p:nvPr/>
          </p:nvSpPr>
          <p:spPr>
            <a:xfrm>
              <a:off x="3373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7" name="타원 11036">
              <a:extLst>
                <a:ext uri="{FF2B5EF4-FFF2-40B4-BE49-F238E27FC236}">
                  <a16:creationId xmlns:a16="http://schemas.microsoft.com/office/drawing/2014/main" id="{3095C3E2-D0D8-4C51-8520-2DE2AEBDA2F0}"/>
                </a:ext>
              </a:extLst>
            </p:cNvPr>
            <p:cNvSpPr/>
            <p:nvPr/>
          </p:nvSpPr>
          <p:spPr>
            <a:xfrm>
              <a:off x="3526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8" name="타원 11037">
              <a:extLst>
                <a:ext uri="{FF2B5EF4-FFF2-40B4-BE49-F238E27FC236}">
                  <a16:creationId xmlns:a16="http://schemas.microsoft.com/office/drawing/2014/main" id="{2DD3E3C5-DA7D-43FA-B289-F4ECCAF8745C}"/>
                </a:ext>
              </a:extLst>
            </p:cNvPr>
            <p:cNvSpPr/>
            <p:nvPr/>
          </p:nvSpPr>
          <p:spPr>
            <a:xfrm>
              <a:off x="36787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39" name="타원 11038">
              <a:extLst>
                <a:ext uri="{FF2B5EF4-FFF2-40B4-BE49-F238E27FC236}">
                  <a16:creationId xmlns:a16="http://schemas.microsoft.com/office/drawing/2014/main" id="{E1659168-0DFB-446C-AEBC-4A234FC31685}"/>
                </a:ext>
              </a:extLst>
            </p:cNvPr>
            <p:cNvSpPr/>
            <p:nvPr/>
          </p:nvSpPr>
          <p:spPr>
            <a:xfrm>
              <a:off x="38311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0" name="타원 11039">
              <a:extLst>
                <a:ext uri="{FF2B5EF4-FFF2-40B4-BE49-F238E27FC236}">
                  <a16:creationId xmlns:a16="http://schemas.microsoft.com/office/drawing/2014/main" id="{2DD0E3B0-5C5D-47CA-921B-A7423116F680}"/>
                </a:ext>
              </a:extLst>
            </p:cNvPr>
            <p:cNvSpPr/>
            <p:nvPr/>
          </p:nvSpPr>
          <p:spPr>
            <a:xfrm>
              <a:off x="39835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1" name="타원 11040">
              <a:extLst>
                <a:ext uri="{FF2B5EF4-FFF2-40B4-BE49-F238E27FC236}">
                  <a16:creationId xmlns:a16="http://schemas.microsoft.com/office/drawing/2014/main" id="{7CB56E11-AA71-43E7-8462-1A37F9AC50AE}"/>
                </a:ext>
              </a:extLst>
            </p:cNvPr>
            <p:cNvSpPr/>
            <p:nvPr/>
          </p:nvSpPr>
          <p:spPr>
            <a:xfrm>
              <a:off x="4135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2" name="타원 11041">
              <a:extLst>
                <a:ext uri="{FF2B5EF4-FFF2-40B4-BE49-F238E27FC236}">
                  <a16:creationId xmlns:a16="http://schemas.microsoft.com/office/drawing/2014/main" id="{07745E71-15F0-4BEA-8885-9629281470D1}"/>
                </a:ext>
              </a:extLst>
            </p:cNvPr>
            <p:cNvSpPr/>
            <p:nvPr/>
          </p:nvSpPr>
          <p:spPr>
            <a:xfrm>
              <a:off x="4288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3" name="타원 11042">
              <a:extLst>
                <a:ext uri="{FF2B5EF4-FFF2-40B4-BE49-F238E27FC236}">
                  <a16:creationId xmlns:a16="http://schemas.microsoft.com/office/drawing/2014/main" id="{6B88740B-A4FA-4A14-AE82-589D94FDD51B}"/>
                </a:ext>
              </a:extLst>
            </p:cNvPr>
            <p:cNvSpPr/>
            <p:nvPr/>
          </p:nvSpPr>
          <p:spPr>
            <a:xfrm>
              <a:off x="44407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4" name="타원 11043">
              <a:extLst>
                <a:ext uri="{FF2B5EF4-FFF2-40B4-BE49-F238E27FC236}">
                  <a16:creationId xmlns:a16="http://schemas.microsoft.com/office/drawing/2014/main" id="{5B3E98C8-C3AD-4072-8B6B-995166A3F256}"/>
                </a:ext>
              </a:extLst>
            </p:cNvPr>
            <p:cNvSpPr/>
            <p:nvPr/>
          </p:nvSpPr>
          <p:spPr>
            <a:xfrm>
              <a:off x="45931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5" name="타원 11044">
              <a:extLst>
                <a:ext uri="{FF2B5EF4-FFF2-40B4-BE49-F238E27FC236}">
                  <a16:creationId xmlns:a16="http://schemas.microsoft.com/office/drawing/2014/main" id="{1F686D0D-A579-4C96-BB3B-48EF4DA6C919}"/>
                </a:ext>
              </a:extLst>
            </p:cNvPr>
            <p:cNvSpPr/>
            <p:nvPr/>
          </p:nvSpPr>
          <p:spPr>
            <a:xfrm>
              <a:off x="47455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6" name="타원 11045">
              <a:extLst>
                <a:ext uri="{FF2B5EF4-FFF2-40B4-BE49-F238E27FC236}">
                  <a16:creationId xmlns:a16="http://schemas.microsoft.com/office/drawing/2014/main" id="{2A39C07C-65AA-429A-9EB8-829A372156A0}"/>
                </a:ext>
              </a:extLst>
            </p:cNvPr>
            <p:cNvSpPr/>
            <p:nvPr/>
          </p:nvSpPr>
          <p:spPr>
            <a:xfrm>
              <a:off x="4897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7" name="타원 11046">
              <a:extLst>
                <a:ext uri="{FF2B5EF4-FFF2-40B4-BE49-F238E27FC236}">
                  <a16:creationId xmlns:a16="http://schemas.microsoft.com/office/drawing/2014/main" id="{E366D18B-8B24-4DB3-AEA6-4BBBCEE368FC}"/>
                </a:ext>
              </a:extLst>
            </p:cNvPr>
            <p:cNvSpPr/>
            <p:nvPr/>
          </p:nvSpPr>
          <p:spPr>
            <a:xfrm>
              <a:off x="5050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8" name="타원 11047">
              <a:extLst>
                <a:ext uri="{FF2B5EF4-FFF2-40B4-BE49-F238E27FC236}">
                  <a16:creationId xmlns:a16="http://schemas.microsoft.com/office/drawing/2014/main" id="{DFBA0DFD-7349-493C-9DC3-2185283FA86C}"/>
                </a:ext>
              </a:extLst>
            </p:cNvPr>
            <p:cNvSpPr/>
            <p:nvPr/>
          </p:nvSpPr>
          <p:spPr>
            <a:xfrm>
              <a:off x="52027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49" name="타원 11048">
              <a:extLst>
                <a:ext uri="{FF2B5EF4-FFF2-40B4-BE49-F238E27FC236}">
                  <a16:creationId xmlns:a16="http://schemas.microsoft.com/office/drawing/2014/main" id="{D890B8F1-C096-4E1D-B10F-8052F5481290}"/>
                </a:ext>
              </a:extLst>
            </p:cNvPr>
            <p:cNvSpPr/>
            <p:nvPr/>
          </p:nvSpPr>
          <p:spPr>
            <a:xfrm>
              <a:off x="53551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0" name="타원 11049">
              <a:extLst>
                <a:ext uri="{FF2B5EF4-FFF2-40B4-BE49-F238E27FC236}">
                  <a16:creationId xmlns:a16="http://schemas.microsoft.com/office/drawing/2014/main" id="{2986660B-D113-4875-850B-432461B0313B}"/>
                </a:ext>
              </a:extLst>
            </p:cNvPr>
            <p:cNvSpPr/>
            <p:nvPr/>
          </p:nvSpPr>
          <p:spPr>
            <a:xfrm>
              <a:off x="55075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1" name="타원 11050">
              <a:extLst>
                <a:ext uri="{FF2B5EF4-FFF2-40B4-BE49-F238E27FC236}">
                  <a16:creationId xmlns:a16="http://schemas.microsoft.com/office/drawing/2014/main" id="{ECB10795-3876-4EB0-A2C3-645E8B04535B}"/>
                </a:ext>
              </a:extLst>
            </p:cNvPr>
            <p:cNvSpPr/>
            <p:nvPr/>
          </p:nvSpPr>
          <p:spPr>
            <a:xfrm>
              <a:off x="56599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2" name="타원 11051">
              <a:extLst>
                <a:ext uri="{FF2B5EF4-FFF2-40B4-BE49-F238E27FC236}">
                  <a16:creationId xmlns:a16="http://schemas.microsoft.com/office/drawing/2014/main" id="{B1C9204F-63B5-46F6-95A5-168D4C352179}"/>
                </a:ext>
              </a:extLst>
            </p:cNvPr>
            <p:cNvSpPr/>
            <p:nvPr/>
          </p:nvSpPr>
          <p:spPr>
            <a:xfrm>
              <a:off x="5812349" y="334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3" name="타원 11052">
              <a:extLst>
                <a:ext uri="{FF2B5EF4-FFF2-40B4-BE49-F238E27FC236}">
                  <a16:creationId xmlns:a16="http://schemas.microsoft.com/office/drawing/2014/main" id="{938A1F42-47FC-4717-913D-401B48304DD8}"/>
                </a:ext>
              </a:extLst>
            </p:cNvPr>
            <p:cNvSpPr/>
            <p:nvPr/>
          </p:nvSpPr>
          <p:spPr>
            <a:xfrm>
              <a:off x="325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4" name="타원 11053">
              <a:extLst>
                <a:ext uri="{FF2B5EF4-FFF2-40B4-BE49-F238E27FC236}">
                  <a16:creationId xmlns:a16="http://schemas.microsoft.com/office/drawing/2014/main" id="{12FE7D8A-CAA9-428A-8F8B-9EF8018F9086}"/>
                </a:ext>
              </a:extLst>
            </p:cNvPr>
            <p:cNvSpPr/>
            <p:nvPr/>
          </p:nvSpPr>
          <p:spPr>
            <a:xfrm>
              <a:off x="478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5" name="타원 11054">
              <a:extLst>
                <a:ext uri="{FF2B5EF4-FFF2-40B4-BE49-F238E27FC236}">
                  <a16:creationId xmlns:a16="http://schemas.microsoft.com/office/drawing/2014/main" id="{C015DF07-0B6A-415E-9848-00E220786B72}"/>
                </a:ext>
              </a:extLst>
            </p:cNvPr>
            <p:cNvSpPr/>
            <p:nvPr/>
          </p:nvSpPr>
          <p:spPr>
            <a:xfrm>
              <a:off x="6307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6" name="타원 11055">
              <a:extLst>
                <a:ext uri="{FF2B5EF4-FFF2-40B4-BE49-F238E27FC236}">
                  <a16:creationId xmlns:a16="http://schemas.microsoft.com/office/drawing/2014/main" id="{1B5F2A1B-8AC7-435E-A58E-471E6B1BF078}"/>
                </a:ext>
              </a:extLst>
            </p:cNvPr>
            <p:cNvSpPr/>
            <p:nvPr/>
          </p:nvSpPr>
          <p:spPr>
            <a:xfrm>
              <a:off x="7831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7" name="타원 11056">
              <a:extLst>
                <a:ext uri="{FF2B5EF4-FFF2-40B4-BE49-F238E27FC236}">
                  <a16:creationId xmlns:a16="http://schemas.microsoft.com/office/drawing/2014/main" id="{5312203B-D322-4E79-8F89-815CE01CD96A}"/>
                </a:ext>
              </a:extLst>
            </p:cNvPr>
            <p:cNvSpPr/>
            <p:nvPr/>
          </p:nvSpPr>
          <p:spPr>
            <a:xfrm>
              <a:off x="9355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8" name="타원 11057">
              <a:extLst>
                <a:ext uri="{FF2B5EF4-FFF2-40B4-BE49-F238E27FC236}">
                  <a16:creationId xmlns:a16="http://schemas.microsoft.com/office/drawing/2014/main" id="{C83EED4B-7AA6-459F-96FE-05B9BC83595A}"/>
                </a:ext>
              </a:extLst>
            </p:cNvPr>
            <p:cNvSpPr/>
            <p:nvPr/>
          </p:nvSpPr>
          <p:spPr>
            <a:xfrm>
              <a:off x="1087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59" name="타원 11058">
              <a:extLst>
                <a:ext uri="{FF2B5EF4-FFF2-40B4-BE49-F238E27FC236}">
                  <a16:creationId xmlns:a16="http://schemas.microsoft.com/office/drawing/2014/main" id="{54C6C95E-C4AB-4C8E-A19D-1AC324E8C477}"/>
                </a:ext>
              </a:extLst>
            </p:cNvPr>
            <p:cNvSpPr/>
            <p:nvPr/>
          </p:nvSpPr>
          <p:spPr>
            <a:xfrm>
              <a:off x="1240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0" name="타원 11059">
              <a:extLst>
                <a:ext uri="{FF2B5EF4-FFF2-40B4-BE49-F238E27FC236}">
                  <a16:creationId xmlns:a16="http://schemas.microsoft.com/office/drawing/2014/main" id="{C3DF19BD-9450-4B5A-AF4E-EECB58CA0252}"/>
                </a:ext>
              </a:extLst>
            </p:cNvPr>
            <p:cNvSpPr/>
            <p:nvPr/>
          </p:nvSpPr>
          <p:spPr>
            <a:xfrm>
              <a:off x="13927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1" name="타원 11060">
              <a:extLst>
                <a:ext uri="{FF2B5EF4-FFF2-40B4-BE49-F238E27FC236}">
                  <a16:creationId xmlns:a16="http://schemas.microsoft.com/office/drawing/2014/main" id="{1A0EB0A9-0109-45EF-8BB7-C6133CF75AD3}"/>
                </a:ext>
              </a:extLst>
            </p:cNvPr>
            <p:cNvSpPr/>
            <p:nvPr/>
          </p:nvSpPr>
          <p:spPr>
            <a:xfrm>
              <a:off x="15451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2" name="타원 11061">
              <a:extLst>
                <a:ext uri="{FF2B5EF4-FFF2-40B4-BE49-F238E27FC236}">
                  <a16:creationId xmlns:a16="http://schemas.microsoft.com/office/drawing/2014/main" id="{9D740A30-9622-46E2-A19C-107D8FBEF890}"/>
                </a:ext>
              </a:extLst>
            </p:cNvPr>
            <p:cNvSpPr/>
            <p:nvPr/>
          </p:nvSpPr>
          <p:spPr>
            <a:xfrm>
              <a:off x="16975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3" name="타원 11062">
              <a:extLst>
                <a:ext uri="{FF2B5EF4-FFF2-40B4-BE49-F238E27FC236}">
                  <a16:creationId xmlns:a16="http://schemas.microsoft.com/office/drawing/2014/main" id="{0A4A3E5F-2E29-4BBE-A4D3-EB5B81769209}"/>
                </a:ext>
              </a:extLst>
            </p:cNvPr>
            <p:cNvSpPr/>
            <p:nvPr/>
          </p:nvSpPr>
          <p:spPr>
            <a:xfrm>
              <a:off x="1849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4" name="타원 11063">
              <a:extLst>
                <a:ext uri="{FF2B5EF4-FFF2-40B4-BE49-F238E27FC236}">
                  <a16:creationId xmlns:a16="http://schemas.microsoft.com/office/drawing/2014/main" id="{52563BD4-DD35-48AA-8ABF-06CF1FEB0634}"/>
                </a:ext>
              </a:extLst>
            </p:cNvPr>
            <p:cNvSpPr/>
            <p:nvPr/>
          </p:nvSpPr>
          <p:spPr>
            <a:xfrm>
              <a:off x="2002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5" name="타원 11064">
              <a:extLst>
                <a:ext uri="{FF2B5EF4-FFF2-40B4-BE49-F238E27FC236}">
                  <a16:creationId xmlns:a16="http://schemas.microsoft.com/office/drawing/2014/main" id="{AC85B4D5-893A-42E0-B819-9BA0D518ED1A}"/>
                </a:ext>
              </a:extLst>
            </p:cNvPr>
            <p:cNvSpPr/>
            <p:nvPr/>
          </p:nvSpPr>
          <p:spPr>
            <a:xfrm>
              <a:off x="21547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6" name="타원 11065">
              <a:extLst>
                <a:ext uri="{FF2B5EF4-FFF2-40B4-BE49-F238E27FC236}">
                  <a16:creationId xmlns:a16="http://schemas.microsoft.com/office/drawing/2014/main" id="{53227CAF-13B6-4548-9104-1900D1726FBA}"/>
                </a:ext>
              </a:extLst>
            </p:cNvPr>
            <p:cNvSpPr/>
            <p:nvPr/>
          </p:nvSpPr>
          <p:spPr>
            <a:xfrm>
              <a:off x="23071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7" name="타원 11066">
              <a:extLst>
                <a:ext uri="{FF2B5EF4-FFF2-40B4-BE49-F238E27FC236}">
                  <a16:creationId xmlns:a16="http://schemas.microsoft.com/office/drawing/2014/main" id="{8AA81BBB-EF8D-4B6E-9773-1505598D2310}"/>
                </a:ext>
              </a:extLst>
            </p:cNvPr>
            <p:cNvSpPr/>
            <p:nvPr/>
          </p:nvSpPr>
          <p:spPr>
            <a:xfrm>
              <a:off x="24595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8" name="타원 11067">
              <a:extLst>
                <a:ext uri="{FF2B5EF4-FFF2-40B4-BE49-F238E27FC236}">
                  <a16:creationId xmlns:a16="http://schemas.microsoft.com/office/drawing/2014/main" id="{5180DE3D-0602-43D8-AF13-CF7587969385}"/>
                </a:ext>
              </a:extLst>
            </p:cNvPr>
            <p:cNvSpPr/>
            <p:nvPr/>
          </p:nvSpPr>
          <p:spPr>
            <a:xfrm>
              <a:off x="2611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69" name="타원 11068">
              <a:extLst>
                <a:ext uri="{FF2B5EF4-FFF2-40B4-BE49-F238E27FC236}">
                  <a16:creationId xmlns:a16="http://schemas.microsoft.com/office/drawing/2014/main" id="{070BB401-C50A-43A9-9E0B-BF717CC1BD5C}"/>
                </a:ext>
              </a:extLst>
            </p:cNvPr>
            <p:cNvSpPr/>
            <p:nvPr/>
          </p:nvSpPr>
          <p:spPr>
            <a:xfrm>
              <a:off x="2764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0" name="타원 11069">
              <a:extLst>
                <a:ext uri="{FF2B5EF4-FFF2-40B4-BE49-F238E27FC236}">
                  <a16:creationId xmlns:a16="http://schemas.microsoft.com/office/drawing/2014/main" id="{C747C853-0056-4724-B243-BABFEC3AA6F6}"/>
                </a:ext>
              </a:extLst>
            </p:cNvPr>
            <p:cNvSpPr/>
            <p:nvPr/>
          </p:nvSpPr>
          <p:spPr>
            <a:xfrm>
              <a:off x="29167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1" name="타원 11070">
              <a:extLst>
                <a:ext uri="{FF2B5EF4-FFF2-40B4-BE49-F238E27FC236}">
                  <a16:creationId xmlns:a16="http://schemas.microsoft.com/office/drawing/2014/main" id="{93E3E68E-9DD7-4344-A53C-680921E45C7C}"/>
                </a:ext>
              </a:extLst>
            </p:cNvPr>
            <p:cNvSpPr/>
            <p:nvPr/>
          </p:nvSpPr>
          <p:spPr>
            <a:xfrm>
              <a:off x="30691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2" name="타원 11071">
              <a:extLst>
                <a:ext uri="{FF2B5EF4-FFF2-40B4-BE49-F238E27FC236}">
                  <a16:creationId xmlns:a16="http://schemas.microsoft.com/office/drawing/2014/main" id="{46D91E43-CB48-4CD0-BDD1-7DB54FA34FF0}"/>
                </a:ext>
              </a:extLst>
            </p:cNvPr>
            <p:cNvSpPr/>
            <p:nvPr/>
          </p:nvSpPr>
          <p:spPr>
            <a:xfrm>
              <a:off x="32215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3" name="타원 11072">
              <a:extLst>
                <a:ext uri="{FF2B5EF4-FFF2-40B4-BE49-F238E27FC236}">
                  <a16:creationId xmlns:a16="http://schemas.microsoft.com/office/drawing/2014/main" id="{10386237-CB7C-4757-92AD-56AC207A2626}"/>
                </a:ext>
              </a:extLst>
            </p:cNvPr>
            <p:cNvSpPr/>
            <p:nvPr/>
          </p:nvSpPr>
          <p:spPr>
            <a:xfrm>
              <a:off x="3373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4" name="타원 11073">
              <a:extLst>
                <a:ext uri="{FF2B5EF4-FFF2-40B4-BE49-F238E27FC236}">
                  <a16:creationId xmlns:a16="http://schemas.microsoft.com/office/drawing/2014/main" id="{0E645F43-71CE-435A-B95D-2AD3D518D8E0}"/>
                </a:ext>
              </a:extLst>
            </p:cNvPr>
            <p:cNvSpPr/>
            <p:nvPr/>
          </p:nvSpPr>
          <p:spPr>
            <a:xfrm>
              <a:off x="3526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5" name="타원 11074">
              <a:extLst>
                <a:ext uri="{FF2B5EF4-FFF2-40B4-BE49-F238E27FC236}">
                  <a16:creationId xmlns:a16="http://schemas.microsoft.com/office/drawing/2014/main" id="{DD66D634-9CDF-4D30-A24A-398651A2F1E8}"/>
                </a:ext>
              </a:extLst>
            </p:cNvPr>
            <p:cNvSpPr/>
            <p:nvPr/>
          </p:nvSpPr>
          <p:spPr>
            <a:xfrm>
              <a:off x="36787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6" name="타원 11075">
              <a:extLst>
                <a:ext uri="{FF2B5EF4-FFF2-40B4-BE49-F238E27FC236}">
                  <a16:creationId xmlns:a16="http://schemas.microsoft.com/office/drawing/2014/main" id="{7C6D5BF3-CD71-45E9-BBAB-8C0143E33F1A}"/>
                </a:ext>
              </a:extLst>
            </p:cNvPr>
            <p:cNvSpPr/>
            <p:nvPr/>
          </p:nvSpPr>
          <p:spPr>
            <a:xfrm>
              <a:off x="38311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7" name="타원 11076">
              <a:extLst>
                <a:ext uri="{FF2B5EF4-FFF2-40B4-BE49-F238E27FC236}">
                  <a16:creationId xmlns:a16="http://schemas.microsoft.com/office/drawing/2014/main" id="{FEFF3179-A49B-4E52-BDA9-874825CC808E}"/>
                </a:ext>
              </a:extLst>
            </p:cNvPr>
            <p:cNvSpPr/>
            <p:nvPr/>
          </p:nvSpPr>
          <p:spPr>
            <a:xfrm>
              <a:off x="39835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8" name="타원 11077">
              <a:extLst>
                <a:ext uri="{FF2B5EF4-FFF2-40B4-BE49-F238E27FC236}">
                  <a16:creationId xmlns:a16="http://schemas.microsoft.com/office/drawing/2014/main" id="{56695EE6-DB61-4DF6-BD96-07184D97DFBA}"/>
                </a:ext>
              </a:extLst>
            </p:cNvPr>
            <p:cNvSpPr/>
            <p:nvPr/>
          </p:nvSpPr>
          <p:spPr>
            <a:xfrm>
              <a:off x="4135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79" name="타원 11078">
              <a:extLst>
                <a:ext uri="{FF2B5EF4-FFF2-40B4-BE49-F238E27FC236}">
                  <a16:creationId xmlns:a16="http://schemas.microsoft.com/office/drawing/2014/main" id="{9DB720A8-714E-437C-A339-4DFE1F73AF4C}"/>
                </a:ext>
              </a:extLst>
            </p:cNvPr>
            <p:cNvSpPr/>
            <p:nvPr/>
          </p:nvSpPr>
          <p:spPr>
            <a:xfrm>
              <a:off x="4288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0" name="타원 11079">
              <a:extLst>
                <a:ext uri="{FF2B5EF4-FFF2-40B4-BE49-F238E27FC236}">
                  <a16:creationId xmlns:a16="http://schemas.microsoft.com/office/drawing/2014/main" id="{012FD1C4-9E44-4D88-A78F-2FC67F0B9410}"/>
                </a:ext>
              </a:extLst>
            </p:cNvPr>
            <p:cNvSpPr/>
            <p:nvPr/>
          </p:nvSpPr>
          <p:spPr>
            <a:xfrm>
              <a:off x="44407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1" name="타원 11080">
              <a:extLst>
                <a:ext uri="{FF2B5EF4-FFF2-40B4-BE49-F238E27FC236}">
                  <a16:creationId xmlns:a16="http://schemas.microsoft.com/office/drawing/2014/main" id="{8C13F700-EFA0-4277-A94A-1556DCA7AA2D}"/>
                </a:ext>
              </a:extLst>
            </p:cNvPr>
            <p:cNvSpPr/>
            <p:nvPr/>
          </p:nvSpPr>
          <p:spPr>
            <a:xfrm>
              <a:off x="45931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2" name="타원 11081">
              <a:extLst>
                <a:ext uri="{FF2B5EF4-FFF2-40B4-BE49-F238E27FC236}">
                  <a16:creationId xmlns:a16="http://schemas.microsoft.com/office/drawing/2014/main" id="{0821163A-EC4B-4D86-802B-FE423FB7DF4E}"/>
                </a:ext>
              </a:extLst>
            </p:cNvPr>
            <p:cNvSpPr/>
            <p:nvPr/>
          </p:nvSpPr>
          <p:spPr>
            <a:xfrm>
              <a:off x="47455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3" name="타원 11082">
              <a:extLst>
                <a:ext uri="{FF2B5EF4-FFF2-40B4-BE49-F238E27FC236}">
                  <a16:creationId xmlns:a16="http://schemas.microsoft.com/office/drawing/2014/main" id="{36DF8EB2-929E-4C6A-B62D-2DC1F7D8A87D}"/>
                </a:ext>
              </a:extLst>
            </p:cNvPr>
            <p:cNvSpPr/>
            <p:nvPr/>
          </p:nvSpPr>
          <p:spPr>
            <a:xfrm>
              <a:off x="4897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4" name="타원 11083">
              <a:extLst>
                <a:ext uri="{FF2B5EF4-FFF2-40B4-BE49-F238E27FC236}">
                  <a16:creationId xmlns:a16="http://schemas.microsoft.com/office/drawing/2014/main" id="{B1D7DF14-AE2F-4E6F-831A-5A5824D1A656}"/>
                </a:ext>
              </a:extLst>
            </p:cNvPr>
            <p:cNvSpPr/>
            <p:nvPr/>
          </p:nvSpPr>
          <p:spPr>
            <a:xfrm>
              <a:off x="5050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5" name="타원 11084">
              <a:extLst>
                <a:ext uri="{FF2B5EF4-FFF2-40B4-BE49-F238E27FC236}">
                  <a16:creationId xmlns:a16="http://schemas.microsoft.com/office/drawing/2014/main" id="{046D8A23-5A48-4527-9CAE-DD4CD0E2E295}"/>
                </a:ext>
              </a:extLst>
            </p:cNvPr>
            <p:cNvSpPr/>
            <p:nvPr/>
          </p:nvSpPr>
          <p:spPr>
            <a:xfrm>
              <a:off x="52027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6" name="타원 11085">
              <a:extLst>
                <a:ext uri="{FF2B5EF4-FFF2-40B4-BE49-F238E27FC236}">
                  <a16:creationId xmlns:a16="http://schemas.microsoft.com/office/drawing/2014/main" id="{E4EEBEA4-5328-4CB2-BF29-E81DD953B58F}"/>
                </a:ext>
              </a:extLst>
            </p:cNvPr>
            <p:cNvSpPr/>
            <p:nvPr/>
          </p:nvSpPr>
          <p:spPr>
            <a:xfrm>
              <a:off x="53551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7" name="타원 11086">
              <a:extLst>
                <a:ext uri="{FF2B5EF4-FFF2-40B4-BE49-F238E27FC236}">
                  <a16:creationId xmlns:a16="http://schemas.microsoft.com/office/drawing/2014/main" id="{C462B168-9806-46BD-A9D2-6DA548E206E4}"/>
                </a:ext>
              </a:extLst>
            </p:cNvPr>
            <p:cNvSpPr/>
            <p:nvPr/>
          </p:nvSpPr>
          <p:spPr>
            <a:xfrm>
              <a:off x="55075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8" name="타원 11087">
              <a:extLst>
                <a:ext uri="{FF2B5EF4-FFF2-40B4-BE49-F238E27FC236}">
                  <a16:creationId xmlns:a16="http://schemas.microsoft.com/office/drawing/2014/main" id="{FFF77FD9-D580-4B6D-BF69-B2F09CC00FBD}"/>
                </a:ext>
              </a:extLst>
            </p:cNvPr>
            <p:cNvSpPr/>
            <p:nvPr/>
          </p:nvSpPr>
          <p:spPr>
            <a:xfrm>
              <a:off x="56599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89" name="타원 11088">
              <a:extLst>
                <a:ext uri="{FF2B5EF4-FFF2-40B4-BE49-F238E27FC236}">
                  <a16:creationId xmlns:a16="http://schemas.microsoft.com/office/drawing/2014/main" id="{3C79D659-E732-4F32-9DAC-52E39C95255A}"/>
                </a:ext>
              </a:extLst>
            </p:cNvPr>
            <p:cNvSpPr/>
            <p:nvPr/>
          </p:nvSpPr>
          <p:spPr>
            <a:xfrm>
              <a:off x="5812349" y="350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0" name="타원 11089">
              <a:extLst>
                <a:ext uri="{FF2B5EF4-FFF2-40B4-BE49-F238E27FC236}">
                  <a16:creationId xmlns:a16="http://schemas.microsoft.com/office/drawing/2014/main" id="{A7BAD1CE-099B-4582-BAC9-DC87D1C50F8B}"/>
                </a:ext>
              </a:extLst>
            </p:cNvPr>
            <p:cNvSpPr/>
            <p:nvPr/>
          </p:nvSpPr>
          <p:spPr>
            <a:xfrm>
              <a:off x="325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1" name="타원 11090">
              <a:extLst>
                <a:ext uri="{FF2B5EF4-FFF2-40B4-BE49-F238E27FC236}">
                  <a16:creationId xmlns:a16="http://schemas.microsoft.com/office/drawing/2014/main" id="{94E4DE9F-F217-4E97-8F84-B169C36F08CB}"/>
                </a:ext>
              </a:extLst>
            </p:cNvPr>
            <p:cNvSpPr/>
            <p:nvPr/>
          </p:nvSpPr>
          <p:spPr>
            <a:xfrm>
              <a:off x="478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2" name="타원 11091">
              <a:extLst>
                <a:ext uri="{FF2B5EF4-FFF2-40B4-BE49-F238E27FC236}">
                  <a16:creationId xmlns:a16="http://schemas.microsoft.com/office/drawing/2014/main" id="{C8105F64-24E2-4EA7-A3A5-A8D6970026A6}"/>
                </a:ext>
              </a:extLst>
            </p:cNvPr>
            <p:cNvSpPr/>
            <p:nvPr/>
          </p:nvSpPr>
          <p:spPr>
            <a:xfrm>
              <a:off x="6307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3" name="타원 11092">
              <a:extLst>
                <a:ext uri="{FF2B5EF4-FFF2-40B4-BE49-F238E27FC236}">
                  <a16:creationId xmlns:a16="http://schemas.microsoft.com/office/drawing/2014/main" id="{D438E617-6280-4E8F-9D49-008ED9C9E2F6}"/>
                </a:ext>
              </a:extLst>
            </p:cNvPr>
            <p:cNvSpPr/>
            <p:nvPr/>
          </p:nvSpPr>
          <p:spPr>
            <a:xfrm>
              <a:off x="7831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4" name="타원 11093">
              <a:extLst>
                <a:ext uri="{FF2B5EF4-FFF2-40B4-BE49-F238E27FC236}">
                  <a16:creationId xmlns:a16="http://schemas.microsoft.com/office/drawing/2014/main" id="{67E49426-BE0A-4F50-BAEC-330F677AB96B}"/>
                </a:ext>
              </a:extLst>
            </p:cNvPr>
            <p:cNvSpPr/>
            <p:nvPr/>
          </p:nvSpPr>
          <p:spPr>
            <a:xfrm>
              <a:off x="9355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5" name="타원 11094">
              <a:extLst>
                <a:ext uri="{FF2B5EF4-FFF2-40B4-BE49-F238E27FC236}">
                  <a16:creationId xmlns:a16="http://schemas.microsoft.com/office/drawing/2014/main" id="{DB4C1AB3-646A-4453-B583-9758C677963F}"/>
                </a:ext>
              </a:extLst>
            </p:cNvPr>
            <p:cNvSpPr/>
            <p:nvPr/>
          </p:nvSpPr>
          <p:spPr>
            <a:xfrm>
              <a:off x="1087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6" name="타원 11095">
              <a:extLst>
                <a:ext uri="{FF2B5EF4-FFF2-40B4-BE49-F238E27FC236}">
                  <a16:creationId xmlns:a16="http://schemas.microsoft.com/office/drawing/2014/main" id="{9DEF65A9-C431-478E-8CA4-0236DCD7A706}"/>
                </a:ext>
              </a:extLst>
            </p:cNvPr>
            <p:cNvSpPr/>
            <p:nvPr/>
          </p:nvSpPr>
          <p:spPr>
            <a:xfrm>
              <a:off x="1240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7" name="타원 11096">
              <a:extLst>
                <a:ext uri="{FF2B5EF4-FFF2-40B4-BE49-F238E27FC236}">
                  <a16:creationId xmlns:a16="http://schemas.microsoft.com/office/drawing/2014/main" id="{A1E1A06D-B41C-41AA-A320-F4AAD2FB8E95}"/>
                </a:ext>
              </a:extLst>
            </p:cNvPr>
            <p:cNvSpPr/>
            <p:nvPr/>
          </p:nvSpPr>
          <p:spPr>
            <a:xfrm>
              <a:off x="13927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8" name="타원 11097">
              <a:extLst>
                <a:ext uri="{FF2B5EF4-FFF2-40B4-BE49-F238E27FC236}">
                  <a16:creationId xmlns:a16="http://schemas.microsoft.com/office/drawing/2014/main" id="{F858EAC4-9DEE-4874-88D4-6F24D41EA2FF}"/>
                </a:ext>
              </a:extLst>
            </p:cNvPr>
            <p:cNvSpPr/>
            <p:nvPr/>
          </p:nvSpPr>
          <p:spPr>
            <a:xfrm>
              <a:off x="15451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99" name="타원 11098">
              <a:extLst>
                <a:ext uri="{FF2B5EF4-FFF2-40B4-BE49-F238E27FC236}">
                  <a16:creationId xmlns:a16="http://schemas.microsoft.com/office/drawing/2014/main" id="{EF716757-AC98-42C9-8C97-8BB5C692E2C7}"/>
                </a:ext>
              </a:extLst>
            </p:cNvPr>
            <p:cNvSpPr/>
            <p:nvPr/>
          </p:nvSpPr>
          <p:spPr>
            <a:xfrm>
              <a:off x="16975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0" name="타원 11099">
              <a:extLst>
                <a:ext uri="{FF2B5EF4-FFF2-40B4-BE49-F238E27FC236}">
                  <a16:creationId xmlns:a16="http://schemas.microsoft.com/office/drawing/2014/main" id="{8BAF7C9C-4757-49BD-AB90-629D0341D96C}"/>
                </a:ext>
              </a:extLst>
            </p:cNvPr>
            <p:cNvSpPr/>
            <p:nvPr/>
          </p:nvSpPr>
          <p:spPr>
            <a:xfrm>
              <a:off x="1849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1" name="타원 11100">
              <a:extLst>
                <a:ext uri="{FF2B5EF4-FFF2-40B4-BE49-F238E27FC236}">
                  <a16:creationId xmlns:a16="http://schemas.microsoft.com/office/drawing/2014/main" id="{9151BCB5-7BF8-4F07-8DF4-B190E92C04E4}"/>
                </a:ext>
              </a:extLst>
            </p:cNvPr>
            <p:cNvSpPr/>
            <p:nvPr/>
          </p:nvSpPr>
          <p:spPr>
            <a:xfrm>
              <a:off x="2002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2" name="타원 11101">
              <a:extLst>
                <a:ext uri="{FF2B5EF4-FFF2-40B4-BE49-F238E27FC236}">
                  <a16:creationId xmlns:a16="http://schemas.microsoft.com/office/drawing/2014/main" id="{D3228BA5-16BE-422F-9CE4-6DE4537AF360}"/>
                </a:ext>
              </a:extLst>
            </p:cNvPr>
            <p:cNvSpPr/>
            <p:nvPr/>
          </p:nvSpPr>
          <p:spPr>
            <a:xfrm>
              <a:off x="21547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3" name="타원 11102">
              <a:extLst>
                <a:ext uri="{FF2B5EF4-FFF2-40B4-BE49-F238E27FC236}">
                  <a16:creationId xmlns:a16="http://schemas.microsoft.com/office/drawing/2014/main" id="{5F92C301-976F-4CE7-B5F6-22DAD1482E53}"/>
                </a:ext>
              </a:extLst>
            </p:cNvPr>
            <p:cNvSpPr/>
            <p:nvPr/>
          </p:nvSpPr>
          <p:spPr>
            <a:xfrm>
              <a:off x="23071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4" name="타원 11103">
              <a:extLst>
                <a:ext uri="{FF2B5EF4-FFF2-40B4-BE49-F238E27FC236}">
                  <a16:creationId xmlns:a16="http://schemas.microsoft.com/office/drawing/2014/main" id="{B623A99F-8A8C-4009-942E-725D7B6DE857}"/>
                </a:ext>
              </a:extLst>
            </p:cNvPr>
            <p:cNvSpPr/>
            <p:nvPr/>
          </p:nvSpPr>
          <p:spPr>
            <a:xfrm>
              <a:off x="24595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5" name="타원 11104">
              <a:extLst>
                <a:ext uri="{FF2B5EF4-FFF2-40B4-BE49-F238E27FC236}">
                  <a16:creationId xmlns:a16="http://schemas.microsoft.com/office/drawing/2014/main" id="{E73FF9B1-84D3-466E-8A17-B283B6716C70}"/>
                </a:ext>
              </a:extLst>
            </p:cNvPr>
            <p:cNvSpPr/>
            <p:nvPr/>
          </p:nvSpPr>
          <p:spPr>
            <a:xfrm>
              <a:off x="2611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6" name="타원 11105">
              <a:extLst>
                <a:ext uri="{FF2B5EF4-FFF2-40B4-BE49-F238E27FC236}">
                  <a16:creationId xmlns:a16="http://schemas.microsoft.com/office/drawing/2014/main" id="{A13BC15E-E7A6-40BB-AD1C-D9C98CF615DD}"/>
                </a:ext>
              </a:extLst>
            </p:cNvPr>
            <p:cNvSpPr/>
            <p:nvPr/>
          </p:nvSpPr>
          <p:spPr>
            <a:xfrm>
              <a:off x="2764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7" name="타원 11106">
              <a:extLst>
                <a:ext uri="{FF2B5EF4-FFF2-40B4-BE49-F238E27FC236}">
                  <a16:creationId xmlns:a16="http://schemas.microsoft.com/office/drawing/2014/main" id="{235DC8E5-F7A6-4F5C-95A0-302F9ABBC131}"/>
                </a:ext>
              </a:extLst>
            </p:cNvPr>
            <p:cNvSpPr/>
            <p:nvPr/>
          </p:nvSpPr>
          <p:spPr>
            <a:xfrm>
              <a:off x="29167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8" name="타원 11107">
              <a:extLst>
                <a:ext uri="{FF2B5EF4-FFF2-40B4-BE49-F238E27FC236}">
                  <a16:creationId xmlns:a16="http://schemas.microsoft.com/office/drawing/2014/main" id="{82BD6DC0-C2DB-4467-B002-56A1B1DB0A21}"/>
                </a:ext>
              </a:extLst>
            </p:cNvPr>
            <p:cNvSpPr/>
            <p:nvPr/>
          </p:nvSpPr>
          <p:spPr>
            <a:xfrm>
              <a:off x="30691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09" name="타원 11108">
              <a:extLst>
                <a:ext uri="{FF2B5EF4-FFF2-40B4-BE49-F238E27FC236}">
                  <a16:creationId xmlns:a16="http://schemas.microsoft.com/office/drawing/2014/main" id="{174D7E7F-8335-44FB-8D32-FE12658C5686}"/>
                </a:ext>
              </a:extLst>
            </p:cNvPr>
            <p:cNvSpPr/>
            <p:nvPr/>
          </p:nvSpPr>
          <p:spPr>
            <a:xfrm>
              <a:off x="32215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0" name="타원 11109">
              <a:extLst>
                <a:ext uri="{FF2B5EF4-FFF2-40B4-BE49-F238E27FC236}">
                  <a16:creationId xmlns:a16="http://schemas.microsoft.com/office/drawing/2014/main" id="{B4789AB6-23C1-47A2-B5B1-1B7ADB390855}"/>
                </a:ext>
              </a:extLst>
            </p:cNvPr>
            <p:cNvSpPr/>
            <p:nvPr/>
          </p:nvSpPr>
          <p:spPr>
            <a:xfrm>
              <a:off x="3373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1" name="타원 11110">
              <a:extLst>
                <a:ext uri="{FF2B5EF4-FFF2-40B4-BE49-F238E27FC236}">
                  <a16:creationId xmlns:a16="http://schemas.microsoft.com/office/drawing/2014/main" id="{32F091D4-D982-4B40-8380-B1CB78AAC1FB}"/>
                </a:ext>
              </a:extLst>
            </p:cNvPr>
            <p:cNvSpPr/>
            <p:nvPr/>
          </p:nvSpPr>
          <p:spPr>
            <a:xfrm>
              <a:off x="3526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2" name="타원 11111">
              <a:extLst>
                <a:ext uri="{FF2B5EF4-FFF2-40B4-BE49-F238E27FC236}">
                  <a16:creationId xmlns:a16="http://schemas.microsoft.com/office/drawing/2014/main" id="{42DAC40F-46FB-45C1-B906-A421A0F5C4B4}"/>
                </a:ext>
              </a:extLst>
            </p:cNvPr>
            <p:cNvSpPr/>
            <p:nvPr/>
          </p:nvSpPr>
          <p:spPr>
            <a:xfrm>
              <a:off x="36787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3" name="타원 11112">
              <a:extLst>
                <a:ext uri="{FF2B5EF4-FFF2-40B4-BE49-F238E27FC236}">
                  <a16:creationId xmlns:a16="http://schemas.microsoft.com/office/drawing/2014/main" id="{F5A6DD42-55D4-4D7D-8534-06C76ED23BCA}"/>
                </a:ext>
              </a:extLst>
            </p:cNvPr>
            <p:cNvSpPr/>
            <p:nvPr/>
          </p:nvSpPr>
          <p:spPr>
            <a:xfrm>
              <a:off x="38311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4" name="타원 11113">
              <a:extLst>
                <a:ext uri="{FF2B5EF4-FFF2-40B4-BE49-F238E27FC236}">
                  <a16:creationId xmlns:a16="http://schemas.microsoft.com/office/drawing/2014/main" id="{C251DA6C-AA1F-45EA-B4A0-5560B92DC40A}"/>
                </a:ext>
              </a:extLst>
            </p:cNvPr>
            <p:cNvSpPr/>
            <p:nvPr/>
          </p:nvSpPr>
          <p:spPr>
            <a:xfrm>
              <a:off x="39835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5" name="타원 11114">
              <a:extLst>
                <a:ext uri="{FF2B5EF4-FFF2-40B4-BE49-F238E27FC236}">
                  <a16:creationId xmlns:a16="http://schemas.microsoft.com/office/drawing/2014/main" id="{9EA8A793-E208-416A-8701-1902A5DF12B6}"/>
                </a:ext>
              </a:extLst>
            </p:cNvPr>
            <p:cNvSpPr/>
            <p:nvPr/>
          </p:nvSpPr>
          <p:spPr>
            <a:xfrm>
              <a:off x="4135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6" name="타원 11115">
              <a:extLst>
                <a:ext uri="{FF2B5EF4-FFF2-40B4-BE49-F238E27FC236}">
                  <a16:creationId xmlns:a16="http://schemas.microsoft.com/office/drawing/2014/main" id="{95A526C8-4B65-4305-9597-2247625D10F0}"/>
                </a:ext>
              </a:extLst>
            </p:cNvPr>
            <p:cNvSpPr/>
            <p:nvPr/>
          </p:nvSpPr>
          <p:spPr>
            <a:xfrm>
              <a:off x="4288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7" name="타원 11116">
              <a:extLst>
                <a:ext uri="{FF2B5EF4-FFF2-40B4-BE49-F238E27FC236}">
                  <a16:creationId xmlns:a16="http://schemas.microsoft.com/office/drawing/2014/main" id="{026221B1-031E-4BED-88D1-925AA31038F7}"/>
                </a:ext>
              </a:extLst>
            </p:cNvPr>
            <p:cNvSpPr/>
            <p:nvPr/>
          </p:nvSpPr>
          <p:spPr>
            <a:xfrm>
              <a:off x="44407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8" name="타원 11117">
              <a:extLst>
                <a:ext uri="{FF2B5EF4-FFF2-40B4-BE49-F238E27FC236}">
                  <a16:creationId xmlns:a16="http://schemas.microsoft.com/office/drawing/2014/main" id="{832A4C46-BD4B-4B04-A19D-FF6A45726CCF}"/>
                </a:ext>
              </a:extLst>
            </p:cNvPr>
            <p:cNvSpPr/>
            <p:nvPr/>
          </p:nvSpPr>
          <p:spPr>
            <a:xfrm>
              <a:off x="45931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19" name="타원 11118">
              <a:extLst>
                <a:ext uri="{FF2B5EF4-FFF2-40B4-BE49-F238E27FC236}">
                  <a16:creationId xmlns:a16="http://schemas.microsoft.com/office/drawing/2014/main" id="{9DFF07A0-213B-43A3-A4D1-71699C1F6869}"/>
                </a:ext>
              </a:extLst>
            </p:cNvPr>
            <p:cNvSpPr/>
            <p:nvPr/>
          </p:nvSpPr>
          <p:spPr>
            <a:xfrm>
              <a:off x="47455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0" name="타원 11119">
              <a:extLst>
                <a:ext uri="{FF2B5EF4-FFF2-40B4-BE49-F238E27FC236}">
                  <a16:creationId xmlns:a16="http://schemas.microsoft.com/office/drawing/2014/main" id="{A6047590-C4F4-4ACE-AE2E-2066C7E416D9}"/>
                </a:ext>
              </a:extLst>
            </p:cNvPr>
            <p:cNvSpPr/>
            <p:nvPr/>
          </p:nvSpPr>
          <p:spPr>
            <a:xfrm>
              <a:off x="4897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1" name="타원 11120">
              <a:extLst>
                <a:ext uri="{FF2B5EF4-FFF2-40B4-BE49-F238E27FC236}">
                  <a16:creationId xmlns:a16="http://schemas.microsoft.com/office/drawing/2014/main" id="{0717500F-7FDC-493D-A417-2B77B3036CB6}"/>
                </a:ext>
              </a:extLst>
            </p:cNvPr>
            <p:cNvSpPr/>
            <p:nvPr/>
          </p:nvSpPr>
          <p:spPr>
            <a:xfrm>
              <a:off x="5050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2" name="타원 11121">
              <a:extLst>
                <a:ext uri="{FF2B5EF4-FFF2-40B4-BE49-F238E27FC236}">
                  <a16:creationId xmlns:a16="http://schemas.microsoft.com/office/drawing/2014/main" id="{82CDB693-D4C2-457F-B6E5-FA011AB05050}"/>
                </a:ext>
              </a:extLst>
            </p:cNvPr>
            <p:cNvSpPr/>
            <p:nvPr/>
          </p:nvSpPr>
          <p:spPr>
            <a:xfrm>
              <a:off x="52027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3" name="타원 11122">
              <a:extLst>
                <a:ext uri="{FF2B5EF4-FFF2-40B4-BE49-F238E27FC236}">
                  <a16:creationId xmlns:a16="http://schemas.microsoft.com/office/drawing/2014/main" id="{7763DB51-B518-46DD-B474-E2AD6147E57F}"/>
                </a:ext>
              </a:extLst>
            </p:cNvPr>
            <p:cNvSpPr/>
            <p:nvPr/>
          </p:nvSpPr>
          <p:spPr>
            <a:xfrm>
              <a:off x="53551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4" name="타원 11123">
              <a:extLst>
                <a:ext uri="{FF2B5EF4-FFF2-40B4-BE49-F238E27FC236}">
                  <a16:creationId xmlns:a16="http://schemas.microsoft.com/office/drawing/2014/main" id="{C5590E26-7EC4-48B8-B757-387779C4E127}"/>
                </a:ext>
              </a:extLst>
            </p:cNvPr>
            <p:cNvSpPr/>
            <p:nvPr/>
          </p:nvSpPr>
          <p:spPr>
            <a:xfrm>
              <a:off x="55075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5" name="타원 11124">
              <a:extLst>
                <a:ext uri="{FF2B5EF4-FFF2-40B4-BE49-F238E27FC236}">
                  <a16:creationId xmlns:a16="http://schemas.microsoft.com/office/drawing/2014/main" id="{EEE641D0-532E-4196-90B1-0FA889A38745}"/>
                </a:ext>
              </a:extLst>
            </p:cNvPr>
            <p:cNvSpPr/>
            <p:nvPr/>
          </p:nvSpPr>
          <p:spPr>
            <a:xfrm>
              <a:off x="56599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6" name="타원 11125">
              <a:extLst>
                <a:ext uri="{FF2B5EF4-FFF2-40B4-BE49-F238E27FC236}">
                  <a16:creationId xmlns:a16="http://schemas.microsoft.com/office/drawing/2014/main" id="{EC43D4A1-3E62-43F0-BB74-0B5D976BE596}"/>
                </a:ext>
              </a:extLst>
            </p:cNvPr>
            <p:cNvSpPr/>
            <p:nvPr/>
          </p:nvSpPr>
          <p:spPr>
            <a:xfrm>
              <a:off x="5812349" y="365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7" name="타원 11126">
              <a:extLst>
                <a:ext uri="{FF2B5EF4-FFF2-40B4-BE49-F238E27FC236}">
                  <a16:creationId xmlns:a16="http://schemas.microsoft.com/office/drawing/2014/main" id="{54AA50A4-1CD4-42C7-AE35-C5C4764EE6B9}"/>
                </a:ext>
              </a:extLst>
            </p:cNvPr>
            <p:cNvSpPr/>
            <p:nvPr/>
          </p:nvSpPr>
          <p:spPr>
            <a:xfrm>
              <a:off x="325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8" name="타원 11127">
              <a:extLst>
                <a:ext uri="{FF2B5EF4-FFF2-40B4-BE49-F238E27FC236}">
                  <a16:creationId xmlns:a16="http://schemas.microsoft.com/office/drawing/2014/main" id="{80117B46-8CBF-4645-B6F5-4D02391C4D79}"/>
                </a:ext>
              </a:extLst>
            </p:cNvPr>
            <p:cNvSpPr/>
            <p:nvPr/>
          </p:nvSpPr>
          <p:spPr>
            <a:xfrm>
              <a:off x="478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29" name="타원 11128">
              <a:extLst>
                <a:ext uri="{FF2B5EF4-FFF2-40B4-BE49-F238E27FC236}">
                  <a16:creationId xmlns:a16="http://schemas.microsoft.com/office/drawing/2014/main" id="{86B2194E-09E4-4F66-858E-0C6850D18FEE}"/>
                </a:ext>
              </a:extLst>
            </p:cNvPr>
            <p:cNvSpPr/>
            <p:nvPr/>
          </p:nvSpPr>
          <p:spPr>
            <a:xfrm>
              <a:off x="6307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0" name="타원 11129">
              <a:extLst>
                <a:ext uri="{FF2B5EF4-FFF2-40B4-BE49-F238E27FC236}">
                  <a16:creationId xmlns:a16="http://schemas.microsoft.com/office/drawing/2014/main" id="{425E8475-AAA2-4203-B618-D984E6D8F234}"/>
                </a:ext>
              </a:extLst>
            </p:cNvPr>
            <p:cNvSpPr/>
            <p:nvPr/>
          </p:nvSpPr>
          <p:spPr>
            <a:xfrm>
              <a:off x="7831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1" name="타원 11130">
              <a:extLst>
                <a:ext uri="{FF2B5EF4-FFF2-40B4-BE49-F238E27FC236}">
                  <a16:creationId xmlns:a16="http://schemas.microsoft.com/office/drawing/2014/main" id="{A6690770-87E0-433A-B627-A9EC4333CB2A}"/>
                </a:ext>
              </a:extLst>
            </p:cNvPr>
            <p:cNvSpPr/>
            <p:nvPr/>
          </p:nvSpPr>
          <p:spPr>
            <a:xfrm>
              <a:off x="9355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2" name="타원 11131">
              <a:extLst>
                <a:ext uri="{FF2B5EF4-FFF2-40B4-BE49-F238E27FC236}">
                  <a16:creationId xmlns:a16="http://schemas.microsoft.com/office/drawing/2014/main" id="{3BF199E3-D94F-4E73-B580-BDCED0A044F0}"/>
                </a:ext>
              </a:extLst>
            </p:cNvPr>
            <p:cNvSpPr/>
            <p:nvPr/>
          </p:nvSpPr>
          <p:spPr>
            <a:xfrm>
              <a:off x="1087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3" name="타원 11132">
              <a:extLst>
                <a:ext uri="{FF2B5EF4-FFF2-40B4-BE49-F238E27FC236}">
                  <a16:creationId xmlns:a16="http://schemas.microsoft.com/office/drawing/2014/main" id="{C96A407C-4383-4C01-8039-760EDEE1AC66}"/>
                </a:ext>
              </a:extLst>
            </p:cNvPr>
            <p:cNvSpPr/>
            <p:nvPr/>
          </p:nvSpPr>
          <p:spPr>
            <a:xfrm>
              <a:off x="1240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4" name="타원 11133">
              <a:extLst>
                <a:ext uri="{FF2B5EF4-FFF2-40B4-BE49-F238E27FC236}">
                  <a16:creationId xmlns:a16="http://schemas.microsoft.com/office/drawing/2014/main" id="{B6DAEAC8-B08E-47F1-8302-9D585C48269C}"/>
                </a:ext>
              </a:extLst>
            </p:cNvPr>
            <p:cNvSpPr/>
            <p:nvPr/>
          </p:nvSpPr>
          <p:spPr>
            <a:xfrm>
              <a:off x="13927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5" name="타원 11134">
              <a:extLst>
                <a:ext uri="{FF2B5EF4-FFF2-40B4-BE49-F238E27FC236}">
                  <a16:creationId xmlns:a16="http://schemas.microsoft.com/office/drawing/2014/main" id="{895CD70C-868D-44B6-BFB3-ECE2C0328E42}"/>
                </a:ext>
              </a:extLst>
            </p:cNvPr>
            <p:cNvSpPr/>
            <p:nvPr/>
          </p:nvSpPr>
          <p:spPr>
            <a:xfrm>
              <a:off x="15451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6" name="타원 11135">
              <a:extLst>
                <a:ext uri="{FF2B5EF4-FFF2-40B4-BE49-F238E27FC236}">
                  <a16:creationId xmlns:a16="http://schemas.microsoft.com/office/drawing/2014/main" id="{09F881D4-F67C-4573-9685-3BA89F8EFC93}"/>
                </a:ext>
              </a:extLst>
            </p:cNvPr>
            <p:cNvSpPr/>
            <p:nvPr/>
          </p:nvSpPr>
          <p:spPr>
            <a:xfrm>
              <a:off x="16975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7" name="타원 11136">
              <a:extLst>
                <a:ext uri="{FF2B5EF4-FFF2-40B4-BE49-F238E27FC236}">
                  <a16:creationId xmlns:a16="http://schemas.microsoft.com/office/drawing/2014/main" id="{B98DF353-7905-42BB-9EB6-0F15C11633EB}"/>
                </a:ext>
              </a:extLst>
            </p:cNvPr>
            <p:cNvSpPr/>
            <p:nvPr/>
          </p:nvSpPr>
          <p:spPr>
            <a:xfrm>
              <a:off x="1849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8" name="타원 11137">
              <a:extLst>
                <a:ext uri="{FF2B5EF4-FFF2-40B4-BE49-F238E27FC236}">
                  <a16:creationId xmlns:a16="http://schemas.microsoft.com/office/drawing/2014/main" id="{7BAB6EA9-96DA-441C-B7B7-DACC5D597A7A}"/>
                </a:ext>
              </a:extLst>
            </p:cNvPr>
            <p:cNvSpPr/>
            <p:nvPr/>
          </p:nvSpPr>
          <p:spPr>
            <a:xfrm>
              <a:off x="2002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39" name="타원 11138">
              <a:extLst>
                <a:ext uri="{FF2B5EF4-FFF2-40B4-BE49-F238E27FC236}">
                  <a16:creationId xmlns:a16="http://schemas.microsoft.com/office/drawing/2014/main" id="{00CC35DE-F671-4F5F-87BF-49C667097D87}"/>
                </a:ext>
              </a:extLst>
            </p:cNvPr>
            <p:cNvSpPr/>
            <p:nvPr/>
          </p:nvSpPr>
          <p:spPr>
            <a:xfrm>
              <a:off x="21547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0" name="타원 11139">
              <a:extLst>
                <a:ext uri="{FF2B5EF4-FFF2-40B4-BE49-F238E27FC236}">
                  <a16:creationId xmlns:a16="http://schemas.microsoft.com/office/drawing/2014/main" id="{27EC058A-5600-4246-B1FB-72D9ADE153B0}"/>
                </a:ext>
              </a:extLst>
            </p:cNvPr>
            <p:cNvSpPr/>
            <p:nvPr/>
          </p:nvSpPr>
          <p:spPr>
            <a:xfrm>
              <a:off x="23071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1" name="타원 11140">
              <a:extLst>
                <a:ext uri="{FF2B5EF4-FFF2-40B4-BE49-F238E27FC236}">
                  <a16:creationId xmlns:a16="http://schemas.microsoft.com/office/drawing/2014/main" id="{0DD778DA-4035-4975-AB53-05FFA861B971}"/>
                </a:ext>
              </a:extLst>
            </p:cNvPr>
            <p:cNvSpPr/>
            <p:nvPr/>
          </p:nvSpPr>
          <p:spPr>
            <a:xfrm>
              <a:off x="24595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2" name="타원 11141">
              <a:extLst>
                <a:ext uri="{FF2B5EF4-FFF2-40B4-BE49-F238E27FC236}">
                  <a16:creationId xmlns:a16="http://schemas.microsoft.com/office/drawing/2014/main" id="{B880DE35-26D7-49E0-966D-056AFD33D9B2}"/>
                </a:ext>
              </a:extLst>
            </p:cNvPr>
            <p:cNvSpPr/>
            <p:nvPr/>
          </p:nvSpPr>
          <p:spPr>
            <a:xfrm>
              <a:off x="2611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3" name="타원 11142">
              <a:extLst>
                <a:ext uri="{FF2B5EF4-FFF2-40B4-BE49-F238E27FC236}">
                  <a16:creationId xmlns:a16="http://schemas.microsoft.com/office/drawing/2014/main" id="{1C24958A-1FC7-4278-A5E4-F625A7D69FEA}"/>
                </a:ext>
              </a:extLst>
            </p:cNvPr>
            <p:cNvSpPr/>
            <p:nvPr/>
          </p:nvSpPr>
          <p:spPr>
            <a:xfrm>
              <a:off x="2764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4" name="타원 11143">
              <a:extLst>
                <a:ext uri="{FF2B5EF4-FFF2-40B4-BE49-F238E27FC236}">
                  <a16:creationId xmlns:a16="http://schemas.microsoft.com/office/drawing/2014/main" id="{3FE680B5-1D2F-465D-AB02-27930E9F316F}"/>
                </a:ext>
              </a:extLst>
            </p:cNvPr>
            <p:cNvSpPr/>
            <p:nvPr/>
          </p:nvSpPr>
          <p:spPr>
            <a:xfrm>
              <a:off x="29167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5" name="타원 11144">
              <a:extLst>
                <a:ext uri="{FF2B5EF4-FFF2-40B4-BE49-F238E27FC236}">
                  <a16:creationId xmlns:a16="http://schemas.microsoft.com/office/drawing/2014/main" id="{ED6198FA-D196-4114-8BB6-2AE05B313E1A}"/>
                </a:ext>
              </a:extLst>
            </p:cNvPr>
            <p:cNvSpPr/>
            <p:nvPr/>
          </p:nvSpPr>
          <p:spPr>
            <a:xfrm>
              <a:off x="30691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6" name="타원 11145">
              <a:extLst>
                <a:ext uri="{FF2B5EF4-FFF2-40B4-BE49-F238E27FC236}">
                  <a16:creationId xmlns:a16="http://schemas.microsoft.com/office/drawing/2014/main" id="{EDF3B66A-A6E6-4BE6-9F26-FAC0FE0F1ED1}"/>
                </a:ext>
              </a:extLst>
            </p:cNvPr>
            <p:cNvSpPr/>
            <p:nvPr/>
          </p:nvSpPr>
          <p:spPr>
            <a:xfrm>
              <a:off x="32215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7" name="타원 11146">
              <a:extLst>
                <a:ext uri="{FF2B5EF4-FFF2-40B4-BE49-F238E27FC236}">
                  <a16:creationId xmlns:a16="http://schemas.microsoft.com/office/drawing/2014/main" id="{4F2D1FE0-5A80-4B5E-9430-CB465DC41282}"/>
                </a:ext>
              </a:extLst>
            </p:cNvPr>
            <p:cNvSpPr/>
            <p:nvPr/>
          </p:nvSpPr>
          <p:spPr>
            <a:xfrm>
              <a:off x="3373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8" name="타원 11147">
              <a:extLst>
                <a:ext uri="{FF2B5EF4-FFF2-40B4-BE49-F238E27FC236}">
                  <a16:creationId xmlns:a16="http://schemas.microsoft.com/office/drawing/2014/main" id="{9A7E11B0-2A3D-4A24-AA51-B7EA4957B88A}"/>
                </a:ext>
              </a:extLst>
            </p:cNvPr>
            <p:cNvSpPr/>
            <p:nvPr/>
          </p:nvSpPr>
          <p:spPr>
            <a:xfrm>
              <a:off x="3526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49" name="타원 11148">
              <a:extLst>
                <a:ext uri="{FF2B5EF4-FFF2-40B4-BE49-F238E27FC236}">
                  <a16:creationId xmlns:a16="http://schemas.microsoft.com/office/drawing/2014/main" id="{2DEFFBA2-59A3-4182-BC4A-4067E35C21F9}"/>
                </a:ext>
              </a:extLst>
            </p:cNvPr>
            <p:cNvSpPr/>
            <p:nvPr/>
          </p:nvSpPr>
          <p:spPr>
            <a:xfrm>
              <a:off x="36787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0" name="타원 11149">
              <a:extLst>
                <a:ext uri="{FF2B5EF4-FFF2-40B4-BE49-F238E27FC236}">
                  <a16:creationId xmlns:a16="http://schemas.microsoft.com/office/drawing/2014/main" id="{F144AC4C-343B-402E-8613-BD1EBB5E01CB}"/>
                </a:ext>
              </a:extLst>
            </p:cNvPr>
            <p:cNvSpPr/>
            <p:nvPr/>
          </p:nvSpPr>
          <p:spPr>
            <a:xfrm>
              <a:off x="38311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1" name="타원 11150">
              <a:extLst>
                <a:ext uri="{FF2B5EF4-FFF2-40B4-BE49-F238E27FC236}">
                  <a16:creationId xmlns:a16="http://schemas.microsoft.com/office/drawing/2014/main" id="{C84169B7-8351-4B41-92D5-9CFBA2383599}"/>
                </a:ext>
              </a:extLst>
            </p:cNvPr>
            <p:cNvSpPr/>
            <p:nvPr/>
          </p:nvSpPr>
          <p:spPr>
            <a:xfrm>
              <a:off x="39835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2" name="타원 11151">
              <a:extLst>
                <a:ext uri="{FF2B5EF4-FFF2-40B4-BE49-F238E27FC236}">
                  <a16:creationId xmlns:a16="http://schemas.microsoft.com/office/drawing/2014/main" id="{03AF0AB5-9BC9-4212-A863-DCA00CD4E6EF}"/>
                </a:ext>
              </a:extLst>
            </p:cNvPr>
            <p:cNvSpPr/>
            <p:nvPr/>
          </p:nvSpPr>
          <p:spPr>
            <a:xfrm>
              <a:off x="4135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3" name="타원 11152">
              <a:extLst>
                <a:ext uri="{FF2B5EF4-FFF2-40B4-BE49-F238E27FC236}">
                  <a16:creationId xmlns:a16="http://schemas.microsoft.com/office/drawing/2014/main" id="{23E39A87-E3F6-4D15-B8B8-0FD0C6846D20}"/>
                </a:ext>
              </a:extLst>
            </p:cNvPr>
            <p:cNvSpPr/>
            <p:nvPr/>
          </p:nvSpPr>
          <p:spPr>
            <a:xfrm>
              <a:off x="4288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4" name="타원 11153">
              <a:extLst>
                <a:ext uri="{FF2B5EF4-FFF2-40B4-BE49-F238E27FC236}">
                  <a16:creationId xmlns:a16="http://schemas.microsoft.com/office/drawing/2014/main" id="{BB165114-7E38-487C-B573-2205751E8796}"/>
                </a:ext>
              </a:extLst>
            </p:cNvPr>
            <p:cNvSpPr/>
            <p:nvPr/>
          </p:nvSpPr>
          <p:spPr>
            <a:xfrm>
              <a:off x="44407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5" name="타원 11154">
              <a:extLst>
                <a:ext uri="{FF2B5EF4-FFF2-40B4-BE49-F238E27FC236}">
                  <a16:creationId xmlns:a16="http://schemas.microsoft.com/office/drawing/2014/main" id="{7E01EBEA-4984-49A2-8020-A50868930D48}"/>
                </a:ext>
              </a:extLst>
            </p:cNvPr>
            <p:cNvSpPr/>
            <p:nvPr/>
          </p:nvSpPr>
          <p:spPr>
            <a:xfrm>
              <a:off x="45931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6" name="타원 11155">
              <a:extLst>
                <a:ext uri="{FF2B5EF4-FFF2-40B4-BE49-F238E27FC236}">
                  <a16:creationId xmlns:a16="http://schemas.microsoft.com/office/drawing/2014/main" id="{7C714405-148A-4D29-A390-C6AFF55EE5A1}"/>
                </a:ext>
              </a:extLst>
            </p:cNvPr>
            <p:cNvSpPr/>
            <p:nvPr/>
          </p:nvSpPr>
          <p:spPr>
            <a:xfrm>
              <a:off x="47455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7" name="타원 11156">
              <a:extLst>
                <a:ext uri="{FF2B5EF4-FFF2-40B4-BE49-F238E27FC236}">
                  <a16:creationId xmlns:a16="http://schemas.microsoft.com/office/drawing/2014/main" id="{15234520-0AD5-4B8A-81F4-26F23D285756}"/>
                </a:ext>
              </a:extLst>
            </p:cNvPr>
            <p:cNvSpPr/>
            <p:nvPr/>
          </p:nvSpPr>
          <p:spPr>
            <a:xfrm>
              <a:off x="4897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8" name="타원 11157">
              <a:extLst>
                <a:ext uri="{FF2B5EF4-FFF2-40B4-BE49-F238E27FC236}">
                  <a16:creationId xmlns:a16="http://schemas.microsoft.com/office/drawing/2014/main" id="{E45C8CEE-094F-4B57-9272-4E1FF51728FD}"/>
                </a:ext>
              </a:extLst>
            </p:cNvPr>
            <p:cNvSpPr/>
            <p:nvPr/>
          </p:nvSpPr>
          <p:spPr>
            <a:xfrm>
              <a:off x="5050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59" name="타원 11158">
              <a:extLst>
                <a:ext uri="{FF2B5EF4-FFF2-40B4-BE49-F238E27FC236}">
                  <a16:creationId xmlns:a16="http://schemas.microsoft.com/office/drawing/2014/main" id="{AFFD7E4C-6F73-4E31-B9F6-9BDD2026C24E}"/>
                </a:ext>
              </a:extLst>
            </p:cNvPr>
            <p:cNvSpPr/>
            <p:nvPr/>
          </p:nvSpPr>
          <p:spPr>
            <a:xfrm>
              <a:off x="52027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0" name="타원 11159">
              <a:extLst>
                <a:ext uri="{FF2B5EF4-FFF2-40B4-BE49-F238E27FC236}">
                  <a16:creationId xmlns:a16="http://schemas.microsoft.com/office/drawing/2014/main" id="{1C01B29D-B7E8-4D16-8E9A-724F74A44778}"/>
                </a:ext>
              </a:extLst>
            </p:cNvPr>
            <p:cNvSpPr/>
            <p:nvPr/>
          </p:nvSpPr>
          <p:spPr>
            <a:xfrm>
              <a:off x="53551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1" name="타원 11160">
              <a:extLst>
                <a:ext uri="{FF2B5EF4-FFF2-40B4-BE49-F238E27FC236}">
                  <a16:creationId xmlns:a16="http://schemas.microsoft.com/office/drawing/2014/main" id="{157439C5-55DB-414A-85C5-679FF81CCD56}"/>
                </a:ext>
              </a:extLst>
            </p:cNvPr>
            <p:cNvSpPr/>
            <p:nvPr/>
          </p:nvSpPr>
          <p:spPr>
            <a:xfrm>
              <a:off x="55075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2" name="타원 11161">
              <a:extLst>
                <a:ext uri="{FF2B5EF4-FFF2-40B4-BE49-F238E27FC236}">
                  <a16:creationId xmlns:a16="http://schemas.microsoft.com/office/drawing/2014/main" id="{2D8C72A2-9DB5-4156-B010-60DC72A6ED95}"/>
                </a:ext>
              </a:extLst>
            </p:cNvPr>
            <p:cNvSpPr/>
            <p:nvPr/>
          </p:nvSpPr>
          <p:spPr>
            <a:xfrm>
              <a:off x="56599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3" name="타원 11162">
              <a:extLst>
                <a:ext uri="{FF2B5EF4-FFF2-40B4-BE49-F238E27FC236}">
                  <a16:creationId xmlns:a16="http://schemas.microsoft.com/office/drawing/2014/main" id="{EBA5D00D-38D3-4FFA-A6C9-6F02FC76979A}"/>
                </a:ext>
              </a:extLst>
            </p:cNvPr>
            <p:cNvSpPr/>
            <p:nvPr/>
          </p:nvSpPr>
          <p:spPr>
            <a:xfrm>
              <a:off x="5812349" y="3805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4" name="타원 11163">
              <a:extLst>
                <a:ext uri="{FF2B5EF4-FFF2-40B4-BE49-F238E27FC236}">
                  <a16:creationId xmlns:a16="http://schemas.microsoft.com/office/drawing/2014/main" id="{02CD1DC8-1E4C-4EB8-9F89-FE3C7A3436D8}"/>
                </a:ext>
              </a:extLst>
            </p:cNvPr>
            <p:cNvSpPr/>
            <p:nvPr/>
          </p:nvSpPr>
          <p:spPr>
            <a:xfrm>
              <a:off x="325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5" name="타원 11164">
              <a:extLst>
                <a:ext uri="{FF2B5EF4-FFF2-40B4-BE49-F238E27FC236}">
                  <a16:creationId xmlns:a16="http://schemas.microsoft.com/office/drawing/2014/main" id="{68A10DCD-A522-46C9-9BF7-56ACEC8B855B}"/>
                </a:ext>
              </a:extLst>
            </p:cNvPr>
            <p:cNvSpPr/>
            <p:nvPr/>
          </p:nvSpPr>
          <p:spPr>
            <a:xfrm>
              <a:off x="478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6" name="타원 11165">
              <a:extLst>
                <a:ext uri="{FF2B5EF4-FFF2-40B4-BE49-F238E27FC236}">
                  <a16:creationId xmlns:a16="http://schemas.microsoft.com/office/drawing/2014/main" id="{CC5813DB-7FD9-4F0E-A4F2-FC45C9FF5620}"/>
                </a:ext>
              </a:extLst>
            </p:cNvPr>
            <p:cNvSpPr/>
            <p:nvPr/>
          </p:nvSpPr>
          <p:spPr>
            <a:xfrm>
              <a:off x="6307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7" name="타원 11166">
              <a:extLst>
                <a:ext uri="{FF2B5EF4-FFF2-40B4-BE49-F238E27FC236}">
                  <a16:creationId xmlns:a16="http://schemas.microsoft.com/office/drawing/2014/main" id="{38803697-9EED-4C0C-9C44-0DC1029D1594}"/>
                </a:ext>
              </a:extLst>
            </p:cNvPr>
            <p:cNvSpPr/>
            <p:nvPr/>
          </p:nvSpPr>
          <p:spPr>
            <a:xfrm>
              <a:off x="7831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8" name="타원 11167">
              <a:extLst>
                <a:ext uri="{FF2B5EF4-FFF2-40B4-BE49-F238E27FC236}">
                  <a16:creationId xmlns:a16="http://schemas.microsoft.com/office/drawing/2014/main" id="{90342495-2BF5-4209-A9CE-A297B570268D}"/>
                </a:ext>
              </a:extLst>
            </p:cNvPr>
            <p:cNvSpPr/>
            <p:nvPr/>
          </p:nvSpPr>
          <p:spPr>
            <a:xfrm>
              <a:off x="9355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69" name="타원 11168">
              <a:extLst>
                <a:ext uri="{FF2B5EF4-FFF2-40B4-BE49-F238E27FC236}">
                  <a16:creationId xmlns:a16="http://schemas.microsoft.com/office/drawing/2014/main" id="{71BDBE31-1D3D-4942-ACCC-1519D35F6987}"/>
                </a:ext>
              </a:extLst>
            </p:cNvPr>
            <p:cNvSpPr/>
            <p:nvPr/>
          </p:nvSpPr>
          <p:spPr>
            <a:xfrm>
              <a:off x="1087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0" name="타원 11169">
              <a:extLst>
                <a:ext uri="{FF2B5EF4-FFF2-40B4-BE49-F238E27FC236}">
                  <a16:creationId xmlns:a16="http://schemas.microsoft.com/office/drawing/2014/main" id="{CE259B9C-6314-418B-9AC3-3CDE6063D1CE}"/>
                </a:ext>
              </a:extLst>
            </p:cNvPr>
            <p:cNvSpPr/>
            <p:nvPr/>
          </p:nvSpPr>
          <p:spPr>
            <a:xfrm>
              <a:off x="1240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1" name="타원 11170">
              <a:extLst>
                <a:ext uri="{FF2B5EF4-FFF2-40B4-BE49-F238E27FC236}">
                  <a16:creationId xmlns:a16="http://schemas.microsoft.com/office/drawing/2014/main" id="{A4CAB678-9978-473B-9151-FCCD206F925B}"/>
                </a:ext>
              </a:extLst>
            </p:cNvPr>
            <p:cNvSpPr/>
            <p:nvPr/>
          </p:nvSpPr>
          <p:spPr>
            <a:xfrm>
              <a:off x="13927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2" name="타원 11171">
              <a:extLst>
                <a:ext uri="{FF2B5EF4-FFF2-40B4-BE49-F238E27FC236}">
                  <a16:creationId xmlns:a16="http://schemas.microsoft.com/office/drawing/2014/main" id="{9D0B33E3-5F3F-4609-AA9C-022B7DEF1D78}"/>
                </a:ext>
              </a:extLst>
            </p:cNvPr>
            <p:cNvSpPr/>
            <p:nvPr/>
          </p:nvSpPr>
          <p:spPr>
            <a:xfrm>
              <a:off x="15451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3" name="타원 11172">
              <a:extLst>
                <a:ext uri="{FF2B5EF4-FFF2-40B4-BE49-F238E27FC236}">
                  <a16:creationId xmlns:a16="http://schemas.microsoft.com/office/drawing/2014/main" id="{C3941379-3B95-465E-81B3-ECAEBDFE986D}"/>
                </a:ext>
              </a:extLst>
            </p:cNvPr>
            <p:cNvSpPr/>
            <p:nvPr/>
          </p:nvSpPr>
          <p:spPr>
            <a:xfrm>
              <a:off x="16975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4" name="타원 11173">
              <a:extLst>
                <a:ext uri="{FF2B5EF4-FFF2-40B4-BE49-F238E27FC236}">
                  <a16:creationId xmlns:a16="http://schemas.microsoft.com/office/drawing/2014/main" id="{C1153C7B-8B8B-4A52-8347-50AEDD898D1F}"/>
                </a:ext>
              </a:extLst>
            </p:cNvPr>
            <p:cNvSpPr/>
            <p:nvPr/>
          </p:nvSpPr>
          <p:spPr>
            <a:xfrm>
              <a:off x="1849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5" name="타원 11174">
              <a:extLst>
                <a:ext uri="{FF2B5EF4-FFF2-40B4-BE49-F238E27FC236}">
                  <a16:creationId xmlns:a16="http://schemas.microsoft.com/office/drawing/2014/main" id="{A6271101-D6C5-43F1-9D4F-11274D4F62E8}"/>
                </a:ext>
              </a:extLst>
            </p:cNvPr>
            <p:cNvSpPr/>
            <p:nvPr/>
          </p:nvSpPr>
          <p:spPr>
            <a:xfrm>
              <a:off x="2002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6" name="타원 11175">
              <a:extLst>
                <a:ext uri="{FF2B5EF4-FFF2-40B4-BE49-F238E27FC236}">
                  <a16:creationId xmlns:a16="http://schemas.microsoft.com/office/drawing/2014/main" id="{BA0828E3-11ED-4E23-9954-02C156E175FC}"/>
                </a:ext>
              </a:extLst>
            </p:cNvPr>
            <p:cNvSpPr/>
            <p:nvPr/>
          </p:nvSpPr>
          <p:spPr>
            <a:xfrm>
              <a:off x="21547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7" name="타원 11176">
              <a:extLst>
                <a:ext uri="{FF2B5EF4-FFF2-40B4-BE49-F238E27FC236}">
                  <a16:creationId xmlns:a16="http://schemas.microsoft.com/office/drawing/2014/main" id="{F399841A-6F53-43B8-AC54-22AB47A14534}"/>
                </a:ext>
              </a:extLst>
            </p:cNvPr>
            <p:cNvSpPr/>
            <p:nvPr/>
          </p:nvSpPr>
          <p:spPr>
            <a:xfrm>
              <a:off x="23071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8" name="타원 11177">
              <a:extLst>
                <a:ext uri="{FF2B5EF4-FFF2-40B4-BE49-F238E27FC236}">
                  <a16:creationId xmlns:a16="http://schemas.microsoft.com/office/drawing/2014/main" id="{4CF091FB-CB15-49D4-A708-FC7416A84723}"/>
                </a:ext>
              </a:extLst>
            </p:cNvPr>
            <p:cNvSpPr/>
            <p:nvPr/>
          </p:nvSpPr>
          <p:spPr>
            <a:xfrm>
              <a:off x="24595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79" name="타원 11178">
              <a:extLst>
                <a:ext uri="{FF2B5EF4-FFF2-40B4-BE49-F238E27FC236}">
                  <a16:creationId xmlns:a16="http://schemas.microsoft.com/office/drawing/2014/main" id="{9EED4205-16B2-40C9-A82E-63D03BFC1528}"/>
                </a:ext>
              </a:extLst>
            </p:cNvPr>
            <p:cNvSpPr/>
            <p:nvPr/>
          </p:nvSpPr>
          <p:spPr>
            <a:xfrm>
              <a:off x="2611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0" name="타원 11179">
              <a:extLst>
                <a:ext uri="{FF2B5EF4-FFF2-40B4-BE49-F238E27FC236}">
                  <a16:creationId xmlns:a16="http://schemas.microsoft.com/office/drawing/2014/main" id="{6843A20C-11E3-4E76-98E5-239CE90EBE91}"/>
                </a:ext>
              </a:extLst>
            </p:cNvPr>
            <p:cNvSpPr/>
            <p:nvPr/>
          </p:nvSpPr>
          <p:spPr>
            <a:xfrm>
              <a:off x="2764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1" name="타원 11180">
              <a:extLst>
                <a:ext uri="{FF2B5EF4-FFF2-40B4-BE49-F238E27FC236}">
                  <a16:creationId xmlns:a16="http://schemas.microsoft.com/office/drawing/2014/main" id="{B580DDA5-B0C7-4B0D-9352-0AC0BD824FFA}"/>
                </a:ext>
              </a:extLst>
            </p:cNvPr>
            <p:cNvSpPr/>
            <p:nvPr/>
          </p:nvSpPr>
          <p:spPr>
            <a:xfrm>
              <a:off x="29167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2" name="타원 11181">
              <a:extLst>
                <a:ext uri="{FF2B5EF4-FFF2-40B4-BE49-F238E27FC236}">
                  <a16:creationId xmlns:a16="http://schemas.microsoft.com/office/drawing/2014/main" id="{0B76B30C-A6FD-4C14-A64B-8A2541E53ECB}"/>
                </a:ext>
              </a:extLst>
            </p:cNvPr>
            <p:cNvSpPr/>
            <p:nvPr/>
          </p:nvSpPr>
          <p:spPr>
            <a:xfrm>
              <a:off x="30691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3" name="타원 11182">
              <a:extLst>
                <a:ext uri="{FF2B5EF4-FFF2-40B4-BE49-F238E27FC236}">
                  <a16:creationId xmlns:a16="http://schemas.microsoft.com/office/drawing/2014/main" id="{2547C81E-30CB-4076-9C36-ACA43A0CC01A}"/>
                </a:ext>
              </a:extLst>
            </p:cNvPr>
            <p:cNvSpPr/>
            <p:nvPr/>
          </p:nvSpPr>
          <p:spPr>
            <a:xfrm>
              <a:off x="32215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4" name="타원 11183">
              <a:extLst>
                <a:ext uri="{FF2B5EF4-FFF2-40B4-BE49-F238E27FC236}">
                  <a16:creationId xmlns:a16="http://schemas.microsoft.com/office/drawing/2014/main" id="{26A02228-987A-4DE4-A26F-EA950CB126E9}"/>
                </a:ext>
              </a:extLst>
            </p:cNvPr>
            <p:cNvSpPr/>
            <p:nvPr/>
          </p:nvSpPr>
          <p:spPr>
            <a:xfrm>
              <a:off x="3373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5" name="타원 11184">
              <a:extLst>
                <a:ext uri="{FF2B5EF4-FFF2-40B4-BE49-F238E27FC236}">
                  <a16:creationId xmlns:a16="http://schemas.microsoft.com/office/drawing/2014/main" id="{7ED47536-AB72-4F97-A3D0-B2087DD0445B}"/>
                </a:ext>
              </a:extLst>
            </p:cNvPr>
            <p:cNvSpPr/>
            <p:nvPr/>
          </p:nvSpPr>
          <p:spPr>
            <a:xfrm>
              <a:off x="3526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6" name="타원 11185">
              <a:extLst>
                <a:ext uri="{FF2B5EF4-FFF2-40B4-BE49-F238E27FC236}">
                  <a16:creationId xmlns:a16="http://schemas.microsoft.com/office/drawing/2014/main" id="{C2C0EFE4-F8C4-45CA-8941-884E1D79D1F6}"/>
                </a:ext>
              </a:extLst>
            </p:cNvPr>
            <p:cNvSpPr/>
            <p:nvPr/>
          </p:nvSpPr>
          <p:spPr>
            <a:xfrm>
              <a:off x="36787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7" name="타원 11186">
              <a:extLst>
                <a:ext uri="{FF2B5EF4-FFF2-40B4-BE49-F238E27FC236}">
                  <a16:creationId xmlns:a16="http://schemas.microsoft.com/office/drawing/2014/main" id="{D705658D-B13D-4EAF-AA08-EA9933DCC4FB}"/>
                </a:ext>
              </a:extLst>
            </p:cNvPr>
            <p:cNvSpPr/>
            <p:nvPr/>
          </p:nvSpPr>
          <p:spPr>
            <a:xfrm>
              <a:off x="38311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8" name="타원 11187">
              <a:extLst>
                <a:ext uri="{FF2B5EF4-FFF2-40B4-BE49-F238E27FC236}">
                  <a16:creationId xmlns:a16="http://schemas.microsoft.com/office/drawing/2014/main" id="{C642EE62-5451-4236-A940-8C859CFF6F3B}"/>
                </a:ext>
              </a:extLst>
            </p:cNvPr>
            <p:cNvSpPr/>
            <p:nvPr/>
          </p:nvSpPr>
          <p:spPr>
            <a:xfrm>
              <a:off x="39835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89" name="타원 11188">
              <a:extLst>
                <a:ext uri="{FF2B5EF4-FFF2-40B4-BE49-F238E27FC236}">
                  <a16:creationId xmlns:a16="http://schemas.microsoft.com/office/drawing/2014/main" id="{B662A248-2687-4039-9DE4-D9C4F9205D77}"/>
                </a:ext>
              </a:extLst>
            </p:cNvPr>
            <p:cNvSpPr/>
            <p:nvPr/>
          </p:nvSpPr>
          <p:spPr>
            <a:xfrm>
              <a:off x="4135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0" name="타원 11189">
              <a:extLst>
                <a:ext uri="{FF2B5EF4-FFF2-40B4-BE49-F238E27FC236}">
                  <a16:creationId xmlns:a16="http://schemas.microsoft.com/office/drawing/2014/main" id="{FAB2E49A-A4A4-45D7-994D-083CD64BB1DF}"/>
                </a:ext>
              </a:extLst>
            </p:cNvPr>
            <p:cNvSpPr/>
            <p:nvPr/>
          </p:nvSpPr>
          <p:spPr>
            <a:xfrm>
              <a:off x="4288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1" name="타원 11190">
              <a:extLst>
                <a:ext uri="{FF2B5EF4-FFF2-40B4-BE49-F238E27FC236}">
                  <a16:creationId xmlns:a16="http://schemas.microsoft.com/office/drawing/2014/main" id="{D1AEFE6E-BCF3-43B3-BC34-BFE8A3455AD6}"/>
                </a:ext>
              </a:extLst>
            </p:cNvPr>
            <p:cNvSpPr/>
            <p:nvPr/>
          </p:nvSpPr>
          <p:spPr>
            <a:xfrm>
              <a:off x="44407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2" name="타원 11191">
              <a:extLst>
                <a:ext uri="{FF2B5EF4-FFF2-40B4-BE49-F238E27FC236}">
                  <a16:creationId xmlns:a16="http://schemas.microsoft.com/office/drawing/2014/main" id="{759D6D27-55BB-4BB2-BF88-B5194D822F1E}"/>
                </a:ext>
              </a:extLst>
            </p:cNvPr>
            <p:cNvSpPr/>
            <p:nvPr/>
          </p:nvSpPr>
          <p:spPr>
            <a:xfrm>
              <a:off x="45931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3" name="타원 11192">
              <a:extLst>
                <a:ext uri="{FF2B5EF4-FFF2-40B4-BE49-F238E27FC236}">
                  <a16:creationId xmlns:a16="http://schemas.microsoft.com/office/drawing/2014/main" id="{E48B569B-515D-4B39-9DE2-2A0187D7D816}"/>
                </a:ext>
              </a:extLst>
            </p:cNvPr>
            <p:cNvSpPr/>
            <p:nvPr/>
          </p:nvSpPr>
          <p:spPr>
            <a:xfrm>
              <a:off x="47455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4" name="타원 11193">
              <a:extLst>
                <a:ext uri="{FF2B5EF4-FFF2-40B4-BE49-F238E27FC236}">
                  <a16:creationId xmlns:a16="http://schemas.microsoft.com/office/drawing/2014/main" id="{3881C49C-8C97-4FEF-AA10-B598488116F1}"/>
                </a:ext>
              </a:extLst>
            </p:cNvPr>
            <p:cNvSpPr/>
            <p:nvPr/>
          </p:nvSpPr>
          <p:spPr>
            <a:xfrm>
              <a:off x="4897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5" name="타원 11194">
              <a:extLst>
                <a:ext uri="{FF2B5EF4-FFF2-40B4-BE49-F238E27FC236}">
                  <a16:creationId xmlns:a16="http://schemas.microsoft.com/office/drawing/2014/main" id="{2C21B17B-2122-4D77-9A99-61602529647C}"/>
                </a:ext>
              </a:extLst>
            </p:cNvPr>
            <p:cNvSpPr/>
            <p:nvPr/>
          </p:nvSpPr>
          <p:spPr>
            <a:xfrm>
              <a:off x="5050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6" name="타원 11195">
              <a:extLst>
                <a:ext uri="{FF2B5EF4-FFF2-40B4-BE49-F238E27FC236}">
                  <a16:creationId xmlns:a16="http://schemas.microsoft.com/office/drawing/2014/main" id="{78C9EB19-3599-4C8E-9ADE-BA709D2977C2}"/>
                </a:ext>
              </a:extLst>
            </p:cNvPr>
            <p:cNvSpPr/>
            <p:nvPr/>
          </p:nvSpPr>
          <p:spPr>
            <a:xfrm>
              <a:off x="52027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7" name="타원 11196">
              <a:extLst>
                <a:ext uri="{FF2B5EF4-FFF2-40B4-BE49-F238E27FC236}">
                  <a16:creationId xmlns:a16="http://schemas.microsoft.com/office/drawing/2014/main" id="{2E0C0393-FFE3-4C15-B2E8-52C7D1425407}"/>
                </a:ext>
              </a:extLst>
            </p:cNvPr>
            <p:cNvSpPr/>
            <p:nvPr/>
          </p:nvSpPr>
          <p:spPr>
            <a:xfrm>
              <a:off x="53551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8" name="타원 11197">
              <a:extLst>
                <a:ext uri="{FF2B5EF4-FFF2-40B4-BE49-F238E27FC236}">
                  <a16:creationId xmlns:a16="http://schemas.microsoft.com/office/drawing/2014/main" id="{EA7CAE15-A39A-46C8-8D81-42370383541E}"/>
                </a:ext>
              </a:extLst>
            </p:cNvPr>
            <p:cNvSpPr/>
            <p:nvPr/>
          </p:nvSpPr>
          <p:spPr>
            <a:xfrm>
              <a:off x="55075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99" name="타원 11198">
              <a:extLst>
                <a:ext uri="{FF2B5EF4-FFF2-40B4-BE49-F238E27FC236}">
                  <a16:creationId xmlns:a16="http://schemas.microsoft.com/office/drawing/2014/main" id="{5638E4FD-FA25-42E4-8BD7-BFD4D6BE299D}"/>
                </a:ext>
              </a:extLst>
            </p:cNvPr>
            <p:cNvSpPr/>
            <p:nvPr/>
          </p:nvSpPr>
          <p:spPr>
            <a:xfrm>
              <a:off x="56599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0" name="타원 11199">
              <a:extLst>
                <a:ext uri="{FF2B5EF4-FFF2-40B4-BE49-F238E27FC236}">
                  <a16:creationId xmlns:a16="http://schemas.microsoft.com/office/drawing/2014/main" id="{5A3B7D07-9CB8-4497-8D89-18D41780BCC8}"/>
                </a:ext>
              </a:extLst>
            </p:cNvPr>
            <p:cNvSpPr/>
            <p:nvPr/>
          </p:nvSpPr>
          <p:spPr>
            <a:xfrm>
              <a:off x="5812349" y="3958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1" name="타원 11200">
              <a:extLst>
                <a:ext uri="{FF2B5EF4-FFF2-40B4-BE49-F238E27FC236}">
                  <a16:creationId xmlns:a16="http://schemas.microsoft.com/office/drawing/2014/main" id="{3ECE6F1D-7D34-4181-82F7-0DD89159EFDD}"/>
                </a:ext>
              </a:extLst>
            </p:cNvPr>
            <p:cNvSpPr/>
            <p:nvPr/>
          </p:nvSpPr>
          <p:spPr>
            <a:xfrm>
              <a:off x="325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2" name="타원 11201">
              <a:extLst>
                <a:ext uri="{FF2B5EF4-FFF2-40B4-BE49-F238E27FC236}">
                  <a16:creationId xmlns:a16="http://schemas.microsoft.com/office/drawing/2014/main" id="{91905804-9F9C-4A97-BFA5-DC06CC613CDF}"/>
                </a:ext>
              </a:extLst>
            </p:cNvPr>
            <p:cNvSpPr/>
            <p:nvPr/>
          </p:nvSpPr>
          <p:spPr>
            <a:xfrm>
              <a:off x="478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3" name="타원 11202">
              <a:extLst>
                <a:ext uri="{FF2B5EF4-FFF2-40B4-BE49-F238E27FC236}">
                  <a16:creationId xmlns:a16="http://schemas.microsoft.com/office/drawing/2014/main" id="{36F8280A-90D5-4833-BE0F-D92BCC574B3B}"/>
                </a:ext>
              </a:extLst>
            </p:cNvPr>
            <p:cNvSpPr/>
            <p:nvPr/>
          </p:nvSpPr>
          <p:spPr>
            <a:xfrm>
              <a:off x="6307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4" name="타원 11203">
              <a:extLst>
                <a:ext uri="{FF2B5EF4-FFF2-40B4-BE49-F238E27FC236}">
                  <a16:creationId xmlns:a16="http://schemas.microsoft.com/office/drawing/2014/main" id="{1D88B302-B954-4E55-8C94-CD4F25FFCE77}"/>
                </a:ext>
              </a:extLst>
            </p:cNvPr>
            <p:cNvSpPr/>
            <p:nvPr/>
          </p:nvSpPr>
          <p:spPr>
            <a:xfrm>
              <a:off x="7831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5" name="타원 11204">
              <a:extLst>
                <a:ext uri="{FF2B5EF4-FFF2-40B4-BE49-F238E27FC236}">
                  <a16:creationId xmlns:a16="http://schemas.microsoft.com/office/drawing/2014/main" id="{C13A9CB0-EE1A-4907-9FFC-3E3AC5868AB9}"/>
                </a:ext>
              </a:extLst>
            </p:cNvPr>
            <p:cNvSpPr/>
            <p:nvPr/>
          </p:nvSpPr>
          <p:spPr>
            <a:xfrm>
              <a:off x="9355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6" name="타원 11205">
              <a:extLst>
                <a:ext uri="{FF2B5EF4-FFF2-40B4-BE49-F238E27FC236}">
                  <a16:creationId xmlns:a16="http://schemas.microsoft.com/office/drawing/2014/main" id="{21955625-D7A2-4C64-BD42-073168D3BBBF}"/>
                </a:ext>
              </a:extLst>
            </p:cNvPr>
            <p:cNvSpPr/>
            <p:nvPr/>
          </p:nvSpPr>
          <p:spPr>
            <a:xfrm>
              <a:off x="1087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7" name="타원 11206">
              <a:extLst>
                <a:ext uri="{FF2B5EF4-FFF2-40B4-BE49-F238E27FC236}">
                  <a16:creationId xmlns:a16="http://schemas.microsoft.com/office/drawing/2014/main" id="{1B9E968B-CADA-47E8-8D65-6486176DF2BF}"/>
                </a:ext>
              </a:extLst>
            </p:cNvPr>
            <p:cNvSpPr/>
            <p:nvPr/>
          </p:nvSpPr>
          <p:spPr>
            <a:xfrm>
              <a:off x="1240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8" name="타원 11207">
              <a:extLst>
                <a:ext uri="{FF2B5EF4-FFF2-40B4-BE49-F238E27FC236}">
                  <a16:creationId xmlns:a16="http://schemas.microsoft.com/office/drawing/2014/main" id="{0B7B0BA7-D79C-477A-A624-A2D5733AB9C0}"/>
                </a:ext>
              </a:extLst>
            </p:cNvPr>
            <p:cNvSpPr/>
            <p:nvPr/>
          </p:nvSpPr>
          <p:spPr>
            <a:xfrm>
              <a:off x="13927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9" name="타원 11208">
              <a:extLst>
                <a:ext uri="{FF2B5EF4-FFF2-40B4-BE49-F238E27FC236}">
                  <a16:creationId xmlns:a16="http://schemas.microsoft.com/office/drawing/2014/main" id="{6129894E-389F-4CA1-826E-988DD51AF7A8}"/>
                </a:ext>
              </a:extLst>
            </p:cNvPr>
            <p:cNvSpPr/>
            <p:nvPr/>
          </p:nvSpPr>
          <p:spPr>
            <a:xfrm>
              <a:off x="15451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0" name="타원 11209">
              <a:extLst>
                <a:ext uri="{FF2B5EF4-FFF2-40B4-BE49-F238E27FC236}">
                  <a16:creationId xmlns:a16="http://schemas.microsoft.com/office/drawing/2014/main" id="{DC3B9299-9D7E-4100-985C-72EF4873C80F}"/>
                </a:ext>
              </a:extLst>
            </p:cNvPr>
            <p:cNvSpPr/>
            <p:nvPr/>
          </p:nvSpPr>
          <p:spPr>
            <a:xfrm>
              <a:off x="16975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1" name="타원 11210">
              <a:extLst>
                <a:ext uri="{FF2B5EF4-FFF2-40B4-BE49-F238E27FC236}">
                  <a16:creationId xmlns:a16="http://schemas.microsoft.com/office/drawing/2014/main" id="{75F4748B-6211-4BA2-9F45-E539EDE1039F}"/>
                </a:ext>
              </a:extLst>
            </p:cNvPr>
            <p:cNvSpPr/>
            <p:nvPr/>
          </p:nvSpPr>
          <p:spPr>
            <a:xfrm>
              <a:off x="1849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2" name="타원 11211">
              <a:extLst>
                <a:ext uri="{FF2B5EF4-FFF2-40B4-BE49-F238E27FC236}">
                  <a16:creationId xmlns:a16="http://schemas.microsoft.com/office/drawing/2014/main" id="{5F23E98B-EACA-413E-B39F-A7B6B4761009}"/>
                </a:ext>
              </a:extLst>
            </p:cNvPr>
            <p:cNvSpPr/>
            <p:nvPr/>
          </p:nvSpPr>
          <p:spPr>
            <a:xfrm>
              <a:off x="2002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3" name="타원 11212">
              <a:extLst>
                <a:ext uri="{FF2B5EF4-FFF2-40B4-BE49-F238E27FC236}">
                  <a16:creationId xmlns:a16="http://schemas.microsoft.com/office/drawing/2014/main" id="{47366DBC-6F99-44A9-A7C7-9A290702A9BF}"/>
                </a:ext>
              </a:extLst>
            </p:cNvPr>
            <p:cNvSpPr/>
            <p:nvPr/>
          </p:nvSpPr>
          <p:spPr>
            <a:xfrm>
              <a:off x="21547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4" name="타원 11213">
              <a:extLst>
                <a:ext uri="{FF2B5EF4-FFF2-40B4-BE49-F238E27FC236}">
                  <a16:creationId xmlns:a16="http://schemas.microsoft.com/office/drawing/2014/main" id="{DCE7B050-006F-4DD3-A13F-D58D8ADDC1FA}"/>
                </a:ext>
              </a:extLst>
            </p:cNvPr>
            <p:cNvSpPr/>
            <p:nvPr/>
          </p:nvSpPr>
          <p:spPr>
            <a:xfrm>
              <a:off x="23071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5" name="타원 11214">
              <a:extLst>
                <a:ext uri="{FF2B5EF4-FFF2-40B4-BE49-F238E27FC236}">
                  <a16:creationId xmlns:a16="http://schemas.microsoft.com/office/drawing/2014/main" id="{153BC66D-503F-416D-BC12-EE67AF4B03E7}"/>
                </a:ext>
              </a:extLst>
            </p:cNvPr>
            <p:cNvSpPr/>
            <p:nvPr/>
          </p:nvSpPr>
          <p:spPr>
            <a:xfrm>
              <a:off x="24595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6" name="타원 11215">
              <a:extLst>
                <a:ext uri="{FF2B5EF4-FFF2-40B4-BE49-F238E27FC236}">
                  <a16:creationId xmlns:a16="http://schemas.microsoft.com/office/drawing/2014/main" id="{867CC33A-9336-4F26-8264-0382E3C7C62B}"/>
                </a:ext>
              </a:extLst>
            </p:cNvPr>
            <p:cNvSpPr/>
            <p:nvPr/>
          </p:nvSpPr>
          <p:spPr>
            <a:xfrm>
              <a:off x="2611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7" name="타원 11216">
              <a:extLst>
                <a:ext uri="{FF2B5EF4-FFF2-40B4-BE49-F238E27FC236}">
                  <a16:creationId xmlns:a16="http://schemas.microsoft.com/office/drawing/2014/main" id="{4F10892E-3026-4F23-8B4C-A6401B60DE1A}"/>
                </a:ext>
              </a:extLst>
            </p:cNvPr>
            <p:cNvSpPr/>
            <p:nvPr/>
          </p:nvSpPr>
          <p:spPr>
            <a:xfrm>
              <a:off x="2764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8" name="타원 11217">
              <a:extLst>
                <a:ext uri="{FF2B5EF4-FFF2-40B4-BE49-F238E27FC236}">
                  <a16:creationId xmlns:a16="http://schemas.microsoft.com/office/drawing/2014/main" id="{5332AB49-4444-4569-B106-C084936E1D47}"/>
                </a:ext>
              </a:extLst>
            </p:cNvPr>
            <p:cNvSpPr/>
            <p:nvPr/>
          </p:nvSpPr>
          <p:spPr>
            <a:xfrm>
              <a:off x="29167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19" name="타원 11218">
              <a:extLst>
                <a:ext uri="{FF2B5EF4-FFF2-40B4-BE49-F238E27FC236}">
                  <a16:creationId xmlns:a16="http://schemas.microsoft.com/office/drawing/2014/main" id="{7457A750-7569-4224-B8CC-2A4B09014B34}"/>
                </a:ext>
              </a:extLst>
            </p:cNvPr>
            <p:cNvSpPr/>
            <p:nvPr/>
          </p:nvSpPr>
          <p:spPr>
            <a:xfrm>
              <a:off x="30691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0" name="타원 11219">
              <a:extLst>
                <a:ext uri="{FF2B5EF4-FFF2-40B4-BE49-F238E27FC236}">
                  <a16:creationId xmlns:a16="http://schemas.microsoft.com/office/drawing/2014/main" id="{4021A3A7-0328-4C24-92DC-D880FA312622}"/>
                </a:ext>
              </a:extLst>
            </p:cNvPr>
            <p:cNvSpPr/>
            <p:nvPr/>
          </p:nvSpPr>
          <p:spPr>
            <a:xfrm>
              <a:off x="32215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1" name="타원 11220">
              <a:extLst>
                <a:ext uri="{FF2B5EF4-FFF2-40B4-BE49-F238E27FC236}">
                  <a16:creationId xmlns:a16="http://schemas.microsoft.com/office/drawing/2014/main" id="{89EFA920-0F58-44F4-9310-DB00BE47743E}"/>
                </a:ext>
              </a:extLst>
            </p:cNvPr>
            <p:cNvSpPr/>
            <p:nvPr/>
          </p:nvSpPr>
          <p:spPr>
            <a:xfrm>
              <a:off x="3373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2" name="타원 11221">
              <a:extLst>
                <a:ext uri="{FF2B5EF4-FFF2-40B4-BE49-F238E27FC236}">
                  <a16:creationId xmlns:a16="http://schemas.microsoft.com/office/drawing/2014/main" id="{CCF75E12-A6F3-4588-88C0-E7AF101210E9}"/>
                </a:ext>
              </a:extLst>
            </p:cNvPr>
            <p:cNvSpPr/>
            <p:nvPr/>
          </p:nvSpPr>
          <p:spPr>
            <a:xfrm>
              <a:off x="3526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3" name="타원 11222">
              <a:extLst>
                <a:ext uri="{FF2B5EF4-FFF2-40B4-BE49-F238E27FC236}">
                  <a16:creationId xmlns:a16="http://schemas.microsoft.com/office/drawing/2014/main" id="{C38DD982-99F9-407D-B3FB-DB2FD77F903A}"/>
                </a:ext>
              </a:extLst>
            </p:cNvPr>
            <p:cNvSpPr/>
            <p:nvPr/>
          </p:nvSpPr>
          <p:spPr>
            <a:xfrm>
              <a:off x="36787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4" name="타원 11223">
              <a:extLst>
                <a:ext uri="{FF2B5EF4-FFF2-40B4-BE49-F238E27FC236}">
                  <a16:creationId xmlns:a16="http://schemas.microsoft.com/office/drawing/2014/main" id="{84DE118B-E0E2-4138-8F7E-618A09912CDD}"/>
                </a:ext>
              </a:extLst>
            </p:cNvPr>
            <p:cNvSpPr/>
            <p:nvPr/>
          </p:nvSpPr>
          <p:spPr>
            <a:xfrm>
              <a:off x="38311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5" name="타원 11224">
              <a:extLst>
                <a:ext uri="{FF2B5EF4-FFF2-40B4-BE49-F238E27FC236}">
                  <a16:creationId xmlns:a16="http://schemas.microsoft.com/office/drawing/2014/main" id="{ED496357-7651-48F1-8CD5-7BD7DE048125}"/>
                </a:ext>
              </a:extLst>
            </p:cNvPr>
            <p:cNvSpPr/>
            <p:nvPr/>
          </p:nvSpPr>
          <p:spPr>
            <a:xfrm>
              <a:off x="39835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6" name="타원 11225">
              <a:extLst>
                <a:ext uri="{FF2B5EF4-FFF2-40B4-BE49-F238E27FC236}">
                  <a16:creationId xmlns:a16="http://schemas.microsoft.com/office/drawing/2014/main" id="{2407ADA9-6FA4-4DB7-9C38-4167F17728CB}"/>
                </a:ext>
              </a:extLst>
            </p:cNvPr>
            <p:cNvSpPr/>
            <p:nvPr/>
          </p:nvSpPr>
          <p:spPr>
            <a:xfrm>
              <a:off x="4135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7" name="타원 11226">
              <a:extLst>
                <a:ext uri="{FF2B5EF4-FFF2-40B4-BE49-F238E27FC236}">
                  <a16:creationId xmlns:a16="http://schemas.microsoft.com/office/drawing/2014/main" id="{A524C190-6389-48AC-ABC6-A8483F6EDB7B}"/>
                </a:ext>
              </a:extLst>
            </p:cNvPr>
            <p:cNvSpPr/>
            <p:nvPr/>
          </p:nvSpPr>
          <p:spPr>
            <a:xfrm>
              <a:off x="4288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8" name="타원 11227">
              <a:extLst>
                <a:ext uri="{FF2B5EF4-FFF2-40B4-BE49-F238E27FC236}">
                  <a16:creationId xmlns:a16="http://schemas.microsoft.com/office/drawing/2014/main" id="{6032F7F9-8A76-486D-9A73-C6B44E400548}"/>
                </a:ext>
              </a:extLst>
            </p:cNvPr>
            <p:cNvSpPr/>
            <p:nvPr/>
          </p:nvSpPr>
          <p:spPr>
            <a:xfrm>
              <a:off x="44407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29" name="타원 11228">
              <a:extLst>
                <a:ext uri="{FF2B5EF4-FFF2-40B4-BE49-F238E27FC236}">
                  <a16:creationId xmlns:a16="http://schemas.microsoft.com/office/drawing/2014/main" id="{D498171B-E9A0-4167-BE64-E62A1976EDFB}"/>
                </a:ext>
              </a:extLst>
            </p:cNvPr>
            <p:cNvSpPr/>
            <p:nvPr/>
          </p:nvSpPr>
          <p:spPr>
            <a:xfrm>
              <a:off x="45931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0" name="타원 11229">
              <a:extLst>
                <a:ext uri="{FF2B5EF4-FFF2-40B4-BE49-F238E27FC236}">
                  <a16:creationId xmlns:a16="http://schemas.microsoft.com/office/drawing/2014/main" id="{3131DDA9-C279-476C-B513-06E83880176D}"/>
                </a:ext>
              </a:extLst>
            </p:cNvPr>
            <p:cNvSpPr/>
            <p:nvPr/>
          </p:nvSpPr>
          <p:spPr>
            <a:xfrm>
              <a:off x="47455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1" name="타원 11230">
              <a:extLst>
                <a:ext uri="{FF2B5EF4-FFF2-40B4-BE49-F238E27FC236}">
                  <a16:creationId xmlns:a16="http://schemas.microsoft.com/office/drawing/2014/main" id="{BA576BEC-BBBD-40A7-8923-0D0D8DA6C4B0}"/>
                </a:ext>
              </a:extLst>
            </p:cNvPr>
            <p:cNvSpPr/>
            <p:nvPr/>
          </p:nvSpPr>
          <p:spPr>
            <a:xfrm>
              <a:off x="4897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2" name="타원 11231">
              <a:extLst>
                <a:ext uri="{FF2B5EF4-FFF2-40B4-BE49-F238E27FC236}">
                  <a16:creationId xmlns:a16="http://schemas.microsoft.com/office/drawing/2014/main" id="{35A30E0B-B99A-484A-AFA4-79F22C2BB818}"/>
                </a:ext>
              </a:extLst>
            </p:cNvPr>
            <p:cNvSpPr/>
            <p:nvPr/>
          </p:nvSpPr>
          <p:spPr>
            <a:xfrm>
              <a:off x="5050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3" name="타원 11232">
              <a:extLst>
                <a:ext uri="{FF2B5EF4-FFF2-40B4-BE49-F238E27FC236}">
                  <a16:creationId xmlns:a16="http://schemas.microsoft.com/office/drawing/2014/main" id="{73E1BAF6-AE10-4380-91F5-76F52A82868B}"/>
                </a:ext>
              </a:extLst>
            </p:cNvPr>
            <p:cNvSpPr/>
            <p:nvPr/>
          </p:nvSpPr>
          <p:spPr>
            <a:xfrm>
              <a:off x="52027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4" name="타원 11233">
              <a:extLst>
                <a:ext uri="{FF2B5EF4-FFF2-40B4-BE49-F238E27FC236}">
                  <a16:creationId xmlns:a16="http://schemas.microsoft.com/office/drawing/2014/main" id="{54F30230-847A-461F-8136-1B2EF26572E7}"/>
                </a:ext>
              </a:extLst>
            </p:cNvPr>
            <p:cNvSpPr/>
            <p:nvPr/>
          </p:nvSpPr>
          <p:spPr>
            <a:xfrm>
              <a:off x="53551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5" name="타원 11234">
              <a:extLst>
                <a:ext uri="{FF2B5EF4-FFF2-40B4-BE49-F238E27FC236}">
                  <a16:creationId xmlns:a16="http://schemas.microsoft.com/office/drawing/2014/main" id="{B093725F-E392-4F05-9052-E899268851CF}"/>
                </a:ext>
              </a:extLst>
            </p:cNvPr>
            <p:cNvSpPr/>
            <p:nvPr/>
          </p:nvSpPr>
          <p:spPr>
            <a:xfrm>
              <a:off x="55075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6" name="타원 11235">
              <a:extLst>
                <a:ext uri="{FF2B5EF4-FFF2-40B4-BE49-F238E27FC236}">
                  <a16:creationId xmlns:a16="http://schemas.microsoft.com/office/drawing/2014/main" id="{9AD5757B-58FD-41A0-BCDC-E5725B2FE7B2}"/>
                </a:ext>
              </a:extLst>
            </p:cNvPr>
            <p:cNvSpPr/>
            <p:nvPr/>
          </p:nvSpPr>
          <p:spPr>
            <a:xfrm>
              <a:off x="56599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7" name="타원 11236">
              <a:extLst>
                <a:ext uri="{FF2B5EF4-FFF2-40B4-BE49-F238E27FC236}">
                  <a16:creationId xmlns:a16="http://schemas.microsoft.com/office/drawing/2014/main" id="{F56B0936-44D4-4D57-B589-5E9170A092AD}"/>
                </a:ext>
              </a:extLst>
            </p:cNvPr>
            <p:cNvSpPr/>
            <p:nvPr/>
          </p:nvSpPr>
          <p:spPr>
            <a:xfrm>
              <a:off x="5812349" y="4110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8" name="타원 11237">
              <a:extLst>
                <a:ext uri="{FF2B5EF4-FFF2-40B4-BE49-F238E27FC236}">
                  <a16:creationId xmlns:a16="http://schemas.microsoft.com/office/drawing/2014/main" id="{DC77AC6B-4163-4799-8DA4-5B3187707964}"/>
                </a:ext>
              </a:extLst>
            </p:cNvPr>
            <p:cNvSpPr/>
            <p:nvPr/>
          </p:nvSpPr>
          <p:spPr>
            <a:xfrm>
              <a:off x="325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39" name="타원 11238">
              <a:extLst>
                <a:ext uri="{FF2B5EF4-FFF2-40B4-BE49-F238E27FC236}">
                  <a16:creationId xmlns:a16="http://schemas.microsoft.com/office/drawing/2014/main" id="{85426807-E87B-424C-9BB9-842423DFEE77}"/>
                </a:ext>
              </a:extLst>
            </p:cNvPr>
            <p:cNvSpPr/>
            <p:nvPr/>
          </p:nvSpPr>
          <p:spPr>
            <a:xfrm>
              <a:off x="478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0" name="타원 11239">
              <a:extLst>
                <a:ext uri="{FF2B5EF4-FFF2-40B4-BE49-F238E27FC236}">
                  <a16:creationId xmlns:a16="http://schemas.microsoft.com/office/drawing/2014/main" id="{59BCE28E-C8D5-4867-8F06-6E7BAA33E1AA}"/>
                </a:ext>
              </a:extLst>
            </p:cNvPr>
            <p:cNvSpPr/>
            <p:nvPr/>
          </p:nvSpPr>
          <p:spPr>
            <a:xfrm>
              <a:off x="6307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1" name="타원 11240">
              <a:extLst>
                <a:ext uri="{FF2B5EF4-FFF2-40B4-BE49-F238E27FC236}">
                  <a16:creationId xmlns:a16="http://schemas.microsoft.com/office/drawing/2014/main" id="{2ECE2A4D-F2F3-48FF-9AF9-8C69336893FB}"/>
                </a:ext>
              </a:extLst>
            </p:cNvPr>
            <p:cNvSpPr/>
            <p:nvPr/>
          </p:nvSpPr>
          <p:spPr>
            <a:xfrm>
              <a:off x="7831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2" name="타원 11241">
              <a:extLst>
                <a:ext uri="{FF2B5EF4-FFF2-40B4-BE49-F238E27FC236}">
                  <a16:creationId xmlns:a16="http://schemas.microsoft.com/office/drawing/2014/main" id="{463BD1A5-FDB3-4815-8F55-899831485A67}"/>
                </a:ext>
              </a:extLst>
            </p:cNvPr>
            <p:cNvSpPr/>
            <p:nvPr/>
          </p:nvSpPr>
          <p:spPr>
            <a:xfrm>
              <a:off x="9355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3" name="타원 11242">
              <a:extLst>
                <a:ext uri="{FF2B5EF4-FFF2-40B4-BE49-F238E27FC236}">
                  <a16:creationId xmlns:a16="http://schemas.microsoft.com/office/drawing/2014/main" id="{24CB5A5F-595B-4E7A-8D5E-0934D71D3C46}"/>
                </a:ext>
              </a:extLst>
            </p:cNvPr>
            <p:cNvSpPr/>
            <p:nvPr/>
          </p:nvSpPr>
          <p:spPr>
            <a:xfrm>
              <a:off x="1087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4" name="타원 11243">
              <a:extLst>
                <a:ext uri="{FF2B5EF4-FFF2-40B4-BE49-F238E27FC236}">
                  <a16:creationId xmlns:a16="http://schemas.microsoft.com/office/drawing/2014/main" id="{CE7C5C21-6E49-4A69-BC75-CB29314A91EC}"/>
                </a:ext>
              </a:extLst>
            </p:cNvPr>
            <p:cNvSpPr/>
            <p:nvPr/>
          </p:nvSpPr>
          <p:spPr>
            <a:xfrm>
              <a:off x="1240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5" name="타원 11244">
              <a:extLst>
                <a:ext uri="{FF2B5EF4-FFF2-40B4-BE49-F238E27FC236}">
                  <a16:creationId xmlns:a16="http://schemas.microsoft.com/office/drawing/2014/main" id="{31B7A7B4-6F82-4AEE-BE24-F751181B3876}"/>
                </a:ext>
              </a:extLst>
            </p:cNvPr>
            <p:cNvSpPr/>
            <p:nvPr/>
          </p:nvSpPr>
          <p:spPr>
            <a:xfrm>
              <a:off x="13927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6" name="타원 11245">
              <a:extLst>
                <a:ext uri="{FF2B5EF4-FFF2-40B4-BE49-F238E27FC236}">
                  <a16:creationId xmlns:a16="http://schemas.microsoft.com/office/drawing/2014/main" id="{B4E8C014-5965-4037-B6D7-EB8F48FA64B3}"/>
                </a:ext>
              </a:extLst>
            </p:cNvPr>
            <p:cNvSpPr/>
            <p:nvPr/>
          </p:nvSpPr>
          <p:spPr>
            <a:xfrm>
              <a:off x="15451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7" name="타원 11246">
              <a:extLst>
                <a:ext uri="{FF2B5EF4-FFF2-40B4-BE49-F238E27FC236}">
                  <a16:creationId xmlns:a16="http://schemas.microsoft.com/office/drawing/2014/main" id="{30F6167F-3082-46DC-ADAC-CB25585EC281}"/>
                </a:ext>
              </a:extLst>
            </p:cNvPr>
            <p:cNvSpPr/>
            <p:nvPr/>
          </p:nvSpPr>
          <p:spPr>
            <a:xfrm>
              <a:off x="16975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8" name="타원 11247">
              <a:extLst>
                <a:ext uri="{FF2B5EF4-FFF2-40B4-BE49-F238E27FC236}">
                  <a16:creationId xmlns:a16="http://schemas.microsoft.com/office/drawing/2014/main" id="{7811B773-E912-4C2C-9BD0-7DE554DE1A20}"/>
                </a:ext>
              </a:extLst>
            </p:cNvPr>
            <p:cNvSpPr/>
            <p:nvPr/>
          </p:nvSpPr>
          <p:spPr>
            <a:xfrm>
              <a:off x="1849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9" name="타원 11248">
              <a:extLst>
                <a:ext uri="{FF2B5EF4-FFF2-40B4-BE49-F238E27FC236}">
                  <a16:creationId xmlns:a16="http://schemas.microsoft.com/office/drawing/2014/main" id="{211E25B5-7AAA-4EB6-ABAD-9BA0DA6847CA}"/>
                </a:ext>
              </a:extLst>
            </p:cNvPr>
            <p:cNvSpPr/>
            <p:nvPr/>
          </p:nvSpPr>
          <p:spPr>
            <a:xfrm>
              <a:off x="2002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0" name="타원 11249">
              <a:extLst>
                <a:ext uri="{FF2B5EF4-FFF2-40B4-BE49-F238E27FC236}">
                  <a16:creationId xmlns:a16="http://schemas.microsoft.com/office/drawing/2014/main" id="{44CBEAB2-877B-4E8B-B4B0-B4B5473B92FE}"/>
                </a:ext>
              </a:extLst>
            </p:cNvPr>
            <p:cNvSpPr/>
            <p:nvPr/>
          </p:nvSpPr>
          <p:spPr>
            <a:xfrm>
              <a:off x="21547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1" name="타원 11250">
              <a:extLst>
                <a:ext uri="{FF2B5EF4-FFF2-40B4-BE49-F238E27FC236}">
                  <a16:creationId xmlns:a16="http://schemas.microsoft.com/office/drawing/2014/main" id="{D764C171-01BB-4D33-A6FA-920FD0A53F2D}"/>
                </a:ext>
              </a:extLst>
            </p:cNvPr>
            <p:cNvSpPr/>
            <p:nvPr/>
          </p:nvSpPr>
          <p:spPr>
            <a:xfrm>
              <a:off x="23071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2" name="타원 11251">
              <a:extLst>
                <a:ext uri="{FF2B5EF4-FFF2-40B4-BE49-F238E27FC236}">
                  <a16:creationId xmlns:a16="http://schemas.microsoft.com/office/drawing/2014/main" id="{DFEFDB20-A4BF-4DDA-B612-4E1E2440EE26}"/>
                </a:ext>
              </a:extLst>
            </p:cNvPr>
            <p:cNvSpPr/>
            <p:nvPr/>
          </p:nvSpPr>
          <p:spPr>
            <a:xfrm>
              <a:off x="24595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3" name="타원 11252">
              <a:extLst>
                <a:ext uri="{FF2B5EF4-FFF2-40B4-BE49-F238E27FC236}">
                  <a16:creationId xmlns:a16="http://schemas.microsoft.com/office/drawing/2014/main" id="{8AF95EBD-CDF2-4B79-BFF2-2FCE2DB0AF4C}"/>
                </a:ext>
              </a:extLst>
            </p:cNvPr>
            <p:cNvSpPr/>
            <p:nvPr/>
          </p:nvSpPr>
          <p:spPr>
            <a:xfrm>
              <a:off x="2611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4" name="타원 11253">
              <a:extLst>
                <a:ext uri="{FF2B5EF4-FFF2-40B4-BE49-F238E27FC236}">
                  <a16:creationId xmlns:a16="http://schemas.microsoft.com/office/drawing/2014/main" id="{CD1AE2F5-421E-49A9-860B-61FC89192F02}"/>
                </a:ext>
              </a:extLst>
            </p:cNvPr>
            <p:cNvSpPr/>
            <p:nvPr/>
          </p:nvSpPr>
          <p:spPr>
            <a:xfrm>
              <a:off x="2764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5" name="타원 11254">
              <a:extLst>
                <a:ext uri="{FF2B5EF4-FFF2-40B4-BE49-F238E27FC236}">
                  <a16:creationId xmlns:a16="http://schemas.microsoft.com/office/drawing/2014/main" id="{1B39FE7A-CEE9-4CC9-A7EE-83E06067C0DA}"/>
                </a:ext>
              </a:extLst>
            </p:cNvPr>
            <p:cNvSpPr/>
            <p:nvPr/>
          </p:nvSpPr>
          <p:spPr>
            <a:xfrm>
              <a:off x="29167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6" name="타원 11255">
              <a:extLst>
                <a:ext uri="{FF2B5EF4-FFF2-40B4-BE49-F238E27FC236}">
                  <a16:creationId xmlns:a16="http://schemas.microsoft.com/office/drawing/2014/main" id="{91DB3E71-242A-485C-B88A-1F7FA3711613}"/>
                </a:ext>
              </a:extLst>
            </p:cNvPr>
            <p:cNvSpPr/>
            <p:nvPr/>
          </p:nvSpPr>
          <p:spPr>
            <a:xfrm>
              <a:off x="30691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7" name="타원 11256">
              <a:extLst>
                <a:ext uri="{FF2B5EF4-FFF2-40B4-BE49-F238E27FC236}">
                  <a16:creationId xmlns:a16="http://schemas.microsoft.com/office/drawing/2014/main" id="{92E65053-AAB9-418B-BE0C-2812020B2681}"/>
                </a:ext>
              </a:extLst>
            </p:cNvPr>
            <p:cNvSpPr/>
            <p:nvPr/>
          </p:nvSpPr>
          <p:spPr>
            <a:xfrm>
              <a:off x="32215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8" name="타원 11257">
              <a:extLst>
                <a:ext uri="{FF2B5EF4-FFF2-40B4-BE49-F238E27FC236}">
                  <a16:creationId xmlns:a16="http://schemas.microsoft.com/office/drawing/2014/main" id="{2A981EA5-403D-4E51-B4DC-0EB28EC72639}"/>
                </a:ext>
              </a:extLst>
            </p:cNvPr>
            <p:cNvSpPr/>
            <p:nvPr/>
          </p:nvSpPr>
          <p:spPr>
            <a:xfrm>
              <a:off x="3373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59" name="타원 11258">
              <a:extLst>
                <a:ext uri="{FF2B5EF4-FFF2-40B4-BE49-F238E27FC236}">
                  <a16:creationId xmlns:a16="http://schemas.microsoft.com/office/drawing/2014/main" id="{7554A4F6-DF0B-4126-8BE3-5418D89E2B30}"/>
                </a:ext>
              </a:extLst>
            </p:cNvPr>
            <p:cNvSpPr/>
            <p:nvPr/>
          </p:nvSpPr>
          <p:spPr>
            <a:xfrm>
              <a:off x="3526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0" name="타원 11259">
              <a:extLst>
                <a:ext uri="{FF2B5EF4-FFF2-40B4-BE49-F238E27FC236}">
                  <a16:creationId xmlns:a16="http://schemas.microsoft.com/office/drawing/2014/main" id="{904767EA-BCC0-4334-AED7-2B2FDFE01C77}"/>
                </a:ext>
              </a:extLst>
            </p:cNvPr>
            <p:cNvSpPr/>
            <p:nvPr/>
          </p:nvSpPr>
          <p:spPr>
            <a:xfrm>
              <a:off x="36787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1" name="타원 11260">
              <a:extLst>
                <a:ext uri="{FF2B5EF4-FFF2-40B4-BE49-F238E27FC236}">
                  <a16:creationId xmlns:a16="http://schemas.microsoft.com/office/drawing/2014/main" id="{518B6A58-8AC9-433B-8E91-3B89EAF72F2C}"/>
                </a:ext>
              </a:extLst>
            </p:cNvPr>
            <p:cNvSpPr/>
            <p:nvPr/>
          </p:nvSpPr>
          <p:spPr>
            <a:xfrm>
              <a:off x="38311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2" name="타원 11261">
              <a:extLst>
                <a:ext uri="{FF2B5EF4-FFF2-40B4-BE49-F238E27FC236}">
                  <a16:creationId xmlns:a16="http://schemas.microsoft.com/office/drawing/2014/main" id="{F7E40BE9-F7ED-4543-AC49-0A2BD72E0FA4}"/>
                </a:ext>
              </a:extLst>
            </p:cNvPr>
            <p:cNvSpPr/>
            <p:nvPr/>
          </p:nvSpPr>
          <p:spPr>
            <a:xfrm>
              <a:off x="39835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3" name="타원 11262">
              <a:extLst>
                <a:ext uri="{FF2B5EF4-FFF2-40B4-BE49-F238E27FC236}">
                  <a16:creationId xmlns:a16="http://schemas.microsoft.com/office/drawing/2014/main" id="{641C2572-4207-45E5-B4E4-BA025EB9AF62}"/>
                </a:ext>
              </a:extLst>
            </p:cNvPr>
            <p:cNvSpPr/>
            <p:nvPr/>
          </p:nvSpPr>
          <p:spPr>
            <a:xfrm>
              <a:off x="4135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4" name="타원 11263">
              <a:extLst>
                <a:ext uri="{FF2B5EF4-FFF2-40B4-BE49-F238E27FC236}">
                  <a16:creationId xmlns:a16="http://schemas.microsoft.com/office/drawing/2014/main" id="{B702A80B-4E79-4620-BAD5-EE711F574A6B}"/>
                </a:ext>
              </a:extLst>
            </p:cNvPr>
            <p:cNvSpPr/>
            <p:nvPr/>
          </p:nvSpPr>
          <p:spPr>
            <a:xfrm>
              <a:off x="4288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5" name="타원 11264">
              <a:extLst>
                <a:ext uri="{FF2B5EF4-FFF2-40B4-BE49-F238E27FC236}">
                  <a16:creationId xmlns:a16="http://schemas.microsoft.com/office/drawing/2014/main" id="{9EAA2BAF-814C-44F2-A5E7-0A2D145C947C}"/>
                </a:ext>
              </a:extLst>
            </p:cNvPr>
            <p:cNvSpPr/>
            <p:nvPr/>
          </p:nvSpPr>
          <p:spPr>
            <a:xfrm>
              <a:off x="44407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6" name="타원 11265">
              <a:extLst>
                <a:ext uri="{FF2B5EF4-FFF2-40B4-BE49-F238E27FC236}">
                  <a16:creationId xmlns:a16="http://schemas.microsoft.com/office/drawing/2014/main" id="{C1F138AE-0B89-4257-A68E-720701F3B5DE}"/>
                </a:ext>
              </a:extLst>
            </p:cNvPr>
            <p:cNvSpPr/>
            <p:nvPr/>
          </p:nvSpPr>
          <p:spPr>
            <a:xfrm>
              <a:off x="45931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7" name="타원 11266">
              <a:extLst>
                <a:ext uri="{FF2B5EF4-FFF2-40B4-BE49-F238E27FC236}">
                  <a16:creationId xmlns:a16="http://schemas.microsoft.com/office/drawing/2014/main" id="{EB68CF4C-C403-4A89-8E59-9CE6E498750B}"/>
                </a:ext>
              </a:extLst>
            </p:cNvPr>
            <p:cNvSpPr/>
            <p:nvPr/>
          </p:nvSpPr>
          <p:spPr>
            <a:xfrm>
              <a:off x="47455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8" name="타원 11267">
              <a:extLst>
                <a:ext uri="{FF2B5EF4-FFF2-40B4-BE49-F238E27FC236}">
                  <a16:creationId xmlns:a16="http://schemas.microsoft.com/office/drawing/2014/main" id="{9C054682-AFC6-4999-9BF8-10D47D31280B}"/>
                </a:ext>
              </a:extLst>
            </p:cNvPr>
            <p:cNvSpPr/>
            <p:nvPr/>
          </p:nvSpPr>
          <p:spPr>
            <a:xfrm>
              <a:off x="4897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69" name="타원 11268">
              <a:extLst>
                <a:ext uri="{FF2B5EF4-FFF2-40B4-BE49-F238E27FC236}">
                  <a16:creationId xmlns:a16="http://schemas.microsoft.com/office/drawing/2014/main" id="{09A8F726-F4FD-4DA3-BF19-899925EE4D99}"/>
                </a:ext>
              </a:extLst>
            </p:cNvPr>
            <p:cNvSpPr/>
            <p:nvPr/>
          </p:nvSpPr>
          <p:spPr>
            <a:xfrm>
              <a:off x="5050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0" name="타원 11269">
              <a:extLst>
                <a:ext uri="{FF2B5EF4-FFF2-40B4-BE49-F238E27FC236}">
                  <a16:creationId xmlns:a16="http://schemas.microsoft.com/office/drawing/2014/main" id="{AD9214FD-7BE2-4587-A768-267690343515}"/>
                </a:ext>
              </a:extLst>
            </p:cNvPr>
            <p:cNvSpPr/>
            <p:nvPr/>
          </p:nvSpPr>
          <p:spPr>
            <a:xfrm>
              <a:off x="52027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1" name="타원 11270">
              <a:extLst>
                <a:ext uri="{FF2B5EF4-FFF2-40B4-BE49-F238E27FC236}">
                  <a16:creationId xmlns:a16="http://schemas.microsoft.com/office/drawing/2014/main" id="{34E0129B-B76B-48F9-8ABD-372561631C73}"/>
                </a:ext>
              </a:extLst>
            </p:cNvPr>
            <p:cNvSpPr/>
            <p:nvPr/>
          </p:nvSpPr>
          <p:spPr>
            <a:xfrm>
              <a:off x="53551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2" name="타원 11271">
              <a:extLst>
                <a:ext uri="{FF2B5EF4-FFF2-40B4-BE49-F238E27FC236}">
                  <a16:creationId xmlns:a16="http://schemas.microsoft.com/office/drawing/2014/main" id="{A95D59BC-4479-4ADC-A37F-5E6C1D5A08CF}"/>
                </a:ext>
              </a:extLst>
            </p:cNvPr>
            <p:cNvSpPr/>
            <p:nvPr/>
          </p:nvSpPr>
          <p:spPr>
            <a:xfrm>
              <a:off x="55075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3" name="타원 11272">
              <a:extLst>
                <a:ext uri="{FF2B5EF4-FFF2-40B4-BE49-F238E27FC236}">
                  <a16:creationId xmlns:a16="http://schemas.microsoft.com/office/drawing/2014/main" id="{DB9CA790-FDA4-44DE-B758-ADEBE52C6605}"/>
                </a:ext>
              </a:extLst>
            </p:cNvPr>
            <p:cNvSpPr/>
            <p:nvPr/>
          </p:nvSpPr>
          <p:spPr>
            <a:xfrm>
              <a:off x="56599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4" name="타원 11273">
              <a:extLst>
                <a:ext uri="{FF2B5EF4-FFF2-40B4-BE49-F238E27FC236}">
                  <a16:creationId xmlns:a16="http://schemas.microsoft.com/office/drawing/2014/main" id="{61D33739-44C4-443C-A385-E03032E03EAF}"/>
                </a:ext>
              </a:extLst>
            </p:cNvPr>
            <p:cNvSpPr/>
            <p:nvPr/>
          </p:nvSpPr>
          <p:spPr>
            <a:xfrm>
              <a:off x="5812349" y="4263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5" name="타원 11274">
              <a:extLst>
                <a:ext uri="{FF2B5EF4-FFF2-40B4-BE49-F238E27FC236}">
                  <a16:creationId xmlns:a16="http://schemas.microsoft.com/office/drawing/2014/main" id="{CCF99817-BB1D-472B-8702-09ACFE632A27}"/>
                </a:ext>
              </a:extLst>
            </p:cNvPr>
            <p:cNvSpPr/>
            <p:nvPr/>
          </p:nvSpPr>
          <p:spPr>
            <a:xfrm>
              <a:off x="325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6" name="타원 11275">
              <a:extLst>
                <a:ext uri="{FF2B5EF4-FFF2-40B4-BE49-F238E27FC236}">
                  <a16:creationId xmlns:a16="http://schemas.microsoft.com/office/drawing/2014/main" id="{92E81E3A-A167-4231-AB28-B3AA1F9A4F6E}"/>
                </a:ext>
              </a:extLst>
            </p:cNvPr>
            <p:cNvSpPr/>
            <p:nvPr/>
          </p:nvSpPr>
          <p:spPr>
            <a:xfrm>
              <a:off x="478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7" name="타원 11276">
              <a:extLst>
                <a:ext uri="{FF2B5EF4-FFF2-40B4-BE49-F238E27FC236}">
                  <a16:creationId xmlns:a16="http://schemas.microsoft.com/office/drawing/2014/main" id="{7C0CFD84-8258-41C4-9CB7-5A1A5C04BA79}"/>
                </a:ext>
              </a:extLst>
            </p:cNvPr>
            <p:cNvSpPr/>
            <p:nvPr/>
          </p:nvSpPr>
          <p:spPr>
            <a:xfrm>
              <a:off x="6307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8" name="타원 11277">
              <a:extLst>
                <a:ext uri="{FF2B5EF4-FFF2-40B4-BE49-F238E27FC236}">
                  <a16:creationId xmlns:a16="http://schemas.microsoft.com/office/drawing/2014/main" id="{9E61D6BB-990E-4736-9B1B-2C2F720EFE1B}"/>
                </a:ext>
              </a:extLst>
            </p:cNvPr>
            <p:cNvSpPr/>
            <p:nvPr/>
          </p:nvSpPr>
          <p:spPr>
            <a:xfrm>
              <a:off x="7831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79" name="타원 11278">
              <a:extLst>
                <a:ext uri="{FF2B5EF4-FFF2-40B4-BE49-F238E27FC236}">
                  <a16:creationId xmlns:a16="http://schemas.microsoft.com/office/drawing/2014/main" id="{71DB1142-56D7-4552-8B1A-95B545235BB4}"/>
                </a:ext>
              </a:extLst>
            </p:cNvPr>
            <p:cNvSpPr/>
            <p:nvPr/>
          </p:nvSpPr>
          <p:spPr>
            <a:xfrm>
              <a:off x="9355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0" name="타원 11279">
              <a:extLst>
                <a:ext uri="{FF2B5EF4-FFF2-40B4-BE49-F238E27FC236}">
                  <a16:creationId xmlns:a16="http://schemas.microsoft.com/office/drawing/2014/main" id="{DF6E807D-512E-45DF-BA53-DF28364FD0EB}"/>
                </a:ext>
              </a:extLst>
            </p:cNvPr>
            <p:cNvSpPr/>
            <p:nvPr/>
          </p:nvSpPr>
          <p:spPr>
            <a:xfrm>
              <a:off x="1087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1" name="타원 11280">
              <a:extLst>
                <a:ext uri="{FF2B5EF4-FFF2-40B4-BE49-F238E27FC236}">
                  <a16:creationId xmlns:a16="http://schemas.microsoft.com/office/drawing/2014/main" id="{46638222-0961-4917-80D5-A204AC7E4F41}"/>
                </a:ext>
              </a:extLst>
            </p:cNvPr>
            <p:cNvSpPr/>
            <p:nvPr/>
          </p:nvSpPr>
          <p:spPr>
            <a:xfrm>
              <a:off x="1240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2" name="타원 11281">
              <a:extLst>
                <a:ext uri="{FF2B5EF4-FFF2-40B4-BE49-F238E27FC236}">
                  <a16:creationId xmlns:a16="http://schemas.microsoft.com/office/drawing/2014/main" id="{8E78FB67-B0F9-4DE5-A59C-8C3C2AA21933}"/>
                </a:ext>
              </a:extLst>
            </p:cNvPr>
            <p:cNvSpPr/>
            <p:nvPr/>
          </p:nvSpPr>
          <p:spPr>
            <a:xfrm>
              <a:off x="13927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3" name="타원 11282">
              <a:extLst>
                <a:ext uri="{FF2B5EF4-FFF2-40B4-BE49-F238E27FC236}">
                  <a16:creationId xmlns:a16="http://schemas.microsoft.com/office/drawing/2014/main" id="{8FC0930A-F104-4553-9B60-6B91B3E9F048}"/>
                </a:ext>
              </a:extLst>
            </p:cNvPr>
            <p:cNvSpPr/>
            <p:nvPr/>
          </p:nvSpPr>
          <p:spPr>
            <a:xfrm>
              <a:off x="15451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4" name="타원 11283">
              <a:extLst>
                <a:ext uri="{FF2B5EF4-FFF2-40B4-BE49-F238E27FC236}">
                  <a16:creationId xmlns:a16="http://schemas.microsoft.com/office/drawing/2014/main" id="{27780669-1ABB-4D6D-89B3-C64FD7FE3A8E}"/>
                </a:ext>
              </a:extLst>
            </p:cNvPr>
            <p:cNvSpPr/>
            <p:nvPr/>
          </p:nvSpPr>
          <p:spPr>
            <a:xfrm>
              <a:off x="16975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5" name="타원 11284">
              <a:extLst>
                <a:ext uri="{FF2B5EF4-FFF2-40B4-BE49-F238E27FC236}">
                  <a16:creationId xmlns:a16="http://schemas.microsoft.com/office/drawing/2014/main" id="{1E664516-615E-44E4-9177-04F9BE83430E}"/>
                </a:ext>
              </a:extLst>
            </p:cNvPr>
            <p:cNvSpPr/>
            <p:nvPr/>
          </p:nvSpPr>
          <p:spPr>
            <a:xfrm>
              <a:off x="1849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6" name="타원 11285">
              <a:extLst>
                <a:ext uri="{FF2B5EF4-FFF2-40B4-BE49-F238E27FC236}">
                  <a16:creationId xmlns:a16="http://schemas.microsoft.com/office/drawing/2014/main" id="{A20FE92F-469B-465A-B585-4E3EFC46465B}"/>
                </a:ext>
              </a:extLst>
            </p:cNvPr>
            <p:cNvSpPr/>
            <p:nvPr/>
          </p:nvSpPr>
          <p:spPr>
            <a:xfrm>
              <a:off x="2002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7" name="타원 11286">
              <a:extLst>
                <a:ext uri="{FF2B5EF4-FFF2-40B4-BE49-F238E27FC236}">
                  <a16:creationId xmlns:a16="http://schemas.microsoft.com/office/drawing/2014/main" id="{7C3B2E48-8A20-45D3-8540-7363E21FA548}"/>
                </a:ext>
              </a:extLst>
            </p:cNvPr>
            <p:cNvSpPr/>
            <p:nvPr/>
          </p:nvSpPr>
          <p:spPr>
            <a:xfrm>
              <a:off x="21547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8" name="타원 11287">
              <a:extLst>
                <a:ext uri="{FF2B5EF4-FFF2-40B4-BE49-F238E27FC236}">
                  <a16:creationId xmlns:a16="http://schemas.microsoft.com/office/drawing/2014/main" id="{3E5274B9-C0AB-4F2C-B710-867D5D37835C}"/>
                </a:ext>
              </a:extLst>
            </p:cNvPr>
            <p:cNvSpPr/>
            <p:nvPr/>
          </p:nvSpPr>
          <p:spPr>
            <a:xfrm>
              <a:off x="23071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89" name="타원 11288">
              <a:extLst>
                <a:ext uri="{FF2B5EF4-FFF2-40B4-BE49-F238E27FC236}">
                  <a16:creationId xmlns:a16="http://schemas.microsoft.com/office/drawing/2014/main" id="{EC610F41-449D-47D2-A5DF-152A9BFF6726}"/>
                </a:ext>
              </a:extLst>
            </p:cNvPr>
            <p:cNvSpPr/>
            <p:nvPr/>
          </p:nvSpPr>
          <p:spPr>
            <a:xfrm>
              <a:off x="24595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0" name="타원 11289">
              <a:extLst>
                <a:ext uri="{FF2B5EF4-FFF2-40B4-BE49-F238E27FC236}">
                  <a16:creationId xmlns:a16="http://schemas.microsoft.com/office/drawing/2014/main" id="{4D5A03BA-7F04-4648-9501-A17AF5B91E05}"/>
                </a:ext>
              </a:extLst>
            </p:cNvPr>
            <p:cNvSpPr/>
            <p:nvPr/>
          </p:nvSpPr>
          <p:spPr>
            <a:xfrm>
              <a:off x="2611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1" name="타원 11290">
              <a:extLst>
                <a:ext uri="{FF2B5EF4-FFF2-40B4-BE49-F238E27FC236}">
                  <a16:creationId xmlns:a16="http://schemas.microsoft.com/office/drawing/2014/main" id="{CA5A43FC-9EC7-41F8-A321-EB1D10DD8633}"/>
                </a:ext>
              </a:extLst>
            </p:cNvPr>
            <p:cNvSpPr/>
            <p:nvPr/>
          </p:nvSpPr>
          <p:spPr>
            <a:xfrm>
              <a:off x="2764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2" name="타원 11291">
              <a:extLst>
                <a:ext uri="{FF2B5EF4-FFF2-40B4-BE49-F238E27FC236}">
                  <a16:creationId xmlns:a16="http://schemas.microsoft.com/office/drawing/2014/main" id="{61EBF05D-C4EF-40C7-810F-E67FA6163476}"/>
                </a:ext>
              </a:extLst>
            </p:cNvPr>
            <p:cNvSpPr/>
            <p:nvPr/>
          </p:nvSpPr>
          <p:spPr>
            <a:xfrm>
              <a:off x="29167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3" name="타원 11292">
              <a:extLst>
                <a:ext uri="{FF2B5EF4-FFF2-40B4-BE49-F238E27FC236}">
                  <a16:creationId xmlns:a16="http://schemas.microsoft.com/office/drawing/2014/main" id="{1A0FB5C8-FADA-422C-968A-8FE678AE2927}"/>
                </a:ext>
              </a:extLst>
            </p:cNvPr>
            <p:cNvSpPr/>
            <p:nvPr/>
          </p:nvSpPr>
          <p:spPr>
            <a:xfrm>
              <a:off x="30691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4" name="타원 11293">
              <a:extLst>
                <a:ext uri="{FF2B5EF4-FFF2-40B4-BE49-F238E27FC236}">
                  <a16:creationId xmlns:a16="http://schemas.microsoft.com/office/drawing/2014/main" id="{473EBCB6-BACF-4CCE-B93C-F35E67664D13}"/>
                </a:ext>
              </a:extLst>
            </p:cNvPr>
            <p:cNvSpPr/>
            <p:nvPr/>
          </p:nvSpPr>
          <p:spPr>
            <a:xfrm>
              <a:off x="32215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5" name="타원 11294">
              <a:extLst>
                <a:ext uri="{FF2B5EF4-FFF2-40B4-BE49-F238E27FC236}">
                  <a16:creationId xmlns:a16="http://schemas.microsoft.com/office/drawing/2014/main" id="{1BBC9C8A-5C43-48E1-8090-430FC6EFA80C}"/>
                </a:ext>
              </a:extLst>
            </p:cNvPr>
            <p:cNvSpPr/>
            <p:nvPr/>
          </p:nvSpPr>
          <p:spPr>
            <a:xfrm>
              <a:off x="3373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6" name="타원 11295">
              <a:extLst>
                <a:ext uri="{FF2B5EF4-FFF2-40B4-BE49-F238E27FC236}">
                  <a16:creationId xmlns:a16="http://schemas.microsoft.com/office/drawing/2014/main" id="{D32BB12A-00AA-44D9-BB6C-F87C5F3477C4}"/>
                </a:ext>
              </a:extLst>
            </p:cNvPr>
            <p:cNvSpPr/>
            <p:nvPr/>
          </p:nvSpPr>
          <p:spPr>
            <a:xfrm>
              <a:off x="3526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7" name="타원 11296">
              <a:extLst>
                <a:ext uri="{FF2B5EF4-FFF2-40B4-BE49-F238E27FC236}">
                  <a16:creationId xmlns:a16="http://schemas.microsoft.com/office/drawing/2014/main" id="{3EEEFAD4-2D13-42FA-8852-84D01E06B149}"/>
                </a:ext>
              </a:extLst>
            </p:cNvPr>
            <p:cNvSpPr/>
            <p:nvPr/>
          </p:nvSpPr>
          <p:spPr>
            <a:xfrm>
              <a:off x="36787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8" name="타원 11297">
              <a:extLst>
                <a:ext uri="{FF2B5EF4-FFF2-40B4-BE49-F238E27FC236}">
                  <a16:creationId xmlns:a16="http://schemas.microsoft.com/office/drawing/2014/main" id="{D9FC968E-029D-4120-A317-B04547531D0B}"/>
                </a:ext>
              </a:extLst>
            </p:cNvPr>
            <p:cNvSpPr/>
            <p:nvPr/>
          </p:nvSpPr>
          <p:spPr>
            <a:xfrm>
              <a:off x="38311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99" name="타원 11298">
              <a:extLst>
                <a:ext uri="{FF2B5EF4-FFF2-40B4-BE49-F238E27FC236}">
                  <a16:creationId xmlns:a16="http://schemas.microsoft.com/office/drawing/2014/main" id="{F2C5A215-89F6-49D2-AC74-483EDC967AE1}"/>
                </a:ext>
              </a:extLst>
            </p:cNvPr>
            <p:cNvSpPr/>
            <p:nvPr/>
          </p:nvSpPr>
          <p:spPr>
            <a:xfrm>
              <a:off x="39835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0" name="타원 11299">
              <a:extLst>
                <a:ext uri="{FF2B5EF4-FFF2-40B4-BE49-F238E27FC236}">
                  <a16:creationId xmlns:a16="http://schemas.microsoft.com/office/drawing/2014/main" id="{D6D1C2EE-3CAC-4082-8CC7-932F34546284}"/>
                </a:ext>
              </a:extLst>
            </p:cNvPr>
            <p:cNvSpPr/>
            <p:nvPr/>
          </p:nvSpPr>
          <p:spPr>
            <a:xfrm>
              <a:off x="4135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1" name="타원 11300">
              <a:extLst>
                <a:ext uri="{FF2B5EF4-FFF2-40B4-BE49-F238E27FC236}">
                  <a16:creationId xmlns:a16="http://schemas.microsoft.com/office/drawing/2014/main" id="{C4674C32-2B6B-4654-9E47-DD174637F48E}"/>
                </a:ext>
              </a:extLst>
            </p:cNvPr>
            <p:cNvSpPr/>
            <p:nvPr/>
          </p:nvSpPr>
          <p:spPr>
            <a:xfrm>
              <a:off x="4288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2" name="타원 11301">
              <a:extLst>
                <a:ext uri="{FF2B5EF4-FFF2-40B4-BE49-F238E27FC236}">
                  <a16:creationId xmlns:a16="http://schemas.microsoft.com/office/drawing/2014/main" id="{C11E8E29-25FC-4B80-807C-49CF47C35311}"/>
                </a:ext>
              </a:extLst>
            </p:cNvPr>
            <p:cNvSpPr/>
            <p:nvPr/>
          </p:nvSpPr>
          <p:spPr>
            <a:xfrm>
              <a:off x="44407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3" name="타원 11302">
              <a:extLst>
                <a:ext uri="{FF2B5EF4-FFF2-40B4-BE49-F238E27FC236}">
                  <a16:creationId xmlns:a16="http://schemas.microsoft.com/office/drawing/2014/main" id="{85501934-F96C-49B7-9A6B-CA086D9E989F}"/>
                </a:ext>
              </a:extLst>
            </p:cNvPr>
            <p:cNvSpPr/>
            <p:nvPr/>
          </p:nvSpPr>
          <p:spPr>
            <a:xfrm>
              <a:off x="45931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4" name="타원 11303">
              <a:extLst>
                <a:ext uri="{FF2B5EF4-FFF2-40B4-BE49-F238E27FC236}">
                  <a16:creationId xmlns:a16="http://schemas.microsoft.com/office/drawing/2014/main" id="{E21ACCF4-0467-4B72-8F87-35867F61E35D}"/>
                </a:ext>
              </a:extLst>
            </p:cNvPr>
            <p:cNvSpPr/>
            <p:nvPr/>
          </p:nvSpPr>
          <p:spPr>
            <a:xfrm>
              <a:off x="47455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5" name="타원 11304">
              <a:extLst>
                <a:ext uri="{FF2B5EF4-FFF2-40B4-BE49-F238E27FC236}">
                  <a16:creationId xmlns:a16="http://schemas.microsoft.com/office/drawing/2014/main" id="{7A36BF1A-A959-4377-B5AD-D88E493A64D2}"/>
                </a:ext>
              </a:extLst>
            </p:cNvPr>
            <p:cNvSpPr/>
            <p:nvPr/>
          </p:nvSpPr>
          <p:spPr>
            <a:xfrm>
              <a:off x="4897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6" name="타원 11305">
              <a:extLst>
                <a:ext uri="{FF2B5EF4-FFF2-40B4-BE49-F238E27FC236}">
                  <a16:creationId xmlns:a16="http://schemas.microsoft.com/office/drawing/2014/main" id="{5AD66BDE-1261-448A-903C-2AA79120559A}"/>
                </a:ext>
              </a:extLst>
            </p:cNvPr>
            <p:cNvSpPr/>
            <p:nvPr/>
          </p:nvSpPr>
          <p:spPr>
            <a:xfrm>
              <a:off x="5050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7" name="타원 11306">
              <a:extLst>
                <a:ext uri="{FF2B5EF4-FFF2-40B4-BE49-F238E27FC236}">
                  <a16:creationId xmlns:a16="http://schemas.microsoft.com/office/drawing/2014/main" id="{F04BE2DE-E43B-4C59-A4D3-E3BC47BE843B}"/>
                </a:ext>
              </a:extLst>
            </p:cNvPr>
            <p:cNvSpPr/>
            <p:nvPr/>
          </p:nvSpPr>
          <p:spPr>
            <a:xfrm>
              <a:off x="52027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8" name="타원 11307">
              <a:extLst>
                <a:ext uri="{FF2B5EF4-FFF2-40B4-BE49-F238E27FC236}">
                  <a16:creationId xmlns:a16="http://schemas.microsoft.com/office/drawing/2014/main" id="{B07C5322-0152-4BD2-ADB0-479FCB07CB45}"/>
                </a:ext>
              </a:extLst>
            </p:cNvPr>
            <p:cNvSpPr/>
            <p:nvPr/>
          </p:nvSpPr>
          <p:spPr>
            <a:xfrm>
              <a:off x="53551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09" name="타원 11308">
              <a:extLst>
                <a:ext uri="{FF2B5EF4-FFF2-40B4-BE49-F238E27FC236}">
                  <a16:creationId xmlns:a16="http://schemas.microsoft.com/office/drawing/2014/main" id="{D8568FE8-51F8-4E8E-BA75-2005524886C2}"/>
                </a:ext>
              </a:extLst>
            </p:cNvPr>
            <p:cNvSpPr/>
            <p:nvPr/>
          </p:nvSpPr>
          <p:spPr>
            <a:xfrm>
              <a:off x="55075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0" name="타원 11309">
              <a:extLst>
                <a:ext uri="{FF2B5EF4-FFF2-40B4-BE49-F238E27FC236}">
                  <a16:creationId xmlns:a16="http://schemas.microsoft.com/office/drawing/2014/main" id="{BAF93DD2-33BB-4C4E-9D58-C5AD80E0A6BF}"/>
                </a:ext>
              </a:extLst>
            </p:cNvPr>
            <p:cNvSpPr/>
            <p:nvPr/>
          </p:nvSpPr>
          <p:spPr>
            <a:xfrm>
              <a:off x="56599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1" name="타원 11310">
              <a:extLst>
                <a:ext uri="{FF2B5EF4-FFF2-40B4-BE49-F238E27FC236}">
                  <a16:creationId xmlns:a16="http://schemas.microsoft.com/office/drawing/2014/main" id="{727AEC63-A0F7-4F5C-B256-EF8F55FBE33B}"/>
                </a:ext>
              </a:extLst>
            </p:cNvPr>
            <p:cNvSpPr/>
            <p:nvPr/>
          </p:nvSpPr>
          <p:spPr>
            <a:xfrm>
              <a:off x="5812349" y="4415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2" name="타원 11311">
              <a:extLst>
                <a:ext uri="{FF2B5EF4-FFF2-40B4-BE49-F238E27FC236}">
                  <a16:creationId xmlns:a16="http://schemas.microsoft.com/office/drawing/2014/main" id="{5115F906-9A8E-4780-909F-EB5AE3E86A47}"/>
                </a:ext>
              </a:extLst>
            </p:cNvPr>
            <p:cNvSpPr/>
            <p:nvPr/>
          </p:nvSpPr>
          <p:spPr>
            <a:xfrm>
              <a:off x="325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3" name="타원 11312">
              <a:extLst>
                <a:ext uri="{FF2B5EF4-FFF2-40B4-BE49-F238E27FC236}">
                  <a16:creationId xmlns:a16="http://schemas.microsoft.com/office/drawing/2014/main" id="{79546A7C-E774-4084-B8B2-166EABECCEC9}"/>
                </a:ext>
              </a:extLst>
            </p:cNvPr>
            <p:cNvSpPr/>
            <p:nvPr/>
          </p:nvSpPr>
          <p:spPr>
            <a:xfrm>
              <a:off x="478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4" name="타원 11313">
              <a:extLst>
                <a:ext uri="{FF2B5EF4-FFF2-40B4-BE49-F238E27FC236}">
                  <a16:creationId xmlns:a16="http://schemas.microsoft.com/office/drawing/2014/main" id="{D3AB8599-48AA-49B5-9AF8-BE956E4FCE63}"/>
                </a:ext>
              </a:extLst>
            </p:cNvPr>
            <p:cNvSpPr/>
            <p:nvPr/>
          </p:nvSpPr>
          <p:spPr>
            <a:xfrm>
              <a:off x="6307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5" name="타원 11314">
              <a:extLst>
                <a:ext uri="{FF2B5EF4-FFF2-40B4-BE49-F238E27FC236}">
                  <a16:creationId xmlns:a16="http://schemas.microsoft.com/office/drawing/2014/main" id="{7BA03CDD-6B2B-476E-8313-96EBF4F61149}"/>
                </a:ext>
              </a:extLst>
            </p:cNvPr>
            <p:cNvSpPr/>
            <p:nvPr/>
          </p:nvSpPr>
          <p:spPr>
            <a:xfrm>
              <a:off x="7831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6" name="타원 11315">
              <a:extLst>
                <a:ext uri="{FF2B5EF4-FFF2-40B4-BE49-F238E27FC236}">
                  <a16:creationId xmlns:a16="http://schemas.microsoft.com/office/drawing/2014/main" id="{269D4302-6A13-45E6-8182-F88E77CC7D44}"/>
                </a:ext>
              </a:extLst>
            </p:cNvPr>
            <p:cNvSpPr/>
            <p:nvPr/>
          </p:nvSpPr>
          <p:spPr>
            <a:xfrm>
              <a:off x="9355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7" name="타원 11316">
              <a:extLst>
                <a:ext uri="{FF2B5EF4-FFF2-40B4-BE49-F238E27FC236}">
                  <a16:creationId xmlns:a16="http://schemas.microsoft.com/office/drawing/2014/main" id="{970C0E66-6DD0-48CA-80EC-CFA92781DBBE}"/>
                </a:ext>
              </a:extLst>
            </p:cNvPr>
            <p:cNvSpPr/>
            <p:nvPr/>
          </p:nvSpPr>
          <p:spPr>
            <a:xfrm>
              <a:off x="1087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8" name="타원 11317">
              <a:extLst>
                <a:ext uri="{FF2B5EF4-FFF2-40B4-BE49-F238E27FC236}">
                  <a16:creationId xmlns:a16="http://schemas.microsoft.com/office/drawing/2014/main" id="{BF071AC5-FDBF-4B95-BC1C-F84490843811}"/>
                </a:ext>
              </a:extLst>
            </p:cNvPr>
            <p:cNvSpPr/>
            <p:nvPr/>
          </p:nvSpPr>
          <p:spPr>
            <a:xfrm>
              <a:off x="1240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19" name="타원 11318">
              <a:extLst>
                <a:ext uri="{FF2B5EF4-FFF2-40B4-BE49-F238E27FC236}">
                  <a16:creationId xmlns:a16="http://schemas.microsoft.com/office/drawing/2014/main" id="{529F666A-651C-417D-9F34-8C6AE8F79C5A}"/>
                </a:ext>
              </a:extLst>
            </p:cNvPr>
            <p:cNvSpPr/>
            <p:nvPr/>
          </p:nvSpPr>
          <p:spPr>
            <a:xfrm>
              <a:off x="13927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0" name="타원 11319">
              <a:extLst>
                <a:ext uri="{FF2B5EF4-FFF2-40B4-BE49-F238E27FC236}">
                  <a16:creationId xmlns:a16="http://schemas.microsoft.com/office/drawing/2014/main" id="{24010C45-DF1F-44B1-9B1E-39C46FAD879D}"/>
                </a:ext>
              </a:extLst>
            </p:cNvPr>
            <p:cNvSpPr/>
            <p:nvPr/>
          </p:nvSpPr>
          <p:spPr>
            <a:xfrm>
              <a:off x="15451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1" name="타원 11320">
              <a:extLst>
                <a:ext uri="{FF2B5EF4-FFF2-40B4-BE49-F238E27FC236}">
                  <a16:creationId xmlns:a16="http://schemas.microsoft.com/office/drawing/2014/main" id="{5EF104D9-55FB-4190-8C8C-E6DC14D7746B}"/>
                </a:ext>
              </a:extLst>
            </p:cNvPr>
            <p:cNvSpPr/>
            <p:nvPr/>
          </p:nvSpPr>
          <p:spPr>
            <a:xfrm>
              <a:off x="16975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2" name="타원 11321">
              <a:extLst>
                <a:ext uri="{FF2B5EF4-FFF2-40B4-BE49-F238E27FC236}">
                  <a16:creationId xmlns:a16="http://schemas.microsoft.com/office/drawing/2014/main" id="{A54ED961-411E-4493-944C-C304F2344AF0}"/>
                </a:ext>
              </a:extLst>
            </p:cNvPr>
            <p:cNvSpPr/>
            <p:nvPr/>
          </p:nvSpPr>
          <p:spPr>
            <a:xfrm>
              <a:off x="1849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3" name="타원 11322">
              <a:extLst>
                <a:ext uri="{FF2B5EF4-FFF2-40B4-BE49-F238E27FC236}">
                  <a16:creationId xmlns:a16="http://schemas.microsoft.com/office/drawing/2014/main" id="{9DD62959-55FC-4132-BBA4-4E8469DF9746}"/>
                </a:ext>
              </a:extLst>
            </p:cNvPr>
            <p:cNvSpPr/>
            <p:nvPr/>
          </p:nvSpPr>
          <p:spPr>
            <a:xfrm>
              <a:off x="2002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4" name="타원 11323">
              <a:extLst>
                <a:ext uri="{FF2B5EF4-FFF2-40B4-BE49-F238E27FC236}">
                  <a16:creationId xmlns:a16="http://schemas.microsoft.com/office/drawing/2014/main" id="{0F0837ED-80D4-4FC2-9F01-6E75258A8A91}"/>
                </a:ext>
              </a:extLst>
            </p:cNvPr>
            <p:cNvSpPr/>
            <p:nvPr/>
          </p:nvSpPr>
          <p:spPr>
            <a:xfrm>
              <a:off x="21547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5" name="타원 11324">
              <a:extLst>
                <a:ext uri="{FF2B5EF4-FFF2-40B4-BE49-F238E27FC236}">
                  <a16:creationId xmlns:a16="http://schemas.microsoft.com/office/drawing/2014/main" id="{75E55D16-1E2D-4E5E-B350-A91B8AE7A6A8}"/>
                </a:ext>
              </a:extLst>
            </p:cNvPr>
            <p:cNvSpPr/>
            <p:nvPr/>
          </p:nvSpPr>
          <p:spPr>
            <a:xfrm>
              <a:off x="23071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6" name="타원 11325">
              <a:extLst>
                <a:ext uri="{FF2B5EF4-FFF2-40B4-BE49-F238E27FC236}">
                  <a16:creationId xmlns:a16="http://schemas.microsoft.com/office/drawing/2014/main" id="{A21A448D-5312-4C19-A4A2-E3602D615A31}"/>
                </a:ext>
              </a:extLst>
            </p:cNvPr>
            <p:cNvSpPr/>
            <p:nvPr/>
          </p:nvSpPr>
          <p:spPr>
            <a:xfrm>
              <a:off x="24595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7" name="타원 11326">
              <a:extLst>
                <a:ext uri="{FF2B5EF4-FFF2-40B4-BE49-F238E27FC236}">
                  <a16:creationId xmlns:a16="http://schemas.microsoft.com/office/drawing/2014/main" id="{210D85A1-ABD2-45E3-BECC-738ABEFE089B}"/>
                </a:ext>
              </a:extLst>
            </p:cNvPr>
            <p:cNvSpPr/>
            <p:nvPr/>
          </p:nvSpPr>
          <p:spPr>
            <a:xfrm>
              <a:off x="2611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8" name="타원 11327">
              <a:extLst>
                <a:ext uri="{FF2B5EF4-FFF2-40B4-BE49-F238E27FC236}">
                  <a16:creationId xmlns:a16="http://schemas.microsoft.com/office/drawing/2014/main" id="{2A9B8D0B-992A-4227-83F5-1E3F317BAFC0}"/>
                </a:ext>
              </a:extLst>
            </p:cNvPr>
            <p:cNvSpPr/>
            <p:nvPr/>
          </p:nvSpPr>
          <p:spPr>
            <a:xfrm>
              <a:off x="2764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29" name="타원 11328">
              <a:extLst>
                <a:ext uri="{FF2B5EF4-FFF2-40B4-BE49-F238E27FC236}">
                  <a16:creationId xmlns:a16="http://schemas.microsoft.com/office/drawing/2014/main" id="{13CB6E66-B69C-46C5-B6B0-395C2BB9E1A4}"/>
                </a:ext>
              </a:extLst>
            </p:cNvPr>
            <p:cNvSpPr/>
            <p:nvPr/>
          </p:nvSpPr>
          <p:spPr>
            <a:xfrm>
              <a:off x="29167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0" name="타원 11329">
              <a:extLst>
                <a:ext uri="{FF2B5EF4-FFF2-40B4-BE49-F238E27FC236}">
                  <a16:creationId xmlns:a16="http://schemas.microsoft.com/office/drawing/2014/main" id="{4EAC44EF-2122-44BD-9FFB-049527373112}"/>
                </a:ext>
              </a:extLst>
            </p:cNvPr>
            <p:cNvSpPr/>
            <p:nvPr/>
          </p:nvSpPr>
          <p:spPr>
            <a:xfrm>
              <a:off x="30691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1" name="타원 11330">
              <a:extLst>
                <a:ext uri="{FF2B5EF4-FFF2-40B4-BE49-F238E27FC236}">
                  <a16:creationId xmlns:a16="http://schemas.microsoft.com/office/drawing/2014/main" id="{91219D97-45A9-4248-8018-6E1310DB04D9}"/>
                </a:ext>
              </a:extLst>
            </p:cNvPr>
            <p:cNvSpPr/>
            <p:nvPr/>
          </p:nvSpPr>
          <p:spPr>
            <a:xfrm>
              <a:off x="32215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2" name="타원 11331">
              <a:extLst>
                <a:ext uri="{FF2B5EF4-FFF2-40B4-BE49-F238E27FC236}">
                  <a16:creationId xmlns:a16="http://schemas.microsoft.com/office/drawing/2014/main" id="{66E868F7-325C-4C5B-A052-4FABD0566FA3}"/>
                </a:ext>
              </a:extLst>
            </p:cNvPr>
            <p:cNvSpPr/>
            <p:nvPr/>
          </p:nvSpPr>
          <p:spPr>
            <a:xfrm>
              <a:off x="3373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3" name="타원 11332">
              <a:extLst>
                <a:ext uri="{FF2B5EF4-FFF2-40B4-BE49-F238E27FC236}">
                  <a16:creationId xmlns:a16="http://schemas.microsoft.com/office/drawing/2014/main" id="{768EAAE5-B7FF-4F36-AA05-760DE977AF10}"/>
                </a:ext>
              </a:extLst>
            </p:cNvPr>
            <p:cNvSpPr/>
            <p:nvPr/>
          </p:nvSpPr>
          <p:spPr>
            <a:xfrm>
              <a:off x="3526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4" name="타원 11333">
              <a:extLst>
                <a:ext uri="{FF2B5EF4-FFF2-40B4-BE49-F238E27FC236}">
                  <a16:creationId xmlns:a16="http://schemas.microsoft.com/office/drawing/2014/main" id="{7AC4CE87-E782-4123-98AB-98C11E9C7A0F}"/>
                </a:ext>
              </a:extLst>
            </p:cNvPr>
            <p:cNvSpPr/>
            <p:nvPr/>
          </p:nvSpPr>
          <p:spPr>
            <a:xfrm>
              <a:off x="36787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5" name="타원 11334">
              <a:extLst>
                <a:ext uri="{FF2B5EF4-FFF2-40B4-BE49-F238E27FC236}">
                  <a16:creationId xmlns:a16="http://schemas.microsoft.com/office/drawing/2014/main" id="{67ED8198-1167-4A4B-9A7D-8D41A1B01EC7}"/>
                </a:ext>
              </a:extLst>
            </p:cNvPr>
            <p:cNvSpPr/>
            <p:nvPr/>
          </p:nvSpPr>
          <p:spPr>
            <a:xfrm>
              <a:off x="38311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6" name="타원 11335">
              <a:extLst>
                <a:ext uri="{FF2B5EF4-FFF2-40B4-BE49-F238E27FC236}">
                  <a16:creationId xmlns:a16="http://schemas.microsoft.com/office/drawing/2014/main" id="{E752647E-8BB8-42F9-B6B9-2865271786D3}"/>
                </a:ext>
              </a:extLst>
            </p:cNvPr>
            <p:cNvSpPr/>
            <p:nvPr/>
          </p:nvSpPr>
          <p:spPr>
            <a:xfrm>
              <a:off x="39835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7" name="타원 11336">
              <a:extLst>
                <a:ext uri="{FF2B5EF4-FFF2-40B4-BE49-F238E27FC236}">
                  <a16:creationId xmlns:a16="http://schemas.microsoft.com/office/drawing/2014/main" id="{499CBB23-80E5-47BE-B52F-2D873EF41EDE}"/>
                </a:ext>
              </a:extLst>
            </p:cNvPr>
            <p:cNvSpPr/>
            <p:nvPr/>
          </p:nvSpPr>
          <p:spPr>
            <a:xfrm>
              <a:off x="4135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8" name="타원 11337">
              <a:extLst>
                <a:ext uri="{FF2B5EF4-FFF2-40B4-BE49-F238E27FC236}">
                  <a16:creationId xmlns:a16="http://schemas.microsoft.com/office/drawing/2014/main" id="{3490590E-2925-4195-A0BB-CC55B4052B89}"/>
                </a:ext>
              </a:extLst>
            </p:cNvPr>
            <p:cNvSpPr/>
            <p:nvPr/>
          </p:nvSpPr>
          <p:spPr>
            <a:xfrm>
              <a:off x="4288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39" name="타원 11338">
              <a:extLst>
                <a:ext uri="{FF2B5EF4-FFF2-40B4-BE49-F238E27FC236}">
                  <a16:creationId xmlns:a16="http://schemas.microsoft.com/office/drawing/2014/main" id="{D88B4671-1990-4006-91A2-37E54E2BDF06}"/>
                </a:ext>
              </a:extLst>
            </p:cNvPr>
            <p:cNvSpPr/>
            <p:nvPr/>
          </p:nvSpPr>
          <p:spPr>
            <a:xfrm>
              <a:off x="44407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0" name="타원 11339">
              <a:extLst>
                <a:ext uri="{FF2B5EF4-FFF2-40B4-BE49-F238E27FC236}">
                  <a16:creationId xmlns:a16="http://schemas.microsoft.com/office/drawing/2014/main" id="{EC551923-4EE5-4F8F-9598-1115050CCE60}"/>
                </a:ext>
              </a:extLst>
            </p:cNvPr>
            <p:cNvSpPr/>
            <p:nvPr/>
          </p:nvSpPr>
          <p:spPr>
            <a:xfrm>
              <a:off x="45931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1" name="타원 11340">
              <a:extLst>
                <a:ext uri="{FF2B5EF4-FFF2-40B4-BE49-F238E27FC236}">
                  <a16:creationId xmlns:a16="http://schemas.microsoft.com/office/drawing/2014/main" id="{14CCDFAB-62CC-445D-A74E-9CDB7A7DFE79}"/>
                </a:ext>
              </a:extLst>
            </p:cNvPr>
            <p:cNvSpPr/>
            <p:nvPr/>
          </p:nvSpPr>
          <p:spPr>
            <a:xfrm>
              <a:off x="47455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2" name="타원 11341">
              <a:extLst>
                <a:ext uri="{FF2B5EF4-FFF2-40B4-BE49-F238E27FC236}">
                  <a16:creationId xmlns:a16="http://schemas.microsoft.com/office/drawing/2014/main" id="{E62E61A0-FB38-4AD7-8BC7-0F42148F3F56}"/>
                </a:ext>
              </a:extLst>
            </p:cNvPr>
            <p:cNvSpPr/>
            <p:nvPr/>
          </p:nvSpPr>
          <p:spPr>
            <a:xfrm>
              <a:off x="4897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3" name="타원 11342">
              <a:extLst>
                <a:ext uri="{FF2B5EF4-FFF2-40B4-BE49-F238E27FC236}">
                  <a16:creationId xmlns:a16="http://schemas.microsoft.com/office/drawing/2014/main" id="{0D0E8602-DBFF-4528-B3AA-FF8DDA58B013}"/>
                </a:ext>
              </a:extLst>
            </p:cNvPr>
            <p:cNvSpPr/>
            <p:nvPr/>
          </p:nvSpPr>
          <p:spPr>
            <a:xfrm>
              <a:off x="5050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4" name="타원 11343">
              <a:extLst>
                <a:ext uri="{FF2B5EF4-FFF2-40B4-BE49-F238E27FC236}">
                  <a16:creationId xmlns:a16="http://schemas.microsoft.com/office/drawing/2014/main" id="{5E6AF7E5-BFFA-4678-9A70-FD0D1EAD8E48}"/>
                </a:ext>
              </a:extLst>
            </p:cNvPr>
            <p:cNvSpPr/>
            <p:nvPr/>
          </p:nvSpPr>
          <p:spPr>
            <a:xfrm>
              <a:off x="52027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5" name="타원 11344">
              <a:extLst>
                <a:ext uri="{FF2B5EF4-FFF2-40B4-BE49-F238E27FC236}">
                  <a16:creationId xmlns:a16="http://schemas.microsoft.com/office/drawing/2014/main" id="{1CFE77D8-FDF8-4564-BD8D-300109805501}"/>
                </a:ext>
              </a:extLst>
            </p:cNvPr>
            <p:cNvSpPr/>
            <p:nvPr/>
          </p:nvSpPr>
          <p:spPr>
            <a:xfrm>
              <a:off x="53551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6" name="타원 11345">
              <a:extLst>
                <a:ext uri="{FF2B5EF4-FFF2-40B4-BE49-F238E27FC236}">
                  <a16:creationId xmlns:a16="http://schemas.microsoft.com/office/drawing/2014/main" id="{04E4212B-39B0-4D6F-A01C-897D826418B1}"/>
                </a:ext>
              </a:extLst>
            </p:cNvPr>
            <p:cNvSpPr/>
            <p:nvPr/>
          </p:nvSpPr>
          <p:spPr>
            <a:xfrm>
              <a:off x="55075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7" name="타원 11346">
              <a:extLst>
                <a:ext uri="{FF2B5EF4-FFF2-40B4-BE49-F238E27FC236}">
                  <a16:creationId xmlns:a16="http://schemas.microsoft.com/office/drawing/2014/main" id="{5E193B63-A79F-4055-82AE-AD94B90BF10A}"/>
                </a:ext>
              </a:extLst>
            </p:cNvPr>
            <p:cNvSpPr/>
            <p:nvPr/>
          </p:nvSpPr>
          <p:spPr>
            <a:xfrm>
              <a:off x="56599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8" name="타원 11347">
              <a:extLst>
                <a:ext uri="{FF2B5EF4-FFF2-40B4-BE49-F238E27FC236}">
                  <a16:creationId xmlns:a16="http://schemas.microsoft.com/office/drawing/2014/main" id="{AD7477F5-A834-431C-A944-E80640ECA86C}"/>
                </a:ext>
              </a:extLst>
            </p:cNvPr>
            <p:cNvSpPr/>
            <p:nvPr/>
          </p:nvSpPr>
          <p:spPr>
            <a:xfrm>
              <a:off x="5812349" y="4567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49" name="타원 11348">
              <a:extLst>
                <a:ext uri="{FF2B5EF4-FFF2-40B4-BE49-F238E27FC236}">
                  <a16:creationId xmlns:a16="http://schemas.microsoft.com/office/drawing/2014/main" id="{B3923B24-E5E7-48FC-9A38-F8ECE765C1E2}"/>
                </a:ext>
              </a:extLst>
            </p:cNvPr>
            <p:cNvSpPr/>
            <p:nvPr/>
          </p:nvSpPr>
          <p:spPr>
            <a:xfrm>
              <a:off x="325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0" name="타원 11349">
              <a:extLst>
                <a:ext uri="{FF2B5EF4-FFF2-40B4-BE49-F238E27FC236}">
                  <a16:creationId xmlns:a16="http://schemas.microsoft.com/office/drawing/2014/main" id="{78F63E3D-0E7A-4FCC-9B62-7BFE33E41B37}"/>
                </a:ext>
              </a:extLst>
            </p:cNvPr>
            <p:cNvSpPr/>
            <p:nvPr/>
          </p:nvSpPr>
          <p:spPr>
            <a:xfrm>
              <a:off x="478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1" name="타원 11350">
              <a:extLst>
                <a:ext uri="{FF2B5EF4-FFF2-40B4-BE49-F238E27FC236}">
                  <a16:creationId xmlns:a16="http://schemas.microsoft.com/office/drawing/2014/main" id="{01DB2BED-02E0-4E1B-9C3A-3D41DBF0EA3F}"/>
                </a:ext>
              </a:extLst>
            </p:cNvPr>
            <p:cNvSpPr/>
            <p:nvPr/>
          </p:nvSpPr>
          <p:spPr>
            <a:xfrm>
              <a:off x="6307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2" name="타원 11351">
              <a:extLst>
                <a:ext uri="{FF2B5EF4-FFF2-40B4-BE49-F238E27FC236}">
                  <a16:creationId xmlns:a16="http://schemas.microsoft.com/office/drawing/2014/main" id="{224BB904-C9AD-481A-A063-FC55825355A5}"/>
                </a:ext>
              </a:extLst>
            </p:cNvPr>
            <p:cNvSpPr/>
            <p:nvPr/>
          </p:nvSpPr>
          <p:spPr>
            <a:xfrm>
              <a:off x="7831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3" name="타원 11352">
              <a:extLst>
                <a:ext uri="{FF2B5EF4-FFF2-40B4-BE49-F238E27FC236}">
                  <a16:creationId xmlns:a16="http://schemas.microsoft.com/office/drawing/2014/main" id="{3946F78B-A60E-4774-BB7D-75CB9BB57B05}"/>
                </a:ext>
              </a:extLst>
            </p:cNvPr>
            <p:cNvSpPr/>
            <p:nvPr/>
          </p:nvSpPr>
          <p:spPr>
            <a:xfrm>
              <a:off x="9355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4" name="타원 11353">
              <a:extLst>
                <a:ext uri="{FF2B5EF4-FFF2-40B4-BE49-F238E27FC236}">
                  <a16:creationId xmlns:a16="http://schemas.microsoft.com/office/drawing/2014/main" id="{493A9D68-923A-42A7-A570-0A2501751739}"/>
                </a:ext>
              </a:extLst>
            </p:cNvPr>
            <p:cNvSpPr/>
            <p:nvPr/>
          </p:nvSpPr>
          <p:spPr>
            <a:xfrm>
              <a:off x="1087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5" name="타원 11354">
              <a:extLst>
                <a:ext uri="{FF2B5EF4-FFF2-40B4-BE49-F238E27FC236}">
                  <a16:creationId xmlns:a16="http://schemas.microsoft.com/office/drawing/2014/main" id="{F14BACED-1839-4CCF-A7F4-FF4CB030D46D}"/>
                </a:ext>
              </a:extLst>
            </p:cNvPr>
            <p:cNvSpPr/>
            <p:nvPr/>
          </p:nvSpPr>
          <p:spPr>
            <a:xfrm>
              <a:off x="1240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6" name="타원 11355">
              <a:extLst>
                <a:ext uri="{FF2B5EF4-FFF2-40B4-BE49-F238E27FC236}">
                  <a16:creationId xmlns:a16="http://schemas.microsoft.com/office/drawing/2014/main" id="{6FC23BB2-9D3A-409A-97DE-78680C7D784B}"/>
                </a:ext>
              </a:extLst>
            </p:cNvPr>
            <p:cNvSpPr/>
            <p:nvPr/>
          </p:nvSpPr>
          <p:spPr>
            <a:xfrm>
              <a:off x="13927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7" name="타원 11356">
              <a:extLst>
                <a:ext uri="{FF2B5EF4-FFF2-40B4-BE49-F238E27FC236}">
                  <a16:creationId xmlns:a16="http://schemas.microsoft.com/office/drawing/2014/main" id="{A3BEBC6C-DB9A-4987-B397-9FFD45E85E6D}"/>
                </a:ext>
              </a:extLst>
            </p:cNvPr>
            <p:cNvSpPr/>
            <p:nvPr/>
          </p:nvSpPr>
          <p:spPr>
            <a:xfrm>
              <a:off x="15451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8" name="타원 11357">
              <a:extLst>
                <a:ext uri="{FF2B5EF4-FFF2-40B4-BE49-F238E27FC236}">
                  <a16:creationId xmlns:a16="http://schemas.microsoft.com/office/drawing/2014/main" id="{D2F01A4A-E2A6-4288-820B-3EB464DAAA4C}"/>
                </a:ext>
              </a:extLst>
            </p:cNvPr>
            <p:cNvSpPr/>
            <p:nvPr/>
          </p:nvSpPr>
          <p:spPr>
            <a:xfrm>
              <a:off x="16975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59" name="타원 11358">
              <a:extLst>
                <a:ext uri="{FF2B5EF4-FFF2-40B4-BE49-F238E27FC236}">
                  <a16:creationId xmlns:a16="http://schemas.microsoft.com/office/drawing/2014/main" id="{639FA773-7432-443C-98DB-B03BFE318354}"/>
                </a:ext>
              </a:extLst>
            </p:cNvPr>
            <p:cNvSpPr/>
            <p:nvPr/>
          </p:nvSpPr>
          <p:spPr>
            <a:xfrm>
              <a:off x="1849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0" name="타원 11359">
              <a:extLst>
                <a:ext uri="{FF2B5EF4-FFF2-40B4-BE49-F238E27FC236}">
                  <a16:creationId xmlns:a16="http://schemas.microsoft.com/office/drawing/2014/main" id="{F4E92D33-CDCA-4734-A150-71B48A2670BD}"/>
                </a:ext>
              </a:extLst>
            </p:cNvPr>
            <p:cNvSpPr/>
            <p:nvPr/>
          </p:nvSpPr>
          <p:spPr>
            <a:xfrm>
              <a:off x="2002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1" name="타원 11360">
              <a:extLst>
                <a:ext uri="{FF2B5EF4-FFF2-40B4-BE49-F238E27FC236}">
                  <a16:creationId xmlns:a16="http://schemas.microsoft.com/office/drawing/2014/main" id="{4CC93FC8-8495-4800-89BD-4C5076BDDDAF}"/>
                </a:ext>
              </a:extLst>
            </p:cNvPr>
            <p:cNvSpPr/>
            <p:nvPr/>
          </p:nvSpPr>
          <p:spPr>
            <a:xfrm>
              <a:off x="21547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2" name="타원 11361">
              <a:extLst>
                <a:ext uri="{FF2B5EF4-FFF2-40B4-BE49-F238E27FC236}">
                  <a16:creationId xmlns:a16="http://schemas.microsoft.com/office/drawing/2014/main" id="{40E6ECFB-DAD8-4395-8B28-A453992CAA2B}"/>
                </a:ext>
              </a:extLst>
            </p:cNvPr>
            <p:cNvSpPr/>
            <p:nvPr/>
          </p:nvSpPr>
          <p:spPr>
            <a:xfrm>
              <a:off x="23071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3" name="타원 11362">
              <a:extLst>
                <a:ext uri="{FF2B5EF4-FFF2-40B4-BE49-F238E27FC236}">
                  <a16:creationId xmlns:a16="http://schemas.microsoft.com/office/drawing/2014/main" id="{D6F9C465-0E2C-4F7B-9597-2051F0C8C25C}"/>
                </a:ext>
              </a:extLst>
            </p:cNvPr>
            <p:cNvSpPr/>
            <p:nvPr/>
          </p:nvSpPr>
          <p:spPr>
            <a:xfrm>
              <a:off x="24595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4" name="타원 11363">
              <a:extLst>
                <a:ext uri="{FF2B5EF4-FFF2-40B4-BE49-F238E27FC236}">
                  <a16:creationId xmlns:a16="http://schemas.microsoft.com/office/drawing/2014/main" id="{59CD48EA-6F98-4AFF-88B9-894A714CA1EE}"/>
                </a:ext>
              </a:extLst>
            </p:cNvPr>
            <p:cNvSpPr/>
            <p:nvPr/>
          </p:nvSpPr>
          <p:spPr>
            <a:xfrm>
              <a:off x="2611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5" name="타원 11364">
              <a:extLst>
                <a:ext uri="{FF2B5EF4-FFF2-40B4-BE49-F238E27FC236}">
                  <a16:creationId xmlns:a16="http://schemas.microsoft.com/office/drawing/2014/main" id="{44770AEE-C840-427F-A9E0-FEDA315AA59E}"/>
                </a:ext>
              </a:extLst>
            </p:cNvPr>
            <p:cNvSpPr/>
            <p:nvPr/>
          </p:nvSpPr>
          <p:spPr>
            <a:xfrm>
              <a:off x="2764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6" name="타원 11365">
              <a:extLst>
                <a:ext uri="{FF2B5EF4-FFF2-40B4-BE49-F238E27FC236}">
                  <a16:creationId xmlns:a16="http://schemas.microsoft.com/office/drawing/2014/main" id="{87EDDC01-0402-48B1-B829-B9A616CFCDFD}"/>
                </a:ext>
              </a:extLst>
            </p:cNvPr>
            <p:cNvSpPr/>
            <p:nvPr/>
          </p:nvSpPr>
          <p:spPr>
            <a:xfrm>
              <a:off x="29167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7" name="타원 11366">
              <a:extLst>
                <a:ext uri="{FF2B5EF4-FFF2-40B4-BE49-F238E27FC236}">
                  <a16:creationId xmlns:a16="http://schemas.microsoft.com/office/drawing/2014/main" id="{B52520C4-5EE0-4497-887F-00BD15E30234}"/>
                </a:ext>
              </a:extLst>
            </p:cNvPr>
            <p:cNvSpPr/>
            <p:nvPr/>
          </p:nvSpPr>
          <p:spPr>
            <a:xfrm>
              <a:off x="30691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8" name="타원 11367">
              <a:extLst>
                <a:ext uri="{FF2B5EF4-FFF2-40B4-BE49-F238E27FC236}">
                  <a16:creationId xmlns:a16="http://schemas.microsoft.com/office/drawing/2014/main" id="{C3AAE012-7D66-4CF8-AEC2-2D7BC8E60A07}"/>
                </a:ext>
              </a:extLst>
            </p:cNvPr>
            <p:cNvSpPr/>
            <p:nvPr/>
          </p:nvSpPr>
          <p:spPr>
            <a:xfrm>
              <a:off x="32215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69" name="타원 11368">
              <a:extLst>
                <a:ext uri="{FF2B5EF4-FFF2-40B4-BE49-F238E27FC236}">
                  <a16:creationId xmlns:a16="http://schemas.microsoft.com/office/drawing/2014/main" id="{C66F21E1-9C8C-4529-8B96-07EDA48E7E87}"/>
                </a:ext>
              </a:extLst>
            </p:cNvPr>
            <p:cNvSpPr/>
            <p:nvPr/>
          </p:nvSpPr>
          <p:spPr>
            <a:xfrm>
              <a:off x="3373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0" name="타원 11369">
              <a:extLst>
                <a:ext uri="{FF2B5EF4-FFF2-40B4-BE49-F238E27FC236}">
                  <a16:creationId xmlns:a16="http://schemas.microsoft.com/office/drawing/2014/main" id="{019CCF45-339A-45F3-9228-222E0CF58D4A}"/>
                </a:ext>
              </a:extLst>
            </p:cNvPr>
            <p:cNvSpPr/>
            <p:nvPr/>
          </p:nvSpPr>
          <p:spPr>
            <a:xfrm>
              <a:off x="3526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1" name="타원 11370">
              <a:extLst>
                <a:ext uri="{FF2B5EF4-FFF2-40B4-BE49-F238E27FC236}">
                  <a16:creationId xmlns:a16="http://schemas.microsoft.com/office/drawing/2014/main" id="{4D48F6D5-1E7C-47A4-A1E9-66B962DA0298}"/>
                </a:ext>
              </a:extLst>
            </p:cNvPr>
            <p:cNvSpPr/>
            <p:nvPr/>
          </p:nvSpPr>
          <p:spPr>
            <a:xfrm>
              <a:off x="36787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2" name="타원 11371">
              <a:extLst>
                <a:ext uri="{FF2B5EF4-FFF2-40B4-BE49-F238E27FC236}">
                  <a16:creationId xmlns:a16="http://schemas.microsoft.com/office/drawing/2014/main" id="{10A1E0A4-3E50-4747-8A40-14E38773740F}"/>
                </a:ext>
              </a:extLst>
            </p:cNvPr>
            <p:cNvSpPr/>
            <p:nvPr/>
          </p:nvSpPr>
          <p:spPr>
            <a:xfrm>
              <a:off x="38311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3" name="타원 11372">
              <a:extLst>
                <a:ext uri="{FF2B5EF4-FFF2-40B4-BE49-F238E27FC236}">
                  <a16:creationId xmlns:a16="http://schemas.microsoft.com/office/drawing/2014/main" id="{4D084D3B-A213-4891-97FF-03AFAB40B69A}"/>
                </a:ext>
              </a:extLst>
            </p:cNvPr>
            <p:cNvSpPr/>
            <p:nvPr/>
          </p:nvSpPr>
          <p:spPr>
            <a:xfrm>
              <a:off x="39835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4" name="타원 11373">
              <a:extLst>
                <a:ext uri="{FF2B5EF4-FFF2-40B4-BE49-F238E27FC236}">
                  <a16:creationId xmlns:a16="http://schemas.microsoft.com/office/drawing/2014/main" id="{37BFB1BB-AB80-4A80-B4FC-E13BE28844C7}"/>
                </a:ext>
              </a:extLst>
            </p:cNvPr>
            <p:cNvSpPr/>
            <p:nvPr/>
          </p:nvSpPr>
          <p:spPr>
            <a:xfrm>
              <a:off x="4135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5" name="타원 11374">
              <a:extLst>
                <a:ext uri="{FF2B5EF4-FFF2-40B4-BE49-F238E27FC236}">
                  <a16:creationId xmlns:a16="http://schemas.microsoft.com/office/drawing/2014/main" id="{875BA89C-9551-421F-BA9B-E2A523265736}"/>
                </a:ext>
              </a:extLst>
            </p:cNvPr>
            <p:cNvSpPr/>
            <p:nvPr/>
          </p:nvSpPr>
          <p:spPr>
            <a:xfrm>
              <a:off x="4288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6" name="타원 11375">
              <a:extLst>
                <a:ext uri="{FF2B5EF4-FFF2-40B4-BE49-F238E27FC236}">
                  <a16:creationId xmlns:a16="http://schemas.microsoft.com/office/drawing/2014/main" id="{BB740AD9-622D-4717-A7A6-EDBC6C5A041C}"/>
                </a:ext>
              </a:extLst>
            </p:cNvPr>
            <p:cNvSpPr/>
            <p:nvPr/>
          </p:nvSpPr>
          <p:spPr>
            <a:xfrm>
              <a:off x="44407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7" name="타원 11376">
              <a:extLst>
                <a:ext uri="{FF2B5EF4-FFF2-40B4-BE49-F238E27FC236}">
                  <a16:creationId xmlns:a16="http://schemas.microsoft.com/office/drawing/2014/main" id="{DB6B107B-0ECD-48B5-83FC-62ADBFAA189D}"/>
                </a:ext>
              </a:extLst>
            </p:cNvPr>
            <p:cNvSpPr/>
            <p:nvPr/>
          </p:nvSpPr>
          <p:spPr>
            <a:xfrm>
              <a:off x="45931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8" name="타원 11377">
              <a:extLst>
                <a:ext uri="{FF2B5EF4-FFF2-40B4-BE49-F238E27FC236}">
                  <a16:creationId xmlns:a16="http://schemas.microsoft.com/office/drawing/2014/main" id="{6D5DD36C-DFA5-4F8C-971F-35742301FA2F}"/>
                </a:ext>
              </a:extLst>
            </p:cNvPr>
            <p:cNvSpPr/>
            <p:nvPr/>
          </p:nvSpPr>
          <p:spPr>
            <a:xfrm>
              <a:off x="47455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79" name="타원 11378">
              <a:extLst>
                <a:ext uri="{FF2B5EF4-FFF2-40B4-BE49-F238E27FC236}">
                  <a16:creationId xmlns:a16="http://schemas.microsoft.com/office/drawing/2014/main" id="{78135A55-9080-4187-8974-1367DF4655DD}"/>
                </a:ext>
              </a:extLst>
            </p:cNvPr>
            <p:cNvSpPr/>
            <p:nvPr/>
          </p:nvSpPr>
          <p:spPr>
            <a:xfrm>
              <a:off x="4897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0" name="타원 11379">
              <a:extLst>
                <a:ext uri="{FF2B5EF4-FFF2-40B4-BE49-F238E27FC236}">
                  <a16:creationId xmlns:a16="http://schemas.microsoft.com/office/drawing/2014/main" id="{FDB716E2-04FC-4812-92C0-43E6BA62287A}"/>
                </a:ext>
              </a:extLst>
            </p:cNvPr>
            <p:cNvSpPr/>
            <p:nvPr/>
          </p:nvSpPr>
          <p:spPr>
            <a:xfrm>
              <a:off x="5050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1" name="타원 11380">
              <a:extLst>
                <a:ext uri="{FF2B5EF4-FFF2-40B4-BE49-F238E27FC236}">
                  <a16:creationId xmlns:a16="http://schemas.microsoft.com/office/drawing/2014/main" id="{8E54C267-E62F-49BB-81C7-B454BF573CD4}"/>
                </a:ext>
              </a:extLst>
            </p:cNvPr>
            <p:cNvSpPr/>
            <p:nvPr/>
          </p:nvSpPr>
          <p:spPr>
            <a:xfrm>
              <a:off x="52027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2" name="타원 11381">
              <a:extLst>
                <a:ext uri="{FF2B5EF4-FFF2-40B4-BE49-F238E27FC236}">
                  <a16:creationId xmlns:a16="http://schemas.microsoft.com/office/drawing/2014/main" id="{77AA58E4-9776-45EA-AA77-39F3AB23522F}"/>
                </a:ext>
              </a:extLst>
            </p:cNvPr>
            <p:cNvSpPr/>
            <p:nvPr/>
          </p:nvSpPr>
          <p:spPr>
            <a:xfrm>
              <a:off x="53551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3" name="타원 11382">
              <a:extLst>
                <a:ext uri="{FF2B5EF4-FFF2-40B4-BE49-F238E27FC236}">
                  <a16:creationId xmlns:a16="http://schemas.microsoft.com/office/drawing/2014/main" id="{3BFDE0DE-28AE-433C-8641-9D1069F09247}"/>
                </a:ext>
              </a:extLst>
            </p:cNvPr>
            <p:cNvSpPr/>
            <p:nvPr/>
          </p:nvSpPr>
          <p:spPr>
            <a:xfrm>
              <a:off x="55075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4" name="타원 11383">
              <a:extLst>
                <a:ext uri="{FF2B5EF4-FFF2-40B4-BE49-F238E27FC236}">
                  <a16:creationId xmlns:a16="http://schemas.microsoft.com/office/drawing/2014/main" id="{FDD5BBA9-B13F-4187-BFD3-8628257589E5}"/>
                </a:ext>
              </a:extLst>
            </p:cNvPr>
            <p:cNvSpPr/>
            <p:nvPr/>
          </p:nvSpPr>
          <p:spPr>
            <a:xfrm>
              <a:off x="56599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5" name="타원 11384">
              <a:extLst>
                <a:ext uri="{FF2B5EF4-FFF2-40B4-BE49-F238E27FC236}">
                  <a16:creationId xmlns:a16="http://schemas.microsoft.com/office/drawing/2014/main" id="{7FDADFC4-16A2-4E3B-A8F7-87F477E20028}"/>
                </a:ext>
              </a:extLst>
            </p:cNvPr>
            <p:cNvSpPr/>
            <p:nvPr/>
          </p:nvSpPr>
          <p:spPr>
            <a:xfrm>
              <a:off x="5812349" y="4720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6" name="타원 11385">
              <a:extLst>
                <a:ext uri="{FF2B5EF4-FFF2-40B4-BE49-F238E27FC236}">
                  <a16:creationId xmlns:a16="http://schemas.microsoft.com/office/drawing/2014/main" id="{F9AC523B-9732-4209-9B10-0DFAC88C9381}"/>
                </a:ext>
              </a:extLst>
            </p:cNvPr>
            <p:cNvSpPr/>
            <p:nvPr/>
          </p:nvSpPr>
          <p:spPr>
            <a:xfrm>
              <a:off x="325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7" name="타원 11386">
              <a:extLst>
                <a:ext uri="{FF2B5EF4-FFF2-40B4-BE49-F238E27FC236}">
                  <a16:creationId xmlns:a16="http://schemas.microsoft.com/office/drawing/2014/main" id="{2EF4CF73-F42A-49AD-8B19-182DDFFDB556}"/>
                </a:ext>
              </a:extLst>
            </p:cNvPr>
            <p:cNvSpPr/>
            <p:nvPr/>
          </p:nvSpPr>
          <p:spPr>
            <a:xfrm>
              <a:off x="478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8" name="타원 11387">
              <a:extLst>
                <a:ext uri="{FF2B5EF4-FFF2-40B4-BE49-F238E27FC236}">
                  <a16:creationId xmlns:a16="http://schemas.microsoft.com/office/drawing/2014/main" id="{269641ED-1941-44F5-90F3-F0681B82133E}"/>
                </a:ext>
              </a:extLst>
            </p:cNvPr>
            <p:cNvSpPr/>
            <p:nvPr/>
          </p:nvSpPr>
          <p:spPr>
            <a:xfrm>
              <a:off x="6307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89" name="타원 11388">
              <a:extLst>
                <a:ext uri="{FF2B5EF4-FFF2-40B4-BE49-F238E27FC236}">
                  <a16:creationId xmlns:a16="http://schemas.microsoft.com/office/drawing/2014/main" id="{A4621C42-F5A5-411E-803A-55F8CB7B5AAE}"/>
                </a:ext>
              </a:extLst>
            </p:cNvPr>
            <p:cNvSpPr/>
            <p:nvPr/>
          </p:nvSpPr>
          <p:spPr>
            <a:xfrm>
              <a:off x="7831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0" name="타원 11389">
              <a:extLst>
                <a:ext uri="{FF2B5EF4-FFF2-40B4-BE49-F238E27FC236}">
                  <a16:creationId xmlns:a16="http://schemas.microsoft.com/office/drawing/2014/main" id="{1F0F6965-F9F7-4D19-85F2-1C6A322B24F8}"/>
                </a:ext>
              </a:extLst>
            </p:cNvPr>
            <p:cNvSpPr/>
            <p:nvPr/>
          </p:nvSpPr>
          <p:spPr>
            <a:xfrm>
              <a:off x="9355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1" name="타원 11390">
              <a:extLst>
                <a:ext uri="{FF2B5EF4-FFF2-40B4-BE49-F238E27FC236}">
                  <a16:creationId xmlns:a16="http://schemas.microsoft.com/office/drawing/2014/main" id="{10063D96-85DD-420B-99B3-9492A886B1CB}"/>
                </a:ext>
              </a:extLst>
            </p:cNvPr>
            <p:cNvSpPr/>
            <p:nvPr/>
          </p:nvSpPr>
          <p:spPr>
            <a:xfrm>
              <a:off x="1087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2" name="타원 11391">
              <a:extLst>
                <a:ext uri="{FF2B5EF4-FFF2-40B4-BE49-F238E27FC236}">
                  <a16:creationId xmlns:a16="http://schemas.microsoft.com/office/drawing/2014/main" id="{3FC8006D-913F-4935-A71E-18C98C056770}"/>
                </a:ext>
              </a:extLst>
            </p:cNvPr>
            <p:cNvSpPr/>
            <p:nvPr/>
          </p:nvSpPr>
          <p:spPr>
            <a:xfrm>
              <a:off x="1240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3" name="타원 11392">
              <a:extLst>
                <a:ext uri="{FF2B5EF4-FFF2-40B4-BE49-F238E27FC236}">
                  <a16:creationId xmlns:a16="http://schemas.microsoft.com/office/drawing/2014/main" id="{99AFDE52-5244-436D-9ED3-D38868015DE2}"/>
                </a:ext>
              </a:extLst>
            </p:cNvPr>
            <p:cNvSpPr/>
            <p:nvPr/>
          </p:nvSpPr>
          <p:spPr>
            <a:xfrm>
              <a:off x="13927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4" name="타원 11393">
              <a:extLst>
                <a:ext uri="{FF2B5EF4-FFF2-40B4-BE49-F238E27FC236}">
                  <a16:creationId xmlns:a16="http://schemas.microsoft.com/office/drawing/2014/main" id="{4B6D6017-D9ED-4155-AAAD-7723B150AE68}"/>
                </a:ext>
              </a:extLst>
            </p:cNvPr>
            <p:cNvSpPr/>
            <p:nvPr/>
          </p:nvSpPr>
          <p:spPr>
            <a:xfrm>
              <a:off x="15451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5" name="타원 11394">
              <a:extLst>
                <a:ext uri="{FF2B5EF4-FFF2-40B4-BE49-F238E27FC236}">
                  <a16:creationId xmlns:a16="http://schemas.microsoft.com/office/drawing/2014/main" id="{A5FB7746-D782-4C0B-BC40-5E6BA06E3AB7}"/>
                </a:ext>
              </a:extLst>
            </p:cNvPr>
            <p:cNvSpPr/>
            <p:nvPr/>
          </p:nvSpPr>
          <p:spPr>
            <a:xfrm>
              <a:off x="16975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6" name="타원 11395">
              <a:extLst>
                <a:ext uri="{FF2B5EF4-FFF2-40B4-BE49-F238E27FC236}">
                  <a16:creationId xmlns:a16="http://schemas.microsoft.com/office/drawing/2014/main" id="{F978B2F0-DC42-4381-925A-6EFFD311F3A2}"/>
                </a:ext>
              </a:extLst>
            </p:cNvPr>
            <p:cNvSpPr/>
            <p:nvPr/>
          </p:nvSpPr>
          <p:spPr>
            <a:xfrm>
              <a:off x="1849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7" name="타원 11396">
              <a:extLst>
                <a:ext uri="{FF2B5EF4-FFF2-40B4-BE49-F238E27FC236}">
                  <a16:creationId xmlns:a16="http://schemas.microsoft.com/office/drawing/2014/main" id="{CC0962DB-8BBB-46F6-8247-675CF0069DD8}"/>
                </a:ext>
              </a:extLst>
            </p:cNvPr>
            <p:cNvSpPr/>
            <p:nvPr/>
          </p:nvSpPr>
          <p:spPr>
            <a:xfrm>
              <a:off x="2002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8" name="타원 11397">
              <a:extLst>
                <a:ext uri="{FF2B5EF4-FFF2-40B4-BE49-F238E27FC236}">
                  <a16:creationId xmlns:a16="http://schemas.microsoft.com/office/drawing/2014/main" id="{7EAC0378-0B06-44C1-81F6-F071EBE5C076}"/>
                </a:ext>
              </a:extLst>
            </p:cNvPr>
            <p:cNvSpPr/>
            <p:nvPr/>
          </p:nvSpPr>
          <p:spPr>
            <a:xfrm>
              <a:off x="21547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99" name="타원 11398">
              <a:extLst>
                <a:ext uri="{FF2B5EF4-FFF2-40B4-BE49-F238E27FC236}">
                  <a16:creationId xmlns:a16="http://schemas.microsoft.com/office/drawing/2014/main" id="{28FFC96A-F784-4DBC-B8B6-A596D4995EA5}"/>
                </a:ext>
              </a:extLst>
            </p:cNvPr>
            <p:cNvSpPr/>
            <p:nvPr/>
          </p:nvSpPr>
          <p:spPr>
            <a:xfrm>
              <a:off x="23071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0" name="타원 11399">
              <a:extLst>
                <a:ext uri="{FF2B5EF4-FFF2-40B4-BE49-F238E27FC236}">
                  <a16:creationId xmlns:a16="http://schemas.microsoft.com/office/drawing/2014/main" id="{AC9E834B-5A75-42AC-9CFF-25F906108E65}"/>
                </a:ext>
              </a:extLst>
            </p:cNvPr>
            <p:cNvSpPr/>
            <p:nvPr/>
          </p:nvSpPr>
          <p:spPr>
            <a:xfrm>
              <a:off x="24595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1" name="타원 11400">
              <a:extLst>
                <a:ext uri="{FF2B5EF4-FFF2-40B4-BE49-F238E27FC236}">
                  <a16:creationId xmlns:a16="http://schemas.microsoft.com/office/drawing/2014/main" id="{E85C0229-621F-4926-882C-B992F2B22B21}"/>
                </a:ext>
              </a:extLst>
            </p:cNvPr>
            <p:cNvSpPr/>
            <p:nvPr/>
          </p:nvSpPr>
          <p:spPr>
            <a:xfrm>
              <a:off x="2611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2" name="타원 11401">
              <a:extLst>
                <a:ext uri="{FF2B5EF4-FFF2-40B4-BE49-F238E27FC236}">
                  <a16:creationId xmlns:a16="http://schemas.microsoft.com/office/drawing/2014/main" id="{B68FF1F7-2B1B-4833-B513-8FCCA334AB5A}"/>
                </a:ext>
              </a:extLst>
            </p:cNvPr>
            <p:cNvSpPr/>
            <p:nvPr/>
          </p:nvSpPr>
          <p:spPr>
            <a:xfrm>
              <a:off x="2764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3" name="타원 11402">
              <a:extLst>
                <a:ext uri="{FF2B5EF4-FFF2-40B4-BE49-F238E27FC236}">
                  <a16:creationId xmlns:a16="http://schemas.microsoft.com/office/drawing/2014/main" id="{FB9D6F5E-3B7D-4EB9-AE5F-21F058F55506}"/>
                </a:ext>
              </a:extLst>
            </p:cNvPr>
            <p:cNvSpPr/>
            <p:nvPr/>
          </p:nvSpPr>
          <p:spPr>
            <a:xfrm>
              <a:off x="29167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4" name="타원 11403">
              <a:extLst>
                <a:ext uri="{FF2B5EF4-FFF2-40B4-BE49-F238E27FC236}">
                  <a16:creationId xmlns:a16="http://schemas.microsoft.com/office/drawing/2014/main" id="{1486F303-57F4-4041-8C86-0759704BC964}"/>
                </a:ext>
              </a:extLst>
            </p:cNvPr>
            <p:cNvSpPr/>
            <p:nvPr/>
          </p:nvSpPr>
          <p:spPr>
            <a:xfrm>
              <a:off x="30691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5" name="타원 11404">
              <a:extLst>
                <a:ext uri="{FF2B5EF4-FFF2-40B4-BE49-F238E27FC236}">
                  <a16:creationId xmlns:a16="http://schemas.microsoft.com/office/drawing/2014/main" id="{C9EC4ABC-D2DA-45F1-A048-5683D75A7B02}"/>
                </a:ext>
              </a:extLst>
            </p:cNvPr>
            <p:cNvSpPr/>
            <p:nvPr/>
          </p:nvSpPr>
          <p:spPr>
            <a:xfrm>
              <a:off x="32215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6" name="타원 11405">
              <a:extLst>
                <a:ext uri="{FF2B5EF4-FFF2-40B4-BE49-F238E27FC236}">
                  <a16:creationId xmlns:a16="http://schemas.microsoft.com/office/drawing/2014/main" id="{82524CEF-C742-4E71-8940-1EC08C9F46DB}"/>
                </a:ext>
              </a:extLst>
            </p:cNvPr>
            <p:cNvSpPr/>
            <p:nvPr/>
          </p:nvSpPr>
          <p:spPr>
            <a:xfrm>
              <a:off x="3373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7" name="타원 11406">
              <a:extLst>
                <a:ext uri="{FF2B5EF4-FFF2-40B4-BE49-F238E27FC236}">
                  <a16:creationId xmlns:a16="http://schemas.microsoft.com/office/drawing/2014/main" id="{E3F41686-A0C7-47F6-9CF9-3F8B7E674204}"/>
                </a:ext>
              </a:extLst>
            </p:cNvPr>
            <p:cNvSpPr/>
            <p:nvPr/>
          </p:nvSpPr>
          <p:spPr>
            <a:xfrm>
              <a:off x="3526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8" name="타원 11407">
              <a:extLst>
                <a:ext uri="{FF2B5EF4-FFF2-40B4-BE49-F238E27FC236}">
                  <a16:creationId xmlns:a16="http://schemas.microsoft.com/office/drawing/2014/main" id="{C67B239B-0FBF-4D64-AF83-17A39C4DF16F}"/>
                </a:ext>
              </a:extLst>
            </p:cNvPr>
            <p:cNvSpPr/>
            <p:nvPr/>
          </p:nvSpPr>
          <p:spPr>
            <a:xfrm>
              <a:off x="36787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09" name="타원 11408">
              <a:extLst>
                <a:ext uri="{FF2B5EF4-FFF2-40B4-BE49-F238E27FC236}">
                  <a16:creationId xmlns:a16="http://schemas.microsoft.com/office/drawing/2014/main" id="{729AECDE-6516-4F8A-B683-65F3A75C5289}"/>
                </a:ext>
              </a:extLst>
            </p:cNvPr>
            <p:cNvSpPr/>
            <p:nvPr/>
          </p:nvSpPr>
          <p:spPr>
            <a:xfrm>
              <a:off x="38311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0" name="타원 11409">
              <a:extLst>
                <a:ext uri="{FF2B5EF4-FFF2-40B4-BE49-F238E27FC236}">
                  <a16:creationId xmlns:a16="http://schemas.microsoft.com/office/drawing/2014/main" id="{2F73BCD4-7136-4FF1-9D08-F8960B773B42}"/>
                </a:ext>
              </a:extLst>
            </p:cNvPr>
            <p:cNvSpPr/>
            <p:nvPr/>
          </p:nvSpPr>
          <p:spPr>
            <a:xfrm>
              <a:off x="39835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1" name="타원 11410">
              <a:extLst>
                <a:ext uri="{FF2B5EF4-FFF2-40B4-BE49-F238E27FC236}">
                  <a16:creationId xmlns:a16="http://schemas.microsoft.com/office/drawing/2014/main" id="{F2B186CE-791F-4C74-86FA-7CD33F524C9F}"/>
                </a:ext>
              </a:extLst>
            </p:cNvPr>
            <p:cNvSpPr/>
            <p:nvPr/>
          </p:nvSpPr>
          <p:spPr>
            <a:xfrm>
              <a:off x="4135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2" name="타원 11411">
              <a:extLst>
                <a:ext uri="{FF2B5EF4-FFF2-40B4-BE49-F238E27FC236}">
                  <a16:creationId xmlns:a16="http://schemas.microsoft.com/office/drawing/2014/main" id="{85526721-4295-4547-B505-6AE26CFB5534}"/>
                </a:ext>
              </a:extLst>
            </p:cNvPr>
            <p:cNvSpPr/>
            <p:nvPr/>
          </p:nvSpPr>
          <p:spPr>
            <a:xfrm>
              <a:off x="4288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3" name="타원 11412">
              <a:extLst>
                <a:ext uri="{FF2B5EF4-FFF2-40B4-BE49-F238E27FC236}">
                  <a16:creationId xmlns:a16="http://schemas.microsoft.com/office/drawing/2014/main" id="{ABD78D1D-57FA-42F3-B98F-4D6501193F72}"/>
                </a:ext>
              </a:extLst>
            </p:cNvPr>
            <p:cNvSpPr/>
            <p:nvPr/>
          </p:nvSpPr>
          <p:spPr>
            <a:xfrm>
              <a:off x="44407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4" name="타원 11413">
              <a:extLst>
                <a:ext uri="{FF2B5EF4-FFF2-40B4-BE49-F238E27FC236}">
                  <a16:creationId xmlns:a16="http://schemas.microsoft.com/office/drawing/2014/main" id="{EC59E420-351D-498F-829F-B70224203526}"/>
                </a:ext>
              </a:extLst>
            </p:cNvPr>
            <p:cNvSpPr/>
            <p:nvPr/>
          </p:nvSpPr>
          <p:spPr>
            <a:xfrm>
              <a:off x="45931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5" name="타원 11414">
              <a:extLst>
                <a:ext uri="{FF2B5EF4-FFF2-40B4-BE49-F238E27FC236}">
                  <a16:creationId xmlns:a16="http://schemas.microsoft.com/office/drawing/2014/main" id="{DADFBC0C-67D3-4C14-A9AA-321EACAD1525}"/>
                </a:ext>
              </a:extLst>
            </p:cNvPr>
            <p:cNvSpPr/>
            <p:nvPr/>
          </p:nvSpPr>
          <p:spPr>
            <a:xfrm>
              <a:off x="47455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6" name="타원 11415">
              <a:extLst>
                <a:ext uri="{FF2B5EF4-FFF2-40B4-BE49-F238E27FC236}">
                  <a16:creationId xmlns:a16="http://schemas.microsoft.com/office/drawing/2014/main" id="{6BB10CDB-3C0E-40E8-9321-7388C2616DBC}"/>
                </a:ext>
              </a:extLst>
            </p:cNvPr>
            <p:cNvSpPr/>
            <p:nvPr/>
          </p:nvSpPr>
          <p:spPr>
            <a:xfrm>
              <a:off x="4897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7" name="타원 11416">
              <a:extLst>
                <a:ext uri="{FF2B5EF4-FFF2-40B4-BE49-F238E27FC236}">
                  <a16:creationId xmlns:a16="http://schemas.microsoft.com/office/drawing/2014/main" id="{58F881A9-33A7-4FAD-9944-8E8BFFEA09BB}"/>
                </a:ext>
              </a:extLst>
            </p:cNvPr>
            <p:cNvSpPr/>
            <p:nvPr/>
          </p:nvSpPr>
          <p:spPr>
            <a:xfrm>
              <a:off x="5050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8" name="타원 11417">
              <a:extLst>
                <a:ext uri="{FF2B5EF4-FFF2-40B4-BE49-F238E27FC236}">
                  <a16:creationId xmlns:a16="http://schemas.microsoft.com/office/drawing/2014/main" id="{866B2196-A705-4CE2-98BB-2A86D174FFC7}"/>
                </a:ext>
              </a:extLst>
            </p:cNvPr>
            <p:cNvSpPr/>
            <p:nvPr/>
          </p:nvSpPr>
          <p:spPr>
            <a:xfrm>
              <a:off x="52027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19" name="타원 11418">
              <a:extLst>
                <a:ext uri="{FF2B5EF4-FFF2-40B4-BE49-F238E27FC236}">
                  <a16:creationId xmlns:a16="http://schemas.microsoft.com/office/drawing/2014/main" id="{37C90D14-0E35-480B-9452-2FE114266CD2}"/>
                </a:ext>
              </a:extLst>
            </p:cNvPr>
            <p:cNvSpPr/>
            <p:nvPr/>
          </p:nvSpPr>
          <p:spPr>
            <a:xfrm>
              <a:off x="53551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0" name="타원 11419">
              <a:extLst>
                <a:ext uri="{FF2B5EF4-FFF2-40B4-BE49-F238E27FC236}">
                  <a16:creationId xmlns:a16="http://schemas.microsoft.com/office/drawing/2014/main" id="{8797CBC2-06C7-4821-8F30-1B46FC59F11E}"/>
                </a:ext>
              </a:extLst>
            </p:cNvPr>
            <p:cNvSpPr/>
            <p:nvPr/>
          </p:nvSpPr>
          <p:spPr>
            <a:xfrm>
              <a:off x="55075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1" name="타원 11420">
              <a:extLst>
                <a:ext uri="{FF2B5EF4-FFF2-40B4-BE49-F238E27FC236}">
                  <a16:creationId xmlns:a16="http://schemas.microsoft.com/office/drawing/2014/main" id="{3AE1C29E-972C-43D3-A182-A1F8452D74E0}"/>
                </a:ext>
              </a:extLst>
            </p:cNvPr>
            <p:cNvSpPr/>
            <p:nvPr/>
          </p:nvSpPr>
          <p:spPr>
            <a:xfrm>
              <a:off x="56599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2" name="타원 11421">
              <a:extLst>
                <a:ext uri="{FF2B5EF4-FFF2-40B4-BE49-F238E27FC236}">
                  <a16:creationId xmlns:a16="http://schemas.microsoft.com/office/drawing/2014/main" id="{8D99720F-D9B7-4C70-B6B2-B0C5B58AE966}"/>
                </a:ext>
              </a:extLst>
            </p:cNvPr>
            <p:cNvSpPr/>
            <p:nvPr/>
          </p:nvSpPr>
          <p:spPr>
            <a:xfrm>
              <a:off x="5812349" y="4872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3" name="타원 11422">
              <a:extLst>
                <a:ext uri="{FF2B5EF4-FFF2-40B4-BE49-F238E27FC236}">
                  <a16:creationId xmlns:a16="http://schemas.microsoft.com/office/drawing/2014/main" id="{1DE9054A-D7B5-4F29-BC0F-F35FA36D0A84}"/>
                </a:ext>
              </a:extLst>
            </p:cNvPr>
            <p:cNvSpPr/>
            <p:nvPr/>
          </p:nvSpPr>
          <p:spPr>
            <a:xfrm>
              <a:off x="325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4" name="타원 11423">
              <a:extLst>
                <a:ext uri="{FF2B5EF4-FFF2-40B4-BE49-F238E27FC236}">
                  <a16:creationId xmlns:a16="http://schemas.microsoft.com/office/drawing/2014/main" id="{80775D97-3FCC-4E9D-992C-B7D7C4CBCF01}"/>
                </a:ext>
              </a:extLst>
            </p:cNvPr>
            <p:cNvSpPr/>
            <p:nvPr/>
          </p:nvSpPr>
          <p:spPr>
            <a:xfrm>
              <a:off x="478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5" name="타원 11424">
              <a:extLst>
                <a:ext uri="{FF2B5EF4-FFF2-40B4-BE49-F238E27FC236}">
                  <a16:creationId xmlns:a16="http://schemas.microsoft.com/office/drawing/2014/main" id="{D574DA8C-5E3F-481D-A2A9-627E0BC5D1AF}"/>
                </a:ext>
              </a:extLst>
            </p:cNvPr>
            <p:cNvSpPr/>
            <p:nvPr/>
          </p:nvSpPr>
          <p:spPr>
            <a:xfrm>
              <a:off x="6307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6" name="타원 11425">
              <a:extLst>
                <a:ext uri="{FF2B5EF4-FFF2-40B4-BE49-F238E27FC236}">
                  <a16:creationId xmlns:a16="http://schemas.microsoft.com/office/drawing/2014/main" id="{9D0359D9-0D40-4E09-8C20-7FC026411F1A}"/>
                </a:ext>
              </a:extLst>
            </p:cNvPr>
            <p:cNvSpPr/>
            <p:nvPr/>
          </p:nvSpPr>
          <p:spPr>
            <a:xfrm>
              <a:off x="7831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7" name="타원 11426">
              <a:extLst>
                <a:ext uri="{FF2B5EF4-FFF2-40B4-BE49-F238E27FC236}">
                  <a16:creationId xmlns:a16="http://schemas.microsoft.com/office/drawing/2014/main" id="{FCAEF44B-3FCC-4DC9-9394-B889FEE7368B}"/>
                </a:ext>
              </a:extLst>
            </p:cNvPr>
            <p:cNvSpPr/>
            <p:nvPr/>
          </p:nvSpPr>
          <p:spPr>
            <a:xfrm>
              <a:off x="9355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8" name="타원 11427">
              <a:extLst>
                <a:ext uri="{FF2B5EF4-FFF2-40B4-BE49-F238E27FC236}">
                  <a16:creationId xmlns:a16="http://schemas.microsoft.com/office/drawing/2014/main" id="{1409D983-A7FD-4572-8D38-91D889462320}"/>
                </a:ext>
              </a:extLst>
            </p:cNvPr>
            <p:cNvSpPr/>
            <p:nvPr/>
          </p:nvSpPr>
          <p:spPr>
            <a:xfrm>
              <a:off x="1087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29" name="타원 11428">
              <a:extLst>
                <a:ext uri="{FF2B5EF4-FFF2-40B4-BE49-F238E27FC236}">
                  <a16:creationId xmlns:a16="http://schemas.microsoft.com/office/drawing/2014/main" id="{E8AABA7D-9C86-4617-B351-E45DC2A923CF}"/>
                </a:ext>
              </a:extLst>
            </p:cNvPr>
            <p:cNvSpPr/>
            <p:nvPr/>
          </p:nvSpPr>
          <p:spPr>
            <a:xfrm>
              <a:off x="1240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0" name="타원 11429">
              <a:extLst>
                <a:ext uri="{FF2B5EF4-FFF2-40B4-BE49-F238E27FC236}">
                  <a16:creationId xmlns:a16="http://schemas.microsoft.com/office/drawing/2014/main" id="{D634A0E9-9951-4378-8402-5E7FA629F354}"/>
                </a:ext>
              </a:extLst>
            </p:cNvPr>
            <p:cNvSpPr/>
            <p:nvPr/>
          </p:nvSpPr>
          <p:spPr>
            <a:xfrm>
              <a:off x="13927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1" name="타원 11430">
              <a:extLst>
                <a:ext uri="{FF2B5EF4-FFF2-40B4-BE49-F238E27FC236}">
                  <a16:creationId xmlns:a16="http://schemas.microsoft.com/office/drawing/2014/main" id="{DBE8E24A-1A4C-444D-8B1C-1A3B0CE0D8B5}"/>
                </a:ext>
              </a:extLst>
            </p:cNvPr>
            <p:cNvSpPr/>
            <p:nvPr/>
          </p:nvSpPr>
          <p:spPr>
            <a:xfrm>
              <a:off x="15451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2" name="타원 11431">
              <a:extLst>
                <a:ext uri="{FF2B5EF4-FFF2-40B4-BE49-F238E27FC236}">
                  <a16:creationId xmlns:a16="http://schemas.microsoft.com/office/drawing/2014/main" id="{9B3DED4F-04D9-4DB8-9645-C446A4EDE8FE}"/>
                </a:ext>
              </a:extLst>
            </p:cNvPr>
            <p:cNvSpPr/>
            <p:nvPr/>
          </p:nvSpPr>
          <p:spPr>
            <a:xfrm>
              <a:off x="16975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3" name="타원 11432">
              <a:extLst>
                <a:ext uri="{FF2B5EF4-FFF2-40B4-BE49-F238E27FC236}">
                  <a16:creationId xmlns:a16="http://schemas.microsoft.com/office/drawing/2014/main" id="{727C4C82-F196-4BC5-BEA4-8E7C0A8F6B4E}"/>
                </a:ext>
              </a:extLst>
            </p:cNvPr>
            <p:cNvSpPr/>
            <p:nvPr/>
          </p:nvSpPr>
          <p:spPr>
            <a:xfrm>
              <a:off x="1849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4" name="타원 11433">
              <a:extLst>
                <a:ext uri="{FF2B5EF4-FFF2-40B4-BE49-F238E27FC236}">
                  <a16:creationId xmlns:a16="http://schemas.microsoft.com/office/drawing/2014/main" id="{DA32D5B0-D0E8-4CD8-AC75-1F6E7D382260}"/>
                </a:ext>
              </a:extLst>
            </p:cNvPr>
            <p:cNvSpPr/>
            <p:nvPr/>
          </p:nvSpPr>
          <p:spPr>
            <a:xfrm>
              <a:off x="2002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5" name="타원 11434">
              <a:extLst>
                <a:ext uri="{FF2B5EF4-FFF2-40B4-BE49-F238E27FC236}">
                  <a16:creationId xmlns:a16="http://schemas.microsoft.com/office/drawing/2014/main" id="{1A13FA18-5FC8-4BED-9D58-D70B3AC41BBF}"/>
                </a:ext>
              </a:extLst>
            </p:cNvPr>
            <p:cNvSpPr/>
            <p:nvPr/>
          </p:nvSpPr>
          <p:spPr>
            <a:xfrm>
              <a:off x="21547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6" name="타원 11435">
              <a:extLst>
                <a:ext uri="{FF2B5EF4-FFF2-40B4-BE49-F238E27FC236}">
                  <a16:creationId xmlns:a16="http://schemas.microsoft.com/office/drawing/2014/main" id="{AA593528-D612-4BCB-8AFC-438B936D02BC}"/>
                </a:ext>
              </a:extLst>
            </p:cNvPr>
            <p:cNvSpPr/>
            <p:nvPr/>
          </p:nvSpPr>
          <p:spPr>
            <a:xfrm>
              <a:off x="23071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7" name="타원 11436">
              <a:extLst>
                <a:ext uri="{FF2B5EF4-FFF2-40B4-BE49-F238E27FC236}">
                  <a16:creationId xmlns:a16="http://schemas.microsoft.com/office/drawing/2014/main" id="{7CE5111D-1730-4E53-8CB7-E632FF83CDF7}"/>
                </a:ext>
              </a:extLst>
            </p:cNvPr>
            <p:cNvSpPr/>
            <p:nvPr/>
          </p:nvSpPr>
          <p:spPr>
            <a:xfrm>
              <a:off x="24595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8" name="타원 11437">
              <a:extLst>
                <a:ext uri="{FF2B5EF4-FFF2-40B4-BE49-F238E27FC236}">
                  <a16:creationId xmlns:a16="http://schemas.microsoft.com/office/drawing/2014/main" id="{A95B0089-0ADF-4F13-8065-D0F3D13EE092}"/>
                </a:ext>
              </a:extLst>
            </p:cNvPr>
            <p:cNvSpPr/>
            <p:nvPr/>
          </p:nvSpPr>
          <p:spPr>
            <a:xfrm>
              <a:off x="2611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39" name="타원 11438">
              <a:extLst>
                <a:ext uri="{FF2B5EF4-FFF2-40B4-BE49-F238E27FC236}">
                  <a16:creationId xmlns:a16="http://schemas.microsoft.com/office/drawing/2014/main" id="{1AAA290D-9285-4C5B-A2AF-E2550EDFD5AE}"/>
                </a:ext>
              </a:extLst>
            </p:cNvPr>
            <p:cNvSpPr/>
            <p:nvPr/>
          </p:nvSpPr>
          <p:spPr>
            <a:xfrm>
              <a:off x="2764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0" name="타원 11439">
              <a:extLst>
                <a:ext uri="{FF2B5EF4-FFF2-40B4-BE49-F238E27FC236}">
                  <a16:creationId xmlns:a16="http://schemas.microsoft.com/office/drawing/2014/main" id="{36DFF1DE-FD30-450F-821F-39D1A51423A3}"/>
                </a:ext>
              </a:extLst>
            </p:cNvPr>
            <p:cNvSpPr/>
            <p:nvPr/>
          </p:nvSpPr>
          <p:spPr>
            <a:xfrm>
              <a:off x="29167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1" name="타원 11440">
              <a:extLst>
                <a:ext uri="{FF2B5EF4-FFF2-40B4-BE49-F238E27FC236}">
                  <a16:creationId xmlns:a16="http://schemas.microsoft.com/office/drawing/2014/main" id="{5F353AB3-79C8-408F-B678-DA711ED89857}"/>
                </a:ext>
              </a:extLst>
            </p:cNvPr>
            <p:cNvSpPr/>
            <p:nvPr/>
          </p:nvSpPr>
          <p:spPr>
            <a:xfrm>
              <a:off x="30691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2" name="타원 11441">
              <a:extLst>
                <a:ext uri="{FF2B5EF4-FFF2-40B4-BE49-F238E27FC236}">
                  <a16:creationId xmlns:a16="http://schemas.microsoft.com/office/drawing/2014/main" id="{D348494E-2489-4D18-A469-6EEF786F51FD}"/>
                </a:ext>
              </a:extLst>
            </p:cNvPr>
            <p:cNvSpPr/>
            <p:nvPr/>
          </p:nvSpPr>
          <p:spPr>
            <a:xfrm>
              <a:off x="32215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3" name="타원 11442">
              <a:extLst>
                <a:ext uri="{FF2B5EF4-FFF2-40B4-BE49-F238E27FC236}">
                  <a16:creationId xmlns:a16="http://schemas.microsoft.com/office/drawing/2014/main" id="{32694F58-5BD0-4E05-B208-57BEF41E99BE}"/>
                </a:ext>
              </a:extLst>
            </p:cNvPr>
            <p:cNvSpPr/>
            <p:nvPr/>
          </p:nvSpPr>
          <p:spPr>
            <a:xfrm>
              <a:off x="3373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4" name="타원 11443">
              <a:extLst>
                <a:ext uri="{FF2B5EF4-FFF2-40B4-BE49-F238E27FC236}">
                  <a16:creationId xmlns:a16="http://schemas.microsoft.com/office/drawing/2014/main" id="{BBCEF422-0739-4E69-B4AD-786AA9B5EFB8}"/>
                </a:ext>
              </a:extLst>
            </p:cNvPr>
            <p:cNvSpPr/>
            <p:nvPr/>
          </p:nvSpPr>
          <p:spPr>
            <a:xfrm>
              <a:off x="3526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5" name="타원 11444">
              <a:extLst>
                <a:ext uri="{FF2B5EF4-FFF2-40B4-BE49-F238E27FC236}">
                  <a16:creationId xmlns:a16="http://schemas.microsoft.com/office/drawing/2014/main" id="{8634DD74-ACCC-46A3-9DBF-2AB3E15511DE}"/>
                </a:ext>
              </a:extLst>
            </p:cNvPr>
            <p:cNvSpPr/>
            <p:nvPr/>
          </p:nvSpPr>
          <p:spPr>
            <a:xfrm>
              <a:off x="36787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6" name="타원 11445">
              <a:extLst>
                <a:ext uri="{FF2B5EF4-FFF2-40B4-BE49-F238E27FC236}">
                  <a16:creationId xmlns:a16="http://schemas.microsoft.com/office/drawing/2014/main" id="{14D75207-1D23-4185-BEEA-7FDBBEDE364C}"/>
                </a:ext>
              </a:extLst>
            </p:cNvPr>
            <p:cNvSpPr/>
            <p:nvPr/>
          </p:nvSpPr>
          <p:spPr>
            <a:xfrm>
              <a:off x="38311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7" name="타원 11446">
              <a:extLst>
                <a:ext uri="{FF2B5EF4-FFF2-40B4-BE49-F238E27FC236}">
                  <a16:creationId xmlns:a16="http://schemas.microsoft.com/office/drawing/2014/main" id="{68C6352D-A7CB-4F1A-ADEB-2D0090651A3B}"/>
                </a:ext>
              </a:extLst>
            </p:cNvPr>
            <p:cNvSpPr/>
            <p:nvPr/>
          </p:nvSpPr>
          <p:spPr>
            <a:xfrm>
              <a:off x="39835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8" name="타원 11447">
              <a:extLst>
                <a:ext uri="{FF2B5EF4-FFF2-40B4-BE49-F238E27FC236}">
                  <a16:creationId xmlns:a16="http://schemas.microsoft.com/office/drawing/2014/main" id="{03456E73-1D35-4E36-B17A-C3FB6E3725B3}"/>
                </a:ext>
              </a:extLst>
            </p:cNvPr>
            <p:cNvSpPr/>
            <p:nvPr/>
          </p:nvSpPr>
          <p:spPr>
            <a:xfrm>
              <a:off x="4135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49" name="타원 11448">
              <a:extLst>
                <a:ext uri="{FF2B5EF4-FFF2-40B4-BE49-F238E27FC236}">
                  <a16:creationId xmlns:a16="http://schemas.microsoft.com/office/drawing/2014/main" id="{F839F6EE-4B6E-4854-9AF1-98FCEF911BDE}"/>
                </a:ext>
              </a:extLst>
            </p:cNvPr>
            <p:cNvSpPr/>
            <p:nvPr/>
          </p:nvSpPr>
          <p:spPr>
            <a:xfrm>
              <a:off x="4288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0" name="타원 11449">
              <a:extLst>
                <a:ext uri="{FF2B5EF4-FFF2-40B4-BE49-F238E27FC236}">
                  <a16:creationId xmlns:a16="http://schemas.microsoft.com/office/drawing/2014/main" id="{2AFFA610-71B3-4C7E-BB33-33E452F73655}"/>
                </a:ext>
              </a:extLst>
            </p:cNvPr>
            <p:cNvSpPr/>
            <p:nvPr/>
          </p:nvSpPr>
          <p:spPr>
            <a:xfrm>
              <a:off x="44407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1" name="타원 11450">
              <a:extLst>
                <a:ext uri="{FF2B5EF4-FFF2-40B4-BE49-F238E27FC236}">
                  <a16:creationId xmlns:a16="http://schemas.microsoft.com/office/drawing/2014/main" id="{39A11A75-8F91-4C94-AED2-1B6DB2999E77}"/>
                </a:ext>
              </a:extLst>
            </p:cNvPr>
            <p:cNvSpPr/>
            <p:nvPr/>
          </p:nvSpPr>
          <p:spPr>
            <a:xfrm>
              <a:off x="45931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2" name="타원 11451">
              <a:extLst>
                <a:ext uri="{FF2B5EF4-FFF2-40B4-BE49-F238E27FC236}">
                  <a16:creationId xmlns:a16="http://schemas.microsoft.com/office/drawing/2014/main" id="{3EF7D1CB-EF5E-4A60-8AAC-BC7BDEEAA9A6}"/>
                </a:ext>
              </a:extLst>
            </p:cNvPr>
            <p:cNvSpPr/>
            <p:nvPr/>
          </p:nvSpPr>
          <p:spPr>
            <a:xfrm>
              <a:off x="47455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3" name="타원 11452">
              <a:extLst>
                <a:ext uri="{FF2B5EF4-FFF2-40B4-BE49-F238E27FC236}">
                  <a16:creationId xmlns:a16="http://schemas.microsoft.com/office/drawing/2014/main" id="{4662D4DF-B37A-4962-9FA9-664374749F65}"/>
                </a:ext>
              </a:extLst>
            </p:cNvPr>
            <p:cNvSpPr/>
            <p:nvPr/>
          </p:nvSpPr>
          <p:spPr>
            <a:xfrm>
              <a:off x="4897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4" name="타원 11453">
              <a:extLst>
                <a:ext uri="{FF2B5EF4-FFF2-40B4-BE49-F238E27FC236}">
                  <a16:creationId xmlns:a16="http://schemas.microsoft.com/office/drawing/2014/main" id="{CD8CDC29-0D49-4AFC-8F66-118F34AAFB93}"/>
                </a:ext>
              </a:extLst>
            </p:cNvPr>
            <p:cNvSpPr/>
            <p:nvPr/>
          </p:nvSpPr>
          <p:spPr>
            <a:xfrm>
              <a:off x="5050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5" name="타원 11454">
              <a:extLst>
                <a:ext uri="{FF2B5EF4-FFF2-40B4-BE49-F238E27FC236}">
                  <a16:creationId xmlns:a16="http://schemas.microsoft.com/office/drawing/2014/main" id="{6F621444-1D0D-43C9-B8CC-660614EE2E66}"/>
                </a:ext>
              </a:extLst>
            </p:cNvPr>
            <p:cNvSpPr/>
            <p:nvPr/>
          </p:nvSpPr>
          <p:spPr>
            <a:xfrm>
              <a:off x="52027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6" name="타원 11455">
              <a:extLst>
                <a:ext uri="{FF2B5EF4-FFF2-40B4-BE49-F238E27FC236}">
                  <a16:creationId xmlns:a16="http://schemas.microsoft.com/office/drawing/2014/main" id="{8A179266-891F-4DC9-8413-465FA473B4DB}"/>
                </a:ext>
              </a:extLst>
            </p:cNvPr>
            <p:cNvSpPr/>
            <p:nvPr/>
          </p:nvSpPr>
          <p:spPr>
            <a:xfrm>
              <a:off x="53551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7" name="타원 11456">
              <a:extLst>
                <a:ext uri="{FF2B5EF4-FFF2-40B4-BE49-F238E27FC236}">
                  <a16:creationId xmlns:a16="http://schemas.microsoft.com/office/drawing/2014/main" id="{48EAC77E-2E5B-43BF-A121-32350B75DBEB}"/>
                </a:ext>
              </a:extLst>
            </p:cNvPr>
            <p:cNvSpPr/>
            <p:nvPr/>
          </p:nvSpPr>
          <p:spPr>
            <a:xfrm>
              <a:off x="55075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8" name="타원 11457">
              <a:extLst>
                <a:ext uri="{FF2B5EF4-FFF2-40B4-BE49-F238E27FC236}">
                  <a16:creationId xmlns:a16="http://schemas.microsoft.com/office/drawing/2014/main" id="{4CCB8557-8855-4F8D-B71A-3B44138AAAA5}"/>
                </a:ext>
              </a:extLst>
            </p:cNvPr>
            <p:cNvSpPr/>
            <p:nvPr/>
          </p:nvSpPr>
          <p:spPr>
            <a:xfrm>
              <a:off x="56599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9" name="타원 11458">
              <a:extLst>
                <a:ext uri="{FF2B5EF4-FFF2-40B4-BE49-F238E27FC236}">
                  <a16:creationId xmlns:a16="http://schemas.microsoft.com/office/drawing/2014/main" id="{0F28E9F8-E636-4E3A-841B-CF09E8010B48}"/>
                </a:ext>
              </a:extLst>
            </p:cNvPr>
            <p:cNvSpPr/>
            <p:nvPr/>
          </p:nvSpPr>
          <p:spPr>
            <a:xfrm>
              <a:off x="5812349" y="5025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0" name="타원 11459">
              <a:extLst>
                <a:ext uri="{FF2B5EF4-FFF2-40B4-BE49-F238E27FC236}">
                  <a16:creationId xmlns:a16="http://schemas.microsoft.com/office/drawing/2014/main" id="{525B5429-4325-43DF-8D46-030624013583}"/>
                </a:ext>
              </a:extLst>
            </p:cNvPr>
            <p:cNvSpPr/>
            <p:nvPr/>
          </p:nvSpPr>
          <p:spPr>
            <a:xfrm>
              <a:off x="325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1" name="타원 11460">
              <a:extLst>
                <a:ext uri="{FF2B5EF4-FFF2-40B4-BE49-F238E27FC236}">
                  <a16:creationId xmlns:a16="http://schemas.microsoft.com/office/drawing/2014/main" id="{E52135F8-34E9-41FE-BCEB-C6463D73A47D}"/>
                </a:ext>
              </a:extLst>
            </p:cNvPr>
            <p:cNvSpPr/>
            <p:nvPr/>
          </p:nvSpPr>
          <p:spPr>
            <a:xfrm>
              <a:off x="478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2" name="타원 11461">
              <a:extLst>
                <a:ext uri="{FF2B5EF4-FFF2-40B4-BE49-F238E27FC236}">
                  <a16:creationId xmlns:a16="http://schemas.microsoft.com/office/drawing/2014/main" id="{E33441B5-FBB0-4089-9FB0-8F9315661E0F}"/>
                </a:ext>
              </a:extLst>
            </p:cNvPr>
            <p:cNvSpPr/>
            <p:nvPr/>
          </p:nvSpPr>
          <p:spPr>
            <a:xfrm>
              <a:off x="6307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3" name="타원 11462">
              <a:extLst>
                <a:ext uri="{FF2B5EF4-FFF2-40B4-BE49-F238E27FC236}">
                  <a16:creationId xmlns:a16="http://schemas.microsoft.com/office/drawing/2014/main" id="{6664EA69-7AF5-45DE-BE8A-18BE55C0C389}"/>
                </a:ext>
              </a:extLst>
            </p:cNvPr>
            <p:cNvSpPr/>
            <p:nvPr/>
          </p:nvSpPr>
          <p:spPr>
            <a:xfrm>
              <a:off x="7831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4" name="타원 11463">
              <a:extLst>
                <a:ext uri="{FF2B5EF4-FFF2-40B4-BE49-F238E27FC236}">
                  <a16:creationId xmlns:a16="http://schemas.microsoft.com/office/drawing/2014/main" id="{485FF537-B265-4D2D-8875-32012FFC8611}"/>
                </a:ext>
              </a:extLst>
            </p:cNvPr>
            <p:cNvSpPr/>
            <p:nvPr/>
          </p:nvSpPr>
          <p:spPr>
            <a:xfrm>
              <a:off x="9355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5" name="타원 11464">
              <a:extLst>
                <a:ext uri="{FF2B5EF4-FFF2-40B4-BE49-F238E27FC236}">
                  <a16:creationId xmlns:a16="http://schemas.microsoft.com/office/drawing/2014/main" id="{32CF9952-DE0C-4630-BB2F-516FEC1D09BB}"/>
                </a:ext>
              </a:extLst>
            </p:cNvPr>
            <p:cNvSpPr/>
            <p:nvPr/>
          </p:nvSpPr>
          <p:spPr>
            <a:xfrm>
              <a:off x="1087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6" name="타원 11465">
              <a:extLst>
                <a:ext uri="{FF2B5EF4-FFF2-40B4-BE49-F238E27FC236}">
                  <a16:creationId xmlns:a16="http://schemas.microsoft.com/office/drawing/2014/main" id="{EAFE7547-226E-46A5-B8FF-3BD3691A5063}"/>
                </a:ext>
              </a:extLst>
            </p:cNvPr>
            <p:cNvSpPr/>
            <p:nvPr/>
          </p:nvSpPr>
          <p:spPr>
            <a:xfrm>
              <a:off x="1240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7" name="타원 11466">
              <a:extLst>
                <a:ext uri="{FF2B5EF4-FFF2-40B4-BE49-F238E27FC236}">
                  <a16:creationId xmlns:a16="http://schemas.microsoft.com/office/drawing/2014/main" id="{FA5AD329-B4F1-470D-85F3-C0D582D8DD6C}"/>
                </a:ext>
              </a:extLst>
            </p:cNvPr>
            <p:cNvSpPr/>
            <p:nvPr/>
          </p:nvSpPr>
          <p:spPr>
            <a:xfrm>
              <a:off x="13927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8" name="타원 11467">
              <a:extLst>
                <a:ext uri="{FF2B5EF4-FFF2-40B4-BE49-F238E27FC236}">
                  <a16:creationId xmlns:a16="http://schemas.microsoft.com/office/drawing/2014/main" id="{227D3183-9B9A-44E0-8F4A-927AD62EAA1A}"/>
                </a:ext>
              </a:extLst>
            </p:cNvPr>
            <p:cNvSpPr/>
            <p:nvPr/>
          </p:nvSpPr>
          <p:spPr>
            <a:xfrm>
              <a:off x="15451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69" name="타원 11468">
              <a:extLst>
                <a:ext uri="{FF2B5EF4-FFF2-40B4-BE49-F238E27FC236}">
                  <a16:creationId xmlns:a16="http://schemas.microsoft.com/office/drawing/2014/main" id="{4516D9D8-ED01-4AEE-B166-525E1F31CCE5}"/>
                </a:ext>
              </a:extLst>
            </p:cNvPr>
            <p:cNvSpPr/>
            <p:nvPr/>
          </p:nvSpPr>
          <p:spPr>
            <a:xfrm>
              <a:off x="16975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0" name="타원 11469">
              <a:extLst>
                <a:ext uri="{FF2B5EF4-FFF2-40B4-BE49-F238E27FC236}">
                  <a16:creationId xmlns:a16="http://schemas.microsoft.com/office/drawing/2014/main" id="{6788560B-FA4D-4840-AFD0-AE97CB8744EE}"/>
                </a:ext>
              </a:extLst>
            </p:cNvPr>
            <p:cNvSpPr/>
            <p:nvPr/>
          </p:nvSpPr>
          <p:spPr>
            <a:xfrm>
              <a:off x="1849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1" name="타원 11470">
              <a:extLst>
                <a:ext uri="{FF2B5EF4-FFF2-40B4-BE49-F238E27FC236}">
                  <a16:creationId xmlns:a16="http://schemas.microsoft.com/office/drawing/2014/main" id="{D1067CDC-4A4E-45D1-8AE8-11E5DC9799D7}"/>
                </a:ext>
              </a:extLst>
            </p:cNvPr>
            <p:cNvSpPr/>
            <p:nvPr/>
          </p:nvSpPr>
          <p:spPr>
            <a:xfrm>
              <a:off x="2002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2" name="타원 11471">
              <a:extLst>
                <a:ext uri="{FF2B5EF4-FFF2-40B4-BE49-F238E27FC236}">
                  <a16:creationId xmlns:a16="http://schemas.microsoft.com/office/drawing/2014/main" id="{367BAE42-54B3-4592-9812-08DA901045BB}"/>
                </a:ext>
              </a:extLst>
            </p:cNvPr>
            <p:cNvSpPr/>
            <p:nvPr/>
          </p:nvSpPr>
          <p:spPr>
            <a:xfrm>
              <a:off x="21547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3" name="타원 11472">
              <a:extLst>
                <a:ext uri="{FF2B5EF4-FFF2-40B4-BE49-F238E27FC236}">
                  <a16:creationId xmlns:a16="http://schemas.microsoft.com/office/drawing/2014/main" id="{451BEE37-555F-4128-918D-4D4ECE10AF9D}"/>
                </a:ext>
              </a:extLst>
            </p:cNvPr>
            <p:cNvSpPr/>
            <p:nvPr/>
          </p:nvSpPr>
          <p:spPr>
            <a:xfrm>
              <a:off x="23071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4" name="타원 11473">
              <a:extLst>
                <a:ext uri="{FF2B5EF4-FFF2-40B4-BE49-F238E27FC236}">
                  <a16:creationId xmlns:a16="http://schemas.microsoft.com/office/drawing/2014/main" id="{3FF27307-259F-4860-939C-45546D0B01B8}"/>
                </a:ext>
              </a:extLst>
            </p:cNvPr>
            <p:cNvSpPr/>
            <p:nvPr/>
          </p:nvSpPr>
          <p:spPr>
            <a:xfrm>
              <a:off x="24595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5" name="타원 11474">
              <a:extLst>
                <a:ext uri="{FF2B5EF4-FFF2-40B4-BE49-F238E27FC236}">
                  <a16:creationId xmlns:a16="http://schemas.microsoft.com/office/drawing/2014/main" id="{E125C522-9709-483D-B0AF-F5D5A5060767}"/>
                </a:ext>
              </a:extLst>
            </p:cNvPr>
            <p:cNvSpPr/>
            <p:nvPr/>
          </p:nvSpPr>
          <p:spPr>
            <a:xfrm>
              <a:off x="2611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6" name="타원 11475">
              <a:extLst>
                <a:ext uri="{FF2B5EF4-FFF2-40B4-BE49-F238E27FC236}">
                  <a16:creationId xmlns:a16="http://schemas.microsoft.com/office/drawing/2014/main" id="{EB7C62C0-4618-4854-9A71-1A43F25C7CBF}"/>
                </a:ext>
              </a:extLst>
            </p:cNvPr>
            <p:cNvSpPr/>
            <p:nvPr/>
          </p:nvSpPr>
          <p:spPr>
            <a:xfrm>
              <a:off x="2764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7" name="타원 11476">
              <a:extLst>
                <a:ext uri="{FF2B5EF4-FFF2-40B4-BE49-F238E27FC236}">
                  <a16:creationId xmlns:a16="http://schemas.microsoft.com/office/drawing/2014/main" id="{3BD235DD-A1D2-442A-A894-07FBC6CB36A8}"/>
                </a:ext>
              </a:extLst>
            </p:cNvPr>
            <p:cNvSpPr/>
            <p:nvPr/>
          </p:nvSpPr>
          <p:spPr>
            <a:xfrm>
              <a:off x="29167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8" name="타원 11477">
              <a:extLst>
                <a:ext uri="{FF2B5EF4-FFF2-40B4-BE49-F238E27FC236}">
                  <a16:creationId xmlns:a16="http://schemas.microsoft.com/office/drawing/2014/main" id="{D4375FDD-A300-4BEF-879F-36A0985E0F29}"/>
                </a:ext>
              </a:extLst>
            </p:cNvPr>
            <p:cNvSpPr/>
            <p:nvPr/>
          </p:nvSpPr>
          <p:spPr>
            <a:xfrm>
              <a:off x="30691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79" name="타원 11478">
              <a:extLst>
                <a:ext uri="{FF2B5EF4-FFF2-40B4-BE49-F238E27FC236}">
                  <a16:creationId xmlns:a16="http://schemas.microsoft.com/office/drawing/2014/main" id="{042B3F7E-0CB9-4C92-AF7C-AD481C53C21E}"/>
                </a:ext>
              </a:extLst>
            </p:cNvPr>
            <p:cNvSpPr/>
            <p:nvPr/>
          </p:nvSpPr>
          <p:spPr>
            <a:xfrm>
              <a:off x="32215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0" name="타원 11479">
              <a:extLst>
                <a:ext uri="{FF2B5EF4-FFF2-40B4-BE49-F238E27FC236}">
                  <a16:creationId xmlns:a16="http://schemas.microsoft.com/office/drawing/2014/main" id="{0094D855-2584-49AE-B4FF-52FA54F49C57}"/>
                </a:ext>
              </a:extLst>
            </p:cNvPr>
            <p:cNvSpPr/>
            <p:nvPr/>
          </p:nvSpPr>
          <p:spPr>
            <a:xfrm>
              <a:off x="3373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1" name="타원 11480">
              <a:extLst>
                <a:ext uri="{FF2B5EF4-FFF2-40B4-BE49-F238E27FC236}">
                  <a16:creationId xmlns:a16="http://schemas.microsoft.com/office/drawing/2014/main" id="{00D99C6B-F5FE-45A7-85F3-FFA3C9EE7125}"/>
                </a:ext>
              </a:extLst>
            </p:cNvPr>
            <p:cNvSpPr/>
            <p:nvPr/>
          </p:nvSpPr>
          <p:spPr>
            <a:xfrm>
              <a:off x="3526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2" name="타원 11481">
              <a:extLst>
                <a:ext uri="{FF2B5EF4-FFF2-40B4-BE49-F238E27FC236}">
                  <a16:creationId xmlns:a16="http://schemas.microsoft.com/office/drawing/2014/main" id="{5B845B14-4DE9-495A-918E-92B769AA206F}"/>
                </a:ext>
              </a:extLst>
            </p:cNvPr>
            <p:cNvSpPr/>
            <p:nvPr/>
          </p:nvSpPr>
          <p:spPr>
            <a:xfrm>
              <a:off x="36787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3" name="타원 11482">
              <a:extLst>
                <a:ext uri="{FF2B5EF4-FFF2-40B4-BE49-F238E27FC236}">
                  <a16:creationId xmlns:a16="http://schemas.microsoft.com/office/drawing/2014/main" id="{6B3BA31C-E60D-49C9-BD30-5DC79356B51B}"/>
                </a:ext>
              </a:extLst>
            </p:cNvPr>
            <p:cNvSpPr/>
            <p:nvPr/>
          </p:nvSpPr>
          <p:spPr>
            <a:xfrm>
              <a:off x="38311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4" name="타원 11483">
              <a:extLst>
                <a:ext uri="{FF2B5EF4-FFF2-40B4-BE49-F238E27FC236}">
                  <a16:creationId xmlns:a16="http://schemas.microsoft.com/office/drawing/2014/main" id="{F2B50D4D-36D4-427F-BE00-82F959C86D18}"/>
                </a:ext>
              </a:extLst>
            </p:cNvPr>
            <p:cNvSpPr/>
            <p:nvPr/>
          </p:nvSpPr>
          <p:spPr>
            <a:xfrm>
              <a:off x="39835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5" name="타원 11484">
              <a:extLst>
                <a:ext uri="{FF2B5EF4-FFF2-40B4-BE49-F238E27FC236}">
                  <a16:creationId xmlns:a16="http://schemas.microsoft.com/office/drawing/2014/main" id="{67358138-095B-4E47-8F47-9BA9C6872BBE}"/>
                </a:ext>
              </a:extLst>
            </p:cNvPr>
            <p:cNvSpPr/>
            <p:nvPr/>
          </p:nvSpPr>
          <p:spPr>
            <a:xfrm>
              <a:off x="4135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6" name="타원 11485">
              <a:extLst>
                <a:ext uri="{FF2B5EF4-FFF2-40B4-BE49-F238E27FC236}">
                  <a16:creationId xmlns:a16="http://schemas.microsoft.com/office/drawing/2014/main" id="{393E1164-253C-4C9A-A57A-43F841899765}"/>
                </a:ext>
              </a:extLst>
            </p:cNvPr>
            <p:cNvSpPr/>
            <p:nvPr/>
          </p:nvSpPr>
          <p:spPr>
            <a:xfrm>
              <a:off x="4288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7" name="타원 11486">
              <a:extLst>
                <a:ext uri="{FF2B5EF4-FFF2-40B4-BE49-F238E27FC236}">
                  <a16:creationId xmlns:a16="http://schemas.microsoft.com/office/drawing/2014/main" id="{96DE3582-944D-4FC5-8559-C0868CC28175}"/>
                </a:ext>
              </a:extLst>
            </p:cNvPr>
            <p:cNvSpPr/>
            <p:nvPr/>
          </p:nvSpPr>
          <p:spPr>
            <a:xfrm>
              <a:off x="44407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8" name="타원 11487">
              <a:extLst>
                <a:ext uri="{FF2B5EF4-FFF2-40B4-BE49-F238E27FC236}">
                  <a16:creationId xmlns:a16="http://schemas.microsoft.com/office/drawing/2014/main" id="{259473BE-A462-4530-9A79-92A02C4A4536}"/>
                </a:ext>
              </a:extLst>
            </p:cNvPr>
            <p:cNvSpPr/>
            <p:nvPr/>
          </p:nvSpPr>
          <p:spPr>
            <a:xfrm>
              <a:off x="45931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89" name="타원 11488">
              <a:extLst>
                <a:ext uri="{FF2B5EF4-FFF2-40B4-BE49-F238E27FC236}">
                  <a16:creationId xmlns:a16="http://schemas.microsoft.com/office/drawing/2014/main" id="{94C0E081-29DB-4404-8D5B-EEE666F41351}"/>
                </a:ext>
              </a:extLst>
            </p:cNvPr>
            <p:cNvSpPr/>
            <p:nvPr/>
          </p:nvSpPr>
          <p:spPr>
            <a:xfrm>
              <a:off x="47455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0" name="타원 11489">
              <a:extLst>
                <a:ext uri="{FF2B5EF4-FFF2-40B4-BE49-F238E27FC236}">
                  <a16:creationId xmlns:a16="http://schemas.microsoft.com/office/drawing/2014/main" id="{E14E9494-5975-42D3-8A3B-20A2B7C6CAE8}"/>
                </a:ext>
              </a:extLst>
            </p:cNvPr>
            <p:cNvSpPr/>
            <p:nvPr/>
          </p:nvSpPr>
          <p:spPr>
            <a:xfrm>
              <a:off x="4897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1" name="타원 11490">
              <a:extLst>
                <a:ext uri="{FF2B5EF4-FFF2-40B4-BE49-F238E27FC236}">
                  <a16:creationId xmlns:a16="http://schemas.microsoft.com/office/drawing/2014/main" id="{A971C9C0-2A1D-4A6A-B325-4AD927E7CDCB}"/>
                </a:ext>
              </a:extLst>
            </p:cNvPr>
            <p:cNvSpPr/>
            <p:nvPr/>
          </p:nvSpPr>
          <p:spPr>
            <a:xfrm>
              <a:off x="5050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2" name="타원 11491">
              <a:extLst>
                <a:ext uri="{FF2B5EF4-FFF2-40B4-BE49-F238E27FC236}">
                  <a16:creationId xmlns:a16="http://schemas.microsoft.com/office/drawing/2014/main" id="{02480B72-D6B3-4396-AF2F-6CCB01C2F051}"/>
                </a:ext>
              </a:extLst>
            </p:cNvPr>
            <p:cNvSpPr/>
            <p:nvPr/>
          </p:nvSpPr>
          <p:spPr>
            <a:xfrm>
              <a:off x="52027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3" name="타원 11492">
              <a:extLst>
                <a:ext uri="{FF2B5EF4-FFF2-40B4-BE49-F238E27FC236}">
                  <a16:creationId xmlns:a16="http://schemas.microsoft.com/office/drawing/2014/main" id="{CD1152CE-CA29-450F-A8BF-CBAB3EB6B4C5}"/>
                </a:ext>
              </a:extLst>
            </p:cNvPr>
            <p:cNvSpPr/>
            <p:nvPr/>
          </p:nvSpPr>
          <p:spPr>
            <a:xfrm>
              <a:off x="53551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4" name="타원 11493">
              <a:extLst>
                <a:ext uri="{FF2B5EF4-FFF2-40B4-BE49-F238E27FC236}">
                  <a16:creationId xmlns:a16="http://schemas.microsoft.com/office/drawing/2014/main" id="{8DFB0AFD-9498-44CA-B9C6-1FD6D1811394}"/>
                </a:ext>
              </a:extLst>
            </p:cNvPr>
            <p:cNvSpPr/>
            <p:nvPr/>
          </p:nvSpPr>
          <p:spPr>
            <a:xfrm>
              <a:off x="55075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5" name="타원 11494">
              <a:extLst>
                <a:ext uri="{FF2B5EF4-FFF2-40B4-BE49-F238E27FC236}">
                  <a16:creationId xmlns:a16="http://schemas.microsoft.com/office/drawing/2014/main" id="{B9036CF2-3556-410A-A76F-37C928F4EFCE}"/>
                </a:ext>
              </a:extLst>
            </p:cNvPr>
            <p:cNvSpPr/>
            <p:nvPr/>
          </p:nvSpPr>
          <p:spPr>
            <a:xfrm>
              <a:off x="56599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6" name="타원 11495">
              <a:extLst>
                <a:ext uri="{FF2B5EF4-FFF2-40B4-BE49-F238E27FC236}">
                  <a16:creationId xmlns:a16="http://schemas.microsoft.com/office/drawing/2014/main" id="{510A7F8B-9EAC-4E6B-8BAC-CED0107C86F4}"/>
                </a:ext>
              </a:extLst>
            </p:cNvPr>
            <p:cNvSpPr/>
            <p:nvPr/>
          </p:nvSpPr>
          <p:spPr>
            <a:xfrm>
              <a:off x="5812349" y="5177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7" name="타원 11496">
              <a:extLst>
                <a:ext uri="{FF2B5EF4-FFF2-40B4-BE49-F238E27FC236}">
                  <a16:creationId xmlns:a16="http://schemas.microsoft.com/office/drawing/2014/main" id="{DA3089EE-3D5F-4889-AFAA-63EB760661A6}"/>
                </a:ext>
              </a:extLst>
            </p:cNvPr>
            <p:cNvSpPr/>
            <p:nvPr/>
          </p:nvSpPr>
          <p:spPr>
            <a:xfrm>
              <a:off x="325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8" name="타원 11497">
              <a:extLst>
                <a:ext uri="{FF2B5EF4-FFF2-40B4-BE49-F238E27FC236}">
                  <a16:creationId xmlns:a16="http://schemas.microsoft.com/office/drawing/2014/main" id="{9569F007-9980-4F67-AC25-3541934C242E}"/>
                </a:ext>
              </a:extLst>
            </p:cNvPr>
            <p:cNvSpPr/>
            <p:nvPr/>
          </p:nvSpPr>
          <p:spPr>
            <a:xfrm>
              <a:off x="478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99" name="타원 11498">
              <a:extLst>
                <a:ext uri="{FF2B5EF4-FFF2-40B4-BE49-F238E27FC236}">
                  <a16:creationId xmlns:a16="http://schemas.microsoft.com/office/drawing/2014/main" id="{74F4B866-5E09-497A-8325-4426226F2DCA}"/>
                </a:ext>
              </a:extLst>
            </p:cNvPr>
            <p:cNvSpPr/>
            <p:nvPr/>
          </p:nvSpPr>
          <p:spPr>
            <a:xfrm>
              <a:off x="6307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0" name="타원 11499">
              <a:extLst>
                <a:ext uri="{FF2B5EF4-FFF2-40B4-BE49-F238E27FC236}">
                  <a16:creationId xmlns:a16="http://schemas.microsoft.com/office/drawing/2014/main" id="{CDA69C45-438A-4F1B-A2E8-4BF675835A05}"/>
                </a:ext>
              </a:extLst>
            </p:cNvPr>
            <p:cNvSpPr/>
            <p:nvPr/>
          </p:nvSpPr>
          <p:spPr>
            <a:xfrm>
              <a:off x="7831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1" name="타원 11500">
              <a:extLst>
                <a:ext uri="{FF2B5EF4-FFF2-40B4-BE49-F238E27FC236}">
                  <a16:creationId xmlns:a16="http://schemas.microsoft.com/office/drawing/2014/main" id="{48F6E1CA-F038-4AC2-A274-BBDC7C118FD2}"/>
                </a:ext>
              </a:extLst>
            </p:cNvPr>
            <p:cNvSpPr/>
            <p:nvPr/>
          </p:nvSpPr>
          <p:spPr>
            <a:xfrm>
              <a:off x="9355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2" name="타원 11501">
              <a:extLst>
                <a:ext uri="{FF2B5EF4-FFF2-40B4-BE49-F238E27FC236}">
                  <a16:creationId xmlns:a16="http://schemas.microsoft.com/office/drawing/2014/main" id="{C06A181D-FE7D-4D5A-BAC7-389C434A1729}"/>
                </a:ext>
              </a:extLst>
            </p:cNvPr>
            <p:cNvSpPr/>
            <p:nvPr/>
          </p:nvSpPr>
          <p:spPr>
            <a:xfrm>
              <a:off x="1087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3" name="타원 11502">
              <a:extLst>
                <a:ext uri="{FF2B5EF4-FFF2-40B4-BE49-F238E27FC236}">
                  <a16:creationId xmlns:a16="http://schemas.microsoft.com/office/drawing/2014/main" id="{A0BCC9BD-6859-432C-B028-E91D6CEA185A}"/>
                </a:ext>
              </a:extLst>
            </p:cNvPr>
            <p:cNvSpPr/>
            <p:nvPr/>
          </p:nvSpPr>
          <p:spPr>
            <a:xfrm>
              <a:off x="1240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4" name="타원 11503">
              <a:extLst>
                <a:ext uri="{FF2B5EF4-FFF2-40B4-BE49-F238E27FC236}">
                  <a16:creationId xmlns:a16="http://schemas.microsoft.com/office/drawing/2014/main" id="{C4827747-EAA7-4077-9C39-7A53F22BFFB9}"/>
                </a:ext>
              </a:extLst>
            </p:cNvPr>
            <p:cNvSpPr/>
            <p:nvPr/>
          </p:nvSpPr>
          <p:spPr>
            <a:xfrm>
              <a:off x="13927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5" name="타원 11504">
              <a:extLst>
                <a:ext uri="{FF2B5EF4-FFF2-40B4-BE49-F238E27FC236}">
                  <a16:creationId xmlns:a16="http://schemas.microsoft.com/office/drawing/2014/main" id="{FAE502E2-0E2A-4B99-885A-647E36F45AE2}"/>
                </a:ext>
              </a:extLst>
            </p:cNvPr>
            <p:cNvSpPr/>
            <p:nvPr/>
          </p:nvSpPr>
          <p:spPr>
            <a:xfrm>
              <a:off x="15451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6" name="타원 11505">
              <a:extLst>
                <a:ext uri="{FF2B5EF4-FFF2-40B4-BE49-F238E27FC236}">
                  <a16:creationId xmlns:a16="http://schemas.microsoft.com/office/drawing/2014/main" id="{799087D1-C625-4821-A3BC-499E9FB4DE15}"/>
                </a:ext>
              </a:extLst>
            </p:cNvPr>
            <p:cNvSpPr/>
            <p:nvPr/>
          </p:nvSpPr>
          <p:spPr>
            <a:xfrm>
              <a:off x="16975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7" name="타원 11506">
              <a:extLst>
                <a:ext uri="{FF2B5EF4-FFF2-40B4-BE49-F238E27FC236}">
                  <a16:creationId xmlns:a16="http://schemas.microsoft.com/office/drawing/2014/main" id="{D5511864-4940-46FF-A188-7A4FDC8E4313}"/>
                </a:ext>
              </a:extLst>
            </p:cNvPr>
            <p:cNvSpPr/>
            <p:nvPr/>
          </p:nvSpPr>
          <p:spPr>
            <a:xfrm>
              <a:off x="1849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8" name="타원 11507">
              <a:extLst>
                <a:ext uri="{FF2B5EF4-FFF2-40B4-BE49-F238E27FC236}">
                  <a16:creationId xmlns:a16="http://schemas.microsoft.com/office/drawing/2014/main" id="{116372DA-618D-4018-B25A-14D23EEA43D2}"/>
                </a:ext>
              </a:extLst>
            </p:cNvPr>
            <p:cNvSpPr/>
            <p:nvPr/>
          </p:nvSpPr>
          <p:spPr>
            <a:xfrm>
              <a:off x="2002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09" name="타원 11508">
              <a:extLst>
                <a:ext uri="{FF2B5EF4-FFF2-40B4-BE49-F238E27FC236}">
                  <a16:creationId xmlns:a16="http://schemas.microsoft.com/office/drawing/2014/main" id="{1ED46150-9542-46A3-8A86-C487C9033C9C}"/>
                </a:ext>
              </a:extLst>
            </p:cNvPr>
            <p:cNvSpPr/>
            <p:nvPr/>
          </p:nvSpPr>
          <p:spPr>
            <a:xfrm>
              <a:off x="21547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0" name="타원 11509">
              <a:extLst>
                <a:ext uri="{FF2B5EF4-FFF2-40B4-BE49-F238E27FC236}">
                  <a16:creationId xmlns:a16="http://schemas.microsoft.com/office/drawing/2014/main" id="{16DCE652-5025-4803-BFCC-823CAB6B0F2E}"/>
                </a:ext>
              </a:extLst>
            </p:cNvPr>
            <p:cNvSpPr/>
            <p:nvPr/>
          </p:nvSpPr>
          <p:spPr>
            <a:xfrm>
              <a:off x="23071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1" name="타원 11510">
              <a:extLst>
                <a:ext uri="{FF2B5EF4-FFF2-40B4-BE49-F238E27FC236}">
                  <a16:creationId xmlns:a16="http://schemas.microsoft.com/office/drawing/2014/main" id="{B0061F1E-1B51-4793-8605-8955685142AC}"/>
                </a:ext>
              </a:extLst>
            </p:cNvPr>
            <p:cNvSpPr/>
            <p:nvPr/>
          </p:nvSpPr>
          <p:spPr>
            <a:xfrm>
              <a:off x="24595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2" name="타원 11511">
              <a:extLst>
                <a:ext uri="{FF2B5EF4-FFF2-40B4-BE49-F238E27FC236}">
                  <a16:creationId xmlns:a16="http://schemas.microsoft.com/office/drawing/2014/main" id="{18A65243-0C82-4477-90DD-D1CD71BD12FD}"/>
                </a:ext>
              </a:extLst>
            </p:cNvPr>
            <p:cNvSpPr/>
            <p:nvPr/>
          </p:nvSpPr>
          <p:spPr>
            <a:xfrm>
              <a:off x="2611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3" name="타원 11512">
              <a:extLst>
                <a:ext uri="{FF2B5EF4-FFF2-40B4-BE49-F238E27FC236}">
                  <a16:creationId xmlns:a16="http://schemas.microsoft.com/office/drawing/2014/main" id="{2886CA48-CAC8-45C1-AFE9-ADF413F007EE}"/>
                </a:ext>
              </a:extLst>
            </p:cNvPr>
            <p:cNvSpPr/>
            <p:nvPr/>
          </p:nvSpPr>
          <p:spPr>
            <a:xfrm>
              <a:off x="2764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4" name="타원 11513">
              <a:extLst>
                <a:ext uri="{FF2B5EF4-FFF2-40B4-BE49-F238E27FC236}">
                  <a16:creationId xmlns:a16="http://schemas.microsoft.com/office/drawing/2014/main" id="{507420F9-DE67-4F45-8941-244BB7CE7C7A}"/>
                </a:ext>
              </a:extLst>
            </p:cNvPr>
            <p:cNvSpPr/>
            <p:nvPr/>
          </p:nvSpPr>
          <p:spPr>
            <a:xfrm>
              <a:off x="29167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5" name="타원 11514">
              <a:extLst>
                <a:ext uri="{FF2B5EF4-FFF2-40B4-BE49-F238E27FC236}">
                  <a16:creationId xmlns:a16="http://schemas.microsoft.com/office/drawing/2014/main" id="{9F196816-13B2-409D-BBF1-77A4EA8D131B}"/>
                </a:ext>
              </a:extLst>
            </p:cNvPr>
            <p:cNvSpPr/>
            <p:nvPr/>
          </p:nvSpPr>
          <p:spPr>
            <a:xfrm>
              <a:off x="30691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6" name="타원 11515">
              <a:extLst>
                <a:ext uri="{FF2B5EF4-FFF2-40B4-BE49-F238E27FC236}">
                  <a16:creationId xmlns:a16="http://schemas.microsoft.com/office/drawing/2014/main" id="{63DC3AE3-3DE0-488D-A38C-528E74554BC8}"/>
                </a:ext>
              </a:extLst>
            </p:cNvPr>
            <p:cNvSpPr/>
            <p:nvPr/>
          </p:nvSpPr>
          <p:spPr>
            <a:xfrm>
              <a:off x="32215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7" name="타원 11516">
              <a:extLst>
                <a:ext uri="{FF2B5EF4-FFF2-40B4-BE49-F238E27FC236}">
                  <a16:creationId xmlns:a16="http://schemas.microsoft.com/office/drawing/2014/main" id="{378DB182-6414-437B-BEFB-BDC39CF30F01}"/>
                </a:ext>
              </a:extLst>
            </p:cNvPr>
            <p:cNvSpPr/>
            <p:nvPr/>
          </p:nvSpPr>
          <p:spPr>
            <a:xfrm>
              <a:off x="3373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8" name="타원 11517">
              <a:extLst>
                <a:ext uri="{FF2B5EF4-FFF2-40B4-BE49-F238E27FC236}">
                  <a16:creationId xmlns:a16="http://schemas.microsoft.com/office/drawing/2014/main" id="{9048195F-83EB-4C76-9BED-92B499152308}"/>
                </a:ext>
              </a:extLst>
            </p:cNvPr>
            <p:cNvSpPr/>
            <p:nvPr/>
          </p:nvSpPr>
          <p:spPr>
            <a:xfrm>
              <a:off x="3526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19" name="타원 11518">
              <a:extLst>
                <a:ext uri="{FF2B5EF4-FFF2-40B4-BE49-F238E27FC236}">
                  <a16:creationId xmlns:a16="http://schemas.microsoft.com/office/drawing/2014/main" id="{C3212F33-5B81-41A5-921D-72F49A0CC4EF}"/>
                </a:ext>
              </a:extLst>
            </p:cNvPr>
            <p:cNvSpPr/>
            <p:nvPr/>
          </p:nvSpPr>
          <p:spPr>
            <a:xfrm>
              <a:off x="36787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0" name="타원 11519">
              <a:extLst>
                <a:ext uri="{FF2B5EF4-FFF2-40B4-BE49-F238E27FC236}">
                  <a16:creationId xmlns:a16="http://schemas.microsoft.com/office/drawing/2014/main" id="{330BBC6A-541A-4A83-BA4E-FE033B997009}"/>
                </a:ext>
              </a:extLst>
            </p:cNvPr>
            <p:cNvSpPr/>
            <p:nvPr/>
          </p:nvSpPr>
          <p:spPr>
            <a:xfrm>
              <a:off x="38311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1" name="타원 11520">
              <a:extLst>
                <a:ext uri="{FF2B5EF4-FFF2-40B4-BE49-F238E27FC236}">
                  <a16:creationId xmlns:a16="http://schemas.microsoft.com/office/drawing/2014/main" id="{A30E2A57-F963-4AB4-A6E1-0FEF4C4D0976}"/>
                </a:ext>
              </a:extLst>
            </p:cNvPr>
            <p:cNvSpPr/>
            <p:nvPr/>
          </p:nvSpPr>
          <p:spPr>
            <a:xfrm>
              <a:off x="39835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2" name="타원 11521">
              <a:extLst>
                <a:ext uri="{FF2B5EF4-FFF2-40B4-BE49-F238E27FC236}">
                  <a16:creationId xmlns:a16="http://schemas.microsoft.com/office/drawing/2014/main" id="{E3EA0E05-3E9D-438B-A4B8-20D2E9278429}"/>
                </a:ext>
              </a:extLst>
            </p:cNvPr>
            <p:cNvSpPr/>
            <p:nvPr/>
          </p:nvSpPr>
          <p:spPr>
            <a:xfrm>
              <a:off x="4135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3" name="타원 11522">
              <a:extLst>
                <a:ext uri="{FF2B5EF4-FFF2-40B4-BE49-F238E27FC236}">
                  <a16:creationId xmlns:a16="http://schemas.microsoft.com/office/drawing/2014/main" id="{BDBB2144-A6D0-4B7D-A682-A6A0C016E3B4}"/>
                </a:ext>
              </a:extLst>
            </p:cNvPr>
            <p:cNvSpPr/>
            <p:nvPr/>
          </p:nvSpPr>
          <p:spPr>
            <a:xfrm>
              <a:off x="4288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4" name="타원 11523">
              <a:extLst>
                <a:ext uri="{FF2B5EF4-FFF2-40B4-BE49-F238E27FC236}">
                  <a16:creationId xmlns:a16="http://schemas.microsoft.com/office/drawing/2014/main" id="{0046516A-CB0E-47E3-8FAC-B4FFC470837E}"/>
                </a:ext>
              </a:extLst>
            </p:cNvPr>
            <p:cNvSpPr/>
            <p:nvPr/>
          </p:nvSpPr>
          <p:spPr>
            <a:xfrm>
              <a:off x="44407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5" name="타원 11524">
              <a:extLst>
                <a:ext uri="{FF2B5EF4-FFF2-40B4-BE49-F238E27FC236}">
                  <a16:creationId xmlns:a16="http://schemas.microsoft.com/office/drawing/2014/main" id="{4C4A49F5-2895-4912-8411-163AE74DBD40}"/>
                </a:ext>
              </a:extLst>
            </p:cNvPr>
            <p:cNvSpPr/>
            <p:nvPr/>
          </p:nvSpPr>
          <p:spPr>
            <a:xfrm>
              <a:off x="45931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6" name="타원 11525">
              <a:extLst>
                <a:ext uri="{FF2B5EF4-FFF2-40B4-BE49-F238E27FC236}">
                  <a16:creationId xmlns:a16="http://schemas.microsoft.com/office/drawing/2014/main" id="{108ADB57-658F-4449-ADB8-F2C39C6B40E7}"/>
                </a:ext>
              </a:extLst>
            </p:cNvPr>
            <p:cNvSpPr/>
            <p:nvPr/>
          </p:nvSpPr>
          <p:spPr>
            <a:xfrm>
              <a:off x="47455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7" name="타원 11526">
              <a:extLst>
                <a:ext uri="{FF2B5EF4-FFF2-40B4-BE49-F238E27FC236}">
                  <a16:creationId xmlns:a16="http://schemas.microsoft.com/office/drawing/2014/main" id="{37CEA52B-730B-49C7-B3BA-C4131E3F4A59}"/>
                </a:ext>
              </a:extLst>
            </p:cNvPr>
            <p:cNvSpPr/>
            <p:nvPr/>
          </p:nvSpPr>
          <p:spPr>
            <a:xfrm>
              <a:off x="4897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8" name="타원 11527">
              <a:extLst>
                <a:ext uri="{FF2B5EF4-FFF2-40B4-BE49-F238E27FC236}">
                  <a16:creationId xmlns:a16="http://schemas.microsoft.com/office/drawing/2014/main" id="{18EF46E4-4193-4E2F-B1D5-C47F579E7C2B}"/>
                </a:ext>
              </a:extLst>
            </p:cNvPr>
            <p:cNvSpPr/>
            <p:nvPr/>
          </p:nvSpPr>
          <p:spPr>
            <a:xfrm>
              <a:off x="5050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29" name="타원 11528">
              <a:extLst>
                <a:ext uri="{FF2B5EF4-FFF2-40B4-BE49-F238E27FC236}">
                  <a16:creationId xmlns:a16="http://schemas.microsoft.com/office/drawing/2014/main" id="{7A2B62AB-46B5-4CBC-B70A-0DF22A5622D8}"/>
                </a:ext>
              </a:extLst>
            </p:cNvPr>
            <p:cNvSpPr/>
            <p:nvPr/>
          </p:nvSpPr>
          <p:spPr>
            <a:xfrm>
              <a:off x="52027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0" name="타원 11529">
              <a:extLst>
                <a:ext uri="{FF2B5EF4-FFF2-40B4-BE49-F238E27FC236}">
                  <a16:creationId xmlns:a16="http://schemas.microsoft.com/office/drawing/2014/main" id="{3BF2DB1C-EEBC-4C98-9352-62F7175DAF34}"/>
                </a:ext>
              </a:extLst>
            </p:cNvPr>
            <p:cNvSpPr/>
            <p:nvPr/>
          </p:nvSpPr>
          <p:spPr>
            <a:xfrm>
              <a:off x="53551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1" name="타원 11530">
              <a:extLst>
                <a:ext uri="{FF2B5EF4-FFF2-40B4-BE49-F238E27FC236}">
                  <a16:creationId xmlns:a16="http://schemas.microsoft.com/office/drawing/2014/main" id="{CA669D0E-6828-4CE6-81F5-37125F48D167}"/>
                </a:ext>
              </a:extLst>
            </p:cNvPr>
            <p:cNvSpPr/>
            <p:nvPr/>
          </p:nvSpPr>
          <p:spPr>
            <a:xfrm>
              <a:off x="55075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2" name="타원 11531">
              <a:extLst>
                <a:ext uri="{FF2B5EF4-FFF2-40B4-BE49-F238E27FC236}">
                  <a16:creationId xmlns:a16="http://schemas.microsoft.com/office/drawing/2014/main" id="{5CD4A6E8-A2ED-4BEF-B3D2-44983C750912}"/>
                </a:ext>
              </a:extLst>
            </p:cNvPr>
            <p:cNvSpPr/>
            <p:nvPr/>
          </p:nvSpPr>
          <p:spPr>
            <a:xfrm>
              <a:off x="56599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3" name="타원 11532">
              <a:extLst>
                <a:ext uri="{FF2B5EF4-FFF2-40B4-BE49-F238E27FC236}">
                  <a16:creationId xmlns:a16="http://schemas.microsoft.com/office/drawing/2014/main" id="{10F91684-74F8-4A11-AAB2-FC23EDA37400}"/>
                </a:ext>
              </a:extLst>
            </p:cNvPr>
            <p:cNvSpPr/>
            <p:nvPr/>
          </p:nvSpPr>
          <p:spPr>
            <a:xfrm>
              <a:off x="5812349" y="5329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4" name="타원 11533">
              <a:extLst>
                <a:ext uri="{FF2B5EF4-FFF2-40B4-BE49-F238E27FC236}">
                  <a16:creationId xmlns:a16="http://schemas.microsoft.com/office/drawing/2014/main" id="{81008072-92EE-47F0-9E18-827F71ADC9B5}"/>
                </a:ext>
              </a:extLst>
            </p:cNvPr>
            <p:cNvSpPr/>
            <p:nvPr/>
          </p:nvSpPr>
          <p:spPr>
            <a:xfrm>
              <a:off x="325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5" name="타원 11534">
              <a:extLst>
                <a:ext uri="{FF2B5EF4-FFF2-40B4-BE49-F238E27FC236}">
                  <a16:creationId xmlns:a16="http://schemas.microsoft.com/office/drawing/2014/main" id="{6AEF34D8-314E-46E6-A28C-CB6B08384520}"/>
                </a:ext>
              </a:extLst>
            </p:cNvPr>
            <p:cNvSpPr/>
            <p:nvPr/>
          </p:nvSpPr>
          <p:spPr>
            <a:xfrm>
              <a:off x="478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6" name="타원 11535">
              <a:extLst>
                <a:ext uri="{FF2B5EF4-FFF2-40B4-BE49-F238E27FC236}">
                  <a16:creationId xmlns:a16="http://schemas.microsoft.com/office/drawing/2014/main" id="{CE421844-283B-48F6-A954-12DFDCADC137}"/>
                </a:ext>
              </a:extLst>
            </p:cNvPr>
            <p:cNvSpPr/>
            <p:nvPr/>
          </p:nvSpPr>
          <p:spPr>
            <a:xfrm>
              <a:off x="6307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7" name="타원 11536">
              <a:extLst>
                <a:ext uri="{FF2B5EF4-FFF2-40B4-BE49-F238E27FC236}">
                  <a16:creationId xmlns:a16="http://schemas.microsoft.com/office/drawing/2014/main" id="{307A31B6-F758-4BD4-BD85-284BC7022E54}"/>
                </a:ext>
              </a:extLst>
            </p:cNvPr>
            <p:cNvSpPr/>
            <p:nvPr/>
          </p:nvSpPr>
          <p:spPr>
            <a:xfrm>
              <a:off x="7831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8" name="타원 11537">
              <a:extLst>
                <a:ext uri="{FF2B5EF4-FFF2-40B4-BE49-F238E27FC236}">
                  <a16:creationId xmlns:a16="http://schemas.microsoft.com/office/drawing/2014/main" id="{04BAE039-F039-4637-924B-17CBE8BBAD3D}"/>
                </a:ext>
              </a:extLst>
            </p:cNvPr>
            <p:cNvSpPr/>
            <p:nvPr/>
          </p:nvSpPr>
          <p:spPr>
            <a:xfrm>
              <a:off x="9355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39" name="타원 11538">
              <a:extLst>
                <a:ext uri="{FF2B5EF4-FFF2-40B4-BE49-F238E27FC236}">
                  <a16:creationId xmlns:a16="http://schemas.microsoft.com/office/drawing/2014/main" id="{A10836E3-E6C3-4AFD-A260-A103B7FCAF47}"/>
                </a:ext>
              </a:extLst>
            </p:cNvPr>
            <p:cNvSpPr/>
            <p:nvPr/>
          </p:nvSpPr>
          <p:spPr>
            <a:xfrm>
              <a:off x="1087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0" name="타원 11539">
              <a:extLst>
                <a:ext uri="{FF2B5EF4-FFF2-40B4-BE49-F238E27FC236}">
                  <a16:creationId xmlns:a16="http://schemas.microsoft.com/office/drawing/2014/main" id="{94D8113F-758A-4F3F-9AFD-35ED36EF510E}"/>
                </a:ext>
              </a:extLst>
            </p:cNvPr>
            <p:cNvSpPr/>
            <p:nvPr/>
          </p:nvSpPr>
          <p:spPr>
            <a:xfrm>
              <a:off x="1240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1" name="타원 11540">
              <a:extLst>
                <a:ext uri="{FF2B5EF4-FFF2-40B4-BE49-F238E27FC236}">
                  <a16:creationId xmlns:a16="http://schemas.microsoft.com/office/drawing/2014/main" id="{B9FA4ECD-40B5-428C-8705-CA98C4051F96}"/>
                </a:ext>
              </a:extLst>
            </p:cNvPr>
            <p:cNvSpPr/>
            <p:nvPr/>
          </p:nvSpPr>
          <p:spPr>
            <a:xfrm>
              <a:off x="13927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2" name="타원 11541">
              <a:extLst>
                <a:ext uri="{FF2B5EF4-FFF2-40B4-BE49-F238E27FC236}">
                  <a16:creationId xmlns:a16="http://schemas.microsoft.com/office/drawing/2014/main" id="{B0B13A4F-B717-4F8A-9B1C-DE2560BF164F}"/>
                </a:ext>
              </a:extLst>
            </p:cNvPr>
            <p:cNvSpPr/>
            <p:nvPr/>
          </p:nvSpPr>
          <p:spPr>
            <a:xfrm>
              <a:off x="15451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3" name="타원 11542">
              <a:extLst>
                <a:ext uri="{FF2B5EF4-FFF2-40B4-BE49-F238E27FC236}">
                  <a16:creationId xmlns:a16="http://schemas.microsoft.com/office/drawing/2014/main" id="{F3D57FE1-8522-45F3-A872-F71AB6DD9408}"/>
                </a:ext>
              </a:extLst>
            </p:cNvPr>
            <p:cNvSpPr/>
            <p:nvPr/>
          </p:nvSpPr>
          <p:spPr>
            <a:xfrm>
              <a:off x="16975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4" name="타원 11543">
              <a:extLst>
                <a:ext uri="{FF2B5EF4-FFF2-40B4-BE49-F238E27FC236}">
                  <a16:creationId xmlns:a16="http://schemas.microsoft.com/office/drawing/2014/main" id="{4CA1AD6F-EF70-49BE-B9E9-DE86710A89F9}"/>
                </a:ext>
              </a:extLst>
            </p:cNvPr>
            <p:cNvSpPr/>
            <p:nvPr/>
          </p:nvSpPr>
          <p:spPr>
            <a:xfrm>
              <a:off x="1849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5" name="타원 11544">
              <a:extLst>
                <a:ext uri="{FF2B5EF4-FFF2-40B4-BE49-F238E27FC236}">
                  <a16:creationId xmlns:a16="http://schemas.microsoft.com/office/drawing/2014/main" id="{33800617-12B7-439A-949D-E910C34CA420}"/>
                </a:ext>
              </a:extLst>
            </p:cNvPr>
            <p:cNvSpPr/>
            <p:nvPr/>
          </p:nvSpPr>
          <p:spPr>
            <a:xfrm>
              <a:off x="2002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6" name="타원 11545">
              <a:extLst>
                <a:ext uri="{FF2B5EF4-FFF2-40B4-BE49-F238E27FC236}">
                  <a16:creationId xmlns:a16="http://schemas.microsoft.com/office/drawing/2014/main" id="{EDD1566F-D9CA-481C-9AAB-B511DEA14E7E}"/>
                </a:ext>
              </a:extLst>
            </p:cNvPr>
            <p:cNvSpPr/>
            <p:nvPr/>
          </p:nvSpPr>
          <p:spPr>
            <a:xfrm>
              <a:off x="21547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7" name="타원 11546">
              <a:extLst>
                <a:ext uri="{FF2B5EF4-FFF2-40B4-BE49-F238E27FC236}">
                  <a16:creationId xmlns:a16="http://schemas.microsoft.com/office/drawing/2014/main" id="{5879034D-6B7E-4CEC-94B1-EF0E348CB983}"/>
                </a:ext>
              </a:extLst>
            </p:cNvPr>
            <p:cNvSpPr/>
            <p:nvPr/>
          </p:nvSpPr>
          <p:spPr>
            <a:xfrm>
              <a:off x="23071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8" name="타원 11547">
              <a:extLst>
                <a:ext uri="{FF2B5EF4-FFF2-40B4-BE49-F238E27FC236}">
                  <a16:creationId xmlns:a16="http://schemas.microsoft.com/office/drawing/2014/main" id="{FE719C1D-93DB-424F-A658-0A9B6CBFA7E0}"/>
                </a:ext>
              </a:extLst>
            </p:cNvPr>
            <p:cNvSpPr/>
            <p:nvPr/>
          </p:nvSpPr>
          <p:spPr>
            <a:xfrm>
              <a:off x="24595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49" name="타원 11548">
              <a:extLst>
                <a:ext uri="{FF2B5EF4-FFF2-40B4-BE49-F238E27FC236}">
                  <a16:creationId xmlns:a16="http://schemas.microsoft.com/office/drawing/2014/main" id="{BC725B55-5F11-42E3-A695-F08A485E086D}"/>
                </a:ext>
              </a:extLst>
            </p:cNvPr>
            <p:cNvSpPr/>
            <p:nvPr/>
          </p:nvSpPr>
          <p:spPr>
            <a:xfrm>
              <a:off x="2611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0" name="타원 11549">
              <a:extLst>
                <a:ext uri="{FF2B5EF4-FFF2-40B4-BE49-F238E27FC236}">
                  <a16:creationId xmlns:a16="http://schemas.microsoft.com/office/drawing/2014/main" id="{3DCE0018-1C91-4943-A813-266B913C56AD}"/>
                </a:ext>
              </a:extLst>
            </p:cNvPr>
            <p:cNvSpPr/>
            <p:nvPr/>
          </p:nvSpPr>
          <p:spPr>
            <a:xfrm>
              <a:off x="2764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1" name="타원 11550">
              <a:extLst>
                <a:ext uri="{FF2B5EF4-FFF2-40B4-BE49-F238E27FC236}">
                  <a16:creationId xmlns:a16="http://schemas.microsoft.com/office/drawing/2014/main" id="{3A8B202C-88B3-4331-9DD7-6342482B20F9}"/>
                </a:ext>
              </a:extLst>
            </p:cNvPr>
            <p:cNvSpPr/>
            <p:nvPr/>
          </p:nvSpPr>
          <p:spPr>
            <a:xfrm>
              <a:off x="29167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2" name="타원 11551">
              <a:extLst>
                <a:ext uri="{FF2B5EF4-FFF2-40B4-BE49-F238E27FC236}">
                  <a16:creationId xmlns:a16="http://schemas.microsoft.com/office/drawing/2014/main" id="{4A305DC1-ED9F-4C18-9827-93033BBBBE7F}"/>
                </a:ext>
              </a:extLst>
            </p:cNvPr>
            <p:cNvSpPr/>
            <p:nvPr/>
          </p:nvSpPr>
          <p:spPr>
            <a:xfrm>
              <a:off x="30691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3" name="타원 11552">
              <a:extLst>
                <a:ext uri="{FF2B5EF4-FFF2-40B4-BE49-F238E27FC236}">
                  <a16:creationId xmlns:a16="http://schemas.microsoft.com/office/drawing/2014/main" id="{A410633F-785B-48EB-9818-6402CD90721E}"/>
                </a:ext>
              </a:extLst>
            </p:cNvPr>
            <p:cNvSpPr/>
            <p:nvPr/>
          </p:nvSpPr>
          <p:spPr>
            <a:xfrm>
              <a:off x="32215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4" name="타원 11553">
              <a:extLst>
                <a:ext uri="{FF2B5EF4-FFF2-40B4-BE49-F238E27FC236}">
                  <a16:creationId xmlns:a16="http://schemas.microsoft.com/office/drawing/2014/main" id="{69444FFB-4192-44E1-9101-56FD411DD07F}"/>
                </a:ext>
              </a:extLst>
            </p:cNvPr>
            <p:cNvSpPr/>
            <p:nvPr/>
          </p:nvSpPr>
          <p:spPr>
            <a:xfrm>
              <a:off x="3373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5" name="타원 11554">
              <a:extLst>
                <a:ext uri="{FF2B5EF4-FFF2-40B4-BE49-F238E27FC236}">
                  <a16:creationId xmlns:a16="http://schemas.microsoft.com/office/drawing/2014/main" id="{1C762542-2217-4544-ABF7-C0D49F62CC72}"/>
                </a:ext>
              </a:extLst>
            </p:cNvPr>
            <p:cNvSpPr/>
            <p:nvPr/>
          </p:nvSpPr>
          <p:spPr>
            <a:xfrm>
              <a:off x="3526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6" name="타원 11555">
              <a:extLst>
                <a:ext uri="{FF2B5EF4-FFF2-40B4-BE49-F238E27FC236}">
                  <a16:creationId xmlns:a16="http://schemas.microsoft.com/office/drawing/2014/main" id="{3EAE47CC-1B6B-4DDB-ADBF-F15C848994D7}"/>
                </a:ext>
              </a:extLst>
            </p:cNvPr>
            <p:cNvSpPr/>
            <p:nvPr/>
          </p:nvSpPr>
          <p:spPr>
            <a:xfrm>
              <a:off x="36787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7" name="타원 11556">
              <a:extLst>
                <a:ext uri="{FF2B5EF4-FFF2-40B4-BE49-F238E27FC236}">
                  <a16:creationId xmlns:a16="http://schemas.microsoft.com/office/drawing/2014/main" id="{5AF81AAA-3AA0-44BE-88D4-441C93F69A01}"/>
                </a:ext>
              </a:extLst>
            </p:cNvPr>
            <p:cNvSpPr/>
            <p:nvPr/>
          </p:nvSpPr>
          <p:spPr>
            <a:xfrm>
              <a:off x="38311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8" name="타원 11557">
              <a:extLst>
                <a:ext uri="{FF2B5EF4-FFF2-40B4-BE49-F238E27FC236}">
                  <a16:creationId xmlns:a16="http://schemas.microsoft.com/office/drawing/2014/main" id="{E0D6B4FB-FF4C-4C74-B197-9368242111FA}"/>
                </a:ext>
              </a:extLst>
            </p:cNvPr>
            <p:cNvSpPr/>
            <p:nvPr/>
          </p:nvSpPr>
          <p:spPr>
            <a:xfrm>
              <a:off x="39835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59" name="타원 11558">
              <a:extLst>
                <a:ext uri="{FF2B5EF4-FFF2-40B4-BE49-F238E27FC236}">
                  <a16:creationId xmlns:a16="http://schemas.microsoft.com/office/drawing/2014/main" id="{BD125EB6-213F-408B-9594-5017A9D10439}"/>
                </a:ext>
              </a:extLst>
            </p:cNvPr>
            <p:cNvSpPr/>
            <p:nvPr/>
          </p:nvSpPr>
          <p:spPr>
            <a:xfrm>
              <a:off x="4135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0" name="타원 11559">
              <a:extLst>
                <a:ext uri="{FF2B5EF4-FFF2-40B4-BE49-F238E27FC236}">
                  <a16:creationId xmlns:a16="http://schemas.microsoft.com/office/drawing/2014/main" id="{DAE1C8F0-BF65-441A-8541-2D260B5A376E}"/>
                </a:ext>
              </a:extLst>
            </p:cNvPr>
            <p:cNvSpPr/>
            <p:nvPr/>
          </p:nvSpPr>
          <p:spPr>
            <a:xfrm>
              <a:off x="4288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1" name="타원 11560">
              <a:extLst>
                <a:ext uri="{FF2B5EF4-FFF2-40B4-BE49-F238E27FC236}">
                  <a16:creationId xmlns:a16="http://schemas.microsoft.com/office/drawing/2014/main" id="{AC9C46F4-A21E-481F-A2B5-4DE1CCC42FA4}"/>
                </a:ext>
              </a:extLst>
            </p:cNvPr>
            <p:cNvSpPr/>
            <p:nvPr/>
          </p:nvSpPr>
          <p:spPr>
            <a:xfrm>
              <a:off x="44407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2" name="타원 11561">
              <a:extLst>
                <a:ext uri="{FF2B5EF4-FFF2-40B4-BE49-F238E27FC236}">
                  <a16:creationId xmlns:a16="http://schemas.microsoft.com/office/drawing/2014/main" id="{F870323B-0C76-43F1-B183-E09FC37530D8}"/>
                </a:ext>
              </a:extLst>
            </p:cNvPr>
            <p:cNvSpPr/>
            <p:nvPr/>
          </p:nvSpPr>
          <p:spPr>
            <a:xfrm>
              <a:off x="45931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3" name="타원 11562">
              <a:extLst>
                <a:ext uri="{FF2B5EF4-FFF2-40B4-BE49-F238E27FC236}">
                  <a16:creationId xmlns:a16="http://schemas.microsoft.com/office/drawing/2014/main" id="{9897B8B6-2D46-4A02-9662-58B51D48E957}"/>
                </a:ext>
              </a:extLst>
            </p:cNvPr>
            <p:cNvSpPr/>
            <p:nvPr/>
          </p:nvSpPr>
          <p:spPr>
            <a:xfrm>
              <a:off x="47455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4" name="타원 11563">
              <a:extLst>
                <a:ext uri="{FF2B5EF4-FFF2-40B4-BE49-F238E27FC236}">
                  <a16:creationId xmlns:a16="http://schemas.microsoft.com/office/drawing/2014/main" id="{8C8E3223-7525-46C3-8408-D73461905C15}"/>
                </a:ext>
              </a:extLst>
            </p:cNvPr>
            <p:cNvSpPr/>
            <p:nvPr/>
          </p:nvSpPr>
          <p:spPr>
            <a:xfrm>
              <a:off x="4897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5" name="타원 11564">
              <a:extLst>
                <a:ext uri="{FF2B5EF4-FFF2-40B4-BE49-F238E27FC236}">
                  <a16:creationId xmlns:a16="http://schemas.microsoft.com/office/drawing/2014/main" id="{EFB7D9D8-D1C8-420B-8BB0-A7FC2C7E07E6}"/>
                </a:ext>
              </a:extLst>
            </p:cNvPr>
            <p:cNvSpPr/>
            <p:nvPr/>
          </p:nvSpPr>
          <p:spPr>
            <a:xfrm>
              <a:off x="5050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6" name="타원 11565">
              <a:extLst>
                <a:ext uri="{FF2B5EF4-FFF2-40B4-BE49-F238E27FC236}">
                  <a16:creationId xmlns:a16="http://schemas.microsoft.com/office/drawing/2014/main" id="{83D8514B-F88C-41C1-B4E2-5C3163C5707B}"/>
                </a:ext>
              </a:extLst>
            </p:cNvPr>
            <p:cNvSpPr/>
            <p:nvPr/>
          </p:nvSpPr>
          <p:spPr>
            <a:xfrm>
              <a:off x="52027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7" name="타원 11566">
              <a:extLst>
                <a:ext uri="{FF2B5EF4-FFF2-40B4-BE49-F238E27FC236}">
                  <a16:creationId xmlns:a16="http://schemas.microsoft.com/office/drawing/2014/main" id="{50CCB562-801B-45B5-88B7-288CCBB41D3F}"/>
                </a:ext>
              </a:extLst>
            </p:cNvPr>
            <p:cNvSpPr/>
            <p:nvPr/>
          </p:nvSpPr>
          <p:spPr>
            <a:xfrm>
              <a:off x="53551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8" name="타원 11567">
              <a:extLst>
                <a:ext uri="{FF2B5EF4-FFF2-40B4-BE49-F238E27FC236}">
                  <a16:creationId xmlns:a16="http://schemas.microsoft.com/office/drawing/2014/main" id="{778D8A19-FEF2-4634-9627-B24AB72065DD}"/>
                </a:ext>
              </a:extLst>
            </p:cNvPr>
            <p:cNvSpPr/>
            <p:nvPr/>
          </p:nvSpPr>
          <p:spPr>
            <a:xfrm>
              <a:off x="55075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69" name="타원 11568">
              <a:extLst>
                <a:ext uri="{FF2B5EF4-FFF2-40B4-BE49-F238E27FC236}">
                  <a16:creationId xmlns:a16="http://schemas.microsoft.com/office/drawing/2014/main" id="{48B77579-BDC5-4193-8528-7DB43E32EDCB}"/>
                </a:ext>
              </a:extLst>
            </p:cNvPr>
            <p:cNvSpPr/>
            <p:nvPr/>
          </p:nvSpPr>
          <p:spPr>
            <a:xfrm>
              <a:off x="56599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0" name="타원 11569">
              <a:extLst>
                <a:ext uri="{FF2B5EF4-FFF2-40B4-BE49-F238E27FC236}">
                  <a16:creationId xmlns:a16="http://schemas.microsoft.com/office/drawing/2014/main" id="{B8D8130D-022D-4826-88AD-AC34EF8D9EE9}"/>
                </a:ext>
              </a:extLst>
            </p:cNvPr>
            <p:cNvSpPr/>
            <p:nvPr/>
          </p:nvSpPr>
          <p:spPr>
            <a:xfrm>
              <a:off x="5812349" y="5482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1" name="타원 11570">
              <a:extLst>
                <a:ext uri="{FF2B5EF4-FFF2-40B4-BE49-F238E27FC236}">
                  <a16:creationId xmlns:a16="http://schemas.microsoft.com/office/drawing/2014/main" id="{1ED96D52-534D-4B7E-82B2-831BF3866DCF}"/>
                </a:ext>
              </a:extLst>
            </p:cNvPr>
            <p:cNvSpPr/>
            <p:nvPr/>
          </p:nvSpPr>
          <p:spPr>
            <a:xfrm>
              <a:off x="325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2" name="타원 11571">
              <a:extLst>
                <a:ext uri="{FF2B5EF4-FFF2-40B4-BE49-F238E27FC236}">
                  <a16:creationId xmlns:a16="http://schemas.microsoft.com/office/drawing/2014/main" id="{7802528E-6230-4C9C-8D0D-12BBB567CE6D}"/>
                </a:ext>
              </a:extLst>
            </p:cNvPr>
            <p:cNvSpPr/>
            <p:nvPr/>
          </p:nvSpPr>
          <p:spPr>
            <a:xfrm>
              <a:off x="478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3" name="타원 11572">
              <a:extLst>
                <a:ext uri="{FF2B5EF4-FFF2-40B4-BE49-F238E27FC236}">
                  <a16:creationId xmlns:a16="http://schemas.microsoft.com/office/drawing/2014/main" id="{C67B6C98-4861-42D3-A302-30A38479647E}"/>
                </a:ext>
              </a:extLst>
            </p:cNvPr>
            <p:cNvSpPr/>
            <p:nvPr/>
          </p:nvSpPr>
          <p:spPr>
            <a:xfrm>
              <a:off x="6307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4" name="타원 11573">
              <a:extLst>
                <a:ext uri="{FF2B5EF4-FFF2-40B4-BE49-F238E27FC236}">
                  <a16:creationId xmlns:a16="http://schemas.microsoft.com/office/drawing/2014/main" id="{A55E4DB8-001F-40A8-9DEB-CB22CB442A0D}"/>
                </a:ext>
              </a:extLst>
            </p:cNvPr>
            <p:cNvSpPr/>
            <p:nvPr/>
          </p:nvSpPr>
          <p:spPr>
            <a:xfrm>
              <a:off x="7831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5" name="타원 11574">
              <a:extLst>
                <a:ext uri="{FF2B5EF4-FFF2-40B4-BE49-F238E27FC236}">
                  <a16:creationId xmlns:a16="http://schemas.microsoft.com/office/drawing/2014/main" id="{562813E0-5769-4E1C-8BC8-EEAA81D698FD}"/>
                </a:ext>
              </a:extLst>
            </p:cNvPr>
            <p:cNvSpPr/>
            <p:nvPr/>
          </p:nvSpPr>
          <p:spPr>
            <a:xfrm>
              <a:off x="9355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6" name="타원 11575">
              <a:extLst>
                <a:ext uri="{FF2B5EF4-FFF2-40B4-BE49-F238E27FC236}">
                  <a16:creationId xmlns:a16="http://schemas.microsoft.com/office/drawing/2014/main" id="{256AAE94-6DB7-4BA4-80FD-8E9E8DC952D8}"/>
                </a:ext>
              </a:extLst>
            </p:cNvPr>
            <p:cNvSpPr/>
            <p:nvPr/>
          </p:nvSpPr>
          <p:spPr>
            <a:xfrm>
              <a:off x="1087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7" name="타원 11576">
              <a:extLst>
                <a:ext uri="{FF2B5EF4-FFF2-40B4-BE49-F238E27FC236}">
                  <a16:creationId xmlns:a16="http://schemas.microsoft.com/office/drawing/2014/main" id="{8CACFD9E-BF73-426A-B221-AE7CD91B69CE}"/>
                </a:ext>
              </a:extLst>
            </p:cNvPr>
            <p:cNvSpPr/>
            <p:nvPr/>
          </p:nvSpPr>
          <p:spPr>
            <a:xfrm>
              <a:off x="1240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8" name="타원 11577">
              <a:extLst>
                <a:ext uri="{FF2B5EF4-FFF2-40B4-BE49-F238E27FC236}">
                  <a16:creationId xmlns:a16="http://schemas.microsoft.com/office/drawing/2014/main" id="{E2C16D6E-5BBC-4E19-AB0E-A51B9E6F3657}"/>
                </a:ext>
              </a:extLst>
            </p:cNvPr>
            <p:cNvSpPr/>
            <p:nvPr/>
          </p:nvSpPr>
          <p:spPr>
            <a:xfrm>
              <a:off x="13927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79" name="타원 11578">
              <a:extLst>
                <a:ext uri="{FF2B5EF4-FFF2-40B4-BE49-F238E27FC236}">
                  <a16:creationId xmlns:a16="http://schemas.microsoft.com/office/drawing/2014/main" id="{1E8F74F5-7E8D-458D-924A-EB18093EB1FC}"/>
                </a:ext>
              </a:extLst>
            </p:cNvPr>
            <p:cNvSpPr/>
            <p:nvPr/>
          </p:nvSpPr>
          <p:spPr>
            <a:xfrm>
              <a:off x="15451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0" name="타원 11579">
              <a:extLst>
                <a:ext uri="{FF2B5EF4-FFF2-40B4-BE49-F238E27FC236}">
                  <a16:creationId xmlns:a16="http://schemas.microsoft.com/office/drawing/2014/main" id="{84C60E4E-308B-493D-BF4B-23E85F202195}"/>
                </a:ext>
              </a:extLst>
            </p:cNvPr>
            <p:cNvSpPr/>
            <p:nvPr/>
          </p:nvSpPr>
          <p:spPr>
            <a:xfrm>
              <a:off x="16975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1" name="타원 11580">
              <a:extLst>
                <a:ext uri="{FF2B5EF4-FFF2-40B4-BE49-F238E27FC236}">
                  <a16:creationId xmlns:a16="http://schemas.microsoft.com/office/drawing/2014/main" id="{82B557FB-A610-4A32-829C-9DC7B039C0A0}"/>
                </a:ext>
              </a:extLst>
            </p:cNvPr>
            <p:cNvSpPr/>
            <p:nvPr/>
          </p:nvSpPr>
          <p:spPr>
            <a:xfrm>
              <a:off x="1849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2" name="타원 11581">
              <a:extLst>
                <a:ext uri="{FF2B5EF4-FFF2-40B4-BE49-F238E27FC236}">
                  <a16:creationId xmlns:a16="http://schemas.microsoft.com/office/drawing/2014/main" id="{4CD715B9-CA25-46F2-A290-7B64B673A470}"/>
                </a:ext>
              </a:extLst>
            </p:cNvPr>
            <p:cNvSpPr/>
            <p:nvPr/>
          </p:nvSpPr>
          <p:spPr>
            <a:xfrm>
              <a:off x="2002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3" name="타원 11582">
              <a:extLst>
                <a:ext uri="{FF2B5EF4-FFF2-40B4-BE49-F238E27FC236}">
                  <a16:creationId xmlns:a16="http://schemas.microsoft.com/office/drawing/2014/main" id="{48110549-303F-4100-8B81-027F2BF4344C}"/>
                </a:ext>
              </a:extLst>
            </p:cNvPr>
            <p:cNvSpPr/>
            <p:nvPr/>
          </p:nvSpPr>
          <p:spPr>
            <a:xfrm>
              <a:off x="21547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4" name="타원 11583">
              <a:extLst>
                <a:ext uri="{FF2B5EF4-FFF2-40B4-BE49-F238E27FC236}">
                  <a16:creationId xmlns:a16="http://schemas.microsoft.com/office/drawing/2014/main" id="{700DBEBC-0552-481A-8069-3F21C23C838C}"/>
                </a:ext>
              </a:extLst>
            </p:cNvPr>
            <p:cNvSpPr/>
            <p:nvPr/>
          </p:nvSpPr>
          <p:spPr>
            <a:xfrm>
              <a:off x="23071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5" name="타원 11584">
              <a:extLst>
                <a:ext uri="{FF2B5EF4-FFF2-40B4-BE49-F238E27FC236}">
                  <a16:creationId xmlns:a16="http://schemas.microsoft.com/office/drawing/2014/main" id="{01128AE4-ED0E-4702-8066-AC98262BE3A9}"/>
                </a:ext>
              </a:extLst>
            </p:cNvPr>
            <p:cNvSpPr/>
            <p:nvPr/>
          </p:nvSpPr>
          <p:spPr>
            <a:xfrm>
              <a:off x="24595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6" name="타원 11585">
              <a:extLst>
                <a:ext uri="{FF2B5EF4-FFF2-40B4-BE49-F238E27FC236}">
                  <a16:creationId xmlns:a16="http://schemas.microsoft.com/office/drawing/2014/main" id="{5B0DA4DD-FE08-425C-A745-100AEB51DB04}"/>
                </a:ext>
              </a:extLst>
            </p:cNvPr>
            <p:cNvSpPr/>
            <p:nvPr/>
          </p:nvSpPr>
          <p:spPr>
            <a:xfrm>
              <a:off x="2611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7" name="타원 11586">
              <a:extLst>
                <a:ext uri="{FF2B5EF4-FFF2-40B4-BE49-F238E27FC236}">
                  <a16:creationId xmlns:a16="http://schemas.microsoft.com/office/drawing/2014/main" id="{B98C78C3-DC90-424A-9CAA-44AB17EC12F8}"/>
                </a:ext>
              </a:extLst>
            </p:cNvPr>
            <p:cNvSpPr/>
            <p:nvPr/>
          </p:nvSpPr>
          <p:spPr>
            <a:xfrm>
              <a:off x="2764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8" name="타원 11587">
              <a:extLst>
                <a:ext uri="{FF2B5EF4-FFF2-40B4-BE49-F238E27FC236}">
                  <a16:creationId xmlns:a16="http://schemas.microsoft.com/office/drawing/2014/main" id="{F9248EE2-B0F1-4102-8FE7-66559EC31EDB}"/>
                </a:ext>
              </a:extLst>
            </p:cNvPr>
            <p:cNvSpPr/>
            <p:nvPr/>
          </p:nvSpPr>
          <p:spPr>
            <a:xfrm>
              <a:off x="29167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89" name="타원 11588">
              <a:extLst>
                <a:ext uri="{FF2B5EF4-FFF2-40B4-BE49-F238E27FC236}">
                  <a16:creationId xmlns:a16="http://schemas.microsoft.com/office/drawing/2014/main" id="{9D19FCEB-8FD6-4201-8B0E-0CBD134993BF}"/>
                </a:ext>
              </a:extLst>
            </p:cNvPr>
            <p:cNvSpPr/>
            <p:nvPr/>
          </p:nvSpPr>
          <p:spPr>
            <a:xfrm>
              <a:off x="30691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0" name="타원 11589">
              <a:extLst>
                <a:ext uri="{FF2B5EF4-FFF2-40B4-BE49-F238E27FC236}">
                  <a16:creationId xmlns:a16="http://schemas.microsoft.com/office/drawing/2014/main" id="{7A7851A5-7493-41FF-BBD2-3338AB75B4DC}"/>
                </a:ext>
              </a:extLst>
            </p:cNvPr>
            <p:cNvSpPr/>
            <p:nvPr/>
          </p:nvSpPr>
          <p:spPr>
            <a:xfrm>
              <a:off x="32215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1" name="타원 11590">
              <a:extLst>
                <a:ext uri="{FF2B5EF4-FFF2-40B4-BE49-F238E27FC236}">
                  <a16:creationId xmlns:a16="http://schemas.microsoft.com/office/drawing/2014/main" id="{26400B22-B76B-44AC-93E5-AD84A98E2E53}"/>
                </a:ext>
              </a:extLst>
            </p:cNvPr>
            <p:cNvSpPr/>
            <p:nvPr/>
          </p:nvSpPr>
          <p:spPr>
            <a:xfrm>
              <a:off x="3373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2" name="타원 11591">
              <a:extLst>
                <a:ext uri="{FF2B5EF4-FFF2-40B4-BE49-F238E27FC236}">
                  <a16:creationId xmlns:a16="http://schemas.microsoft.com/office/drawing/2014/main" id="{1110EDFB-0BF1-43EB-9369-443D9349D083}"/>
                </a:ext>
              </a:extLst>
            </p:cNvPr>
            <p:cNvSpPr/>
            <p:nvPr/>
          </p:nvSpPr>
          <p:spPr>
            <a:xfrm>
              <a:off x="3526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3" name="타원 11592">
              <a:extLst>
                <a:ext uri="{FF2B5EF4-FFF2-40B4-BE49-F238E27FC236}">
                  <a16:creationId xmlns:a16="http://schemas.microsoft.com/office/drawing/2014/main" id="{820D3EB0-2C27-444A-907A-B4A759111AF6}"/>
                </a:ext>
              </a:extLst>
            </p:cNvPr>
            <p:cNvSpPr/>
            <p:nvPr/>
          </p:nvSpPr>
          <p:spPr>
            <a:xfrm>
              <a:off x="36787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4" name="타원 11593">
              <a:extLst>
                <a:ext uri="{FF2B5EF4-FFF2-40B4-BE49-F238E27FC236}">
                  <a16:creationId xmlns:a16="http://schemas.microsoft.com/office/drawing/2014/main" id="{3CD5EB66-07FB-4C61-986A-0FD75BEA7EDB}"/>
                </a:ext>
              </a:extLst>
            </p:cNvPr>
            <p:cNvSpPr/>
            <p:nvPr/>
          </p:nvSpPr>
          <p:spPr>
            <a:xfrm>
              <a:off x="38311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5" name="타원 11594">
              <a:extLst>
                <a:ext uri="{FF2B5EF4-FFF2-40B4-BE49-F238E27FC236}">
                  <a16:creationId xmlns:a16="http://schemas.microsoft.com/office/drawing/2014/main" id="{EFD7347F-BF18-4A28-AC41-8B990BED8D78}"/>
                </a:ext>
              </a:extLst>
            </p:cNvPr>
            <p:cNvSpPr/>
            <p:nvPr/>
          </p:nvSpPr>
          <p:spPr>
            <a:xfrm>
              <a:off x="39835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6" name="타원 11595">
              <a:extLst>
                <a:ext uri="{FF2B5EF4-FFF2-40B4-BE49-F238E27FC236}">
                  <a16:creationId xmlns:a16="http://schemas.microsoft.com/office/drawing/2014/main" id="{7F25AFB5-12B0-4871-9BCB-3F7141E35DD7}"/>
                </a:ext>
              </a:extLst>
            </p:cNvPr>
            <p:cNvSpPr/>
            <p:nvPr/>
          </p:nvSpPr>
          <p:spPr>
            <a:xfrm>
              <a:off x="4135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7" name="타원 11596">
              <a:extLst>
                <a:ext uri="{FF2B5EF4-FFF2-40B4-BE49-F238E27FC236}">
                  <a16:creationId xmlns:a16="http://schemas.microsoft.com/office/drawing/2014/main" id="{A46B3326-FD5C-4A61-AA9F-39945D7C2831}"/>
                </a:ext>
              </a:extLst>
            </p:cNvPr>
            <p:cNvSpPr/>
            <p:nvPr/>
          </p:nvSpPr>
          <p:spPr>
            <a:xfrm>
              <a:off x="4288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8" name="타원 11597">
              <a:extLst>
                <a:ext uri="{FF2B5EF4-FFF2-40B4-BE49-F238E27FC236}">
                  <a16:creationId xmlns:a16="http://schemas.microsoft.com/office/drawing/2014/main" id="{1ABD5657-BE51-4D18-AE85-2DF987224746}"/>
                </a:ext>
              </a:extLst>
            </p:cNvPr>
            <p:cNvSpPr/>
            <p:nvPr/>
          </p:nvSpPr>
          <p:spPr>
            <a:xfrm>
              <a:off x="44407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99" name="타원 11598">
              <a:extLst>
                <a:ext uri="{FF2B5EF4-FFF2-40B4-BE49-F238E27FC236}">
                  <a16:creationId xmlns:a16="http://schemas.microsoft.com/office/drawing/2014/main" id="{C66D2D5A-B3F8-4859-B553-7F65DCBEE7F6}"/>
                </a:ext>
              </a:extLst>
            </p:cNvPr>
            <p:cNvSpPr/>
            <p:nvPr/>
          </p:nvSpPr>
          <p:spPr>
            <a:xfrm>
              <a:off x="45931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0" name="타원 11599">
              <a:extLst>
                <a:ext uri="{FF2B5EF4-FFF2-40B4-BE49-F238E27FC236}">
                  <a16:creationId xmlns:a16="http://schemas.microsoft.com/office/drawing/2014/main" id="{464AFFF7-B5B5-462F-B376-ACD23CECCCDC}"/>
                </a:ext>
              </a:extLst>
            </p:cNvPr>
            <p:cNvSpPr/>
            <p:nvPr/>
          </p:nvSpPr>
          <p:spPr>
            <a:xfrm>
              <a:off x="47455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1" name="타원 11600">
              <a:extLst>
                <a:ext uri="{FF2B5EF4-FFF2-40B4-BE49-F238E27FC236}">
                  <a16:creationId xmlns:a16="http://schemas.microsoft.com/office/drawing/2014/main" id="{B13B1F22-7EF1-4BF8-8D84-7161DCB4681F}"/>
                </a:ext>
              </a:extLst>
            </p:cNvPr>
            <p:cNvSpPr/>
            <p:nvPr/>
          </p:nvSpPr>
          <p:spPr>
            <a:xfrm>
              <a:off x="4897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2" name="타원 11601">
              <a:extLst>
                <a:ext uri="{FF2B5EF4-FFF2-40B4-BE49-F238E27FC236}">
                  <a16:creationId xmlns:a16="http://schemas.microsoft.com/office/drawing/2014/main" id="{7976545B-8E38-4618-88C4-38E572B9E672}"/>
                </a:ext>
              </a:extLst>
            </p:cNvPr>
            <p:cNvSpPr/>
            <p:nvPr/>
          </p:nvSpPr>
          <p:spPr>
            <a:xfrm>
              <a:off x="5050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3" name="타원 11602">
              <a:extLst>
                <a:ext uri="{FF2B5EF4-FFF2-40B4-BE49-F238E27FC236}">
                  <a16:creationId xmlns:a16="http://schemas.microsoft.com/office/drawing/2014/main" id="{86DCFB74-C3A8-4AED-9A33-E6520057B8CC}"/>
                </a:ext>
              </a:extLst>
            </p:cNvPr>
            <p:cNvSpPr/>
            <p:nvPr/>
          </p:nvSpPr>
          <p:spPr>
            <a:xfrm>
              <a:off x="52027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4" name="타원 11603">
              <a:extLst>
                <a:ext uri="{FF2B5EF4-FFF2-40B4-BE49-F238E27FC236}">
                  <a16:creationId xmlns:a16="http://schemas.microsoft.com/office/drawing/2014/main" id="{607A2624-540B-4C55-95E7-E47D2E433392}"/>
                </a:ext>
              </a:extLst>
            </p:cNvPr>
            <p:cNvSpPr/>
            <p:nvPr/>
          </p:nvSpPr>
          <p:spPr>
            <a:xfrm>
              <a:off x="53551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5" name="타원 11604">
              <a:extLst>
                <a:ext uri="{FF2B5EF4-FFF2-40B4-BE49-F238E27FC236}">
                  <a16:creationId xmlns:a16="http://schemas.microsoft.com/office/drawing/2014/main" id="{F5082202-68C4-4EED-B93A-A475CE5A58DF}"/>
                </a:ext>
              </a:extLst>
            </p:cNvPr>
            <p:cNvSpPr/>
            <p:nvPr/>
          </p:nvSpPr>
          <p:spPr>
            <a:xfrm>
              <a:off x="55075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6" name="타원 11605">
              <a:extLst>
                <a:ext uri="{FF2B5EF4-FFF2-40B4-BE49-F238E27FC236}">
                  <a16:creationId xmlns:a16="http://schemas.microsoft.com/office/drawing/2014/main" id="{6F67D1FB-B2FB-41D5-AE1C-5F8A9ACB8EF0}"/>
                </a:ext>
              </a:extLst>
            </p:cNvPr>
            <p:cNvSpPr/>
            <p:nvPr/>
          </p:nvSpPr>
          <p:spPr>
            <a:xfrm>
              <a:off x="56599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7" name="타원 11606">
              <a:extLst>
                <a:ext uri="{FF2B5EF4-FFF2-40B4-BE49-F238E27FC236}">
                  <a16:creationId xmlns:a16="http://schemas.microsoft.com/office/drawing/2014/main" id="{DA187607-77D0-4E8D-8AD4-A77C16E8B416}"/>
                </a:ext>
              </a:extLst>
            </p:cNvPr>
            <p:cNvSpPr/>
            <p:nvPr/>
          </p:nvSpPr>
          <p:spPr>
            <a:xfrm>
              <a:off x="5812349" y="5634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8" name="타원 11607">
              <a:extLst>
                <a:ext uri="{FF2B5EF4-FFF2-40B4-BE49-F238E27FC236}">
                  <a16:creationId xmlns:a16="http://schemas.microsoft.com/office/drawing/2014/main" id="{84E1F987-D84B-44F8-9070-41906FFD393D}"/>
                </a:ext>
              </a:extLst>
            </p:cNvPr>
            <p:cNvSpPr/>
            <p:nvPr/>
          </p:nvSpPr>
          <p:spPr>
            <a:xfrm>
              <a:off x="325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09" name="타원 11608">
              <a:extLst>
                <a:ext uri="{FF2B5EF4-FFF2-40B4-BE49-F238E27FC236}">
                  <a16:creationId xmlns:a16="http://schemas.microsoft.com/office/drawing/2014/main" id="{E57ABE97-324D-49B3-963A-9729CB104E4D}"/>
                </a:ext>
              </a:extLst>
            </p:cNvPr>
            <p:cNvSpPr/>
            <p:nvPr/>
          </p:nvSpPr>
          <p:spPr>
            <a:xfrm>
              <a:off x="478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0" name="타원 11609">
              <a:extLst>
                <a:ext uri="{FF2B5EF4-FFF2-40B4-BE49-F238E27FC236}">
                  <a16:creationId xmlns:a16="http://schemas.microsoft.com/office/drawing/2014/main" id="{21675516-F8CD-404A-A71A-792F63DDED75}"/>
                </a:ext>
              </a:extLst>
            </p:cNvPr>
            <p:cNvSpPr/>
            <p:nvPr/>
          </p:nvSpPr>
          <p:spPr>
            <a:xfrm>
              <a:off x="6307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1" name="타원 11610">
              <a:extLst>
                <a:ext uri="{FF2B5EF4-FFF2-40B4-BE49-F238E27FC236}">
                  <a16:creationId xmlns:a16="http://schemas.microsoft.com/office/drawing/2014/main" id="{81C55BAD-1A63-4572-AE9A-21E1ED4F470C}"/>
                </a:ext>
              </a:extLst>
            </p:cNvPr>
            <p:cNvSpPr/>
            <p:nvPr/>
          </p:nvSpPr>
          <p:spPr>
            <a:xfrm>
              <a:off x="7831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2" name="타원 11611">
              <a:extLst>
                <a:ext uri="{FF2B5EF4-FFF2-40B4-BE49-F238E27FC236}">
                  <a16:creationId xmlns:a16="http://schemas.microsoft.com/office/drawing/2014/main" id="{33BC42AF-3A42-436D-B91E-7CBAF9465025}"/>
                </a:ext>
              </a:extLst>
            </p:cNvPr>
            <p:cNvSpPr/>
            <p:nvPr/>
          </p:nvSpPr>
          <p:spPr>
            <a:xfrm>
              <a:off x="9355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3" name="타원 11612">
              <a:extLst>
                <a:ext uri="{FF2B5EF4-FFF2-40B4-BE49-F238E27FC236}">
                  <a16:creationId xmlns:a16="http://schemas.microsoft.com/office/drawing/2014/main" id="{71CAD698-606D-4004-A3DF-A9B099F7D95B}"/>
                </a:ext>
              </a:extLst>
            </p:cNvPr>
            <p:cNvSpPr/>
            <p:nvPr/>
          </p:nvSpPr>
          <p:spPr>
            <a:xfrm>
              <a:off x="1087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4" name="타원 11613">
              <a:extLst>
                <a:ext uri="{FF2B5EF4-FFF2-40B4-BE49-F238E27FC236}">
                  <a16:creationId xmlns:a16="http://schemas.microsoft.com/office/drawing/2014/main" id="{A3BA91AA-E233-420D-AF5E-CC99F60B2BE8}"/>
                </a:ext>
              </a:extLst>
            </p:cNvPr>
            <p:cNvSpPr/>
            <p:nvPr/>
          </p:nvSpPr>
          <p:spPr>
            <a:xfrm>
              <a:off x="1240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5" name="타원 11614">
              <a:extLst>
                <a:ext uri="{FF2B5EF4-FFF2-40B4-BE49-F238E27FC236}">
                  <a16:creationId xmlns:a16="http://schemas.microsoft.com/office/drawing/2014/main" id="{A00C4BF8-BCD7-447E-A825-FDA969657A0D}"/>
                </a:ext>
              </a:extLst>
            </p:cNvPr>
            <p:cNvSpPr/>
            <p:nvPr/>
          </p:nvSpPr>
          <p:spPr>
            <a:xfrm>
              <a:off x="13927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6" name="타원 11615">
              <a:extLst>
                <a:ext uri="{FF2B5EF4-FFF2-40B4-BE49-F238E27FC236}">
                  <a16:creationId xmlns:a16="http://schemas.microsoft.com/office/drawing/2014/main" id="{B9AEACAD-85AD-4E67-BCD6-8F4B87368E95}"/>
                </a:ext>
              </a:extLst>
            </p:cNvPr>
            <p:cNvSpPr/>
            <p:nvPr/>
          </p:nvSpPr>
          <p:spPr>
            <a:xfrm>
              <a:off x="15451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7" name="타원 11616">
              <a:extLst>
                <a:ext uri="{FF2B5EF4-FFF2-40B4-BE49-F238E27FC236}">
                  <a16:creationId xmlns:a16="http://schemas.microsoft.com/office/drawing/2014/main" id="{280B3C92-E8D6-4C29-8959-5F16F37F4831}"/>
                </a:ext>
              </a:extLst>
            </p:cNvPr>
            <p:cNvSpPr/>
            <p:nvPr/>
          </p:nvSpPr>
          <p:spPr>
            <a:xfrm>
              <a:off x="16975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8" name="타원 11617">
              <a:extLst>
                <a:ext uri="{FF2B5EF4-FFF2-40B4-BE49-F238E27FC236}">
                  <a16:creationId xmlns:a16="http://schemas.microsoft.com/office/drawing/2014/main" id="{39E34F80-7059-4D8B-B5E2-4E5DB685F581}"/>
                </a:ext>
              </a:extLst>
            </p:cNvPr>
            <p:cNvSpPr/>
            <p:nvPr/>
          </p:nvSpPr>
          <p:spPr>
            <a:xfrm>
              <a:off x="1849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19" name="타원 11618">
              <a:extLst>
                <a:ext uri="{FF2B5EF4-FFF2-40B4-BE49-F238E27FC236}">
                  <a16:creationId xmlns:a16="http://schemas.microsoft.com/office/drawing/2014/main" id="{227A8904-AD9C-49E2-AFDD-9700763479AE}"/>
                </a:ext>
              </a:extLst>
            </p:cNvPr>
            <p:cNvSpPr/>
            <p:nvPr/>
          </p:nvSpPr>
          <p:spPr>
            <a:xfrm>
              <a:off x="2002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0" name="타원 11619">
              <a:extLst>
                <a:ext uri="{FF2B5EF4-FFF2-40B4-BE49-F238E27FC236}">
                  <a16:creationId xmlns:a16="http://schemas.microsoft.com/office/drawing/2014/main" id="{8FC1F207-58E7-42D5-B7D6-A043785961BE}"/>
                </a:ext>
              </a:extLst>
            </p:cNvPr>
            <p:cNvSpPr/>
            <p:nvPr/>
          </p:nvSpPr>
          <p:spPr>
            <a:xfrm>
              <a:off x="21547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1" name="타원 11620">
              <a:extLst>
                <a:ext uri="{FF2B5EF4-FFF2-40B4-BE49-F238E27FC236}">
                  <a16:creationId xmlns:a16="http://schemas.microsoft.com/office/drawing/2014/main" id="{26D60E95-90C2-4618-ABF3-4BD7894A49CB}"/>
                </a:ext>
              </a:extLst>
            </p:cNvPr>
            <p:cNvSpPr/>
            <p:nvPr/>
          </p:nvSpPr>
          <p:spPr>
            <a:xfrm>
              <a:off x="23071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2" name="타원 11621">
              <a:extLst>
                <a:ext uri="{FF2B5EF4-FFF2-40B4-BE49-F238E27FC236}">
                  <a16:creationId xmlns:a16="http://schemas.microsoft.com/office/drawing/2014/main" id="{CF1F4AC0-9B3E-440C-8D32-E36E3BBA8D97}"/>
                </a:ext>
              </a:extLst>
            </p:cNvPr>
            <p:cNvSpPr/>
            <p:nvPr/>
          </p:nvSpPr>
          <p:spPr>
            <a:xfrm>
              <a:off x="24595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3" name="타원 11622">
              <a:extLst>
                <a:ext uri="{FF2B5EF4-FFF2-40B4-BE49-F238E27FC236}">
                  <a16:creationId xmlns:a16="http://schemas.microsoft.com/office/drawing/2014/main" id="{1A0B4DE0-1B87-4037-AF43-279E5553E96A}"/>
                </a:ext>
              </a:extLst>
            </p:cNvPr>
            <p:cNvSpPr/>
            <p:nvPr/>
          </p:nvSpPr>
          <p:spPr>
            <a:xfrm>
              <a:off x="2611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4" name="타원 11623">
              <a:extLst>
                <a:ext uri="{FF2B5EF4-FFF2-40B4-BE49-F238E27FC236}">
                  <a16:creationId xmlns:a16="http://schemas.microsoft.com/office/drawing/2014/main" id="{74737224-B572-45FE-B0EC-1D01BF4C7575}"/>
                </a:ext>
              </a:extLst>
            </p:cNvPr>
            <p:cNvSpPr/>
            <p:nvPr/>
          </p:nvSpPr>
          <p:spPr>
            <a:xfrm>
              <a:off x="2764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5" name="타원 11624">
              <a:extLst>
                <a:ext uri="{FF2B5EF4-FFF2-40B4-BE49-F238E27FC236}">
                  <a16:creationId xmlns:a16="http://schemas.microsoft.com/office/drawing/2014/main" id="{72DFE775-0964-4319-AD2A-72BFAFF38B4C}"/>
                </a:ext>
              </a:extLst>
            </p:cNvPr>
            <p:cNvSpPr/>
            <p:nvPr/>
          </p:nvSpPr>
          <p:spPr>
            <a:xfrm>
              <a:off x="29167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6" name="타원 11625">
              <a:extLst>
                <a:ext uri="{FF2B5EF4-FFF2-40B4-BE49-F238E27FC236}">
                  <a16:creationId xmlns:a16="http://schemas.microsoft.com/office/drawing/2014/main" id="{903F4C6B-E0D5-486E-866F-74C001B8032E}"/>
                </a:ext>
              </a:extLst>
            </p:cNvPr>
            <p:cNvSpPr/>
            <p:nvPr/>
          </p:nvSpPr>
          <p:spPr>
            <a:xfrm>
              <a:off x="30691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7" name="타원 11626">
              <a:extLst>
                <a:ext uri="{FF2B5EF4-FFF2-40B4-BE49-F238E27FC236}">
                  <a16:creationId xmlns:a16="http://schemas.microsoft.com/office/drawing/2014/main" id="{CF928CCB-2389-46B5-993C-4FB08670E703}"/>
                </a:ext>
              </a:extLst>
            </p:cNvPr>
            <p:cNvSpPr/>
            <p:nvPr/>
          </p:nvSpPr>
          <p:spPr>
            <a:xfrm>
              <a:off x="32215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8" name="타원 11627">
              <a:extLst>
                <a:ext uri="{FF2B5EF4-FFF2-40B4-BE49-F238E27FC236}">
                  <a16:creationId xmlns:a16="http://schemas.microsoft.com/office/drawing/2014/main" id="{942D94A1-1B05-45B4-AA6F-5579F37D0DEB}"/>
                </a:ext>
              </a:extLst>
            </p:cNvPr>
            <p:cNvSpPr/>
            <p:nvPr/>
          </p:nvSpPr>
          <p:spPr>
            <a:xfrm>
              <a:off x="3373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29" name="타원 11628">
              <a:extLst>
                <a:ext uri="{FF2B5EF4-FFF2-40B4-BE49-F238E27FC236}">
                  <a16:creationId xmlns:a16="http://schemas.microsoft.com/office/drawing/2014/main" id="{43237FB8-85EA-42CA-94A3-F1BCC8A2ACEA}"/>
                </a:ext>
              </a:extLst>
            </p:cNvPr>
            <p:cNvSpPr/>
            <p:nvPr/>
          </p:nvSpPr>
          <p:spPr>
            <a:xfrm>
              <a:off x="3526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0" name="타원 11629">
              <a:extLst>
                <a:ext uri="{FF2B5EF4-FFF2-40B4-BE49-F238E27FC236}">
                  <a16:creationId xmlns:a16="http://schemas.microsoft.com/office/drawing/2014/main" id="{66179A91-2FE6-4AED-9353-3C3D01F5CC8B}"/>
                </a:ext>
              </a:extLst>
            </p:cNvPr>
            <p:cNvSpPr/>
            <p:nvPr/>
          </p:nvSpPr>
          <p:spPr>
            <a:xfrm>
              <a:off x="36787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1" name="타원 11630">
              <a:extLst>
                <a:ext uri="{FF2B5EF4-FFF2-40B4-BE49-F238E27FC236}">
                  <a16:creationId xmlns:a16="http://schemas.microsoft.com/office/drawing/2014/main" id="{7121F364-8C47-4635-A08A-37E30002AB37}"/>
                </a:ext>
              </a:extLst>
            </p:cNvPr>
            <p:cNvSpPr/>
            <p:nvPr/>
          </p:nvSpPr>
          <p:spPr>
            <a:xfrm>
              <a:off x="38311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2" name="타원 11631">
              <a:extLst>
                <a:ext uri="{FF2B5EF4-FFF2-40B4-BE49-F238E27FC236}">
                  <a16:creationId xmlns:a16="http://schemas.microsoft.com/office/drawing/2014/main" id="{401900F5-5EEB-40B7-B1EA-D7CEA61A8BAA}"/>
                </a:ext>
              </a:extLst>
            </p:cNvPr>
            <p:cNvSpPr/>
            <p:nvPr/>
          </p:nvSpPr>
          <p:spPr>
            <a:xfrm>
              <a:off x="39835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3" name="타원 11632">
              <a:extLst>
                <a:ext uri="{FF2B5EF4-FFF2-40B4-BE49-F238E27FC236}">
                  <a16:creationId xmlns:a16="http://schemas.microsoft.com/office/drawing/2014/main" id="{82697D05-A03B-4D08-9565-A45F6E7D026A}"/>
                </a:ext>
              </a:extLst>
            </p:cNvPr>
            <p:cNvSpPr/>
            <p:nvPr/>
          </p:nvSpPr>
          <p:spPr>
            <a:xfrm>
              <a:off x="4135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4" name="타원 11633">
              <a:extLst>
                <a:ext uri="{FF2B5EF4-FFF2-40B4-BE49-F238E27FC236}">
                  <a16:creationId xmlns:a16="http://schemas.microsoft.com/office/drawing/2014/main" id="{8C67316F-964C-435A-869C-40F47F71EEF4}"/>
                </a:ext>
              </a:extLst>
            </p:cNvPr>
            <p:cNvSpPr/>
            <p:nvPr/>
          </p:nvSpPr>
          <p:spPr>
            <a:xfrm>
              <a:off x="4288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5" name="타원 11634">
              <a:extLst>
                <a:ext uri="{FF2B5EF4-FFF2-40B4-BE49-F238E27FC236}">
                  <a16:creationId xmlns:a16="http://schemas.microsoft.com/office/drawing/2014/main" id="{73D9FECA-D0E8-49A8-8540-B0F66B85FB06}"/>
                </a:ext>
              </a:extLst>
            </p:cNvPr>
            <p:cNvSpPr/>
            <p:nvPr/>
          </p:nvSpPr>
          <p:spPr>
            <a:xfrm>
              <a:off x="44407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6" name="타원 11635">
              <a:extLst>
                <a:ext uri="{FF2B5EF4-FFF2-40B4-BE49-F238E27FC236}">
                  <a16:creationId xmlns:a16="http://schemas.microsoft.com/office/drawing/2014/main" id="{26A5D054-9ADA-430C-A514-6B533C905CC4}"/>
                </a:ext>
              </a:extLst>
            </p:cNvPr>
            <p:cNvSpPr/>
            <p:nvPr/>
          </p:nvSpPr>
          <p:spPr>
            <a:xfrm>
              <a:off x="45931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7" name="타원 11636">
              <a:extLst>
                <a:ext uri="{FF2B5EF4-FFF2-40B4-BE49-F238E27FC236}">
                  <a16:creationId xmlns:a16="http://schemas.microsoft.com/office/drawing/2014/main" id="{962BB934-29A5-488F-B0F4-D4D811FFC0D1}"/>
                </a:ext>
              </a:extLst>
            </p:cNvPr>
            <p:cNvSpPr/>
            <p:nvPr/>
          </p:nvSpPr>
          <p:spPr>
            <a:xfrm>
              <a:off x="47455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8" name="타원 11637">
              <a:extLst>
                <a:ext uri="{FF2B5EF4-FFF2-40B4-BE49-F238E27FC236}">
                  <a16:creationId xmlns:a16="http://schemas.microsoft.com/office/drawing/2014/main" id="{CC850D47-D65E-4BE9-91A4-C9926DD74BE5}"/>
                </a:ext>
              </a:extLst>
            </p:cNvPr>
            <p:cNvSpPr/>
            <p:nvPr/>
          </p:nvSpPr>
          <p:spPr>
            <a:xfrm>
              <a:off x="4897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39" name="타원 11638">
              <a:extLst>
                <a:ext uri="{FF2B5EF4-FFF2-40B4-BE49-F238E27FC236}">
                  <a16:creationId xmlns:a16="http://schemas.microsoft.com/office/drawing/2014/main" id="{3FF494BF-155D-488C-8FC2-0C973916690D}"/>
                </a:ext>
              </a:extLst>
            </p:cNvPr>
            <p:cNvSpPr/>
            <p:nvPr/>
          </p:nvSpPr>
          <p:spPr>
            <a:xfrm>
              <a:off x="5050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0" name="타원 11639">
              <a:extLst>
                <a:ext uri="{FF2B5EF4-FFF2-40B4-BE49-F238E27FC236}">
                  <a16:creationId xmlns:a16="http://schemas.microsoft.com/office/drawing/2014/main" id="{87E4545D-32EA-43CE-AEC2-5DB8D363081D}"/>
                </a:ext>
              </a:extLst>
            </p:cNvPr>
            <p:cNvSpPr/>
            <p:nvPr/>
          </p:nvSpPr>
          <p:spPr>
            <a:xfrm>
              <a:off x="52027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1" name="타원 11640">
              <a:extLst>
                <a:ext uri="{FF2B5EF4-FFF2-40B4-BE49-F238E27FC236}">
                  <a16:creationId xmlns:a16="http://schemas.microsoft.com/office/drawing/2014/main" id="{C8633728-05A2-4E1F-A12A-FEA5E051CBFF}"/>
                </a:ext>
              </a:extLst>
            </p:cNvPr>
            <p:cNvSpPr/>
            <p:nvPr/>
          </p:nvSpPr>
          <p:spPr>
            <a:xfrm>
              <a:off x="53551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2" name="타원 11641">
              <a:extLst>
                <a:ext uri="{FF2B5EF4-FFF2-40B4-BE49-F238E27FC236}">
                  <a16:creationId xmlns:a16="http://schemas.microsoft.com/office/drawing/2014/main" id="{4E269167-3346-4C92-9A1C-C7A237302554}"/>
                </a:ext>
              </a:extLst>
            </p:cNvPr>
            <p:cNvSpPr/>
            <p:nvPr/>
          </p:nvSpPr>
          <p:spPr>
            <a:xfrm>
              <a:off x="55075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3" name="타원 11642">
              <a:extLst>
                <a:ext uri="{FF2B5EF4-FFF2-40B4-BE49-F238E27FC236}">
                  <a16:creationId xmlns:a16="http://schemas.microsoft.com/office/drawing/2014/main" id="{1D7D7DD4-AAE8-4BEC-8178-65F1753296DD}"/>
                </a:ext>
              </a:extLst>
            </p:cNvPr>
            <p:cNvSpPr/>
            <p:nvPr/>
          </p:nvSpPr>
          <p:spPr>
            <a:xfrm>
              <a:off x="56599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4" name="타원 11643">
              <a:extLst>
                <a:ext uri="{FF2B5EF4-FFF2-40B4-BE49-F238E27FC236}">
                  <a16:creationId xmlns:a16="http://schemas.microsoft.com/office/drawing/2014/main" id="{98FF0C3B-CB26-4BE8-B0AC-DA170907BECA}"/>
                </a:ext>
              </a:extLst>
            </p:cNvPr>
            <p:cNvSpPr/>
            <p:nvPr/>
          </p:nvSpPr>
          <p:spPr>
            <a:xfrm>
              <a:off x="5812349" y="5787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5" name="타원 11644">
              <a:extLst>
                <a:ext uri="{FF2B5EF4-FFF2-40B4-BE49-F238E27FC236}">
                  <a16:creationId xmlns:a16="http://schemas.microsoft.com/office/drawing/2014/main" id="{CEB8DAC5-E0AE-4B68-B892-21982DB105A9}"/>
                </a:ext>
              </a:extLst>
            </p:cNvPr>
            <p:cNvSpPr/>
            <p:nvPr/>
          </p:nvSpPr>
          <p:spPr>
            <a:xfrm>
              <a:off x="325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6" name="타원 11645">
              <a:extLst>
                <a:ext uri="{FF2B5EF4-FFF2-40B4-BE49-F238E27FC236}">
                  <a16:creationId xmlns:a16="http://schemas.microsoft.com/office/drawing/2014/main" id="{4B8FB837-F4FF-410C-A971-495BA502B93E}"/>
                </a:ext>
              </a:extLst>
            </p:cNvPr>
            <p:cNvSpPr/>
            <p:nvPr/>
          </p:nvSpPr>
          <p:spPr>
            <a:xfrm>
              <a:off x="478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7" name="타원 11646">
              <a:extLst>
                <a:ext uri="{FF2B5EF4-FFF2-40B4-BE49-F238E27FC236}">
                  <a16:creationId xmlns:a16="http://schemas.microsoft.com/office/drawing/2014/main" id="{79BBAE4A-224D-4CB0-8957-9054BFC8D43F}"/>
                </a:ext>
              </a:extLst>
            </p:cNvPr>
            <p:cNvSpPr/>
            <p:nvPr/>
          </p:nvSpPr>
          <p:spPr>
            <a:xfrm>
              <a:off x="6307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8" name="타원 11647">
              <a:extLst>
                <a:ext uri="{FF2B5EF4-FFF2-40B4-BE49-F238E27FC236}">
                  <a16:creationId xmlns:a16="http://schemas.microsoft.com/office/drawing/2014/main" id="{0EA2A706-162E-4AD2-953D-B4FE36FC7431}"/>
                </a:ext>
              </a:extLst>
            </p:cNvPr>
            <p:cNvSpPr/>
            <p:nvPr/>
          </p:nvSpPr>
          <p:spPr>
            <a:xfrm>
              <a:off x="7831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49" name="타원 11648">
              <a:extLst>
                <a:ext uri="{FF2B5EF4-FFF2-40B4-BE49-F238E27FC236}">
                  <a16:creationId xmlns:a16="http://schemas.microsoft.com/office/drawing/2014/main" id="{E2A14135-E6D1-43BD-912E-9674791F921C}"/>
                </a:ext>
              </a:extLst>
            </p:cNvPr>
            <p:cNvSpPr/>
            <p:nvPr/>
          </p:nvSpPr>
          <p:spPr>
            <a:xfrm>
              <a:off x="9355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0" name="타원 11649">
              <a:extLst>
                <a:ext uri="{FF2B5EF4-FFF2-40B4-BE49-F238E27FC236}">
                  <a16:creationId xmlns:a16="http://schemas.microsoft.com/office/drawing/2014/main" id="{339436B1-BED1-4736-BD35-8EB48F4EC6A6}"/>
                </a:ext>
              </a:extLst>
            </p:cNvPr>
            <p:cNvSpPr/>
            <p:nvPr/>
          </p:nvSpPr>
          <p:spPr>
            <a:xfrm>
              <a:off x="1087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1" name="타원 11650">
              <a:extLst>
                <a:ext uri="{FF2B5EF4-FFF2-40B4-BE49-F238E27FC236}">
                  <a16:creationId xmlns:a16="http://schemas.microsoft.com/office/drawing/2014/main" id="{990AFF62-C520-468A-B707-F2ED6B4F024E}"/>
                </a:ext>
              </a:extLst>
            </p:cNvPr>
            <p:cNvSpPr/>
            <p:nvPr/>
          </p:nvSpPr>
          <p:spPr>
            <a:xfrm>
              <a:off x="1240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2" name="타원 11651">
              <a:extLst>
                <a:ext uri="{FF2B5EF4-FFF2-40B4-BE49-F238E27FC236}">
                  <a16:creationId xmlns:a16="http://schemas.microsoft.com/office/drawing/2014/main" id="{A6B6BB9E-568C-44FE-A237-4DD354A36597}"/>
                </a:ext>
              </a:extLst>
            </p:cNvPr>
            <p:cNvSpPr/>
            <p:nvPr/>
          </p:nvSpPr>
          <p:spPr>
            <a:xfrm>
              <a:off x="13927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3" name="타원 11652">
              <a:extLst>
                <a:ext uri="{FF2B5EF4-FFF2-40B4-BE49-F238E27FC236}">
                  <a16:creationId xmlns:a16="http://schemas.microsoft.com/office/drawing/2014/main" id="{75C58FCB-807B-488F-A3C6-290CD56B7DBB}"/>
                </a:ext>
              </a:extLst>
            </p:cNvPr>
            <p:cNvSpPr/>
            <p:nvPr/>
          </p:nvSpPr>
          <p:spPr>
            <a:xfrm>
              <a:off x="15451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4" name="타원 11653">
              <a:extLst>
                <a:ext uri="{FF2B5EF4-FFF2-40B4-BE49-F238E27FC236}">
                  <a16:creationId xmlns:a16="http://schemas.microsoft.com/office/drawing/2014/main" id="{CA47D408-5AF1-4FE3-9457-72AC981B478B}"/>
                </a:ext>
              </a:extLst>
            </p:cNvPr>
            <p:cNvSpPr/>
            <p:nvPr/>
          </p:nvSpPr>
          <p:spPr>
            <a:xfrm>
              <a:off x="16975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5" name="타원 11654">
              <a:extLst>
                <a:ext uri="{FF2B5EF4-FFF2-40B4-BE49-F238E27FC236}">
                  <a16:creationId xmlns:a16="http://schemas.microsoft.com/office/drawing/2014/main" id="{925CA46C-6DD7-4407-A3FF-700C23BC0D46}"/>
                </a:ext>
              </a:extLst>
            </p:cNvPr>
            <p:cNvSpPr/>
            <p:nvPr/>
          </p:nvSpPr>
          <p:spPr>
            <a:xfrm>
              <a:off x="1849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6" name="타원 11655">
              <a:extLst>
                <a:ext uri="{FF2B5EF4-FFF2-40B4-BE49-F238E27FC236}">
                  <a16:creationId xmlns:a16="http://schemas.microsoft.com/office/drawing/2014/main" id="{E3A39012-4604-406A-86C8-BB1C67A8BF17}"/>
                </a:ext>
              </a:extLst>
            </p:cNvPr>
            <p:cNvSpPr/>
            <p:nvPr/>
          </p:nvSpPr>
          <p:spPr>
            <a:xfrm>
              <a:off x="2002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7" name="타원 11656">
              <a:extLst>
                <a:ext uri="{FF2B5EF4-FFF2-40B4-BE49-F238E27FC236}">
                  <a16:creationId xmlns:a16="http://schemas.microsoft.com/office/drawing/2014/main" id="{9BB73462-71C0-4890-96E1-9BF1EEF555EC}"/>
                </a:ext>
              </a:extLst>
            </p:cNvPr>
            <p:cNvSpPr/>
            <p:nvPr/>
          </p:nvSpPr>
          <p:spPr>
            <a:xfrm>
              <a:off x="21547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8" name="타원 11657">
              <a:extLst>
                <a:ext uri="{FF2B5EF4-FFF2-40B4-BE49-F238E27FC236}">
                  <a16:creationId xmlns:a16="http://schemas.microsoft.com/office/drawing/2014/main" id="{74D152B2-9325-43BF-8B19-49A8D28A34F3}"/>
                </a:ext>
              </a:extLst>
            </p:cNvPr>
            <p:cNvSpPr/>
            <p:nvPr/>
          </p:nvSpPr>
          <p:spPr>
            <a:xfrm>
              <a:off x="23071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59" name="타원 11658">
              <a:extLst>
                <a:ext uri="{FF2B5EF4-FFF2-40B4-BE49-F238E27FC236}">
                  <a16:creationId xmlns:a16="http://schemas.microsoft.com/office/drawing/2014/main" id="{2AD9F0C4-6F74-4152-A8A9-8AA27721F471}"/>
                </a:ext>
              </a:extLst>
            </p:cNvPr>
            <p:cNvSpPr/>
            <p:nvPr/>
          </p:nvSpPr>
          <p:spPr>
            <a:xfrm>
              <a:off x="24595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0" name="타원 11659">
              <a:extLst>
                <a:ext uri="{FF2B5EF4-FFF2-40B4-BE49-F238E27FC236}">
                  <a16:creationId xmlns:a16="http://schemas.microsoft.com/office/drawing/2014/main" id="{4F68775B-27AD-40FC-B478-D4852AC9179F}"/>
                </a:ext>
              </a:extLst>
            </p:cNvPr>
            <p:cNvSpPr/>
            <p:nvPr/>
          </p:nvSpPr>
          <p:spPr>
            <a:xfrm>
              <a:off x="2611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1" name="타원 11660">
              <a:extLst>
                <a:ext uri="{FF2B5EF4-FFF2-40B4-BE49-F238E27FC236}">
                  <a16:creationId xmlns:a16="http://schemas.microsoft.com/office/drawing/2014/main" id="{9ADCF6C7-C4CB-438D-A17F-D8DC552A1F73}"/>
                </a:ext>
              </a:extLst>
            </p:cNvPr>
            <p:cNvSpPr/>
            <p:nvPr/>
          </p:nvSpPr>
          <p:spPr>
            <a:xfrm>
              <a:off x="2764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2" name="타원 11661">
              <a:extLst>
                <a:ext uri="{FF2B5EF4-FFF2-40B4-BE49-F238E27FC236}">
                  <a16:creationId xmlns:a16="http://schemas.microsoft.com/office/drawing/2014/main" id="{0C60CB80-5D91-4F07-914B-4511A02010AE}"/>
                </a:ext>
              </a:extLst>
            </p:cNvPr>
            <p:cNvSpPr/>
            <p:nvPr/>
          </p:nvSpPr>
          <p:spPr>
            <a:xfrm>
              <a:off x="29167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3" name="타원 11662">
              <a:extLst>
                <a:ext uri="{FF2B5EF4-FFF2-40B4-BE49-F238E27FC236}">
                  <a16:creationId xmlns:a16="http://schemas.microsoft.com/office/drawing/2014/main" id="{017977C9-B070-4AA5-9AE5-8BC2358CCA9F}"/>
                </a:ext>
              </a:extLst>
            </p:cNvPr>
            <p:cNvSpPr/>
            <p:nvPr/>
          </p:nvSpPr>
          <p:spPr>
            <a:xfrm>
              <a:off x="30691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4" name="타원 11663">
              <a:extLst>
                <a:ext uri="{FF2B5EF4-FFF2-40B4-BE49-F238E27FC236}">
                  <a16:creationId xmlns:a16="http://schemas.microsoft.com/office/drawing/2014/main" id="{4D8205D5-2E10-40E0-9654-59255F57E7B4}"/>
                </a:ext>
              </a:extLst>
            </p:cNvPr>
            <p:cNvSpPr/>
            <p:nvPr/>
          </p:nvSpPr>
          <p:spPr>
            <a:xfrm>
              <a:off x="32215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5" name="타원 11664">
              <a:extLst>
                <a:ext uri="{FF2B5EF4-FFF2-40B4-BE49-F238E27FC236}">
                  <a16:creationId xmlns:a16="http://schemas.microsoft.com/office/drawing/2014/main" id="{67BE7FF2-96F7-42AC-924B-1A40D472CCE9}"/>
                </a:ext>
              </a:extLst>
            </p:cNvPr>
            <p:cNvSpPr/>
            <p:nvPr/>
          </p:nvSpPr>
          <p:spPr>
            <a:xfrm>
              <a:off x="3373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6" name="타원 11665">
              <a:extLst>
                <a:ext uri="{FF2B5EF4-FFF2-40B4-BE49-F238E27FC236}">
                  <a16:creationId xmlns:a16="http://schemas.microsoft.com/office/drawing/2014/main" id="{ECD32778-2B16-4CF3-B8CF-D2230F090274}"/>
                </a:ext>
              </a:extLst>
            </p:cNvPr>
            <p:cNvSpPr/>
            <p:nvPr/>
          </p:nvSpPr>
          <p:spPr>
            <a:xfrm>
              <a:off x="3526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7" name="타원 11666">
              <a:extLst>
                <a:ext uri="{FF2B5EF4-FFF2-40B4-BE49-F238E27FC236}">
                  <a16:creationId xmlns:a16="http://schemas.microsoft.com/office/drawing/2014/main" id="{817F1CE8-67C6-4774-8977-2534379A7949}"/>
                </a:ext>
              </a:extLst>
            </p:cNvPr>
            <p:cNvSpPr/>
            <p:nvPr/>
          </p:nvSpPr>
          <p:spPr>
            <a:xfrm>
              <a:off x="36787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8" name="타원 11667">
              <a:extLst>
                <a:ext uri="{FF2B5EF4-FFF2-40B4-BE49-F238E27FC236}">
                  <a16:creationId xmlns:a16="http://schemas.microsoft.com/office/drawing/2014/main" id="{8AEF6EB2-5E37-4FE1-B06C-6A0A99DC4649}"/>
                </a:ext>
              </a:extLst>
            </p:cNvPr>
            <p:cNvSpPr/>
            <p:nvPr/>
          </p:nvSpPr>
          <p:spPr>
            <a:xfrm>
              <a:off x="38311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69" name="타원 11668">
              <a:extLst>
                <a:ext uri="{FF2B5EF4-FFF2-40B4-BE49-F238E27FC236}">
                  <a16:creationId xmlns:a16="http://schemas.microsoft.com/office/drawing/2014/main" id="{6198A4C6-ADB5-4176-8C4E-605FF26EE399}"/>
                </a:ext>
              </a:extLst>
            </p:cNvPr>
            <p:cNvSpPr/>
            <p:nvPr/>
          </p:nvSpPr>
          <p:spPr>
            <a:xfrm>
              <a:off x="39835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0" name="타원 11669">
              <a:extLst>
                <a:ext uri="{FF2B5EF4-FFF2-40B4-BE49-F238E27FC236}">
                  <a16:creationId xmlns:a16="http://schemas.microsoft.com/office/drawing/2014/main" id="{906C1268-055C-4A56-8358-0005272F8BC6}"/>
                </a:ext>
              </a:extLst>
            </p:cNvPr>
            <p:cNvSpPr/>
            <p:nvPr/>
          </p:nvSpPr>
          <p:spPr>
            <a:xfrm>
              <a:off x="4135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1" name="타원 11670">
              <a:extLst>
                <a:ext uri="{FF2B5EF4-FFF2-40B4-BE49-F238E27FC236}">
                  <a16:creationId xmlns:a16="http://schemas.microsoft.com/office/drawing/2014/main" id="{CD4AA401-59A6-474A-8D43-63D7D7FF3C7C}"/>
                </a:ext>
              </a:extLst>
            </p:cNvPr>
            <p:cNvSpPr/>
            <p:nvPr/>
          </p:nvSpPr>
          <p:spPr>
            <a:xfrm>
              <a:off x="4288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2" name="타원 11671">
              <a:extLst>
                <a:ext uri="{FF2B5EF4-FFF2-40B4-BE49-F238E27FC236}">
                  <a16:creationId xmlns:a16="http://schemas.microsoft.com/office/drawing/2014/main" id="{31BFCCB1-3FA9-4FBF-BB74-4E55B2023BB5}"/>
                </a:ext>
              </a:extLst>
            </p:cNvPr>
            <p:cNvSpPr/>
            <p:nvPr/>
          </p:nvSpPr>
          <p:spPr>
            <a:xfrm>
              <a:off x="44407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3" name="타원 11672">
              <a:extLst>
                <a:ext uri="{FF2B5EF4-FFF2-40B4-BE49-F238E27FC236}">
                  <a16:creationId xmlns:a16="http://schemas.microsoft.com/office/drawing/2014/main" id="{EF8B1EE7-715C-4080-BEA7-ACBA102A8FA5}"/>
                </a:ext>
              </a:extLst>
            </p:cNvPr>
            <p:cNvSpPr/>
            <p:nvPr/>
          </p:nvSpPr>
          <p:spPr>
            <a:xfrm>
              <a:off x="45931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4" name="타원 11673">
              <a:extLst>
                <a:ext uri="{FF2B5EF4-FFF2-40B4-BE49-F238E27FC236}">
                  <a16:creationId xmlns:a16="http://schemas.microsoft.com/office/drawing/2014/main" id="{7F0777A9-3039-44AC-A70B-480C93A365E0}"/>
                </a:ext>
              </a:extLst>
            </p:cNvPr>
            <p:cNvSpPr/>
            <p:nvPr/>
          </p:nvSpPr>
          <p:spPr>
            <a:xfrm>
              <a:off x="47455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5" name="타원 11674">
              <a:extLst>
                <a:ext uri="{FF2B5EF4-FFF2-40B4-BE49-F238E27FC236}">
                  <a16:creationId xmlns:a16="http://schemas.microsoft.com/office/drawing/2014/main" id="{44AFCB32-B97C-4BA3-BDE9-C47C05ABAFC7}"/>
                </a:ext>
              </a:extLst>
            </p:cNvPr>
            <p:cNvSpPr/>
            <p:nvPr/>
          </p:nvSpPr>
          <p:spPr>
            <a:xfrm>
              <a:off x="4897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6" name="타원 11675">
              <a:extLst>
                <a:ext uri="{FF2B5EF4-FFF2-40B4-BE49-F238E27FC236}">
                  <a16:creationId xmlns:a16="http://schemas.microsoft.com/office/drawing/2014/main" id="{CC888DB9-5C54-4D2A-8AD2-833AC4E06E89}"/>
                </a:ext>
              </a:extLst>
            </p:cNvPr>
            <p:cNvSpPr/>
            <p:nvPr/>
          </p:nvSpPr>
          <p:spPr>
            <a:xfrm>
              <a:off x="5050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7" name="타원 11676">
              <a:extLst>
                <a:ext uri="{FF2B5EF4-FFF2-40B4-BE49-F238E27FC236}">
                  <a16:creationId xmlns:a16="http://schemas.microsoft.com/office/drawing/2014/main" id="{75A90DF6-DE7E-4B19-B0C4-A5B8B4E562CB}"/>
                </a:ext>
              </a:extLst>
            </p:cNvPr>
            <p:cNvSpPr/>
            <p:nvPr/>
          </p:nvSpPr>
          <p:spPr>
            <a:xfrm>
              <a:off x="52027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8" name="타원 11677">
              <a:extLst>
                <a:ext uri="{FF2B5EF4-FFF2-40B4-BE49-F238E27FC236}">
                  <a16:creationId xmlns:a16="http://schemas.microsoft.com/office/drawing/2014/main" id="{1D99D3D9-A710-45CE-B491-05FCB74B7AD2}"/>
                </a:ext>
              </a:extLst>
            </p:cNvPr>
            <p:cNvSpPr/>
            <p:nvPr/>
          </p:nvSpPr>
          <p:spPr>
            <a:xfrm>
              <a:off x="53551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79" name="타원 11678">
              <a:extLst>
                <a:ext uri="{FF2B5EF4-FFF2-40B4-BE49-F238E27FC236}">
                  <a16:creationId xmlns:a16="http://schemas.microsoft.com/office/drawing/2014/main" id="{7F294586-64F7-49EA-8C59-81704E1B9545}"/>
                </a:ext>
              </a:extLst>
            </p:cNvPr>
            <p:cNvSpPr/>
            <p:nvPr/>
          </p:nvSpPr>
          <p:spPr>
            <a:xfrm>
              <a:off x="55075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0" name="타원 11679">
              <a:extLst>
                <a:ext uri="{FF2B5EF4-FFF2-40B4-BE49-F238E27FC236}">
                  <a16:creationId xmlns:a16="http://schemas.microsoft.com/office/drawing/2014/main" id="{0514FB42-11E2-4291-A437-670224D0B347}"/>
                </a:ext>
              </a:extLst>
            </p:cNvPr>
            <p:cNvSpPr/>
            <p:nvPr/>
          </p:nvSpPr>
          <p:spPr>
            <a:xfrm>
              <a:off x="56599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1" name="타원 11680">
              <a:extLst>
                <a:ext uri="{FF2B5EF4-FFF2-40B4-BE49-F238E27FC236}">
                  <a16:creationId xmlns:a16="http://schemas.microsoft.com/office/drawing/2014/main" id="{461CB30C-568D-4431-901C-767239D321E1}"/>
                </a:ext>
              </a:extLst>
            </p:cNvPr>
            <p:cNvSpPr/>
            <p:nvPr/>
          </p:nvSpPr>
          <p:spPr>
            <a:xfrm>
              <a:off x="5812349" y="5939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2" name="타원 11681">
              <a:extLst>
                <a:ext uri="{FF2B5EF4-FFF2-40B4-BE49-F238E27FC236}">
                  <a16:creationId xmlns:a16="http://schemas.microsoft.com/office/drawing/2014/main" id="{6A6FD7E7-09EB-442B-8201-B56D159D8ABE}"/>
                </a:ext>
              </a:extLst>
            </p:cNvPr>
            <p:cNvSpPr/>
            <p:nvPr/>
          </p:nvSpPr>
          <p:spPr>
            <a:xfrm>
              <a:off x="325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3" name="타원 11682">
              <a:extLst>
                <a:ext uri="{FF2B5EF4-FFF2-40B4-BE49-F238E27FC236}">
                  <a16:creationId xmlns:a16="http://schemas.microsoft.com/office/drawing/2014/main" id="{D455773F-7FDD-479C-B29D-3053ED065741}"/>
                </a:ext>
              </a:extLst>
            </p:cNvPr>
            <p:cNvSpPr/>
            <p:nvPr/>
          </p:nvSpPr>
          <p:spPr>
            <a:xfrm>
              <a:off x="478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4" name="타원 11683">
              <a:extLst>
                <a:ext uri="{FF2B5EF4-FFF2-40B4-BE49-F238E27FC236}">
                  <a16:creationId xmlns:a16="http://schemas.microsoft.com/office/drawing/2014/main" id="{96E13522-08E0-4062-AB74-D97C09CA83A9}"/>
                </a:ext>
              </a:extLst>
            </p:cNvPr>
            <p:cNvSpPr/>
            <p:nvPr/>
          </p:nvSpPr>
          <p:spPr>
            <a:xfrm>
              <a:off x="6307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5" name="타원 11684">
              <a:extLst>
                <a:ext uri="{FF2B5EF4-FFF2-40B4-BE49-F238E27FC236}">
                  <a16:creationId xmlns:a16="http://schemas.microsoft.com/office/drawing/2014/main" id="{B3ED3824-76A3-4A99-8BD0-8B9E1FCA9872}"/>
                </a:ext>
              </a:extLst>
            </p:cNvPr>
            <p:cNvSpPr/>
            <p:nvPr/>
          </p:nvSpPr>
          <p:spPr>
            <a:xfrm>
              <a:off x="7831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6" name="타원 11685">
              <a:extLst>
                <a:ext uri="{FF2B5EF4-FFF2-40B4-BE49-F238E27FC236}">
                  <a16:creationId xmlns:a16="http://schemas.microsoft.com/office/drawing/2014/main" id="{D6EE25A3-87DE-4CDE-A7C2-8EDF184E45B5}"/>
                </a:ext>
              </a:extLst>
            </p:cNvPr>
            <p:cNvSpPr/>
            <p:nvPr/>
          </p:nvSpPr>
          <p:spPr>
            <a:xfrm>
              <a:off x="9355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7" name="타원 11686">
              <a:extLst>
                <a:ext uri="{FF2B5EF4-FFF2-40B4-BE49-F238E27FC236}">
                  <a16:creationId xmlns:a16="http://schemas.microsoft.com/office/drawing/2014/main" id="{A261CC5F-87E8-4F7D-A8A9-D7B49915E848}"/>
                </a:ext>
              </a:extLst>
            </p:cNvPr>
            <p:cNvSpPr/>
            <p:nvPr/>
          </p:nvSpPr>
          <p:spPr>
            <a:xfrm>
              <a:off x="1087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8" name="타원 11687">
              <a:extLst>
                <a:ext uri="{FF2B5EF4-FFF2-40B4-BE49-F238E27FC236}">
                  <a16:creationId xmlns:a16="http://schemas.microsoft.com/office/drawing/2014/main" id="{A48154BF-67D0-44D3-A79C-9DA825EF25CF}"/>
                </a:ext>
              </a:extLst>
            </p:cNvPr>
            <p:cNvSpPr/>
            <p:nvPr/>
          </p:nvSpPr>
          <p:spPr>
            <a:xfrm>
              <a:off x="1240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89" name="타원 11688">
              <a:extLst>
                <a:ext uri="{FF2B5EF4-FFF2-40B4-BE49-F238E27FC236}">
                  <a16:creationId xmlns:a16="http://schemas.microsoft.com/office/drawing/2014/main" id="{F118A404-B27A-44CF-827C-1E11918733E0}"/>
                </a:ext>
              </a:extLst>
            </p:cNvPr>
            <p:cNvSpPr/>
            <p:nvPr/>
          </p:nvSpPr>
          <p:spPr>
            <a:xfrm>
              <a:off x="13927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0" name="타원 11689">
              <a:extLst>
                <a:ext uri="{FF2B5EF4-FFF2-40B4-BE49-F238E27FC236}">
                  <a16:creationId xmlns:a16="http://schemas.microsoft.com/office/drawing/2014/main" id="{A7F2A212-4968-4385-955A-B31E1B340FC8}"/>
                </a:ext>
              </a:extLst>
            </p:cNvPr>
            <p:cNvSpPr/>
            <p:nvPr/>
          </p:nvSpPr>
          <p:spPr>
            <a:xfrm>
              <a:off x="15451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1" name="타원 11690">
              <a:extLst>
                <a:ext uri="{FF2B5EF4-FFF2-40B4-BE49-F238E27FC236}">
                  <a16:creationId xmlns:a16="http://schemas.microsoft.com/office/drawing/2014/main" id="{321EB559-E6F9-4ECB-8EE9-A636220178B3}"/>
                </a:ext>
              </a:extLst>
            </p:cNvPr>
            <p:cNvSpPr/>
            <p:nvPr/>
          </p:nvSpPr>
          <p:spPr>
            <a:xfrm>
              <a:off x="16975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2" name="타원 11691">
              <a:extLst>
                <a:ext uri="{FF2B5EF4-FFF2-40B4-BE49-F238E27FC236}">
                  <a16:creationId xmlns:a16="http://schemas.microsoft.com/office/drawing/2014/main" id="{09FB3BA6-264D-430E-8CF2-9519E2D78D36}"/>
                </a:ext>
              </a:extLst>
            </p:cNvPr>
            <p:cNvSpPr/>
            <p:nvPr/>
          </p:nvSpPr>
          <p:spPr>
            <a:xfrm>
              <a:off x="1849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3" name="타원 11692">
              <a:extLst>
                <a:ext uri="{FF2B5EF4-FFF2-40B4-BE49-F238E27FC236}">
                  <a16:creationId xmlns:a16="http://schemas.microsoft.com/office/drawing/2014/main" id="{4D421383-AECE-4EF4-BD4E-D1EC9937A7C4}"/>
                </a:ext>
              </a:extLst>
            </p:cNvPr>
            <p:cNvSpPr/>
            <p:nvPr/>
          </p:nvSpPr>
          <p:spPr>
            <a:xfrm>
              <a:off x="2002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4" name="타원 11693">
              <a:extLst>
                <a:ext uri="{FF2B5EF4-FFF2-40B4-BE49-F238E27FC236}">
                  <a16:creationId xmlns:a16="http://schemas.microsoft.com/office/drawing/2014/main" id="{F920194C-9526-4F59-B450-70A5CD457AAA}"/>
                </a:ext>
              </a:extLst>
            </p:cNvPr>
            <p:cNvSpPr/>
            <p:nvPr/>
          </p:nvSpPr>
          <p:spPr>
            <a:xfrm>
              <a:off x="21547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5" name="타원 11694">
              <a:extLst>
                <a:ext uri="{FF2B5EF4-FFF2-40B4-BE49-F238E27FC236}">
                  <a16:creationId xmlns:a16="http://schemas.microsoft.com/office/drawing/2014/main" id="{F2C4CEC0-BAD1-4461-A179-2556EDB84E23}"/>
                </a:ext>
              </a:extLst>
            </p:cNvPr>
            <p:cNvSpPr/>
            <p:nvPr/>
          </p:nvSpPr>
          <p:spPr>
            <a:xfrm>
              <a:off x="23071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6" name="타원 11695">
              <a:extLst>
                <a:ext uri="{FF2B5EF4-FFF2-40B4-BE49-F238E27FC236}">
                  <a16:creationId xmlns:a16="http://schemas.microsoft.com/office/drawing/2014/main" id="{D4AE8A5A-B39F-43A4-A305-7EF4F722D6A2}"/>
                </a:ext>
              </a:extLst>
            </p:cNvPr>
            <p:cNvSpPr/>
            <p:nvPr/>
          </p:nvSpPr>
          <p:spPr>
            <a:xfrm>
              <a:off x="24595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7" name="타원 11696">
              <a:extLst>
                <a:ext uri="{FF2B5EF4-FFF2-40B4-BE49-F238E27FC236}">
                  <a16:creationId xmlns:a16="http://schemas.microsoft.com/office/drawing/2014/main" id="{9FF8B5B0-5736-49C8-A88A-8B5428959BD0}"/>
                </a:ext>
              </a:extLst>
            </p:cNvPr>
            <p:cNvSpPr/>
            <p:nvPr/>
          </p:nvSpPr>
          <p:spPr>
            <a:xfrm>
              <a:off x="2611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8" name="타원 11697">
              <a:extLst>
                <a:ext uri="{FF2B5EF4-FFF2-40B4-BE49-F238E27FC236}">
                  <a16:creationId xmlns:a16="http://schemas.microsoft.com/office/drawing/2014/main" id="{3B63A880-BCDB-4623-8404-EFACDE63AEBC}"/>
                </a:ext>
              </a:extLst>
            </p:cNvPr>
            <p:cNvSpPr/>
            <p:nvPr/>
          </p:nvSpPr>
          <p:spPr>
            <a:xfrm>
              <a:off x="2764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99" name="타원 11698">
              <a:extLst>
                <a:ext uri="{FF2B5EF4-FFF2-40B4-BE49-F238E27FC236}">
                  <a16:creationId xmlns:a16="http://schemas.microsoft.com/office/drawing/2014/main" id="{29D64D75-3409-46BD-91D1-3BA13FA7A11B}"/>
                </a:ext>
              </a:extLst>
            </p:cNvPr>
            <p:cNvSpPr/>
            <p:nvPr/>
          </p:nvSpPr>
          <p:spPr>
            <a:xfrm>
              <a:off x="29167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0" name="타원 11699">
              <a:extLst>
                <a:ext uri="{FF2B5EF4-FFF2-40B4-BE49-F238E27FC236}">
                  <a16:creationId xmlns:a16="http://schemas.microsoft.com/office/drawing/2014/main" id="{27ED9F85-89C4-4C46-8EAE-91BB890830D6}"/>
                </a:ext>
              </a:extLst>
            </p:cNvPr>
            <p:cNvSpPr/>
            <p:nvPr/>
          </p:nvSpPr>
          <p:spPr>
            <a:xfrm>
              <a:off x="30691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1" name="타원 11700">
              <a:extLst>
                <a:ext uri="{FF2B5EF4-FFF2-40B4-BE49-F238E27FC236}">
                  <a16:creationId xmlns:a16="http://schemas.microsoft.com/office/drawing/2014/main" id="{02401FBE-A6F1-4BA8-AB9B-7C395DA88E9F}"/>
                </a:ext>
              </a:extLst>
            </p:cNvPr>
            <p:cNvSpPr/>
            <p:nvPr/>
          </p:nvSpPr>
          <p:spPr>
            <a:xfrm>
              <a:off x="32215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2" name="타원 11701">
              <a:extLst>
                <a:ext uri="{FF2B5EF4-FFF2-40B4-BE49-F238E27FC236}">
                  <a16:creationId xmlns:a16="http://schemas.microsoft.com/office/drawing/2014/main" id="{B537D0AF-BBCA-4A94-ABBA-049331AE3659}"/>
                </a:ext>
              </a:extLst>
            </p:cNvPr>
            <p:cNvSpPr/>
            <p:nvPr/>
          </p:nvSpPr>
          <p:spPr>
            <a:xfrm>
              <a:off x="3373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3" name="타원 11702">
              <a:extLst>
                <a:ext uri="{FF2B5EF4-FFF2-40B4-BE49-F238E27FC236}">
                  <a16:creationId xmlns:a16="http://schemas.microsoft.com/office/drawing/2014/main" id="{AED9ECE0-095B-40C4-98C2-495F9BEF67EA}"/>
                </a:ext>
              </a:extLst>
            </p:cNvPr>
            <p:cNvSpPr/>
            <p:nvPr/>
          </p:nvSpPr>
          <p:spPr>
            <a:xfrm>
              <a:off x="3526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4" name="타원 11703">
              <a:extLst>
                <a:ext uri="{FF2B5EF4-FFF2-40B4-BE49-F238E27FC236}">
                  <a16:creationId xmlns:a16="http://schemas.microsoft.com/office/drawing/2014/main" id="{281E67B0-2C45-4288-98A6-919FA33267DE}"/>
                </a:ext>
              </a:extLst>
            </p:cNvPr>
            <p:cNvSpPr/>
            <p:nvPr/>
          </p:nvSpPr>
          <p:spPr>
            <a:xfrm>
              <a:off x="36787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5" name="타원 11704">
              <a:extLst>
                <a:ext uri="{FF2B5EF4-FFF2-40B4-BE49-F238E27FC236}">
                  <a16:creationId xmlns:a16="http://schemas.microsoft.com/office/drawing/2014/main" id="{D1D962E3-432E-4954-B95E-153DD16F4A19}"/>
                </a:ext>
              </a:extLst>
            </p:cNvPr>
            <p:cNvSpPr/>
            <p:nvPr/>
          </p:nvSpPr>
          <p:spPr>
            <a:xfrm>
              <a:off x="38311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6" name="타원 11705">
              <a:extLst>
                <a:ext uri="{FF2B5EF4-FFF2-40B4-BE49-F238E27FC236}">
                  <a16:creationId xmlns:a16="http://schemas.microsoft.com/office/drawing/2014/main" id="{27578707-BAC5-49DA-825A-76E559893154}"/>
                </a:ext>
              </a:extLst>
            </p:cNvPr>
            <p:cNvSpPr/>
            <p:nvPr/>
          </p:nvSpPr>
          <p:spPr>
            <a:xfrm>
              <a:off x="39835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7" name="타원 11706">
              <a:extLst>
                <a:ext uri="{FF2B5EF4-FFF2-40B4-BE49-F238E27FC236}">
                  <a16:creationId xmlns:a16="http://schemas.microsoft.com/office/drawing/2014/main" id="{7F7FCAE0-7092-43CF-8939-2F695C99DA27}"/>
                </a:ext>
              </a:extLst>
            </p:cNvPr>
            <p:cNvSpPr/>
            <p:nvPr/>
          </p:nvSpPr>
          <p:spPr>
            <a:xfrm>
              <a:off x="4135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8" name="타원 11707">
              <a:extLst>
                <a:ext uri="{FF2B5EF4-FFF2-40B4-BE49-F238E27FC236}">
                  <a16:creationId xmlns:a16="http://schemas.microsoft.com/office/drawing/2014/main" id="{BAB5EA63-3D70-49B4-8E1A-4CAC5E8D7EED}"/>
                </a:ext>
              </a:extLst>
            </p:cNvPr>
            <p:cNvSpPr/>
            <p:nvPr/>
          </p:nvSpPr>
          <p:spPr>
            <a:xfrm>
              <a:off x="4288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09" name="타원 11708">
              <a:extLst>
                <a:ext uri="{FF2B5EF4-FFF2-40B4-BE49-F238E27FC236}">
                  <a16:creationId xmlns:a16="http://schemas.microsoft.com/office/drawing/2014/main" id="{E1CD0B42-2776-4C5F-B10D-DF2E8A9BE2DE}"/>
                </a:ext>
              </a:extLst>
            </p:cNvPr>
            <p:cNvSpPr/>
            <p:nvPr/>
          </p:nvSpPr>
          <p:spPr>
            <a:xfrm>
              <a:off x="44407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0" name="타원 11709">
              <a:extLst>
                <a:ext uri="{FF2B5EF4-FFF2-40B4-BE49-F238E27FC236}">
                  <a16:creationId xmlns:a16="http://schemas.microsoft.com/office/drawing/2014/main" id="{509CB464-C52D-47E0-B1E8-981BD926C5D9}"/>
                </a:ext>
              </a:extLst>
            </p:cNvPr>
            <p:cNvSpPr/>
            <p:nvPr/>
          </p:nvSpPr>
          <p:spPr>
            <a:xfrm>
              <a:off x="45931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1" name="타원 11710">
              <a:extLst>
                <a:ext uri="{FF2B5EF4-FFF2-40B4-BE49-F238E27FC236}">
                  <a16:creationId xmlns:a16="http://schemas.microsoft.com/office/drawing/2014/main" id="{94A5F445-7968-4BA8-BD5A-86C6DB989756}"/>
                </a:ext>
              </a:extLst>
            </p:cNvPr>
            <p:cNvSpPr/>
            <p:nvPr/>
          </p:nvSpPr>
          <p:spPr>
            <a:xfrm>
              <a:off x="47455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2" name="타원 11711">
              <a:extLst>
                <a:ext uri="{FF2B5EF4-FFF2-40B4-BE49-F238E27FC236}">
                  <a16:creationId xmlns:a16="http://schemas.microsoft.com/office/drawing/2014/main" id="{A1B606A8-6D9F-42F4-BDCC-09578B692C96}"/>
                </a:ext>
              </a:extLst>
            </p:cNvPr>
            <p:cNvSpPr/>
            <p:nvPr/>
          </p:nvSpPr>
          <p:spPr>
            <a:xfrm>
              <a:off x="4897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3" name="타원 11712">
              <a:extLst>
                <a:ext uri="{FF2B5EF4-FFF2-40B4-BE49-F238E27FC236}">
                  <a16:creationId xmlns:a16="http://schemas.microsoft.com/office/drawing/2014/main" id="{2E1AAECF-8659-435B-91CE-361BBC85E650}"/>
                </a:ext>
              </a:extLst>
            </p:cNvPr>
            <p:cNvSpPr/>
            <p:nvPr/>
          </p:nvSpPr>
          <p:spPr>
            <a:xfrm>
              <a:off x="5050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4" name="타원 11713">
              <a:extLst>
                <a:ext uri="{FF2B5EF4-FFF2-40B4-BE49-F238E27FC236}">
                  <a16:creationId xmlns:a16="http://schemas.microsoft.com/office/drawing/2014/main" id="{B71FC716-37E7-4ACA-89B7-1414A25780CE}"/>
                </a:ext>
              </a:extLst>
            </p:cNvPr>
            <p:cNvSpPr/>
            <p:nvPr/>
          </p:nvSpPr>
          <p:spPr>
            <a:xfrm>
              <a:off x="52027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5" name="타원 11714">
              <a:extLst>
                <a:ext uri="{FF2B5EF4-FFF2-40B4-BE49-F238E27FC236}">
                  <a16:creationId xmlns:a16="http://schemas.microsoft.com/office/drawing/2014/main" id="{2FCF23AB-64CD-4F7B-9F6D-734AD60D972B}"/>
                </a:ext>
              </a:extLst>
            </p:cNvPr>
            <p:cNvSpPr/>
            <p:nvPr/>
          </p:nvSpPr>
          <p:spPr>
            <a:xfrm>
              <a:off x="53551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6" name="타원 11715">
              <a:extLst>
                <a:ext uri="{FF2B5EF4-FFF2-40B4-BE49-F238E27FC236}">
                  <a16:creationId xmlns:a16="http://schemas.microsoft.com/office/drawing/2014/main" id="{CB693C35-F1FE-4487-AF1F-F8D5BA649DCF}"/>
                </a:ext>
              </a:extLst>
            </p:cNvPr>
            <p:cNvSpPr/>
            <p:nvPr/>
          </p:nvSpPr>
          <p:spPr>
            <a:xfrm>
              <a:off x="55075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7" name="타원 11716">
              <a:extLst>
                <a:ext uri="{FF2B5EF4-FFF2-40B4-BE49-F238E27FC236}">
                  <a16:creationId xmlns:a16="http://schemas.microsoft.com/office/drawing/2014/main" id="{E02B13BD-709C-4819-B655-7C5DA79812FD}"/>
                </a:ext>
              </a:extLst>
            </p:cNvPr>
            <p:cNvSpPr/>
            <p:nvPr/>
          </p:nvSpPr>
          <p:spPr>
            <a:xfrm>
              <a:off x="56599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8" name="타원 11717">
              <a:extLst>
                <a:ext uri="{FF2B5EF4-FFF2-40B4-BE49-F238E27FC236}">
                  <a16:creationId xmlns:a16="http://schemas.microsoft.com/office/drawing/2014/main" id="{40A3679E-A7C2-4F0F-A43F-D899B398F481}"/>
                </a:ext>
              </a:extLst>
            </p:cNvPr>
            <p:cNvSpPr/>
            <p:nvPr/>
          </p:nvSpPr>
          <p:spPr>
            <a:xfrm>
              <a:off x="5812349" y="6091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19" name="타원 11718">
              <a:extLst>
                <a:ext uri="{FF2B5EF4-FFF2-40B4-BE49-F238E27FC236}">
                  <a16:creationId xmlns:a16="http://schemas.microsoft.com/office/drawing/2014/main" id="{6DDB6A2E-0F2C-43F1-BFBC-83F83D248B03}"/>
                </a:ext>
              </a:extLst>
            </p:cNvPr>
            <p:cNvSpPr/>
            <p:nvPr/>
          </p:nvSpPr>
          <p:spPr>
            <a:xfrm>
              <a:off x="325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0" name="타원 11719">
              <a:extLst>
                <a:ext uri="{FF2B5EF4-FFF2-40B4-BE49-F238E27FC236}">
                  <a16:creationId xmlns:a16="http://schemas.microsoft.com/office/drawing/2014/main" id="{0A65001C-D71D-4732-8B2F-CDA1F57926E8}"/>
                </a:ext>
              </a:extLst>
            </p:cNvPr>
            <p:cNvSpPr/>
            <p:nvPr/>
          </p:nvSpPr>
          <p:spPr>
            <a:xfrm>
              <a:off x="478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1" name="타원 11720">
              <a:extLst>
                <a:ext uri="{FF2B5EF4-FFF2-40B4-BE49-F238E27FC236}">
                  <a16:creationId xmlns:a16="http://schemas.microsoft.com/office/drawing/2014/main" id="{057D0782-6C1A-40F1-AB05-039C21471386}"/>
                </a:ext>
              </a:extLst>
            </p:cNvPr>
            <p:cNvSpPr/>
            <p:nvPr/>
          </p:nvSpPr>
          <p:spPr>
            <a:xfrm>
              <a:off x="6307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2" name="타원 11721">
              <a:extLst>
                <a:ext uri="{FF2B5EF4-FFF2-40B4-BE49-F238E27FC236}">
                  <a16:creationId xmlns:a16="http://schemas.microsoft.com/office/drawing/2014/main" id="{11B26199-1992-449C-947D-9AF06A7AC16D}"/>
                </a:ext>
              </a:extLst>
            </p:cNvPr>
            <p:cNvSpPr/>
            <p:nvPr/>
          </p:nvSpPr>
          <p:spPr>
            <a:xfrm>
              <a:off x="7831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3" name="타원 11722">
              <a:extLst>
                <a:ext uri="{FF2B5EF4-FFF2-40B4-BE49-F238E27FC236}">
                  <a16:creationId xmlns:a16="http://schemas.microsoft.com/office/drawing/2014/main" id="{9D72640D-161D-480A-A217-992421BD3D30}"/>
                </a:ext>
              </a:extLst>
            </p:cNvPr>
            <p:cNvSpPr/>
            <p:nvPr/>
          </p:nvSpPr>
          <p:spPr>
            <a:xfrm>
              <a:off x="9355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4" name="타원 11723">
              <a:extLst>
                <a:ext uri="{FF2B5EF4-FFF2-40B4-BE49-F238E27FC236}">
                  <a16:creationId xmlns:a16="http://schemas.microsoft.com/office/drawing/2014/main" id="{8F435F33-AF0F-4D6C-B47D-F1D14B39DFDD}"/>
                </a:ext>
              </a:extLst>
            </p:cNvPr>
            <p:cNvSpPr/>
            <p:nvPr/>
          </p:nvSpPr>
          <p:spPr>
            <a:xfrm>
              <a:off x="1087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5" name="타원 11724">
              <a:extLst>
                <a:ext uri="{FF2B5EF4-FFF2-40B4-BE49-F238E27FC236}">
                  <a16:creationId xmlns:a16="http://schemas.microsoft.com/office/drawing/2014/main" id="{59265F45-3DC0-4A2E-B5F6-456649CF9CFC}"/>
                </a:ext>
              </a:extLst>
            </p:cNvPr>
            <p:cNvSpPr/>
            <p:nvPr/>
          </p:nvSpPr>
          <p:spPr>
            <a:xfrm>
              <a:off x="1240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6" name="타원 11725">
              <a:extLst>
                <a:ext uri="{FF2B5EF4-FFF2-40B4-BE49-F238E27FC236}">
                  <a16:creationId xmlns:a16="http://schemas.microsoft.com/office/drawing/2014/main" id="{EDD2A73B-ED1E-4F49-A93A-AF39E990041A}"/>
                </a:ext>
              </a:extLst>
            </p:cNvPr>
            <p:cNvSpPr/>
            <p:nvPr/>
          </p:nvSpPr>
          <p:spPr>
            <a:xfrm>
              <a:off x="13927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7" name="타원 11726">
              <a:extLst>
                <a:ext uri="{FF2B5EF4-FFF2-40B4-BE49-F238E27FC236}">
                  <a16:creationId xmlns:a16="http://schemas.microsoft.com/office/drawing/2014/main" id="{32683FA5-0637-4167-920E-9CB7E606076C}"/>
                </a:ext>
              </a:extLst>
            </p:cNvPr>
            <p:cNvSpPr/>
            <p:nvPr/>
          </p:nvSpPr>
          <p:spPr>
            <a:xfrm>
              <a:off x="15451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8" name="타원 11727">
              <a:extLst>
                <a:ext uri="{FF2B5EF4-FFF2-40B4-BE49-F238E27FC236}">
                  <a16:creationId xmlns:a16="http://schemas.microsoft.com/office/drawing/2014/main" id="{247B7487-E96A-4A18-BE9B-B0AE125DB7EA}"/>
                </a:ext>
              </a:extLst>
            </p:cNvPr>
            <p:cNvSpPr/>
            <p:nvPr/>
          </p:nvSpPr>
          <p:spPr>
            <a:xfrm>
              <a:off x="16975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29" name="타원 11728">
              <a:extLst>
                <a:ext uri="{FF2B5EF4-FFF2-40B4-BE49-F238E27FC236}">
                  <a16:creationId xmlns:a16="http://schemas.microsoft.com/office/drawing/2014/main" id="{44146693-C53E-448A-ACE5-1281E84F7097}"/>
                </a:ext>
              </a:extLst>
            </p:cNvPr>
            <p:cNvSpPr/>
            <p:nvPr/>
          </p:nvSpPr>
          <p:spPr>
            <a:xfrm>
              <a:off x="1849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0" name="타원 11729">
              <a:extLst>
                <a:ext uri="{FF2B5EF4-FFF2-40B4-BE49-F238E27FC236}">
                  <a16:creationId xmlns:a16="http://schemas.microsoft.com/office/drawing/2014/main" id="{62BD47E2-06D2-4A18-A293-D5B130D59F62}"/>
                </a:ext>
              </a:extLst>
            </p:cNvPr>
            <p:cNvSpPr/>
            <p:nvPr/>
          </p:nvSpPr>
          <p:spPr>
            <a:xfrm>
              <a:off x="2002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1" name="타원 11730">
              <a:extLst>
                <a:ext uri="{FF2B5EF4-FFF2-40B4-BE49-F238E27FC236}">
                  <a16:creationId xmlns:a16="http://schemas.microsoft.com/office/drawing/2014/main" id="{BE5A6960-1A5E-4420-978B-79624378985E}"/>
                </a:ext>
              </a:extLst>
            </p:cNvPr>
            <p:cNvSpPr/>
            <p:nvPr/>
          </p:nvSpPr>
          <p:spPr>
            <a:xfrm>
              <a:off x="21547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2" name="타원 11731">
              <a:extLst>
                <a:ext uri="{FF2B5EF4-FFF2-40B4-BE49-F238E27FC236}">
                  <a16:creationId xmlns:a16="http://schemas.microsoft.com/office/drawing/2014/main" id="{C0A3534B-6B8F-4214-B455-7E78C05421AA}"/>
                </a:ext>
              </a:extLst>
            </p:cNvPr>
            <p:cNvSpPr/>
            <p:nvPr/>
          </p:nvSpPr>
          <p:spPr>
            <a:xfrm>
              <a:off x="23071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3" name="타원 11732">
              <a:extLst>
                <a:ext uri="{FF2B5EF4-FFF2-40B4-BE49-F238E27FC236}">
                  <a16:creationId xmlns:a16="http://schemas.microsoft.com/office/drawing/2014/main" id="{8E7596A7-F8F0-46A3-9BB3-D888D716656A}"/>
                </a:ext>
              </a:extLst>
            </p:cNvPr>
            <p:cNvSpPr/>
            <p:nvPr/>
          </p:nvSpPr>
          <p:spPr>
            <a:xfrm>
              <a:off x="24595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4" name="타원 11733">
              <a:extLst>
                <a:ext uri="{FF2B5EF4-FFF2-40B4-BE49-F238E27FC236}">
                  <a16:creationId xmlns:a16="http://schemas.microsoft.com/office/drawing/2014/main" id="{74AEAD47-CBF5-4154-9042-9815C4CB1462}"/>
                </a:ext>
              </a:extLst>
            </p:cNvPr>
            <p:cNvSpPr/>
            <p:nvPr/>
          </p:nvSpPr>
          <p:spPr>
            <a:xfrm>
              <a:off x="2611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5" name="타원 11734">
              <a:extLst>
                <a:ext uri="{FF2B5EF4-FFF2-40B4-BE49-F238E27FC236}">
                  <a16:creationId xmlns:a16="http://schemas.microsoft.com/office/drawing/2014/main" id="{9BA26CC4-933F-4AD4-9C67-36A57A012FFE}"/>
                </a:ext>
              </a:extLst>
            </p:cNvPr>
            <p:cNvSpPr/>
            <p:nvPr/>
          </p:nvSpPr>
          <p:spPr>
            <a:xfrm>
              <a:off x="2764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6" name="타원 11735">
              <a:extLst>
                <a:ext uri="{FF2B5EF4-FFF2-40B4-BE49-F238E27FC236}">
                  <a16:creationId xmlns:a16="http://schemas.microsoft.com/office/drawing/2014/main" id="{4BC2308B-94B2-423B-91B2-CBF0EE3889DB}"/>
                </a:ext>
              </a:extLst>
            </p:cNvPr>
            <p:cNvSpPr/>
            <p:nvPr/>
          </p:nvSpPr>
          <p:spPr>
            <a:xfrm>
              <a:off x="29167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7" name="타원 11736">
              <a:extLst>
                <a:ext uri="{FF2B5EF4-FFF2-40B4-BE49-F238E27FC236}">
                  <a16:creationId xmlns:a16="http://schemas.microsoft.com/office/drawing/2014/main" id="{B248A0BB-D952-45A2-94E7-844DB2255DD5}"/>
                </a:ext>
              </a:extLst>
            </p:cNvPr>
            <p:cNvSpPr/>
            <p:nvPr/>
          </p:nvSpPr>
          <p:spPr>
            <a:xfrm>
              <a:off x="30691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8" name="타원 11737">
              <a:extLst>
                <a:ext uri="{FF2B5EF4-FFF2-40B4-BE49-F238E27FC236}">
                  <a16:creationId xmlns:a16="http://schemas.microsoft.com/office/drawing/2014/main" id="{2658DAB2-FF84-4D83-AEBF-8156CFBE163E}"/>
                </a:ext>
              </a:extLst>
            </p:cNvPr>
            <p:cNvSpPr/>
            <p:nvPr/>
          </p:nvSpPr>
          <p:spPr>
            <a:xfrm>
              <a:off x="32215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39" name="타원 11738">
              <a:extLst>
                <a:ext uri="{FF2B5EF4-FFF2-40B4-BE49-F238E27FC236}">
                  <a16:creationId xmlns:a16="http://schemas.microsoft.com/office/drawing/2014/main" id="{22A53401-B002-4C2C-BAC3-FA4C958885E7}"/>
                </a:ext>
              </a:extLst>
            </p:cNvPr>
            <p:cNvSpPr/>
            <p:nvPr/>
          </p:nvSpPr>
          <p:spPr>
            <a:xfrm>
              <a:off x="3373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0" name="타원 11739">
              <a:extLst>
                <a:ext uri="{FF2B5EF4-FFF2-40B4-BE49-F238E27FC236}">
                  <a16:creationId xmlns:a16="http://schemas.microsoft.com/office/drawing/2014/main" id="{C529B638-CD7C-44E0-A431-367AC8CBB3AA}"/>
                </a:ext>
              </a:extLst>
            </p:cNvPr>
            <p:cNvSpPr/>
            <p:nvPr/>
          </p:nvSpPr>
          <p:spPr>
            <a:xfrm>
              <a:off x="3526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1" name="타원 11740">
              <a:extLst>
                <a:ext uri="{FF2B5EF4-FFF2-40B4-BE49-F238E27FC236}">
                  <a16:creationId xmlns:a16="http://schemas.microsoft.com/office/drawing/2014/main" id="{75F1563A-6817-426E-8C4E-845ADB034331}"/>
                </a:ext>
              </a:extLst>
            </p:cNvPr>
            <p:cNvSpPr/>
            <p:nvPr/>
          </p:nvSpPr>
          <p:spPr>
            <a:xfrm>
              <a:off x="36787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2" name="타원 11741">
              <a:extLst>
                <a:ext uri="{FF2B5EF4-FFF2-40B4-BE49-F238E27FC236}">
                  <a16:creationId xmlns:a16="http://schemas.microsoft.com/office/drawing/2014/main" id="{AE93339E-C2E6-4CBB-8B27-EE7FC60DF1AB}"/>
                </a:ext>
              </a:extLst>
            </p:cNvPr>
            <p:cNvSpPr/>
            <p:nvPr/>
          </p:nvSpPr>
          <p:spPr>
            <a:xfrm>
              <a:off x="38311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3" name="타원 11742">
              <a:extLst>
                <a:ext uri="{FF2B5EF4-FFF2-40B4-BE49-F238E27FC236}">
                  <a16:creationId xmlns:a16="http://schemas.microsoft.com/office/drawing/2014/main" id="{4D8900D1-F5E8-44E3-8D1A-8F6337E1CF81}"/>
                </a:ext>
              </a:extLst>
            </p:cNvPr>
            <p:cNvSpPr/>
            <p:nvPr/>
          </p:nvSpPr>
          <p:spPr>
            <a:xfrm>
              <a:off x="39835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4" name="타원 11743">
              <a:extLst>
                <a:ext uri="{FF2B5EF4-FFF2-40B4-BE49-F238E27FC236}">
                  <a16:creationId xmlns:a16="http://schemas.microsoft.com/office/drawing/2014/main" id="{00CF4BE5-C69E-4D91-AE22-066ECE3BAB37}"/>
                </a:ext>
              </a:extLst>
            </p:cNvPr>
            <p:cNvSpPr/>
            <p:nvPr/>
          </p:nvSpPr>
          <p:spPr>
            <a:xfrm>
              <a:off x="4135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5" name="타원 11744">
              <a:extLst>
                <a:ext uri="{FF2B5EF4-FFF2-40B4-BE49-F238E27FC236}">
                  <a16:creationId xmlns:a16="http://schemas.microsoft.com/office/drawing/2014/main" id="{37285496-09D7-49B6-B0C0-1D4673B770BE}"/>
                </a:ext>
              </a:extLst>
            </p:cNvPr>
            <p:cNvSpPr/>
            <p:nvPr/>
          </p:nvSpPr>
          <p:spPr>
            <a:xfrm>
              <a:off x="4288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6" name="타원 11745">
              <a:extLst>
                <a:ext uri="{FF2B5EF4-FFF2-40B4-BE49-F238E27FC236}">
                  <a16:creationId xmlns:a16="http://schemas.microsoft.com/office/drawing/2014/main" id="{59CB647D-B1CB-4B5F-B74E-FE3CEF1CEA84}"/>
                </a:ext>
              </a:extLst>
            </p:cNvPr>
            <p:cNvSpPr/>
            <p:nvPr/>
          </p:nvSpPr>
          <p:spPr>
            <a:xfrm>
              <a:off x="44407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7" name="타원 11746">
              <a:extLst>
                <a:ext uri="{FF2B5EF4-FFF2-40B4-BE49-F238E27FC236}">
                  <a16:creationId xmlns:a16="http://schemas.microsoft.com/office/drawing/2014/main" id="{C6F5DE5C-1EA1-40B7-832F-78017992E1F1}"/>
                </a:ext>
              </a:extLst>
            </p:cNvPr>
            <p:cNvSpPr/>
            <p:nvPr/>
          </p:nvSpPr>
          <p:spPr>
            <a:xfrm>
              <a:off x="45931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8" name="타원 11747">
              <a:extLst>
                <a:ext uri="{FF2B5EF4-FFF2-40B4-BE49-F238E27FC236}">
                  <a16:creationId xmlns:a16="http://schemas.microsoft.com/office/drawing/2014/main" id="{90CF89AB-1A4C-42D3-80F6-9EE626E4E587}"/>
                </a:ext>
              </a:extLst>
            </p:cNvPr>
            <p:cNvSpPr/>
            <p:nvPr/>
          </p:nvSpPr>
          <p:spPr>
            <a:xfrm>
              <a:off x="47455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49" name="타원 11748">
              <a:extLst>
                <a:ext uri="{FF2B5EF4-FFF2-40B4-BE49-F238E27FC236}">
                  <a16:creationId xmlns:a16="http://schemas.microsoft.com/office/drawing/2014/main" id="{83675013-84FC-4D82-B35D-2F918CA00EB9}"/>
                </a:ext>
              </a:extLst>
            </p:cNvPr>
            <p:cNvSpPr/>
            <p:nvPr/>
          </p:nvSpPr>
          <p:spPr>
            <a:xfrm>
              <a:off x="4897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0" name="타원 11749">
              <a:extLst>
                <a:ext uri="{FF2B5EF4-FFF2-40B4-BE49-F238E27FC236}">
                  <a16:creationId xmlns:a16="http://schemas.microsoft.com/office/drawing/2014/main" id="{34FD78ED-DE82-4C51-B2C4-8B5A98942400}"/>
                </a:ext>
              </a:extLst>
            </p:cNvPr>
            <p:cNvSpPr/>
            <p:nvPr/>
          </p:nvSpPr>
          <p:spPr>
            <a:xfrm>
              <a:off x="5050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1" name="타원 11750">
              <a:extLst>
                <a:ext uri="{FF2B5EF4-FFF2-40B4-BE49-F238E27FC236}">
                  <a16:creationId xmlns:a16="http://schemas.microsoft.com/office/drawing/2014/main" id="{BEDC9BCB-C05F-4598-A9B2-6BAFAC26E6F1}"/>
                </a:ext>
              </a:extLst>
            </p:cNvPr>
            <p:cNvSpPr/>
            <p:nvPr/>
          </p:nvSpPr>
          <p:spPr>
            <a:xfrm>
              <a:off x="52027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2" name="타원 11751">
              <a:extLst>
                <a:ext uri="{FF2B5EF4-FFF2-40B4-BE49-F238E27FC236}">
                  <a16:creationId xmlns:a16="http://schemas.microsoft.com/office/drawing/2014/main" id="{37D22268-07C0-4C21-B78F-B9657E601E9C}"/>
                </a:ext>
              </a:extLst>
            </p:cNvPr>
            <p:cNvSpPr/>
            <p:nvPr/>
          </p:nvSpPr>
          <p:spPr>
            <a:xfrm>
              <a:off x="53551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3" name="타원 11752">
              <a:extLst>
                <a:ext uri="{FF2B5EF4-FFF2-40B4-BE49-F238E27FC236}">
                  <a16:creationId xmlns:a16="http://schemas.microsoft.com/office/drawing/2014/main" id="{A269BEFD-3651-49B4-8BBA-3D964913BDDA}"/>
                </a:ext>
              </a:extLst>
            </p:cNvPr>
            <p:cNvSpPr/>
            <p:nvPr/>
          </p:nvSpPr>
          <p:spPr>
            <a:xfrm>
              <a:off x="55075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4" name="타원 11753">
              <a:extLst>
                <a:ext uri="{FF2B5EF4-FFF2-40B4-BE49-F238E27FC236}">
                  <a16:creationId xmlns:a16="http://schemas.microsoft.com/office/drawing/2014/main" id="{4FC11986-3177-4CD7-B8C0-4B9750ED1793}"/>
                </a:ext>
              </a:extLst>
            </p:cNvPr>
            <p:cNvSpPr/>
            <p:nvPr/>
          </p:nvSpPr>
          <p:spPr>
            <a:xfrm>
              <a:off x="56599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5" name="타원 11754">
              <a:extLst>
                <a:ext uri="{FF2B5EF4-FFF2-40B4-BE49-F238E27FC236}">
                  <a16:creationId xmlns:a16="http://schemas.microsoft.com/office/drawing/2014/main" id="{2FC34262-5D80-4758-A779-295E70E22125}"/>
                </a:ext>
              </a:extLst>
            </p:cNvPr>
            <p:cNvSpPr/>
            <p:nvPr/>
          </p:nvSpPr>
          <p:spPr>
            <a:xfrm>
              <a:off x="5812349" y="6244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6" name="타원 11755">
              <a:extLst>
                <a:ext uri="{FF2B5EF4-FFF2-40B4-BE49-F238E27FC236}">
                  <a16:creationId xmlns:a16="http://schemas.microsoft.com/office/drawing/2014/main" id="{4897A79A-3465-4A6E-BE8F-62C545246FCA}"/>
                </a:ext>
              </a:extLst>
            </p:cNvPr>
            <p:cNvSpPr/>
            <p:nvPr/>
          </p:nvSpPr>
          <p:spPr>
            <a:xfrm>
              <a:off x="325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7" name="타원 11756">
              <a:extLst>
                <a:ext uri="{FF2B5EF4-FFF2-40B4-BE49-F238E27FC236}">
                  <a16:creationId xmlns:a16="http://schemas.microsoft.com/office/drawing/2014/main" id="{E5047E37-9DCA-4790-945B-C2D015B4BE70}"/>
                </a:ext>
              </a:extLst>
            </p:cNvPr>
            <p:cNvSpPr/>
            <p:nvPr/>
          </p:nvSpPr>
          <p:spPr>
            <a:xfrm>
              <a:off x="478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8" name="타원 11757">
              <a:extLst>
                <a:ext uri="{FF2B5EF4-FFF2-40B4-BE49-F238E27FC236}">
                  <a16:creationId xmlns:a16="http://schemas.microsoft.com/office/drawing/2014/main" id="{0F493D58-6E57-48AF-9940-1DC985A3E677}"/>
                </a:ext>
              </a:extLst>
            </p:cNvPr>
            <p:cNvSpPr/>
            <p:nvPr/>
          </p:nvSpPr>
          <p:spPr>
            <a:xfrm>
              <a:off x="6307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59" name="타원 11758">
              <a:extLst>
                <a:ext uri="{FF2B5EF4-FFF2-40B4-BE49-F238E27FC236}">
                  <a16:creationId xmlns:a16="http://schemas.microsoft.com/office/drawing/2014/main" id="{83D65150-82A2-4F0D-932A-067017038577}"/>
                </a:ext>
              </a:extLst>
            </p:cNvPr>
            <p:cNvSpPr/>
            <p:nvPr/>
          </p:nvSpPr>
          <p:spPr>
            <a:xfrm>
              <a:off x="7831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0" name="타원 11759">
              <a:extLst>
                <a:ext uri="{FF2B5EF4-FFF2-40B4-BE49-F238E27FC236}">
                  <a16:creationId xmlns:a16="http://schemas.microsoft.com/office/drawing/2014/main" id="{7D92516E-2731-4893-AA56-12E1F7F27303}"/>
                </a:ext>
              </a:extLst>
            </p:cNvPr>
            <p:cNvSpPr/>
            <p:nvPr/>
          </p:nvSpPr>
          <p:spPr>
            <a:xfrm>
              <a:off x="9355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1" name="타원 11760">
              <a:extLst>
                <a:ext uri="{FF2B5EF4-FFF2-40B4-BE49-F238E27FC236}">
                  <a16:creationId xmlns:a16="http://schemas.microsoft.com/office/drawing/2014/main" id="{B10E6207-EDE7-4BF1-B228-BAA5376CCE01}"/>
                </a:ext>
              </a:extLst>
            </p:cNvPr>
            <p:cNvSpPr/>
            <p:nvPr/>
          </p:nvSpPr>
          <p:spPr>
            <a:xfrm>
              <a:off x="1087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2" name="타원 11761">
              <a:extLst>
                <a:ext uri="{FF2B5EF4-FFF2-40B4-BE49-F238E27FC236}">
                  <a16:creationId xmlns:a16="http://schemas.microsoft.com/office/drawing/2014/main" id="{23BA5F04-5B86-4C32-93C0-388DF25FC820}"/>
                </a:ext>
              </a:extLst>
            </p:cNvPr>
            <p:cNvSpPr/>
            <p:nvPr/>
          </p:nvSpPr>
          <p:spPr>
            <a:xfrm>
              <a:off x="1240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3" name="타원 11762">
              <a:extLst>
                <a:ext uri="{FF2B5EF4-FFF2-40B4-BE49-F238E27FC236}">
                  <a16:creationId xmlns:a16="http://schemas.microsoft.com/office/drawing/2014/main" id="{FE570D2B-FA8B-471A-B6F2-DA623BA53A2E}"/>
                </a:ext>
              </a:extLst>
            </p:cNvPr>
            <p:cNvSpPr/>
            <p:nvPr/>
          </p:nvSpPr>
          <p:spPr>
            <a:xfrm>
              <a:off x="13927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4" name="타원 11763">
              <a:extLst>
                <a:ext uri="{FF2B5EF4-FFF2-40B4-BE49-F238E27FC236}">
                  <a16:creationId xmlns:a16="http://schemas.microsoft.com/office/drawing/2014/main" id="{B9A1D148-52BA-4C63-9E56-B626F20AB0A2}"/>
                </a:ext>
              </a:extLst>
            </p:cNvPr>
            <p:cNvSpPr/>
            <p:nvPr/>
          </p:nvSpPr>
          <p:spPr>
            <a:xfrm>
              <a:off x="15451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5" name="타원 11764">
              <a:extLst>
                <a:ext uri="{FF2B5EF4-FFF2-40B4-BE49-F238E27FC236}">
                  <a16:creationId xmlns:a16="http://schemas.microsoft.com/office/drawing/2014/main" id="{0E222CEE-3D0C-48DC-A197-80FE560C67ED}"/>
                </a:ext>
              </a:extLst>
            </p:cNvPr>
            <p:cNvSpPr/>
            <p:nvPr/>
          </p:nvSpPr>
          <p:spPr>
            <a:xfrm>
              <a:off x="16975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6" name="타원 11765">
              <a:extLst>
                <a:ext uri="{FF2B5EF4-FFF2-40B4-BE49-F238E27FC236}">
                  <a16:creationId xmlns:a16="http://schemas.microsoft.com/office/drawing/2014/main" id="{6F64CB48-98A1-4BA8-8385-C432085CA676}"/>
                </a:ext>
              </a:extLst>
            </p:cNvPr>
            <p:cNvSpPr/>
            <p:nvPr/>
          </p:nvSpPr>
          <p:spPr>
            <a:xfrm>
              <a:off x="1849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7" name="타원 11766">
              <a:extLst>
                <a:ext uri="{FF2B5EF4-FFF2-40B4-BE49-F238E27FC236}">
                  <a16:creationId xmlns:a16="http://schemas.microsoft.com/office/drawing/2014/main" id="{139C3412-73CA-465F-8EA5-D6EBC30B9BCB}"/>
                </a:ext>
              </a:extLst>
            </p:cNvPr>
            <p:cNvSpPr/>
            <p:nvPr/>
          </p:nvSpPr>
          <p:spPr>
            <a:xfrm>
              <a:off x="2002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8" name="타원 11767">
              <a:extLst>
                <a:ext uri="{FF2B5EF4-FFF2-40B4-BE49-F238E27FC236}">
                  <a16:creationId xmlns:a16="http://schemas.microsoft.com/office/drawing/2014/main" id="{9C637241-B5D0-4026-BD6A-784E55AC271B}"/>
                </a:ext>
              </a:extLst>
            </p:cNvPr>
            <p:cNvSpPr/>
            <p:nvPr/>
          </p:nvSpPr>
          <p:spPr>
            <a:xfrm>
              <a:off x="21547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69" name="타원 11768">
              <a:extLst>
                <a:ext uri="{FF2B5EF4-FFF2-40B4-BE49-F238E27FC236}">
                  <a16:creationId xmlns:a16="http://schemas.microsoft.com/office/drawing/2014/main" id="{F1E57BF4-9340-4209-B47A-705B4047409F}"/>
                </a:ext>
              </a:extLst>
            </p:cNvPr>
            <p:cNvSpPr/>
            <p:nvPr/>
          </p:nvSpPr>
          <p:spPr>
            <a:xfrm>
              <a:off x="23071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0" name="타원 11769">
              <a:extLst>
                <a:ext uri="{FF2B5EF4-FFF2-40B4-BE49-F238E27FC236}">
                  <a16:creationId xmlns:a16="http://schemas.microsoft.com/office/drawing/2014/main" id="{02A6AC12-402F-43CB-842A-355205FA4F85}"/>
                </a:ext>
              </a:extLst>
            </p:cNvPr>
            <p:cNvSpPr/>
            <p:nvPr/>
          </p:nvSpPr>
          <p:spPr>
            <a:xfrm>
              <a:off x="24595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1" name="타원 11770">
              <a:extLst>
                <a:ext uri="{FF2B5EF4-FFF2-40B4-BE49-F238E27FC236}">
                  <a16:creationId xmlns:a16="http://schemas.microsoft.com/office/drawing/2014/main" id="{29324299-A674-4C38-801A-293C9E0DE5EC}"/>
                </a:ext>
              </a:extLst>
            </p:cNvPr>
            <p:cNvSpPr/>
            <p:nvPr/>
          </p:nvSpPr>
          <p:spPr>
            <a:xfrm>
              <a:off x="2611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2" name="타원 11771">
              <a:extLst>
                <a:ext uri="{FF2B5EF4-FFF2-40B4-BE49-F238E27FC236}">
                  <a16:creationId xmlns:a16="http://schemas.microsoft.com/office/drawing/2014/main" id="{828F2108-6A4F-4214-8199-CC97AA725AF9}"/>
                </a:ext>
              </a:extLst>
            </p:cNvPr>
            <p:cNvSpPr/>
            <p:nvPr/>
          </p:nvSpPr>
          <p:spPr>
            <a:xfrm>
              <a:off x="2764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3" name="타원 11772">
              <a:extLst>
                <a:ext uri="{FF2B5EF4-FFF2-40B4-BE49-F238E27FC236}">
                  <a16:creationId xmlns:a16="http://schemas.microsoft.com/office/drawing/2014/main" id="{10A7B469-339B-4BCF-B611-D5D2283E5145}"/>
                </a:ext>
              </a:extLst>
            </p:cNvPr>
            <p:cNvSpPr/>
            <p:nvPr/>
          </p:nvSpPr>
          <p:spPr>
            <a:xfrm>
              <a:off x="29167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4" name="타원 11773">
              <a:extLst>
                <a:ext uri="{FF2B5EF4-FFF2-40B4-BE49-F238E27FC236}">
                  <a16:creationId xmlns:a16="http://schemas.microsoft.com/office/drawing/2014/main" id="{5B6A8C67-4430-422F-93A7-D6A8F727EA06}"/>
                </a:ext>
              </a:extLst>
            </p:cNvPr>
            <p:cNvSpPr/>
            <p:nvPr/>
          </p:nvSpPr>
          <p:spPr>
            <a:xfrm>
              <a:off x="30691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5" name="타원 11774">
              <a:extLst>
                <a:ext uri="{FF2B5EF4-FFF2-40B4-BE49-F238E27FC236}">
                  <a16:creationId xmlns:a16="http://schemas.microsoft.com/office/drawing/2014/main" id="{0F1ED07C-89A2-479F-9CB5-A45258F5A034}"/>
                </a:ext>
              </a:extLst>
            </p:cNvPr>
            <p:cNvSpPr/>
            <p:nvPr/>
          </p:nvSpPr>
          <p:spPr>
            <a:xfrm>
              <a:off x="32215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6" name="타원 11775">
              <a:extLst>
                <a:ext uri="{FF2B5EF4-FFF2-40B4-BE49-F238E27FC236}">
                  <a16:creationId xmlns:a16="http://schemas.microsoft.com/office/drawing/2014/main" id="{1CE4536A-5348-49C9-963C-1A8B91B82A83}"/>
                </a:ext>
              </a:extLst>
            </p:cNvPr>
            <p:cNvSpPr/>
            <p:nvPr/>
          </p:nvSpPr>
          <p:spPr>
            <a:xfrm>
              <a:off x="3373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7" name="타원 11776">
              <a:extLst>
                <a:ext uri="{FF2B5EF4-FFF2-40B4-BE49-F238E27FC236}">
                  <a16:creationId xmlns:a16="http://schemas.microsoft.com/office/drawing/2014/main" id="{E3E91BC8-13E6-43DD-B697-119AE1825E24}"/>
                </a:ext>
              </a:extLst>
            </p:cNvPr>
            <p:cNvSpPr/>
            <p:nvPr/>
          </p:nvSpPr>
          <p:spPr>
            <a:xfrm>
              <a:off x="3526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8" name="타원 11777">
              <a:extLst>
                <a:ext uri="{FF2B5EF4-FFF2-40B4-BE49-F238E27FC236}">
                  <a16:creationId xmlns:a16="http://schemas.microsoft.com/office/drawing/2014/main" id="{AEFEC630-F898-45DF-BCA8-33E37F6D157D}"/>
                </a:ext>
              </a:extLst>
            </p:cNvPr>
            <p:cNvSpPr/>
            <p:nvPr/>
          </p:nvSpPr>
          <p:spPr>
            <a:xfrm>
              <a:off x="36787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79" name="타원 11778">
              <a:extLst>
                <a:ext uri="{FF2B5EF4-FFF2-40B4-BE49-F238E27FC236}">
                  <a16:creationId xmlns:a16="http://schemas.microsoft.com/office/drawing/2014/main" id="{73397255-8E02-46D7-B45C-2487692A6624}"/>
                </a:ext>
              </a:extLst>
            </p:cNvPr>
            <p:cNvSpPr/>
            <p:nvPr/>
          </p:nvSpPr>
          <p:spPr>
            <a:xfrm>
              <a:off x="38311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0" name="타원 11779">
              <a:extLst>
                <a:ext uri="{FF2B5EF4-FFF2-40B4-BE49-F238E27FC236}">
                  <a16:creationId xmlns:a16="http://schemas.microsoft.com/office/drawing/2014/main" id="{2B4ED5F1-C2D0-4C1A-90EE-B91635565761}"/>
                </a:ext>
              </a:extLst>
            </p:cNvPr>
            <p:cNvSpPr/>
            <p:nvPr/>
          </p:nvSpPr>
          <p:spPr>
            <a:xfrm>
              <a:off x="39835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1" name="타원 11780">
              <a:extLst>
                <a:ext uri="{FF2B5EF4-FFF2-40B4-BE49-F238E27FC236}">
                  <a16:creationId xmlns:a16="http://schemas.microsoft.com/office/drawing/2014/main" id="{1B3DC915-E94F-42F1-B5EE-EC91DFD70CCB}"/>
                </a:ext>
              </a:extLst>
            </p:cNvPr>
            <p:cNvSpPr/>
            <p:nvPr/>
          </p:nvSpPr>
          <p:spPr>
            <a:xfrm>
              <a:off x="4135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2" name="타원 11781">
              <a:extLst>
                <a:ext uri="{FF2B5EF4-FFF2-40B4-BE49-F238E27FC236}">
                  <a16:creationId xmlns:a16="http://schemas.microsoft.com/office/drawing/2014/main" id="{E9EA4292-E88B-49B5-A416-CF86E28B6523}"/>
                </a:ext>
              </a:extLst>
            </p:cNvPr>
            <p:cNvSpPr/>
            <p:nvPr/>
          </p:nvSpPr>
          <p:spPr>
            <a:xfrm>
              <a:off x="4288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3" name="타원 11782">
              <a:extLst>
                <a:ext uri="{FF2B5EF4-FFF2-40B4-BE49-F238E27FC236}">
                  <a16:creationId xmlns:a16="http://schemas.microsoft.com/office/drawing/2014/main" id="{DEF4D3CC-3BBD-46C2-904E-C978EA5369D8}"/>
                </a:ext>
              </a:extLst>
            </p:cNvPr>
            <p:cNvSpPr/>
            <p:nvPr/>
          </p:nvSpPr>
          <p:spPr>
            <a:xfrm>
              <a:off x="44407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4" name="타원 11783">
              <a:extLst>
                <a:ext uri="{FF2B5EF4-FFF2-40B4-BE49-F238E27FC236}">
                  <a16:creationId xmlns:a16="http://schemas.microsoft.com/office/drawing/2014/main" id="{7DDC52FB-4B52-43E0-B7E2-5387A4B052C6}"/>
                </a:ext>
              </a:extLst>
            </p:cNvPr>
            <p:cNvSpPr/>
            <p:nvPr/>
          </p:nvSpPr>
          <p:spPr>
            <a:xfrm>
              <a:off x="45931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5" name="타원 11784">
              <a:extLst>
                <a:ext uri="{FF2B5EF4-FFF2-40B4-BE49-F238E27FC236}">
                  <a16:creationId xmlns:a16="http://schemas.microsoft.com/office/drawing/2014/main" id="{A028B686-7530-43E6-A896-E2F45C618B1B}"/>
                </a:ext>
              </a:extLst>
            </p:cNvPr>
            <p:cNvSpPr/>
            <p:nvPr/>
          </p:nvSpPr>
          <p:spPr>
            <a:xfrm>
              <a:off x="47455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6" name="타원 11785">
              <a:extLst>
                <a:ext uri="{FF2B5EF4-FFF2-40B4-BE49-F238E27FC236}">
                  <a16:creationId xmlns:a16="http://schemas.microsoft.com/office/drawing/2014/main" id="{5F5C7160-66DD-4DB7-957C-05B7DDB91006}"/>
                </a:ext>
              </a:extLst>
            </p:cNvPr>
            <p:cNvSpPr/>
            <p:nvPr/>
          </p:nvSpPr>
          <p:spPr>
            <a:xfrm>
              <a:off x="4897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7" name="타원 11786">
              <a:extLst>
                <a:ext uri="{FF2B5EF4-FFF2-40B4-BE49-F238E27FC236}">
                  <a16:creationId xmlns:a16="http://schemas.microsoft.com/office/drawing/2014/main" id="{46FFFADC-755D-48B2-B9AB-1941C84D4BDE}"/>
                </a:ext>
              </a:extLst>
            </p:cNvPr>
            <p:cNvSpPr/>
            <p:nvPr/>
          </p:nvSpPr>
          <p:spPr>
            <a:xfrm>
              <a:off x="5050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8" name="타원 11787">
              <a:extLst>
                <a:ext uri="{FF2B5EF4-FFF2-40B4-BE49-F238E27FC236}">
                  <a16:creationId xmlns:a16="http://schemas.microsoft.com/office/drawing/2014/main" id="{7E8C3845-90E3-4FC3-9CBB-C8F97EB8EBB6}"/>
                </a:ext>
              </a:extLst>
            </p:cNvPr>
            <p:cNvSpPr/>
            <p:nvPr/>
          </p:nvSpPr>
          <p:spPr>
            <a:xfrm>
              <a:off x="52027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89" name="타원 11788">
              <a:extLst>
                <a:ext uri="{FF2B5EF4-FFF2-40B4-BE49-F238E27FC236}">
                  <a16:creationId xmlns:a16="http://schemas.microsoft.com/office/drawing/2014/main" id="{10D3DD88-9E6D-4362-9950-2D86EE6F0D41}"/>
                </a:ext>
              </a:extLst>
            </p:cNvPr>
            <p:cNvSpPr/>
            <p:nvPr/>
          </p:nvSpPr>
          <p:spPr>
            <a:xfrm>
              <a:off x="53551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0" name="타원 11789">
              <a:extLst>
                <a:ext uri="{FF2B5EF4-FFF2-40B4-BE49-F238E27FC236}">
                  <a16:creationId xmlns:a16="http://schemas.microsoft.com/office/drawing/2014/main" id="{E600C395-6CFB-4F69-AA51-7B7671F08AC7}"/>
                </a:ext>
              </a:extLst>
            </p:cNvPr>
            <p:cNvSpPr/>
            <p:nvPr/>
          </p:nvSpPr>
          <p:spPr>
            <a:xfrm>
              <a:off x="55075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1" name="타원 11790">
              <a:extLst>
                <a:ext uri="{FF2B5EF4-FFF2-40B4-BE49-F238E27FC236}">
                  <a16:creationId xmlns:a16="http://schemas.microsoft.com/office/drawing/2014/main" id="{A88D466C-BA63-4351-AE07-3A840FB725A0}"/>
                </a:ext>
              </a:extLst>
            </p:cNvPr>
            <p:cNvSpPr/>
            <p:nvPr/>
          </p:nvSpPr>
          <p:spPr>
            <a:xfrm>
              <a:off x="56599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2" name="타원 11791">
              <a:extLst>
                <a:ext uri="{FF2B5EF4-FFF2-40B4-BE49-F238E27FC236}">
                  <a16:creationId xmlns:a16="http://schemas.microsoft.com/office/drawing/2014/main" id="{AD1042A8-8DA7-40B8-B189-61C66138D9EF}"/>
                </a:ext>
              </a:extLst>
            </p:cNvPr>
            <p:cNvSpPr/>
            <p:nvPr/>
          </p:nvSpPr>
          <p:spPr>
            <a:xfrm>
              <a:off x="5812349" y="6396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3" name="타원 11792">
              <a:extLst>
                <a:ext uri="{FF2B5EF4-FFF2-40B4-BE49-F238E27FC236}">
                  <a16:creationId xmlns:a16="http://schemas.microsoft.com/office/drawing/2014/main" id="{4CC7DF4A-2F85-42C7-8740-457066E7E943}"/>
                </a:ext>
              </a:extLst>
            </p:cNvPr>
            <p:cNvSpPr/>
            <p:nvPr/>
          </p:nvSpPr>
          <p:spPr>
            <a:xfrm>
              <a:off x="325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4" name="타원 11793">
              <a:extLst>
                <a:ext uri="{FF2B5EF4-FFF2-40B4-BE49-F238E27FC236}">
                  <a16:creationId xmlns:a16="http://schemas.microsoft.com/office/drawing/2014/main" id="{814BC747-F195-4979-B603-8C1821399508}"/>
                </a:ext>
              </a:extLst>
            </p:cNvPr>
            <p:cNvSpPr/>
            <p:nvPr/>
          </p:nvSpPr>
          <p:spPr>
            <a:xfrm>
              <a:off x="478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5" name="타원 11794">
              <a:extLst>
                <a:ext uri="{FF2B5EF4-FFF2-40B4-BE49-F238E27FC236}">
                  <a16:creationId xmlns:a16="http://schemas.microsoft.com/office/drawing/2014/main" id="{8A3985BB-F720-479E-9EF1-60BB51986DCB}"/>
                </a:ext>
              </a:extLst>
            </p:cNvPr>
            <p:cNvSpPr/>
            <p:nvPr/>
          </p:nvSpPr>
          <p:spPr>
            <a:xfrm>
              <a:off x="6307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6" name="타원 11795">
              <a:extLst>
                <a:ext uri="{FF2B5EF4-FFF2-40B4-BE49-F238E27FC236}">
                  <a16:creationId xmlns:a16="http://schemas.microsoft.com/office/drawing/2014/main" id="{C565C12B-96F9-4775-8479-56FDDD6D4B15}"/>
                </a:ext>
              </a:extLst>
            </p:cNvPr>
            <p:cNvSpPr/>
            <p:nvPr/>
          </p:nvSpPr>
          <p:spPr>
            <a:xfrm>
              <a:off x="7831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7" name="타원 11796">
              <a:extLst>
                <a:ext uri="{FF2B5EF4-FFF2-40B4-BE49-F238E27FC236}">
                  <a16:creationId xmlns:a16="http://schemas.microsoft.com/office/drawing/2014/main" id="{7738867C-4EC4-40E9-8829-627F9BD4E204}"/>
                </a:ext>
              </a:extLst>
            </p:cNvPr>
            <p:cNvSpPr/>
            <p:nvPr/>
          </p:nvSpPr>
          <p:spPr>
            <a:xfrm>
              <a:off x="9355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8" name="타원 11797">
              <a:extLst>
                <a:ext uri="{FF2B5EF4-FFF2-40B4-BE49-F238E27FC236}">
                  <a16:creationId xmlns:a16="http://schemas.microsoft.com/office/drawing/2014/main" id="{619CF9FE-A7D5-464D-85D1-75682491FF23}"/>
                </a:ext>
              </a:extLst>
            </p:cNvPr>
            <p:cNvSpPr/>
            <p:nvPr/>
          </p:nvSpPr>
          <p:spPr>
            <a:xfrm>
              <a:off x="1087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99" name="타원 11798">
              <a:extLst>
                <a:ext uri="{FF2B5EF4-FFF2-40B4-BE49-F238E27FC236}">
                  <a16:creationId xmlns:a16="http://schemas.microsoft.com/office/drawing/2014/main" id="{E8516E7A-81F7-4A3A-B1F8-B682705DDA04}"/>
                </a:ext>
              </a:extLst>
            </p:cNvPr>
            <p:cNvSpPr/>
            <p:nvPr/>
          </p:nvSpPr>
          <p:spPr>
            <a:xfrm>
              <a:off x="1240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0" name="타원 11799">
              <a:extLst>
                <a:ext uri="{FF2B5EF4-FFF2-40B4-BE49-F238E27FC236}">
                  <a16:creationId xmlns:a16="http://schemas.microsoft.com/office/drawing/2014/main" id="{022A4BD3-6E6F-4E88-9BE2-2BF8F28306F1}"/>
                </a:ext>
              </a:extLst>
            </p:cNvPr>
            <p:cNvSpPr/>
            <p:nvPr/>
          </p:nvSpPr>
          <p:spPr>
            <a:xfrm>
              <a:off x="13927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1" name="타원 11800">
              <a:extLst>
                <a:ext uri="{FF2B5EF4-FFF2-40B4-BE49-F238E27FC236}">
                  <a16:creationId xmlns:a16="http://schemas.microsoft.com/office/drawing/2014/main" id="{219B528C-8C1D-463F-A917-CA01D33F17EE}"/>
                </a:ext>
              </a:extLst>
            </p:cNvPr>
            <p:cNvSpPr/>
            <p:nvPr/>
          </p:nvSpPr>
          <p:spPr>
            <a:xfrm>
              <a:off x="15451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2" name="타원 11801">
              <a:extLst>
                <a:ext uri="{FF2B5EF4-FFF2-40B4-BE49-F238E27FC236}">
                  <a16:creationId xmlns:a16="http://schemas.microsoft.com/office/drawing/2014/main" id="{9A28DA3A-C301-4AF4-8465-ED3069B0D1D1}"/>
                </a:ext>
              </a:extLst>
            </p:cNvPr>
            <p:cNvSpPr/>
            <p:nvPr/>
          </p:nvSpPr>
          <p:spPr>
            <a:xfrm>
              <a:off x="16975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3" name="타원 11802">
              <a:extLst>
                <a:ext uri="{FF2B5EF4-FFF2-40B4-BE49-F238E27FC236}">
                  <a16:creationId xmlns:a16="http://schemas.microsoft.com/office/drawing/2014/main" id="{8C081D9B-C3C6-420A-9BA7-9365D5C39022}"/>
                </a:ext>
              </a:extLst>
            </p:cNvPr>
            <p:cNvSpPr/>
            <p:nvPr/>
          </p:nvSpPr>
          <p:spPr>
            <a:xfrm>
              <a:off x="1849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4" name="타원 11803">
              <a:extLst>
                <a:ext uri="{FF2B5EF4-FFF2-40B4-BE49-F238E27FC236}">
                  <a16:creationId xmlns:a16="http://schemas.microsoft.com/office/drawing/2014/main" id="{EBE6E4B3-3A11-411A-869D-AD135A8DCDF6}"/>
                </a:ext>
              </a:extLst>
            </p:cNvPr>
            <p:cNvSpPr/>
            <p:nvPr/>
          </p:nvSpPr>
          <p:spPr>
            <a:xfrm>
              <a:off x="2002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5" name="타원 11804">
              <a:extLst>
                <a:ext uri="{FF2B5EF4-FFF2-40B4-BE49-F238E27FC236}">
                  <a16:creationId xmlns:a16="http://schemas.microsoft.com/office/drawing/2014/main" id="{1B478CF6-9C3A-4731-96BD-DED2B576D5E6}"/>
                </a:ext>
              </a:extLst>
            </p:cNvPr>
            <p:cNvSpPr/>
            <p:nvPr/>
          </p:nvSpPr>
          <p:spPr>
            <a:xfrm>
              <a:off x="21547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6" name="타원 11805">
              <a:extLst>
                <a:ext uri="{FF2B5EF4-FFF2-40B4-BE49-F238E27FC236}">
                  <a16:creationId xmlns:a16="http://schemas.microsoft.com/office/drawing/2014/main" id="{3AFBC60C-43C6-4227-BD55-DB42E6285AEE}"/>
                </a:ext>
              </a:extLst>
            </p:cNvPr>
            <p:cNvSpPr/>
            <p:nvPr/>
          </p:nvSpPr>
          <p:spPr>
            <a:xfrm>
              <a:off x="23071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7" name="타원 11806">
              <a:extLst>
                <a:ext uri="{FF2B5EF4-FFF2-40B4-BE49-F238E27FC236}">
                  <a16:creationId xmlns:a16="http://schemas.microsoft.com/office/drawing/2014/main" id="{C2CBC498-BE73-4FCA-B931-155CD7E58B0F}"/>
                </a:ext>
              </a:extLst>
            </p:cNvPr>
            <p:cNvSpPr/>
            <p:nvPr/>
          </p:nvSpPr>
          <p:spPr>
            <a:xfrm>
              <a:off x="24595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8" name="타원 11807">
              <a:extLst>
                <a:ext uri="{FF2B5EF4-FFF2-40B4-BE49-F238E27FC236}">
                  <a16:creationId xmlns:a16="http://schemas.microsoft.com/office/drawing/2014/main" id="{2B829BA3-82F3-4EE1-A85B-99BEE4012B29}"/>
                </a:ext>
              </a:extLst>
            </p:cNvPr>
            <p:cNvSpPr/>
            <p:nvPr/>
          </p:nvSpPr>
          <p:spPr>
            <a:xfrm>
              <a:off x="2611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09" name="타원 11808">
              <a:extLst>
                <a:ext uri="{FF2B5EF4-FFF2-40B4-BE49-F238E27FC236}">
                  <a16:creationId xmlns:a16="http://schemas.microsoft.com/office/drawing/2014/main" id="{3A58A19C-3014-44D6-8093-E824C97A42E6}"/>
                </a:ext>
              </a:extLst>
            </p:cNvPr>
            <p:cNvSpPr/>
            <p:nvPr/>
          </p:nvSpPr>
          <p:spPr>
            <a:xfrm>
              <a:off x="2764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0" name="타원 11809">
              <a:extLst>
                <a:ext uri="{FF2B5EF4-FFF2-40B4-BE49-F238E27FC236}">
                  <a16:creationId xmlns:a16="http://schemas.microsoft.com/office/drawing/2014/main" id="{A5A9D42C-6548-42C6-A477-0560053AC4C4}"/>
                </a:ext>
              </a:extLst>
            </p:cNvPr>
            <p:cNvSpPr/>
            <p:nvPr/>
          </p:nvSpPr>
          <p:spPr>
            <a:xfrm>
              <a:off x="29167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1" name="타원 11810">
              <a:extLst>
                <a:ext uri="{FF2B5EF4-FFF2-40B4-BE49-F238E27FC236}">
                  <a16:creationId xmlns:a16="http://schemas.microsoft.com/office/drawing/2014/main" id="{8B3CF955-14B8-40B2-A187-3757A280CF61}"/>
                </a:ext>
              </a:extLst>
            </p:cNvPr>
            <p:cNvSpPr/>
            <p:nvPr/>
          </p:nvSpPr>
          <p:spPr>
            <a:xfrm>
              <a:off x="30691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2" name="타원 11811">
              <a:extLst>
                <a:ext uri="{FF2B5EF4-FFF2-40B4-BE49-F238E27FC236}">
                  <a16:creationId xmlns:a16="http://schemas.microsoft.com/office/drawing/2014/main" id="{D32F2A23-E2D5-47CD-B37B-7AB58F08BD44}"/>
                </a:ext>
              </a:extLst>
            </p:cNvPr>
            <p:cNvSpPr/>
            <p:nvPr/>
          </p:nvSpPr>
          <p:spPr>
            <a:xfrm>
              <a:off x="32215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3" name="타원 11812">
              <a:extLst>
                <a:ext uri="{FF2B5EF4-FFF2-40B4-BE49-F238E27FC236}">
                  <a16:creationId xmlns:a16="http://schemas.microsoft.com/office/drawing/2014/main" id="{6579F9B7-F6D7-4E3C-A13D-59CDA010807C}"/>
                </a:ext>
              </a:extLst>
            </p:cNvPr>
            <p:cNvSpPr/>
            <p:nvPr/>
          </p:nvSpPr>
          <p:spPr>
            <a:xfrm>
              <a:off x="3373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4" name="타원 11813">
              <a:extLst>
                <a:ext uri="{FF2B5EF4-FFF2-40B4-BE49-F238E27FC236}">
                  <a16:creationId xmlns:a16="http://schemas.microsoft.com/office/drawing/2014/main" id="{9E296248-1A9A-44D9-98BB-BCE2BEC705DB}"/>
                </a:ext>
              </a:extLst>
            </p:cNvPr>
            <p:cNvSpPr/>
            <p:nvPr/>
          </p:nvSpPr>
          <p:spPr>
            <a:xfrm>
              <a:off x="3526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5" name="타원 11814">
              <a:extLst>
                <a:ext uri="{FF2B5EF4-FFF2-40B4-BE49-F238E27FC236}">
                  <a16:creationId xmlns:a16="http://schemas.microsoft.com/office/drawing/2014/main" id="{15469E64-288E-49AB-B1FA-E4AA20CEA504}"/>
                </a:ext>
              </a:extLst>
            </p:cNvPr>
            <p:cNvSpPr/>
            <p:nvPr/>
          </p:nvSpPr>
          <p:spPr>
            <a:xfrm>
              <a:off x="36787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6" name="타원 11815">
              <a:extLst>
                <a:ext uri="{FF2B5EF4-FFF2-40B4-BE49-F238E27FC236}">
                  <a16:creationId xmlns:a16="http://schemas.microsoft.com/office/drawing/2014/main" id="{EC371D3F-5E3A-469D-9EF5-7E01B657C082}"/>
                </a:ext>
              </a:extLst>
            </p:cNvPr>
            <p:cNvSpPr/>
            <p:nvPr/>
          </p:nvSpPr>
          <p:spPr>
            <a:xfrm>
              <a:off x="38311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7" name="타원 11816">
              <a:extLst>
                <a:ext uri="{FF2B5EF4-FFF2-40B4-BE49-F238E27FC236}">
                  <a16:creationId xmlns:a16="http://schemas.microsoft.com/office/drawing/2014/main" id="{9A9FC244-6389-4783-8127-C3080E8F1D6E}"/>
                </a:ext>
              </a:extLst>
            </p:cNvPr>
            <p:cNvSpPr/>
            <p:nvPr/>
          </p:nvSpPr>
          <p:spPr>
            <a:xfrm>
              <a:off x="39835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8" name="타원 11817">
              <a:extLst>
                <a:ext uri="{FF2B5EF4-FFF2-40B4-BE49-F238E27FC236}">
                  <a16:creationId xmlns:a16="http://schemas.microsoft.com/office/drawing/2014/main" id="{AB386E65-633E-4581-9ABF-69378C0012F5}"/>
                </a:ext>
              </a:extLst>
            </p:cNvPr>
            <p:cNvSpPr/>
            <p:nvPr/>
          </p:nvSpPr>
          <p:spPr>
            <a:xfrm>
              <a:off x="4135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19" name="타원 11818">
              <a:extLst>
                <a:ext uri="{FF2B5EF4-FFF2-40B4-BE49-F238E27FC236}">
                  <a16:creationId xmlns:a16="http://schemas.microsoft.com/office/drawing/2014/main" id="{F4504846-7530-4251-8FB2-3C04CA142B41}"/>
                </a:ext>
              </a:extLst>
            </p:cNvPr>
            <p:cNvSpPr/>
            <p:nvPr/>
          </p:nvSpPr>
          <p:spPr>
            <a:xfrm>
              <a:off x="4288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0" name="타원 11819">
              <a:extLst>
                <a:ext uri="{FF2B5EF4-FFF2-40B4-BE49-F238E27FC236}">
                  <a16:creationId xmlns:a16="http://schemas.microsoft.com/office/drawing/2014/main" id="{58ACCFED-D298-4266-8B24-0C874A1F1541}"/>
                </a:ext>
              </a:extLst>
            </p:cNvPr>
            <p:cNvSpPr/>
            <p:nvPr/>
          </p:nvSpPr>
          <p:spPr>
            <a:xfrm>
              <a:off x="44407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1" name="타원 11820">
              <a:extLst>
                <a:ext uri="{FF2B5EF4-FFF2-40B4-BE49-F238E27FC236}">
                  <a16:creationId xmlns:a16="http://schemas.microsoft.com/office/drawing/2014/main" id="{8830C1AA-173E-4D98-B4DA-6FBE2AC70B68}"/>
                </a:ext>
              </a:extLst>
            </p:cNvPr>
            <p:cNvSpPr/>
            <p:nvPr/>
          </p:nvSpPr>
          <p:spPr>
            <a:xfrm>
              <a:off x="45931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2" name="타원 11821">
              <a:extLst>
                <a:ext uri="{FF2B5EF4-FFF2-40B4-BE49-F238E27FC236}">
                  <a16:creationId xmlns:a16="http://schemas.microsoft.com/office/drawing/2014/main" id="{74B7CD62-ACE8-4ACC-BFD4-F251677E4EC2}"/>
                </a:ext>
              </a:extLst>
            </p:cNvPr>
            <p:cNvSpPr/>
            <p:nvPr/>
          </p:nvSpPr>
          <p:spPr>
            <a:xfrm>
              <a:off x="47455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3" name="타원 11822">
              <a:extLst>
                <a:ext uri="{FF2B5EF4-FFF2-40B4-BE49-F238E27FC236}">
                  <a16:creationId xmlns:a16="http://schemas.microsoft.com/office/drawing/2014/main" id="{BAB8B06B-8989-4FFA-9DCC-C05CAAC5ED08}"/>
                </a:ext>
              </a:extLst>
            </p:cNvPr>
            <p:cNvSpPr/>
            <p:nvPr/>
          </p:nvSpPr>
          <p:spPr>
            <a:xfrm>
              <a:off x="4897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4" name="타원 11823">
              <a:extLst>
                <a:ext uri="{FF2B5EF4-FFF2-40B4-BE49-F238E27FC236}">
                  <a16:creationId xmlns:a16="http://schemas.microsoft.com/office/drawing/2014/main" id="{9F469091-A3DE-4005-AF06-F57C5DAFEF58}"/>
                </a:ext>
              </a:extLst>
            </p:cNvPr>
            <p:cNvSpPr/>
            <p:nvPr/>
          </p:nvSpPr>
          <p:spPr>
            <a:xfrm>
              <a:off x="5050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5" name="타원 11824">
              <a:extLst>
                <a:ext uri="{FF2B5EF4-FFF2-40B4-BE49-F238E27FC236}">
                  <a16:creationId xmlns:a16="http://schemas.microsoft.com/office/drawing/2014/main" id="{D7BC8723-8B13-4243-9B50-594DE5051218}"/>
                </a:ext>
              </a:extLst>
            </p:cNvPr>
            <p:cNvSpPr/>
            <p:nvPr/>
          </p:nvSpPr>
          <p:spPr>
            <a:xfrm>
              <a:off x="52027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6" name="타원 11825">
              <a:extLst>
                <a:ext uri="{FF2B5EF4-FFF2-40B4-BE49-F238E27FC236}">
                  <a16:creationId xmlns:a16="http://schemas.microsoft.com/office/drawing/2014/main" id="{EAD73D6A-AC86-4AC7-A308-80830345FFA6}"/>
                </a:ext>
              </a:extLst>
            </p:cNvPr>
            <p:cNvSpPr/>
            <p:nvPr/>
          </p:nvSpPr>
          <p:spPr>
            <a:xfrm>
              <a:off x="53551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7" name="타원 11826">
              <a:extLst>
                <a:ext uri="{FF2B5EF4-FFF2-40B4-BE49-F238E27FC236}">
                  <a16:creationId xmlns:a16="http://schemas.microsoft.com/office/drawing/2014/main" id="{1C724C15-F828-4D97-A054-6FD5393FEF70}"/>
                </a:ext>
              </a:extLst>
            </p:cNvPr>
            <p:cNvSpPr/>
            <p:nvPr/>
          </p:nvSpPr>
          <p:spPr>
            <a:xfrm>
              <a:off x="55075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8" name="타원 11827">
              <a:extLst>
                <a:ext uri="{FF2B5EF4-FFF2-40B4-BE49-F238E27FC236}">
                  <a16:creationId xmlns:a16="http://schemas.microsoft.com/office/drawing/2014/main" id="{550EE23F-8406-441A-9A7A-20AED4D5E157}"/>
                </a:ext>
              </a:extLst>
            </p:cNvPr>
            <p:cNvSpPr/>
            <p:nvPr/>
          </p:nvSpPr>
          <p:spPr>
            <a:xfrm>
              <a:off x="56599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29" name="타원 11828">
              <a:extLst>
                <a:ext uri="{FF2B5EF4-FFF2-40B4-BE49-F238E27FC236}">
                  <a16:creationId xmlns:a16="http://schemas.microsoft.com/office/drawing/2014/main" id="{252F8FED-1086-4A2C-AAE1-82607C19F561}"/>
                </a:ext>
              </a:extLst>
            </p:cNvPr>
            <p:cNvSpPr/>
            <p:nvPr/>
          </p:nvSpPr>
          <p:spPr>
            <a:xfrm>
              <a:off x="5812349" y="6549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0" name="타원 11829">
              <a:extLst>
                <a:ext uri="{FF2B5EF4-FFF2-40B4-BE49-F238E27FC236}">
                  <a16:creationId xmlns:a16="http://schemas.microsoft.com/office/drawing/2014/main" id="{8337E4DE-DFC3-405F-9001-954C8F9A4192}"/>
                </a:ext>
              </a:extLst>
            </p:cNvPr>
            <p:cNvSpPr/>
            <p:nvPr/>
          </p:nvSpPr>
          <p:spPr>
            <a:xfrm>
              <a:off x="325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1" name="타원 11830">
              <a:extLst>
                <a:ext uri="{FF2B5EF4-FFF2-40B4-BE49-F238E27FC236}">
                  <a16:creationId xmlns:a16="http://schemas.microsoft.com/office/drawing/2014/main" id="{0FD7EE48-8455-4147-9E2E-C82FAC23B5E2}"/>
                </a:ext>
              </a:extLst>
            </p:cNvPr>
            <p:cNvSpPr/>
            <p:nvPr/>
          </p:nvSpPr>
          <p:spPr>
            <a:xfrm>
              <a:off x="478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2" name="타원 11831">
              <a:extLst>
                <a:ext uri="{FF2B5EF4-FFF2-40B4-BE49-F238E27FC236}">
                  <a16:creationId xmlns:a16="http://schemas.microsoft.com/office/drawing/2014/main" id="{50A67DE5-D8BD-429F-A23A-8531C2E3AAA4}"/>
                </a:ext>
              </a:extLst>
            </p:cNvPr>
            <p:cNvSpPr/>
            <p:nvPr/>
          </p:nvSpPr>
          <p:spPr>
            <a:xfrm>
              <a:off x="6307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3" name="타원 11832">
              <a:extLst>
                <a:ext uri="{FF2B5EF4-FFF2-40B4-BE49-F238E27FC236}">
                  <a16:creationId xmlns:a16="http://schemas.microsoft.com/office/drawing/2014/main" id="{9802747C-FD89-46FE-A345-29B1ABEEC90C}"/>
                </a:ext>
              </a:extLst>
            </p:cNvPr>
            <p:cNvSpPr/>
            <p:nvPr/>
          </p:nvSpPr>
          <p:spPr>
            <a:xfrm>
              <a:off x="7831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4" name="타원 11833">
              <a:extLst>
                <a:ext uri="{FF2B5EF4-FFF2-40B4-BE49-F238E27FC236}">
                  <a16:creationId xmlns:a16="http://schemas.microsoft.com/office/drawing/2014/main" id="{E640EC80-6A85-4356-89A3-E4E788AE1B44}"/>
                </a:ext>
              </a:extLst>
            </p:cNvPr>
            <p:cNvSpPr/>
            <p:nvPr/>
          </p:nvSpPr>
          <p:spPr>
            <a:xfrm>
              <a:off x="9355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5" name="타원 11834">
              <a:extLst>
                <a:ext uri="{FF2B5EF4-FFF2-40B4-BE49-F238E27FC236}">
                  <a16:creationId xmlns:a16="http://schemas.microsoft.com/office/drawing/2014/main" id="{DC43A67B-512E-4CBF-A6D5-C6445C6CFF33}"/>
                </a:ext>
              </a:extLst>
            </p:cNvPr>
            <p:cNvSpPr/>
            <p:nvPr/>
          </p:nvSpPr>
          <p:spPr>
            <a:xfrm>
              <a:off x="1087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6" name="타원 11835">
              <a:extLst>
                <a:ext uri="{FF2B5EF4-FFF2-40B4-BE49-F238E27FC236}">
                  <a16:creationId xmlns:a16="http://schemas.microsoft.com/office/drawing/2014/main" id="{C7F66977-BFA6-4FED-A51B-8A694227CA11}"/>
                </a:ext>
              </a:extLst>
            </p:cNvPr>
            <p:cNvSpPr/>
            <p:nvPr/>
          </p:nvSpPr>
          <p:spPr>
            <a:xfrm>
              <a:off x="1240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7" name="타원 11836">
              <a:extLst>
                <a:ext uri="{FF2B5EF4-FFF2-40B4-BE49-F238E27FC236}">
                  <a16:creationId xmlns:a16="http://schemas.microsoft.com/office/drawing/2014/main" id="{75C624B8-1044-4447-946E-435B392872C3}"/>
                </a:ext>
              </a:extLst>
            </p:cNvPr>
            <p:cNvSpPr/>
            <p:nvPr/>
          </p:nvSpPr>
          <p:spPr>
            <a:xfrm>
              <a:off x="13927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8" name="타원 11837">
              <a:extLst>
                <a:ext uri="{FF2B5EF4-FFF2-40B4-BE49-F238E27FC236}">
                  <a16:creationId xmlns:a16="http://schemas.microsoft.com/office/drawing/2014/main" id="{11F07EA3-B534-4BC0-B71C-DFBA627A6F57}"/>
                </a:ext>
              </a:extLst>
            </p:cNvPr>
            <p:cNvSpPr/>
            <p:nvPr/>
          </p:nvSpPr>
          <p:spPr>
            <a:xfrm>
              <a:off x="15451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39" name="타원 11838">
              <a:extLst>
                <a:ext uri="{FF2B5EF4-FFF2-40B4-BE49-F238E27FC236}">
                  <a16:creationId xmlns:a16="http://schemas.microsoft.com/office/drawing/2014/main" id="{38FCFC51-3852-4E3E-966A-883AE94DA12F}"/>
                </a:ext>
              </a:extLst>
            </p:cNvPr>
            <p:cNvSpPr/>
            <p:nvPr/>
          </p:nvSpPr>
          <p:spPr>
            <a:xfrm>
              <a:off x="16975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0" name="타원 11839">
              <a:extLst>
                <a:ext uri="{FF2B5EF4-FFF2-40B4-BE49-F238E27FC236}">
                  <a16:creationId xmlns:a16="http://schemas.microsoft.com/office/drawing/2014/main" id="{F86F823B-F5FB-4985-8F21-9C94B9C256B3}"/>
                </a:ext>
              </a:extLst>
            </p:cNvPr>
            <p:cNvSpPr/>
            <p:nvPr/>
          </p:nvSpPr>
          <p:spPr>
            <a:xfrm>
              <a:off x="1849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1" name="타원 11840">
              <a:extLst>
                <a:ext uri="{FF2B5EF4-FFF2-40B4-BE49-F238E27FC236}">
                  <a16:creationId xmlns:a16="http://schemas.microsoft.com/office/drawing/2014/main" id="{E9C29999-9211-4EF3-AD96-39D97CC3F0F2}"/>
                </a:ext>
              </a:extLst>
            </p:cNvPr>
            <p:cNvSpPr/>
            <p:nvPr/>
          </p:nvSpPr>
          <p:spPr>
            <a:xfrm>
              <a:off x="2002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2" name="타원 11841">
              <a:extLst>
                <a:ext uri="{FF2B5EF4-FFF2-40B4-BE49-F238E27FC236}">
                  <a16:creationId xmlns:a16="http://schemas.microsoft.com/office/drawing/2014/main" id="{35CE4EEC-CE12-4C3B-87A0-AD09F75AF5FD}"/>
                </a:ext>
              </a:extLst>
            </p:cNvPr>
            <p:cNvSpPr/>
            <p:nvPr/>
          </p:nvSpPr>
          <p:spPr>
            <a:xfrm>
              <a:off x="21547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3" name="타원 11842">
              <a:extLst>
                <a:ext uri="{FF2B5EF4-FFF2-40B4-BE49-F238E27FC236}">
                  <a16:creationId xmlns:a16="http://schemas.microsoft.com/office/drawing/2014/main" id="{2ACF8F9F-1AE1-453F-ABCA-1BFFCB7F5792}"/>
                </a:ext>
              </a:extLst>
            </p:cNvPr>
            <p:cNvSpPr/>
            <p:nvPr/>
          </p:nvSpPr>
          <p:spPr>
            <a:xfrm>
              <a:off x="23071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4" name="타원 11843">
              <a:extLst>
                <a:ext uri="{FF2B5EF4-FFF2-40B4-BE49-F238E27FC236}">
                  <a16:creationId xmlns:a16="http://schemas.microsoft.com/office/drawing/2014/main" id="{083E8E19-63D7-4649-841A-97E8EF520C2F}"/>
                </a:ext>
              </a:extLst>
            </p:cNvPr>
            <p:cNvSpPr/>
            <p:nvPr/>
          </p:nvSpPr>
          <p:spPr>
            <a:xfrm>
              <a:off x="24595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5" name="타원 11844">
              <a:extLst>
                <a:ext uri="{FF2B5EF4-FFF2-40B4-BE49-F238E27FC236}">
                  <a16:creationId xmlns:a16="http://schemas.microsoft.com/office/drawing/2014/main" id="{F3DDDF99-BF09-4466-806F-4C9F880CBC44}"/>
                </a:ext>
              </a:extLst>
            </p:cNvPr>
            <p:cNvSpPr/>
            <p:nvPr/>
          </p:nvSpPr>
          <p:spPr>
            <a:xfrm>
              <a:off x="2611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6" name="타원 11845">
              <a:extLst>
                <a:ext uri="{FF2B5EF4-FFF2-40B4-BE49-F238E27FC236}">
                  <a16:creationId xmlns:a16="http://schemas.microsoft.com/office/drawing/2014/main" id="{4F27D815-2198-4E2D-BEC3-FBBF7174BA8C}"/>
                </a:ext>
              </a:extLst>
            </p:cNvPr>
            <p:cNvSpPr/>
            <p:nvPr/>
          </p:nvSpPr>
          <p:spPr>
            <a:xfrm>
              <a:off x="2764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7" name="타원 11846">
              <a:extLst>
                <a:ext uri="{FF2B5EF4-FFF2-40B4-BE49-F238E27FC236}">
                  <a16:creationId xmlns:a16="http://schemas.microsoft.com/office/drawing/2014/main" id="{0484AD7C-1BF3-4C81-BA21-CB3906ECD314}"/>
                </a:ext>
              </a:extLst>
            </p:cNvPr>
            <p:cNvSpPr/>
            <p:nvPr/>
          </p:nvSpPr>
          <p:spPr>
            <a:xfrm>
              <a:off x="29167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8" name="타원 11847">
              <a:extLst>
                <a:ext uri="{FF2B5EF4-FFF2-40B4-BE49-F238E27FC236}">
                  <a16:creationId xmlns:a16="http://schemas.microsoft.com/office/drawing/2014/main" id="{A08C3686-4797-432A-AA3A-A4F936582210}"/>
                </a:ext>
              </a:extLst>
            </p:cNvPr>
            <p:cNvSpPr/>
            <p:nvPr/>
          </p:nvSpPr>
          <p:spPr>
            <a:xfrm>
              <a:off x="30691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49" name="타원 11848">
              <a:extLst>
                <a:ext uri="{FF2B5EF4-FFF2-40B4-BE49-F238E27FC236}">
                  <a16:creationId xmlns:a16="http://schemas.microsoft.com/office/drawing/2014/main" id="{AF500166-5C0A-4FFD-AE44-9E5C68100B33}"/>
                </a:ext>
              </a:extLst>
            </p:cNvPr>
            <p:cNvSpPr/>
            <p:nvPr/>
          </p:nvSpPr>
          <p:spPr>
            <a:xfrm>
              <a:off x="32215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0" name="타원 11849">
              <a:extLst>
                <a:ext uri="{FF2B5EF4-FFF2-40B4-BE49-F238E27FC236}">
                  <a16:creationId xmlns:a16="http://schemas.microsoft.com/office/drawing/2014/main" id="{ABC6EFC7-6872-44E9-9DFE-05DC7D8DC2D3}"/>
                </a:ext>
              </a:extLst>
            </p:cNvPr>
            <p:cNvSpPr/>
            <p:nvPr/>
          </p:nvSpPr>
          <p:spPr>
            <a:xfrm>
              <a:off x="3373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1" name="타원 11850">
              <a:extLst>
                <a:ext uri="{FF2B5EF4-FFF2-40B4-BE49-F238E27FC236}">
                  <a16:creationId xmlns:a16="http://schemas.microsoft.com/office/drawing/2014/main" id="{03AB3976-CE37-47E9-96E4-FD3BEA601F93}"/>
                </a:ext>
              </a:extLst>
            </p:cNvPr>
            <p:cNvSpPr/>
            <p:nvPr/>
          </p:nvSpPr>
          <p:spPr>
            <a:xfrm>
              <a:off x="3526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2" name="타원 11851">
              <a:extLst>
                <a:ext uri="{FF2B5EF4-FFF2-40B4-BE49-F238E27FC236}">
                  <a16:creationId xmlns:a16="http://schemas.microsoft.com/office/drawing/2014/main" id="{8D3868C6-E81B-4ABB-86CB-AEE1420E764B}"/>
                </a:ext>
              </a:extLst>
            </p:cNvPr>
            <p:cNvSpPr/>
            <p:nvPr/>
          </p:nvSpPr>
          <p:spPr>
            <a:xfrm>
              <a:off x="36787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3" name="타원 11852">
              <a:extLst>
                <a:ext uri="{FF2B5EF4-FFF2-40B4-BE49-F238E27FC236}">
                  <a16:creationId xmlns:a16="http://schemas.microsoft.com/office/drawing/2014/main" id="{EDE47BCD-6A8F-4415-B5E0-6CFA40E32E03}"/>
                </a:ext>
              </a:extLst>
            </p:cNvPr>
            <p:cNvSpPr/>
            <p:nvPr/>
          </p:nvSpPr>
          <p:spPr>
            <a:xfrm>
              <a:off x="38311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4" name="타원 11853">
              <a:extLst>
                <a:ext uri="{FF2B5EF4-FFF2-40B4-BE49-F238E27FC236}">
                  <a16:creationId xmlns:a16="http://schemas.microsoft.com/office/drawing/2014/main" id="{0E4F7F61-8831-4D5C-876D-DF6A89F57B90}"/>
                </a:ext>
              </a:extLst>
            </p:cNvPr>
            <p:cNvSpPr/>
            <p:nvPr/>
          </p:nvSpPr>
          <p:spPr>
            <a:xfrm>
              <a:off x="39835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5" name="타원 11854">
              <a:extLst>
                <a:ext uri="{FF2B5EF4-FFF2-40B4-BE49-F238E27FC236}">
                  <a16:creationId xmlns:a16="http://schemas.microsoft.com/office/drawing/2014/main" id="{9ECE141B-ABFB-44C8-A3BB-D540E56A3558}"/>
                </a:ext>
              </a:extLst>
            </p:cNvPr>
            <p:cNvSpPr/>
            <p:nvPr/>
          </p:nvSpPr>
          <p:spPr>
            <a:xfrm>
              <a:off x="4135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6" name="타원 11855">
              <a:extLst>
                <a:ext uri="{FF2B5EF4-FFF2-40B4-BE49-F238E27FC236}">
                  <a16:creationId xmlns:a16="http://schemas.microsoft.com/office/drawing/2014/main" id="{909BD0BF-A59C-46AF-A84A-31C98387E7A1}"/>
                </a:ext>
              </a:extLst>
            </p:cNvPr>
            <p:cNvSpPr/>
            <p:nvPr/>
          </p:nvSpPr>
          <p:spPr>
            <a:xfrm>
              <a:off x="4288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7" name="타원 11856">
              <a:extLst>
                <a:ext uri="{FF2B5EF4-FFF2-40B4-BE49-F238E27FC236}">
                  <a16:creationId xmlns:a16="http://schemas.microsoft.com/office/drawing/2014/main" id="{1A5F6052-B3D1-4994-BC04-58408DC1761D}"/>
                </a:ext>
              </a:extLst>
            </p:cNvPr>
            <p:cNvSpPr/>
            <p:nvPr/>
          </p:nvSpPr>
          <p:spPr>
            <a:xfrm>
              <a:off x="44407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8" name="타원 11857">
              <a:extLst>
                <a:ext uri="{FF2B5EF4-FFF2-40B4-BE49-F238E27FC236}">
                  <a16:creationId xmlns:a16="http://schemas.microsoft.com/office/drawing/2014/main" id="{2C647BCF-1BF6-4AF0-B334-DEAA2A8A5CB5}"/>
                </a:ext>
              </a:extLst>
            </p:cNvPr>
            <p:cNvSpPr/>
            <p:nvPr/>
          </p:nvSpPr>
          <p:spPr>
            <a:xfrm>
              <a:off x="45931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59" name="타원 11858">
              <a:extLst>
                <a:ext uri="{FF2B5EF4-FFF2-40B4-BE49-F238E27FC236}">
                  <a16:creationId xmlns:a16="http://schemas.microsoft.com/office/drawing/2014/main" id="{4798029A-41F6-48B5-B46D-CF7E8DCD2B8B}"/>
                </a:ext>
              </a:extLst>
            </p:cNvPr>
            <p:cNvSpPr/>
            <p:nvPr/>
          </p:nvSpPr>
          <p:spPr>
            <a:xfrm>
              <a:off x="47455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0" name="타원 11859">
              <a:extLst>
                <a:ext uri="{FF2B5EF4-FFF2-40B4-BE49-F238E27FC236}">
                  <a16:creationId xmlns:a16="http://schemas.microsoft.com/office/drawing/2014/main" id="{3B89767F-6022-4E00-A7DF-908C264F43E7}"/>
                </a:ext>
              </a:extLst>
            </p:cNvPr>
            <p:cNvSpPr/>
            <p:nvPr/>
          </p:nvSpPr>
          <p:spPr>
            <a:xfrm>
              <a:off x="4897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1" name="타원 11860">
              <a:extLst>
                <a:ext uri="{FF2B5EF4-FFF2-40B4-BE49-F238E27FC236}">
                  <a16:creationId xmlns:a16="http://schemas.microsoft.com/office/drawing/2014/main" id="{BD413169-C212-4AA7-8F30-4C408CAF78A2}"/>
                </a:ext>
              </a:extLst>
            </p:cNvPr>
            <p:cNvSpPr/>
            <p:nvPr/>
          </p:nvSpPr>
          <p:spPr>
            <a:xfrm>
              <a:off x="5050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2" name="타원 11861">
              <a:extLst>
                <a:ext uri="{FF2B5EF4-FFF2-40B4-BE49-F238E27FC236}">
                  <a16:creationId xmlns:a16="http://schemas.microsoft.com/office/drawing/2014/main" id="{EA87C532-24DC-46F3-892F-3110628D03F3}"/>
                </a:ext>
              </a:extLst>
            </p:cNvPr>
            <p:cNvSpPr/>
            <p:nvPr/>
          </p:nvSpPr>
          <p:spPr>
            <a:xfrm>
              <a:off x="52027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3" name="타원 11862">
              <a:extLst>
                <a:ext uri="{FF2B5EF4-FFF2-40B4-BE49-F238E27FC236}">
                  <a16:creationId xmlns:a16="http://schemas.microsoft.com/office/drawing/2014/main" id="{81C60592-44B9-435C-A154-0EA6D824E592}"/>
                </a:ext>
              </a:extLst>
            </p:cNvPr>
            <p:cNvSpPr/>
            <p:nvPr/>
          </p:nvSpPr>
          <p:spPr>
            <a:xfrm>
              <a:off x="53551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4" name="타원 11863">
              <a:extLst>
                <a:ext uri="{FF2B5EF4-FFF2-40B4-BE49-F238E27FC236}">
                  <a16:creationId xmlns:a16="http://schemas.microsoft.com/office/drawing/2014/main" id="{800C8297-E00C-4FA5-A85C-8A1311225233}"/>
                </a:ext>
              </a:extLst>
            </p:cNvPr>
            <p:cNvSpPr/>
            <p:nvPr/>
          </p:nvSpPr>
          <p:spPr>
            <a:xfrm>
              <a:off x="55075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5" name="타원 11864">
              <a:extLst>
                <a:ext uri="{FF2B5EF4-FFF2-40B4-BE49-F238E27FC236}">
                  <a16:creationId xmlns:a16="http://schemas.microsoft.com/office/drawing/2014/main" id="{A216C4E4-91F3-4DA5-96F0-31ACB6F9D42A}"/>
                </a:ext>
              </a:extLst>
            </p:cNvPr>
            <p:cNvSpPr/>
            <p:nvPr/>
          </p:nvSpPr>
          <p:spPr>
            <a:xfrm>
              <a:off x="56599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6" name="타원 11865">
              <a:extLst>
                <a:ext uri="{FF2B5EF4-FFF2-40B4-BE49-F238E27FC236}">
                  <a16:creationId xmlns:a16="http://schemas.microsoft.com/office/drawing/2014/main" id="{74ECD177-19A9-4A66-A682-32526792CECA}"/>
                </a:ext>
              </a:extLst>
            </p:cNvPr>
            <p:cNvSpPr/>
            <p:nvPr/>
          </p:nvSpPr>
          <p:spPr>
            <a:xfrm>
              <a:off x="5812349" y="6701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7" name="타원 11866">
              <a:extLst>
                <a:ext uri="{FF2B5EF4-FFF2-40B4-BE49-F238E27FC236}">
                  <a16:creationId xmlns:a16="http://schemas.microsoft.com/office/drawing/2014/main" id="{233488E1-8B5F-4B58-9C9E-BB0C5EA8DD1A}"/>
                </a:ext>
              </a:extLst>
            </p:cNvPr>
            <p:cNvSpPr/>
            <p:nvPr/>
          </p:nvSpPr>
          <p:spPr>
            <a:xfrm>
              <a:off x="325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8" name="타원 11867">
              <a:extLst>
                <a:ext uri="{FF2B5EF4-FFF2-40B4-BE49-F238E27FC236}">
                  <a16:creationId xmlns:a16="http://schemas.microsoft.com/office/drawing/2014/main" id="{CE254BE6-1ABA-4D70-955B-A00576DC3B9B}"/>
                </a:ext>
              </a:extLst>
            </p:cNvPr>
            <p:cNvSpPr/>
            <p:nvPr/>
          </p:nvSpPr>
          <p:spPr>
            <a:xfrm>
              <a:off x="478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69" name="타원 11868">
              <a:extLst>
                <a:ext uri="{FF2B5EF4-FFF2-40B4-BE49-F238E27FC236}">
                  <a16:creationId xmlns:a16="http://schemas.microsoft.com/office/drawing/2014/main" id="{FE589A65-83BB-4957-B22A-374A5371A571}"/>
                </a:ext>
              </a:extLst>
            </p:cNvPr>
            <p:cNvSpPr/>
            <p:nvPr/>
          </p:nvSpPr>
          <p:spPr>
            <a:xfrm>
              <a:off x="6307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0" name="타원 11869">
              <a:extLst>
                <a:ext uri="{FF2B5EF4-FFF2-40B4-BE49-F238E27FC236}">
                  <a16:creationId xmlns:a16="http://schemas.microsoft.com/office/drawing/2014/main" id="{A86BBB66-F8E7-4262-A613-75C45615B91A}"/>
                </a:ext>
              </a:extLst>
            </p:cNvPr>
            <p:cNvSpPr/>
            <p:nvPr/>
          </p:nvSpPr>
          <p:spPr>
            <a:xfrm>
              <a:off x="7831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1" name="타원 11870">
              <a:extLst>
                <a:ext uri="{FF2B5EF4-FFF2-40B4-BE49-F238E27FC236}">
                  <a16:creationId xmlns:a16="http://schemas.microsoft.com/office/drawing/2014/main" id="{61E961C9-9BDC-421C-BE74-AB4C538743E5}"/>
                </a:ext>
              </a:extLst>
            </p:cNvPr>
            <p:cNvSpPr/>
            <p:nvPr/>
          </p:nvSpPr>
          <p:spPr>
            <a:xfrm>
              <a:off x="9355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2" name="타원 11871">
              <a:extLst>
                <a:ext uri="{FF2B5EF4-FFF2-40B4-BE49-F238E27FC236}">
                  <a16:creationId xmlns:a16="http://schemas.microsoft.com/office/drawing/2014/main" id="{88AE84A8-87C7-4D3F-92E5-0FCEBBE7DA9F}"/>
                </a:ext>
              </a:extLst>
            </p:cNvPr>
            <p:cNvSpPr/>
            <p:nvPr/>
          </p:nvSpPr>
          <p:spPr>
            <a:xfrm>
              <a:off x="1087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3" name="타원 11872">
              <a:extLst>
                <a:ext uri="{FF2B5EF4-FFF2-40B4-BE49-F238E27FC236}">
                  <a16:creationId xmlns:a16="http://schemas.microsoft.com/office/drawing/2014/main" id="{9C5BE980-8EF6-4D35-BE7A-678AAAA0677E}"/>
                </a:ext>
              </a:extLst>
            </p:cNvPr>
            <p:cNvSpPr/>
            <p:nvPr/>
          </p:nvSpPr>
          <p:spPr>
            <a:xfrm>
              <a:off x="1240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4" name="타원 11873">
              <a:extLst>
                <a:ext uri="{FF2B5EF4-FFF2-40B4-BE49-F238E27FC236}">
                  <a16:creationId xmlns:a16="http://schemas.microsoft.com/office/drawing/2014/main" id="{905B98B1-EEFA-4868-98B5-59638ACF23C2}"/>
                </a:ext>
              </a:extLst>
            </p:cNvPr>
            <p:cNvSpPr/>
            <p:nvPr/>
          </p:nvSpPr>
          <p:spPr>
            <a:xfrm>
              <a:off x="13927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5" name="타원 11874">
              <a:extLst>
                <a:ext uri="{FF2B5EF4-FFF2-40B4-BE49-F238E27FC236}">
                  <a16:creationId xmlns:a16="http://schemas.microsoft.com/office/drawing/2014/main" id="{1044AE3F-A385-4B8E-A276-C05CCB83638C}"/>
                </a:ext>
              </a:extLst>
            </p:cNvPr>
            <p:cNvSpPr/>
            <p:nvPr/>
          </p:nvSpPr>
          <p:spPr>
            <a:xfrm>
              <a:off x="15451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6" name="타원 11875">
              <a:extLst>
                <a:ext uri="{FF2B5EF4-FFF2-40B4-BE49-F238E27FC236}">
                  <a16:creationId xmlns:a16="http://schemas.microsoft.com/office/drawing/2014/main" id="{53536B66-822B-4BC7-8538-15E1568CFABE}"/>
                </a:ext>
              </a:extLst>
            </p:cNvPr>
            <p:cNvSpPr/>
            <p:nvPr/>
          </p:nvSpPr>
          <p:spPr>
            <a:xfrm>
              <a:off x="16975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7" name="타원 11876">
              <a:extLst>
                <a:ext uri="{FF2B5EF4-FFF2-40B4-BE49-F238E27FC236}">
                  <a16:creationId xmlns:a16="http://schemas.microsoft.com/office/drawing/2014/main" id="{C3FAF9CD-10C3-48AA-A072-43412AEDE66F}"/>
                </a:ext>
              </a:extLst>
            </p:cNvPr>
            <p:cNvSpPr/>
            <p:nvPr/>
          </p:nvSpPr>
          <p:spPr>
            <a:xfrm>
              <a:off x="1849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8" name="타원 11877">
              <a:extLst>
                <a:ext uri="{FF2B5EF4-FFF2-40B4-BE49-F238E27FC236}">
                  <a16:creationId xmlns:a16="http://schemas.microsoft.com/office/drawing/2014/main" id="{1ACFDDC0-4222-4623-A9EF-4FFDCB92BA2E}"/>
                </a:ext>
              </a:extLst>
            </p:cNvPr>
            <p:cNvSpPr/>
            <p:nvPr/>
          </p:nvSpPr>
          <p:spPr>
            <a:xfrm>
              <a:off x="2002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79" name="타원 11878">
              <a:extLst>
                <a:ext uri="{FF2B5EF4-FFF2-40B4-BE49-F238E27FC236}">
                  <a16:creationId xmlns:a16="http://schemas.microsoft.com/office/drawing/2014/main" id="{5EA26586-52C6-46B5-918D-CB308ECED5C6}"/>
                </a:ext>
              </a:extLst>
            </p:cNvPr>
            <p:cNvSpPr/>
            <p:nvPr/>
          </p:nvSpPr>
          <p:spPr>
            <a:xfrm>
              <a:off x="21547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0" name="타원 11879">
              <a:extLst>
                <a:ext uri="{FF2B5EF4-FFF2-40B4-BE49-F238E27FC236}">
                  <a16:creationId xmlns:a16="http://schemas.microsoft.com/office/drawing/2014/main" id="{5052BBFC-825E-450F-8CF7-A020A1E8DC63}"/>
                </a:ext>
              </a:extLst>
            </p:cNvPr>
            <p:cNvSpPr/>
            <p:nvPr/>
          </p:nvSpPr>
          <p:spPr>
            <a:xfrm>
              <a:off x="23071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1" name="타원 11880">
              <a:extLst>
                <a:ext uri="{FF2B5EF4-FFF2-40B4-BE49-F238E27FC236}">
                  <a16:creationId xmlns:a16="http://schemas.microsoft.com/office/drawing/2014/main" id="{C44E37C3-E2A1-409E-A987-211C61C3CE7F}"/>
                </a:ext>
              </a:extLst>
            </p:cNvPr>
            <p:cNvSpPr/>
            <p:nvPr/>
          </p:nvSpPr>
          <p:spPr>
            <a:xfrm>
              <a:off x="24595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2" name="타원 11881">
              <a:extLst>
                <a:ext uri="{FF2B5EF4-FFF2-40B4-BE49-F238E27FC236}">
                  <a16:creationId xmlns:a16="http://schemas.microsoft.com/office/drawing/2014/main" id="{D18AED26-27D8-49C4-BD3D-7CE9861B1EE8}"/>
                </a:ext>
              </a:extLst>
            </p:cNvPr>
            <p:cNvSpPr/>
            <p:nvPr/>
          </p:nvSpPr>
          <p:spPr>
            <a:xfrm>
              <a:off x="2611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3" name="타원 11882">
              <a:extLst>
                <a:ext uri="{FF2B5EF4-FFF2-40B4-BE49-F238E27FC236}">
                  <a16:creationId xmlns:a16="http://schemas.microsoft.com/office/drawing/2014/main" id="{5197D1DD-0277-40E2-AD16-271C769C69A4}"/>
                </a:ext>
              </a:extLst>
            </p:cNvPr>
            <p:cNvSpPr/>
            <p:nvPr/>
          </p:nvSpPr>
          <p:spPr>
            <a:xfrm>
              <a:off x="2764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4" name="타원 11883">
              <a:extLst>
                <a:ext uri="{FF2B5EF4-FFF2-40B4-BE49-F238E27FC236}">
                  <a16:creationId xmlns:a16="http://schemas.microsoft.com/office/drawing/2014/main" id="{EB8B865D-0190-4B0B-A8FD-2BC6E8A36E4D}"/>
                </a:ext>
              </a:extLst>
            </p:cNvPr>
            <p:cNvSpPr/>
            <p:nvPr/>
          </p:nvSpPr>
          <p:spPr>
            <a:xfrm>
              <a:off x="29167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5" name="타원 11884">
              <a:extLst>
                <a:ext uri="{FF2B5EF4-FFF2-40B4-BE49-F238E27FC236}">
                  <a16:creationId xmlns:a16="http://schemas.microsoft.com/office/drawing/2014/main" id="{F650B178-4711-4579-B51B-8060C2365E85}"/>
                </a:ext>
              </a:extLst>
            </p:cNvPr>
            <p:cNvSpPr/>
            <p:nvPr/>
          </p:nvSpPr>
          <p:spPr>
            <a:xfrm>
              <a:off x="30691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6" name="타원 11885">
              <a:extLst>
                <a:ext uri="{FF2B5EF4-FFF2-40B4-BE49-F238E27FC236}">
                  <a16:creationId xmlns:a16="http://schemas.microsoft.com/office/drawing/2014/main" id="{8FD118B4-F466-405A-9673-4EB60BDC54D5}"/>
                </a:ext>
              </a:extLst>
            </p:cNvPr>
            <p:cNvSpPr/>
            <p:nvPr/>
          </p:nvSpPr>
          <p:spPr>
            <a:xfrm>
              <a:off x="32215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7" name="타원 11886">
              <a:extLst>
                <a:ext uri="{FF2B5EF4-FFF2-40B4-BE49-F238E27FC236}">
                  <a16:creationId xmlns:a16="http://schemas.microsoft.com/office/drawing/2014/main" id="{76A97733-C1C6-4AD4-9EFF-0D9CEAF5BFEF}"/>
                </a:ext>
              </a:extLst>
            </p:cNvPr>
            <p:cNvSpPr/>
            <p:nvPr/>
          </p:nvSpPr>
          <p:spPr>
            <a:xfrm>
              <a:off x="3373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8" name="타원 11887">
              <a:extLst>
                <a:ext uri="{FF2B5EF4-FFF2-40B4-BE49-F238E27FC236}">
                  <a16:creationId xmlns:a16="http://schemas.microsoft.com/office/drawing/2014/main" id="{5F43B153-6DA8-4F88-91C4-59BDE8F0AD92}"/>
                </a:ext>
              </a:extLst>
            </p:cNvPr>
            <p:cNvSpPr/>
            <p:nvPr/>
          </p:nvSpPr>
          <p:spPr>
            <a:xfrm>
              <a:off x="3526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89" name="타원 11888">
              <a:extLst>
                <a:ext uri="{FF2B5EF4-FFF2-40B4-BE49-F238E27FC236}">
                  <a16:creationId xmlns:a16="http://schemas.microsoft.com/office/drawing/2014/main" id="{9D01E61E-89A6-4B22-8B97-F30C6DE5D040}"/>
                </a:ext>
              </a:extLst>
            </p:cNvPr>
            <p:cNvSpPr/>
            <p:nvPr/>
          </p:nvSpPr>
          <p:spPr>
            <a:xfrm>
              <a:off x="36787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0" name="타원 11889">
              <a:extLst>
                <a:ext uri="{FF2B5EF4-FFF2-40B4-BE49-F238E27FC236}">
                  <a16:creationId xmlns:a16="http://schemas.microsoft.com/office/drawing/2014/main" id="{074F99FC-4935-4311-A277-8478E149AFF4}"/>
                </a:ext>
              </a:extLst>
            </p:cNvPr>
            <p:cNvSpPr/>
            <p:nvPr/>
          </p:nvSpPr>
          <p:spPr>
            <a:xfrm>
              <a:off x="38311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1" name="타원 11890">
              <a:extLst>
                <a:ext uri="{FF2B5EF4-FFF2-40B4-BE49-F238E27FC236}">
                  <a16:creationId xmlns:a16="http://schemas.microsoft.com/office/drawing/2014/main" id="{2B39CC20-E78E-4A88-B650-8345575293EF}"/>
                </a:ext>
              </a:extLst>
            </p:cNvPr>
            <p:cNvSpPr/>
            <p:nvPr/>
          </p:nvSpPr>
          <p:spPr>
            <a:xfrm>
              <a:off x="39835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2" name="타원 11891">
              <a:extLst>
                <a:ext uri="{FF2B5EF4-FFF2-40B4-BE49-F238E27FC236}">
                  <a16:creationId xmlns:a16="http://schemas.microsoft.com/office/drawing/2014/main" id="{4355C1C4-8DC4-4AFA-A381-E61393158AB1}"/>
                </a:ext>
              </a:extLst>
            </p:cNvPr>
            <p:cNvSpPr/>
            <p:nvPr/>
          </p:nvSpPr>
          <p:spPr>
            <a:xfrm>
              <a:off x="4135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3" name="타원 11892">
              <a:extLst>
                <a:ext uri="{FF2B5EF4-FFF2-40B4-BE49-F238E27FC236}">
                  <a16:creationId xmlns:a16="http://schemas.microsoft.com/office/drawing/2014/main" id="{4015C2DD-AF4D-4BA5-A70B-180BE302E834}"/>
                </a:ext>
              </a:extLst>
            </p:cNvPr>
            <p:cNvSpPr/>
            <p:nvPr/>
          </p:nvSpPr>
          <p:spPr>
            <a:xfrm>
              <a:off x="4288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4" name="타원 11893">
              <a:extLst>
                <a:ext uri="{FF2B5EF4-FFF2-40B4-BE49-F238E27FC236}">
                  <a16:creationId xmlns:a16="http://schemas.microsoft.com/office/drawing/2014/main" id="{0F4F5D4C-06F0-4D5E-BE8E-C8DC7896E03E}"/>
                </a:ext>
              </a:extLst>
            </p:cNvPr>
            <p:cNvSpPr/>
            <p:nvPr/>
          </p:nvSpPr>
          <p:spPr>
            <a:xfrm>
              <a:off x="44407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5" name="타원 11894">
              <a:extLst>
                <a:ext uri="{FF2B5EF4-FFF2-40B4-BE49-F238E27FC236}">
                  <a16:creationId xmlns:a16="http://schemas.microsoft.com/office/drawing/2014/main" id="{F93196CE-E99F-4732-86AC-701F8BB9B5F3}"/>
                </a:ext>
              </a:extLst>
            </p:cNvPr>
            <p:cNvSpPr/>
            <p:nvPr/>
          </p:nvSpPr>
          <p:spPr>
            <a:xfrm>
              <a:off x="45931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6" name="타원 11895">
              <a:extLst>
                <a:ext uri="{FF2B5EF4-FFF2-40B4-BE49-F238E27FC236}">
                  <a16:creationId xmlns:a16="http://schemas.microsoft.com/office/drawing/2014/main" id="{D887E12A-F4F7-4A75-8BB9-E50BE69F8E9A}"/>
                </a:ext>
              </a:extLst>
            </p:cNvPr>
            <p:cNvSpPr/>
            <p:nvPr/>
          </p:nvSpPr>
          <p:spPr>
            <a:xfrm>
              <a:off x="47455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7" name="타원 11896">
              <a:extLst>
                <a:ext uri="{FF2B5EF4-FFF2-40B4-BE49-F238E27FC236}">
                  <a16:creationId xmlns:a16="http://schemas.microsoft.com/office/drawing/2014/main" id="{1E4DF759-9E11-4E1A-ACBA-F81C0BE419D8}"/>
                </a:ext>
              </a:extLst>
            </p:cNvPr>
            <p:cNvSpPr/>
            <p:nvPr/>
          </p:nvSpPr>
          <p:spPr>
            <a:xfrm>
              <a:off x="4897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8" name="타원 11897">
              <a:extLst>
                <a:ext uri="{FF2B5EF4-FFF2-40B4-BE49-F238E27FC236}">
                  <a16:creationId xmlns:a16="http://schemas.microsoft.com/office/drawing/2014/main" id="{7BB0D375-37AE-4916-BF4B-37E4FE5CEC73}"/>
                </a:ext>
              </a:extLst>
            </p:cNvPr>
            <p:cNvSpPr/>
            <p:nvPr/>
          </p:nvSpPr>
          <p:spPr>
            <a:xfrm>
              <a:off x="5050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99" name="타원 11898">
              <a:extLst>
                <a:ext uri="{FF2B5EF4-FFF2-40B4-BE49-F238E27FC236}">
                  <a16:creationId xmlns:a16="http://schemas.microsoft.com/office/drawing/2014/main" id="{E27F5A45-D49B-4993-8B54-BBEC21E02650}"/>
                </a:ext>
              </a:extLst>
            </p:cNvPr>
            <p:cNvSpPr/>
            <p:nvPr/>
          </p:nvSpPr>
          <p:spPr>
            <a:xfrm>
              <a:off x="52027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0" name="타원 11899">
              <a:extLst>
                <a:ext uri="{FF2B5EF4-FFF2-40B4-BE49-F238E27FC236}">
                  <a16:creationId xmlns:a16="http://schemas.microsoft.com/office/drawing/2014/main" id="{D223E0AC-D070-4C8D-9BA2-7E95DB3CA2E3}"/>
                </a:ext>
              </a:extLst>
            </p:cNvPr>
            <p:cNvSpPr/>
            <p:nvPr/>
          </p:nvSpPr>
          <p:spPr>
            <a:xfrm>
              <a:off x="53551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1" name="타원 11900">
              <a:extLst>
                <a:ext uri="{FF2B5EF4-FFF2-40B4-BE49-F238E27FC236}">
                  <a16:creationId xmlns:a16="http://schemas.microsoft.com/office/drawing/2014/main" id="{9C2280E0-2CDC-491A-A213-92E3E7FBBAAC}"/>
                </a:ext>
              </a:extLst>
            </p:cNvPr>
            <p:cNvSpPr/>
            <p:nvPr/>
          </p:nvSpPr>
          <p:spPr>
            <a:xfrm>
              <a:off x="55075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2" name="타원 11901">
              <a:extLst>
                <a:ext uri="{FF2B5EF4-FFF2-40B4-BE49-F238E27FC236}">
                  <a16:creationId xmlns:a16="http://schemas.microsoft.com/office/drawing/2014/main" id="{A9A1FAF5-6C2E-4C5F-BA1D-C434F1DCDB2D}"/>
                </a:ext>
              </a:extLst>
            </p:cNvPr>
            <p:cNvSpPr/>
            <p:nvPr/>
          </p:nvSpPr>
          <p:spPr>
            <a:xfrm>
              <a:off x="56599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3" name="타원 11902">
              <a:extLst>
                <a:ext uri="{FF2B5EF4-FFF2-40B4-BE49-F238E27FC236}">
                  <a16:creationId xmlns:a16="http://schemas.microsoft.com/office/drawing/2014/main" id="{0D7A7B6A-3DA0-46E6-8861-C1976E1EE3F3}"/>
                </a:ext>
              </a:extLst>
            </p:cNvPr>
            <p:cNvSpPr/>
            <p:nvPr/>
          </p:nvSpPr>
          <p:spPr>
            <a:xfrm>
              <a:off x="5812349" y="68539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4" name="타원 11903">
              <a:extLst>
                <a:ext uri="{FF2B5EF4-FFF2-40B4-BE49-F238E27FC236}">
                  <a16:creationId xmlns:a16="http://schemas.microsoft.com/office/drawing/2014/main" id="{B397DF4F-C1FE-4DE1-91CD-75830E6B5562}"/>
                </a:ext>
              </a:extLst>
            </p:cNvPr>
            <p:cNvSpPr/>
            <p:nvPr/>
          </p:nvSpPr>
          <p:spPr>
            <a:xfrm>
              <a:off x="325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5" name="타원 11904">
              <a:extLst>
                <a:ext uri="{FF2B5EF4-FFF2-40B4-BE49-F238E27FC236}">
                  <a16:creationId xmlns:a16="http://schemas.microsoft.com/office/drawing/2014/main" id="{90D6DF95-F9FD-43D3-9E43-206EF729DEFC}"/>
                </a:ext>
              </a:extLst>
            </p:cNvPr>
            <p:cNvSpPr/>
            <p:nvPr/>
          </p:nvSpPr>
          <p:spPr>
            <a:xfrm>
              <a:off x="478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6" name="타원 11905">
              <a:extLst>
                <a:ext uri="{FF2B5EF4-FFF2-40B4-BE49-F238E27FC236}">
                  <a16:creationId xmlns:a16="http://schemas.microsoft.com/office/drawing/2014/main" id="{C8B92F23-2EC2-4629-9AD8-0B15352DF39D}"/>
                </a:ext>
              </a:extLst>
            </p:cNvPr>
            <p:cNvSpPr/>
            <p:nvPr/>
          </p:nvSpPr>
          <p:spPr>
            <a:xfrm>
              <a:off x="6307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7" name="타원 11906">
              <a:extLst>
                <a:ext uri="{FF2B5EF4-FFF2-40B4-BE49-F238E27FC236}">
                  <a16:creationId xmlns:a16="http://schemas.microsoft.com/office/drawing/2014/main" id="{EA37277D-FF99-46D8-AD37-06EF6D2801AC}"/>
                </a:ext>
              </a:extLst>
            </p:cNvPr>
            <p:cNvSpPr/>
            <p:nvPr/>
          </p:nvSpPr>
          <p:spPr>
            <a:xfrm>
              <a:off x="7831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8" name="타원 11907">
              <a:extLst>
                <a:ext uri="{FF2B5EF4-FFF2-40B4-BE49-F238E27FC236}">
                  <a16:creationId xmlns:a16="http://schemas.microsoft.com/office/drawing/2014/main" id="{F08AC114-F956-44AF-9D8F-9AB7A3EA3DA5}"/>
                </a:ext>
              </a:extLst>
            </p:cNvPr>
            <p:cNvSpPr/>
            <p:nvPr/>
          </p:nvSpPr>
          <p:spPr>
            <a:xfrm>
              <a:off x="9355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09" name="타원 11908">
              <a:extLst>
                <a:ext uri="{FF2B5EF4-FFF2-40B4-BE49-F238E27FC236}">
                  <a16:creationId xmlns:a16="http://schemas.microsoft.com/office/drawing/2014/main" id="{5E66C3F1-38F1-47D0-9703-76E7AD396B6C}"/>
                </a:ext>
              </a:extLst>
            </p:cNvPr>
            <p:cNvSpPr/>
            <p:nvPr/>
          </p:nvSpPr>
          <p:spPr>
            <a:xfrm>
              <a:off x="1087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0" name="타원 11909">
              <a:extLst>
                <a:ext uri="{FF2B5EF4-FFF2-40B4-BE49-F238E27FC236}">
                  <a16:creationId xmlns:a16="http://schemas.microsoft.com/office/drawing/2014/main" id="{6FABFF67-BFA9-4C5A-80EE-570A0F1B7159}"/>
                </a:ext>
              </a:extLst>
            </p:cNvPr>
            <p:cNvSpPr/>
            <p:nvPr/>
          </p:nvSpPr>
          <p:spPr>
            <a:xfrm>
              <a:off x="1240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1" name="타원 11910">
              <a:extLst>
                <a:ext uri="{FF2B5EF4-FFF2-40B4-BE49-F238E27FC236}">
                  <a16:creationId xmlns:a16="http://schemas.microsoft.com/office/drawing/2014/main" id="{F49A29E3-0CFE-4423-8EBA-D2C6AB0B798D}"/>
                </a:ext>
              </a:extLst>
            </p:cNvPr>
            <p:cNvSpPr/>
            <p:nvPr/>
          </p:nvSpPr>
          <p:spPr>
            <a:xfrm>
              <a:off x="13927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2" name="타원 11911">
              <a:extLst>
                <a:ext uri="{FF2B5EF4-FFF2-40B4-BE49-F238E27FC236}">
                  <a16:creationId xmlns:a16="http://schemas.microsoft.com/office/drawing/2014/main" id="{046F6FE0-684C-44BA-B1DA-2AB4892CE3ED}"/>
                </a:ext>
              </a:extLst>
            </p:cNvPr>
            <p:cNvSpPr/>
            <p:nvPr/>
          </p:nvSpPr>
          <p:spPr>
            <a:xfrm>
              <a:off x="15451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3" name="타원 11912">
              <a:extLst>
                <a:ext uri="{FF2B5EF4-FFF2-40B4-BE49-F238E27FC236}">
                  <a16:creationId xmlns:a16="http://schemas.microsoft.com/office/drawing/2014/main" id="{18A0B713-267E-4741-9C5F-45ADFAF897EF}"/>
                </a:ext>
              </a:extLst>
            </p:cNvPr>
            <p:cNvSpPr/>
            <p:nvPr/>
          </p:nvSpPr>
          <p:spPr>
            <a:xfrm>
              <a:off x="16975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4" name="타원 11913">
              <a:extLst>
                <a:ext uri="{FF2B5EF4-FFF2-40B4-BE49-F238E27FC236}">
                  <a16:creationId xmlns:a16="http://schemas.microsoft.com/office/drawing/2014/main" id="{F3452B3D-9313-41D1-861C-8CA13E92CD06}"/>
                </a:ext>
              </a:extLst>
            </p:cNvPr>
            <p:cNvSpPr/>
            <p:nvPr/>
          </p:nvSpPr>
          <p:spPr>
            <a:xfrm>
              <a:off x="1849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5" name="타원 11914">
              <a:extLst>
                <a:ext uri="{FF2B5EF4-FFF2-40B4-BE49-F238E27FC236}">
                  <a16:creationId xmlns:a16="http://schemas.microsoft.com/office/drawing/2014/main" id="{7DC1A807-B9E0-42F3-8A9A-978CA06EFD37}"/>
                </a:ext>
              </a:extLst>
            </p:cNvPr>
            <p:cNvSpPr/>
            <p:nvPr/>
          </p:nvSpPr>
          <p:spPr>
            <a:xfrm>
              <a:off x="2002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6" name="타원 11915">
              <a:extLst>
                <a:ext uri="{FF2B5EF4-FFF2-40B4-BE49-F238E27FC236}">
                  <a16:creationId xmlns:a16="http://schemas.microsoft.com/office/drawing/2014/main" id="{423C5054-8C87-4E16-A858-048A26FBFA47}"/>
                </a:ext>
              </a:extLst>
            </p:cNvPr>
            <p:cNvSpPr/>
            <p:nvPr/>
          </p:nvSpPr>
          <p:spPr>
            <a:xfrm>
              <a:off x="21547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7" name="타원 11916">
              <a:extLst>
                <a:ext uri="{FF2B5EF4-FFF2-40B4-BE49-F238E27FC236}">
                  <a16:creationId xmlns:a16="http://schemas.microsoft.com/office/drawing/2014/main" id="{8B1D973E-797F-4428-B67A-732006FF7829}"/>
                </a:ext>
              </a:extLst>
            </p:cNvPr>
            <p:cNvSpPr/>
            <p:nvPr/>
          </p:nvSpPr>
          <p:spPr>
            <a:xfrm>
              <a:off x="23071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8" name="타원 11917">
              <a:extLst>
                <a:ext uri="{FF2B5EF4-FFF2-40B4-BE49-F238E27FC236}">
                  <a16:creationId xmlns:a16="http://schemas.microsoft.com/office/drawing/2014/main" id="{0FD9199E-090A-4630-8B76-3201E9E0DD96}"/>
                </a:ext>
              </a:extLst>
            </p:cNvPr>
            <p:cNvSpPr/>
            <p:nvPr/>
          </p:nvSpPr>
          <p:spPr>
            <a:xfrm>
              <a:off x="24595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19" name="타원 11918">
              <a:extLst>
                <a:ext uri="{FF2B5EF4-FFF2-40B4-BE49-F238E27FC236}">
                  <a16:creationId xmlns:a16="http://schemas.microsoft.com/office/drawing/2014/main" id="{2C9ECAFD-0AF3-458C-9C7A-F6810DEACE5E}"/>
                </a:ext>
              </a:extLst>
            </p:cNvPr>
            <p:cNvSpPr/>
            <p:nvPr/>
          </p:nvSpPr>
          <p:spPr>
            <a:xfrm>
              <a:off x="2611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0" name="타원 11919">
              <a:extLst>
                <a:ext uri="{FF2B5EF4-FFF2-40B4-BE49-F238E27FC236}">
                  <a16:creationId xmlns:a16="http://schemas.microsoft.com/office/drawing/2014/main" id="{0EB7FA43-F3A5-4796-BD18-BC55310EAAE5}"/>
                </a:ext>
              </a:extLst>
            </p:cNvPr>
            <p:cNvSpPr/>
            <p:nvPr/>
          </p:nvSpPr>
          <p:spPr>
            <a:xfrm>
              <a:off x="2764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1" name="타원 11920">
              <a:extLst>
                <a:ext uri="{FF2B5EF4-FFF2-40B4-BE49-F238E27FC236}">
                  <a16:creationId xmlns:a16="http://schemas.microsoft.com/office/drawing/2014/main" id="{02523FF8-5531-4C7A-8631-14440DFAB0A3}"/>
                </a:ext>
              </a:extLst>
            </p:cNvPr>
            <p:cNvSpPr/>
            <p:nvPr/>
          </p:nvSpPr>
          <p:spPr>
            <a:xfrm>
              <a:off x="29167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2" name="타원 11921">
              <a:extLst>
                <a:ext uri="{FF2B5EF4-FFF2-40B4-BE49-F238E27FC236}">
                  <a16:creationId xmlns:a16="http://schemas.microsoft.com/office/drawing/2014/main" id="{B70E3DD9-CF35-4C67-86BD-D768BEEF3D1F}"/>
                </a:ext>
              </a:extLst>
            </p:cNvPr>
            <p:cNvSpPr/>
            <p:nvPr/>
          </p:nvSpPr>
          <p:spPr>
            <a:xfrm>
              <a:off x="30691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3" name="타원 11922">
              <a:extLst>
                <a:ext uri="{FF2B5EF4-FFF2-40B4-BE49-F238E27FC236}">
                  <a16:creationId xmlns:a16="http://schemas.microsoft.com/office/drawing/2014/main" id="{214DCF32-2A9B-4C4A-B752-370D6ABCBE8F}"/>
                </a:ext>
              </a:extLst>
            </p:cNvPr>
            <p:cNvSpPr/>
            <p:nvPr/>
          </p:nvSpPr>
          <p:spPr>
            <a:xfrm>
              <a:off x="32215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4" name="타원 11923">
              <a:extLst>
                <a:ext uri="{FF2B5EF4-FFF2-40B4-BE49-F238E27FC236}">
                  <a16:creationId xmlns:a16="http://schemas.microsoft.com/office/drawing/2014/main" id="{3ADFEAE1-89CB-42E8-9DAD-1D3D28187CC4}"/>
                </a:ext>
              </a:extLst>
            </p:cNvPr>
            <p:cNvSpPr/>
            <p:nvPr/>
          </p:nvSpPr>
          <p:spPr>
            <a:xfrm>
              <a:off x="3373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5" name="타원 11924">
              <a:extLst>
                <a:ext uri="{FF2B5EF4-FFF2-40B4-BE49-F238E27FC236}">
                  <a16:creationId xmlns:a16="http://schemas.microsoft.com/office/drawing/2014/main" id="{96364265-29D2-4C79-92F4-809720A47F1C}"/>
                </a:ext>
              </a:extLst>
            </p:cNvPr>
            <p:cNvSpPr/>
            <p:nvPr/>
          </p:nvSpPr>
          <p:spPr>
            <a:xfrm>
              <a:off x="3526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6" name="타원 11925">
              <a:extLst>
                <a:ext uri="{FF2B5EF4-FFF2-40B4-BE49-F238E27FC236}">
                  <a16:creationId xmlns:a16="http://schemas.microsoft.com/office/drawing/2014/main" id="{7AD00DC0-1F78-4BB8-AD1C-4B1110D5301F}"/>
                </a:ext>
              </a:extLst>
            </p:cNvPr>
            <p:cNvSpPr/>
            <p:nvPr/>
          </p:nvSpPr>
          <p:spPr>
            <a:xfrm>
              <a:off x="36787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7" name="타원 11926">
              <a:extLst>
                <a:ext uri="{FF2B5EF4-FFF2-40B4-BE49-F238E27FC236}">
                  <a16:creationId xmlns:a16="http://schemas.microsoft.com/office/drawing/2014/main" id="{70C47FFC-F98E-44CA-B26B-2C12CD6290AC}"/>
                </a:ext>
              </a:extLst>
            </p:cNvPr>
            <p:cNvSpPr/>
            <p:nvPr/>
          </p:nvSpPr>
          <p:spPr>
            <a:xfrm>
              <a:off x="38311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8" name="타원 11927">
              <a:extLst>
                <a:ext uri="{FF2B5EF4-FFF2-40B4-BE49-F238E27FC236}">
                  <a16:creationId xmlns:a16="http://schemas.microsoft.com/office/drawing/2014/main" id="{8B9C36B4-A8E3-4459-A8CB-364ADB3F704E}"/>
                </a:ext>
              </a:extLst>
            </p:cNvPr>
            <p:cNvSpPr/>
            <p:nvPr/>
          </p:nvSpPr>
          <p:spPr>
            <a:xfrm>
              <a:off x="39835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29" name="타원 11928">
              <a:extLst>
                <a:ext uri="{FF2B5EF4-FFF2-40B4-BE49-F238E27FC236}">
                  <a16:creationId xmlns:a16="http://schemas.microsoft.com/office/drawing/2014/main" id="{5ABE5D9E-1CD2-451B-B3A7-F6A50ED34987}"/>
                </a:ext>
              </a:extLst>
            </p:cNvPr>
            <p:cNvSpPr/>
            <p:nvPr/>
          </p:nvSpPr>
          <p:spPr>
            <a:xfrm>
              <a:off x="4135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0" name="타원 11929">
              <a:extLst>
                <a:ext uri="{FF2B5EF4-FFF2-40B4-BE49-F238E27FC236}">
                  <a16:creationId xmlns:a16="http://schemas.microsoft.com/office/drawing/2014/main" id="{879D6F99-8523-4D03-8313-713FCEBF76B7}"/>
                </a:ext>
              </a:extLst>
            </p:cNvPr>
            <p:cNvSpPr/>
            <p:nvPr/>
          </p:nvSpPr>
          <p:spPr>
            <a:xfrm>
              <a:off x="4288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1" name="타원 11930">
              <a:extLst>
                <a:ext uri="{FF2B5EF4-FFF2-40B4-BE49-F238E27FC236}">
                  <a16:creationId xmlns:a16="http://schemas.microsoft.com/office/drawing/2014/main" id="{625BC906-BF23-4A63-98B1-0762D4E86C17}"/>
                </a:ext>
              </a:extLst>
            </p:cNvPr>
            <p:cNvSpPr/>
            <p:nvPr/>
          </p:nvSpPr>
          <p:spPr>
            <a:xfrm>
              <a:off x="44407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2" name="타원 11931">
              <a:extLst>
                <a:ext uri="{FF2B5EF4-FFF2-40B4-BE49-F238E27FC236}">
                  <a16:creationId xmlns:a16="http://schemas.microsoft.com/office/drawing/2014/main" id="{B98521EF-1F98-4DB8-BEA7-6F55AAEF17CC}"/>
                </a:ext>
              </a:extLst>
            </p:cNvPr>
            <p:cNvSpPr/>
            <p:nvPr/>
          </p:nvSpPr>
          <p:spPr>
            <a:xfrm>
              <a:off x="45931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3" name="타원 11932">
              <a:extLst>
                <a:ext uri="{FF2B5EF4-FFF2-40B4-BE49-F238E27FC236}">
                  <a16:creationId xmlns:a16="http://schemas.microsoft.com/office/drawing/2014/main" id="{DD28ED6B-7E5C-4ABB-B044-73033A14A5E2}"/>
                </a:ext>
              </a:extLst>
            </p:cNvPr>
            <p:cNvSpPr/>
            <p:nvPr/>
          </p:nvSpPr>
          <p:spPr>
            <a:xfrm>
              <a:off x="47455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4" name="타원 11933">
              <a:extLst>
                <a:ext uri="{FF2B5EF4-FFF2-40B4-BE49-F238E27FC236}">
                  <a16:creationId xmlns:a16="http://schemas.microsoft.com/office/drawing/2014/main" id="{D5C66C5F-ADD9-42E8-A89B-D41D6DE2D844}"/>
                </a:ext>
              </a:extLst>
            </p:cNvPr>
            <p:cNvSpPr/>
            <p:nvPr/>
          </p:nvSpPr>
          <p:spPr>
            <a:xfrm>
              <a:off x="4897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5" name="타원 11934">
              <a:extLst>
                <a:ext uri="{FF2B5EF4-FFF2-40B4-BE49-F238E27FC236}">
                  <a16:creationId xmlns:a16="http://schemas.microsoft.com/office/drawing/2014/main" id="{D13EA7C5-0C91-4C59-A2C7-48678E04440C}"/>
                </a:ext>
              </a:extLst>
            </p:cNvPr>
            <p:cNvSpPr/>
            <p:nvPr/>
          </p:nvSpPr>
          <p:spPr>
            <a:xfrm>
              <a:off x="5050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6" name="타원 11935">
              <a:extLst>
                <a:ext uri="{FF2B5EF4-FFF2-40B4-BE49-F238E27FC236}">
                  <a16:creationId xmlns:a16="http://schemas.microsoft.com/office/drawing/2014/main" id="{D1B74F2B-9C50-4794-ADD0-02C5BC1CA6CA}"/>
                </a:ext>
              </a:extLst>
            </p:cNvPr>
            <p:cNvSpPr/>
            <p:nvPr/>
          </p:nvSpPr>
          <p:spPr>
            <a:xfrm>
              <a:off x="52027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7" name="타원 11936">
              <a:extLst>
                <a:ext uri="{FF2B5EF4-FFF2-40B4-BE49-F238E27FC236}">
                  <a16:creationId xmlns:a16="http://schemas.microsoft.com/office/drawing/2014/main" id="{1B364078-EE7B-45E0-A59A-95CC4D43DC39}"/>
                </a:ext>
              </a:extLst>
            </p:cNvPr>
            <p:cNvSpPr/>
            <p:nvPr/>
          </p:nvSpPr>
          <p:spPr>
            <a:xfrm>
              <a:off x="53551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8" name="타원 11937">
              <a:extLst>
                <a:ext uri="{FF2B5EF4-FFF2-40B4-BE49-F238E27FC236}">
                  <a16:creationId xmlns:a16="http://schemas.microsoft.com/office/drawing/2014/main" id="{8162FE2B-85CB-43C6-866F-98A5BDEC7C2B}"/>
                </a:ext>
              </a:extLst>
            </p:cNvPr>
            <p:cNvSpPr/>
            <p:nvPr/>
          </p:nvSpPr>
          <p:spPr>
            <a:xfrm>
              <a:off x="55075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39" name="타원 11938">
              <a:extLst>
                <a:ext uri="{FF2B5EF4-FFF2-40B4-BE49-F238E27FC236}">
                  <a16:creationId xmlns:a16="http://schemas.microsoft.com/office/drawing/2014/main" id="{9614F04C-8F66-484C-8D57-24FA540BBF43}"/>
                </a:ext>
              </a:extLst>
            </p:cNvPr>
            <p:cNvSpPr/>
            <p:nvPr/>
          </p:nvSpPr>
          <p:spPr>
            <a:xfrm>
              <a:off x="56599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0" name="타원 11939">
              <a:extLst>
                <a:ext uri="{FF2B5EF4-FFF2-40B4-BE49-F238E27FC236}">
                  <a16:creationId xmlns:a16="http://schemas.microsoft.com/office/drawing/2014/main" id="{CE251484-A632-4C61-88C2-2B66D6402C4C}"/>
                </a:ext>
              </a:extLst>
            </p:cNvPr>
            <p:cNvSpPr/>
            <p:nvPr/>
          </p:nvSpPr>
          <p:spPr>
            <a:xfrm>
              <a:off x="5812349" y="70063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1" name="타원 11940">
              <a:extLst>
                <a:ext uri="{FF2B5EF4-FFF2-40B4-BE49-F238E27FC236}">
                  <a16:creationId xmlns:a16="http://schemas.microsoft.com/office/drawing/2014/main" id="{E2F2E459-E764-4F40-A66B-01B4026A3573}"/>
                </a:ext>
              </a:extLst>
            </p:cNvPr>
            <p:cNvSpPr/>
            <p:nvPr/>
          </p:nvSpPr>
          <p:spPr>
            <a:xfrm>
              <a:off x="325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2" name="타원 11941">
              <a:extLst>
                <a:ext uri="{FF2B5EF4-FFF2-40B4-BE49-F238E27FC236}">
                  <a16:creationId xmlns:a16="http://schemas.microsoft.com/office/drawing/2014/main" id="{70720993-913D-4A06-A298-5078405FDAFA}"/>
                </a:ext>
              </a:extLst>
            </p:cNvPr>
            <p:cNvSpPr/>
            <p:nvPr/>
          </p:nvSpPr>
          <p:spPr>
            <a:xfrm>
              <a:off x="478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3" name="타원 11942">
              <a:extLst>
                <a:ext uri="{FF2B5EF4-FFF2-40B4-BE49-F238E27FC236}">
                  <a16:creationId xmlns:a16="http://schemas.microsoft.com/office/drawing/2014/main" id="{A4627DD4-8CCE-40D4-90B8-D891785EA842}"/>
                </a:ext>
              </a:extLst>
            </p:cNvPr>
            <p:cNvSpPr/>
            <p:nvPr/>
          </p:nvSpPr>
          <p:spPr>
            <a:xfrm>
              <a:off x="6307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4" name="타원 11943">
              <a:extLst>
                <a:ext uri="{FF2B5EF4-FFF2-40B4-BE49-F238E27FC236}">
                  <a16:creationId xmlns:a16="http://schemas.microsoft.com/office/drawing/2014/main" id="{B373BEAF-7790-4671-818E-5770A2F2100C}"/>
                </a:ext>
              </a:extLst>
            </p:cNvPr>
            <p:cNvSpPr/>
            <p:nvPr/>
          </p:nvSpPr>
          <p:spPr>
            <a:xfrm>
              <a:off x="7831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5" name="타원 11944">
              <a:extLst>
                <a:ext uri="{FF2B5EF4-FFF2-40B4-BE49-F238E27FC236}">
                  <a16:creationId xmlns:a16="http://schemas.microsoft.com/office/drawing/2014/main" id="{BF27725A-E4A3-4442-897B-17A44356506F}"/>
                </a:ext>
              </a:extLst>
            </p:cNvPr>
            <p:cNvSpPr/>
            <p:nvPr/>
          </p:nvSpPr>
          <p:spPr>
            <a:xfrm>
              <a:off x="9355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6" name="타원 11945">
              <a:extLst>
                <a:ext uri="{FF2B5EF4-FFF2-40B4-BE49-F238E27FC236}">
                  <a16:creationId xmlns:a16="http://schemas.microsoft.com/office/drawing/2014/main" id="{D7219037-98B0-474B-A335-480C3C7B19EF}"/>
                </a:ext>
              </a:extLst>
            </p:cNvPr>
            <p:cNvSpPr/>
            <p:nvPr/>
          </p:nvSpPr>
          <p:spPr>
            <a:xfrm>
              <a:off x="1087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7" name="타원 11946">
              <a:extLst>
                <a:ext uri="{FF2B5EF4-FFF2-40B4-BE49-F238E27FC236}">
                  <a16:creationId xmlns:a16="http://schemas.microsoft.com/office/drawing/2014/main" id="{6CF5DEAF-E81F-405D-B986-56DCAF64CF89}"/>
                </a:ext>
              </a:extLst>
            </p:cNvPr>
            <p:cNvSpPr/>
            <p:nvPr/>
          </p:nvSpPr>
          <p:spPr>
            <a:xfrm>
              <a:off x="1240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8" name="타원 11947">
              <a:extLst>
                <a:ext uri="{FF2B5EF4-FFF2-40B4-BE49-F238E27FC236}">
                  <a16:creationId xmlns:a16="http://schemas.microsoft.com/office/drawing/2014/main" id="{689144DC-1BEF-42C8-8783-163EA660B91A}"/>
                </a:ext>
              </a:extLst>
            </p:cNvPr>
            <p:cNvSpPr/>
            <p:nvPr/>
          </p:nvSpPr>
          <p:spPr>
            <a:xfrm>
              <a:off x="13927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49" name="타원 11948">
              <a:extLst>
                <a:ext uri="{FF2B5EF4-FFF2-40B4-BE49-F238E27FC236}">
                  <a16:creationId xmlns:a16="http://schemas.microsoft.com/office/drawing/2014/main" id="{9711C980-DF11-46A1-93D0-759A20D30275}"/>
                </a:ext>
              </a:extLst>
            </p:cNvPr>
            <p:cNvSpPr/>
            <p:nvPr/>
          </p:nvSpPr>
          <p:spPr>
            <a:xfrm>
              <a:off x="15451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0" name="타원 11949">
              <a:extLst>
                <a:ext uri="{FF2B5EF4-FFF2-40B4-BE49-F238E27FC236}">
                  <a16:creationId xmlns:a16="http://schemas.microsoft.com/office/drawing/2014/main" id="{FE63C3CB-9BCF-408B-BE24-6EE44B3F7797}"/>
                </a:ext>
              </a:extLst>
            </p:cNvPr>
            <p:cNvSpPr/>
            <p:nvPr/>
          </p:nvSpPr>
          <p:spPr>
            <a:xfrm>
              <a:off x="16975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1" name="타원 11950">
              <a:extLst>
                <a:ext uri="{FF2B5EF4-FFF2-40B4-BE49-F238E27FC236}">
                  <a16:creationId xmlns:a16="http://schemas.microsoft.com/office/drawing/2014/main" id="{BA527554-7018-4C16-BFBD-CCF3C3FACF72}"/>
                </a:ext>
              </a:extLst>
            </p:cNvPr>
            <p:cNvSpPr/>
            <p:nvPr/>
          </p:nvSpPr>
          <p:spPr>
            <a:xfrm>
              <a:off x="1849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2" name="타원 11951">
              <a:extLst>
                <a:ext uri="{FF2B5EF4-FFF2-40B4-BE49-F238E27FC236}">
                  <a16:creationId xmlns:a16="http://schemas.microsoft.com/office/drawing/2014/main" id="{BC77C928-86B8-48D7-8DC1-88B61F0BCF4D}"/>
                </a:ext>
              </a:extLst>
            </p:cNvPr>
            <p:cNvSpPr/>
            <p:nvPr/>
          </p:nvSpPr>
          <p:spPr>
            <a:xfrm>
              <a:off x="2002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3" name="타원 11952">
              <a:extLst>
                <a:ext uri="{FF2B5EF4-FFF2-40B4-BE49-F238E27FC236}">
                  <a16:creationId xmlns:a16="http://schemas.microsoft.com/office/drawing/2014/main" id="{44734FFB-5EC6-4E53-9B8F-54E9E01B4C53}"/>
                </a:ext>
              </a:extLst>
            </p:cNvPr>
            <p:cNvSpPr/>
            <p:nvPr/>
          </p:nvSpPr>
          <p:spPr>
            <a:xfrm>
              <a:off x="21547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4" name="타원 11953">
              <a:extLst>
                <a:ext uri="{FF2B5EF4-FFF2-40B4-BE49-F238E27FC236}">
                  <a16:creationId xmlns:a16="http://schemas.microsoft.com/office/drawing/2014/main" id="{92068757-E988-4F3C-8E22-6BE5282FAD22}"/>
                </a:ext>
              </a:extLst>
            </p:cNvPr>
            <p:cNvSpPr/>
            <p:nvPr/>
          </p:nvSpPr>
          <p:spPr>
            <a:xfrm>
              <a:off x="23071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5" name="타원 11954">
              <a:extLst>
                <a:ext uri="{FF2B5EF4-FFF2-40B4-BE49-F238E27FC236}">
                  <a16:creationId xmlns:a16="http://schemas.microsoft.com/office/drawing/2014/main" id="{7761117C-7E19-4AEC-BB6B-C07391C4D631}"/>
                </a:ext>
              </a:extLst>
            </p:cNvPr>
            <p:cNvSpPr/>
            <p:nvPr/>
          </p:nvSpPr>
          <p:spPr>
            <a:xfrm>
              <a:off x="24595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6" name="타원 11955">
              <a:extLst>
                <a:ext uri="{FF2B5EF4-FFF2-40B4-BE49-F238E27FC236}">
                  <a16:creationId xmlns:a16="http://schemas.microsoft.com/office/drawing/2014/main" id="{748E4B89-48AE-4F4C-BC71-AFE1D6C484DF}"/>
                </a:ext>
              </a:extLst>
            </p:cNvPr>
            <p:cNvSpPr/>
            <p:nvPr/>
          </p:nvSpPr>
          <p:spPr>
            <a:xfrm>
              <a:off x="2611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7" name="타원 11956">
              <a:extLst>
                <a:ext uri="{FF2B5EF4-FFF2-40B4-BE49-F238E27FC236}">
                  <a16:creationId xmlns:a16="http://schemas.microsoft.com/office/drawing/2014/main" id="{BCC96DA7-7F1E-44AC-8B3D-06BCD81ABF26}"/>
                </a:ext>
              </a:extLst>
            </p:cNvPr>
            <p:cNvSpPr/>
            <p:nvPr/>
          </p:nvSpPr>
          <p:spPr>
            <a:xfrm>
              <a:off x="2764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8" name="타원 11957">
              <a:extLst>
                <a:ext uri="{FF2B5EF4-FFF2-40B4-BE49-F238E27FC236}">
                  <a16:creationId xmlns:a16="http://schemas.microsoft.com/office/drawing/2014/main" id="{1649EE4B-ACA7-4BA6-9A98-21E5D0CC42C6}"/>
                </a:ext>
              </a:extLst>
            </p:cNvPr>
            <p:cNvSpPr/>
            <p:nvPr/>
          </p:nvSpPr>
          <p:spPr>
            <a:xfrm>
              <a:off x="29167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59" name="타원 11958">
              <a:extLst>
                <a:ext uri="{FF2B5EF4-FFF2-40B4-BE49-F238E27FC236}">
                  <a16:creationId xmlns:a16="http://schemas.microsoft.com/office/drawing/2014/main" id="{E1FA1811-A702-467B-9314-9138A705C047}"/>
                </a:ext>
              </a:extLst>
            </p:cNvPr>
            <p:cNvSpPr/>
            <p:nvPr/>
          </p:nvSpPr>
          <p:spPr>
            <a:xfrm>
              <a:off x="30691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0" name="타원 11959">
              <a:extLst>
                <a:ext uri="{FF2B5EF4-FFF2-40B4-BE49-F238E27FC236}">
                  <a16:creationId xmlns:a16="http://schemas.microsoft.com/office/drawing/2014/main" id="{2861D354-E47A-43F6-805E-97F3A2554839}"/>
                </a:ext>
              </a:extLst>
            </p:cNvPr>
            <p:cNvSpPr/>
            <p:nvPr/>
          </p:nvSpPr>
          <p:spPr>
            <a:xfrm>
              <a:off x="32215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1" name="타원 11960">
              <a:extLst>
                <a:ext uri="{FF2B5EF4-FFF2-40B4-BE49-F238E27FC236}">
                  <a16:creationId xmlns:a16="http://schemas.microsoft.com/office/drawing/2014/main" id="{64288DCC-B02B-4319-AEFA-C711C4CD50D3}"/>
                </a:ext>
              </a:extLst>
            </p:cNvPr>
            <p:cNvSpPr/>
            <p:nvPr/>
          </p:nvSpPr>
          <p:spPr>
            <a:xfrm>
              <a:off x="3373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2" name="타원 11961">
              <a:extLst>
                <a:ext uri="{FF2B5EF4-FFF2-40B4-BE49-F238E27FC236}">
                  <a16:creationId xmlns:a16="http://schemas.microsoft.com/office/drawing/2014/main" id="{F88E92C4-B13F-464A-B317-BAC5E5D9A81B}"/>
                </a:ext>
              </a:extLst>
            </p:cNvPr>
            <p:cNvSpPr/>
            <p:nvPr/>
          </p:nvSpPr>
          <p:spPr>
            <a:xfrm>
              <a:off x="3526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3" name="타원 11962">
              <a:extLst>
                <a:ext uri="{FF2B5EF4-FFF2-40B4-BE49-F238E27FC236}">
                  <a16:creationId xmlns:a16="http://schemas.microsoft.com/office/drawing/2014/main" id="{909941DF-896F-499B-9CAA-BB144AD39CBE}"/>
                </a:ext>
              </a:extLst>
            </p:cNvPr>
            <p:cNvSpPr/>
            <p:nvPr/>
          </p:nvSpPr>
          <p:spPr>
            <a:xfrm>
              <a:off x="36787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4" name="타원 11963">
              <a:extLst>
                <a:ext uri="{FF2B5EF4-FFF2-40B4-BE49-F238E27FC236}">
                  <a16:creationId xmlns:a16="http://schemas.microsoft.com/office/drawing/2014/main" id="{DA635E81-3FBA-42EA-8753-A3B535706881}"/>
                </a:ext>
              </a:extLst>
            </p:cNvPr>
            <p:cNvSpPr/>
            <p:nvPr/>
          </p:nvSpPr>
          <p:spPr>
            <a:xfrm>
              <a:off x="38311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5" name="타원 11964">
              <a:extLst>
                <a:ext uri="{FF2B5EF4-FFF2-40B4-BE49-F238E27FC236}">
                  <a16:creationId xmlns:a16="http://schemas.microsoft.com/office/drawing/2014/main" id="{BC4D815B-FD81-4434-9AE8-EB986C43B3FD}"/>
                </a:ext>
              </a:extLst>
            </p:cNvPr>
            <p:cNvSpPr/>
            <p:nvPr/>
          </p:nvSpPr>
          <p:spPr>
            <a:xfrm>
              <a:off x="39835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6" name="타원 11965">
              <a:extLst>
                <a:ext uri="{FF2B5EF4-FFF2-40B4-BE49-F238E27FC236}">
                  <a16:creationId xmlns:a16="http://schemas.microsoft.com/office/drawing/2014/main" id="{E0CABEA7-3BC8-4858-9602-B306CF50F370}"/>
                </a:ext>
              </a:extLst>
            </p:cNvPr>
            <p:cNvSpPr/>
            <p:nvPr/>
          </p:nvSpPr>
          <p:spPr>
            <a:xfrm>
              <a:off x="4135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7" name="타원 11966">
              <a:extLst>
                <a:ext uri="{FF2B5EF4-FFF2-40B4-BE49-F238E27FC236}">
                  <a16:creationId xmlns:a16="http://schemas.microsoft.com/office/drawing/2014/main" id="{35B70E03-2047-41BD-972E-2324EDF48D10}"/>
                </a:ext>
              </a:extLst>
            </p:cNvPr>
            <p:cNvSpPr/>
            <p:nvPr/>
          </p:nvSpPr>
          <p:spPr>
            <a:xfrm>
              <a:off x="4288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8" name="타원 11967">
              <a:extLst>
                <a:ext uri="{FF2B5EF4-FFF2-40B4-BE49-F238E27FC236}">
                  <a16:creationId xmlns:a16="http://schemas.microsoft.com/office/drawing/2014/main" id="{998E62A6-F989-4F5F-BE55-6F094D8BCCAB}"/>
                </a:ext>
              </a:extLst>
            </p:cNvPr>
            <p:cNvSpPr/>
            <p:nvPr/>
          </p:nvSpPr>
          <p:spPr>
            <a:xfrm>
              <a:off x="44407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69" name="타원 11968">
              <a:extLst>
                <a:ext uri="{FF2B5EF4-FFF2-40B4-BE49-F238E27FC236}">
                  <a16:creationId xmlns:a16="http://schemas.microsoft.com/office/drawing/2014/main" id="{DBFBC997-4C86-4AC2-9BC5-5CFAD887B63F}"/>
                </a:ext>
              </a:extLst>
            </p:cNvPr>
            <p:cNvSpPr/>
            <p:nvPr/>
          </p:nvSpPr>
          <p:spPr>
            <a:xfrm>
              <a:off x="45931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0" name="타원 11969">
              <a:extLst>
                <a:ext uri="{FF2B5EF4-FFF2-40B4-BE49-F238E27FC236}">
                  <a16:creationId xmlns:a16="http://schemas.microsoft.com/office/drawing/2014/main" id="{8F1ADD6A-94CF-46C0-997E-7BAF448F290C}"/>
                </a:ext>
              </a:extLst>
            </p:cNvPr>
            <p:cNvSpPr/>
            <p:nvPr/>
          </p:nvSpPr>
          <p:spPr>
            <a:xfrm>
              <a:off x="47455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1" name="타원 11970">
              <a:extLst>
                <a:ext uri="{FF2B5EF4-FFF2-40B4-BE49-F238E27FC236}">
                  <a16:creationId xmlns:a16="http://schemas.microsoft.com/office/drawing/2014/main" id="{B0B92AB2-D294-40B6-B964-CDA6742D038A}"/>
                </a:ext>
              </a:extLst>
            </p:cNvPr>
            <p:cNvSpPr/>
            <p:nvPr/>
          </p:nvSpPr>
          <p:spPr>
            <a:xfrm>
              <a:off x="4897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2" name="타원 11971">
              <a:extLst>
                <a:ext uri="{FF2B5EF4-FFF2-40B4-BE49-F238E27FC236}">
                  <a16:creationId xmlns:a16="http://schemas.microsoft.com/office/drawing/2014/main" id="{F745D48F-FE44-43AC-AAF0-539D5708259A}"/>
                </a:ext>
              </a:extLst>
            </p:cNvPr>
            <p:cNvSpPr/>
            <p:nvPr/>
          </p:nvSpPr>
          <p:spPr>
            <a:xfrm>
              <a:off x="5050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3" name="타원 11972">
              <a:extLst>
                <a:ext uri="{FF2B5EF4-FFF2-40B4-BE49-F238E27FC236}">
                  <a16:creationId xmlns:a16="http://schemas.microsoft.com/office/drawing/2014/main" id="{C50A396C-A610-4C75-B730-0BA97662E34B}"/>
                </a:ext>
              </a:extLst>
            </p:cNvPr>
            <p:cNvSpPr/>
            <p:nvPr/>
          </p:nvSpPr>
          <p:spPr>
            <a:xfrm>
              <a:off x="52027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4" name="타원 11973">
              <a:extLst>
                <a:ext uri="{FF2B5EF4-FFF2-40B4-BE49-F238E27FC236}">
                  <a16:creationId xmlns:a16="http://schemas.microsoft.com/office/drawing/2014/main" id="{D056CD55-174A-4A10-8392-427C3A18B587}"/>
                </a:ext>
              </a:extLst>
            </p:cNvPr>
            <p:cNvSpPr/>
            <p:nvPr/>
          </p:nvSpPr>
          <p:spPr>
            <a:xfrm>
              <a:off x="53551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5" name="타원 11974">
              <a:extLst>
                <a:ext uri="{FF2B5EF4-FFF2-40B4-BE49-F238E27FC236}">
                  <a16:creationId xmlns:a16="http://schemas.microsoft.com/office/drawing/2014/main" id="{05E1FEA3-F17C-4956-B9AF-0364323E22D8}"/>
                </a:ext>
              </a:extLst>
            </p:cNvPr>
            <p:cNvSpPr/>
            <p:nvPr/>
          </p:nvSpPr>
          <p:spPr>
            <a:xfrm>
              <a:off x="55075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6" name="타원 11975">
              <a:extLst>
                <a:ext uri="{FF2B5EF4-FFF2-40B4-BE49-F238E27FC236}">
                  <a16:creationId xmlns:a16="http://schemas.microsoft.com/office/drawing/2014/main" id="{62388D1D-6165-41B7-A4DA-6CBBE63853ED}"/>
                </a:ext>
              </a:extLst>
            </p:cNvPr>
            <p:cNvSpPr/>
            <p:nvPr/>
          </p:nvSpPr>
          <p:spPr>
            <a:xfrm>
              <a:off x="56599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7" name="타원 11976">
              <a:extLst>
                <a:ext uri="{FF2B5EF4-FFF2-40B4-BE49-F238E27FC236}">
                  <a16:creationId xmlns:a16="http://schemas.microsoft.com/office/drawing/2014/main" id="{F6ADA2D0-20DC-4BE2-9056-09607C044BAA}"/>
                </a:ext>
              </a:extLst>
            </p:cNvPr>
            <p:cNvSpPr/>
            <p:nvPr/>
          </p:nvSpPr>
          <p:spPr>
            <a:xfrm>
              <a:off x="5812349" y="71587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8" name="타원 11977">
              <a:extLst>
                <a:ext uri="{FF2B5EF4-FFF2-40B4-BE49-F238E27FC236}">
                  <a16:creationId xmlns:a16="http://schemas.microsoft.com/office/drawing/2014/main" id="{4C625029-02CE-4987-AE44-4241306B195C}"/>
                </a:ext>
              </a:extLst>
            </p:cNvPr>
            <p:cNvSpPr/>
            <p:nvPr/>
          </p:nvSpPr>
          <p:spPr>
            <a:xfrm>
              <a:off x="325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79" name="타원 11978">
              <a:extLst>
                <a:ext uri="{FF2B5EF4-FFF2-40B4-BE49-F238E27FC236}">
                  <a16:creationId xmlns:a16="http://schemas.microsoft.com/office/drawing/2014/main" id="{39012395-6014-4A84-AC60-A110F2720EEC}"/>
                </a:ext>
              </a:extLst>
            </p:cNvPr>
            <p:cNvSpPr/>
            <p:nvPr/>
          </p:nvSpPr>
          <p:spPr>
            <a:xfrm>
              <a:off x="478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0" name="타원 11979">
              <a:extLst>
                <a:ext uri="{FF2B5EF4-FFF2-40B4-BE49-F238E27FC236}">
                  <a16:creationId xmlns:a16="http://schemas.microsoft.com/office/drawing/2014/main" id="{31AC899C-4095-4ECA-8F36-31155143A8EE}"/>
                </a:ext>
              </a:extLst>
            </p:cNvPr>
            <p:cNvSpPr/>
            <p:nvPr/>
          </p:nvSpPr>
          <p:spPr>
            <a:xfrm>
              <a:off x="6307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1" name="타원 11980">
              <a:extLst>
                <a:ext uri="{FF2B5EF4-FFF2-40B4-BE49-F238E27FC236}">
                  <a16:creationId xmlns:a16="http://schemas.microsoft.com/office/drawing/2014/main" id="{30322717-66F9-427C-9941-4FB48633349D}"/>
                </a:ext>
              </a:extLst>
            </p:cNvPr>
            <p:cNvSpPr/>
            <p:nvPr/>
          </p:nvSpPr>
          <p:spPr>
            <a:xfrm>
              <a:off x="7831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2" name="타원 11981">
              <a:extLst>
                <a:ext uri="{FF2B5EF4-FFF2-40B4-BE49-F238E27FC236}">
                  <a16:creationId xmlns:a16="http://schemas.microsoft.com/office/drawing/2014/main" id="{C39E4B5C-A3BF-4111-8F0C-6AA4E3312695}"/>
                </a:ext>
              </a:extLst>
            </p:cNvPr>
            <p:cNvSpPr/>
            <p:nvPr/>
          </p:nvSpPr>
          <p:spPr>
            <a:xfrm>
              <a:off x="9355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3" name="타원 11982">
              <a:extLst>
                <a:ext uri="{FF2B5EF4-FFF2-40B4-BE49-F238E27FC236}">
                  <a16:creationId xmlns:a16="http://schemas.microsoft.com/office/drawing/2014/main" id="{DF585134-8825-4C9D-BDCE-91B94224FE7E}"/>
                </a:ext>
              </a:extLst>
            </p:cNvPr>
            <p:cNvSpPr/>
            <p:nvPr/>
          </p:nvSpPr>
          <p:spPr>
            <a:xfrm>
              <a:off x="1087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4" name="타원 11983">
              <a:extLst>
                <a:ext uri="{FF2B5EF4-FFF2-40B4-BE49-F238E27FC236}">
                  <a16:creationId xmlns:a16="http://schemas.microsoft.com/office/drawing/2014/main" id="{7101F638-71EB-4AF7-9D23-FA4D9FCDE429}"/>
                </a:ext>
              </a:extLst>
            </p:cNvPr>
            <p:cNvSpPr/>
            <p:nvPr/>
          </p:nvSpPr>
          <p:spPr>
            <a:xfrm>
              <a:off x="1240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5" name="타원 11984">
              <a:extLst>
                <a:ext uri="{FF2B5EF4-FFF2-40B4-BE49-F238E27FC236}">
                  <a16:creationId xmlns:a16="http://schemas.microsoft.com/office/drawing/2014/main" id="{AEA0A29D-9F47-4DD7-BDE1-6D724D52BB6C}"/>
                </a:ext>
              </a:extLst>
            </p:cNvPr>
            <p:cNvSpPr/>
            <p:nvPr/>
          </p:nvSpPr>
          <p:spPr>
            <a:xfrm>
              <a:off x="13927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6" name="타원 11985">
              <a:extLst>
                <a:ext uri="{FF2B5EF4-FFF2-40B4-BE49-F238E27FC236}">
                  <a16:creationId xmlns:a16="http://schemas.microsoft.com/office/drawing/2014/main" id="{06D55831-80EA-4781-98B7-33A88DD84AEA}"/>
                </a:ext>
              </a:extLst>
            </p:cNvPr>
            <p:cNvSpPr/>
            <p:nvPr/>
          </p:nvSpPr>
          <p:spPr>
            <a:xfrm>
              <a:off x="15451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7" name="타원 11986">
              <a:extLst>
                <a:ext uri="{FF2B5EF4-FFF2-40B4-BE49-F238E27FC236}">
                  <a16:creationId xmlns:a16="http://schemas.microsoft.com/office/drawing/2014/main" id="{9944E629-CE2C-45F9-B375-8A62BF7EB427}"/>
                </a:ext>
              </a:extLst>
            </p:cNvPr>
            <p:cNvSpPr/>
            <p:nvPr/>
          </p:nvSpPr>
          <p:spPr>
            <a:xfrm>
              <a:off x="16975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8" name="타원 11987">
              <a:extLst>
                <a:ext uri="{FF2B5EF4-FFF2-40B4-BE49-F238E27FC236}">
                  <a16:creationId xmlns:a16="http://schemas.microsoft.com/office/drawing/2014/main" id="{D195FDE0-6C04-470F-BFEB-53493B028FB2}"/>
                </a:ext>
              </a:extLst>
            </p:cNvPr>
            <p:cNvSpPr/>
            <p:nvPr/>
          </p:nvSpPr>
          <p:spPr>
            <a:xfrm>
              <a:off x="1849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89" name="타원 11988">
              <a:extLst>
                <a:ext uri="{FF2B5EF4-FFF2-40B4-BE49-F238E27FC236}">
                  <a16:creationId xmlns:a16="http://schemas.microsoft.com/office/drawing/2014/main" id="{9F29FFC8-3009-44EA-9489-AB62C11A1017}"/>
                </a:ext>
              </a:extLst>
            </p:cNvPr>
            <p:cNvSpPr/>
            <p:nvPr/>
          </p:nvSpPr>
          <p:spPr>
            <a:xfrm>
              <a:off x="2002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0" name="타원 11989">
              <a:extLst>
                <a:ext uri="{FF2B5EF4-FFF2-40B4-BE49-F238E27FC236}">
                  <a16:creationId xmlns:a16="http://schemas.microsoft.com/office/drawing/2014/main" id="{F3D954DE-1432-4026-A7E6-1DC052C65C02}"/>
                </a:ext>
              </a:extLst>
            </p:cNvPr>
            <p:cNvSpPr/>
            <p:nvPr/>
          </p:nvSpPr>
          <p:spPr>
            <a:xfrm>
              <a:off x="21547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1" name="타원 11990">
              <a:extLst>
                <a:ext uri="{FF2B5EF4-FFF2-40B4-BE49-F238E27FC236}">
                  <a16:creationId xmlns:a16="http://schemas.microsoft.com/office/drawing/2014/main" id="{C06CB77C-469B-4D20-8042-EBB0A8EA8014}"/>
                </a:ext>
              </a:extLst>
            </p:cNvPr>
            <p:cNvSpPr/>
            <p:nvPr/>
          </p:nvSpPr>
          <p:spPr>
            <a:xfrm>
              <a:off x="23071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2" name="타원 11991">
              <a:extLst>
                <a:ext uri="{FF2B5EF4-FFF2-40B4-BE49-F238E27FC236}">
                  <a16:creationId xmlns:a16="http://schemas.microsoft.com/office/drawing/2014/main" id="{BAA5010A-FABD-4A49-A858-D20E775081F4}"/>
                </a:ext>
              </a:extLst>
            </p:cNvPr>
            <p:cNvSpPr/>
            <p:nvPr/>
          </p:nvSpPr>
          <p:spPr>
            <a:xfrm>
              <a:off x="24595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3" name="타원 11992">
              <a:extLst>
                <a:ext uri="{FF2B5EF4-FFF2-40B4-BE49-F238E27FC236}">
                  <a16:creationId xmlns:a16="http://schemas.microsoft.com/office/drawing/2014/main" id="{F9FF7B09-9C5C-4C2C-90E9-272222A9E7A4}"/>
                </a:ext>
              </a:extLst>
            </p:cNvPr>
            <p:cNvSpPr/>
            <p:nvPr/>
          </p:nvSpPr>
          <p:spPr>
            <a:xfrm>
              <a:off x="2611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4" name="타원 11993">
              <a:extLst>
                <a:ext uri="{FF2B5EF4-FFF2-40B4-BE49-F238E27FC236}">
                  <a16:creationId xmlns:a16="http://schemas.microsoft.com/office/drawing/2014/main" id="{D61B53A3-AE35-4378-9EAC-24808FF46060}"/>
                </a:ext>
              </a:extLst>
            </p:cNvPr>
            <p:cNvSpPr/>
            <p:nvPr/>
          </p:nvSpPr>
          <p:spPr>
            <a:xfrm>
              <a:off x="2764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5" name="타원 11994">
              <a:extLst>
                <a:ext uri="{FF2B5EF4-FFF2-40B4-BE49-F238E27FC236}">
                  <a16:creationId xmlns:a16="http://schemas.microsoft.com/office/drawing/2014/main" id="{042865A3-1C12-4028-8920-D835E2124C78}"/>
                </a:ext>
              </a:extLst>
            </p:cNvPr>
            <p:cNvSpPr/>
            <p:nvPr/>
          </p:nvSpPr>
          <p:spPr>
            <a:xfrm>
              <a:off x="29167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6" name="타원 11995">
              <a:extLst>
                <a:ext uri="{FF2B5EF4-FFF2-40B4-BE49-F238E27FC236}">
                  <a16:creationId xmlns:a16="http://schemas.microsoft.com/office/drawing/2014/main" id="{E574856D-C552-4DEA-9913-66450004E519}"/>
                </a:ext>
              </a:extLst>
            </p:cNvPr>
            <p:cNvSpPr/>
            <p:nvPr/>
          </p:nvSpPr>
          <p:spPr>
            <a:xfrm>
              <a:off x="30691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7" name="타원 11996">
              <a:extLst>
                <a:ext uri="{FF2B5EF4-FFF2-40B4-BE49-F238E27FC236}">
                  <a16:creationId xmlns:a16="http://schemas.microsoft.com/office/drawing/2014/main" id="{2A709283-611E-4E1E-981A-9AFD70496E80}"/>
                </a:ext>
              </a:extLst>
            </p:cNvPr>
            <p:cNvSpPr/>
            <p:nvPr/>
          </p:nvSpPr>
          <p:spPr>
            <a:xfrm>
              <a:off x="32215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8" name="타원 11997">
              <a:extLst>
                <a:ext uri="{FF2B5EF4-FFF2-40B4-BE49-F238E27FC236}">
                  <a16:creationId xmlns:a16="http://schemas.microsoft.com/office/drawing/2014/main" id="{D5783892-45BA-4452-BD7D-FE35C93A630D}"/>
                </a:ext>
              </a:extLst>
            </p:cNvPr>
            <p:cNvSpPr/>
            <p:nvPr/>
          </p:nvSpPr>
          <p:spPr>
            <a:xfrm>
              <a:off x="3373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99" name="타원 11998">
              <a:extLst>
                <a:ext uri="{FF2B5EF4-FFF2-40B4-BE49-F238E27FC236}">
                  <a16:creationId xmlns:a16="http://schemas.microsoft.com/office/drawing/2014/main" id="{6252D2C6-D2A7-45BB-BF2B-7CA6F2BDFFB2}"/>
                </a:ext>
              </a:extLst>
            </p:cNvPr>
            <p:cNvSpPr/>
            <p:nvPr/>
          </p:nvSpPr>
          <p:spPr>
            <a:xfrm>
              <a:off x="3526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0" name="타원 11999">
              <a:extLst>
                <a:ext uri="{FF2B5EF4-FFF2-40B4-BE49-F238E27FC236}">
                  <a16:creationId xmlns:a16="http://schemas.microsoft.com/office/drawing/2014/main" id="{8D224027-F6C4-41E3-8FAF-51C335468B62}"/>
                </a:ext>
              </a:extLst>
            </p:cNvPr>
            <p:cNvSpPr/>
            <p:nvPr/>
          </p:nvSpPr>
          <p:spPr>
            <a:xfrm>
              <a:off x="36787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1" name="타원 12000">
              <a:extLst>
                <a:ext uri="{FF2B5EF4-FFF2-40B4-BE49-F238E27FC236}">
                  <a16:creationId xmlns:a16="http://schemas.microsoft.com/office/drawing/2014/main" id="{00B758F0-B291-4EC7-A09E-FABD7B2C6F66}"/>
                </a:ext>
              </a:extLst>
            </p:cNvPr>
            <p:cNvSpPr/>
            <p:nvPr/>
          </p:nvSpPr>
          <p:spPr>
            <a:xfrm>
              <a:off x="38311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2" name="타원 12001">
              <a:extLst>
                <a:ext uri="{FF2B5EF4-FFF2-40B4-BE49-F238E27FC236}">
                  <a16:creationId xmlns:a16="http://schemas.microsoft.com/office/drawing/2014/main" id="{199E8B8D-B725-4DCF-BA7C-32BD75DF3A09}"/>
                </a:ext>
              </a:extLst>
            </p:cNvPr>
            <p:cNvSpPr/>
            <p:nvPr/>
          </p:nvSpPr>
          <p:spPr>
            <a:xfrm>
              <a:off x="39835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3" name="타원 12002">
              <a:extLst>
                <a:ext uri="{FF2B5EF4-FFF2-40B4-BE49-F238E27FC236}">
                  <a16:creationId xmlns:a16="http://schemas.microsoft.com/office/drawing/2014/main" id="{6900BF8E-FDDB-4562-8ECC-A15D435BCB97}"/>
                </a:ext>
              </a:extLst>
            </p:cNvPr>
            <p:cNvSpPr/>
            <p:nvPr/>
          </p:nvSpPr>
          <p:spPr>
            <a:xfrm>
              <a:off x="4135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4" name="타원 12003">
              <a:extLst>
                <a:ext uri="{FF2B5EF4-FFF2-40B4-BE49-F238E27FC236}">
                  <a16:creationId xmlns:a16="http://schemas.microsoft.com/office/drawing/2014/main" id="{1A94AAD2-928E-47FB-BE8F-18C0AB6ED71B}"/>
                </a:ext>
              </a:extLst>
            </p:cNvPr>
            <p:cNvSpPr/>
            <p:nvPr/>
          </p:nvSpPr>
          <p:spPr>
            <a:xfrm>
              <a:off x="4288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5" name="타원 12004">
              <a:extLst>
                <a:ext uri="{FF2B5EF4-FFF2-40B4-BE49-F238E27FC236}">
                  <a16:creationId xmlns:a16="http://schemas.microsoft.com/office/drawing/2014/main" id="{D56FA0AE-5A79-476F-9193-8D54A970D2FE}"/>
                </a:ext>
              </a:extLst>
            </p:cNvPr>
            <p:cNvSpPr/>
            <p:nvPr/>
          </p:nvSpPr>
          <p:spPr>
            <a:xfrm>
              <a:off x="44407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6" name="타원 12005">
              <a:extLst>
                <a:ext uri="{FF2B5EF4-FFF2-40B4-BE49-F238E27FC236}">
                  <a16:creationId xmlns:a16="http://schemas.microsoft.com/office/drawing/2014/main" id="{EE0811F2-E6B9-4E9D-9403-4A13A90F9367}"/>
                </a:ext>
              </a:extLst>
            </p:cNvPr>
            <p:cNvSpPr/>
            <p:nvPr/>
          </p:nvSpPr>
          <p:spPr>
            <a:xfrm>
              <a:off x="45931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7" name="타원 12006">
              <a:extLst>
                <a:ext uri="{FF2B5EF4-FFF2-40B4-BE49-F238E27FC236}">
                  <a16:creationId xmlns:a16="http://schemas.microsoft.com/office/drawing/2014/main" id="{EA07B046-C62D-420B-839E-53A8F720CC7E}"/>
                </a:ext>
              </a:extLst>
            </p:cNvPr>
            <p:cNvSpPr/>
            <p:nvPr/>
          </p:nvSpPr>
          <p:spPr>
            <a:xfrm>
              <a:off x="47455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8" name="타원 12007">
              <a:extLst>
                <a:ext uri="{FF2B5EF4-FFF2-40B4-BE49-F238E27FC236}">
                  <a16:creationId xmlns:a16="http://schemas.microsoft.com/office/drawing/2014/main" id="{C4E1B7FE-275C-4F49-A6DA-9A50FA399CD9}"/>
                </a:ext>
              </a:extLst>
            </p:cNvPr>
            <p:cNvSpPr/>
            <p:nvPr/>
          </p:nvSpPr>
          <p:spPr>
            <a:xfrm>
              <a:off x="4897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09" name="타원 12008">
              <a:extLst>
                <a:ext uri="{FF2B5EF4-FFF2-40B4-BE49-F238E27FC236}">
                  <a16:creationId xmlns:a16="http://schemas.microsoft.com/office/drawing/2014/main" id="{49FAD373-7D3F-4A5E-8A64-824A4A7CC8A0}"/>
                </a:ext>
              </a:extLst>
            </p:cNvPr>
            <p:cNvSpPr/>
            <p:nvPr/>
          </p:nvSpPr>
          <p:spPr>
            <a:xfrm>
              <a:off x="5050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0" name="타원 12009">
              <a:extLst>
                <a:ext uri="{FF2B5EF4-FFF2-40B4-BE49-F238E27FC236}">
                  <a16:creationId xmlns:a16="http://schemas.microsoft.com/office/drawing/2014/main" id="{D462BF06-AEE5-4458-A478-6048FB8D823B}"/>
                </a:ext>
              </a:extLst>
            </p:cNvPr>
            <p:cNvSpPr/>
            <p:nvPr/>
          </p:nvSpPr>
          <p:spPr>
            <a:xfrm>
              <a:off x="52027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1" name="타원 12010">
              <a:extLst>
                <a:ext uri="{FF2B5EF4-FFF2-40B4-BE49-F238E27FC236}">
                  <a16:creationId xmlns:a16="http://schemas.microsoft.com/office/drawing/2014/main" id="{463C9BD1-37F0-4D86-8F35-502A2DC8962A}"/>
                </a:ext>
              </a:extLst>
            </p:cNvPr>
            <p:cNvSpPr/>
            <p:nvPr/>
          </p:nvSpPr>
          <p:spPr>
            <a:xfrm>
              <a:off x="53551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2" name="타원 12011">
              <a:extLst>
                <a:ext uri="{FF2B5EF4-FFF2-40B4-BE49-F238E27FC236}">
                  <a16:creationId xmlns:a16="http://schemas.microsoft.com/office/drawing/2014/main" id="{96F7BF55-DBDE-44CD-88A0-01BB8E0EC993}"/>
                </a:ext>
              </a:extLst>
            </p:cNvPr>
            <p:cNvSpPr/>
            <p:nvPr/>
          </p:nvSpPr>
          <p:spPr>
            <a:xfrm>
              <a:off x="55075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3" name="타원 12012">
              <a:extLst>
                <a:ext uri="{FF2B5EF4-FFF2-40B4-BE49-F238E27FC236}">
                  <a16:creationId xmlns:a16="http://schemas.microsoft.com/office/drawing/2014/main" id="{34BB4CC0-E8BB-4F64-A64B-9D5260285245}"/>
                </a:ext>
              </a:extLst>
            </p:cNvPr>
            <p:cNvSpPr/>
            <p:nvPr/>
          </p:nvSpPr>
          <p:spPr>
            <a:xfrm>
              <a:off x="56599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4" name="타원 12013">
              <a:extLst>
                <a:ext uri="{FF2B5EF4-FFF2-40B4-BE49-F238E27FC236}">
                  <a16:creationId xmlns:a16="http://schemas.microsoft.com/office/drawing/2014/main" id="{7C2EBFCD-44B5-4D73-BCBF-DB653FB541F4}"/>
                </a:ext>
              </a:extLst>
            </p:cNvPr>
            <p:cNvSpPr/>
            <p:nvPr/>
          </p:nvSpPr>
          <p:spPr>
            <a:xfrm>
              <a:off x="5812349" y="73111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5" name="타원 12014">
              <a:extLst>
                <a:ext uri="{FF2B5EF4-FFF2-40B4-BE49-F238E27FC236}">
                  <a16:creationId xmlns:a16="http://schemas.microsoft.com/office/drawing/2014/main" id="{D26FCC83-7C53-49B2-AD49-E8490D3A53CF}"/>
                </a:ext>
              </a:extLst>
            </p:cNvPr>
            <p:cNvSpPr/>
            <p:nvPr/>
          </p:nvSpPr>
          <p:spPr>
            <a:xfrm>
              <a:off x="325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6" name="타원 12015">
              <a:extLst>
                <a:ext uri="{FF2B5EF4-FFF2-40B4-BE49-F238E27FC236}">
                  <a16:creationId xmlns:a16="http://schemas.microsoft.com/office/drawing/2014/main" id="{4B5DFFB7-67AA-4838-B7C5-AFBBAE1B19DC}"/>
                </a:ext>
              </a:extLst>
            </p:cNvPr>
            <p:cNvSpPr/>
            <p:nvPr/>
          </p:nvSpPr>
          <p:spPr>
            <a:xfrm>
              <a:off x="478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7" name="타원 12016">
              <a:extLst>
                <a:ext uri="{FF2B5EF4-FFF2-40B4-BE49-F238E27FC236}">
                  <a16:creationId xmlns:a16="http://schemas.microsoft.com/office/drawing/2014/main" id="{04BC28A6-09B3-4AAE-A64A-B648975554A4}"/>
                </a:ext>
              </a:extLst>
            </p:cNvPr>
            <p:cNvSpPr/>
            <p:nvPr/>
          </p:nvSpPr>
          <p:spPr>
            <a:xfrm>
              <a:off x="6307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8" name="타원 12017">
              <a:extLst>
                <a:ext uri="{FF2B5EF4-FFF2-40B4-BE49-F238E27FC236}">
                  <a16:creationId xmlns:a16="http://schemas.microsoft.com/office/drawing/2014/main" id="{47BAEA36-AF26-461D-9E8E-B141CA339152}"/>
                </a:ext>
              </a:extLst>
            </p:cNvPr>
            <p:cNvSpPr/>
            <p:nvPr/>
          </p:nvSpPr>
          <p:spPr>
            <a:xfrm>
              <a:off x="7831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19" name="타원 12018">
              <a:extLst>
                <a:ext uri="{FF2B5EF4-FFF2-40B4-BE49-F238E27FC236}">
                  <a16:creationId xmlns:a16="http://schemas.microsoft.com/office/drawing/2014/main" id="{ACA9891F-F259-4AFE-91C3-01F195B325E5}"/>
                </a:ext>
              </a:extLst>
            </p:cNvPr>
            <p:cNvSpPr/>
            <p:nvPr/>
          </p:nvSpPr>
          <p:spPr>
            <a:xfrm>
              <a:off x="9355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0" name="타원 12019">
              <a:extLst>
                <a:ext uri="{FF2B5EF4-FFF2-40B4-BE49-F238E27FC236}">
                  <a16:creationId xmlns:a16="http://schemas.microsoft.com/office/drawing/2014/main" id="{1AFB96F5-407E-489F-91F5-74B9F00FC34A}"/>
                </a:ext>
              </a:extLst>
            </p:cNvPr>
            <p:cNvSpPr/>
            <p:nvPr/>
          </p:nvSpPr>
          <p:spPr>
            <a:xfrm>
              <a:off x="1087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1" name="타원 12020">
              <a:extLst>
                <a:ext uri="{FF2B5EF4-FFF2-40B4-BE49-F238E27FC236}">
                  <a16:creationId xmlns:a16="http://schemas.microsoft.com/office/drawing/2014/main" id="{EFD74EAF-A7D7-49D0-93C6-D1CDE46DC9CA}"/>
                </a:ext>
              </a:extLst>
            </p:cNvPr>
            <p:cNvSpPr/>
            <p:nvPr/>
          </p:nvSpPr>
          <p:spPr>
            <a:xfrm>
              <a:off x="1240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2" name="타원 12021">
              <a:extLst>
                <a:ext uri="{FF2B5EF4-FFF2-40B4-BE49-F238E27FC236}">
                  <a16:creationId xmlns:a16="http://schemas.microsoft.com/office/drawing/2014/main" id="{10EE9CF9-A2F1-4175-88C0-D0D648D6C686}"/>
                </a:ext>
              </a:extLst>
            </p:cNvPr>
            <p:cNvSpPr/>
            <p:nvPr/>
          </p:nvSpPr>
          <p:spPr>
            <a:xfrm>
              <a:off x="13927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3" name="타원 12022">
              <a:extLst>
                <a:ext uri="{FF2B5EF4-FFF2-40B4-BE49-F238E27FC236}">
                  <a16:creationId xmlns:a16="http://schemas.microsoft.com/office/drawing/2014/main" id="{4B39958F-1AB9-4FA8-A007-E9040EFB9AC8}"/>
                </a:ext>
              </a:extLst>
            </p:cNvPr>
            <p:cNvSpPr/>
            <p:nvPr/>
          </p:nvSpPr>
          <p:spPr>
            <a:xfrm>
              <a:off x="15451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4" name="타원 12023">
              <a:extLst>
                <a:ext uri="{FF2B5EF4-FFF2-40B4-BE49-F238E27FC236}">
                  <a16:creationId xmlns:a16="http://schemas.microsoft.com/office/drawing/2014/main" id="{38A1E23E-B622-417B-A7B9-38D30DD4BF9D}"/>
                </a:ext>
              </a:extLst>
            </p:cNvPr>
            <p:cNvSpPr/>
            <p:nvPr/>
          </p:nvSpPr>
          <p:spPr>
            <a:xfrm>
              <a:off x="16975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5" name="타원 12024">
              <a:extLst>
                <a:ext uri="{FF2B5EF4-FFF2-40B4-BE49-F238E27FC236}">
                  <a16:creationId xmlns:a16="http://schemas.microsoft.com/office/drawing/2014/main" id="{3A34F962-2548-4313-958A-7B293200294C}"/>
                </a:ext>
              </a:extLst>
            </p:cNvPr>
            <p:cNvSpPr/>
            <p:nvPr/>
          </p:nvSpPr>
          <p:spPr>
            <a:xfrm>
              <a:off x="1849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6" name="타원 12025">
              <a:extLst>
                <a:ext uri="{FF2B5EF4-FFF2-40B4-BE49-F238E27FC236}">
                  <a16:creationId xmlns:a16="http://schemas.microsoft.com/office/drawing/2014/main" id="{127BB932-AEEC-43E0-90B6-EE8BC0EB30FF}"/>
                </a:ext>
              </a:extLst>
            </p:cNvPr>
            <p:cNvSpPr/>
            <p:nvPr/>
          </p:nvSpPr>
          <p:spPr>
            <a:xfrm>
              <a:off x="2002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7" name="타원 12026">
              <a:extLst>
                <a:ext uri="{FF2B5EF4-FFF2-40B4-BE49-F238E27FC236}">
                  <a16:creationId xmlns:a16="http://schemas.microsoft.com/office/drawing/2014/main" id="{077EB51F-3325-40CF-BABA-FCD4C94683E1}"/>
                </a:ext>
              </a:extLst>
            </p:cNvPr>
            <p:cNvSpPr/>
            <p:nvPr/>
          </p:nvSpPr>
          <p:spPr>
            <a:xfrm>
              <a:off x="21547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8" name="타원 12027">
              <a:extLst>
                <a:ext uri="{FF2B5EF4-FFF2-40B4-BE49-F238E27FC236}">
                  <a16:creationId xmlns:a16="http://schemas.microsoft.com/office/drawing/2014/main" id="{E70C63AA-D63B-4FFF-86D6-535E3B9D821F}"/>
                </a:ext>
              </a:extLst>
            </p:cNvPr>
            <p:cNvSpPr/>
            <p:nvPr/>
          </p:nvSpPr>
          <p:spPr>
            <a:xfrm>
              <a:off x="23071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29" name="타원 12028">
              <a:extLst>
                <a:ext uri="{FF2B5EF4-FFF2-40B4-BE49-F238E27FC236}">
                  <a16:creationId xmlns:a16="http://schemas.microsoft.com/office/drawing/2014/main" id="{F01A066C-B6F9-4CD7-A278-9ECB2A1771D7}"/>
                </a:ext>
              </a:extLst>
            </p:cNvPr>
            <p:cNvSpPr/>
            <p:nvPr/>
          </p:nvSpPr>
          <p:spPr>
            <a:xfrm>
              <a:off x="24595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0" name="타원 12029">
              <a:extLst>
                <a:ext uri="{FF2B5EF4-FFF2-40B4-BE49-F238E27FC236}">
                  <a16:creationId xmlns:a16="http://schemas.microsoft.com/office/drawing/2014/main" id="{A44B8234-5DB5-419F-B22E-C9D3FBB2A5F4}"/>
                </a:ext>
              </a:extLst>
            </p:cNvPr>
            <p:cNvSpPr/>
            <p:nvPr/>
          </p:nvSpPr>
          <p:spPr>
            <a:xfrm>
              <a:off x="2611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1" name="타원 12030">
              <a:extLst>
                <a:ext uri="{FF2B5EF4-FFF2-40B4-BE49-F238E27FC236}">
                  <a16:creationId xmlns:a16="http://schemas.microsoft.com/office/drawing/2014/main" id="{8EB74EC2-252A-4715-B195-50944C33796A}"/>
                </a:ext>
              </a:extLst>
            </p:cNvPr>
            <p:cNvSpPr/>
            <p:nvPr/>
          </p:nvSpPr>
          <p:spPr>
            <a:xfrm>
              <a:off x="2764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2" name="타원 12031">
              <a:extLst>
                <a:ext uri="{FF2B5EF4-FFF2-40B4-BE49-F238E27FC236}">
                  <a16:creationId xmlns:a16="http://schemas.microsoft.com/office/drawing/2014/main" id="{D9ACD9AD-4C48-43A4-A43D-6BA0787F7FB8}"/>
                </a:ext>
              </a:extLst>
            </p:cNvPr>
            <p:cNvSpPr/>
            <p:nvPr/>
          </p:nvSpPr>
          <p:spPr>
            <a:xfrm>
              <a:off x="29167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3" name="타원 12032">
              <a:extLst>
                <a:ext uri="{FF2B5EF4-FFF2-40B4-BE49-F238E27FC236}">
                  <a16:creationId xmlns:a16="http://schemas.microsoft.com/office/drawing/2014/main" id="{CC25763F-8BC9-49F4-80B8-8BE63366C059}"/>
                </a:ext>
              </a:extLst>
            </p:cNvPr>
            <p:cNvSpPr/>
            <p:nvPr/>
          </p:nvSpPr>
          <p:spPr>
            <a:xfrm>
              <a:off x="30691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4" name="타원 12033">
              <a:extLst>
                <a:ext uri="{FF2B5EF4-FFF2-40B4-BE49-F238E27FC236}">
                  <a16:creationId xmlns:a16="http://schemas.microsoft.com/office/drawing/2014/main" id="{EBC25061-873D-475E-8A68-987405EBF114}"/>
                </a:ext>
              </a:extLst>
            </p:cNvPr>
            <p:cNvSpPr/>
            <p:nvPr/>
          </p:nvSpPr>
          <p:spPr>
            <a:xfrm>
              <a:off x="32215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5" name="타원 12034">
              <a:extLst>
                <a:ext uri="{FF2B5EF4-FFF2-40B4-BE49-F238E27FC236}">
                  <a16:creationId xmlns:a16="http://schemas.microsoft.com/office/drawing/2014/main" id="{096F85B4-8037-48E0-8F7C-337F26BC0612}"/>
                </a:ext>
              </a:extLst>
            </p:cNvPr>
            <p:cNvSpPr/>
            <p:nvPr/>
          </p:nvSpPr>
          <p:spPr>
            <a:xfrm>
              <a:off x="3373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6" name="타원 12035">
              <a:extLst>
                <a:ext uri="{FF2B5EF4-FFF2-40B4-BE49-F238E27FC236}">
                  <a16:creationId xmlns:a16="http://schemas.microsoft.com/office/drawing/2014/main" id="{C42ACE8A-AF66-4EB2-9A13-C3D057D5DAA2}"/>
                </a:ext>
              </a:extLst>
            </p:cNvPr>
            <p:cNvSpPr/>
            <p:nvPr/>
          </p:nvSpPr>
          <p:spPr>
            <a:xfrm>
              <a:off x="3526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7" name="타원 12036">
              <a:extLst>
                <a:ext uri="{FF2B5EF4-FFF2-40B4-BE49-F238E27FC236}">
                  <a16:creationId xmlns:a16="http://schemas.microsoft.com/office/drawing/2014/main" id="{7340F31F-1FE4-40D9-94E4-2C4E0E516865}"/>
                </a:ext>
              </a:extLst>
            </p:cNvPr>
            <p:cNvSpPr/>
            <p:nvPr/>
          </p:nvSpPr>
          <p:spPr>
            <a:xfrm>
              <a:off x="36787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8" name="타원 12037">
              <a:extLst>
                <a:ext uri="{FF2B5EF4-FFF2-40B4-BE49-F238E27FC236}">
                  <a16:creationId xmlns:a16="http://schemas.microsoft.com/office/drawing/2014/main" id="{5B774402-B028-4235-9496-6DD5B357C554}"/>
                </a:ext>
              </a:extLst>
            </p:cNvPr>
            <p:cNvSpPr/>
            <p:nvPr/>
          </p:nvSpPr>
          <p:spPr>
            <a:xfrm>
              <a:off x="38311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39" name="타원 12038">
              <a:extLst>
                <a:ext uri="{FF2B5EF4-FFF2-40B4-BE49-F238E27FC236}">
                  <a16:creationId xmlns:a16="http://schemas.microsoft.com/office/drawing/2014/main" id="{D5117CF4-9EB4-4FCB-B92B-F545D23C3C9F}"/>
                </a:ext>
              </a:extLst>
            </p:cNvPr>
            <p:cNvSpPr/>
            <p:nvPr/>
          </p:nvSpPr>
          <p:spPr>
            <a:xfrm>
              <a:off x="39835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0" name="타원 12039">
              <a:extLst>
                <a:ext uri="{FF2B5EF4-FFF2-40B4-BE49-F238E27FC236}">
                  <a16:creationId xmlns:a16="http://schemas.microsoft.com/office/drawing/2014/main" id="{4BBD9B45-9C56-4F95-8160-D05EC618DCFB}"/>
                </a:ext>
              </a:extLst>
            </p:cNvPr>
            <p:cNvSpPr/>
            <p:nvPr/>
          </p:nvSpPr>
          <p:spPr>
            <a:xfrm>
              <a:off x="4135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1" name="타원 12040">
              <a:extLst>
                <a:ext uri="{FF2B5EF4-FFF2-40B4-BE49-F238E27FC236}">
                  <a16:creationId xmlns:a16="http://schemas.microsoft.com/office/drawing/2014/main" id="{CEFF9263-FB29-4939-8844-BBDC3789E14F}"/>
                </a:ext>
              </a:extLst>
            </p:cNvPr>
            <p:cNvSpPr/>
            <p:nvPr/>
          </p:nvSpPr>
          <p:spPr>
            <a:xfrm>
              <a:off x="4288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2" name="타원 12041">
              <a:extLst>
                <a:ext uri="{FF2B5EF4-FFF2-40B4-BE49-F238E27FC236}">
                  <a16:creationId xmlns:a16="http://schemas.microsoft.com/office/drawing/2014/main" id="{AC7523FE-44EE-4919-A9C9-8516E9BEA83E}"/>
                </a:ext>
              </a:extLst>
            </p:cNvPr>
            <p:cNvSpPr/>
            <p:nvPr/>
          </p:nvSpPr>
          <p:spPr>
            <a:xfrm>
              <a:off x="44407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3" name="타원 12042">
              <a:extLst>
                <a:ext uri="{FF2B5EF4-FFF2-40B4-BE49-F238E27FC236}">
                  <a16:creationId xmlns:a16="http://schemas.microsoft.com/office/drawing/2014/main" id="{30FE861B-36B6-4B9F-BF26-6AFA9E4A1D68}"/>
                </a:ext>
              </a:extLst>
            </p:cNvPr>
            <p:cNvSpPr/>
            <p:nvPr/>
          </p:nvSpPr>
          <p:spPr>
            <a:xfrm>
              <a:off x="45931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4" name="타원 12043">
              <a:extLst>
                <a:ext uri="{FF2B5EF4-FFF2-40B4-BE49-F238E27FC236}">
                  <a16:creationId xmlns:a16="http://schemas.microsoft.com/office/drawing/2014/main" id="{518992E7-C420-4431-BAC2-F20E3BE5B336}"/>
                </a:ext>
              </a:extLst>
            </p:cNvPr>
            <p:cNvSpPr/>
            <p:nvPr/>
          </p:nvSpPr>
          <p:spPr>
            <a:xfrm>
              <a:off x="47455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5" name="타원 12044">
              <a:extLst>
                <a:ext uri="{FF2B5EF4-FFF2-40B4-BE49-F238E27FC236}">
                  <a16:creationId xmlns:a16="http://schemas.microsoft.com/office/drawing/2014/main" id="{4613457E-1ACD-4A3A-B5B8-981F0E770A73}"/>
                </a:ext>
              </a:extLst>
            </p:cNvPr>
            <p:cNvSpPr/>
            <p:nvPr/>
          </p:nvSpPr>
          <p:spPr>
            <a:xfrm>
              <a:off x="4897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6" name="타원 12045">
              <a:extLst>
                <a:ext uri="{FF2B5EF4-FFF2-40B4-BE49-F238E27FC236}">
                  <a16:creationId xmlns:a16="http://schemas.microsoft.com/office/drawing/2014/main" id="{6D52AFAC-5686-4FE9-B1BD-6ECFDD227752}"/>
                </a:ext>
              </a:extLst>
            </p:cNvPr>
            <p:cNvSpPr/>
            <p:nvPr/>
          </p:nvSpPr>
          <p:spPr>
            <a:xfrm>
              <a:off x="5050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7" name="타원 12046">
              <a:extLst>
                <a:ext uri="{FF2B5EF4-FFF2-40B4-BE49-F238E27FC236}">
                  <a16:creationId xmlns:a16="http://schemas.microsoft.com/office/drawing/2014/main" id="{0CC1E8F2-837F-45DB-A904-D6033E39C45F}"/>
                </a:ext>
              </a:extLst>
            </p:cNvPr>
            <p:cNvSpPr/>
            <p:nvPr/>
          </p:nvSpPr>
          <p:spPr>
            <a:xfrm>
              <a:off x="52027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8" name="타원 12047">
              <a:extLst>
                <a:ext uri="{FF2B5EF4-FFF2-40B4-BE49-F238E27FC236}">
                  <a16:creationId xmlns:a16="http://schemas.microsoft.com/office/drawing/2014/main" id="{F1941E7E-9E69-46FD-809B-34F0F393F5C3}"/>
                </a:ext>
              </a:extLst>
            </p:cNvPr>
            <p:cNvSpPr/>
            <p:nvPr/>
          </p:nvSpPr>
          <p:spPr>
            <a:xfrm>
              <a:off x="53551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49" name="타원 12048">
              <a:extLst>
                <a:ext uri="{FF2B5EF4-FFF2-40B4-BE49-F238E27FC236}">
                  <a16:creationId xmlns:a16="http://schemas.microsoft.com/office/drawing/2014/main" id="{6C8D435D-4ED4-4D0D-B62F-9A46A9B5F3FF}"/>
                </a:ext>
              </a:extLst>
            </p:cNvPr>
            <p:cNvSpPr/>
            <p:nvPr/>
          </p:nvSpPr>
          <p:spPr>
            <a:xfrm>
              <a:off x="55075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50" name="타원 12049">
              <a:extLst>
                <a:ext uri="{FF2B5EF4-FFF2-40B4-BE49-F238E27FC236}">
                  <a16:creationId xmlns:a16="http://schemas.microsoft.com/office/drawing/2014/main" id="{B6FF8637-8695-4018-B49D-FFBC706F70E0}"/>
                </a:ext>
              </a:extLst>
            </p:cNvPr>
            <p:cNvSpPr/>
            <p:nvPr/>
          </p:nvSpPr>
          <p:spPr>
            <a:xfrm>
              <a:off x="56599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51" name="타원 12050">
              <a:extLst>
                <a:ext uri="{FF2B5EF4-FFF2-40B4-BE49-F238E27FC236}">
                  <a16:creationId xmlns:a16="http://schemas.microsoft.com/office/drawing/2014/main" id="{5E18DDE2-EC5F-4316-B6FE-1E9FF13DEBF8}"/>
                </a:ext>
              </a:extLst>
            </p:cNvPr>
            <p:cNvSpPr/>
            <p:nvPr/>
          </p:nvSpPr>
          <p:spPr>
            <a:xfrm>
              <a:off x="5812349" y="7463580"/>
              <a:ext cx="18000" cy="1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306" name="직선 연결선 17305">
            <a:extLst>
              <a:ext uri="{FF2B5EF4-FFF2-40B4-BE49-F238E27FC236}">
                <a16:creationId xmlns:a16="http://schemas.microsoft.com/office/drawing/2014/main" id="{FE39F61C-A3D0-45F4-B04B-43E2C571C65E}"/>
              </a:ext>
            </a:extLst>
          </p:cNvPr>
          <p:cNvCxnSpPr/>
          <p:nvPr/>
        </p:nvCxnSpPr>
        <p:spPr>
          <a:xfrm>
            <a:off x="301215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07" name="직선 연결선 17306">
            <a:extLst>
              <a:ext uri="{FF2B5EF4-FFF2-40B4-BE49-F238E27FC236}">
                <a16:creationId xmlns:a16="http://schemas.microsoft.com/office/drawing/2014/main" id="{0AA7CF17-376B-4A09-B718-C6A7CF0A1FB5}"/>
              </a:ext>
            </a:extLst>
          </p:cNvPr>
          <p:cNvCxnSpPr/>
          <p:nvPr/>
        </p:nvCxnSpPr>
        <p:spPr>
          <a:xfrm>
            <a:off x="3649927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67" name="TextBox 6966">
            <a:hlinkClick r:id="rId2"/>
            <a:extLst>
              <a:ext uri="{FF2B5EF4-FFF2-40B4-BE49-F238E27FC236}">
                <a16:creationId xmlns:a16="http://schemas.microsoft.com/office/drawing/2014/main" id="{D8490A9B-8FF3-40B7-B0AA-EE3750DDFB4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68" name="TextBox 6967">
            <a:hlinkClick r:id="rId3"/>
            <a:extLst>
              <a:ext uri="{FF2B5EF4-FFF2-40B4-BE49-F238E27FC236}">
                <a16:creationId xmlns:a16="http://schemas.microsoft.com/office/drawing/2014/main" id="{0D53613A-C9A4-48CD-A21D-34F14C0BC1DF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16" name="TextBox 184">
            <a:hlinkClick r:id="rId4"/>
            <a:extLst>
              <a:ext uri="{FF2B5EF4-FFF2-40B4-BE49-F238E27FC236}">
                <a16:creationId xmlns:a16="http://schemas.microsoft.com/office/drawing/2014/main" id="{22558A0B-A37A-48C7-8ADC-B602FD909E5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45</cp:revision>
  <dcterms:created xsi:type="dcterms:W3CDTF">2021-10-29T04:43:38Z</dcterms:created>
  <dcterms:modified xsi:type="dcterms:W3CDTF">2021-12-19T08:40:26Z</dcterms:modified>
</cp:coreProperties>
</file>
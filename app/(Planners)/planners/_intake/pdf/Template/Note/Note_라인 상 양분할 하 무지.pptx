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39" d="100"/>
          <a:sy n="39" d="100"/>
        </p:scale>
        <p:origin x="1674" y="54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badak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4" name="그룹 293">
            <a:extLst>
              <a:ext uri="{FF2B5EF4-FFF2-40B4-BE49-F238E27FC236}">
                <a16:creationId xmlns:a16="http://schemas.microsoft.com/office/drawing/2014/main" id="{6F2BC189-D6B7-4C32-BB3D-9AF007F1C74D}"/>
              </a:ext>
            </a:extLst>
          </p:cNvPr>
          <p:cNvGrpSpPr/>
          <p:nvPr/>
        </p:nvGrpSpPr>
        <p:grpSpPr>
          <a:xfrm>
            <a:off x="302419" y="462531"/>
            <a:ext cx="5472112" cy="7019357"/>
            <a:chOff x="230188" y="462531"/>
            <a:chExt cx="5472112" cy="7019357"/>
          </a:xfrm>
        </p:grpSpPr>
        <p:cxnSp>
          <p:nvCxnSpPr>
            <p:cNvPr id="278" name="직선 연결선 277">
              <a:extLst>
                <a:ext uri="{FF2B5EF4-FFF2-40B4-BE49-F238E27FC236}">
                  <a16:creationId xmlns:a16="http://schemas.microsoft.com/office/drawing/2014/main" id="{290E03FA-5348-4E12-9856-B21C19FED28A}"/>
                </a:ext>
              </a:extLst>
            </p:cNvPr>
            <p:cNvCxnSpPr/>
            <p:nvPr/>
          </p:nvCxnSpPr>
          <p:spPr>
            <a:xfrm>
              <a:off x="230188" y="809938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직선 연결선 278">
              <a:extLst>
                <a:ext uri="{FF2B5EF4-FFF2-40B4-BE49-F238E27FC236}">
                  <a16:creationId xmlns:a16="http://schemas.microsoft.com/office/drawing/2014/main" id="{0B24868C-E878-42F3-AD8F-CC2C797955BE}"/>
                </a:ext>
              </a:extLst>
            </p:cNvPr>
            <p:cNvCxnSpPr/>
            <p:nvPr/>
          </p:nvCxnSpPr>
          <p:spPr>
            <a:xfrm>
              <a:off x="230188" y="1086476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직선 연결선 279">
              <a:extLst>
                <a:ext uri="{FF2B5EF4-FFF2-40B4-BE49-F238E27FC236}">
                  <a16:creationId xmlns:a16="http://schemas.microsoft.com/office/drawing/2014/main" id="{760AF01E-821B-4E17-BC54-D770674A68DB}"/>
                </a:ext>
              </a:extLst>
            </p:cNvPr>
            <p:cNvCxnSpPr/>
            <p:nvPr/>
          </p:nvCxnSpPr>
          <p:spPr>
            <a:xfrm>
              <a:off x="230188" y="1363014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직선 연결선 280">
              <a:extLst>
                <a:ext uri="{FF2B5EF4-FFF2-40B4-BE49-F238E27FC236}">
                  <a16:creationId xmlns:a16="http://schemas.microsoft.com/office/drawing/2014/main" id="{3B7ABBAE-B0F0-4206-B4F5-B065520F961A}"/>
                </a:ext>
              </a:extLst>
            </p:cNvPr>
            <p:cNvCxnSpPr/>
            <p:nvPr/>
          </p:nvCxnSpPr>
          <p:spPr>
            <a:xfrm>
              <a:off x="230188" y="1916090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직선 연결선 281">
              <a:extLst>
                <a:ext uri="{FF2B5EF4-FFF2-40B4-BE49-F238E27FC236}">
                  <a16:creationId xmlns:a16="http://schemas.microsoft.com/office/drawing/2014/main" id="{B3D43C44-3FFE-41E8-9126-F6ED628863BD}"/>
                </a:ext>
              </a:extLst>
            </p:cNvPr>
            <p:cNvCxnSpPr/>
            <p:nvPr/>
          </p:nvCxnSpPr>
          <p:spPr>
            <a:xfrm>
              <a:off x="230188" y="2192628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직선 연결선 282">
              <a:extLst>
                <a:ext uri="{FF2B5EF4-FFF2-40B4-BE49-F238E27FC236}">
                  <a16:creationId xmlns:a16="http://schemas.microsoft.com/office/drawing/2014/main" id="{7765F918-8979-438F-A313-26EBA6904194}"/>
                </a:ext>
              </a:extLst>
            </p:cNvPr>
            <p:cNvCxnSpPr/>
            <p:nvPr/>
          </p:nvCxnSpPr>
          <p:spPr>
            <a:xfrm>
              <a:off x="230188" y="2469166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직선 연결선 283">
              <a:extLst>
                <a:ext uri="{FF2B5EF4-FFF2-40B4-BE49-F238E27FC236}">
                  <a16:creationId xmlns:a16="http://schemas.microsoft.com/office/drawing/2014/main" id="{9AB71DB0-F139-4FBE-8381-74E3D13D1341}"/>
                </a:ext>
              </a:extLst>
            </p:cNvPr>
            <p:cNvCxnSpPr/>
            <p:nvPr/>
          </p:nvCxnSpPr>
          <p:spPr>
            <a:xfrm>
              <a:off x="230188" y="1639552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직선 연결선 284">
              <a:extLst>
                <a:ext uri="{FF2B5EF4-FFF2-40B4-BE49-F238E27FC236}">
                  <a16:creationId xmlns:a16="http://schemas.microsoft.com/office/drawing/2014/main" id="{5F4F0C1C-7020-407E-99FC-BA96A6F10270}"/>
                </a:ext>
              </a:extLst>
            </p:cNvPr>
            <p:cNvCxnSpPr/>
            <p:nvPr/>
          </p:nvCxnSpPr>
          <p:spPr>
            <a:xfrm>
              <a:off x="230188" y="2745704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직선 연결선 285">
              <a:extLst>
                <a:ext uri="{FF2B5EF4-FFF2-40B4-BE49-F238E27FC236}">
                  <a16:creationId xmlns:a16="http://schemas.microsoft.com/office/drawing/2014/main" id="{B3B6A4AE-9A84-4FD8-9C96-1E28435CB447}"/>
                </a:ext>
              </a:extLst>
            </p:cNvPr>
            <p:cNvCxnSpPr/>
            <p:nvPr/>
          </p:nvCxnSpPr>
          <p:spPr>
            <a:xfrm>
              <a:off x="230188" y="3298780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직선 연결선 286">
              <a:extLst>
                <a:ext uri="{FF2B5EF4-FFF2-40B4-BE49-F238E27FC236}">
                  <a16:creationId xmlns:a16="http://schemas.microsoft.com/office/drawing/2014/main" id="{46789D7C-1787-4D74-99B6-D2CC3B8D1EF8}"/>
                </a:ext>
              </a:extLst>
            </p:cNvPr>
            <p:cNvCxnSpPr/>
            <p:nvPr/>
          </p:nvCxnSpPr>
          <p:spPr>
            <a:xfrm>
              <a:off x="230188" y="3575318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직선 연결선 287">
              <a:extLst>
                <a:ext uri="{FF2B5EF4-FFF2-40B4-BE49-F238E27FC236}">
                  <a16:creationId xmlns:a16="http://schemas.microsoft.com/office/drawing/2014/main" id="{0CB8BC29-7ECD-4F0F-AA4F-44E0FC2C1CF3}"/>
                </a:ext>
              </a:extLst>
            </p:cNvPr>
            <p:cNvCxnSpPr/>
            <p:nvPr/>
          </p:nvCxnSpPr>
          <p:spPr>
            <a:xfrm>
              <a:off x="230188" y="3851852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직선 연결선 288">
              <a:extLst>
                <a:ext uri="{FF2B5EF4-FFF2-40B4-BE49-F238E27FC236}">
                  <a16:creationId xmlns:a16="http://schemas.microsoft.com/office/drawing/2014/main" id="{5270497E-3684-4AAE-9888-ADBCAC8DE927}"/>
                </a:ext>
              </a:extLst>
            </p:cNvPr>
            <p:cNvCxnSpPr/>
            <p:nvPr/>
          </p:nvCxnSpPr>
          <p:spPr>
            <a:xfrm>
              <a:off x="230188" y="3022242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직선 연결선 289">
              <a:extLst>
                <a:ext uri="{FF2B5EF4-FFF2-40B4-BE49-F238E27FC236}">
                  <a16:creationId xmlns:a16="http://schemas.microsoft.com/office/drawing/2014/main" id="{B5D3A035-2718-484D-8A8C-B3A735CF8614}"/>
                </a:ext>
              </a:extLst>
            </p:cNvPr>
            <p:cNvCxnSpPr/>
            <p:nvPr/>
          </p:nvCxnSpPr>
          <p:spPr>
            <a:xfrm>
              <a:off x="230188" y="533400"/>
              <a:ext cx="5472112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직선 연결선 290">
              <a:extLst>
                <a:ext uri="{FF2B5EF4-FFF2-40B4-BE49-F238E27FC236}">
                  <a16:creationId xmlns:a16="http://schemas.microsoft.com/office/drawing/2014/main" id="{1B2993FB-FE8D-4DF2-935F-0320B99D5ADC}"/>
                </a:ext>
              </a:extLst>
            </p:cNvPr>
            <p:cNvCxnSpPr/>
            <p:nvPr/>
          </p:nvCxnSpPr>
          <p:spPr>
            <a:xfrm>
              <a:off x="230188" y="7481888"/>
              <a:ext cx="5472112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직선 연결선 291">
              <a:extLst>
                <a:ext uri="{FF2B5EF4-FFF2-40B4-BE49-F238E27FC236}">
                  <a16:creationId xmlns:a16="http://schemas.microsoft.com/office/drawing/2014/main" id="{10BA1503-A7B8-4AF6-8B03-38DA5E90DE4C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직선 연결선 292">
              <a:extLst>
                <a:ext uri="{FF2B5EF4-FFF2-40B4-BE49-F238E27FC236}">
                  <a16:creationId xmlns:a16="http://schemas.microsoft.com/office/drawing/2014/main" id="{7F774990-B354-4170-9DC3-C76522C49BC0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TextBox 185">
            <a:hlinkClick r:id="rId2"/>
            <a:extLst>
              <a:ext uri="{FF2B5EF4-FFF2-40B4-BE49-F238E27FC236}">
                <a16:creationId xmlns:a16="http://schemas.microsoft.com/office/drawing/2014/main" id="{4C6C8E8A-C2D9-4E83-9E7D-33169D5584EC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TextBox 186">
            <a:hlinkClick r:id="rId3"/>
            <a:extLst>
              <a:ext uri="{FF2B5EF4-FFF2-40B4-BE49-F238E27FC236}">
                <a16:creationId xmlns:a16="http://schemas.microsoft.com/office/drawing/2014/main" id="{F3AFB417-C49D-4435-877A-DFC23DB24E7D}"/>
              </a:ext>
            </a:extLst>
          </p:cNvPr>
          <p:cNvSpPr txBox="1"/>
          <p:nvPr/>
        </p:nvSpPr>
        <p:spPr>
          <a:xfrm>
            <a:off x="2525732" y="7555443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2" name="TextBox 184">
            <a:hlinkClick r:id="rId4"/>
            <a:extLst>
              <a:ext uri="{FF2B5EF4-FFF2-40B4-BE49-F238E27FC236}">
                <a16:creationId xmlns:a16="http://schemas.microsoft.com/office/drawing/2014/main" id="{58B24C39-5A18-44E2-AAAF-5601D3EC9557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49</TotalTime>
  <Words>8</Words>
  <Application>Microsoft Office PowerPoint</Application>
  <PresentationFormat>사용자 지정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19</cp:revision>
  <dcterms:created xsi:type="dcterms:W3CDTF">2021-10-29T04:43:38Z</dcterms:created>
  <dcterms:modified xsi:type="dcterms:W3CDTF">2021-12-19T07:51:20Z</dcterms:modified>
</cp:coreProperties>
</file>
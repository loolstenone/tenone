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6076950" cy="77644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6" userDrawn="1">
          <p15:clr>
            <a:srgbClr val="A4A3A4"/>
          </p15:clr>
        </p15:guide>
        <p15:guide id="2" pos="191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EA531"/>
    <a:srgbClr val="FF5050"/>
    <a:srgbClr val="597422"/>
    <a:srgbClr val="B8D779"/>
    <a:srgbClr val="EBF6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9" autoAdjust="0"/>
    <p:restoredTop sz="94660"/>
  </p:normalViewPr>
  <p:slideViewPr>
    <p:cSldViewPr snapToGrid="0" showGuides="1">
      <p:cViewPr varScale="1">
        <p:scale>
          <a:sx n="39" d="100"/>
          <a:sy n="39" d="100"/>
        </p:scale>
        <p:origin x="1674" y="30"/>
      </p:cViewPr>
      <p:guideLst>
        <p:guide orient="horz" pos="2446"/>
        <p:guide pos="191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5771" y="1270713"/>
            <a:ext cx="5165408" cy="2703183"/>
          </a:xfrm>
        </p:spPr>
        <p:txBody>
          <a:bodyPr anchor="b"/>
          <a:lstStyle>
            <a:lvl1pPr algn="ctr"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59619" y="4078141"/>
            <a:ext cx="4557713" cy="1874614"/>
          </a:xfrm>
        </p:spPr>
        <p:txBody>
          <a:bodyPr/>
          <a:lstStyle>
            <a:lvl1pPr marL="0" indent="0" algn="ctr">
              <a:buNone/>
              <a:defRPr sz="1595"/>
            </a:lvl1pPr>
            <a:lvl2pPr marL="303855" indent="0" algn="ctr">
              <a:buNone/>
              <a:defRPr sz="1329"/>
            </a:lvl2pPr>
            <a:lvl3pPr marL="607710" indent="0" algn="ctr">
              <a:buNone/>
              <a:defRPr sz="1196"/>
            </a:lvl3pPr>
            <a:lvl4pPr marL="911565" indent="0" algn="ctr">
              <a:buNone/>
              <a:defRPr sz="1063"/>
            </a:lvl4pPr>
            <a:lvl5pPr marL="1215420" indent="0" algn="ctr">
              <a:buNone/>
              <a:defRPr sz="1063"/>
            </a:lvl5pPr>
            <a:lvl6pPr marL="1519276" indent="0" algn="ctr">
              <a:buNone/>
              <a:defRPr sz="1063"/>
            </a:lvl6pPr>
            <a:lvl7pPr marL="1823131" indent="0" algn="ctr">
              <a:buNone/>
              <a:defRPr sz="1063"/>
            </a:lvl7pPr>
            <a:lvl8pPr marL="2126986" indent="0" algn="ctr">
              <a:buNone/>
              <a:defRPr sz="1063"/>
            </a:lvl8pPr>
            <a:lvl9pPr marL="2430841" indent="0" algn="ctr">
              <a:buNone/>
              <a:defRPr sz="1063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72528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2697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4626" y="1935726"/>
            <a:ext cx="5241369" cy="3229800"/>
          </a:xfrm>
        </p:spPr>
        <p:txBody>
          <a:bodyPr anchor="b"/>
          <a:lstStyle>
            <a:lvl1pPr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4626" y="5196081"/>
            <a:ext cx="5241369" cy="1698476"/>
          </a:xfrm>
        </p:spPr>
        <p:txBody>
          <a:bodyPr/>
          <a:lstStyle>
            <a:lvl1pPr marL="0" indent="0">
              <a:buNone/>
              <a:defRPr sz="1595">
                <a:solidFill>
                  <a:schemeClr val="tx1"/>
                </a:solidFill>
              </a:defRPr>
            </a:lvl1pPr>
            <a:lvl2pPr marL="303855" indent="0">
              <a:buNone/>
              <a:defRPr sz="1329">
                <a:solidFill>
                  <a:schemeClr val="tx1">
                    <a:tint val="75000"/>
                  </a:schemeClr>
                </a:solidFill>
              </a:defRPr>
            </a:lvl2pPr>
            <a:lvl3pPr marL="607710" indent="0">
              <a:buNone/>
              <a:defRPr sz="1196">
                <a:solidFill>
                  <a:schemeClr val="tx1">
                    <a:tint val="75000"/>
                  </a:schemeClr>
                </a:solidFill>
              </a:defRPr>
            </a:lvl3pPr>
            <a:lvl4pPr marL="911565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4pPr>
            <a:lvl5pPr marL="1215420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5pPr>
            <a:lvl6pPr marL="151927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6pPr>
            <a:lvl7pPr marL="182313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7pPr>
            <a:lvl8pPr marL="212698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8pPr>
            <a:lvl9pPr marL="243084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64629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7790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76456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7604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413387"/>
            <a:ext cx="5241369" cy="1500771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8583" y="1903373"/>
            <a:ext cx="2570834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8583" y="2836186"/>
            <a:ext cx="2570834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76456" y="1903373"/>
            <a:ext cx="2583495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76456" y="2836186"/>
            <a:ext cx="2583495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72827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90113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73846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3495" y="1117941"/>
            <a:ext cx="3076456" cy="5517801"/>
          </a:xfrm>
        </p:spPr>
        <p:txBody>
          <a:bodyPr/>
          <a:lstStyle>
            <a:lvl1pPr>
              <a:defRPr sz="2127"/>
            </a:lvl1pPr>
            <a:lvl2pPr>
              <a:defRPr sz="1861"/>
            </a:lvl2pPr>
            <a:lvl3pPr>
              <a:defRPr sz="1595"/>
            </a:lvl3pPr>
            <a:lvl4pPr>
              <a:defRPr sz="1329"/>
            </a:lvl4pPr>
            <a:lvl5pPr>
              <a:defRPr sz="1329"/>
            </a:lvl5pPr>
            <a:lvl6pPr>
              <a:defRPr sz="1329"/>
            </a:lvl6pPr>
            <a:lvl7pPr>
              <a:defRPr sz="1329"/>
            </a:lvl7pPr>
            <a:lvl8pPr>
              <a:defRPr sz="1329"/>
            </a:lvl8pPr>
            <a:lvl9pPr>
              <a:defRPr sz="1329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52146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3495" y="1117941"/>
            <a:ext cx="3076456" cy="5517801"/>
          </a:xfrm>
        </p:spPr>
        <p:txBody>
          <a:bodyPr anchor="t"/>
          <a:lstStyle>
            <a:lvl1pPr marL="0" indent="0">
              <a:buNone/>
              <a:defRPr sz="2127"/>
            </a:lvl1pPr>
            <a:lvl2pPr marL="303855" indent="0">
              <a:buNone/>
              <a:defRPr sz="1861"/>
            </a:lvl2pPr>
            <a:lvl3pPr marL="607710" indent="0">
              <a:buNone/>
              <a:defRPr sz="1595"/>
            </a:lvl3pPr>
            <a:lvl4pPr marL="911565" indent="0">
              <a:buNone/>
              <a:defRPr sz="1329"/>
            </a:lvl4pPr>
            <a:lvl5pPr marL="1215420" indent="0">
              <a:buNone/>
              <a:defRPr sz="1329"/>
            </a:lvl5pPr>
            <a:lvl6pPr marL="1519276" indent="0">
              <a:buNone/>
              <a:defRPr sz="1329"/>
            </a:lvl6pPr>
            <a:lvl7pPr marL="1823131" indent="0">
              <a:buNone/>
              <a:defRPr sz="1329"/>
            </a:lvl7pPr>
            <a:lvl8pPr marL="2126986" indent="0">
              <a:buNone/>
              <a:defRPr sz="1329"/>
            </a:lvl8pPr>
            <a:lvl9pPr marL="2430841" indent="0">
              <a:buNone/>
              <a:defRPr sz="1329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826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3230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348818" y="413386"/>
            <a:ext cx="1310342" cy="6580023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17791" y="413386"/>
            <a:ext cx="3855065" cy="6580023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3793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17791" y="413387"/>
            <a:ext cx="5241369" cy="15007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7791" y="2066929"/>
            <a:ext cx="5241369" cy="49264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17790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12990" y="7196508"/>
            <a:ext cx="2050971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291846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5350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07710" rtl="0" eaLnBrk="1" latinLnBrk="1" hangingPunct="1">
        <a:lnSpc>
          <a:spcPct val="90000"/>
        </a:lnSpc>
        <a:spcBef>
          <a:spcPct val="0"/>
        </a:spcBef>
        <a:buNone/>
        <a:defRPr sz="292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1928" indent="-151928" algn="l" defTabSz="607710" rtl="0" eaLnBrk="1" latinLnBrk="1" hangingPunct="1">
        <a:lnSpc>
          <a:spcPct val="90000"/>
        </a:lnSpc>
        <a:spcBef>
          <a:spcPts val="665"/>
        </a:spcBef>
        <a:buFont typeface="Arial" panose="020B0604020202020204" pitchFamily="34" charset="0"/>
        <a:buChar char="•"/>
        <a:defRPr sz="1861" kern="1200">
          <a:solidFill>
            <a:schemeClr val="tx1"/>
          </a:solidFill>
          <a:latin typeface="+mn-lt"/>
          <a:ea typeface="+mn-ea"/>
          <a:cs typeface="+mn-cs"/>
        </a:defRPr>
      </a:lvl1pPr>
      <a:lvl2pPr marL="45578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595" kern="1200">
          <a:solidFill>
            <a:schemeClr val="tx1"/>
          </a:solidFill>
          <a:latin typeface="+mn-lt"/>
          <a:ea typeface="+mn-ea"/>
          <a:cs typeface="+mn-cs"/>
        </a:defRPr>
      </a:lvl2pPr>
      <a:lvl3pPr marL="75963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329" kern="1200">
          <a:solidFill>
            <a:schemeClr val="tx1"/>
          </a:solidFill>
          <a:latin typeface="+mn-lt"/>
          <a:ea typeface="+mn-ea"/>
          <a:cs typeface="+mn-cs"/>
        </a:defRPr>
      </a:lvl3pPr>
      <a:lvl4pPr marL="106349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36734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67120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97505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27891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582769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1pPr>
      <a:lvl2pPr marL="30385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2pPr>
      <a:lvl3pPr marL="60771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3pPr>
      <a:lvl4pPr marL="91156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21542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51927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82313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12698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43084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planners.tenone.biz/" TargetMode="External"/><Relationship Id="rId2" Type="http://schemas.openxmlformats.org/officeDocument/2006/relationships/hyperlink" Target="https://badak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tenone.biz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5" name="그룹 384">
            <a:extLst>
              <a:ext uri="{FF2B5EF4-FFF2-40B4-BE49-F238E27FC236}">
                <a16:creationId xmlns:a16="http://schemas.microsoft.com/office/drawing/2014/main" id="{38AAB3EE-5F8B-4F1B-BDC8-1047673C49E3}"/>
              </a:ext>
            </a:extLst>
          </p:cNvPr>
          <p:cNvGrpSpPr/>
          <p:nvPr/>
        </p:nvGrpSpPr>
        <p:grpSpPr>
          <a:xfrm>
            <a:off x="302178" y="462531"/>
            <a:ext cx="5472595" cy="7024500"/>
            <a:chOff x="229705" y="462531"/>
            <a:chExt cx="5472595" cy="7024500"/>
          </a:xfrm>
        </p:grpSpPr>
        <p:cxnSp>
          <p:nvCxnSpPr>
            <p:cNvPr id="327" name="직선 연결선 326">
              <a:extLst>
                <a:ext uri="{FF2B5EF4-FFF2-40B4-BE49-F238E27FC236}">
                  <a16:creationId xmlns:a16="http://schemas.microsoft.com/office/drawing/2014/main" id="{FF303FE9-456D-4374-B843-AD3F847AD82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3399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8" name="직선 연결선 327">
              <a:extLst>
                <a:ext uri="{FF2B5EF4-FFF2-40B4-BE49-F238E27FC236}">
                  <a16:creationId xmlns:a16="http://schemas.microsoft.com/office/drawing/2014/main" id="{C4730EF6-6C49-46EA-9AD7-6D96B27AD08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29" name="그룹 328">
              <a:extLst>
                <a:ext uri="{FF2B5EF4-FFF2-40B4-BE49-F238E27FC236}">
                  <a16:creationId xmlns:a16="http://schemas.microsoft.com/office/drawing/2014/main" id="{60A13B63-710E-4203-ABFC-DF93C19804EC}"/>
                </a:ext>
              </a:extLst>
            </p:cNvPr>
            <p:cNvGrpSpPr/>
            <p:nvPr/>
          </p:nvGrpSpPr>
          <p:grpSpPr>
            <a:xfrm>
              <a:off x="229705" y="791512"/>
              <a:ext cx="1668945" cy="6438000"/>
              <a:chOff x="229705" y="791512"/>
              <a:chExt cx="5465064" cy="6438000"/>
            </a:xfrm>
          </p:grpSpPr>
          <p:cxnSp>
            <p:nvCxnSpPr>
              <p:cNvPr id="330" name="직선 연결선 329">
                <a:extLst>
                  <a:ext uri="{FF2B5EF4-FFF2-40B4-BE49-F238E27FC236}">
                    <a16:creationId xmlns:a16="http://schemas.microsoft.com/office/drawing/2014/main" id="{E67F4895-A5CB-4FFE-A75F-FC685A292D4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9705" y="1049032"/>
                <a:ext cx="546506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1" name="직선 연결선 330">
                <a:extLst>
                  <a:ext uri="{FF2B5EF4-FFF2-40B4-BE49-F238E27FC236}">
                    <a16:creationId xmlns:a16="http://schemas.microsoft.com/office/drawing/2014/main" id="{D64292EB-9790-40D4-AA7C-67F60ACE67C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9705" y="3624232"/>
                <a:ext cx="546506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2" name="직선 연결선 331">
                <a:extLst>
                  <a:ext uri="{FF2B5EF4-FFF2-40B4-BE49-F238E27FC236}">
                    <a16:creationId xmlns:a16="http://schemas.microsoft.com/office/drawing/2014/main" id="{7894C577-A7F3-4391-8FE3-4E795D99525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9705" y="5169352"/>
                <a:ext cx="546506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3" name="직선 연결선 332">
                <a:extLst>
                  <a:ext uri="{FF2B5EF4-FFF2-40B4-BE49-F238E27FC236}">
                    <a16:creationId xmlns:a16="http://schemas.microsoft.com/office/drawing/2014/main" id="{34BFDD3D-AB28-4DBB-A4E8-E1CD4B0C1D1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9705" y="6456952"/>
                <a:ext cx="546506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4" name="직선 연결선 333">
                <a:extLst>
                  <a:ext uri="{FF2B5EF4-FFF2-40B4-BE49-F238E27FC236}">
                    <a16:creationId xmlns:a16="http://schemas.microsoft.com/office/drawing/2014/main" id="{729E3BCA-F17D-4FF2-B44A-44223B4DBA2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9705" y="1564072"/>
                <a:ext cx="546506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5" name="직선 연결선 334">
                <a:extLst>
                  <a:ext uri="{FF2B5EF4-FFF2-40B4-BE49-F238E27FC236}">
                    <a16:creationId xmlns:a16="http://schemas.microsoft.com/office/drawing/2014/main" id="{EE140415-A25E-4CB7-9597-7C5AA1C8F90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9705" y="2079112"/>
                <a:ext cx="546506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6" name="직선 연결선 335">
                <a:extLst>
                  <a:ext uri="{FF2B5EF4-FFF2-40B4-BE49-F238E27FC236}">
                    <a16:creationId xmlns:a16="http://schemas.microsoft.com/office/drawing/2014/main" id="{6FA8CC69-1903-41D0-B4C9-5FD3D030715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9705" y="2594152"/>
                <a:ext cx="546506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7" name="직선 연결선 336">
                <a:extLst>
                  <a:ext uri="{FF2B5EF4-FFF2-40B4-BE49-F238E27FC236}">
                    <a16:creationId xmlns:a16="http://schemas.microsoft.com/office/drawing/2014/main" id="{8166785F-7850-4957-B7C1-BD326B6FD8F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9705" y="3109192"/>
                <a:ext cx="546506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8" name="직선 연결선 337">
                <a:extLst>
                  <a:ext uri="{FF2B5EF4-FFF2-40B4-BE49-F238E27FC236}">
                    <a16:creationId xmlns:a16="http://schemas.microsoft.com/office/drawing/2014/main" id="{ADF588C9-27D1-401D-8201-7D76D2AA034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9705" y="4139272"/>
                <a:ext cx="546506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9" name="직선 연결선 338">
                <a:extLst>
                  <a:ext uri="{FF2B5EF4-FFF2-40B4-BE49-F238E27FC236}">
                    <a16:creationId xmlns:a16="http://schemas.microsoft.com/office/drawing/2014/main" id="{DE347FC0-EE5B-4EAF-9059-EF21BD0CCF7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9705" y="4396792"/>
                <a:ext cx="546506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0" name="직선 연결선 339">
                <a:extLst>
                  <a:ext uri="{FF2B5EF4-FFF2-40B4-BE49-F238E27FC236}">
                    <a16:creationId xmlns:a16="http://schemas.microsoft.com/office/drawing/2014/main" id="{2CF7C122-D763-4067-B5D3-130C2632DA1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9705" y="4654312"/>
                <a:ext cx="546506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1" name="직선 연결선 340">
                <a:extLst>
                  <a:ext uri="{FF2B5EF4-FFF2-40B4-BE49-F238E27FC236}">
                    <a16:creationId xmlns:a16="http://schemas.microsoft.com/office/drawing/2014/main" id="{AAA174D6-E8F0-4D68-A243-68CAA7FE7E4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9705" y="4911832"/>
                <a:ext cx="546506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2" name="직선 연결선 341">
                <a:extLst>
                  <a:ext uri="{FF2B5EF4-FFF2-40B4-BE49-F238E27FC236}">
                    <a16:creationId xmlns:a16="http://schemas.microsoft.com/office/drawing/2014/main" id="{95E36923-99F1-48B2-B561-17867CD9B00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9705" y="5426872"/>
                <a:ext cx="546506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3" name="직선 연결선 342">
                <a:extLst>
                  <a:ext uri="{FF2B5EF4-FFF2-40B4-BE49-F238E27FC236}">
                    <a16:creationId xmlns:a16="http://schemas.microsoft.com/office/drawing/2014/main" id="{D7B204B7-9006-4486-ABB2-E483B1568E9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9705" y="5684392"/>
                <a:ext cx="546506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4" name="직선 연결선 343">
                <a:extLst>
                  <a:ext uri="{FF2B5EF4-FFF2-40B4-BE49-F238E27FC236}">
                    <a16:creationId xmlns:a16="http://schemas.microsoft.com/office/drawing/2014/main" id="{CAB732CA-9EAF-41D4-B938-42CF1B310F7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9705" y="5941912"/>
                <a:ext cx="546506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5" name="직선 연결선 344">
                <a:extLst>
                  <a:ext uri="{FF2B5EF4-FFF2-40B4-BE49-F238E27FC236}">
                    <a16:creationId xmlns:a16="http://schemas.microsoft.com/office/drawing/2014/main" id="{9A0F5DC1-5767-4BB0-9D06-9F12C5CAC92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9705" y="6971992"/>
                <a:ext cx="546506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6" name="직선 연결선 345">
                <a:extLst>
                  <a:ext uri="{FF2B5EF4-FFF2-40B4-BE49-F238E27FC236}">
                    <a16:creationId xmlns:a16="http://schemas.microsoft.com/office/drawing/2014/main" id="{84BD4657-C581-4FA9-8283-5E9DDC32E0F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9705" y="6199432"/>
                <a:ext cx="546506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7" name="직선 연결선 346">
                <a:extLst>
                  <a:ext uri="{FF2B5EF4-FFF2-40B4-BE49-F238E27FC236}">
                    <a16:creationId xmlns:a16="http://schemas.microsoft.com/office/drawing/2014/main" id="{448FD1DF-1A8D-4388-BE91-B722413B7D6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9705" y="6714472"/>
                <a:ext cx="546506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8" name="직선 연결선 347">
                <a:extLst>
                  <a:ext uri="{FF2B5EF4-FFF2-40B4-BE49-F238E27FC236}">
                    <a16:creationId xmlns:a16="http://schemas.microsoft.com/office/drawing/2014/main" id="{7A099636-1BFB-411C-9D3C-E30DE176CFF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9705" y="7229512"/>
                <a:ext cx="546506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9" name="직선 연결선 348">
                <a:extLst>
                  <a:ext uri="{FF2B5EF4-FFF2-40B4-BE49-F238E27FC236}">
                    <a16:creationId xmlns:a16="http://schemas.microsoft.com/office/drawing/2014/main" id="{C86AF49C-18E9-4126-A734-EE8DC2EEF2B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9705" y="791512"/>
                <a:ext cx="546506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0" name="직선 연결선 349">
                <a:extLst>
                  <a:ext uri="{FF2B5EF4-FFF2-40B4-BE49-F238E27FC236}">
                    <a16:creationId xmlns:a16="http://schemas.microsoft.com/office/drawing/2014/main" id="{1626F81E-05D8-43B5-9598-B199CED7DF7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9705" y="1306552"/>
                <a:ext cx="546506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1" name="직선 연결선 350">
                <a:extLst>
                  <a:ext uri="{FF2B5EF4-FFF2-40B4-BE49-F238E27FC236}">
                    <a16:creationId xmlns:a16="http://schemas.microsoft.com/office/drawing/2014/main" id="{9E768DCB-7F90-4123-94AD-1C2CD0FF97D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9705" y="3881752"/>
                <a:ext cx="546506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2" name="직선 연결선 351">
                <a:extLst>
                  <a:ext uri="{FF2B5EF4-FFF2-40B4-BE49-F238E27FC236}">
                    <a16:creationId xmlns:a16="http://schemas.microsoft.com/office/drawing/2014/main" id="{7982330D-D9B4-449E-86B7-C259D567C94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9705" y="1821592"/>
                <a:ext cx="546506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3" name="직선 연결선 352">
                <a:extLst>
                  <a:ext uri="{FF2B5EF4-FFF2-40B4-BE49-F238E27FC236}">
                    <a16:creationId xmlns:a16="http://schemas.microsoft.com/office/drawing/2014/main" id="{A87475AD-ABD3-4A08-8D4B-CD1FAF29301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9705" y="2336632"/>
                <a:ext cx="546506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4" name="직선 연결선 353">
                <a:extLst>
                  <a:ext uri="{FF2B5EF4-FFF2-40B4-BE49-F238E27FC236}">
                    <a16:creationId xmlns:a16="http://schemas.microsoft.com/office/drawing/2014/main" id="{5AD8DD82-2E3D-4690-AD01-27C9D9F5F89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9705" y="2851672"/>
                <a:ext cx="546506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5" name="직선 연결선 354">
                <a:extLst>
                  <a:ext uri="{FF2B5EF4-FFF2-40B4-BE49-F238E27FC236}">
                    <a16:creationId xmlns:a16="http://schemas.microsoft.com/office/drawing/2014/main" id="{66311AAB-9CFB-4D00-99BF-44CB3B0F983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9705" y="3366712"/>
                <a:ext cx="546506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56" name="그룹 355">
              <a:extLst>
                <a:ext uri="{FF2B5EF4-FFF2-40B4-BE49-F238E27FC236}">
                  <a16:creationId xmlns:a16="http://schemas.microsoft.com/office/drawing/2014/main" id="{E2E8A4CB-0DB7-4009-B27A-26C59832331E}"/>
                </a:ext>
              </a:extLst>
            </p:cNvPr>
            <p:cNvGrpSpPr/>
            <p:nvPr/>
          </p:nvGrpSpPr>
          <p:grpSpPr>
            <a:xfrm>
              <a:off x="4033355" y="791512"/>
              <a:ext cx="1668945" cy="6438000"/>
              <a:chOff x="229705" y="791512"/>
              <a:chExt cx="5465064" cy="6438000"/>
            </a:xfrm>
          </p:grpSpPr>
          <p:cxnSp>
            <p:nvCxnSpPr>
              <p:cNvPr id="357" name="직선 연결선 356">
                <a:extLst>
                  <a:ext uri="{FF2B5EF4-FFF2-40B4-BE49-F238E27FC236}">
                    <a16:creationId xmlns:a16="http://schemas.microsoft.com/office/drawing/2014/main" id="{2BF2CD68-BFC6-47A6-AA1C-44BAA5090B5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9705" y="1049032"/>
                <a:ext cx="546506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8" name="직선 연결선 357">
                <a:extLst>
                  <a:ext uri="{FF2B5EF4-FFF2-40B4-BE49-F238E27FC236}">
                    <a16:creationId xmlns:a16="http://schemas.microsoft.com/office/drawing/2014/main" id="{87D993C8-FA61-4302-874B-8BF87FAFA60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9705" y="3624232"/>
                <a:ext cx="546506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9" name="직선 연결선 358">
                <a:extLst>
                  <a:ext uri="{FF2B5EF4-FFF2-40B4-BE49-F238E27FC236}">
                    <a16:creationId xmlns:a16="http://schemas.microsoft.com/office/drawing/2014/main" id="{E6B47C71-9383-4C59-B783-A4591372EBC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9705" y="5169352"/>
                <a:ext cx="546506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0" name="직선 연결선 359">
                <a:extLst>
                  <a:ext uri="{FF2B5EF4-FFF2-40B4-BE49-F238E27FC236}">
                    <a16:creationId xmlns:a16="http://schemas.microsoft.com/office/drawing/2014/main" id="{B093CCC9-D4FF-4DFB-97BB-0253905F43D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9705" y="6456952"/>
                <a:ext cx="546506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1" name="직선 연결선 360">
                <a:extLst>
                  <a:ext uri="{FF2B5EF4-FFF2-40B4-BE49-F238E27FC236}">
                    <a16:creationId xmlns:a16="http://schemas.microsoft.com/office/drawing/2014/main" id="{2AB4EB16-52F9-4F04-864F-141EBD161E1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9705" y="1564072"/>
                <a:ext cx="546506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2" name="직선 연결선 361">
                <a:extLst>
                  <a:ext uri="{FF2B5EF4-FFF2-40B4-BE49-F238E27FC236}">
                    <a16:creationId xmlns:a16="http://schemas.microsoft.com/office/drawing/2014/main" id="{277B8D2D-39EF-40F7-A3CF-08445B9F28F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9705" y="2079112"/>
                <a:ext cx="546506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3" name="직선 연결선 362">
                <a:extLst>
                  <a:ext uri="{FF2B5EF4-FFF2-40B4-BE49-F238E27FC236}">
                    <a16:creationId xmlns:a16="http://schemas.microsoft.com/office/drawing/2014/main" id="{EB6BC899-8B60-43DD-8CB6-7E887C61406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9705" y="2594152"/>
                <a:ext cx="546506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4" name="직선 연결선 363">
                <a:extLst>
                  <a:ext uri="{FF2B5EF4-FFF2-40B4-BE49-F238E27FC236}">
                    <a16:creationId xmlns:a16="http://schemas.microsoft.com/office/drawing/2014/main" id="{E58A8EB1-DF6A-45E9-8C3D-67013AAF5E4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9705" y="3109192"/>
                <a:ext cx="546506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5" name="직선 연결선 364">
                <a:extLst>
                  <a:ext uri="{FF2B5EF4-FFF2-40B4-BE49-F238E27FC236}">
                    <a16:creationId xmlns:a16="http://schemas.microsoft.com/office/drawing/2014/main" id="{8FEFBBB0-14A0-40C5-97AE-BE27C45386A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9705" y="4139272"/>
                <a:ext cx="546506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6" name="직선 연결선 365">
                <a:extLst>
                  <a:ext uri="{FF2B5EF4-FFF2-40B4-BE49-F238E27FC236}">
                    <a16:creationId xmlns:a16="http://schemas.microsoft.com/office/drawing/2014/main" id="{8F45B737-EB11-4613-8E33-EE539F966FA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9705" y="4396792"/>
                <a:ext cx="546506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7" name="직선 연결선 366">
                <a:extLst>
                  <a:ext uri="{FF2B5EF4-FFF2-40B4-BE49-F238E27FC236}">
                    <a16:creationId xmlns:a16="http://schemas.microsoft.com/office/drawing/2014/main" id="{642B729D-AA52-4A66-A97A-A2F7C5E974F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9705" y="4654312"/>
                <a:ext cx="546506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8" name="직선 연결선 367">
                <a:extLst>
                  <a:ext uri="{FF2B5EF4-FFF2-40B4-BE49-F238E27FC236}">
                    <a16:creationId xmlns:a16="http://schemas.microsoft.com/office/drawing/2014/main" id="{347B00B0-6EB0-4A46-BF8B-7815CBD5B0F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9705" y="4911832"/>
                <a:ext cx="546506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9" name="직선 연결선 368">
                <a:extLst>
                  <a:ext uri="{FF2B5EF4-FFF2-40B4-BE49-F238E27FC236}">
                    <a16:creationId xmlns:a16="http://schemas.microsoft.com/office/drawing/2014/main" id="{9DEDBB63-66F2-403D-B7E3-67DD0DDDF3D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9705" y="5426872"/>
                <a:ext cx="546506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0" name="직선 연결선 369">
                <a:extLst>
                  <a:ext uri="{FF2B5EF4-FFF2-40B4-BE49-F238E27FC236}">
                    <a16:creationId xmlns:a16="http://schemas.microsoft.com/office/drawing/2014/main" id="{ADB159E0-B84A-4FF6-84BF-4D26275F1DA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9705" y="5684392"/>
                <a:ext cx="546506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1" name="직선 연결선 370">
                <a:extLst>
                  <a:ext uri="{FF2B5EF4-FFF2-40B4-BE49-F238E27FC236}">
                    <a16:creationId xmlns:a16="http://schemas.microsoft.com/office/drawing/2014/main" id="{E5BAA2AA-08E0-425F-B10D-9BECFF302CF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9705" y="5941912"/>
                <a:ext cx="546506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2" name="직선 연결선 371">
                <a:extLst>
                  <a:ext uri="{FF2B5EF4-FFF2-40B4-BE49-F238E27FC236}">
                    <a16:creationId xmlns:a16="http://schemas.microsoft.com/office/drawing/2014/main" id="{BAC53C26-C00D-46F4-941C-FC013A6E783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9705" y="6971992"/>
                <a:ext cx="546506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3" name="직선 연결선 372">
                <a:extLst>
                  <a:ext uri="{FF2B5EF4-FFF2-40B4-BE49-F238E27FC236}">
                    <a16:creationId xmlns:a16="http://schemas.microsoft.com/office/drawing/2014/main" id="{0ACEDD36-5450-42CC-B68E-CAA95A1B2D3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9705" y="6199432"/>
                <a:ext cx="546506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4" name="직선 연결선 373">
                <a:extLst>
                  <a:ext uri="{FF2B5EF4-FFF2-40B4-BE49-F238E27FC236}">
                    <a16:creationId xmlns:a16="http://schemas.microsoft.com/office/drawing/2014/main" id="{F62D1E25-8D96-4318-964D-42AE1318EFF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9705" y="6714472"/>
                <a:ext cx="546506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5" name="직선 연결선 374">
                <a:extLst>
                  <a:ext uri="{FF2B5EF4-FFF2-40B4-BE49-F238E27FC236}">
                    <a16:creationId xmlns:a16="http://schemas.microsoft.com/office/drawing/2014/main" id="{23980FE2-B946-4B34-B175-32DACEC62B1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9705" y="7229512"/>
                <a:ext cx="546506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6" name="직선 연결선 375">
                <a:extLst>
                  <a:ext uri="{FF2B5EF4-FFF2-40B4-BE49-F238E27FC236}">
                    <a16:creationId xmlns:a16="http://schemas.microsoft.com/office/drawing/2014/main" id="{45085C36-E30F-4ADB-94A1-E50377CF9AF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9705" y="791512"/>
                <a:ext cx="546506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7" name="직선 연결선 376">
                <a:extLst>
                  <a:ext uri="{FF2B5EF4-FFF2-40B4-BE49-F238E27FC236}">
                    <a16:creationId xmlns:a16="http://schemas.microsoft.com/office/drawing/2014/main" id="{1789B4D3-2427-4F64-9CAF-9061AE9CAE1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9705" y="1306552"/>
                <a:ext cx="546506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8" name="직선 연결선 377">
                <a:extLst>
                  <a:ext uri="{FF2B5EF4-FFF2-40B4-BE49-F238E27FC236}">
                    <a16:creationId xmlns:a16="http://schemas.microsoft.com/office/drawing/2014/main" id="{63E7172A-F566-42D4-BB57-35657BE7E70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9705" y="3881752"/>
                <a:ext cx="546506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9" name="직선 연결선 378">
                <a:extLst>
                  <a:ext uri="{FF2B5EF4-FFF2-40B4-BE49-F238E27FC236}">
                    <a16:creationId xmlns:a16="http://schemas.microsoft.com/office/drawing/2014/main" id="{DCE9F944-B00B-433C-9C34-E0A88626D52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9705" y="1821592"/>
                <a:ext cx="546506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0" name="직선 연결선 379">
                <a:extLst>
                  <a:ext uri="{FF2B5EF4-FFF2-40B4-BE49-F238E27FC236}">
                    <a16:creationId xmlns:a16="http://schemas.microsoft.com/office/drawing/2014/main" id="{D39A871A-1E11-48B9-BED0-98AA91FDBAC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9705" y="2336632"/>
                <a:ext cx="546506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1" name="직선 연결선 380">
                <a:extLst>
                  <a:ext uri="{FF2B5EF4-FFF2-40B4-BE49-F238E27FC236}">
                    <a16:creationId xmlns:a16="http://schemas.microsoft.com/office/drawing/2014/main" id="{66B2AD6D-0A2E-48B2-9B8E-A3E72F1ED1B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9705" y="2851672"/>
                <a:ext cx="546506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2" name="직선 연결선 381">
                <a:extLst>
                  <a:ext uri="{FF2B5EF4-FFF2-40B4-BE49-F238E27FC236}">
                    <a16:creationId xmlns:a16="http://schemas.microsoft.com/office/drawing/2014/main" id="{623961E3-5FA3-4A9E-804D-66CCF257B82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9705" y="3366712"/>
                <a:ext cx="546506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83" name="직선 연결선 382">
              <a:extLst>
                <a:ext uri="{FF2B5EF4-FFF2-40B4-BE49-F238E27FC236}">
                  <a16:creationId xmlns:a16="http://schemas.microsoft.com/office/drawing/2014/main" id="{A356B89D-0931-41E8-AD04-A034B9978AB7}"/>
                </a:ext>
              </a:extLst>
            </p:cNvPr>
            <p:cNvCxnSpPr/>
            <p:nvPr/>
          </p:nvCxnSpPr>
          <p:spPr>
            <a:xfrm>
              <a:off x="3634740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4" name="직선 연결선 383">
              <a:extLst>
                <a:ext uri="{FF2B5EF4-FFF2-40B4-BE49-F238E27FC236}">
                  <a16:creationId xmlns:a16="http://schemas.microsoft.com/office/drawing/2014/main" id="{13D4DF9D-916E-4C0F-8E05-87F6BAEE5336}"/>
                </a:ext>
              </a:extLst>
            </p:cNvPr>
            <p:cNvCxnSpPr/>
            <p:nvPr/>
          </p:nvCxnSpPr>
          <p:spPr>
            <a:xfrm>
              <a:off x="230188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2" name="TextBox 185">
            <a:hlinkClick r:id="rId2"/>
            <a:extLst>
              <a:ext uri="{FF2B5EF4-FFF2-40B4-BE49-F238E27FC236}">
                <a16:creationId xmlns:a16="http://schemas.microsoft.com/office/drawing/2014/main" id="{1F1034F3-EC5D-4A31-B588-B42E33D5BE2A}"/>
              </a:ext>
            </a:extLst>
          </p:cNvPr>
          <p:cNvSpPr txBox="1"/>
          <p:nvPr/>
        </p:nvSpPr>
        <p:spPr>
          <a:xfrm>
            <a:off x="5233839" y="7555443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63" name="TextBox 186">
            <a:hlinkClick r:id="rId3"/>
            <a:extLst>
              <a:ext uri="{FF2B5EF4-FFF2-40B4-BE49-F238E27FC236}">
                <a16:creationId xmlns:a16="http://schemas.microsoft.com/office/drawing/2014/main" id="{46490AC8-B094-4E5A-B1D0-06C5AF9B4D23}"/>
              </a:ext>
            </a:extLst>
          </p:cNvPr>
          <p:cNvSpPr txBox="1"/>
          <p:nvPr/>
        </p:nvSpPr>
        <p:spPr>
          <a:xfrm>
            <a:off x="2525732" y="7555443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 Planner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64" name="TextBox 184">
            <a:hlinkClick r:id="rId4"/>
            <a:extLst>
              <a:ext uri="{FF2B5EF4-FFF2-40B4-BE49-F238E27FC236}">
                <a16:creationId xmlns:a16="http://schemas.microsoft.com/office/drawing/2014/main" id="{35955DC0-4048-41CE-BEF1-544BD9B37B5B}"/>
              </a:ext>
            </a:extLst>
          </p:cNvPr>
          <p:cNvSpPr txBox="1"/>
          <p:nvPr/>
        </p:nvSpPr>
        <p:spPr>
          <a:xfrm>
            <a:off x="312196" y="7553348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</p:spTree>
    <p:extLst>
      <p:ext uri="{BB962C8B-B14F-4D97-AF65-F5344CB8AC3E}">
        <p14:creationId xmlns:p14="http://schemas.microsoft.com/office/powerpoint/2010/main" val="28592705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46</TotalTime>
  <Words>8</Words>
  <Application>Microsoft Office PowerPoint</Application>
  <PresentationFormat>사용자 지정</PresentationFormat>
  <Paragraphs>3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NanumGothic</vt:lpstr>
      <vt:lpstr>Arial</vt:lpstr>
      <vt:lpstr>Calibri</vt:lpstr>
      <vt:lpstr>Calibri Light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JeonCheonil</dc:creator>
  <cp:lastModifiedBy>JeonCheonil</cp:lastModifiedBy>
  <cp:revision>21</cp:revision>
  <dcterms:created xsi:type="dcterms:W3CDTF">2021-10-29T04:43:38Z</dcterms:created>
  <dcterms:modified xsi:type="dcterms:W3CDTF">2021-12-19T07:47:18Z</dcterms:modified>
</cp:coreProperties>
</file>
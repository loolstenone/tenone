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1" name="그룹 3380">
            <a:extLst>
              <a:ext uri="{FF2B5EF4-FFF2-40B4-BE49-F238E27FC236}">
                <a16:creationId xmlns:a16="http://schemas.microsoft.com/office/drawing/2014/main" id="{451913F7-9C2E-4DD9-B717-3879954A8FEB}"/>
              </a:ext>
            </a:extLst>
          </p:cNvPr>
          <p:cNvGrpSpPr/>
          <p:nvPr/>
        </p:nvGrpSpPr>
        <p:grpSpPr>
          <a:xfrm>
            <a:off x="286275" y="462531"/>
            <a:ext cx="5504400" cy="7092919"/>
            <a:chOff x="222250" y="462531"/>
            <a:chExt cx="5504400" cy="7092919"/>
          </a:xfrm>
        </p:grpSpPr>
        <p:grpSp>
          <p:nvGrpSpPr>
            <p:cNvPr id="1593" name="그룹 1592">
              <a:extLst>
                <a:ext uri="{FF2B5EF4-FFF2-40B4-BE49-F238E27FC236}">
                  <a16:creationId xmlns:a16="http://schemas.microsoft.com/office/drawing/2014/main" id="{321DEA97-330B-4157-B062-407D0D6A6E26}"/>
                </a:ext>
              </a:extLst>
            </p:cNvPr>
            <p:cNvGrpSpPr/>
            <p:nvPr/>
          </p:nvGrpSpPr>
          <p:grpSpPr>
            <a:xfrm>
              <a:off x="222250" y="527050"/>
              <a:ext cx="5504400" cy="18000"/>
              <a:chOff x="222250" y="527050"/>
              <a:chExt cx="5504400" cy="18000"/>
            </a:xfrm>
          </p:grpSpPr>
          <p:sp>
            <p:nvSpPr>
              <p:cNvPr id="1594" name="타원 1593">
                <a:extLst>
                  <a:ext uri="{FF2B5EF4-FFF2-40B4-BE49-F238E27FC236}">
                    <a16:creationId xmlns:a16="http://schemas.microsoft.com/office/drawing/2014/main" id="{4C9E1BA5-9DA5-41A6-988E-74842BB84D46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5" name="타원 1594">
                <a:extLst>
                  <a:ext uri="{FF2B5EF4-FFF2-40B4-BE49-F238E27FC236}">
                    <a16:creationId xmlns:a16="http://schemas.microsoft.com/office/drawing/2014/main" id="{78D59214-7424-4C55-A93E-728E882625E2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6" name="타원 1595">
                <a:extLst>
                  <a:ext uri="{FF2B5EF4-FFF2-40B4-BE49-F238E27FC236}">
                    <a16:creationId xmlns:a16="http://schemas.microsoft.com/office/drawing/2014/main" id="{41674F1F-7CED-4BE6-AA85-0EE36B8FC523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7" name="타원 1596">
                <a:extLst>
                  <a:ext uri="{FF2B5EF4-FFF2-40B4-BE49-F238E27FC236}">
                    <a16:creationId xmlns:a16="http://schemas.microsoft.com/office/drawing/2014/main" id="{CA7A7786-BB04-4AE2-821E-47126E223937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8" name="타원 1597">
                <a:extLst>
                  <a:ext uri="{FF2B5EF4-FFF2-40B4-BE49-F238E27FC236}">
                    <a16:creationId xmlns:a16="http://schemas.microsoft.com/office/drawing/2014/main" id="{C4EE9922-E7F6-4D4F-A4C1-2D95AF2CE5AE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9" name="타원 1598">
                <a:extLst>
                  <a:ext uri="{FF2B5EF4-FFF2-40B4-BE49-F238E27FC236}">
                    <a16:creationId xmlns:a16="http://schemas.microsoft.com/office/drawing/2014/main" id="{27D16E49-6A8D-4618-BFF2-0C639F772F88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0" name="타원 1599">
                <a:extLst>
                  <a:ext uri="{FF2B5EF4-FFF2-40B4-BE49-F238E27FC236}">
                    <a16:creationId xmlns:a16="http://schemas.microsoft.com/office/drawing/2014/main" id="{FF1C1D81-C92B-4314-BF35-E201F303C31B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1" name="타원 1600">
                <a:extLst>
                  <a:ext uri="{FF2B5EF4-FFF2-40B4-BE49-F238E27FC236}">
                    <a16:creationId xmlns:a16="http://schemas.microsoft.com/office/drawing/2014/main" id="{37028914-81BF-41D1-8BE5-4590DE8871E1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2" name="타원 1601">
                <a:extLst>
                  <a:ext uri="{FF2B5EF4-FFF2-40B4-BE49-F238E27FC236}">
                    <a16:creationId xmlns:a16="http://schemas.microsoft.com/office/drawing/2014/main" id="{922DA81D-CCE2-4FF0-A3C5-3DEE51BD5A1A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3" name="타원 1602">
                <a:extLst>
                  <a:ext uri="{FF2B5EF4-FFF2-40B4-BE49-F238E27FC236}">
                    <a16:creationId xmlns:a16="http://schemas.microsoft.com/office/drawing/2014/main" id="{21DD4E2D-DD83-4A55-B96D-382748CD198F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4" name="타원 1603">
                <a:extLst>
                  <a:ext uri="{FF2B5EF4-FFF2-40B4-BE49-F238E27FC236}">
                    <a16:creationId xmlns:a16="http://schemas.microsoft.com/office/drawing/2014/main" id="{925612AD-51D1-479D-ACE0-3698BD728131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5" name="타원 1604">
                <a:extLst>
                  <a:ext uri="{FF2B5EF4-FFF2-40B4-BE49-F238E27FC236}">
                    <a16:creationId xmlns:a16="http://schemas.microsoft.com/office/drawing/2014/main" id="{00FE1692-5FA8-453E-B755-FA66B38AB6D0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6" name="타원 1605">
                <a:extLst>
                  <a:ext uri="{FF2B5EF4-FFF2-40B4-BE49-F238E27FC236}">
                    <a16:creationId xmlns:a16="http://schemas.microsoft.com/office/drawing/2014/main" id="{E4390095-BE10-4F46-9C9B-E567E7C9DC73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7" name="타원 1606">
                <a:extLst>
                  <a:ext uri="{FF2B5EF4-FFF2-40B4-BE49-F238E27FC236}">
                    <a16:creationId xmlns:a16="http://schemas.microsoft.com/office/drawing/2014/main" id="{5C1D8CFA-F4E3-4A8F-89E0-167A6B357F9A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8" name="타원 1607">
                <a:extLst>
                  <a:ext uri="{FF2B5EF4-FFF2-40B4-BE49-F238E27FC236}">
                    <a16:creationId xmlns:a16="http://schemas.microsoft.com/office/drawing/2014/main" id="{754110F9-87B9-4FEB-8046-0FEA616CC055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9" name="타원 1608">
                <a:extLst>
                  <a:ext uri="{FF2B5EF4-FFF2-40B4-BE49-F238E27FC236}">
                    <a16:creationId xmlns:a16="http://schemas.microsoft.com/office/drawing/2014/main" id="{2AC64548-5841-417D-82AC-2A0AC4789CDD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0" name="타원 1609">
                <a:extLst>
                  <a:ext uri="{FF2B5EF4-FFF2-40B4-BE49-F238E27FC236}">
                    <a16:creationId xmlns:a16="http://schemas.microsoft.com/office/drawing/2014/main" id="{01347A99-D2E4-4414-8613-1E6732462705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1" name="타원 1610">
                <a:extLst>
                  <a:ext uri="{FF2B5EF4-FFF2-40B4-BE49-F238E27FC236}">
                    <a16:creationId xmlns:a16="http://schemas.microsoft.com/office/drawing/2014/main" id="{FD3C086A-B51D-46B1-BEAA-77A89F7BCFFE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2" name="타원 1611">
                <a:extLst>
                  <a:ext uri="{FF2B5EF4-FFF2-40B4-BE49-F238E27FC236}">
                    <a16:creationId xmlns:a16="http://schemas.microsoft.com/office/drawing/2014/main" id="{3907F343-F0DF-4223-9E34-F983605E928E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3" name="타원 1612">
                <a:extLst>
                  <a:ext uri="{FF2B5EF4-FFF2-40B4-BE49-F238E27FC236}">
                    <a16:creationId xmlns:a16="http://schemas.microsoft.com/office/drawing/2014/main" id="{26DC7C5B-419A-4956-98EE-18B3D35B93FA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4" name="타원 1613">
                <a:extLst>
                  <a:ext uri="{FF2B5EF4-FFF2-40B4-BE49-F238E27FC236}">
                    <a16:creationId xmlns:a16="http://schemas.microsoft.com/office/drawing/2014/main" id="{044D145B-6B6C-4ED5-8E30-11CD1BB75BE6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5" name="타원 1614">
                <a:extLst>
                  <a:ext uri="{FF2B5EF4-FFF2-40B4-BE49-F238E27FC236}">
                    <a16:creationId xmlns:a16="http://schemas.microsoft.com/office/drawing/2014/main" id="{563A375A-D068-4FC3-A5FC-36AF76BF49A3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6" name="타원 1615">
                <a:extLst>
                  <a:ext uri="{FF2B5EF4-FFF2-40B4-BE49-F238E27FC236}">
                    <a16:creationId xmlns:a16="http://schemas.microsoft.com/office/drawing/2014/main" id="{7BD29A28-6D3C-4225-A089-FF10E70ACB4B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7" name="타원 1616">
                <a:extLst>
                  <a:ext uri="{FF2B5EF4-FFF2-40B4-BE49-F238E27FC236}">
                    <a16:creationId xmlns:a16="http://schemas.microsoft.com/office/drawing/2014/main" id="{B09F76B3-6891-4485-BC01-2693FE25CA9F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8" name="타원 1617">
                <a:extLst>
                  <a:ext uri="{FF2B5EF4-FFF2-40B4-BE49-F238E27FC236}">
                    <a16:creationId xmlns:a16="http://schemas.microsoft.com/office/drawing/2014/main" id="{59C33EBD-298B-4D72-8570-5BF50646D483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9" name="타원 1618">
                <a:extLst>
                  <a:ext uri="{FF2B5EF4-FFF2-40B4-BE49-F238E27FC236}">
                    <a16:creationId xmlns:a16="http://schemas.microsoft.com/office/drawing/2014/main" id="{A2E6D1F7-5ABB-4D8D-AAF7-8D6D0A51AD5B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0" name="타원 1619">
                <a:extLst>
                  <a:ext uri="{FF2B5EF4-FFF2-40B4-BE49-F238E27FC236}">
                    <a16:creationId xmlns:a16="http://schemas.microsoft.com/office/drawing/2014/main" id="{82EC088D-3240-4095-B90E-D2C7CC581C28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1" name="타원 1620">
                <a:extLst>
                  <a:ext uri="{FF2B5EF4-FFF2-40B4-BE49-F238E27FC236}">
                    <a16:creationId xmlns:a16="http://schemas.microsoft.com/office/drawing/2014/main" id="{5EE8E3F9-F0A0-4006-9209-B1BE486F7E54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2" name="타원 1621">
                <a:extLst>
                  <a:ext uri="{FF2B5EF4-FFF2-40B4-BE49-F238E27FC236}">
                    <a16:creationId xmlns:a16="http://schemas.microsoft.com/office/drawing/2014/main" id="{C2F98E28-01FE-45FD-8CBB-6E3DDF2A8018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3" name="타원 1622">
                <a:extLst>
                  <a:ext uri="{FF2B5EF4-FFF2-40B4-BE49-F238E27FC236}">
                    <a16:creationId xmlns:a16="http://schemas.microsoft.com/office/drawing/2014/main" id="{35D346C4-08CC-4908-BC9A-684C95DC0BC9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4" name="타원 1623">
                <a:extLst>
                  <a:ext uri="{FF2B5EF4-FFF2-40B4-BE49-F238E27FC236}">
                    <a16:creationId xmlns:a16="http://schemas.microsoft.com/office/drawing/2014/main" id="{D501EABF-6FC0-425F-B1E8-85347ADDC209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5" name="타원 1624">
                <a:extLst>
                  <a:ext uri="{FF2B5EF4-FFF2-40B4-BE49-F238E27FC236}">
                    <a16:creationId xmlns:a16="http://schemas.microsoft.com/office/drawing/2014/main" id="{2560F1ED-FB48-4AE5-9E70-A0C8EE26CA64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6" name="타원 1625">
                <a:extLst>
                  <a:ext uri="{FF2B5EF4-FFF2-40B4-BE49-F238E27FC236}">
                    <a16:creationId xmlns:a16="http://schemas.microsoft.com/office/drawing/2014/main" id="{3EDCBE7A-1076-4EAD-AAA5-EA2A7D26FD4E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7" name="타원 1626">
                <a:extLst>
                  <a:ext uri="{FF2B5EF4-FFF2-40B4-BE49-F238E27FC236}">
                    <a16:creationId xmlns:a16="http://schemas.microsoft.com/office/drawing/2014/main" id="{395C89D6-ED7D-4D85-8CED-FF37E68A1641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8" name="타원 1627">
                <a:extLst>
                  <a:ext uri="{FF2B5EF4-FFF2-40B4-BE49-F238E27FC236}">
                    <a16:creationId xmlns:a16="http://schemas.microsoft.com/office/drawing/2014/main" id="{C3AB4F8B-30AE-46BC-BFDC-8D04147D3061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9" name="타원 1628">
                <a:extLst>
                  <a:ext uri="{FF2B5EF4-FFF2-40B4-BE49-F238E27FC236}">
                    <a16:creationId xmlns:a16="http://schemas.microsoft.com/office/drawing/2014/main" id="{3F99DBDE-24E7-4462-8FD2-9DA98FF29214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0" name="타원 1629">
                <a:extLst>
                  <a:ext uri="{FF2B5EF4-FFF2-40B4-BE49-F238E27FC236}">
                    <a16:creationId xmlns:a16="http://schemas.microsoft.com/office/drawing/2014/main" id="{CB95FCF6-C0FD-4C52-9FE7-B3FDF7C23E18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31" name="그룹 1630">
              <a:extLst>
                <a:ext uri="{FF2B5EF4-FFF2-40B4-BE49-F238E27FC236}">
                  <a16:creationId xmlns:a16="http://schemas.microsoft.com/office/drawing/2014/main" id="{47A2F25D-F713-402C-9497-1748F91E0F28}"/>
                </a:ext>
              </a:extLst>
            </p:cNvPr>
            <p:cNvGrpSpPr/>
            <p:nvPr/>
          </p:nvGrpSpPr>
          <p:grpSpPr>
            <a:xfrm>
              <a:off x="222250" y="679450"/>
              <a:ext cx="5504400" cy="18000"/>
              <a:chOff x="222250" y="527050"/>
              <a:chExt cx="5504400" cy="18000"/>
            </a:xfrm>
          </p:grpSpPr>
          <p:sp>
            <p:nvSpPr>
              <p:cNvPr id="1632" name="타원 1631">
                <a:extLst>
                  <a:ext uri="{FF2B5EF4-FFF2-40B4-BE49-F238E27FC236}">
                    <a16:creationId xmlns:a16="http://schemas.microsoft.com/office/drawing/2014/main" id="{6801E356-3911-42FD-A63D-C4BED7CC13AD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3" name="타원 1632">
                <a:extLst>
                  <a:ext uri="{FF2B5EF4-FFF2-40B4-BE49-F238E27FC236}">
                    <a16:creationId xmlns:a16="http://schemas.microsoft.com/office/drawing/2014/main" id="{B12E0972-5615-4568-A742-68D9D0785FA5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4" name="타원 1633">
                <a:extLst>
                  <a:ext uri="{FF2B5EF4-FFF2-40B4-BE49-F238E27FC236}">
                    <a16:creationId xmlns:a16="http://schemas.microsoft.com/office/drawing/2014/main" id="{F8CCEBCB-A061-4651-992E-223AE991EA6F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5" name="타원 1634">
                <a:extLst>
                  <a:ext uri="{FF2B5EF4-FFF2-40B4-BE49-F238E27FC236}">
                    <a16:creationId xmlns:a16="http://schemas.microsoft.com/office/drawing/2014/main" id="{1A678410-9088-467A-A7EF-8862433ACD62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6" name="타원 1635">
                <a:extLst>
                  <a:ext uri="{FF2B5EF4-FFF2-40B4-BE49-F238E27FC236}">
                    <a16:creationId xmlns:a16="http://schemas.microsoft.com/office/drawing/2014/main" id="{C9C4D34E-27CF-4CEB-90B9-5C44C2CC4C3A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7" name="타원 1636">
                <a:extLst>
                  <a:ext uri="{FF2B5EF4-FFF2-40B4-BE49-F238E27FC236}">
                    <a16:creationId xmlns:a16="http://schemas.microsoft.com/office/drawing/2014/main" id="{C8A3F159-1BFA-4BA4-8A82-0BFFA3223C6C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8" name="타원 1637">
                <a:extLst>
                  <a:ext uri="{FF2B5EF4-FFF2-40B4-BE49-F238E27FC236}">
                    <a16:creationId xmlns:a16="http://schemas.microsoft.com/office/drawing/2014/main" id="{00B7D42D-CB2A-4EC5-AD3F-B180694932F6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9" name="타원 1638">
                <a:extLst>
                  <a:ext uri="{FF2B5EF4-FFF2-40B4-BE49-F238E27FC236}">
                    <a16:creationId xmlns:a16="http://schemas.microsoft.com/office/drawing/2014/main" id="{226A9D2B-4F96-4B58-A22D-C828AFAE3504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0" name="타원 1639">
                <a:extLst>
                  <a:ext uri="{FF2B5EF4-FFF2-40B4-BE49-F238E27FC236}">
                    <a16:creationId xmlns:a16="http://schemas.microsoft.com/office/drawing/2014/main" id="{E232A646-F667-4615-AA84-DD81FDC4F3A7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1" name="타원 1640">
                <a:extLst>
                  <a:ext uri="{FF2B5EF4-FFF2-40B4-BE49-F238E27FC236}">
                    <a16:creationId xmlns:a16="http://schemas.microsoft.com/office/drawing/2014/main" id="{55808FD6-0A50-416D-83CB-26CCFA83FBED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2" name="타원 1641">
                <a:extLst>
                  <a:ext uri="{FF2B5EF4-FFF2-40B4-BE49-F238E27FC236}">
                    <a16:creationId xmlns:a16="http://schemas.microsoft.com/office/drawing/2014/main" id="{64A2FE68-5065-42A5-BE68-6B0C82BEB9AA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3" name="타원 1642">
                <a:extLst>
                  <a:ext uri="{FF2B5EF4-FFF2-40B4-BE49-F238E27FC236}">
                    <a16:creationId xmlns:a16="http://schemas.microsoft.com/office/drawing/2014/main" id="{642A4EA2-FA41-400A-AF20-0F0A358F0069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4" name="타원 1643">
                <a:extLst>
                  <a:ext uri="{FF2B5EF4-FFF2-40B4-BE49-F238E27FC236}">
                    <a16:creationId xmlns:a16="http://schemas.microsoft.com/office/drawing/2014/main" id="{1058C27B-B0BE-4320-B6CA-96DB1664CA4C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5" name="타원 1644">
                <a:extLst>
                  <a:ext uri="{FF2B5EF4-FFF2-40B4-BE49-F238E27FC236}">
                    <a16:creationId xmlns:a16="http://schemas.microsoft.com/office/drawing/2014/main" id="{552905FF-7D3F-4802-9B91-C688494A32CC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6" name="타원 1645">
                <a:extLst>
                  <a:ext uri="{FF2B5EF4-FFF2-40B4-BE49-F238E27FC236}">
                    <a16:creationId xmlns:a16="http://schemas.microsoft.com/office/drawing/2014/main" id="{2E4EC5A6-5521-4ACB-8B64-7517548E6280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7" name="타원 1646">
                <a:extLst>
                  <a:ext uri="{FF2B5EF4-FFF2-40B4-BE49-F238E27FC236}">
                    <a16:creationId xmlns:a16="http://schemas.microsoft.com/office/drawing/2014/main" id="{DFA426AF-6FD9-4FB7-B8A2-BD16119BD96B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8" name="타원 1647">
                <a:extLst>
                  <a:ext uri="{FF2B5EF4-FFF2-40B4-BE49-F238E27FC236}">
                    <a16:creationId xmlns:a16="http://schemas.microsoft.com/office/drawing/2014/main" id="{3BAB5F97-06DB-4C84-B99C-068D46E9E0B4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9" name="타원 1648">
                <a:extLst>
                  <a:ext uri="{FF2B5EF4-FFF2-40B4-BE49-F238E27FC236}">
                    <a16:creationId xmlns:a16="http://schemas.microsoft.com/office/drawing/2014/main" id="{D80B3487-7E09-4ED7-B88A-F609BD3B167E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0" name="타원 1649">
                <a:extLst>
                  <a:ext uri="{FF2B5EF4-FFF2-40B4-BE49-F238E27FC236}">
                    <a16:creationId xmlns:a16="http://schemas.microsoft.com/office/drawing/2014/main" id="{0E340147-A41D-478D-9EF3-DEB463B3DCF8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1" name="타원 1650">
                <a:extLst>
                  <a:ext uri="{FF2B5EF4-FFF2-40B4-BE49-F238E27FC236}">
                    <a16:creationId xmlns:a16="http://schemas.microsoft.com/office/drawing/2014/main" id="{6876B58D-1DA6-4730-BB64-1684B6DD5D8F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2" name="타원 1651">
                <a:extLst>
                  <a:ext uri="{FF2B5EF4-FFF2-40B4-BE49-F238E27FC236}">
                    <a16:creationId xmlns:a16="http://schemas.microsoft.com/office/drawing/2014/main" id="{EEAB301E-B89D-489A-8792-6776C3259AA9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3" name="타원 1652">
                <a:extLst>
                  <a:ext uri="{FF2B5EF4-FFF2-40B4-BE49-F238E27FC236}">
                    <a16:creationId xmlns:a16="http://schemas.microsoft.com/office/drawing/2014/main" id="{41464433-116A-40E4-A2C5-8CB09000E868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4" name="타원 1653">
                <a:extLst>
                  <a:ext uri="{FF2B5EF4-FFF2-40B4-BE49-F238E27FC236}">
                    <a16:creationId xmlns:a16="http://schemas.microsoft.com/office/drawing/2014/main" id="{0D9AC551-8648-4F23-BA09-FCE08DE9CD3C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5" name="타원 1654">
                <a:extLst>
                  <a:ext uri="{FF2B5EF4-FFF2-40B4-BE49-F238E27FC236}">
                    <a16:creationId xmlns:a16="http://schemas.microsoft.com/office/drawing/2014/main" id="{9296C720-EAD9-4BB5-B234-7170FCC15D64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6" name="타원 1655">
                <a:extLst>
                  <a:ext uri="{FF2B5EF4-FFF2-40B4-BE49-F238E27FC236}">
                    <a16:creationId xmlns:a16="http://schemas.microsoft.com/office/drawing/2014/main" id="{DE456937-AAB6-40AA-9F9D-C37F90D0C14C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7" name="타원 1656">
                <a:extLst>
                  <a:ext uri="{FF2B5EF4-FFF2-40B4-BE49-F238E27FC236}">
                    <a16:creationId xmlns:a16="http://schemas.microsoft.com/office/drawing/2014/main" id="{43BF25AF-A9D9-41B1-9952-9CBBE3C5B87C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8" name="타원 1657">
                <a:extLst>
                  <a:ext uri="{FF2B5EF4-FFF2-40B4-BE49-F238E27FC236}">
                    <a16:creationId xmlns:a16="http://schemas.microsoft.com/office/drawing/2014/main" id="{056109DF-8D0D-497E-A142-FD535DA1DF0A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9" name="타원 1658">
                <a:extLst>
                  <a:ext uri="{FF2B5EF4-FFF2-40B4-BE49-F238E27FC236}">
                    <a16:creationId xmlns:a16="http://schemas.microsoft.com/office/drawing/2014/main" id="{9973D39C-1CAB-45BE-8BAD-A008C6347648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0" name="타원 1659">
                <a:extLst>
                  <a:ext uri="{FF2B5EF4-FFF2-40B4-BE49-F238E27FC236}">
                    <a16:creationId xmlns:a16="http://schemas.microsoft.com/office/drawing/2014/main" id="{E38A69E7-576D-4BDF-BF67-CFF5D3332599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1" name="타원 1660">
                <a:extLst>
                  <a:ext uri="{FF2B5EF4-FFF2-40B4-BE49-F238E27FC236}">
                    <a16:creationId xmlns:a16="http://schemas.microsoft.com/office/drawing/2014/main" id="{753239B7-5F9D-4B8F-B4FF-311A9FA8FE6F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2" name="타원 1661">
                <a:extLst>
                  <a:ext uri="{FF2B5EF4-FFF2-40B4-BE49-F238E27FC236}">
                    <a16:creationId xmlns:a16="http://schemas.microsoft.com/office/drawing/2014/main" id="{E971FADE-1E7B-476B-9DFB-3955B1D41B98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3" name="타원 1662">
                <a:extLst>
                  <a:ext uri="{FF2B5EF4-FFF2-40B4-BE49-F238E27FC236}">
                    <a16:creationId xmlns:a16="http://schemas.microsoft.com/office/drawing/2014/main" id="{76148D2E-3291-4EA3-8428-F8748A4A4D73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4" name="타원 1663">
                <a:extLst>
                  <a:ext uri="{FF2B5EF4-FFF2-40B4-BE49-F238E27FC236}">
                    <a16:creationId xmlns:a16="http://schemas.microsoft.com/office/drawing/2014/main" id="{27F74454-B5FF-46D7-90AF-818806C658C4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5" name="타원 1664">
                <a:extLst>
                  <a:ext uri="{FF2B5EF4-FFF2-40B4-BE49-F238E27FC236}">
                    <a16:creationId xmlns:a16="http://schemas.microsoft.com/office/drawing/2014/main" id="{A319002F-AF26-446D-AEF7-AC695C46325D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6" name="타원 1665">
                <a:extLst>
                  <a:ext uri="{FF2B5EF4-FFF2-40B4-BE49-F238E27FC236}">
                    <a16:creationId xmlns:a16="http://schemas.microsoft.com/office/drawing/2014/main" id="{C81C7129-55FB-44B6-8882-CC043BC155C2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7" name="타원 1666">
                <a:extLst>
                  <a:ext uri="{FF2B5EF4-FFF2-40B4-BE49-F238E27FC236}">
                    <a16:creationId xmlns:a16="http://schemas.microsoft.com/office/drawing/2014/main" id="{B836632E-B347-4F7B-8F3B-BFE4339D7088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8" name="타원 1667">
                <a:extLst>
                  <a:ext uri="{FF2B5EF4-FFF2-40B4-BE49-F238E27FC236}">
                    <a16:creationId xmlns:a16="http://schemas.microsoft.com/office/drawing/2014/main" id="{AA35E73C-B5AA-400F-B126-F81AED90D9FB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69" name="그룹 1668">
              <a:extLst>
                <a:ext uri="{FF2B5EF4-FFF2-40B4-BE49-F238E27FC236}">
                  <a16:creationId xmlns:a16="http://schemas.microsoft.com/office/drawing/2014/main" id="{B1D86A04-29FD-46DD-B8AA-A072901178C0}"/>
                </a:ext>
              </a:extLst>
            </p:cNvPr>
            <p:cNvGrpSpPr/>
            <p:nvPr/>
          </p:nvGrpSpPr>
          <p:grpSpPr>
            <a:xfrm>
              <a:off x="222250" y="831850"/>
              <a:ext cx="5504400" cy="18000"/>
              <a:chOff x="222250" y="527050"/>
              <a:chExt cx="5504400" cy="18000"/>
            </a:xfrm>
          </p:grpSpPr>
          <p:sp>
            <p:nvSpPr>
              <p:cNvPr id="1670" name="타원 1669">
                <a:extLst>
                  <a:ext uri="{FF2B5EF4-FFF2-40B4-BE49-F238E27FC236}">
                    <a16:creationId xmlns:a16="http://schemas.microsoft.com/office/drawing/2014/main" id="{49AF0E3E-4C61-4A88-B789-A93819670222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1" name="타원 1670">
                <a:extLst>
                  <a:ext uri="{FF2B5EF4-FFF2-40B4-BE49-F238E27FC236}">
                    <a16:creationId xmlns:a16="http://schemas.microsoft.com/office/drawing/2014/main" id="{B3CE1610-7738-42AF-B0CD-6DAF91AF04AB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2" name="타원 1671">
                <a:extLst>
                  <a:ext uri="{FF2B5EF4-FFF2-40B4-BE49-F238E27FC236}">
                    <a16:creationId xmlns:a16="http://schemas.microsoft.com/office/drawing/2014/main" id="{FFC400AB-9D7C-44C3-8F08-B24855916F29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3" name="타원 1672">
                <a:extLst>
                  <a:ext uri="{FF2B5EF4-FFF2-40B4-BE49-F238E27FC236}">
                    <a16:creationId xmlns:a16="http://schemas.microsoft.com/office/drawing/2014/main" id="{927E4670-2D2A-4743-A4AD-D82404002D14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4" name="타원 1673">
                <a:extLst>
                  <a:ext uri="{FF2B5EF4-FFF2-40B4-BE49-F238E27FC236}">
                    <a16:creationId xmlns:a16="http://schemas.microsoft.com/office/drawing/2014/main" id="{C85658DF-43BB-4DBC-845F-F5C6A14712A4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5" name="타원 1674">
                <a:extLst>
                  <a:ext uri="{FF2B5EF4-FFF2-40B4-BE49-F238E27FC236}">
                    <a16:creationId xmlns:a16="http://schemas.microsoft.com/office/drawing/2014/main" id="{62CC42F9-9710-4AB8-860D-CF84AD001BE8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6" name="타원 1675">
                <a:extLst>
                  <a:ext uri="{FF2B5EF4-FFF2-40B4-BE49-F238E27FC236}">
                    <a16:creationId xmlns:a16="http://schemas.microsoft.com/office/drawing/2014/main" id="{76AF5F0F-7A95-4F7B-B58B-CE310DCCD75D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7" name="타원 1676">
                <a:extLst>
                  <a:ext uri="{FF2B5EF4-FFF2-40B4-BE49-F238E27FC236}">
                    <a16:creationId xmlns:a16="http://schemas.microsoft.com/office/drawing/2014/main" id="{8841AD80-0CC6-43F7-B6B9-292A0FA6100B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8" name="타원 1677">
                <a:extLst>
                  <a:ext uri="{FF2B5EF4-FFF2-40B4-BE49-F238E27FC236}">
                    <a16:creationId xmlns:a16="http://schemas.microsoft.com/office/drawing/2014/main" id="{D0519AFE-EB91-4A09-A0AD-682369BB3F41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9" name="타원 1678">
                <a:extLst>
                  <a:ext uri="{FF2B5EF4-FFF2-40B4-BE49-F238E27FC236}">
                    <a16:creationId xmlns:a16="http://schemas.microsoft.com/office/drawing/2014/main" id="{D296B2CB-FFC7-4E19-9C6E-E1F8DF46E468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0" name="타원 1679">
                <a:extLst>
                  <a:ext uri="{FF2B5EF4-FFF2-40B4-BE49-F238E27FC236}">
                    <a16:creationId xmlns:a16="http://schemas.microsoft.com/office/drawing/2014/main" id="{859E71B9-8402-46EB-9444-52D81F532272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1" name="타원 1680">
                <a:extLst>
                  <a:ext uri="{FF2B5EF4-FFF2-40B4-BE49-F238E27FC236}">
                    <a16:creationId xmlns:a16="http://schemas.microsoft.com/office/drawing/2014/main" id="{3689A81A-345D-46AC-BA2B-093F936806D5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2" name="타원 1681">
                <a:extLst>
                  <a:ext uri="{FF2B5EF4-FFF2-40B4-BE49-F238E27FC236}">
                    <a16:creationId xmlns:a16="http://schemas.microsoft.com/office/drawing/2014/main" id="{531A7060-3687-47D4-BD75-09B2BB99EE76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3" name="타원 1682">
                <a:extLst>
                  <a:ext uri="{FF2B5EF4-FFF2-40B4-BE49-F238E27FC236}">
                    <a16:creationId xmlns:a16="http://schemas.microsoft.com/office/drawing/2014/main" id="{56A2BD32-BE13-4DA5-A767-B115080E319A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4" name="타원 1683">
                <a:extLst>
                  <a:ext uri="{FF2B5EF4-FFF2-40B4-BE49-F238E27FC236}">
                    <a16:creationId xmlns:a16="http://schemas.microsoft.com/office/drawing/2014/main" id="{91B85898-433B-4C0D-A348-B99FFC83EFE5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5" name="타원 1684">
                <a:extLst>
                  <a:ext uri="{FF2B5EF4-FFF2-40B4-BE49-F238E27FC236}">
                    <a16:creationId xmlns:a16="http://schemas.microsoft.com/office/drawing/2014/main" id="{57174A26-D4E2-4FCD-AAC9-70F5BC05C4A9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6" name="타원 1685">
                <a:extLst>
                  <a:ext uri="{FF2B5EF4-FFF2-40B4-BE49-F238E27FC236}">
                    <a16:creationId xmlns:a16="http://schemas.microsoft.com/office/drawing/2014/main" id="{57F42D90-31C8-48D1-AA56-234E9CB33E1C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7" name="타원 1686">
                <a:extLst>
                  <a:ext uri="{FF2B5EF4-FFF2-40B4-BE49-F238E27FC236}">
                    <a16:creationId xmlns:a16="http://schemas.microsoft.com/office/drawing/2014/main" id="{88BA4D4A-A70C-44ED-A9F5-22D100FE46A8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8" name="타원 1687">
                <a:extLst>
                  <a:ext uri="{FF2B5EF4-FFF2-40B4-BE49-F238E27FC236}">
                    <a16:creationId xmlns:a16="http://schemas.microsoft.com/office/drawing/2014/main" id="{51A13520-FF78-491D-B2D6-E5139C1AB9DD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9" name="타원 1688">
                <a:extLst>
                  <a:ext uri="{FF2B5EF4-FFF2-40B4-BE49-F238E27FC236}">
                    <a16:creationId xmlns:a16="http://schemas.microsoft.com/office/drawing/2014/main" id="{7EB456FC-5771-43F9-B2AB-D948396DBA55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0" name="타원 1689">
                <a:extLst>
                  <a:ext uri="{FF2B5EF4-FFF2-40B4-BE49-F238E27FC236}">
                    <a16:creationId xmlns:a16="http://schemas.microsoft.com/office/drawing/2014/main" id="{6555D830-DC32-4AB6-BD31-8DB0D05FD07E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1" name="타원 1690">
                <a:extLst>
                  <a:ext uri="{FF2B5EF4-FFF2-40B4-BE49-F238E27FC236}">
                    <a16:creationId xmlns:a16="http://schemas.microsoft.com/office/drawing/2014/main" id="{F1A5B0F2-1C4F-495C-82E9-956E07C421D0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2" name="타원 1691">
                <a:extLst>
                  <a:ext uri="{FF2B5EF4-FFF2-40B4-BE49-F238E27FC236}">
                    <a16:creationId xmlns:a16="http://schemas.microsoft.com/office/drawing/2014/main" id="{F74493EF-2BCB-405D-BA00-004A8DC56478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3" name="타원 1692">
                <a:extLst>
                  <a:ext uri="{FF2B5EF4-FFF2-40B4-BE49-F238E27FC236}">
                    <a16:creationId xmlns:a16="http://schemas.microsoft.com/office/drawing/2014/main" id="{78590FEB-88CF-442A-B159-6852A57D8380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4" name="타원 1693">
                <a:extLst>
                  <a:ext uri="{FF2B5EF4-FFF2-40B4-BE49-F238E27FC236}">
                    <a16:creationId xmlns:a16="http://schemas.microsoft.com/office/drawing/2014/main" id="{86F4CB36-5AAA-46D6-9303-6F784FE3EA0E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5" name="타원 1694">
                <a:extLst>
                  <a:ext uri="{FF2B5EF4-FFF2-40B4-BE49-F238E27FC236}">
                    <a16:creationId xmlns:a16="http://schemas.microsoft.com/office/drawing/2014/main" id="{6794C79F-6559-4626-A231-1A547B15C15B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6" name="타원 1695">
                <a:extLst>
                  <a:ext uri="{FF2B5EF4-FFF2-40B4-BE49-F238E27FC236}">
                    <a16:creationId xmlns:a16="http://schemas.microsoft.com/office/drawing/2014/main" id="{DB305A76-57F8-424C-B44A-DE22762B9150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7" name="타원 1696">
                <a:extLst>
                  <a:ext uri="{FF2B5EF4-FFF2-40B4-BE49-F238E27FC236}">
                    <a16:creationId xmlns:a16="http://schemas.microsoft.com/office/drawing/2014/main" id="{5446ECB2-BC8C-4995-80BD-F438F228A22D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8" name="타원 1697">
                <a:extLst>
                  <a:ext uri="{FF2B5EF4-FFF2-40B4-BE49-F238E27FC236}">
                    <a16:creationId xmlns:a16="http://schemas.microsoft.com/office/drawing/2014/main" id="{13D6CDDA-B1B5-4CB8-A820-07F69609497B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9" name="타원 1698">
                <a:extLst>
                  <a:ext uri="{FF2B5EF4-FFF2-40B4-BE49-F238E27FC236}">
                    <a16:creationId xmlns:a16="http://schemas.microsoft.com/office/drawing/2014/main" id="{257D74E7-C532-4A63-B8D6-CF859B49C967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00" name="타원 1699">
                <a:extLst>
                  <a:ext uri="{FF2B5EF4-FFF2-40B4-BE49-F238E27FC236}">
                    <a16:creationId xmlns:a16="http://schemas.microsoft.com/office/drawing/2014/main" id="{DEA2E6A4-6CE4-446B-ADED-762041128148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01" name="타원 1700">
                <a:extLst>
                  <a:ext uri="{FF2B5EF4-FFF2-40B4-BE49-F238E27FC236}">
                    <a16:creationId xmlns:a16="http://schemas.microsoft.com/office/drawing/2014/main" id="{1C5C7CB1-E4FB-4D9D-9E5D-645E17714B33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02" name="타원 1701">
                <a:extLst>
                  <a:ext uri="{FF2B5EF4-FFF2-40B4-BE49-F238E27FC236}">
                    <a16:creationId xmlns:a16="http://schemas.microsoft.com/office/drawing/2014/main" id="{8B962D7F-BC30-4881-8DCE-8F2822C0FFAA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03" name="타원 1702">
                <a:extLst>
                  <a:ext uri="{FF2B5EF4-FFF2-40B4-BE49-F238E27FC236}">
                    <a16:creationId xmlns:a16="http://schemas.microsoft.com/office/drawing/2014/main" id="{97C24C6B-AA1C-4DC8-9BA1-74D6EB09BBE7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04" name="타원 1703">
                <a:extLst>
                  <a:ext uri="{FF2B5EF4-FFF2-40B4-BE49-F238E27FC236}">
                    <a16:creationId xmlns:a16="http://schemas.microsoft.com/office/drawing/2014/main" id="{ACAF9623-23B3-41A3-BF06-EE441CB93616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05" name="타원 1704">
                <a:extLst>
                  <a:ext uri="{FF2B5EF4-FFF2-40B4-BE49-F238E27FC236}">
                    <a16:creationId xmlns:a16="http://schemas.microsoft.com/office/drawing/2014/main" id="{78892BBB-52E9-4C1B-946A-CE714373F9DC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06" name="타원 1705">
                <a:extLst>
                  <a:ext uri="{FF2B5EF4-FFF2-40B4-BE49-F238E27FC236}">
                    <a16:creationId xmlns:a16="http://schemas.microsoft.com/office/drawing/2014/main" id="{E51024BF-D462-4070-BD8F-B0D0F89E2F4E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07" name="그룹 1706">
              <a:extLst>
                <a:ext uri="{FF2B5EF4-FFF2-40B4-BE49-F238E27FC236}">
                  <a16:creationId xmlns:a16="http://schemas.microsoft.com/office/drawing/2014/main" id="{98B8A67F-E4AD-4F2D-8C49-CD44BC7A462B}"/>
                </a:ext>
              </a:extLst>
            </p:cNvPr>
            <p:cNvGrpSpPr/>
            <p:nvPr/>
          </p:nvGrpSpPr>
          <p:grpSpPr>
            <a:xfrm>
              <a:off x="222250" y="984250"/>
              <a:ext cx="5504400" cy="18000"/>
              <a:chOff x="222250" y="527050"/>
              <a:chExt cx="5504400" cy="18000"/>
            </a:xfrm>
          </p:grpSpPr>
          <p:sp>
            <p:nvSpPr>
              <p:cNvPr id="1708" name="타원 1707">
                <a:extLst>
                  <a:ext uri="{FF2B5EF4-FFF2-40B4-BE49-F238E27FC236}">
                    <a16:creationId xmlns:a16="http://schemas.microsoft.com/office/drawing/2014/main" id="{01C8B08E-885C-4545-8E2D-99489D1874ED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09" name="타원 1708">
                <a:extLst>
                  <a:ext uri="{FF2B5EF4-FFF2-40B4-BE49-F238E27FC236}">
                    <a16:creationId xmlns:a16="http://schemas.microsoft.com/office/drawing/2014/main" id="{FECBC97B-7AF7-4A55-8626-B5C17D098BD3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0" name="타원 1709">
                <a:extLst>
                  <a:ext uri="{FF2B5EF4-FFF2-40B4-BE49-F238E27FC236}">
                    <a16:creationId xmlns:a16="http://schemas.microsoft.com/office/drawing/2014/main" id="{4BBF07AC-FB50-4779-8868-D789D1C2D482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1" name="타원 1710">
                <a:extLst>
                  <a:ext uri="{FF2B5EF4-FFF2-40B4-BE49-F238E27FC236}">
                    <a16:creationId xmlns:a16="http://schemas.microsoft.com/office/drawing/2014/main" id="{3EDCAC00-9CE3-4685-B588-0057DE017C59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2" name="타원 1711">
                <a:extLst>
                  <a:ext uri="{FF2B5EF4-FFF2-40B4-BE49-F238E27FC236}">
                    <a16:creationId xmlns:a16="http://schemas.microsoft.com/office/drawing/2014/main" id="{211469B6-5B08-4954-AFF9-F8C0226B756D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3" name="타원 1712">
                <a:extLst>
                  <a:ext uri="{FF2B5EF4-FFF2-40B4-BE49-F238E27FC236}">
                    <a16:creationId xmlns:a16="http://schemas.microsoft.com/office/drawing/2014/main" id="{8438BBDF-752C-4455-8E21-9613A56ABF13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4" name="타원 1713">
                <a:extLst>
                  <a:ext uri="{FF2B5EF4-FFF2-40B4-BE49-F238E27FC236}">
                    <a16:creationId xmlns:a16="http://schemas.microsoft.com/office/drawing/2014/main" id="{31D5062D-FD01-4A28-B558-B76A135B3FDF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5" name="타원 1714">
                <a:extLst>
                  <a:ext uri="{FF2B5EF4-FFF2-40B4-BE49-F238E27FC236}">
                    <a16:creationId xmlns:a16="http://schemas.microsoft.com/office/drawing/2014/main" id="{48B3EF23-3E20-4C2C-BD73-6A3A2E61F1C5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6" name="타원 1715">
                <a:extLst>
                  <a:ext uri="{FF2B5EF4-FFF2-40B4-BE49-F238E27FC236}">
                    <a16:creationId xmlns:a16="http://schemas.microsoft.com/office/drawing/2014/main" id="{42795FA8-2316-4779-8FE3-999850193178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7" name="타원 1716">
                <a:extLst>
                  <a:ext uri="{FF2B5EF4-FFF2-40B4-BE49-F238E27FC236}">
                    <a16:creationId xmlns:a16="http://schemas.microsoft.com/office/drawing/2014/main" id="{E0FB1706-B69E-42CE-A937-6813851453BE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8" name="타원 1717">
                <a:extLst>
                  <a:ext uri="{FF2B5EF4-FFF2-40B4-BE49-F238E27FC236}">
                    <a16:creationId xmlns:a16="http://schemas.microsoft.com/office/drawing/2014/main" id="{0B3954B3-3D3C-4815-90A9-765648021B03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9" name="타원 1718">
                <a:extLst>
                  <a:ext uri="{FF2B5EF4-FFF2-40B4-BE49-F238E27FC236}">
                    <a16:creationId xmlns:a16="http://schemas.microsoft.com/office/drawing/2014/main" id="{88CDA1D9-D136-4F1B-B9E4-437DFDCD091E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0" name="타원 1719">
                <a:extLst>
                  <a:ext uri="{FF2B5EF4-FFF2-40B4-BE49-F238E27FC236}">
                    <a16:creationId xmlns:a16="http://schemas.microsoft.com/office/drawing/2014/main" id="{A232594B-5C02-4667-B60D-863DE96FABB5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1" name="타원 1720">
                <a:extLst>
                  <a:ext uri="{FF2B5EF4-FFF2-40B4-BE49-F238E27FC236}">
                    <a16:creationId xmlns:a16="http://schemas.microsoft.com/office/drawing/2014/main" id="{38929C2B-21F8-4D13-AF61-CD5CA0BF7ECA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2" name="타원 1721">
                <a:extLst>
                  <a:ext uri="{FF2B5EF4-FFF2-40B4-BE49-F238E27FC236}">
                    <a16:creationId xmlns:a16="http://schemas.microsoft.com/office/drawing/2014/main" id="{D9B99ED3-84C1-4684-A4F2-4BC8548C25D9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3" name="타원 1722">
                <a:extLst>
                  <a:ext uri="{FF2B5EF4-FFF2-40B4-BE49-F238E27FC236}">
                    <a16:creationId xmlns:a16="http://schemas.microsoft.com/office/drawing/2014/main" id="{51F1FC8A-8AC4-45F2-A404-A9E25C6166AC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4" name="타원 1723">
                <a:extLst>
                  <a:ext uri="{FF2B5EF4-FFF2-40B4-BE49-F238E27FC236}">
                    <a16:creationId xmlns:a16="http://schemas.microsoft.com/office/drawing/2014/main" id="{E320CF09-7134-4849-A17E-D4C59B809B8C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5" name="타원 1724">
                <a:extLst>
                  <a:ext uri="{FF2B5EF4-FFF2-40B4-BE49-F238E27FC236}">
                    <a16:creationId xmlns:a16="http://schemas.microsoft.com/office/drawing/2014/main" id="{D07BB8C2-6DDD-49AE-8315-2C8DCB16F492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6" name="타원 1725">
                <a:extLst>
                  <a:ext uri="{FF2B5EF4-FFF2-40B4-BE49-F238E27FC236}">
                    <a16:creationId xmlns:a16="http://schemas.microsoft.com/office/drawing/2014/main" id="{47F44CEB-5C8B-4CF3-A909-E6032B552C3E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7" name="타원 1726">
                <a:extLst>
                  <a:ext uri="{FF2B5EF4-FFF2-40B4-BE49-F238E27FC236}">
                    <a16:creationId xmlns:a16="http://schemas.microsoft.com/office/drawing/2014/main" id="{1D67757D-ACF7-42A7-8B76-C987B5048303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8" name="타원 1727">
                <a:extLst>
                  <a:ext uri="{FF2B5EF4-FFF2-40B4-BE49-F238E27FC236}">
                    <a16:creationId xmlns:a16="http://schemas.microsoft.com/office/drawing/2014/main" id="{2E93DDF7-5C17-4633-A538-76FB214EFD7C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9" name="타원 1728">
                <a:extLst>
                  <a:ext uri="{FF2B5EF4-FFF2-40B4-BE49-F238E27FC236}">
                    <a16:creationId xmlns:a16="http://schemas.microsoft.com/office/drawing/2014/main" id="{48CF17C5-3189-49B4-ACEF-AEFAECC7BB94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0" name="타원 1729">
                <a:extLst>
                  <a:ext uri="{FF2B5EF4-FFF2-40B4-BE49-F238E27FC236}">
                    <a16:creationId xmlns:a16="http://schemas.microsoft.com/office/drawing/2014/main" id="{A5DC4048-4A5E-4239-97A9-ADA950625DA2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1" name="타원 1730">
                <a:extLst>
                  <a:ext uri="{FF2B5EF4-FFF2-40B4-BE49-F238E27FC236}">
                    <a16:creationId xmlns:a16="http://schemas.microsoft.com/office/drawing/2014/main" id="{F30AF2EA-D352-4835-B06B-68CDD54AE9DC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2" name="타원 1731">
                <a:extLst>
                  <a:ext uri="{FF2B5EF4-FFF2-40B4-BE49-F238E27FC236}">
                    <a16:creationId xmlns:a16="http://schemas.microsoft.com/office/drawing/2014/main" id="{CD3D15CC-9D59-4704-AB85-0901CD9DF71C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3" name="타원 1732">
                <a:extLst>
                  <a:ext uri="{FF2B5EF4-FFF2-40B4-BE49-F238E27FC236}">
                    <a16:creationId xmlns:a16="http://schemas.microsoft.com/office/drawing/2014/main" id="{603E3E1A-1E67-48C7-8FDB-421DC9DC5EA2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4" name="타원 1733">
                <a:extLst>
                  <a:ext uri="{FF2B5EF4-FFF2-40B4-BE49-F238E27FC236}">
                    <a16:creationId xmlns:a16="http://schemas.microsoft.com/office/drawing/2014/main" id="{6E8982BA-4ACC-4C06-96FD-D7C28E9DFC0B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5" name="타원 1734">
                <a:extLst>
                  <a:ext uri="{FF2B5EF4-FFF2-40B4-BE49-F238E27FC236}">
                    <a16:creationId xmlns:a16="http://schemas.microsoft.com/office/drawing/2014/main" id="{834CBBC2-13EE-4A8A-ABC4-B271411889E7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6" name="타원 1735">
                <a:extLst>
                  <a:ext uri="{FF2B5EF4-FFF2-40B4-BE49-F238E27FC236}">
                    <a16:creationId xmlns:a16="http://schemas.microsoft.com/office/drawing/2014/main" id="{E31E6E55-C4EB-4116-87E3-229B0FCCE968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7" name="타원 1736">
                <a:extLst>
                  <a:ext uri="{FF2B5EF4-FFF2-40B4-BE49-F238E27FC236}">
                    <a16:creationId xmlns:a16="http://schemas.microsoft.com/office/drawing/2014/main" id="{348F6331-E9F1-4D46-8E3A-81F7552D3DFC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8" name="타원 1737">
                <a:extLst>
                  <a:ext uri="{FF2B5EF4-FFF2-40B4-BE49-F238E27FC236}">
                    <a16:creationId xmlns:a16="http://schemas.microsoft.com/office/drawing/2014/main" id="{B1A8AD23-1F50-4F7B-AFE1-A983C2DF6DFF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9" name="타원 1738">
                <a:extLst>
                  <a:ext uri="{FF2B5EF4-FFF2-40B4-BE49-F238E27FC236}">
                    <a16:creationId xmlns:a16="http://schemas.microsoft.com/office/drawing/2014/main" id="{DEB0BBE7-FD33-4BFF-9CA6-456A46DBFB00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0" name="타원 1739">
                <a:extLst>
                  <a:ext uri="{FF2B5EF4-FFF2-40B4-BE49-F238E27FC236}">
                    <a16:creationId xmlns:a16="http://schemas.microsoft.com/office/drawing/2014/main" id="{9A363F81-94BF-4798-B4AA-2EF6BFDDB6AC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1" name="타원 1740">
                <a:extLst>
                  <a:ext uri="{FF2B5EF4-FFF2-40B4-BE49-F238E27FC236}">
                    <a16:creationId xmlns:a16="http://schemas.microsoft.com/office/drawing/2014/main" id="{4573A434-8349-41C5-80AE-F646A6481B6E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2" name="타원 1741">
                <a:extLst>
                  <a:ext uri="{FF2B5EF4-FFF2-40B4-BE49-F238E27FC236}">
                    <a16:creationId xmlns:a16="http://schemas.microsoft.com/office/drawing/2014/main" id="{2C1D19FE-D019-481B-8E23-D268311ED303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3" name="타원 1742">
                <a:extLst>
                  <a:ext uri="{FF2B5EF4-FFF2-40B4-BE49-F238E27FC236}">
                    <a16:creationId xmlns:a16="http://schemas.microsoft.com/office/drawing/2014/main" id="{ADB3D88C-834B-4070-B42C-88BD9A3530E2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4" name="타원 1743">
                <a:extLst>
                  <a:ext uri="{FF2B5EF4-FFF2-40B4-BE49-F238E27FC236}">
                    <a16:creationId xmlns:a16="http://schemas.microsoft.com/office/drawing/2014/main" id="{A21D3A7A-7BAA-46A8-B9FF-BFA4A1AF8EF7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45" name="그룹 1744">
              <a:extLst>
                <a:ext uri="{FF2B5EF4-FFF2-40B4-BE49-F238E27FC236}">
                  <a16:creationId xmlns:a16="http://schemas.microsoft.com/office/drawing/2014/main" id="{C16EB568-95BB-4910-B521-4E00208B0C83}"/>
                </a:ext>
              </a:extLst>
            </p:cNvPr>
            <p:cNvGrpSpPr/>
            <p:nvPr/>
          </p:nvGrpSpPr>
          <p:grpSpPr>
            <a:xfrm>
              <a:off x="222250" y="1136650"/>
              <a:ext cx="5504400" cy="18000"/>
              <a:chOff x="222250" y="527050"/>
              <a:chExt cx="5504400" cy="18000"/>
            </a:xfrm>
          </p:grpSpPr>
          <p:sp>
            <p:nvSpPr>
              <p:cNvPr id="1746" name="타원 1745">
                <a:extLst>
                  <a:ext uri="{FF2B5EF4-FFF2-40B4-BE49-F238E27FC236}">
                    <a16:creationId xmlns:a16="http://schemas.microsoft.com/office/drawing/2014/main" id="{DE8B979D-766C-4A7E-A936-950780D1402D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7" name="타원 1746">
                <a:extLst>
                  <a:ext uri="{FF2B5EF4-FFF2-40B4-BE49-F238E27FC236}">
                    <a16:creationId xmlns:a16="http://schemas.microsoft.com/office/drawing/2014/main" id="{E84D4007-E396-426B-AD3D-5B7D5E059D42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8" name="타원 1747">
                <a:extLst>
                  <a:ext uri="{FF2B5EF4-FFF2-40B4-BE49-F238E27FC236}">
                    <a16:creationId xmlns:a16="http://schemas.microsoft.com/office/drawing/2014/main" id="{57D6C0D8-2721-41C3-AA1D-B37B02E83E37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9" name="타원 1748">
                <a:extLst>
                  <a:ext uri="{FF2B5EF4-FFF2-40B4-BE49-F238E27FC236}">
                    <a16:creationId xmlns:a16="http://schemas.microsoft.com/office/drawing/2014/main" id="{CF898AAD-59CF-485F-94AE-71F2C6EA17DE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0" name="타원 1749">
                <a:extLst>
                  <a:ext uri="{FF2B5EF4-FFF2-40B4-BE49-F238E27FC236}">
                    <a16:creationId xmlns:a16="http://schemas.microsoft.com/office/drawing/2014/main" id="{57234E68-7790-4FF2-B8E5-0B07E7F051C4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1" name="타원 1750">
                <a:extLst>
                  <a:ext uri="{FF2B5EF4-FFF2-40B4-BE49-F238E27FC236}">
                    <a16:creationId xmlns:a16="http://schemas.microsoft.com/office/drawing/2014/main" id="{5FF56FFA-506D-4B41-8472-D05B6FB51A00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2" name="타원 1751">
                <a:extLst>
                  <a:ext uri="{FF2B5EF4-FFF2-40B4-BE49-F238E27FC236}">
                    <a16:creationId xmlns:a16="http://schemas.microsoft.com/office/drawing/2014/main" id="{47BDFDD8-6555-422F-A2B8-77B2EE8A40A3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3" name="타원 1752">
                <a:extLst>
                  <a:ext uri="{FF2B5EF4-FFF2-40B4-BE49-F238E27FC236}">
                    <a16:creationId xmlns:a16="http://schemas.microsoft.com/office/drawing/2014/main" id="{DE040968-E075-4314-A356-C304C4AE3CDC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4" name="타원 1753">
                <a:extLst>
                  <a:ext uri="{FF2B5EF4-FFF2-40B4-BE49-F238E27FC236}">
                    <a16:creationId xmlns:a16="http://schemas.microsoft.com/office/drawing/2014/main" id="{A64CBDE3-4F55-424D-BF31-B065FAB62C4D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5" name="타원 1754">
                <a:extLst>
                  <a:ext uri="{FF2B5EF4-FFF2-40B4-BE49-F238E27FC236}">
                    <a16:creationId xmlns:a16="http://schemas.microsoft.com/office/drawing/2014/main" id="{EFCEE0AD-2CD5-42CC-A078-2F8FF8808D72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6" name="타원 1755">
                <a:extLst>
                  <a:ext uri="{FF2B5EF4-FFF2-40B4-BE49-F238E27FC236}">
                    <a16:creationId xmlns:a16="http://schemas.microsoft.com/office/drawing/2014/main" id="{454E5074-1F32-4DC5-982D-7B7485462E45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7" name="타원 1756">
                <a:extLst>
                  <a:ext uri="{FF2B5EF4-FFF2-40B4-BE49-F238E27FC236}">
                    <a16:creationId xmlns:a16="http://schemas.microsoft.com/office/drawing/2014/main" id="{1F258FFF-2510-4C78-91C0-895B4ED56198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8" name="타원 1757">
                <a:extLst>
                  <a:ext uri="{FF2B5EF4-FFF2-40B4-BE49-F238E27FC236}">
                    <a16:creationId xmlns:a16="http://schemas.microsoft.com/office/drawing/2014/main" id="{AA685AA0-EFFA-414B-9A42-B7FC66524A70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9" name="타원 1758">
                <a:extLst>
                  <a:ext uri="{FF2B5EF4-FFF2-40B4-BE49-F238E27FC236}">
                    <a16:creationId xmlns:a16="http://schemas.microsoft.com/office/drawing/2014/main" id="{CD4058BF-01E4-458B-B753-C45789230B7F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0" name="타원 1759">
                <a:extLst>
                  <a:ext uri="{FF2B5EF4-FFF2-40B4-BE49-F238E27FC236}">
                    <a16:creationId xmlns:a16="http://schemas.microsoft.com/office/drawing/2014/main" id="{B923B2EF-031B-465F-BE78-40C365702851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1" name="타원 1760">
                <a:extLst>
                  <a:ext uri="{FF2B5EF4-FFF2-40B4-BE49-F238E27FC236}">
                    <a16:creationId xmlns:a16="http://schemas.microsoft.com/office/drawing/2014/main" id="{02AD5EEF-A5A5-44CF-B9DA-C4DC5E1C1904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2" name="타원 1761">
                <a:extLst>
                  <a:ext uri="{FF2B5EF4-FFF2-40B4-BE49-F238E27FC236}">
                    <a16:creationId xmlns:a16="http://schemas.microsoft.com/office/drawing/2014/main" id="{9CC3BCF8-CFE8-458E-BA11-55A0890CC46A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3" name="타원 1762">
                <a:extLst>
                  <a:ext uri="{FF2B5EF4-FFF2-40B4-BE49-F238E27FC236}">
                    <a16:creationId xmlns:a16="http://schemas.microsoft.com/office/drawing/2014/main" id="{6AB98276-9C4E-4CAA-BD63-0B20737AB1DE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4" name="타원 1763">
                <a:extLst>
                  <a:ext uri="{FF2B5EF4-FFF2-40B4-BE49-F238E27FC236}">
                    <a16:creationId xmlns:a16="http://schemas.microsoft.com/office/drawing/2014/main" id="{606A25B7-ACEA-424D-B4CD-495168FBF6C0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5" name="타원 1764">
                <a:extLst>
                  <a:ext uri="{FF2B5EF4-FFF2-40B4-BE49-F238E27FC236}">
                    <a16:creationId xmlns:a16="http://schemas.microsoft.com/office/drawing/2014/main" id="{9AE2C830-35EA-4A96-9BBB-2C3FDB2E9429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6" name="타원 1765">
                <a:extLst>
                  <a:ext uri="{FF2B5EF4-FFF2-40B4-BE49-F238E27FC236}">
                    <a16:creationId xmlns:a16="http://schemas.microsoft.com/office/drawing/2014/main" id="{697BCD41-55F2-4A23-BDC7-0F70D1F18476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7" name="타원 1766">
                <a:extLst>
                  <a:ext uri="{FF2B5EF4-FFF2-40B4-BE49-F238E27FC236}">
                    <a16:creationId xmlns:a16="http://schemas.microsoft.com/office/drawing/2014/main" id="{D5E5601C-31B6-40DD-A7CC-59898230ABED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8" name="타원 1767">
                <a:extLst>
                  <a:ext uri="{FF2B5EF4-FFF2-40B4-BE49-F238E27FC236}">
                    <a16:creationId xmlns:a16="http://schemas.microsoft.com/office/drawing/2014/main" id="{0DB45E5F-C64B-49ED-8704-A2F581A6C40C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9" name="타원 1768">
                <a:extLst>
                  <a:ext uri="{FF2B5EF4-FFF2-40B4-BE49-F238E27FC236}">
                    <a16:creationId xmlns:a16="http://schemas.microsoft.com/office/drawing/2014/main" id="{3A037B45-791B-43D7-B10C-B92D66C1D109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0" name="타원 1769">
                <a:extLst>
                  <a:ext uri="{FF2B5EF4-FFF2-40B4-BE49-F238E27FC236}">
                    <a16:creationId xmlns:a16="http://schemas.microsoft.com/office/drawing/2014/main" id="{3D824E8F-62BE-4AAE-9479-64DFBC7693CA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1" name="타원 1770">
                <a:extLst>
                  <a:ext uri="{FF2B5EF4-FFF2-40B4-BE49-F238E27FC236}">
                    <a16:creationId xmlns:a16="http://schemas.microsoft.com/office/drawing/2014/main" id="{061CF963-8348-43AD-B633-43831CD023AD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2" name="타원 1771">
                <a:extLst>
                  <a:ext uri="{FF2B5EF4-FFF2-40B4-BE49-F238E27FC236}">
                    <a16:creationId xmlns:a16="http://schemas.microsoft.com/office/drawing/2014/main" id="{6431CDD1-87A4-4C5E-B5A1-F785F471918D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3" name="타원 1772">
                <a:extLst>
                  <a:ext uri="{FF2B5EF4-FFF2-40B4-BE49-F238E27FC236}">
                    <a16:creationId xmlns:a16="http://schemas.microsoft.com/office/drawing/2014/main" id="{BA230393-9B9C-4C6E-BAFA-3B63F7122E80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4" name="타원 1773">
                <a:extLst>
                  <a:ext uri="{FF2B5EF4-FFF2-40B4-BE49-F238E27FC236}">
                    <a16:creationId xmlns:a16="http://schemas.microsoft.com/office/drawing/2014/main" id="{AC72F944-5BAF-44E2-8D61-144CA5894EAD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5" name="타원 1774">
                <a:extLst>
                  <a:ext uri="{FF2B5EF4-FFF2-40B4-BE49-F238E27FC236}">
                    <a16:creationId xmlns:a16="http://schemas.microsoft.com/office/drawing/2014/main" id="{E70438B2-DF30-4974-A21D-66092CC3249E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6" name="타원 1775">
                <a:extLst>
                  <a:ext uri="{FF2B5EF4-FFF2-40B4-BE49-F238E27FC236}">
                    <a16:creationId xmlns:a16="http://schemas.microsoft.com/office/drawing/2014/main" id="{C808B1ED-D797-45C8-8FEA-EBECE15C5E9B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7" name="타원 1776">
                <a:extLst>
                  <a:ext uri="{FF2B5EF4-FFF2-40B4-BE49-F238E27FC236}">
                    <a16:creationId xmlns:a16="http://schemas.microsoft.com/office/drawing/2014/main" id="{2C5D8C89-2788-4CCC-B907-AFD339220F25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8" name="타원 1777">
                <a:extLst>
                  <a:ext uri="{FF2B5EF4-FFF2-40B4-BE49-F238E27FC236}">
                    <a16:creationId xmlns:a16="http://schemas.microsoft.com/office/drawing/2014/main" id="{0094D310-03C2-4B56-B2CB-9F274D1DB08D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9" name="타원 1778">
                <a:extLst>
                  <a:ext uri="{FF2B5EF4-FFF2-40B4-BE49-F238E27FC236}">
                    <a16:creationId xmlns:a16="http://schemas.microsoft.com/office/drawing/2014/main" id="{BEE74461-566A-4128-BD66-F11EE2A3EFE3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0" name="타원 1779">
                <a:extLst>
                  <a:ext uri="{FF2B5EF4-FFF2-40B4-BE49-F238E27FC236}">
                    <a16:creationId xmlns:a16="http://schemas.microsoft.com/office/drawing/2014/main" id="{F68953B8-2364-4FE4-A1BB-2A3F1439F8BF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1" name="타원 1780">
                <a:extLst>
                  <a:ext uri="{FF2B5EF4-FFF2-40B4-BE49-F238E27FC236}">
                    <a16:creationId xmlns:a16="http://schemas.microsoft.com/office/drawing/2014/main" id="{5D232930-9979-435C-87AF-56BE19ACE51A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2" name="타원 1781">
                <a:extLst>
                  <a:ext uri="{FF2B5EF4-FFF2-40B4-BE49-F238E27FC236}">
                    <a16:creationId xmlns:a16="http://schemas.microsoft.com/office/drawing/2014/main" id="{381677EC-F485-43D4-8880-F4EE850F6BEC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83" name="그룹 1782">
              <a:extLst>
                <a:ext uri="{FF2B5EF4-FFF2-40B4-BE49-F238E27FC236}">
                  <a16:creationId xmlns:a16="http://schemas.microsoft.com/office/drawing/2014/main" id="{1669EE3D-636F-4B76-BA17-2BCD544D1554}"/>
                </a:ext>
              </a:extLst>
            </p:cNvPr>
            <p:cNvGrpSpPr/>
            <p:nvPr/>
          </p:nvGrpSpPr>
          <p:grpSpPr>
            <a:xfrm>
              <a:off x="222250" y="1289050"/>
              <a:ext cx="5504400" cy="18000"/>
              <a:chOff x="222250" y="527050"/>
              <a:chExt cx="5504400" cy="18000"/>
            </a:xfrm>
          </p:grpSpPr>
          <p:sp>
            <p:nvSpPr>
              <p:cNvPr id="1784" name="타원 1783">
                <a:extLst>
                  <a:ext uri="{FF2B5EF4-FFF2-40B4-BE49-F238E27FC236}">
                    <a16:creationId xmlns:a16="http://schemas.microsoft.com/office/drawing/2014/main" id="{E5BF4228-E970-4C53-BC48-846DC2E7E254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5" name="타원 1784">
                <a:extLst>
                  <a:ext uri="{FF2B5EF4-FFF2-40B4-BE49-F238E27FC236}">
                    <a16:creationId xmlns:a16="http://schemas.microsoft.com/office/drawing/2014/main" id="{2E169EE1-AEC2-4F65-B2AC-F10EFC713C6E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6" name="타원 1785">
                <a:extLst>
                  <a:ext uri="{FF2B5EF4-FFF2-40B4-BE49-F238E27FC236}">
                    <a16:creationId xmlns:a16="http://schemas.microsoft.com/office/drawing/2014/main" id="{E9F475D6-D3DB-4A55-A40B-DEED9A33825A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7" name="타원 1786">
                <a:extLst>
                  <a:ext uri="{FF2B5EF4-FFF2-40B4-BE49-F238E27FC236}">
                    <a16:creationId xmlns:a16="http://schemas.microsoft.com/office/drawing/2014/main" id="{ACAFCD88-82DD-49F5-A03E-CC0ECA4A968B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8" name="타원 1787">
                <a:extLst>
                  <a:ext uri="{FF2B5EF4-FFF2-40B4-BE49-F238E27FC236}">
                    <a16:creationId xmlns:a16="http://schemas.microsoft.com/office/drawing/2014/main" id="{53686F26-FAC1-4718-AC47-AD8AF1ABB51E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9" name="타원 1788">
                <a:extLst>
                  <a:ext uri="{FF2B5EF4-FFF2-40B4-BE49-F238E27FC236}">
                    <a16:creationId xmlns:a16="http://schemas.microsoft.com/office/drawing/2014/main" id="{23642E15-5806-4DBD-B446-228E73A825A3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0" name="타원 1789">
                <a:extLst>
                  <a:ext uri="{FF2B5EF4-FFF2-40B4-BE49-F238E27FC236}">
                    <a16:creationId xmlns:a16="http://schemas.microsoft.com/office/drawing/2014/main" id="{380679B4-A536-4C68-AE7E-9EE67A2D5571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1" name="타원 1790">
                <a:extLst>
                  <a:ext uri="{FF2B5EF4-FFF2-40B4-BE49-F238E27FC236}">
                    <a16:creationId xmlns:a16="http://schemas.microsoft.com/office/drawing/2014/main" id="{9FE19F5A-AFF2-4943-823E-C54FFBCE9F43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2" name="타원 1791">
                <a:extLst>
                  <a:ext uri="{FF2B5EF4-FFF2-40B4-BE49-F238E27FC236}">
                    <a16:creationId xmlns:a16="http://schemas.microsoft.com/office/drawing/2014/main" id="{1AD30C7E-4FDF-4493-B42B-B10BB7943FAB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3" name="타원 1792">
                <a:extLst>
                  <a:ext uri="{FF2B5EF4-FFF2-40B4-BE49-F238E27FC236}">
                    <a16:creationId xmlns:a16="http://schemas.microsoft.com/office/drawing/2014/main" id="{1E925EE4-BE4E-4CE3-98DF-359735EA7D34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4" name="타원 1793">
                <a:extLst>
                  <a:ext uri="{FF2B5EF4-FFF2-40B4-BE49-F238E27FC236}">
                    <a16:creationId xmlns:a16="http://schemas.microsoft.com/office/drawing/2014/main" id="{A6369A5C-4725-413B-9E0B-A70B60D7753C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5" name="타원 1794">
                <a:extLst>
                  <a:ext uri="{FF2B5EF4-FFF2-40B4-BE49-F238E27FC236}">
                    <a16:creationId xmlns:a16="http://schemas.microsoft.com/office/drawing/2014/main" id="{93C09F54-A78C-4CB8-9C12-49A0B5E7E74D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6" name="타원 1795">
                <a:extLst>
                  <a:ext uri="{FF2B5EF4-FFF2-40B4-BE49-F238E27FC236}">
                    <a16:creationId xmlns:a16="http://schemas.microsoft.com/office/drawing/2014/main" id="{E84B04D1-35CF-4DA4-B57B-337B53479784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7" name="타원 1796">
                <a:extLst>
                  <a:ext uri="{FF2B5EF4-FFF2-40B4-BE49-F238E27FC236}">
                    <a16:creationId xmlns:a16="http://schemas.microsoft.com/office/drawing/2014/main" id="{24FF0D05-278D-466D-A20F-477A4DAA1AC2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8" name="타원 1797">
                <a:extLst>
                  <a:ext uri="{FF2B5EF4-FFF2-40B4-BE49-F238E27FC236}">
                    <a16:creationId xmlns:a16="http://schemas.microsoft.com/office/drawing/2014/main" id="{C9E5EFAB-2AFF-4421-B8B8-4A780712FCFF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9" name="타원 1798">
                <a:extLst>
                  <a:ext uri="{FF2B5EF4-FFF2-40B4-BE49-F238E27FC236}">
                    <a16:creationId xmlns:a16="http://schemas.microsoft.com/office/drawing/2014/main" id="{00DE550B-4676-4F2A-8A49-B585751F9202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0" name="타원 1799">
                <a:extLst>
                  <a:ext uri="{FF2B5EF4-FFF2-40B4-BE49-F238E27FC236}">
                    <a16:creationId xmlns:a16="http://schemas.microsoft.com/office/drawing/2014/main" id="{2E0AE0D8-3534-4854-82CF-3B85D97DB40C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1" name="타원 1800">
                <a:extLst>
                  <a:ext uri="{FF2B5EF4-FFF2-40B4-BE49-F238E27FC236}">
                    <a16:creationId xmlns:a16="http://schemas.microsoft.com/office/drawing/2014/main" id="{FF26E607-BAAB-4FB2-986B-CE6274568670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2" name="타원 1801">
                <a:extLst>
                  <a:ext uri="{FF2B5EF4-FFF2-40B4-BE49-F238E27FC236}">
                    <a16:creationId xmlns:a16="http://schemas.microsoft.com/office/drawing/2014/main" id="{73A1FE8B-9587-4D86-AD9C-EC2B2C3088F7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3" name="타원 1802">
                <a:extLst>
                  <a:ext uri="{FF2B5EF4-FFF2-40B4-BE49-F238E27FC236}">
                    <a16:creationId xmlns:a16="http://schemas.microsoft.com/office/drawing/2014/main" id="{D2DCC4CF-94F8-4DE7-A68B-F6AD09B9FA56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4" name="타원 1803">
                <a:extLst>
                  <a:ext uri="{FF2B5EF4-FFF2-40B4-BE49-F238E27FC236}">
                    <a16:creationId xmlns:a16="http://schemas.microsoft.com/office/drawing/2014/main" id="{D0E831DB-ACE7-41D8-9299-E0E9854C4D36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5" name="타원 1804">
                <a:extLst>
                  <a:ext uri="{FF2B5EF4-FFF2-40B4-BE49-F238E27FC236}">
                    <a16:creationId xmlns:a16="http://schemas.microsoft.com/office/drawing/2014/main" id="{880B56FF-87E5-4965-8F86-1CCB45F2AF51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6" name="타원 1805">
                <a:extLst>
                  <a:ext uri="{FF2B5EF4-FFF2-40B4-BE49-F238E27FC236}">
                    <a16:creationId xmlns:a16="http://schemas.microsoft.com/office/drawing/2014/main" id="{C321B97D-695A-45BD-8640-5C9CBF559D16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7" name="타원 1806">
                <a:extLst>
                  <a:ext uri="{FF2B5EF4-FFF2-40B4-BE49-F238E27FC236}">
                    <a16:creationId xmlns:a16="http://schemas.microsoft.com/office/drawing/2014/main" id="{C65B7FEF-13E7-4DDC-8A7E-2232893EBF11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8" name="타원 1807">
                <a:extLst>
                  <a:ext uri="{FF2B5EF4-FFF2-40B4-BE49-F238E27FC236}">
                    <a16:creationId xmlns:a16="http://schemas.microsoft.com/office/drawing/2014/main" id="{80A470F9-7720-47A9-918D-90319A01FD38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9" name="타원 1808">
                <a:extLst>
                  <a:ext uri="{FF2B5EF4-FFF2-40B4-BE49-F238E27FC236}">
                    <a16:creationId xmlns:a16="http://schemas.microsoft.com/office/drawing/2014/main" id="{165CADEC-1232-45DD-81BD-E8E62C930F45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0" name="타원 1809">
                <a:extLst>
                  <a:ext uri="{FF2B5EF4-FFF2-40B4-BE49-F238E27FC236}">
                    <a16:creationId xmlns:a16="http://schemas.microsoft.com/office/drawing/2014/main" id="{343810FE-0061-4A84-9A82-CBD01C3ED13B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1" name="타원 1810">
                <a:extLst>
                  <a:ext uri="{FF2B5EF4-FFF2-40B4-BE49-F238E27FC236}">
                    <a16:creationId xmlns:a16="http://schemas.microsoft.com/office/drawing/2014/main" id="{89EBC31E-5C0C-4C65-85D0-D9ED0DF6DFD3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2" name="타원 1811">
                <a:extLst>
                  <a:ext uri="{FF2B5EF4-FFF2-40B4-BE49-F238E27FC236}">
                    <a16:creationId xmlns:a16="http://schemas.microsoft.com/office/drawing/2014/main" id="{CFBAF702-A4DC-414B-A594-6F3B93AD990A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3" name="타원 1812">
                <a:extLst>
                  <a:ext uri="{FF2B5EF4-FFF2-40B4-BE49-F238E27FC236}">
                    <a16:creationId xmlns:a16="http://schemas.microsoft.com/office/drawing/2014/main" id="{9FD0DB12-FF5D-48AE-B704-5AC669FE6904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4" name="타원 1813">
                <a:extLst>
                  <a:ext uri="{FF2B5EF4-FFF2-40B4-BE49-F238E27FC236}">
                    <a16:creationId xmlns:a16="http://schemas.microsoft.com/office/drawing/2014/main" id="{CDA651D4-23C7-4F99-B9CE-851C26FE7098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5" name="타원 1814">
                <a:extLst>
                  <a:ext uri="{FF2B5EF4-FFF2-40B4-BE49-F238E27FC236}">
                    <a16:creationId xmlns:a16="http://schemas.microsoft.com/office/drawing/2014/main" id="{C506C62D-C402-4CD3-9101-484CA8DE7B7B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6" name="타원 1815">
                <a:extLst>
                  <a:ext uri="{FF2B5EF4-FFF2-40B4-BE49-F238E27FC236}">
                    <a16:creationId xmlns:a16="http://schemas.microsoft.com/office/drawing/2014/main" id="{1D7CC628-99AF-427E-8803-4EDB8725109F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7" name="타원 1816">
                <a:extLst>
                  <a:ext uri="{FF2B5EF4-FFF2-40B4-BE49-F238E27FC236}">
                    <a16:creationId xmlns:a16="http://schemas.microsoft.com/office/drawing/2014/main" id="{F38DAEEF-54EA-4817-814A-57B259E2AAEA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8" name="타원 1817">
                <a:extLst>
                  <a:ext uri="{FF2B5EF4-FFF2-40B4-BE49-F238E27FC236}">
                    <a16:creationId xmlns:a16="http://schemas.microsoft.com/office/drawing/2014/main" id="{142BD111-011F-4A2C-96BA-AAE96A477EA3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9" name="타원 1818">
                <a:extLst>
                  <a:ext uri="{FF2B5EF4-FFF2-40B4-BE49-F238E27FC236}">
                    <a16:creationId xmlns:a16="http://schemas.microsoft.com/office/drawing/2014/main" id="{767235E1-2076-4AE9-97DE-ABB6BE5A28B2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0" name="타원 1819">
                <a:extLst>
                  <a:ext uri="{FF2B5EF4-FFF2-40B4-BE49-F238E27FC236}">
                    <a16:creationId xmlns:a16="http://schemas.microsoft.com/office/drawing/2014/main" id="{F86C52A3-804C-4FD1-B8FF-C85708E901DB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21" name="그룹 1820">
              <a:extLst>
                <a:ext uri="{FF2B5EF4-FFF2-40B4-BE49-F238E27FC236}">
                  <a16:creationId xmlns:a16="http://schemas.microsoft.com/office/drawing/2014/main" id="{88D04F16-EF1D-4AB7-9FC3-0A620DE440FB}"/>
                </a:ext>
              </a:extLst>
            </p:cNvPr>
            <p:cNvGrpSpPr/>
            <p:nvPr/>
          </p:nvGrpSpPr>
          <p:grpSpPr>
            <a:xfrm>
              <a:off x="222250" y="1441450"/>
              <a:ext cx="5504400" cy="18000"/>
              <a:chOff x="222250" y="527050"/>
              <a:chExt cx="5504400" cy="18000"/>
            </a:xfrm>
          </p:grpSpPr>
          <p:sp>
            <p:nvSpPr>
              <p:cNvPr id="1822" name="타원 1821">
                <a:extLst>
                  <a:ext uri="{FF2B5EF4-FFF2-40B4-BE49-F238E27FC236}">
                    <a16:creationId xmlns:a16="http://schemas.microsoft.com/office/drawing/2014/main" id="{8DFC6497-D6DE-43FA-AEEE-E3AC23C3BD11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3" name="타원 1822">
                <a:extLst>
                  <a:ext uri="{FF2B5EF4-FFF2-40B4-BE49-F238E27FC236}">
                    <a16:creationId xmlns:a16="http://schemas.microsoft.com/office/drawing/2014/main" id="{0B0CFFFA-B161-42B3-B6C1-9ACC30CF4B84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4" name="타원 1823">
                <a:extLst>
                  <a:ext uri="{FF2B5EF4-FFF2-40B4-BE49-F238E27FC236}">
                    <a16:creationId xmlns:a16="http://schemas.microsoft.com/office/drawing/2014/main" id="{07246733-9F23-47E8-BB0F-8F2EEB330F92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5" name="타원 1824">
                <a:extLst>
                  <a:ext uri="{FF2B5EF4-FFF2-40B4-BE49-F238E27FC236}">
                    <a16:creationId xmlns:a16="http://schemas.microsoft.com/office/drawing/2014/main" id="{653B06F7-287E-4A55-AF24-56AAD89AA132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6" name="타원 1825">
                <a:extLst>
                  <a:ext uri="{FF2B5EF4-FFF2-40B4-BE49-F238E27FC236}">
                    <a16:creationId xmlns:a16="http://schemas.microsoft.com/office/drawing/2014/main" id="{EDFFE010-E189-4DDF-9811-E0ED6FDF2DAB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7" name="타원 1826">
                <a:extLst>
                  <a:ext uri="{FF2B5EF4-FFF2-40B4-BE49-F238E27FC236}">
                    <a16:creationId xmlns:a16="http://schemas.microsoft.com/office/drawing/2014/main" id="{B4AD3CC9-5544-45D7-B740-4B5DE697D1FA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8" name="타원 1827">
                <a:extLst>
                  <a:ext uri="{FF2B5EF4-FFF2-40B4-BE49-F238E27FC236}">
                    <a16:creationId xmlns:a16="http://schemas.microsoft.com/office/drawing/2014/main" id="{6BFC8A69-30F0-4E50-AD4B-25E244ABC752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9" name="타원 1828">
                <a:extLst>
                  <a:ext uri="{FF2B5EF4-FFF2-40B4-BE49-F238E27FC236}">
                    <a16:creationId xmlns:a16="http://schemas.microsoft.com/office/drawing/2014/main" id="{7578A51C-7E93-4CA8-A771-AF236DC57FFB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0" name="타원 1829">
                <a:extLst>
                  <a:ext uri="{FF2B5EF4-FFF2-40B4-BE49-F238E27FC236}">
                    <a16:creationId xmlns:a16="http://schemas.microsoft.com/office/drawing/2014/main" id="{5FD5A345-27D9-47E0-9161-3DEC83421D39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1" name="타원 1830">
                <a:extLst>
                  <a:ext uri="{FF2B5EF4-FFF2-40B4-BE49-F238E27FC236}">
                    <a16:creationId xmlns:a16="http://schemas.microsoft.com/office/drawing/2014/main" id="{5C996756-E1FB-4094-8D97-F81DA7B132D7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2" name="타원 1831">
                <a:extLst>
                  <a:ext uri="{FF2B5EF4-FFF2-40B4-BE49-F238E27FC236}">
                    <a16:creationId xmlns:a16="http://schemas.microsoft.com/office/drawing/2014/main" id="{B5F46D62-55E7-45D5-9287-52D690ABCE4E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3" name="타원 1832">
                <a:extLst>
                  <a:ext uri="{FF2B5EF4-FFF2-40B4-BE49-F238E27FC236}">
                    <a16:creationId xmlns:a16="http://schemas.microsoft.com/office/drawing/2014/main" id="{7C77B649-7532-4DC2-9754-60A352511BDA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4" name="타원 1833">
                <a:extLst>
                  <a:ext uri="{FF2B5EF4-FFF2-40B4-BE49-F238E27FC236}">
                    <a16:creationId xmlns:a16="http://schemas.microsoft.com/office/drawing/2014/main" id="{A6933745-AA9A-4F89-A05C-0936B6E68077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5" name="타원 1834">
                <a:extLst>
                  <a:ext uri="{FF2B5EF4-FFF2-40B4-BE49-F238E27FC236}">
                    <a16:creationId xmlns:a16="http://schemas.microsoft.com/office/drawing/2014/main" id="{AA1103AD-7D87-4305-B01B-01FB0EDADFD2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6" name="타원 1835">
                <a:extLst>
                  <a:ext uri="{FF2B5EF4-FFF2-40B4-BE49-F238E27FC236}">
                    <a16:creationId xmlns:a16="http://schemas.microsoft.com/office/drawing/2014/main" id="{CCE33BFE-1506-417E-B6CD-C54863371143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7" name="타원 1836">
                <a:extLst>
                  <a:ext uri="{FF2B5EF4-FFF2-40B4-BE49-F238E27FC236}">
                    <a16:creationId xmlns:a16="http://schemas.microsoft.com/office/drawing/2014/main" id="{0B8AB634-094C-4B74-914B-0AC32D0B545D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8" name="타원 1837">
                <a:extLst>
                  <a:ext uri="{FF2B5EF4-FFF2-40B4-BE49-F238E27FC236}">
                    <a16:creationId xmlns:a16="http://schemas.microsoft.com/office/drawing/2014/main" id="{DAFB12B4-78D5-4774-80C8-64EB9BC255E4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9" name="타원 1838">
                <a:extLst>
                  <a:ext uri="{FF2B5EF4-FFF2-40B4-BE49-F238E27FC236}">
                    <a16:creationId xmlns:a16="http://schemas.microsoft.com/office/drawing/2014/main" id="{1C21AE99-BBD8-46B3-83CD-33008511389F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0" name="타원 1839">
                <a:extLst>
                  <a:ext uri="{FF2B5EF4-FFF2-40B4-BE49-F238E27FC236}">
                    <a16:creationId xmlns:a16="http://schemas.microsoft.com/office/drawing/2014/main" id="{C7D8AE87-7E33-49F1-A76D-413B8DD4011A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1" name="타원 1840">
                <a:extLst>
                  <a:ext uri="{FF2B5EF4-FFF2-40B4-BE49-F238E27FC236}">
                    <a16:creationId xmlns:a16="http://schemas.microsoft.com/office/drawing/2014/main" id="{26FE5659-B695-4501-9413-8D01688EAE39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2" name="타원 1841">
                <a:extLst>
                  <a:ext uri="{FF2B5EF4-FFF2-40B4-BE49-F238E27FC236}">
                    <a16:creationId xmlns:a16="http://schemas.microsoft.com/office/drawing/2014/main" id="{3923BE5D-3889-455C-96B4-93DBECF07405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3" name="타원 1842">
                <a:extLst>
                  <a:ext uri="{FF2B5EF4-FFF2-40B4-BE49-F238E27FC236}">
                    <a16:creationId xmlns:a16="http://schemas.microsoft.com/office/drawing/2014/main" id="{C0CCA8C7-DDE6-42CD-A952-1C72D8DF4534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4" name="타원 1843">
                <a:extLst>
                  <a:ext uri="{FF2B5EF4-FFF2-40B4-BE49-F238E27FC236}">
                    <a16:creationId xmlns:a16="http://schemas.microsoft.com/office/drawing/2014/main" id="{D38ECE30-62DA-435A-840C-A324518D72AA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5" name="타원 1844">
                <a:extLst>
                  <a:ext uri="{FF2B5EF4-FFF2-40B4-BE49-F238E27FC236}">
                    <a16:creationId xmlns:a16="http://schemas.microsoft.com/office/drawing/2014/main" id="{A061F1B0-F1CD-4A9A-BAA9-CC193D3C77ED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6" name="타원 1845">
                <a:extLst>
                  <a:ext uri="{FF2B5EF4-FFF2-40B4-BE49-F238E27FC236}">
                    <a16:creationId xmlns:a16="http://schemas.microsoft.com/office/drawing/2014/main" id="{DF7AD7BE-3C83-498A-BF14-613CFD1AC66F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7" name="타원 1846">
                <a:extLst>
                  <a:ext uri="{FF2B5EF4-FFF2-40B4-BE49-F238E27FC236}">
                    <a16:creationId xmlns:a16="http://schemas.microsoft.com/office/drawing/2014/main" id="{0C987FC4-3467-4AB6-BAAC-CA0789D70DC2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8" name="타원 1847">
                <a:extLst>
                  <a:ext uri="{FF2B5EF4-FFF2-40B4-BE49-F238E27FC236}">
                    <a16:creationId xmlns:a16="http://schemas.microsoft.com/office/drawing/2014/main" id="{A8A6D027-0C95-4AEF-9EA4-4D7C59916CF6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9" name="타원 1848">
                <a:extLst>
                  <a:ext uri="{FF2B5EF4-FFF2-40B4-BE49-F238E27FC236}">
                    <a16:creationId xmlns:a16="http://schemas.microsoft.com/office/drawing/2014/main" id="{D3D2D895-4BAC-4311-9ED2-F1B88E04FD04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0" name="타원 1849">
                <a:extLst>
                  <a:ext uri="{FF2B5EF4-FFF2-40B4-BE49-F238E27FC236}">
                    <a16:creationId xmlns:a16="http://schemas.microsoft.com/office/drawing/2014/main" id="{F5CE8464-09B0-495E-840F-859B46485A69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1" name="타원 1850">
                <a:extLst>
                  <a:ext uri="{FF2B5EF4-FFF2-40B4-BE49-F238E27FC236}">
                    <a16:creationId xmlns:a16="http://schemas.microsoft.com/office/drawing/2014/main" id="{6EAF2F19-031A-45C9-8469-FA9C79B8FDCF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2" name="타원 1851">
                <a:extLst>
                  <a:ext uri="{FF2B5EF4-FFF2-40B4-BE49-F238E27FC236}">
                    <a16:creationId xmlns:a16="http://schemas.microsoft.com/office/drawing/2014/main" id="{FECC7F2E-0069-4CD7-8047-7393F2A706E8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3" name="타원 1852">
                <a:extLst>
                  <a:ext uri="{FF2B5EF4-FFF2-40B4-BE49-F238E27FC236}">
                    <a16:creationId xmlns:a16="http://schemas.microsoft.com/office/drawing/2014/main" id="{ACF35DF3-DD02-46DD-A162-B5A72B058315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4" name="타원 1853">
                <a:extLst>
                  <a:ext uri="{FF2B5EF4-FFF2-40B4-BE49-F238E27FC236}">
                    <a16:creationId xmlns:a16="http://schemas.microsoft.com/office/drawing/2014/main" id="{A33E9059-F37F-4040-A598-2A4C28A93C14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5" name="타원 1854">
                <a:extLst>
                  <a:ext uri="{FF2B5EF4-FFF2-40B4-BE49-F238E27FC236}">
                    <a16:creationId xmlns:a16="http://schemas.microsoft.com/office/drawing/2014/main" id="{F689D5B7-8AF5-473F-91AB-0D298F9EEF49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" name="타원 1855">
                <a:extLst>
                  <a:ext uri="{FF2B5EF4-FFF2-40B4-BE49-F238E27FC236}">
                    <a16:creationId xmlns:a16="http://schemas.microsoft.com/office/drawing/2014/main" id="{B21E0E55-4B2D-4914-B491-B5395F6DE9CC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" name="타원 1856">
                <a:extLst>
                  <a:ext uri="{FF2B5EF4-FFF2-40B4-BE49-F238E27FC236}">
                    <a16:creationId xmlns:a16="http://schemas.microsoft.com/office/drawing/2014/main" id="{C1A70AC3-9DCC-44DF-A7CD-4AC8E8089DDA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8" name="타원 1857">
                <a:extLst>
                  <a:ext uri="{FF2B5EF4-FFF2-40B4-BE49-F238E27FC236}">
                    <a16:creationId xmlns:a16="http://schemas.microsoft.com/office/drawing/2014/main" id="{9B1AD2B2-04B8-40E4-9C0C-B5785D727EFA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59" name="그룹 1858">
              <a:extLst>
                <a:ext uri="{FF2B5EF4-FFF2-40B4-BE49-F238E27FC236}">
                  <a16:creationId xmlns:a16="http://schemas.microsoft.com/office/drawing/2014/main" id="{B6D233B7-3040-4877-8793-94CD671514D7}"/>
                </a:ext>
              </a:extLst>
            </p:cNvPr>
            <p:cNvGrpSpPr/>
            <p:nvPr/>
          </p:nvGrpSpPr>
          <p:grpSpPr>
            <a:xfrm>
              <a:off x="222250" y="1593850"/>
              <a:ext cx="5504400" cy="18000"/>
              <a:chOff x="222250" y="527050"/>
              <a:chExt cx="5504400" cy="18000"/>
            </a:xfrm>
          </p:grpSpPr>
          <p:sp>
            <p:nvSpPr>
              <p:cNvPr id="1860" name="타원 1859">
                <a:extLst>
                  <a:ext uri="{FF2B5EF4-FFF2-40B4-BE49-F238E27FC236}">
                    <a16:creationId xmlns:a16="http://schemas.microsoft.com/office/drawing/2014/main" id="{A60FB6D9-CBD9-465D-B278-AD4D40515A12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1" name="타원 1860">
                <a:extLst>
                  <a:ext uri="{FF2B5EF4-FFF2-40B4-BE49-F238E27FC236}">
                    <a16:creationId xmlns:a16="http://schemas.microsoft.com/office/drawing/2014/main" id="{3F7F58CE-354A-4DC7-B0C5-99297112E809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2" name="타원 1861">
                <a:extLst>
                  <a:ext uri="{FF2B5EF4-FFF2-40B4-BE49-F238E27FC236}">
                    <a16:creationId xmlns:a16="http://schemas.microsoft.com/office/drawing/2014/main" id="{264FF40F-7002-4E8B-93D4-9802F9981D4E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3" name="타원 1862">
                <a:extLst>
                  <a:ext uri="{FF2B5EF4-FFF2-40B4-BE49-F238E27FC236}">
                    <a16:creationId xmlns:a16="http://schemas.microsoft.com/office/drawing/2014/main" id="{F6DF59C5-C42E-43C7-BF29-3823335E8BC8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4" name="타원 1863">
                <a:extLst>
                  <a:ext uri="{FF2B5EF4-FFF2-40B4-BE49-F238E27FC236}">
                    <a16:creationId xmlns:a16="http://schemas.microsoft.com/office/drawing/2014/main" id="{607FB2D9-A458-40FA-BA83-41BC618141C2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5" name="타원 1864">
                <a:extLst>
                  <a:ext uri="{FF2B5EF4-FFF2-40B4-BE49-F238E27FC236}">
                    <a16:creationId xmlns:a16="http://schemas.microsoft.com/office/drawing/2014/main" id="{21744E83-A06E-4BA1-B910-B3B28C28DBB6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6" name="타원 1865">
                <a:extLst>
                  <a:ext uri="{FF2B5EF4-FFF2-40B4-BE49-F238E27FC236}">
                    <a16:creationId xmlns:a16="http://schemas.microsoft.com/office/drawing/2014/main" id="{6AB9B8BD-1B6F-4BF5-B70D-408567A315ED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7" name="타원 1866">
                <a:extLst>
                  <a:ext uri="{FF2B5EF4-FFF2-40B4-BE49-F238E27FC236}">
                    <a16:creationId xmlns:a16="http://schemas.microsoft.com/office/drawing/2014/main" id="{78575915-C7A9-48B6-B083-D7F4E74888EF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8" name="타원 1867">
                <a:extLst>
                  <a:ext uri="{FF2B5EF4-FFF2-40B4-BE49-F238E27FC236}">
                    <a16:creationId xmlns:a16="http://schemas.microsoft.com/office/drawing/2014/main" id="{30550ACA-6FA0-48A9-BD0C-541415110633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9" name="타원 1868">
                <a:extLst>
                  <a:ext uri="{FF2B5EF4-FFF2-40B4-BE49-F238E27FC236}">
                    <a16:creationId xmlns:a16="http://schemas.microsoft.com/office/drawing/2014/main" id="{7D1A2CC1-8B88-49C7-88F8-6FDDBF09842E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0" name="타원 1869">
                <a:extLst>
                  <a:ext uri="{FF2B5EF4-FFF2-40B4-BE49-F238E27FC236}">
                    <a16:creationId xmlns:a16="http://schemas.microsoft.com/office/drawing/2014/main" id="{33E4B14D-3042-4171-A09C-B97837929A12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1" name="타원 1870">
                <a:extLst>
                  <a:ext uri="{FF2B5EF4-FFF2-40B4-BE49-F238E27FC236}">
                    <a16:creationId xmlns:a16="http://schemas.microsoft.com/office/drawing/2014/main" id="{947BC2D5-E187-46FA-9359-F7C07B837BE4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2" name="타원 1871">
                <a:extLst>
                  <a:ext uri="{FF2B5EF4-FFF2-40B4-BE49-F238E27FC236}">
                    <a16:creationId xmlns:a16="http://schemas.microsoft.com/office/drawing/2014/main" id="{9B2627E2-E8A7-4901-B252-C555B2F44111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3" name="타원 1872">
                <a:extLst>
                  <a:ext uri="{FF2B5EF4-FFF2-40B4-BE49-F238E27FC236}">
                    <a16:creationId xmlns:a16="http://schemas.microsoft.com/office/drawing/2014/main" id="{9F23FCCA-E051-4C1F-9D85-A5F98B93ED7C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4" name="타원 1873">
                <a:extLst>
                  <a:ext uri="{FF2B5EF4-FFF2-40B4-BE49-F238E27FC236}">
                    <a16:creationId xmlns:a16="http://schemas.microsoft.com/office/drawing/2014/main" id="{4B3EAF0C-F582-4825-B0CD-BD5E94F44CBC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5" name="타원 1874">
                <a:extLst>
                  <a:ext uri="{FF2B5EF4-FFF2-40B4-BE49-F238E27FC236}">
                    <a16:creationId xmlns:a16="http://schemas.microsoft.com/office/drawing/2014/main" id="{B4A71BBD-005C-44AB-B1A0-5C0DD6FC4C57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6" name="타원 1875">
                <a:extLst>
                  <a:ext uri="{FF2B5EF4-FFF2-40B4-BE49-F238E27FC236}">
                    <a16:creationId xmlns:a16="http://schemas.microsoft.com/office/drawing/2014/main" id="{1ED5FCBA-DEE4-4D8B-AD3C-3CA980B48517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7" name="타원 1876">
                <a:extLst>
                  <a:ext uri="{FF2B5EF4-FFF2-40B4-BE49-F238E27FC236}">
                    <a16:creationId xmlns:a16="http://schemas.microsoft.com/office/drawing/2014/main" id="{5395445A-EC92-4F95-A78C-D3249B5E61B7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8" name="타원 1877">
                <a:extLst>
                  <a:ext uri="{FF2B5EF4-FFF2-40B4-BE49-F238E27FC236}">
                    <a16:creationId xmlns:a16="http://schemas.microsoft.com/office/drawing/2014/main" id="{2FC12F07-7ABB-479B-B516-868C87018151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9" name="타원 1878">
                <a:extLst>
                  <a:ext uri="{FF2B5EF4-FFF2-40B4-BE49-F238E27FC236}">
                    <a16:creationId xmlns:a16="http://schemas.microsoft.com/office/drawing/2014/main" id="{B1185C33-CF29-440D-A33C-00F36871953E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0" name="타원 1879">
                <a:extLst>
                  <a:ext uri="{FF2B5EF4-FFF2-40B4-BE49-F238E27FC236}">
                    <a16:creationId xmlns:a16="http://schemas.microsoft.com/office/drawing/2014/main" id="{EDF1EEDB-29A0-4CC7-A2A5-6A930F40947B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1" name="타원 1880">
                <a:extLst>
                  <a:ext uri="{FF2B5EF4-FFF2-40B4-BE49-F238E27FC236}">
                    <a16:creationId xmlns:a16="http://schemas.microsoft.com/office/drawing/2014/main" id="{65D8A1A1-57CF-4BDC-963E-30D075E4989D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2" name="타원 1881">
                <a:extLst>
                  <a:ext uri="{FF2B5EF4-FFF2-40B4-BE49-F238E27FC236}">
                    <a16:creationId xmlns:a16="http://schemas.microsoft.com/office/drawing/2014/main" id="{2C4B8304-106F-427C-931A-C7095F991F2B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3" name="타원 1882">
                <a:extLst>
                  <a:ext uri="{FF2B5EF4-FFF2-40B4-BE49-F238E27FC236}">
                    <a16:creationId xmlns:a16="http://schemas.microsoft.com/office/drawing/2014/main" id="{7580436E-7BAF-42E7-AA79-CC19E689E644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4" name="타원 1883">
                <a:extLst>
                  <a:ext uri="{FF2B5EF4-FFF2-40B4-BE49-F238E27FC236}">
                    <a16:creationId xmlns:a16="http://schemas.microsoft.com/office/drawing/2014/main" id="{63127438-41FA-49AC-B6F0-7F4659DF7E30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5" name="타원 1884">
                <a:extLst>
                  <a:ext uri="{FF2B5EF4-FFF2-40B4-BE49-F238E27FC236}">
                    <a16:creationId xmlns:a16="http://schemas.microsoft.com/office/drawing/2014/main" id="{73E3C5B2-2655-4038-824F-05C4465D60C2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6" name="타원 1885">
                <a:extLst>
                  <a:ext uri="{FF2B5EF4-FFF2-40B4-BE49-F238E27FC236}">
                    <a16:creationId xmlns:a16="http://schemas.microsoft.com/office/drawing/2014/main" id="{49B443A2-68B4-4F06-A178-83BFEAA7DB4D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7" name="타원 1886">
                <a:extLst>
                  <a:ext uri="{FF2B5EF4-FFF2-40B4-BE49-F238E27FC236}">
                    <a16:creationId xmlns:a16="http://schemas.microsoft.com/office/drawing/2014/main" id="{C165692E-D65A-4277-9A68-9054B651D9C7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8" name="타원 1887">
                <a:extLst>
                  <a:ext uri="{FF2B5EF4-FFF2-40B4-BE49-F238E27FC236}">
                    <a16:creationId xmlns:a16="http://schemas.microsoft.com/office/drawing/2014/main" id="{ABD162FF-BB72-48D6-AF04-B80EB9E2C649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9" name="타원 1888">
                <a:extLst>
                  <a:ext uri="{FF2B5EF4-FFF2-40B4-BE49-F238E27FC236}">
                    <a16:creationId xmlns:a16="http://schemas.microsoft.com/office/drawing/2014/main" id="{2C57329D-ECAC-4581-90AD-F460E0950E17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0" name="타원 1889">
                <a:extLst>
                  <a:ext uri="{FF2B5EF4-FFF2-40B4-BE49-F238E27FC236}">
                    <a16:creationId xmlns:a16="http://schemas.microsoft.com/office/drawing/2014/main" id="{7656E203-07BB-4248-BFC6-3EE59B990448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1" name="타원 1890">
                <a:extLst>
                  <a:ext uri="{FF2B5EF4-FFF2-40B4-BE49-F238E27FC236}">
                    <a16:creationId xmlns:a16="http://schemas.microsoft.com/office/drawing/2014/main" id="{EB7615A5-C28E-4713-96E9-FFE155294E63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2" name="타원 1891">
                <a:extLst>
                  <a:ext uri="{FF2B5EF4-FFF2-40B4-BE49-F238E27FC236}">
                    <a16:creationId xmlns:a16="http://schemas.microsoft.com/office/drawing/2014/main" id="{754F91E6-19E0-4609-923E-746077F9DA7D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3" name="타원 1892">
                <a:extLst>
                  <a:ext uri="{FF2B5EF4-FFF2-40B4-BE49-F238E27FC236}">
                    <a16:creationId xmlns:a16="http://schemas.microsoft.com/office/drawing/2014/main" id="{0ABE7032-D751-4298-A4D1-C0AD1A90BDB5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4" name="타원 1893">
                <a:extLst>
                  <a:ext uri="{FF2B5EF4-FFF2-40B4-BE49-F238E27FC236}">
                    <a16:creationId xmlns:a16="http://schemas.microsoft.com/office/drawing/2014/main" id="{C933FBDE-E86F-4473-AF9C-06850A0DC091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5" name="타원 1894">
                <a:extLst>
                  <a:ext uri="{FF2B5EF4-FFF2-40B4-BE49-F238E27FC236}">
                    <a16:creationId xmlns:a16="http://schemas.microsoft.com/office/drawing/2014/main" id="{37D62234-2F30-464F-A893-05172B6D7E0E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6" name="타원 1895">
                <a:extLst>
                  <a:ext uri="{FF2B5EF4-FFF2-40B4-BE49-F238E27FC236}">
                    <a16:creationId xmlns:a16="http://schemas.microsoft.com/office/drawing/2014/main" id="{1D3F09BC-D079-4320-BA3B-8364528B8EEF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97" name="그룹 1896">
              <a:extLst>
                <a:ext uri="{FF2B5EF4-FFF2-40B4-BE49-F238E27FC236}">
                  <a16:creationId xmlns:a16="http://schemas.microsoft.com/office/drawing/2014/main" id="{BE212610-675E-406F-82B8-0BE2A749265E}"/>
                </a:ext>
              </a:extLst>
            </p:cNvPr>
            <p:cNvGrpSpPr/>
            <p:nvPr/>
          </p:nvGrpSpPr>
          <p:grpSpPr>
            <a:xfrm>
              <a:off x="222250" y="1746250"/>
              <a:ext cx="5504400" cy="18000"/>
              <a:chOff x="222250" y="527050"/>
              <a:chExt cx="5504400" cy="18000"/>
            </a:xfrm>
          </p:grpSpPr>
          <p:sp>
            <p:nvSpPr>
              <p:cNvPr id="1898" name="타원 1897">
                <a:extLst>
                  <a:ext uri="{FF2B5EF4-FFF2-40B4-BE49-F238E27FC236}">
                    <a16:creationId xmlns:a16="http://schemas.microsoft.com/office/drawing/2014/main" id="{F516C2E5-3B6D-457B-B393-5664E117FF67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9" name="타원 1898">
                <a:extLst>
                  <a:ext uri="{FF2B5EF4-FFF2-40B4-BE49-F238E27FC236}">
                    <a16:creationId xmlns:a16="http://schemas.microsoft.com/office/drawing/2014/main" id="{797E6918-1514-49DC-9790-7321713916F8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0" name="타원 1899">
                <a:extLst>
                  <a:ext uri="{FF2B5EF4-FFF2-40B4-BE49-F238E27FC236}">
                    <a16:creationId xmlns:a16="http://schemas.microsoft.com/office/drawing/2014/main" id="{62AE6047-7D90-4325-A004-F6532C6EAE9F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1" name="타원 1900">
                <a:extLst>
                  <a:ext uri="{FF2B5EF4-FFF2-40B4-BE49-F238E27FC236}">
                    <a16:creationId xmlns:a16="http://schemas.microsoft.com/office/drawing/2014/main" id="{4A4666FE-A31B-4CC5-89E4-C61547C004F3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2" name="타원 1901">
                <a:extLst>
                  <a:ext uri="{FF2B5EF4-FFF2-40B4-BE49-F238E27FC236}">
                    <a16:creationId xmlns:a16="http://schemas.microsoft.com/office/drawing/2014/main" id="{A18F5172-0888-40F2-9736-9D0100AE37E7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3" name="타원 1902">
                <a:extLst>
                  <a:ext uri="{FF2B5EF4-FFF2-40B4-BE49-F238E27FC236}">
                    <a16:creationId xmlns:a16="http://schemas.microsoft.com/office/drawing/2014/main" id="{FE1095C0-0E8B-4086-9911-7D28F01597CF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4" name="타원 1903">
                <a:extLst>
                  <a:ext uri="{FF2B5EF4-FFF2-40B4-BE49-F238E27FC236}">
                    <a16:creationId xmlns:a16="http://schemas.microsoft.com/office/drawing/2014/main" id="{E23A31BA-5F11-484D-8551-8FD899F1F856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5" name="타원 1904">
                <a:extLst>
                  <a:ext uri="{FF2B5EF4-FFF2-40B4-BE49-F238E27FC236}">
                    <a16:creationId xmlns:a16="http://schemas.microsoft.com/office/drawing/2014/main" id="{1DEA9FCC-DF18-43C5-83EF-6AD2F816968F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6" name="타원 1905">
                <a:extLst>
                  <a:ext uri="{FF2B5EF4-FFF2-40B4-BE49-F238E27FC236}">
                    <a16:creationId xmlns:a16="http://schemas.microsoft.com/office/drawing/2014/main" id="{8E6F2538-1F08-4294-872E-1CEB3FC08EE8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7" name="타원 1906">
                <a:extLst>
                  <a:ext uri="{FF2B5EF4-FFF2-40B4-BE49-F238E27FC236}">
                    <a16:creationId xmlns:a16="http://schemas.microsoft.com/office/drawing/2014/main" id="{3AD0036E-C4FD-476D-9826-984013668762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8" name="타원 1907">
                <a:extLst>
                  <a:ext uri="{FF2B5EF4-FFF2-40B4-BE49-F238E27FC236}">
                    <a16:creationId xmlns:a16="http://schemas.microsoft.com/office/drawing/2014/main" id="{8D5BC4CD-ED7E-4A5B-9529-DA3F6EF25263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9" name="타원 1908">
                <a:extLst>
                  <a:ext uri="{FF2B5EF4-FFF2-40B4-BE49-F238E27FC236}">
                    <a16:creationId xmlns:a16="http://schemas.microsoft.com/office/drawing/2014/main" id="{90E7E854-E4AE-4368-BC96-C02FC7020B1F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0" name="타원 1909">
                <a:extLst>
                  <a:ext uri="{FF2B5EF4-FFF2-40B4-BE49-F238E27FC236}">
                    <a16:creationId xmlns:a16="http://schemas.microsoft.com/office/drawing/2014/main" id="{8377559D-0199-47C2-B75E-367211B2C07E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1" name="타원 1910">
                <a:extLst>
                  <a:ext uri="{FF2B5EF4-FFF2-40B4-BE49-F238E27FC236}">
                    <a16:creationId xmlns:a16="http://schemas.microsoft.com/office/drawing/2014/main" id="{A86ED3D8-A980-40F2-A2AE-98E1787F2BA0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2" name="타원 1911">
                <a:extLst>
                  <a:ext uri="{FF2B5EF4-FFF2-40B4-BE49-F238E27FC236}">
                    <a16:creationId xmlns:a16="http://schemas.microsoft.com/office/drawing/2014/main" id="{DFA12F13-231F-4F43-9C6E-3AD41AC19EEA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3" name="타원 1912">
                <a:extLst>
                  <a:ext uri="{FF2B5EF4-FFF2-40B4-BE49-F238E27FC236}">
                    <a16:creationId xmlns:a16="http://schemas.microsoft.com/office/drawing/2014/main" id="{A727CB97-AB1F-4576-8A9F-686555EA914D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4" name="타원 1913">
                <a:extLst>
                  <a:ext uri="{FF2B5EF4-FFF2-40B4-BE49-F238E27FC236}">
                    <a16:creationId xmlns:a16="http://schemas.microsoft.com/office/drawing/2014/main" id="{F11A03DB-6CD5-4394-8185-7373A13F6E2B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5" name="타원 1914">
                <a:extLst>
                  <a:ext uri="{FF2B5EF4-FFF2-40B4-BE49-F238E27FC236}">
                    <a16:creationId xmlns:a16="http://schemas.microsoft.com/office/drawing/2014/main" id="{42EE1D70-2D71-4754-BE5E-AE1C08DF5510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6" name="타원 1915">
                <a:extLst>
                  <a:ext uri="{FF2B5EF4-FFF2-40B4-BE49-F238E27FC236}">
                    <a16:creationId xmlns:a16="http://schemas.microsoft.com/office/drawing/2014/main" id="{BC632BFF-15C8-4594-A91D-C029D8B8003B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7" name="타원 1916">
                <a:extLst>
                  <a:ext uri="{FF2B5EF4-FFF2-40B4-BE49-F238E27FC236}">
                    <a16:creationId xmlns:a16="http://schemas.microsoft.com/office/drawing/2014/main" id="{E96F671A-0156-4660-9374-320497A57D80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8" name="타원 1917">
                <a:extLst>
                  <a:ext uri="{FF2B5EF4-FFF2-40B4-BE49-F238E27FC236}">
                    <a16:creationId xmlns:a16="http://schemas.microsoft.com/office/drawing/2014/main" id="{D798E6EC-C9F4-4F7D-BCB0-3303652B8FB8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9" name="타원 1918">
                <a:extLst>
                  <a:ext uri="{FF2B5EF4-FFF2-40B4-BE49-F238E27FC236}">
                    <a16:creationId xmlns:a16="http://schemas.microsoft.com/office/drawing/2014/main" id="{6E2D8A9E-FC9F-49A9-80D8-3D554FBF87FB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0" name="타원 1919">
                <a:extLst>
                  <a:ext uri="{FF2B5EF4-FFF2-40B4-BE49-F238E27FC236}">
                    <a16:creationId xmlns:a16="http://schemas.microsoft.com/office/drawing/2014/main" id="{79AA9331-725B-4CB1-8904-F9DC1DCA4D3F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1" name="타원 1920">
                <a:extLst>
                  <a:ext uri="{FF2B5EF4-FFF2-40B4-BE49-F238E27FC236}">
                    <a16:creationId xmlns:a16="http://schemas.microsoft.com/office/drawing/2014/main" id="{EED0C542-B23E-4AF3-8E9B-F6DAB9B1BCDE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2" name="타원 1921">
                <a:extLst>
                  <a:ext uri="{FF2B5EF4-FFF2-40B4-BE49-F238E27FC236}">
                    <a16:creationId xmlns:a16="http://schemas.microsoft.com/office/drawing/2014/main" id="{7DE32AAD-9B2A-4B61-8B24-C5B8E84DF249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3" name="타원 1922">
                <a:extLst>
                  <a:ext uri="{FF2B5EF4-FFF2-40B4-BE49-F238E27FC236}">
                    <a16:creationId xmlns:a16="http://schemas.microsoft.com/office/drawing/2014/main" id="{5BEE55D4-A3E9-48AF-90A9-4096B3A86032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4" name="타원 1923">
                <a:extLst>
                  <a:ext uri="{FF2B5EF4-FFF2-40B4-BE49-F238E27FC236}">
                    <a16:creationId xmlns:a16="http://schemas.microsoft.com/office/drawing/2014/main" id="{BF137AEE-28C9-463D-A995-A5D649D3D2A1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" name="타원 1924">
                <a:extLst>
                  <a:ext uri="{FF2B5EF4-FFF2-40B4-BE49-F238E27FC236}">
                    <a16:creationId xmlns:a16="http://schemas.microsoft.com/office/drawing/2014/main" id="{08D498A9-E28C-40A6-A35F-F9BBBAA88009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6" name="타원 1925">
                <a:extLst>
                  <a:ext uri="{FF2B5EF4-FFF2-40B4-BE49-F238E27FC236}">
                    <a16:creationId xmlns:a16="http://schemas.microsoft.com/office/drawing/2014/main" id="{311F050F-95C3-487A-A29B-6FEEC5B9E3A0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7" name="타원 1926">
                <a:extLst>
                  <a:ext uri="{FF2B5EF4-FFF2-40B4-BE49-F238E27FC236}">
                    <a16:creationId xmlns:a16="http://schemas.microsoft.com/office/drawing/2014/main" id="{1DC522B6-E105-46C0-A76E-C0F2841792E7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8" name="타원 1927">
                <a:extLst>
                  <a:ext uri="{FF2B5EF4-FFF2-40B4-BE49-F238E27FC236}">
                    <a16:creationId xmlns:a16="http://schemas.microsoft.com/office/drawing/2014/main" id="{A42C7543-1DCF-40E7-8966-E58DEE2C7B1A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9" name="타원 1928">
                <a:extLst>
                  <a:ext uri="{FF2B5EF4-FFF2-40B4-BE49-F238E27FC236}">
                    <a16:creationId xmlns:a16="http://schemas.microsoft.com/office/drawing/2014/main" id="{3006953C-B9A5-477A-8199-6180E463283D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0" name="타원 1929">
                <a:extLst>
                  <a:ext uri="{FF2B5EF4-FFF2-40B4-BE49-F238E27FC236}">
                    <a16:creationId xmlns:a16="http://schemas.microsoft.com/office/drawing/2014/main" id="{75A69F28-A941-4402-8997-468D9B1CF3B7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1" name="타원 1930">
                <a:extLst>
                  <a:ext uri="{FF2B5EF4-FFF2-40B4-BE49-F238E27FC236}">
                    <a16:creationId xmlns:a16="http://schemas.microsoft.com/office/drawing/2014/main" id="{B24F9588-E362-409C-9152-EC33BCEE8709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2" name="타원 1931">
                <a:extLst>
                  <a:ext uri="{FF2B5EF4-FFF2-40B4-BE49-F238E27FC236}">
                    <a16:creationId xmlns:a16="http://schemas.microsoft.com/office/drawing/2014/main" id="{A24DD8B8-3018-4003-A5C0-A09D5F7A910E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3" name="타원 1932">
                <a:extLst>
                  <a:ext uri="{FF2B5EF4-FFF2-40B4-BE49-F238E27FC236}">
                    <a16:creationId xmlns:a16="http://schemas.microsoft.com/office/drawing/2014/main" id="{1439BE34-0D0C-4ADF-9C4B-BBBE13AE069D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4" name="타원 1933">
                <a:extLst>
                  <a:ext uri="{FF2B5EF4-FFF2-40B4-BE49-F238E27FC236}">
                    <a16:creationId xmlns:a16="http://schemas.microsoft.com/office/drawing/2014/main" id="{04A67609-33A1-4ABA-BACD-4C1A09F46E96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935" name="그룹 1934">
              <a:extLst>
                <a:ext uri="{FF2B5EF4-FFF2-40B4-BE49-F238E27FC236}">
                  <a16:creationId xmlns:a16="http://schemas.microsoft.com/office/drawing/2014/main" id="{995D6C1D-9D55-4072-83D9-309950617279}"/>
                </a:ext>
              </a:extLst>
            </p:cNvPr>
            <p:cNvGrpSpPr/>
            <p:nvPr/>
          </p:nvGrpSpPr>
          <p:grpSpPr>
            <a:xfrm>
              <a:off x="222250" y="1898650"/>
              <a:ext cx="5504400" cy="18000"/>
              <a:chOff x="222250" y="527050"/>
              <a:chExt cx="5504400" cy="18000"/>
            </a:xfrm>
          </p:grpSpPr>
          <p:sp>
            <p:nvSpPr>
              <p:cNvPr id="1936" name="타원 1935">
                <a:extLst>
                  <a:ext uri="{FF2B5EF4-FFF2-40B4-BE49-F238E27FC236}">
                    <a16:creationId xmlns:a16="http://schemas.microsoft.com/office/drawing/2014/main" id="{86B4AFE7-6DD2-425E-A2D0-FE2B0A345E73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7" name="타원 1936">
                <a:extLst>
                  <a:ext uri="{FF2B5EF4-FFF2-40B4-BE49-F238E27FC236}">
                    <a16:creationId xmlns:a16="http://schemas.microsoft.com/office/drawing/2014/main" id="{EF63818A-D59E-4D95-A9CA-28819A73E44B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8" name="타원 1937">
                <a:extLst>
                  <a:ext uri="{FF2B5EF4-FFF2-40B4-BE49-F238E27FC236}">
                    <a16:creationId xmlns:a16="http://schemas.microsoft.com/office/drawing/2014/main" id="{43F6A930-B7EE-4F2F-983D-382BAD952AE7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9" name="타원 1938">
                <a:extLst>
                  <a:ext uri="{FF2B5EF4-FFF2-40B4-BE49-F238E27FC236}">
                    <a16:creationId xmlns:a16="http://schemas.microsoft.com/office/drawing/2014/main" id="{9F3C1545-4B99-4AC3-BB21-177E39937AE7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0" name="타원 1939">
                <a:extLst>
                  <a:ext uri="{FF2B5EF4-FFF2-40B4-BE49-F238E27FC236}">
                    <a16:creationId xmlns:a16="http://schemas.microsoft.com/office/drawing/2014/main" id="{9A4FD88C-45D5-4552-9B44-C199F5E3B253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1" name="타원 1940">
                <a:extLst>
                  <a:ext uri="{FF2B5EF4-FFF2-40B4-BE49-F238E27FC236}">
                    <a16:creationId xmlns:a16="http://schemas.microsoft.com/office/drawing/2014/main" id="{E7852FA1-9985-40AB-93CF-8167A76B9059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2" name="타원 1941">
                <a:extLst>
                  <a:ext uri="{FF2B5EF4-FFF2-40B4-BE49-F238E27FC236}">
                    <a16:creationId xmlns:a16="http://schemas.microsoft.com/office/drawing/2014/main" id="{473D4307-F278-4081-88B6-46B6ACDC69D5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3" name="타원 1942">
                <a:extLst>
                  <a:ext uri="{FF2B5EF4-FFF2-40B4-BE49-F238E27FC236}">
                    <a16:creationId xmlns:a16="http://schemas.microsoft.com/office/drawing/2014/main" id="{EEFDCBDD-0A65-4163-9C18-E4C00F9488AB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4" name="타원 1943">
                <a:extLst>
                  <a:ext uri="{FF2B5EF4-FFF2-40B4-BE49-F238E27FC236}">
                    <a16:creationId xmlns:a16="http://schemas.microsoft.com/office/drawing/2014/main" id="{DC9350F1-ADF6-4AD0-9103-E43B877F3A0F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5" name="타원 1944">
                <a:extLst>
                  <a:ext uri="{FF2B5EF4-FFF2-40B4-BE49-F238E27FC236}">
                    <a16:creationId xmlns:a16="http://schemas.microsoft.com/office/drawing/2014/main" id="{CB338A56-8505-4FFF-8E4E-860F627F6F09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6" name="타원 1945">
                <a:extLst>
                  <a:ext uri="{FF2B5EF4-FFF2-40B4-BE49-F238E27FC236}">
                    <a16:creationId xmlns:a16="http://schemas.microsoft.com/office/drawing/2014/main" id="{6EE2C035-339D-4E4A-97BD-1AB51A6AB896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7" name="타원 1946">
                <a:extLst>
                  <a:ext uri="{FF2B5EF4-FFF2-40B4-BE49-F238E27FC236}">
                    <a16:creationId xmlns:a16="http://schemas.microsoft.com/office/drawing/2014/main" id="{63FE12F7-CCBD-4E99-941B-CB34003FA9D6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8" name="타원 1947">
                <a:extLst>
                  <a:ext uri="{FF2B5EF4-FFF2-40B4-BE49-F238E27FC236}">
                    <a16:creationId xmlns:a16="http://schemas.microsoft.com/office/drawing/2014/main" id="{6752E786-C403-4F4E-833A-8A03777B7FD3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9" name="타원 1948">
                <a:extLst>
                  <a:ext uri="{FF2B5EF4-FFF2-40B4-BE49-F238E27FC236}">
                    <a16:creationId xmlns:a16="http://schemas.microsoft.com/office/drawing/2014/main" id="{04667A2B-CA9A-4FC9-A30A-1FFF61352AEC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0" name="타원 1949">
                <a:extLst>
                  <a:ext uri="{FF2B5EF4-FFF2-40B4-BE49-F238E27FC236}">
                    <a16:creationId xmlns:a16="http://schemas.microsoft.com/office/drawing/2014/main" id="{A0AF4D63-FA3D-46EE-A3CA-2775090233E2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1" name="타원 1950">
                <a:extLst>
                  <a:ext uri="{FF2B5EF4-FFF2-40B4-BE49-F238E27FC236}">
                    <a16:creationId xmlns:a16="http://schemas.microsoft.com/office/drawing/2014/main" id="{68D4F573-21AD-4999-B1D9-AFB247B657C8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2" name="타원 1951">
                <a:extLst>
                  <a:ext uri="{FF2B5EF4-FFF2-40B4-BE49-F238E27FC236}">
                    <a16:creationId xmlns:a16="http://schemas.microsoft.com/office/drawing/2014/main" id="{C172416D-79B2-4007-BF19-1770F314CFA8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3" name="타원 1952">
                <a:extLst>
                  <a:ext uri="{FF2B5EF4-FFF2-40B4-BE49-F238E27FC236}">
                    <a16:creationId xmlns:a16="http://schemas.microsoft.com/office/drawing/2014/main" id="{54691FD6-DA50-4581-B508-098C682D124A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4" name="타원 1953">
                <a:extLst>
                  <a:ext uri="{FF2B5EF4-FFF2-40B4-BE49-F238E27FC236}">
                    <a16:creationId xmlns:a16="http://schemas.microsoft.com/office/drawing/2014/main" id="{492CEC9E-7E10-456C-8C46-C77F9B7D24BA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5" name="타원 1954">
                <a:extLst>
                  <a:ext uri="{FF2B5EF4-FFF2-40B4-BE49-F238E27FC236}">
                    <a16:creationId xmlns:a16="http://schemas.microsoft.com/office/drawing/2014/main" id="{B590B861-5973-4038-B1E6-99F8BE9BF93C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6" name="타원 1955">
                <a:extLst>
                  <a:ext uri="{FF2B5EF4-FFF2-40B4-BE49-F238E27FC236}">
                    <a16:creationId xmlns:a16="http://schemas.microsoft.com/office/drawing/2014/main" id="{9C58BA8D-79A5-4B3F-BFAD-F88F75F100A4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7" name="타원 1956">
                <a:extLst>
                  <a:ext uri="{FF2B5EF4-FFF2-40B4-BE49-F238E27FC236}">
                    <a16:creationId xmlns:a16="http://schemas.microsoft.com/office/drawing/2014/main" id="{EDDCFD3B-323E-4BC9-9152-26B517F61EBA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8" name="타원 1957">
                <a:extLst>
                  <a:ext uri="{FF2B5EF4-FFF2-40B4-BE49-F238E27FC236}">
                    <a16:creationId xmlns:a16="http://schemas.microsoft.com/office/drawing/2014/main" id="{2E331AB2-BBDA-4206-8A0E-E270A5481E29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9" name="타원 1958">
                <a:extLst>
                  <a:ext uri="{FF2B5EF4-FFF2-40B4-BE49-F238E27FC236}">
                    <a16:creationId xmlns:a16="http://schemas.microsoft.com/office/drawing/2014/main" id="{64E1F095-85BC-4B4D-8C9F-1328743AC292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0" name="타원 1959">
                <a:extLst>
                  <a:ext uri="{FF2B5EF4-FFF2-40B4-BE49-F238E27FC236}">
                    <a16:creationId xmlns:a16="http://schemas.microsoft.com/office/drawing/2014/main" id="{C7779EA3-FC49-45C9-9852-4C72A95BACEC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1" name="타원 1960">
                <a:extLst>
                  <a:ext uri="{FF2B5EF4-FFF2-40B4-BE49-F238E27FC236}">
                    <a16:creationId xmlns:a16="http://schemas.microsoft.com/office/drawing/2014/main" id="{FA48CC79-9105-4260-93FD-AAEB43F065A3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2" name="타원 1961">
                <a:extLst>
                  <a:ext uri="{FF2B5EF4-FFF2-40B4-BE49-F238E27FC236}">
                    <a16:creationId xmlns:a16="http://schemas.microsoft.com/office/drawing/2014/main" id="{FC8F2F1A-3FBD-4525-9DF2-756228D7B73D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3" name="타원 1962">
                <a:extLst>
                  <a:ext uri="{FF2B5EF4-FFF2-40B4-BE49-F238E27FC236}">
                    <a16:creationId xmlns:a16="http://schemas.microsoft.com/office/drawing/2014/main" id="{04BD88B7-1861-41A0-B72D-A68C1B7D1C48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4" name="타원 1963">
                <a:extLst>
                  <a:ext uri="{FF2B5EF4-FFF2-40B4-BE49-F238E27FC236}">
                    <a16:creationId xmlns:a16="http://schemas.microsoft.com/office/drawing/2014/main" id="{9EAFD299-1BBA-4FC7-9EDD-5F5D49C7AFD1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5" name="타원 1964">
                <a:extLst>
                  <a:ext uri="{FF2B5EF4-FFF2-40B4-BE49-F238E27FC236}">
                    <a16:creationId xmlns:a16="http://schemas.microsoft.com/office/drawing/2014/main" id="{1A0AC39F-FBB9-4468-8102-78685AC63955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6" name="타원 1965">
                <a:extLst>
                  <a:ext uri="{FF2B5EF4-FFF2-40B4-BE49-F238E27FC236}">
                    <a16:creationId xmlns:a16="http://schemas.microsoft.com/office/drawing/2014/main" id="{8817C8EE-AEEF-4180-842F-6B258AFBD84F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7" name="타원 1966">
                <a:extLst>
                  <a:ext uri="{FF2B5EF4-FFF2-40B4-BE49-F238E27FC236}">
                    <a16:creationId xmlns:a16="http://schemas.microsoft.com/office/drawing/2014/main" id="{96123D4A-B07D-4CD1-8D27-93C88EAE96FA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8" name="타원 1967">
                <a:extLst>
                  <a:ext uri="{FF2B5EF4-FFF2-40B4-BE49-F238E27FC236}">
                    <a16:creationId xmlns:a16="http://schemas.microsoft.com/office/drawing/2014/main" id="{2443017D-F537-4103-AC05-99F197846291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9" name="타원 1968">
                <a:extLst>
                  <a:ext uri="{FF2B5EF4-FFF2-40B4-BE49-F238E27FC236}">
                    <a16:creationId xmlns:a16="http://schemas.microsoft.com/office/drawing/2014/main" id="{A1FF13B5-CFAB-4DFA-B0EE-D8BB1C63393C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0" name="타원 1969">
                <a:extLst>
                  <a:ext uri="{FF2B5EF4-FFF2-40B4-BE49-F238E27FC236}">
                    <a16:creationId xmlns:a16="http://schemas.microsoft.com/office/drawing/2014/main" id="{DB5E0286-E552-4584-AD59-26FDB4CCACF9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1" name="타원 1970">
                <a:extLst>
                  <a:ext uri="{FF2B5EF4-FFF2-40B4-BE49-F238E27FC236}">
                    <a16:creationId xmlns:a16="http://schemas.microsoft.com/office/drawing/2014/main" id="{1BE5186E-38AD-44F9-B28B-984AEFC61CE6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" name="타원 1971">
                <a:extLst>
                  <a:ext uri="{FF2B5EF4-FFF2-40B4-BE49-F238E27FC236}">
                    <a16:creationId xmlns:a16="http://schemas.microsoft.com/office/drawing/2014/main" id="{F7D134D7-3B44-4C61-9C79-26C977F6D599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973" name="그룹 1972">
              <a:extLst>
                <a:ext uri="{FF2B5EF4-FFF2-40B4-BE49-F238E27FC236}">
                  <a16:creationId xmlns:a16="http://schemas.microsoft.com/office/drawing/2014/main" id="{61D333C6-62B9-4630-8580-A9DAE3E76E26}"/>
                </a:ext>
              </a:extLst>
            </p:cNvPr>
            <p:cNvGrpSpPr/>
            <p:nvPr/>
          </p:nvGrpSpPr>
          <p:grpSpPr>
            <a:xfrm>
              <a:off x="222250" y="2051050"/>
              <a:ext cx="5504400" cy="18000"/>
              <a:chOff x="222250" y="527050"/>
              <a:chExt cx="5504400" cy="18000"/>
            </a:xfrm>
          </p:grpSpPr>
          <p:sp>
            <p:nvSpPr>
              <p:cNvPr id="1974" name="타원 1973">
                <a:extLst>
                  <a:ext uri="{FF2B5EF4-FFF2-40B4-BE49-F238E27FC236}">
                    <a16:creationId xmlns:a16="http://schemas.microsoft.com/office/drawing/2014/main" id="{08F9FA73-7EDF-481E-97F9-592D3B29AC27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5" name="타원 1974">
                <a:extLst>
                  <a:ext uri="{FF2B5EF4-FFF2-40B4-BE49-F238E27FC236}">
                    <a16:creationId xmlns:a16="http://schemas.microsoft.com/office/drawing/2014/main" id="{7AE04351-F872-4D22-85A0-4E49E564208A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6" name="타원 1975">
                <a:extLst>
                  <a:ext uri="{FF2B5EF4-FFF2-40B4-BE49-F238E27FC236}">
                    <a16:creationId xmlns:a16="http://schemas.microsoft.com/office/drawing/2014/main" id="{C4A2F744-1405-48AA-99F2-2D39B96D3791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7" name="타원 1976">
                <a:extLst>
                  <a:ext uri="{FF2B5EF4-FFF2-40B4-BE49-F238E27FC236}">
                    <a16:creationId xmlns:a16="http://schemas.microsoft.com/office/drawing/2014/main" id="{EAB4E54E-57AC-4423-A75A-27D2A0B4445C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8" name="타원 1977">
                <a:extLst>
                  <a:ext uri="{FF2B5EF4-FFF2-40B4-BE49-F238E27FC236}">
                    <a16:creationId xmlns:a16="http://schemas.microsoft.com/office/drawing/2014/main" id="{3F64BD2B-95B5-43C8-AD05-610FC69EB54F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9" name="타원 1978">
                <a:extLst>
                  <a:ext uri="{FF2B5EF4-FFF2-40B4-BE49-F238E27FC236}">
                    <a16:creationId xmlns:a16="http://schemas.microsoft.com/office/drawing/2014/main" id="{ECC54787-9E87-4EAC-B9E3-FD90985D055A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0" name="타원 1979">
                <a:extLst>
                  <a:ext uri="{FF2B5EF4-FFF2-40B4-BE49-F238E27FC236}">
                    <a16:creationId xmlns:a16="http://schemas.microsoft.com/office/drawing/2014/main" id="{4C9D43DC-B45A-45FA-A671-2505A23E0EAD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1" name="타원 1980">
                <a:extLst>
                  <a:ext uri="{FF2B5EF4-FFF2-40B4-BE49-F238E27FC236}">
                    <a16:creationId xmlns:a16="http://schemas.microsoft.com/office/drawing/2014/main" id="{CD9B481B-FBDF-4911-BB4F-F26EE63F1F6C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2" name="타원 1981">
                <a:extLst>
                  <a:ext uri="{FF2B5EF4-FFF2-40B4-BE49-F238E27FC236}">
                    <a16:creationId xmlns:a16="http://schemas.microsoft.com/office/drawing/2014/main" id="{E8A5F7CD-5326-4DC7-AD68-56BE1DC4D7B5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3" name="타원 1982">
                <a:extLst>
                  <a:ext uri="{FF2B5EF4-FFF2-40B4-BE49-F238E27FC236}">
                    <a16:creationId xmlns:a16="http://schemas.microsoft.com/office/drawing/2014/main" id="{661B16AE-D965-41B9-B285-580AF2D5E59B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4" name="타원 1983">
                <a:extLst>
                  <a:ext uri="{FF2B5EF4-FFF2-40B4-BE49-F238E27FC236}">
                    <a16:creationId xmlns:a16="http://schemas.microsoft.com/office/drawing/2014/main" id="{CB21EDC7-2AF4-44C3-AADC-152104E95A56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5" name="타원 1984">
                <a:extLst>
                  <a:ext uri="{FF2B5EF4-FFF2-40B4-BE49-F238E27FC236}">
                    <a16:creationId xmlns:a16="http://schemas.microsoft.com/office/drawing/2014/main" id="{C70C4886-2094-4C45-9709-2BD5FF502996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6" name="타원 1985">
                <a:extLst>
                  <a:ext uri="{FF2B5EF4-FFF2-40B4-BE49-F238E27FC236}">
                    <a16:creationId xmlns:a16="http://schemas.microsoft.com/office/drawing/2014/main" id="{B76FCB02-7AA5-433B-8FD0-300931F5CA4E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7" name="타원 1986">
                <a:extLst>
                  <a:ext uri="{FF2B5EF4-FFF2-40B4-BE49-F238E27FC236}">
                    <a16:creationId xmlns:a16="http://schemas.microsoft.com/office/drawing/2014/main" id="{FE6053B4-F9D8-4EA0-9C9C-A240F9A5C7BE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8" name="타원 1987">
                <a:extLst>
                  <a:ext uri="{FF2B5EF4-FFF2-40B4-BE49-F238E27FC236}">
                    <a16:creationId xmlns:a16="http://schemas.microsoft.com/office/drawing/2014/main" id="{DE21B016-83A4-46EA-80DA-843CADD80305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9" name="타원 1988">
                <a:extLst>
                  <a:ext uri="{FF2B5EF4-FFF2-40B4-BE49-F238E27FC236}">
                    <a16:creationId xmlns:a16="http://schemas.microsoft.com/office/drawing/2014/main" id="{43E87A2A-2C9F-4F21-B3D1-928861C8CF64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0" name="타원 1989">
                <a:extLst>
                  <a:ext uri="{FF2B5EF4-FFF2-40B4-BE49-F238E27FC236}">
                    <a16:creationId xmlns:a16="http://schemas.microsoft.com/office/drawing/2014/main" id="{DCC74120-52D6-455F-8241-452126E16968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1" name="타원 1990">
                <a:extLst>
                  <a:ext uri="{FF2B5EF4-FFF2-40B4-BE49-F238E27FC236}">
                    <a16:creationId xmlns:a16="http://schemas.microsoft.com/office/drawing/2014/main" id="{4BDFAE56-875D-495F-B292-4D59E1F2BDA6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2" name="타원 1991">
                <a:extLst>
                  <a:ext uri="{FF2B5EF4-FFF2-40B4-BE49-F238E27FC236}">
                    <a16:creationId xmlns:a16="http://schemas.microsoft.com/office/drawing/2014/main" id="{273AF2F7-31FE-47E8-B568-063F7F9580E6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3" name="타원 1992">
                <a:extLst>
                  <a:ext uri="{FF2B5EF4-FFF2-40B4-BE49-F238E27FC236}">
                    <a16:creationId xmlns:a16="http://schemas.microsoft.com/office/drawing/2014/main" id="{C620BBA9-6D6A-4BE3-94F3-2528811C2DC3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4" name="타원 1993">
                <a:extLst>
                  <a:ext uri="{FF2B5EF4-FFF2-40B4-BE49-F238E27FC236}">
                    <a16:creationId xmlns:a16="http://schemas.microsoft.com/office/drawing/2014/main" id="{8CD94F59-B800-4C18-B30D-F4229A8BFFA6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5" name="타원 1994">
                <a:extLst>
                  <a:ext uri="{FF2B5EF4-FFF2-40B4-BE49-F238E27FC236}">
                    <a16:creationId xmlns:a16="http://schemas.microsoft.com/office/drawing/2014/main" id="{FE53CD75-689E-47BC-AF3E-9AF752B03E39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6" name="타원 1995">
                <a:extLst>
                  <a:ext uri="{FF2B5EF4-FFF2-40B4-BE49-F238E27FC236}">
                    <a16:creationId xmlns:a16="http://schemas.microsoft.com/office/drawing/2014/main" id="{01569297-018A-4A08-A942-8912E61EC0DE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7" name="타원 1996">
                <a:extLst>
                  <a:ext uri="{FF2B5EF4-FFF2-40B4-BE49-F238E27FC236}">
                    <a16:creationId xmlns:a16="http://schemas.microsoft.com/office/drawing/2014/main" id="{37AB01B4-1916-4A5B-B5E1-941FB40E494C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8" name="타원 1997">
                <a:extLst>
                  <a:ext uri="{FF2B5EF4-FFF2-40B4-BE49-F238E27FC236}">
                    <a16:creationId xmlns:a16="http://schemas.microsoft.com/office/drawing/2014/main" id="{AE0AF86D-F72C-4EF2-88EF-575A93EE08ED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9" name="타원 1998">
                <a:extLst>
                  <a:ext uri="{FF2B5EF4-FFF2-40B4-BE49-F238E27FC236}">
                    <a16:creationId xmlns:a16="http://schemas.microsoft.com/office/drawing/2014/main" id="{5E3A2492-3AA5-42D4-B2AB-C403BB7880F1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0" name="타원 1999">
                <a:extLst>
                  <a:ext uri="{FF2B5EF4-FFF2-40B4-BE49-F238E27FC236}">
                    <a16:creationId xmlns:a16="http://schemas.microsoft.com/office/drawing/2014/main" id="{187197C0-1CA2-4B6F-8A57-588978D9E60B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1" name="타원 2000">
                <a:extLst>
                  <a:ext uri="{FF2B5EF4-FFF2-40B4-BE49-F238E27FC236}">
                    <a16:creationId xmlns:a16="http://schemas.microsoft.com/office/drawing/2014/main" id="{6F270112-49E1-4E58-BB80-1A64E4236F2A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2" name="타원 2001">
                <a:extLst>
                  <a:ext uri="{FF2B5EF4-FFF2-40B4-BE49-F238E27FC236}">
                    <a16:creationId xmlns:a16="http://schemas.microsoft.com/office/drawing/2014/main" id="{B89BD84D-A2A5-4DA5-9CC3-AEB083C351F8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3" name="타원 2002">
                <a:extLst>
                  <a:ext uri="{FF2B5EF4-FFF2-40B4-BE49-F238E27FC236}">
                    <a16:creationId xmlns:a16="http://schemas.microsoft.com/office/drawing/2014/main" id="{C8EBF16D-D783-4534-B876-C0A7DB832515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4" name="타원 2003">
                <a:extLst>
                  <a:ext uri="{FF2B5EF4-FFF2-40B4-BE49-F238E27FC236}">
                    <a16:creationId xmlns:a16="http://schemas.microsoft.com/office/drawing/2014/main" id="{A0C82BD3-29C2-4012-8E83-A7D0AB964BB0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5" name="타원 2004">
                <a:extLst>
                  <a:ext uri="{FF2B5EF4-FFF2-40B4-BE49-F238E27FC236}">
                    <a16:creationId xmlns:a16="http://schemas.microsoft.com/office/drawing/2014/main" id="{AAA3ADE6-2308-4238-8F8B-A41285D27A72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6" name="타원 2005">
                <a:extLst>
                  <a:ext uri="{FF2B5EF4-FFF2-40B4-BE49-F238E27FC236}">
                    <a16:creationId xmlns:a16="http://schemas.microsoft.com/office/drawing/2014/main" id="{692A742B-946A-403B-A377-1B8812BE5595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7" name="타원 2006">
                <a:extLst>
                  <a:ext uri="{FF2B5EF4-FFF2-40B4-BE49-F238E27FC236}">
                    <a16:creationId xmlns:a16="http://schemas.microsoft.com/office/drawing/2014/main" id="{673BC7E3-6498-4E3E-80FB-18BEF4AA0C71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8" name="타원 2007">
                <a:extLst>
                  <a:ext uri="{FF2B5EF4-FFF2-40B4-BE49-F238E27FC236}">
                    <a16:creationId xmlns:a16="http://schemas.microsoft.com/office/drawing/2014/main" id="{376E426C-F0AB-4635-B185-49D235CE68DB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9" name="타원 2008">
                <a:extLst>
                  <a:ext uri="{FF2B5EF4-FFF2-40B4-BE49-F238E27FC236}">
                    <a16:creationId xmlns:a16="http://schemas.microsoft.com/office/drawing/2014/main" id="{4AAD5560-BCBE-4A28-BC83-2F75BA79F41D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0" name="타원 2009">
                <a:extLst>
                  <a:ext uri="{FF2B5EF4-FFF2-40B4-BE49-F238E27FC236}">
                    <a16:creationId xmlns:a16="http://schemas.microsoft.com/office/drawing/2014/main" id="{F53B44C6-7ED7-42A5-8F67-EF4494A1CFC9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11" name="그룹 2010">
              <a:extLst>
                <a:ext uri="{FF2B5EF4-FFF2-40B4-BE49-F238E27FC236}">
                  <a16:creationId xmlns:a16="http://schemas.microsoft.com/office/drawing/2014/main" id="{61EE258F-9967-4CC1-AB55-188139798322}"/>
                </a:ext>
              </a:extLst>
            </p:cNvPr>
            <p:cNvGrpSpPr/>
            <p:nvPr/>
          </p:nvGrpSpPr>
          <p:grpSpPr>
            <a:xfrm>
              <a:off x="222250" y="2203450"/>
              <a:ext cx="5504400" cy="18000"/>
              <a:chOff x="222250" y="527050"/>
              <a:chExt cx="5504400" cy="18000"/>
            </a:xfrm>
          </p:grpSpPr>
          <p:sp>
            <p:nvSpPr>
              <p:cNvPr id="2012" name="타원 2011">
                <a:extLst>
                  <a:ext uri="{FF2B5EF4-FFF2-40B4-BE49-F238E27FC236}">
                    <a16:creationId xmlns:a16="http://schemas.microsoft.com/office/drawing/2014/main" id="{0270378E-8D62-4A36-B4AE-3888677350D5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3" name="타원 2012">
                <a:extLst>
                  <a:ext uri="{FF2B5EF4-FFF2-40B4-BE49-F238E27FC236}">
                    <a16:creationId xmlns:a16="http://schemas.microsoft.com/office/drawing/2014/main" id="{DCA22784-8CE7-4D4D-BBCB-4EDF91550FF7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4" name="타원 2013">
                <a:extLst>
                  <a:ext uri="{FF2B5EF4-FFF2-40B4-BE49-F238E27FC236}">
                    <a16:creationId xmlns:a16="http://schemas.microsoft.com/office/drawing/2014/main" id="{D3EBC269-2764-4485-A5C2-C6469EA94D00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5" name="타원 2014">
                <a:extLst>
                  <a:ext uri="{FF2B5EF4-FFF2-40B4-BE49-F238E27FC236}">
                    <a16:creationId xmlns:a16="http://schemas.microsoft.com/office/drawing/2014/main" id="{59A5043D-4C6C-4069-AF94-617E8F503EF1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6" name="타원 2015">
                <a:extLst>
                  <a:ext uri="{FF2B5EF4-FFF2-40B4-BE49-F238E27FC236}">
                    <a16:creationId xmlns:a16="http://schemas.microsoft.com/office/drawing/2014/main" id="{83753727-5B8E-4D29-943C-13547C4ABA4C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7" name="타원 2016">
                <a:extLst>
                  <a:ext uri="{FF2B5EF4-FFF2-40B4-BE49-F238E27FC236}">
                    <a16:creationId xmlns:a16="http://schemas.microsoft.com/office/drawing/2014/main" id="{60D3AE22-5EB9-4CB5-8CD1-E9C5DAF2AA6E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8" name="타원 2017">
                <a:extLst>
                  <a:ext uri="{FF2B5EF4-FFF2-40B4-BE49-F238E27FC236}">
                    <a16:creationId xmlns:a16="http://schemas.microsoft.com/office/drawing/2014/main" id="{9CD2CE11-EE71-4990-81A5-99FAF4605510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9" name="타원 2018">
                <a:extLst>
                  <a:ext uri="{FF2B5EF4-FFF2-40B4-BE49-F238E27FC236}">
                    <a16:creationId xmlns:a16="http://schemas.microsoft.com/office/drawing/2014/main" id="{7E0293C7-80AF-4F48-9797-EEEC1C9F8835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0" name="타원 2019">
                <a:extLst>
                  <a:ext uri="{FF2B5EF4-FFF2-40B4-BE49-F238E27FC236}">
                    <a16:creationId xmlns:a16="http://schemas.microsoft.com/office/drawing/2014/main" id="{95499AA9-FDBB-4F97-AA4C-9707B2E0135D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1" name="타원 2020">
                <a:extLst>
                  <a:ext uri="{FF2B5EF4-FFF2-40B4-BE49-F238E27FC236}">
                    <a16:creationId xmlns:a16="http://schemas.microsoft.com/office/drawing/2014/main" id="{982B5B29-EAD5-4BD6-A504-1AE34DF5EDF5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2" name="타원 2021">
                <a:extLst>
                  <a:ext uri="{FF2B5EF4-FFF2-40B4-BE49-F238E27FC236}">
                    <a16:creationId xmlns:a16="http://schemas.microsoft.com/office/drawing/2014/main" id="{5E988653-16C5-4E2D-91AC-F18002EDB3D7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3" name="타원 2022">
                <a:extLst>
                  <a:ext uri="{FF2B5EF4-FFF2-40B4-BE49-F238E27FC236}">
                    <a16:creationId xmlns:a16="http://schemas.microsoft.com/office/drawing/2014/main" id="{DA7BF34E-AD84-49B2-B509-B86F45E08959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4" name="타원 2023">
                <a:extLst>
                  <a:ext uri="{FF2B5EF4-FFF2-40B4-BE49-F238E27FC236}">
                    <a16:creationId xmlns:a16="http://schemas.microsoft.com/office/drawing/2014/main" id="{62D263D8-E076-4DFB-BF54-0EA6F2266029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5" name="타원 2024">
                <a:extLst>
                  <a:ext uri="{FF2B5EF4-FFF2-40B4-BE49-F238E27FC236}">
                    <a16:creationId xmlns:a16="http://schemas.microsoft.com/office/drawing/2014/main" id="{431D337E-4D57-4A57-8255-57A3B0FD8F15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6" name="타원 2025">
                <a:extLst>
                  <a:ext uri="{FF2B5EF4-FFF2-40B4-BE49-F238E27FC236}">
                    <a16:creationId xmlns:a16="http://schemas.microsoft.com/office/drawing/2014/main" id="{97ABE0CF-44FA-4133-945E-ABB948DAF250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7" name="타원 2026">
                <a:extLst>
                  <a:ext uri="{FF2B5EF4-FFF2-40B4-BE49-F238E27FC236}">
                    <a16:creationId xmlns:a16="http://schemas.microsoft.com/office/drawing/2014/main" id="{7F5EB152-F039-4647-AA9C-F986C7B345BB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8" name="타원 2027">
                <a:extLst>
                  <a:ext uri="{FF2B5EF4-FFF2-40B4-BE49-F238E27FC236}">
                    <a16:creationId xmlns:a16="http://schemas.microsoft.com/office/drawing/2014/main" id="{7D7AF6AF-1B4A-4E37-938B-846EF579763C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9" name="타원 2028">
                <a:extLst>
                  <a:ext uri="{FF2B5EF4-FFF2-40B4-BE49-F238E27FC236}">
                    <a16:creationId xmlns:a16="http://schemas.microsoft.com/office/drawing/2014/main" id="{58C4D0AC-4A2F-49A5-B64D-BEA079775E76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0" name="타원 2029">
                <a:extLst>
                  <a:ext uri="{FF2B5EF4-FFF2-40B4-BE49-F238E27FC236}">
                    <a16:creationId xmlns:a16="http://schemas.microsoft.com/office/drawing/2014/main" id="{976776B6-96EE-49D4-8D89-7A9F44596D16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1" name="타원 2030">
                <a:extLst>
                  <a:ext uri="{FF2B5EF4-FFF2-40B4-BE49-F238E27FC236}">
                    <a16:creationId xmlns:a16="http://schemas.microsoft.com/office/drawing/2014/main" id="{66672C66-3DDF-4DFB-A9F9-52AC888EB84A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2" name="타원 2031">
                <a:extLst>
                  <a:ext uri="{FF2B5EF4-FFF2-40B4-BE49-F238E27FC236}">
                    <a16:creationId xmlns:a16="http://schemas.microsoft.com/office/drawing/2014/main" id="{FC4C3D95-4D06-40DA-8427-81068CE77B95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3" name="타원 2032">
                <a:extLst>
                  <a:ext uri="{FF2B5EF4-FFF2-40B4-BE49-F238E27FC236}">
                    <a16:creationId xmlns:a16="http://schemas.microsoft.com/office/drawing/2014/main" id="{528137E9-6E22-4A2E-9B2D-61E77714DC5A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4" name="타원 2033">
                <a:extLst>
                  <a:ext uri="{FF2B5EF4-FFF2-40B4-BE49-F238E27FC236}">
                    <a16:creationId xmlns:a16="http://schemas.microsoft.com/office/drawing/2014/main" id="{1A942F90-608C-48CE-8F0C-F48E21FAE393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5" name="타원 2034">
                <a:extLst>
                  <a:ext uri="{FF2B5EF4-FFF2-40B4-BE49-F238E27FC236}">
                    <a16:creationId xmlns:a16="http://schemas.microsoft.com/office/drawing/2014/main" id="{23214AA3-A449-4FE5-B7DD-2229562B6A92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6" name="타원 2035">
                <a:extLst>
                  <a:ext uri="{FF2B5EF4-FFF2-40B4-BE49-F238E27FC236}">
                    <a16:creationId xmlns:a16="http://schemas.microsoft.com/office/drawing/2014/main" id="{FE497852-0679-42A5-865E-5BD32DBF2D49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7" name="타원 2036">
                <a:extLst>
                  <a:ext uri="{FF2B5EF4-FFF2-40B4-BE49-F238E27FC236}">
                    <a16:creationId xmlns:a16="http://schemas.microsoft.com/office/drawing/2014/main" id="{7BA181BE-1FA9-4F23-9180-5F7CEF0EBE4E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8" name="타원 2037">
                <a:extLst>
                  <a:ext uri="{FF2B5EF4-FFF2-40B4-BE49-F238E27FC236}">
                    <a16:creationId xmlns:a16="http://schemas.microsoft.com/office/drawing/2014/main" id="{FE918DAF-1405-4BDA-B9B3-584A0D1520F5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9" name="타원 2038">
                <a:extLst>
                  <a:ext uri="{FF2B5EF4-FFF2-40B4-BE49-F238E27FC236}">
                    <a16:creationId xmlns:a16="http://schemas.microsoft.com/office/drawing/2014/main" id="{20458625-35B0-4B61-B4AC-96F008902449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0" name="타원 2039">
                <a:extLst>
                  <a:ext uri="{FF2B5EF4-FFF2-40B4-BE49-F238E27FC236}">
                    <a16:creationId xmlns:a16="http://schemas.microsoft.com/office/drawing/2014/main" id="{99DFC6C5-C0A0-46FB-A73B-52AD20E94C03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1" name="타원 2040">
                <a:extLst>
                  <a:ext uri="{FF2B5EF4-FFF2-40B4-BE49-F238E27FC236}">
                    <a16:creationId xmlns:a16="http://schemas.microsoft.com/office/drawing/2014/main" id="{82386865-256E-462B-B111-3D11340F4BBC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2" name="타원 2041">
                <a:extLst>
                  <a:ext uri="{FF2B5EF4-FFF2-40B4-BE49-F238E27FC236}">
                    <a16:creationId xmlns:a16="http://schemas.microsoft.com/office/drawing/2014/main" id="{C503F650-11FB-42E8-89FC-4DF8E4C0BCEF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3" name="타원 2042">
                <a:extLst>
                  <a:ext uri="{FF2B5EF4-FFF2-40B4-BE49-F238E27FC236}">
                    <a16:creationId xmlns:a16="http://schemas.microsoft.com/office/drawing/2014/main" id="{1B309024-36E4-422E-A87E-443457CD4093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4" name="타원 2043">
                <a:extLst>
                  <a:ext uri="{FF2B5EF4-FFF2-40B4-BE49-F238E27FC236}">
                    <a16:creationId xmlns:a16="http://schemas.microsoft.com/office/drawing/2014/main" id="{96E02B7F-3FFF-4178-9467-4D3624523A2A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5" name="타원 2044">
                <a:extLst>
                  <a:ext uri="{FF2B5EF4-FFF2-40B4-BE49-F238E27FC236}">
                    <a16:creationId xmlns:a16="http://schemas.microsoft.com/office/drawing/2014/main" id="{EC8D8FF0-B62C-4BEA-9260-915B83A68E7E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6" name="타원 2045">
                <a:extLst>
                  <a:ext uri="{FF2B5EF4-FFF2-40B4-BE49-F238E27FC236}">
                    <a16:creationId xmlns:a16="http://schemas.microsoft.com/office/drawing/2014/main" id="{2E955F3A-C38D-49A0-B183-2567829BCB9F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7" name="타원 2046">
                <a:extLst>
                  <a:ext uri="{FF2B5EF4-FFF2-40B4-BE49-F238E27FC236}">
                    <a16:creationId xmlns:a16="http://schemas.microsoft.com/office/drawing/2014/main" id="{AC9A489C-9289-42A5-977D-0E4834A09BFB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8" name="타원 2047">
                <a:extLst>
                  <a:ext uri="{FF2B5EF4-FFF2-40B4-BE49-F238E27FC236}">
                    <a16:creationId xmlns:a16="http://schemas.microsoft.com/office/drawing/2014/main" id="{F2C680D6-2CE9-463A-89AC-5BA69EAB6FC2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49" name="그룹 2048">
              <a:extLst>
                <a:ext uri="{FF2B5EF4-FFF2-40B4-BE49-F238E27FC236}">
                  <a16:creationId xmlns:a16="http://schemas.microsoft.com/office/drawing/2014/main" id="{C9BA4C8D-D173-4D90-A938-6853A4B451EB}"/>
                </a:ext>
              </a:extLst>
            </p:cNvPr>
            <p:cNvGrpSpPr/>
            <p:nvPr/>
          </p:nvGrpSpPr>
          <p:grpSpPr>
            <a:xfrm>
              <a:off x="222250" y="2355850"/>
              <a:ext cx="5504400" cy="18000"/>
              <a:chOff x="222250" y="527050"/>
              <a:chExt cx="5504400" cy="18000"/>
            </a:xfrm>
          </p:grpSpPr>
          <p:sp>
            <p:nvSpPr>
              <p:cNvPr id="2050" name="타원 2049">
                <a:extLst>
                  <a:ext uri="{FF2B5EF4-FFF2-40B4-BE49-F238E27FC236}">
                    <a16:creationId xmlns:a16="http://schemas.microsoft.com/office/drawing/2014/main" id="{C3575008-4A34-41A6-9EC7-C4D39072F182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1" name="타원 2050">
                <a:extLst>
                  <a:ext uri="{FF2B5EF4-FFF2-40B4-BE49-F238E27FC236}">
                    <a16:creationId xmlns:a16="http://schemas.microsoft.com/office/drawing/2014/main" id="{823FCBA6-3632-444F-A199-0073142F0FFF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2" name="타원 2051">
                <a:extLst>
                  <a:ext uri="{FF2B5EF4-FFF2-40B4-BE49-F238E27FC236}">
                    <a16:creationId xmlns:a16="http://schemas.microsoft.com/office/drawing/2014/main" id="{F68E7E6A-404B-43E1-871B-F524A07F709E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3" name="타원 2052">
                <a:extLst>
                  <a:ext uri="{FF2B5EF4-FFF2-40B4-BE49-F238E27FC236}">
                    <a16:creationId xmlns:a16="http://schemas.microsoft.com/office/drawing/2014/main" id="{1E1AC317-6835-4A7F-9F05-329F813AF79E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4" name="타원 2053">
                <a:extLst>
                  <a:ext uri="{FF2B5EF4-FFF2-40B4-BE49-F238E27FC236}">
                    <a16:creationId xmlns:a16="http://schemas.microsoft.com/office/drawing/2014/main" id="{C25FADAC-DAAE-4CDA-BBE8-AFA6E3B3BBAB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5" name="타원 2054">
                <a:extLst>
                  <a:ext uri="{FF2B5EF4-FFF2-40B4-BE49-F238E27FC236}">
                    <a16:creationId xmlns:a16="http://schemas.microsoft.com/office/drawing/2014/main" id="{352927F2-C63E-4D8F-A13D-96FD396F4A1A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6" name="타원 2055">
                <a:extLst>
                  <a:ext uri="{FF2B5EF4-FFF2-40B4-BE49-F238E27FC236}">
                    <a16:creationId xmlns:a16="http://schemas.microsoft.com/office/drawing/2014/main" id="{538C2B19-6932-4BF7-A13B-ADD85C73A5F5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7" name="타원 2056">
                <a:extLst>
                  <a:ext uri="{FF2B5EF4-FFF2-40B4-BE49-F238E27FC236}">
                    <a16:creationId xmlns:a16="http://schemas.microsoft.com/office/drawing/2014/main" id="{3455FDE5-7B13-411F-A1A8-7699065614AC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8" name="타원 2057">
                <a:extLst>
                  <a:ext uri="{FF2B5EF4-FFF2-40B4-BE49-F238E27FC236}">
                    <a16:creationId xmlns:a16="http://schemas.microsoft.com/office/drawing/2014/main" id="{14848C02-9078-4CC0-B920-CC56890EA42A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9" name="타원 2058">
                <a:extLst>
                  <a:ext uri="{FF2B5EF4-FFF2-40B4-BE49-F238E27FC236}">
                    <a16:creationId xmlns:a16="http://schemas.microsoft.com/office/drawing/2014/main" id="{28BFE350-AA51-4963-A43B-FDFA8947C959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0" name="타원 2059">
                <a:extLst>
                  <a:ext uri="{FF2B5EF4-FFF2-40B4-BE49-F238E27FC236}">
                    <a16:creationId xmlns:a16="http://schemas.microsoft.com/office/drawing/2014/main" id="{57215D0C-6423-444C-9970-EFC225615550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1" name="타원 2060">
                <a:extLst>
                  <a:ext uri="{FF2B5EF4-FFF2-40B4-BE49-F238E27FC236}">
                    <a16:creationId xmlns:a16="http://schemas.microsoft.com/office/drawing/2014/main" id="{180B476E-DF53-40A4-97DF-897763426456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2" name="타원 2061">
                <a:extLst>
                  <a:ext uri="{FF2B5EF4-FFF2-40B4-BE49-F238E27FC236}">
                    <a16:creationId xmlns:a16="http://schemas.microsoft.com/office/drawing/2014/main" id="{20341460-EC08-4D88-A4A6-59ECF5C4C113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3" name="타원 2062">
                <a:extLst>
                  <a:ext uri="{FF2B5EF4-FFF2-40B4-BE49-F238E27FC236}">
                    <a16:creationId xmlns:a16="http://schemas.microsoft.com/office/drawing/2014/main" id="{60121460-DA15-47E6-B5B1-9A93443025D2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4" name="타원 2063">
                <a:extLst>
                  <a:ext uri="{FF2B5EF4-FFF2-40B4-BE49-F238E27FC236}">
                    <a16:creationId xmlns:a16="http://schemas.microsoft.com/office/drawing/2014/main" id="{4F851900-5032-40C2-AD32-FCA67DCEBFF1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5" name="타원 2064">
                <a:extLst>
                  <a:ext uri="{FF2B5EF4-FFF2-40B4-BE49-F238E27FC236}">
                    <a16:creationId xmlns:a16="http://schemas.microsoft.com/office/drawing/2014/main" id="{12BC8356-25E3-4209-A7F0-8ADB1E5E3E20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6" name="타원 2065">
                <a:extLst>
                  <a:ext uri="{FF2B5EF4-FFF2-40B4-BE49-F238E27FC236}">
                    <a16:creationId xmlns:a16="http://schemas.microsoft.com/office/drawing/2014/main" id="{27FA1A2E-97D6-4398-B1E2-650D0DF29698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7" name="타원 2066">
                <a:extLst>
                  <a:ext uri="{FF2B5EF4-FFF2-40B4-BE49-F238E27FC236}">
                    <a16:creationId xmlns:a16="http://schemas.microsoft.com/office/drawing/2014/main" id="{0558F023-70E0-4DBC-8A49-174B2C21C91E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8" name="타원 2067">
                <a:extLst>
                  <a:ext uri="{FF2B5EF4-FFF2-40B4-BE49-F238E27FC236}">
                    <a16:creationId xmlns:a16="http://schemas.microsoft.com/office/drawing/2014/main" id="{9A15F4D9-655A-4213-B7B0-FC88DEB0B622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9" name="타원 2068">
                <a:extLst>
                  <a:ext uri="{FF2B5EF4-FFF2-40B4-BE49-F238E27FC236}">
                    <a16:creationId xmlns:a16="http://schemas.microsoft.com/office/drawing/2014/main" id="{D0AF3B4B-07B3-4851-9303-3E48244C8FFD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0" name="타원 2069">
                <a:extLst>
                  <a:ext uri="{FF2B5EF4-FFF2-40B4-BE49-F238E27FC236}">
                    <a16:creationId xmlns:a16="http://schemas.microsoft.com/office/drawing/2014/main" id="{ED1DC124-88AD-4F7F-B429-BF39D5FD326F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1" name="타원 2070">
                <a:extLst>
                  <a:ext uri="{FF2B5EF4-FFF2-40B4-BE49-F238E27FC236}">
                    <a16:creationId xmlns:a16="http://schemas.microsoft.com/office/drawing/2014/main" id="{A1181BFF-E3FF-4BC9-860B-1AFDDF4E41D4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2" name="타원 2071">
                <a:extLst>
                  <a:ext uri="{FF2B5EF4-FFF2-40B4-BE49-F238E27FC236}">
                    <a16:creationId xmlns:a16="http://schemas.microsoft.com/office/drawing/2014/main" id="{B8B982E3-98E4-4687-A895-5593EECF75BB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3" name="타원 2072">
                <a:extLst>
                  <a:ext uri="{FF2B5EF4-FFF2-40B4-BE49-F238E27FC236}">
                    <a16:creationId xmlns:a16="http://schemas.microsoft.com/office/drawing/2014/main" id="{44257AF1-88A0-4E4C-BBFD-C8B490533F46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4" name="타원 2073">
                <a:extLst>
                  <a:ext uri="{FF2B5EF4-FFF2-40B4-BE49-F238E27FC236}">
                    <a16:creationId xmlns:a16="http://schemas.microsoft.com/office/drawing/2014/main" id="{ADD6B516-8DE8-4118-B026-ADC1B7FA9201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5" name="타원 2074">
                <a:extLst>
                  <a:ext uri="{FF2B5EF4-FFF2-40B4-BE49-F238E27FC236}">
                    <a16:creationId xmlns:a16="http://schemas.microsoft.com/office/drawing/2014/main" id="{80D945C5-3890-47BF-96E0-786FC3CD16BB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6" name="타원 2075">
                <a:extLst>
                  <a:ext uri="{FF2B5EF4-FFF2-40B4-BE49-F238E27FC236}">
                    <a16:creationId xmlns:a16="http://schemas.microsoft.com/office/drawing/2014/main" id="{F636136D-4CBA-4DFC-BFFC-22ADA5458CE3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7" name="타원 2076">
                <a:extLst>
                  <a:ext uri="{FF2B5EF4-FFF2-40B4-BE49-F238E27FC236}">
                    <a16:creationId xmlns:a16="http://schemas.microsoft.com/office/drawing/2014/main" id="{ECDA90CE-7FD2-4434-AC61-5BE288CFCF18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8" name="타원 2077">
                <a:extLst>
                  <a:ext uri="{FF2B5EF4-FFF2-40B4-BE49-F238E27FC236}">
                    <a16:creationId xmlns:a16="http://schemas.microsoft.com/office/drawing/2014/main" id="{A6BE2709-2C15-4CAD-82F8-2A06AEEAFB9F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9" name="타원 2078">
                <a:extLst>
                  <a:ext uri="{FF2B5EF4-FFF2-40B4-BE49-F238E27FC236}">
                    <a16:creationId xmlns:a16="http://schemas.microsoft.com/office/drawing/2014/main" id="{03ED168A-7112-4782-9C63-20BAF7674B91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0" name="타원 2079">
                <a:extLst>
                  <a:ext uri="{FF2B5EF4-FFF2-40B4-BE49-F238E27FC236}">
                    <a16:creationId xmlns:a16="http://schemas.microsoft.com/office/drawing/2014/main" id="{B944A8A4-B2C3-4178-B831-77FA760AF3A9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1" name="타원 2080">
                <a:extLst>
                  <a:ext uri="{FF2B5EF4-FFF2-40B4-BE49-F238E27FC236}">
                    <a16:creationId xmlns:a16="http://schemas.microsoft.com/office/drawing/2014/main" id="{4D5A6D95-4EF0-4EA6-9AE2-FBF31A091522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2" name="타원 2081">
                <a:extLst>
                  <a:ext uri="{FF2B5EF4-FFF2-40B4-BE49-F238E27FC236}">
                    <a16:creationId xmlns:a16="http://schemas.microsoft.com/office/drawing/2014/main" id="{7698470D-E1C8-4906-806B-754BEB2B7B09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3" name="타원 2082">
                <a:extLst>
                  <a:ext uri="{FF2B5EF4-FFF2-40B4-BE49-F238E27FC236}">
                    <a16:creationId xmlns:a16="http://schemas.microsoft.com/office/drawing/2014/main" id="{84841BB4-E455-4721-8088-E0FDFF9E43CC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4" name="타원 2083">
                <a:extLst>
                  <a:ext uri="{FF2B5EF4-FFF2-40B4-BE49-F238E27FC236}">
                    <a16:creationId xmlns:a16="http://schemas.microsoft.com/office/drawing/2014/main" id="{76854B2A-8146-4138-83BA-1FDBF3AD5616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5" name="타원 2084">
                <a:extLst>
                  <a:ext uri="{FF2B5EF4-FFF2-40B4-BE49-F238E27FC236}">
                    <a16:creationId xmlns:a16="http://schemas.microsoft.com/office/drawing/2014/main" id="{ED19E262-F596-403E-B746-8F4309A69941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6" name="타원 2085">
                <a:extLst>
                  <a:ext uri="{FF2B5EF4-FFF2-40B4-BE49-F238E27FC236}">
                    <a16:creationId xmlns:a16="http://schemas.microsoft.com/office/drawing/2014/main" id="{CE4EEF92-C731-454D-B6F8-04A1428B9E66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87" name="그룹 2086">
              <a:extLst>
                <a:ext uri="{FF2B5EF4-FFF2-40B4-BE49-F238E27FC236}">
                  <a16:creationId xmlns:a16="http://schemas.microsoft.com/office/drawing/2014/main" id="{3CC4C314-5636-4FFA-947B-74D38541E4BD}"/>
                </a:ext>
              </a:extLst>
            </p:cNvPr>
            <p:cNvGrpSpPr/>
            <p:nvPr/>
          </p:nvGrpSpPr>
          <p:grpSpPr>
            <a:xfrm>
              <a:off x="222250" y="2508250"/>
              <a:ext cx="5504400" cy="18000"/>
              <a:chOff x="222250" y="527050"/>
              <a:chExt cx="5504400" cy="18000"/>
            </a:xfrm>
          </p:grpSpPr>
          <p:sp>
            <p:nvSpPr>
              <p:cNvPr id="2088" name="타원 2087">
                <a:extLst>
                  <a:ext uri="{FF2B5EF4-FFF2-40B4-BE49-F238E27FC236}">
                    <a16:creationId xmlns:a16="http://schemas.microsoft.com/office/drawing/2014/main" id="{DB6DD7D7-A3E3-4B8D-BFDF-DD382A35867D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9" name="타원 2088">
                <a:extLst>
                  <a:ext uri="{FF2B5EF4-FFF2-40B4-BE49-F238E27FC236}">
                    <a16:creationId xmlns:a16="http://schemas.microsoft.com/office/drawing/2014/main" id="{2CB182FD-A5D1-45E8-9170-756E14D0445A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0" name="타원 2089">
                <a:extLst>
                  <a:ext uri="{FF2B5EF4-FFF2-40B4-BE49-F238E27FC236}">
                    <a16:creationId xmlns:a16="http://schemas.microsoft.com/office/drawing/2014/main" id="{3A1067F5-0AD0-45F1-9E8A-956BC2703275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1" name="타원 2090">
                <a:extLst>
                  <a:ext uri="{FF2B5EF4-FFF2-40B4-BE49-F238E27FC236}">
                    <a16:creationId xmlns:a16="http://schemas.microsoft.com/office/drawing/2014/main" id="{EB59B328-4821-4995-86B9-EBD76BEF1BD4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2" name="타원 2091">
                <a:extLst>
                  <a:ext uri="{FF2B5EF4-FFF2-40B4-BE49-F238E27FC236}">
                    <a16:creationId xmlns:a16="http://schemas.microsoft.com/office/drawing/2014/main" id="{BFB1FE69-1D1B-4F84-A1FF-73E2B53A3837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3" name="타원 2092">
                <a:extLst>
                  <a:ext uri="{FF2B5EF4-FFF2-40B4-BE49-F238E27FC236}">
                    <a16:creationId xmlns:a16="http://schemas.microsoft.com/office/drawing/2014/main" id="{E33DEF14-F43E-49B9-86DF-4FB732C5A186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4" name="타원 2093">
                <a:extLst>
                  <a:ext uri="{FF2B5EF4-FFF2-40B4-BE49-F238E27FC236}">
                    <a16:creationId xmlns:a16="http://schemas.microsoft.com/office/drawing/2014/main" id="{37777E9D-9302-41FF-865F-F7F1A63B3621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5" name="타원 2094">
                <a:extLst>
                  <a:ext uri="{FF2B5EF4-FFF2-40B4-BE49-F238E27FC236}">
                    <a16:creationId xmlns:a16="http://schemas.microsoft.com/office/drawing/2014/main" id="{7DEF84EF-6489-4FF5-B4BF-48DE278D6419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6" name="타원 2095">
                <a:extLst>
                  <a:ext uri="{FF2B5EF4-FFF2-40B4-BE49-F238E27FC236}">
                    <a16:creationId xmlns:a16="http://schemas.microsoft.com/office/drawing/2014/main" id="{1FFA18D5-560D-4C6E-A363-1FF9B9C4FFDC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7" name="타원 2096">
                <a:extLst>
                  <a:ext uri="{FF2B5EF4-FFF2-40B4-BE49-F238E27FC236}">
                    <a16:creationId xmlns:a16="http://schemas.microsoft.com/office/drawing/2014/main" id="{B1E75B00-F32C-4F44-B945-67F72CBE5D90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8" name="타원 2097">
                <a:extLst>
                  <a:ext uri="{FF2B5EF4-FFF2-40B4-BE49-F238E27FC236}">
                    <a16:creationId xmlns:a16="http://schemas.microsoft.com/office/drawing/2014/main" id="{901778E2-BFE6-44B7-A91D-56D84A073E05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9" name="타원 2098">
                <a:extLst>
                  <a:ext uri="{FF2B5EF4-FFF2-40B4-BE49-F238E27FC236}">
                    <a16:creationId xmlns:a16="http://schemas.microsoft.com/office/drawing/2014/main" id="{03E0DC69-95F0-4EA7-B0E5-A3DE45DBCCD3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0" name="타원 2099">
                <a:extLst>
                  <a:ext uri="{FF2B5EF4-FFF2-40B4-BE49-F238E27FC236}">
                    <a16:creationId xmlns:a16="http://schemas.microsoft.com/office/drawing/2014/main" id="{1FE3B135-0DD7-41F9-8FC5-0B1F0F6FA724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1" name="타원 2100">
                <a:extLst>
                  <a:ext uri="{FF2B5EF4-FFF2-40B4-BE49-F238E27FC236}">
                    <a16:creationId xmlns:a16="http://schemas.microsoft.com/office/drawing/2014/main" id="{79AD9C43-F009-4F03-B72F-15B67E363A4D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2" name="타원 2101">
                <a:extLst>
                  <a:ext uri="{FF2B5EF4-FFF2-40B4-BE49-F238E27FC236}">
                    <a16:creationId xmlns:a16="http://schemas.microsoft.com/office/drawing/2014/main" id="{F80CC887-5B50-45AF-8E4D-A1E00CE2F5AB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3" name="타원 2102">
                <a:extLst>
                  <a:ext uri="{FF2B5EF4-FFF2-40B4-BE49-F238E27FC236}">
                    <a16:creationId xmlns:a16="http://schemas.microsoft.com/office/drawing/2014/main" id="{29B7096C-5F85-4B1C-9F6F-2F307F15E554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4" name="타원 2103">
                <a:extLst>
                  <a:ext uri="{FF2B5EF4-FFF2-40B4-BE49-F238E27FC236}">
                    <a16:creationId xmlns:a16="http://schemas.microsoft.com/office/drawing/2014/main" id="{03E225F3-3D38-44ED-A0CE-9266E1958F1E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5" name="타원 2104">
                <a:extLst>
                  <a:ext uri="{FF2B5EF4-FFF2-40B4-BE49-F238E27FC236}">
                    <a16:creationId xmlns:a16="http://schemas.microsoft.com/office/drawing/2014/main" id="{FC7C0181-1B05-46A8-B35E-8C17B66052CF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6" name="타원 2105">
                <a:extLst>
                  <a:ext uri="{FF2B5EF4-FFF2-40B4-BE49-F238E27FC236}">
                    <a16:creationId xmlns:a16="http://schemas.microsoft.com/office/drawing/2014/main" id="{2A27A373-C088-4B96-A1A3-8174EFA0AFD0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7" name="타원 2106">
                <a:extLst>
                  <a:ext uri="{FF2B5EF4-FFF2-40B4-BE49-F238E27FC236}">
                    <a16:creationId xmlns:a16="http://schemas.microsoft.com/office/drawing/2014/main" id="{18DD70EE-8D0B-4905-91CC-D498B669357A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8" name="타원 2107">
                <a:extLst>
                  <a:ext uri="{FF2B5EF4-FFF2-40B4-BE49-F238E27FC236}">
                    <a16:creationId xmlns:a16="http://schemas.microsoft.com/office/drawing/2014/main" id="{92BD2A3E-8767-4AD0-B96F-8FA23670EE19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9" name="타원 2108">
                <a:extLst>
                  <a:ext uri="{FF2B5EF4-FFF2-40B4-BE49-F238E27FC236}">
                    <a16:creationId xmlns:a16="http://schemas.microsoft.com/office/drawing/2014/main" id="{DCBD7B5B-ACE8-4BC6-BAF6-9B3AEE657E34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0" name="타원 2109">
                <a:extLst>
                  <a:ext uri="{FF2B5EF4-FFF2-40B4-BE49-F238E27FC236}">
                    <a16:creationId xmlns:a16="http://schemas.microsoft.com/office/drawing/2014/main" id="{F899DA1C-ED9E-4B4F-8A23-C2BD50A1CF90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1" name="타원 2110">
                <a:extLst>
                  <a:ext uri="{FF2B5EF4-FFF2-40B4-BE49-F238E27FC236}">
                    <a16:creationId xmlns:a16="http://schemas.microsoft.com/office/drawing/2014/main" id="{2688349B-31C7-41BE-97CE-F52092EA6797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2" name="타원 2111">
                <a:extLst>
                  <a:ext uri="{FF2B5EF4-FFF2-40B4-BE49-F238E27FC236}">
                    <a16:creationId xmlns:a16="http://schemas.microsoft.com/office/drawing/2014/main" id="{676C1FB1-F314-46B4-AF49-C18CD3643015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3" name="타원 2112">
                <a:extLst>
                  <a:ext uri="{FF2B5EF4-FFF2-40B4-BE49-F238E27FC236}">
                    <a16:creationId xmlns:a16="http://schemas.microsoft.com/office/drawing/2014/main" id="{621C8AD8-A5CE-4EC1-BE06-8FD7DCEBD5F0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4" name="타원 2113">
                <a:extLst>
                  <a:ext uri="{FF2B5EF4-FFF2-40B4-BE49-F238E27FC236}">
                    <a16:creationId xmlns:a16="http://schemas.microsoft.com/office/drawing/2014/main" id="{BA093D7C-75F3-4285-A43B-08CE0D1C0408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5" name="타원 2114">
                <a:extLst>
                  <a:ext uri="{FF2B5EF4-FFF2-40B4-BE49-F238E27FC236}">
                    <a16:creationId xmlns:a16="http://schemas.microsoft.com/office/drawing/2014/main" id="{06899459-15A5-4810-A5B5-4D9CF9392B35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6" name="타원 2115">
                <a:extLst>
                  <a:ext uri="{FF2B5EF4-FFF2-40B4-BE49-F238E27FC236}">
                    <a16:creationId xmlns:a16="http://schemas.microsoft.com/office/drawing/2014/main" id="{252C8EB4-95DB-47CB-A17F-752E94AA777C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7" name="타원 2116">
                <a:extLst>
                  <a:ext uri="{FF2B5EF4-FFF2-40B4-BE49-F238E27FC236}">
                    <a16:creationId xmlns:a16="http://schemas.microsoft.com/office/drawing/2014/main" id="{F37E5A93-C2BF-4110-94D3-A53D6BBEA029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8" name="타원 2117">
                <a:extLst>
                  <a:ext uri="{FF2B5EF4-FFF2-40B4-BE49-F238E27FC236}">
                    <a16:creationId xmlns:a16="http://schemas.microsoft.com/office/drawing/2014/main" id="{8A7E378F-9612-44AA-BBD7-5365E2D31210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9" name="타원 2118">
                <a:extLst>
                  <a:ext uri="{FF2B5EF4-FFF2-40B4-BE49-F238E27FC236}">
                    <a16:creationId xmlns:a16="http://schemas.microsoft.com/office/drawing/2014/main" id="{5C7AF203-2C9D-43E1-BC74-C9CA09656F3D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0" name="타원 2119">
                <a:extLst>
                  <a:ext uri="{FF2B5EF4-FFF2-40B4-BE49-F238E27FC236}">
                    <a16:creationId xmlns:a16="http://schemas.microsoft.com/office/drawing/2014/main" id="{B69EB33C-8A4A-4BAE-B481-86CF35A2FA70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1" name="타원 2120">
                <a:extLst>
                  <a:ext uri="{FF2B5EF4-FFF2-40B4-BE49-F238E27FC236}">
                    <a16:creationId xmlns:a16="http://schemas.microsoft.com/office/drawing/2014/main" id="{7A72CC5E-E92D-4CC9-9DB0-BA4CF2B6615E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2" name="타원 2121">
                <a:extLst>
                  <a:ext uri="{FF2B5EF4-FFF2-40B4-BE49-F238E27FC236}">
                    <a16:creationId xmlns:a16="http://schemas.microsoft.com/office/drawing/2014/main" id="{8ADA89E9-3722-4F4B-862C-FF8EE2912E98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3" name="타원 2122">
                <a:extLst>
                  <a:ext uri="{FF2B5EF4-FFF2-40B4-BE49-F238E27FC236}">
                    <a16:creationId xmlns:a16="http://schemas.microsoft.com/office/drawing/2014/main" id="{C7042A8C-AD86-421E-B971-8560756E3737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4" name="타원 2123">
                <a:extLst>
                  <a:ext uri="{FF2B5EF4-FFF2-40B4-BE49-F238E27FC236}">
                    <a16:creationId xmlns:a16="http://schemas.microsoft.com/office/drawing/2014/main" id="{9A285276-5EFB-432C-879D-CFA8B4FD40F5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125" name="그룹 2124">
              <a:extLst>
                <a:ext uri="{FF2B5EF4-FFF2-40B4-BE49-F238E27FC236}">
                  <a16:creationId xmlns:a16="http://schemas.microsoft.com/office/drawing/2014/main" id="{DE6900C2-9E62-40B4-B4D9-6C2C727B6999}"/>
                </a:ext>
              </a:extLst>
            </p:cNvPr>
            <p:cNvGrpSpPr/>
            <p:nvPr/>
          </p:nvGrpSpPr>
          <p:grpSpPr>
            <a:xfrm>
              <a:off x="222250" y="2660650"/>
              <a:ext cx="5504400" cy="18000"/>
              <a:chOff x="222250" y="527050"/>
              <a:chExt cx="5504400" cy="18000"/>
            </a:xfrm>
          </p:grpSpPr>
          <p:sp>
            <p:nvSpPr>
              <p:cNvPr id="2126" name="타원 2125">
                <a:extLst>
                  <a:ext uri="{FF2B5EF4-FFF2-40B4-BE49-F238E27FC236}">
                    <a16:creationId xmlns:a16="http://schemas.microsoft.com/office/drawing/2014/main" id="{513DE7BC-A254-4714-BD94-364F5DDB8F85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7" name="타원 2126">
                <a:extLst>
                  <a:ext uri="{FF2B5EF4-FFF2-40B4-BE49-F238E27FC236}">
                    <a16:creationId xmlns:a16="http://schemas.microsoft.com/office/drawing/2014/main" id="{ADB95413-E9D8-417D-B5CD-A0DD6DAD3631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8" name="타원 2127">
                <a:extLst>
                  <a:ext uri="{FF2B5EF4-FFF2-40B4-BE49-F238E27FC236}">
                    <a16:creationId xmlns:a16="http://schemas.microsoft.com/office/drawing/2014/main" id="{821F8DCC-A30F-449D-9F49-3188543017C8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9" name="타원 2128">
                <a:extLst>
                  <a:ext uri="{FF2B5EF4-FFF2-40B4-BE49-F238E27FC236}">
                    <a16:creationId xmlns:a16="http://schemas.microsoft.com/office/drawing/2014/main" id="{231F8A51-B682-41F5-8432-A09862B917FE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0" name="타원 2129">
                <a:extLst>
                  <a:ext uri="{FF2B5EF4-FFF2-40B4-BE49-F238E27FC236}">
                    <a16:creationId xmlns:a16="http://schemas.microsoft.com/office/drawing/2014/main" id="{4763782A-7C8F-4C48-8CE4-D9269E36CF4F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1" name="타원 2130">
                <a:extLst>
                  <a:ext uri="{FF2B5EF4-FFF2-40B4-BE49-F238E27FC236}">
                    <a16:creationId xmlns:a16="http://schemas.microsoft.com/office/drawing/2014/main" id="{9DB89E23-1B8A-4381-BFF7-EEE41C0AFAF4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2" name="타원 2131">
                <a:extLst>
                  <a:ext uri="{FF2B5EF4-FFF2-40B4-BE49-F238E27FC236}">
                    <a16:creationId xmlns:a16="http://schemas.microsoft.com/office/drawing/2014/main" id="{8A167C5B-B742-4C3E-A0EE-19799634115F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3" name="타원 2132">
                <a:extLst>
                  <a:ext uri="{FF2B5EF4-FFF2-40B4-BE49-F238E27FC236}">
                    <a16:creationId xmlns:a16="http://schemas.microsoft.com/office/drawing/2014/main" id="{60FD853A-6A1E-4DD8-B004-A01E34D70EB4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4" name="타원 2133">
                <a:extLst>
                  <a:ext uri="{FF2B5EF4-FFF2-40B4-BE49-F238E27FC236}">
                    <a16:creationId xmlns:a16="http://schemas.microsoft.com/office/drawing/2014/main" id="{9A79D391-46DE-4E9C-957C-F1B8022F9492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5" name="타원 2134">
                <a:extLst>
                  <a:ext uri="{FF2B5EF4-FFF2-40B4-BE49-F238E27FC236}">
                    <a16:creationId xmlns:a16="http://schemas.microsoft.com/office/drawing/2014/main" id="{EB078F46-0C60-4978-938E-C7E6EFFD7CE0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6" name="타원 2135">
                <a:extLst>
                  <a:ext uri="{FF2B5EF4-FFF2-40B4-BE49-F238E27FC236}">
                    <a16:creationId xmlns:a16="http://schemas.microsoft.com/office/drawing/2014/main" id="{F45FA559-1ABB-4AA2-B004-48EDF03873DA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7" name="타원 2136">
                <a:extLst>
                  <a:ext uri="{FF2B5EF4-FFF2-40B4-BE49-F238E27FC236}">
                    <a16:creationId xmlns:a16="http://schemas.microsoft.com/office/drawing/2014/main" id="{9BA01154-D5FA-48A1-B3E9-B9FF835B801C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8" name="타원 2137">
                <a:extLst>
                  <a:ext uri="{FF2B5EF4-FFF2-40B4-BE49-F238E27FC236}">
                    <a16:creationId xmlns:a16="http://schemas.microsoft.com/office/drawing/2014/main" id="{731E0E5F-36D2-4B64-8DDD-8F44FDB7EFC5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9" name="타원 2138">
                <a:extLst>
                  <a:ext uri="{FF2B5EF4-FFF2-40B4-BE49-F238E27FC236}">
                    <a16:creationId xmlns:a16="http://schemas.microsoft.com/office/drawing/2014/main" id="{ACA5991D-EBC9-4F6F-A4C3-8F0205A82E91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0" name="타원 2139">
                <a:extLst>
                  <a:ext uri="{FF2B5EF4-FFF2-40B4-BE49-F238E27FC236}">
                    <a16:creationId xmlns:a16="http://schemas.microsoft.com/office/drawing/2014/main" id="{D6DA640D-C5CE-4A86-8176-97FFB49B0A70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1" name="타원 2140">
                <a:extLst>
                  <a:ext uri="{FF2B5EF4-FFF2-40B4-BE49-F238E27FC236}">
                    <a16:creationId xmlns:a16="http://schemas.microsoft.com/office/drawing/2014/main" id="{2263B91D-348F-4F91-8FFD-0203ECD916E8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2" name="타원 2141">
                <a:extLst>
                  <a:ext uri="{FF2B5EF4-FFF2-40B4-BE49-F238E27FC236}">
                    <a16:creationId xmlns:a16="http://schemas.microsoft.com/office/drawing/2014/main" id="{4FECD2B9-5978-4419-9C04-860B64CCA118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3" name="타원 2142">
                <a:extLst>
                  <a:ext uri="{FF2B5EF4-FFF2-40B4-BE49-F238E27FC236}">
                    <a16:creationId xmlns:a16="http://schemas.microsoft.com/office/drawing/2014/main" id="{38965C10-D0C7-4D3C-BD22-A109EA4869A5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4" name="타원 2143">
                <a:extLst>
                  <a:ext uri="{FF2B5EF4-FFF2-40B4-BE49-F238E27FC236}">
                    <a16:creationId xmlns:a16="http://schemas.microsoft.com/office/drawing/2014/main" id="{A186FD87-8689-43BC-8331-FCB18BC4F4F5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5" name="타원 2144">
                <a:extLst>
                  <a:ext uri="{FF2B5EF4-FFF2-40B4-BE49-F238E27FC236}">
                    <a16:creationId xmlns:a16="http://schemas.microsoft.com/office/drawing/2014/main" id="{F5E8F797-73BA-420D-BE39-60E1DD6D64B0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6" name="타원 2145">
                <a:extLst>
                  <a:ext uri="{FF2B5EF4-FFF2-40B4-BE49-F238E27FC236}">
                    <a16:creationId xmlns:a16="http://schemas.microsoft.com/office/drawing/2014/main" id="{EE7509CA-C12A-4913-A0B4-8942621FAEBD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7" name="타원 2146">
                <a:extLst>
                  <a:ext uri="{FF2B5EF4-FFF2-40B4-BE49-F238E27FC236}">
                    <a16:creationId xmlns:a16="http://schemas.microsoft.com/office/drawing/2014/main" id="{3C9F24B7-9DB7-43BD-998C-C245BFB7C888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8" name="타원 2147">
                <a:extLst>
                  <a:ext uri="{FF2B5EF4-FFF2-40B4-BE49-F238E27FC236}">
                    <a16:creationId xmlns:a16="http://schemas.microsoft.com/office/drawing/2014/main" id="{358FDB3A-B4B9-44E3-92E8-1AF0C8C65237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9" name="타원 2148">
                <a:extLst>
                  <a:ext uri="{FF2B5EF4-FFF2-40B4-BE49-F238E27FC236}">
                    <a16:creationId xmlns:a16="http://schemas.microsoft.com/office/drawing/2014/main" id="{C9F70062-367F-4BE7-961A-3FD1EF537A49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0" name="타원 2149">
                <a:extLst>
                  <a:ext uri="{FF2B5EF4-FFF2-40B4-BE49-F238E27FC236}">
                    <a16:creationId xmlns:a16="http://schemas.microsoft.com/office/drawing/2014/main" id="{4B6C5E9C-8ADF-48F0-8FD4-E49921A233B1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1" name="타원 2150">
                <a:extLst>
                  <a:ext uri="{FF2B5EF4-FFF2-40B4-BE49-F238E27FC236}">
                    <a16:creationId xmlns:a16="http://schemas.microsoft.com/office/drawing/2014/main" id="{6069299C-665C-4902-A3F0-C2B91FE848F4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2" name="타원 2151">
                <a:extLst>
                  <a:ext uri="{FF2B5EF4-FFF2-40B4-BE49-F238E27FC236}">
                    <a16:creationId xmlns:a16="http://schemas.microsoft.com/office/drawing/2014/main" id="{BE6176E6-35B2-424E-9701-CD30E161730F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3" name="타원 2152">
                <a:extLst>
                  <a:ext uri="{FF2B5EF4-FFF2-40B4-BE49-F238E27FC236}">
                    <a16:creationId xmlns:a16="http://schemas.microsoft.com/office/drawing/2014/main" id="{D01D2D17-1F9D-4AD7-A1DC-1C66E83FF5AF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4" name="타원 2153">
                <a:extLst>
                  <a:ext uri="{FF2B5EF4-FFF2-40B4-BE49-F238E27FC236}">
                    <a16:creationId xmlns:a16="http://schemas.microsoft.com/office/drawing/2014/main" id="{83ADACF5-7868-468A-BC8B-B45D31A37304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5" name="타원 2154">
                <a:extLst>
                  <a:ext uri="{FF2B5EF4-FFF2-40B4-BE49-F238E27FC236}">
                    <a16:creationId xmlns:a16="http://schemas.microsoft.com/office/drawing/2014/main" id="{D360EB40-6393-43E7-AB0F-EF31FB2EFA1A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6" name="타원 2155">
                <a:extLst>
                  <a:ext uri="{FF2B5EF4-FFF2-40B4-BE49-F238E27FC236}">
                    <a16:creationId xmlns:a16="http://schemas.microsoft.com/office/drawing/2014/main" id="{1DA2D86C-A802-4B83-BD1B-8B6901854CDC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7" name="타원 2156">
                <a:extLst>
                  <a:ext uri="{FF2B5EF4-FFF2-40B4-BE49-F238E27FC236}">
                    <a16:creationId xmlns:a16="http://schemas.microsoft.com/office/drawing/2014/main" id="{4AA73E3E-5D27-4995-8662-131FB8917E21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8" name="타원 2157">
                <a:extLst>
                  <a:ext uri="{FF2B5EF4-FFF2-40B4-BE49-F238E27FC236}">
                    <a16:creationId xmlns:a16="http://schemas.microsoft.com/office/drawing/2014/main" id="{7DD30147-23FC-49B6-AEDF-06098A8600A9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9" name="타원 2158">
                <a:extLst>
                  <a:ext uri="{FF2B5EF4-FFF2-40B4-BE49-F238E27FC236}">
                    <a16:creationId xmlns:a16="http://schemas.microsoft.com/office/drawing/2014/main" id="{2E14FBF0-4FEC-482E-8323-63D035120F8C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0" name="타원 2159">
                <a:extLst>
                  <a:ext uri="{FF2B5EF4-FFF2-40B4-BE49-F238E27FC236}">
                    <a16:creationId xmlns:a16="http://schemas.microsoft.com/office/drawing/2014/main" id="{84E10A6F-48F1-4116-B76F-8C531B72A4FA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1" name="타원 2160">
                <a:extLst>
                  <a:ext uri="{FF2B5EF4-FFF2-40B4-BE49-F238E27FC236}">
                    <a16:creationId xmlns:a16="http://schemas.microsoft.com/office/drawing/2014/main" id="{030A862A-C150-4FE5-AB20-12F7C05E5FD0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2" name="타원 2161">
                <a:extLst>
                  <a:ext uri="{FF2B5EF4-FFF2-40B4-BE49-F238E27FC236}">
                    <a16:creationId xmlns:a16="http://schemas.microsoft.com/office/drawing/2014/main" id="{77A5A9DC-1266-4BFF-A5F1-0107DBE2FAA4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163" name="그룹 2162">
              <a:extLst>
                <a:ext uri="{FF2B5EF4-FFF2-40B4-BE49-F238E27FC236}">
                  <a16:creationId xmlns:a16="http://schemas.microsoft.com/office/drawing/2014/main" id="{E780A7E1-8183-48EB-80C6-A9ECA82692C9}"/>
                </a:ext>
              </a:extLst>
            </p:cNvPr>
            <p:cNvGrpSpPr/>
            <p:nvPr/>
          </p:nvGrpSpPr>
          <p:grpSpPr>
            <a:xfrm>
              <a:off x="222250" y="2813050"/>
              <a:ext cx="5504400" cy="18000"/>
              <a:chOff x="222250" y="527050"/>
              <a:chExt cx="5504400" cy="18000"/>
            </a:xfrm>
          </p:grpSpPr>
          <p:sp>
            <p:nvSpPr>
              <p:cNvPr id="2164" name="타원 2163">
                <a:extLst>
                  <a:ext uri="{FF2B5EF4-FFF2-40B4-BE49-F238E27FC236}">
                    <a16:creationId xmlns:a16="http://schemas.microsoft.com/office/drawing/2014/main" id="{16EAA0A5-B950-416B-8D91-4D4525D684E7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5" name="타원 2164">
                <a:extLst>
                  <a:ext uri="{FF2B5EF4-FFF2-40B4-BE49-F238E27FC236}">
                    <a16:creationId xmlns:a16="http://schemas.microsoft.com/office/drawing/2014/main" id="{FEE9D65F-FE46-4F53-9912-D8AAC1CB7792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6" name="타원 2165">
                <a:extLst>
                  <a:ext uri="{FF2B5EF4-FFF2-40B4-BE49-F238E27FC236}">
                    <a16:creationId xmlns:a16="http://schemas.microsoft.com/office/drawing/2014/main" id="{DE0B85C0-87E8-493E-8D78-1CE182E1453B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7" name="타원 2166">
                <a:extLst>
                  <a:ext uri="{FF2B5EF4-FFF2-40B4-BE49-F238E27FC236}">
                    <a16:creationId xmlns:a16="http://schemas.microsoft.com/office/drawing/2014/main" id="{FA40235F-04DB-442B-A310-AE26367C8BC0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8" name="타원 2167">
                <a:extLst>
                  <a:ext uri="{FF2B5EF4-FFF2-40B4-BE49-F238E27FC236}">
                    <a16:creationId xmlns:a16="http://schemas.microsoft.com/office/drawing/2014/main" id="{9D03C222-2168-4218-AFB5-E7C0DDB29769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9" name="타원 2168">
                <a:extLst>
                  <a:ext uri="{FF2B5EF4-FFF2-40B4-BE49-F238E27FC236}">
                    <a16:creationId xmlns:a16="http://schemas.microsoft.com/office/drawing/2014/main" id="{390B955A-D5E8-410D-A39A-96CEB73E22DF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0" name="타원 2169">
                <a:extLst>
                  <a:ext uri="{FF2B5EF4-FFF2-40B4-BE49-F238E27FC236}">
                    <a16:creationId xmlns:a16="http://schemas.microsoft.com/office/drawing/2014/main" id="{DD9CCE00-5CF9-445E-8C58-E7B9566007DE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1" name="타원 2170">
                <a:extLst>
                  <a:ext uri="{FF2B5EF4-FFF2-40B4-BE49-F238E27FC236}">
                    <a16:creationId xmlns:a16="http://schemas.microsoft.com/office/drawing/2014/main" id="{3298B915-4DBC-4BBB-A991-87D90F990AC1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2" name="타원 2171">
                <a:extLst>
                  <a:ext uri="{FF2B5EF4-FFF2-40B4-BE49-F238E27FC236}">
                    <a16:creationId xmlns:a16="http://schemas.microsoft.com/office/drawing/2014/main" id="{84CF4617-4C1F-4E5F-A3DE-1CE70DA47761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3" name="타원 2172">
                <a:extLst>
                  <a:ext uri="{FF2B5EF4-FFF2-40B4-BE49-F238E27FC236}">
                    <a16:creationId xmlns:a16="http://schemas.microsoft.com/office/drawing/2014/main" id="{6DA86A57-CCD5-4AFE-BC6D-E6C91E5C78BC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4" name="타원 2173">
                <a:extLst>
                  <a:ext uri="{FF2B5EF4-FFF2-40B4-BE49-F238E27FC236}">
                    <a16:creationId xmlns:a16="http://schemas.microsoft.com/office/drawing/2014/main" id="{5497CB37-2138-4A39-820F-6317AADC0C7C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5" name="타원 2174">
                <a:extLst>
                  <a:ext uri="{FF2B5EF4-FFF2-40B4-BE49-F238E27FC236}">
                    <a16:creationId xmlns:a16="http://schemas.microsoft.com/office/drawing/2014/main" id="{2B717048-E263-4F36-B1CA-54DF53222134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6" name="타원 2175">
                <a:extLst>
                  <a:ext uri="{FF2B5EF4-FFF2-40B4-BE49-F238E27FC236}">
                    <a16:creationId xmlns:a16="http://schemas.microsoft.com/office/drawing/2014/main" id="{25825FC6-04EE-4648-BB9C-7B4D1A972BE1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7" name="타원 2176">
                <a:extLst>
                  <a:ext uri="{FF2B5EF4-FFF2-40B4-BE49-F238E27FC236}">
                    <a16:creationId xmlns:a16="http://schemas.microsoft.com/office/drawing/2014/main" id="{721E1576-C342-4328-B4A1-B57A40C4A381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8" name="타원 2177">
                <a:extLst>
                  <a:ext uri="{FF2B5EF4-FFF2-40B4-BE49-F238E27FC236}">
                    <a16:creationId xmlns:a16="http://schemas.microsoft.com/office/drawing/2014/main" id="{E6035CCB-B289-43B0-BAA4-BC07DC1D4ED4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9" name="타원 2178">
                <a:extLst>
                  <a:ext uri="{FF2B5EF4-FFF2-40B4-BE49-F238E27FC236}">
                    <a16:creationId xmlns:a16="http://schemas.microsoft.com/office/drawing/2014/main" id="{D239A470-AF33-490B-AD45-C63B1DC7E67E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0" name="타원 2179">
                <a:extLst>
                  <a:ext uri="{FF2B5EF4-FFF2-40B4-BE49-F238E27FC236}">
                    <a16:creationId xmlns:a16="http://schemas.microsoft.com/office/drawing/2014/main" id="{5F759C6D-549E-4631-AE14-2B4E5FFF7217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1" name="타원 2180">
                <a:extLst>
                  <a:ext uri="{FF2B5EF4-FFF2-40B4-BE49-F238E27FC236}">
                    <a16:creationId xmlns:a16="http://schemas.microsoft.com/office/drawing/2014/main" id="{34C5192E-6D64-45B0-8E77-89BDBE92489A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2" name="타원 2181">
                <a:extLst>
                  <a:ext uri="{FF2B5EF4-FFF2-40B4-BE49-F238E27FC236}">
                    <a16:creationId xmlns:a16="http://schemas.microsoft.com/office/drawing/2014/main" id="{D3692390-72C3-42A0-8C3D-C68E28AEB1CF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3" name="타원 2182">
                <a:extLst>
                  <a:ext uri="{FF2B5EF4-FFF2-40B4-BE49-F238E27FC236}">
                    <a16:creationId xmlns:a16="http://schemas.microsoft.com/office/drawing/2014/main" id="{E19DCB56-1487-48F0-A83A-748DB881049D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4" name="타원 2183">
                <a:extLst>
                  <a:ext uri="{FF2B5EF4-FFF2-40B4-BE49-F238E27FC236}">
                    <a16:creationId xmlns:a16="http://schemas.microsoft.com/office/drawing/2014/main" id="{761B65B0-0675-4D75-BD0E-194F63553BF1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5" name="타원 2184">
                <a:extLst>
                  <a:ext uri="{FF2B5EF4-FFF2-40B4-BE49-F238E27FC236}">
                    <a16:creationId xmlns:a16="http://schemas.microsoft.com/office/drawing/2014/main" id="{D6A10CFC-D693-4DC8-8B1E-89A009A22922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6" name="타원 2185">
                <a:extLst>
                  <a:ext uri="{FF2B5EF4-FFF2-40B4-BE49-F238E27FC236}">
                    <a16:creationId xmlns:a16="http://schemas.microsoft.com/office/drawing/2014/main" id="{F8F74DFA-A060-43E6-89E2-97875E4A3B26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7" name="타원 2186">
                <a:extLst>
                  <a:ext uri="{FF2B5EF4-FFF2-40B4-BE49-F238E27FC236}">
                    <a16:creationId xmlns:a16="http://schemas.microsoft.com/office/drawing/2014/main" id="{955B42A9-FF85-458A-98D2-3D5F766406DD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8" name="타원 2187">
                <a:extLst>
                  <a:ext uri="{FF2B5EF4-FFF2-40B4-BE49-F238E27FC236}">
                    <a16:creationId xmlns:a16="http://schemas.microsoft.com/office/drawing/2014/main" id="{A98BD741-E7FB-48C2-AA14-45EDF314DA1E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9" name="타원 2188">
                <a:extLst>
                  <a:ext uri="{FF2B5EF4-FFF2-40B4-BE49-F238E27FC236}">
                    <a16:creationId xmlns:a16="http://schemas.microsoft.com/office/drawing/2014/main" id="{FFE864D2-DF17-4BB3-8B8E-4BE256304FBB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0" name="타원 2189">
                <a:extLst>
                  <a:ext uri="{FF2B5EF4-FFF2-40B4-BE49-F238E27FC236}">
                    <a16:creationId xmlns:a16="http://schemas.microsoft.com/office/drawing/2014/main" id="{434C9396-972F-4FAF-9277-A591DE47BB91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1" name="타원 2190">
                <a:extLst>
                  <a:ext uri="{FF2B5EF4-FFF2-40B4-BE49-F238E27FC236}">
                    <a16:creationId xmlns:a16="http://schemas.microsoft.com/office/drawing/2014/main" id="{9C5892B6-18FA-4007-A2E1-043954CC9891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2" name="타원 2191">
                <a:extLst>
                  <a:ext uri="{FF2B5EF4-FFF2-40B4-BE49-F238E27FC236}">
                    <a16:creationId xmlns:a16="http://schemas.microsoft.com/office/drawing/2014/main" id="{DDAE77D4-2076-4EE6-88DF-9EA1E4C823E0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3" name="타원 2192">
                <a:extLst>
                  <a:ext uri="{FF2B5EF4-FFF2-40B4-BE49-F238E27FC236}">
                    <a16:creationId xmlns:a16="http://schemas.microsoft.com/office/drawing/2014/main" id="{4C80FD7F-B01B-4C10-8ECE-CC295967DABC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4" name="타원 2193">
                <a:extLst>
                  <a:ext uri="{FF2B5EF4-FFF2-40B4-BE49-F238E27FC236}">
                    <a16:creationId xmlns:a16="http://schemas.microsoft.com/office/drawing/2014/main" id="{8C373686-66C4-420F-A075-EE22F601847B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5" name="타원 2194">
                <a:extLst>
                  <a:ext uri="{FF2B5EF4-FFF2-40B4-BE49-F238E27FC236}">
                    <a16:creationId xmlns:a16="http://schemas.microsoft.com/office/drawing/2014/main" id="{564C4912-0D95-480E-9D1D-E804CF88737F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6" name="타원 2195">
                <a:extLst>
                  <a:ext uri="{FF2B5EF4-FFF2-40B4-BE49-F238E27FC236}">
                    <a16:creationId xmlns:a16="http://schemas.microsoft.com/office/drawing/2014/main" id="{B53E8DFC-C86C-4551-8429-CF8A6C77404F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7" name="타원 2196">
                <a:extLst>
                  <a:ext uri="{FF2B5EF4-FFF2-40B4-BE49-F238E27FC236}">
                    <a16:creationId xmlns:a16="http://schemas.microsoft.com/office/drawing/2014/main" id="{A8C71110-F1AE-473B-AD67-441F5512D36E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8" name="타원 2197">
                <a:extLst>
                  <a:ext uri="{FF2B5EF4-FFF2-40B4-BE49-F238E27FC236}">
                    <a16:creationId xmlns:a16="http://schemas.microsoft.com/office/drawing/2014/main" id="{479AC8C8-B573-41A0-BC30-62D5D47528F7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9" name="타원 2198">
                <a:extLst>
                  <a:ext uri="{FF2B5EF4-FFF2-40B4-BE49-F238E27FC236}">
                    <a16:creationId xmlns:a16="http://schemas.microsoft.com/office/drawing/2014/main" id="{0DBA0D7A-DFC7-4C6C-95D5-2C05E28F38D5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0" name="타원 2199">
                <a:extLst>
                  <a:ext uri="{FF2B5EF4-FFF2-40B4-BE49-F238E27FC236}">
                    <a16:creationId xmlns:a16="http://schemas.microsoft.com/office/drawing/2014/main" id="{D1C1F660-D9B2-44B1-9CA1-3525BEDD5278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01" name="그룹 2200">
              <a:extLst>
                <a:ext uri="{FF2B5EF4-FFF2-40B4-BE49-F238E27FC236}">
                  <a16:creationId xmlns:a16="http://schemas.microsoft.com/office/drawing/2014/main" id="{EA408268-3C79-4AA7-BB69-894CCC6F5EFE}"/>
                </a:ext>
              </a:extLst>
            </p:cNvPr>
            <p:cNvGrpSpPr/>
            <p:nvPr/>
          </p:nvGrpSpPr>
          <p:grpSpPr>
            <a:xfrm>
              <a:off x="222250" y="2965450"/>
              <a:ext cx="5504400" cy="18000"/>
              <a:chOff x="222250" y="527050"/>
              <a:chExt cx="5504400" cy="18000"/>
            </a:xfrm>
          </p:grpSpPr>
          <p:sp>
            <p:nvSpPr>
              <p:cNvPr id="2202" name="타원 2201">
                <a:extLst>
                  <a:ext uri="{FF2B5EF4-FFF2-40B4-BE49-F238E27FC236}">
                    <a16:creationId xmlns:a16="http://schemas.microsoft.com/office/drawing/2014/main" id="{6E1AA074-62AA-432A-AD3C-AEB073C867C7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3" name="타원 2202">
                <a:extLst>
                  <a:ext uri="{FF2B5EF4-FFF2-40B4-BE49-F238E27FC236}">
                    <a16:creationId xmlns:a16="http://schemas.microsoft.com/office/drawing/2014/main" id="{EE87849A-F52B-4DB0-BEAE-E7A7C138A686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4" name="타원 2203">
                <a:extLst>
                  <a:ext uri="{FF2B5EF4-FFF2-40B4-BE49-F238E27FC236}">
                    <a16:creationId xmlns:a16="http://schemas.microsoft.com/office/drawing/2014/main" id="{EA4A3EEE-3608-4EEF-9FAF-88E7EDCD8A94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5" name="타원 2204">
                <a:extLst>
                  <a:ext uri="{FF2B5EF4-FFF2-40B4-BE49-F238E27FC236}">
                    <a16:creationId xmlns:a16="http://schemas.microsoft.com/office/drawing/2014/main" id="{57FC7F29-4652-4686-A006-0A52E1221671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6" name="타원 2205">
                <a:extLst>
                  <a:ext uri="{FF2B5EF4-FFF2-40B4-BE49-F238E27FC236}">
                    <a16:creationId xmlns:a16="http://schemas.microsoft.com/office/drawing/2014/main" id="{700157EE-DDA2-44C5-942C-59753DA174A8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7" name="타원 2206">
                <a:extLst>
                  <a:ext uri="{FF2B5EF4-FFF2-40B4-BE49-F238E27FC236}">
                    <a16:creationId xmlns:a16="http://schemas.microsoft.com/office/drawing/2014/main" id="{5A874AF1-0533-4254-95D0-439740B58D14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8" name="타원 2207">
                <a:extLst>
                  <a:ext uri="{FF2B5EF4-FFF2-40B4-BE49-F238E27FC236}">
                    <a16:creationId xmlns:a16="http://schemas.microsoft.com/office/drawing/2014/main" id="{2641D562-A3C4-4CAA-A1B9-B74D294FF027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9" name="타원 2208">
                <a:extLst>
                  <a:ext uri="{FF2B5EF4-FFF2-40B4-BE49-F238E27FC236}">
                    <a16:creationId xmlns:a16="http://schemas.microsoft.com/office/drawing/2014/main" id="{CEDA45D9-A22D-4134-8B39-99A06BAE92A0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0" name="타원 2209">
                <a:extLst>
                  <a:ext uri="{FF2B5EF4-FFF2-40B4-BE49-F238E27FC236}">
                    <a16:creationId xmlns:a16="http://schemas.microsoft.com/office/drawing/2014/main" id="{13A4DF54-0B08-434A-9BF1-A64C3ECA4344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1" name="타원 2210">
                <a:extLst>
                  <a:ext uri="{FF2B5EF4-FFF2-40B4-BE49-F238E27FC236}">
                    <a16:creationId xmlns:a16="http://schemas.microsoft.com/office/drawing/2014/main" id="{BED9D7FA-C910-4D34-86A7-19B24F4016E7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2" name="타원 2211">
                <a:extLst>
                  <a:ext uri="{FF2B5EF4-FFF2-40B4-BE49-F238E27FC236}">
                    <a16:creationId xmlns:a16="http://schemas.microsoft.com/office/drawing/2014/main" id="{2C299F49-13E6-4E95-B2C6-AFD6B8EE23D0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3" name="타원 2212">
                <a:extLst>
                  <a:ext uri="{FF2B5EF4-FFF2-40B4-BE49-F238E27FC236}">
                    <a16:creationId xmlns:a16="http://schemas.microsoft.com/office/drawing/2014/main" id="{BBFAC77B-493C-4690-80BA-89FD7F0B03D6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4" name="타원 2213">
                <a:extLst>
                  <a:ext uri="{FF2B5EF4-FFF2-40B4-BE49-F238E27FC236}">
                    <a16:creationId xmlns:a16="http://schemas.microsoft.com/office/drawing/2014/main" id="{5E45E74C-2BD2-4392-8F0A-65D5AE638681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5" name="타원 2214">
                <a:extLst>
                  <a:ext uri="{FF2B5EF4-FFF2-40B4-BE49-F238E27FC236}">
                    <a16:creationId xmlns:a16="http://schemas.microsoft.com/office/drawing/2014/main" id="{755ADB81-2A9D-4934-9156-B40DB45F549F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6" name="타원 2215">
                <a:extLst>
                  <a:ext uri="{FF2B5EF4-FFF2-40B4-BE49-F238E27FC236}">
                    <a16:creationId xmlns:a16="http://schemas.microsoft.com/office/drawing/2014/main" id="{58176D6A-2708-4995-8000-49BD2C643029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7" name="타원 2216">
                <a:extLst>
                  <a:ext uri="{FF2B5EF4-FFF2-40B4-BE49-F238E27FC236}">
                    <a16:creationId xmlns:a16="http://schemas.microsoft.com/office/drawing/2014/main" id="{B651DE91-DF10-4E5D-84D1-603724A080BD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8" name="타원 2217">
                <a:extLst>
                  <a:ext uri="{FF2B5EF4-FFF2-40B4-BE49-F238E27FC236}">
                    <a16:creationId xmlns:a16="http://schemas.microsoft.com/office/drawing/2014/main" id="{76095EF3-B6C3-491C-8277-4607A83E2D81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9" name="타원 2218">
                <a:extLst>
                  <a:ext uri="{FF2B5EF4-FFF2-40B4-BE49-F238E27FC236}">
                    <a16:creationId xmlns:a16="http://schemas.microsoft.com/office/drawing/2014/main" id="{557E8FDD-B8BD-4414-BE3D-C9F9873F5FD1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0" name="타원 2219">
                <a:extLst>
                  <a:ext uri="{FF2B5EF4-FFF2-40B4-BE49-F238E27FC236}">
                    <a16:creationId xmlns:a16="http://schemas.microsoft.com/office/drawing/2014/main" id="{9DAB5B17-C2E2-4C27-8849-FCBA4C00F838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1" name="타원 2220">
                <a:extLst>
                  <a:ext uri="{FF2B5EF4-FFF2-40B4-BE49-F238E27FC236}">
                    <a16:creationId xmlns:a16="http://schemas.microsoft.com/office/drawing/2014/main" id="{8E42A961-809F-4EA4-AC5B-8AA851157A7C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2" name="타원 2221">
                <a:extLst>
                  <a:ext uri="{FF2B5EF4-FFF2-40B4-BE49-F238E27FC236}">
                    <a16:creationId xmlns:a16="http://schemas.microsoft.com/office/drawing/2014/main" id="{089559C2-6598-40AD-AFF4-019741F4FF62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3" name="타원 2222">
                <a:extLst>
                  <a:ext uri="{FF2B5EF4-FFF2-40B4-BE49-F238E27FC236}">
                    <a16:creationId xmlns:a16="http://schemas.microsoft.com/office/drawing/2014/main" id="{43DA835D-843E-4C23-9C2E-41BB63B7F42D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4" name="타원 2223">
                <a:extLst>
                  <a:ext uri="{FF2B5EF4-FFF2-40B4-BE49-F238E27FC236}">
                    <a16:creationId xmlns:a16="http://schemas.microsoft.com/office/drawing/2014/main" id="{D2E64C88-BCF1-4CC3-8E67-EDB857D22A00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5" name="타원 2224">
                <a:extLst>
                  <a:ext uri="{FF2B5EF4-FFF2-40B4-BE49-F238E27FC236}">
                    <a16:creationId xmlns:a16="http://schemas.microsoft.com/office/drawing/2014/main" id="{9B9A81D4-E527-4998-8E93-73EA8CA6BBC5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6" name="타원 2225">
                <a:extLst>
                  <a:ext uri="{FF2B5EF4-FFF2-40B4-BE49-F238E27FC236}">
                    <a16:creationId xmlns:a16="http://schemas.microsoft.com/office/drawing/2014/main" id="{AC6F1A6B-FB41-48FA-8346-24FED9DFF52F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7" name="타원 2226">
                <a:extLst>
                  <a:ext uri="{FF2B5EF4-FFF2-40B4-BE49-F238E27FC236}">
                    <a16:creationId xmlns:a16="http://schemas.microsoft.com/office/drawing/2014/main" id="{A94718F5-7A5B-43AD-AFD7-5CCF25E1D476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8" name="타원 2227">
                <a:extLst>
                  <a:ext uri="{FF2B5EF4-FFF2-40B4-BE49-F238E27FC236}">
                    <a16:creationId xmlns:a16="http://schemas.microsoft.com/office/drawing/2014/main" id="{08A9A5EE-F41C-4119-90EB-34C24B279695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9" name="타원 2228">
                <a:extLst>
                  <a:ext uri="{FF2B5EF4-FFF2-40B4-BE49-F238E27FC236}">
                    <a16:creationId xmlns:a16="http://schemas.microsoft.com/office/drawing/2014/main" id="{C481786F-C31D-41D4-BB34-E57AFFD760F9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0" name="타원 2229">
                <a:extLst>
                  <a:ext uri="{FF2B5EF4-FFF2-40B4-BE49-F238E27FC236}">
                    <a16:creationId xmlns:a16="http://schemas.microsoft.com/office/drawing/2014/main" id="{9D5894D6-9462-4907-A005-9CC3E80749C7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1" name="타원 2230">
                <a:extLst>
                  <a:ext uri="{FF2B5EF4-FFF2-40B4-BE49-F238E27FC236}">
                    <a16:creationId xmlns:a16="http://schemas.microsoft.com/office/drawing/2014/main" id="{A535CA09-DEC7-476B-A9DA-C3A850F52CFB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2" name="타원 2231">
                <a:extLst>
                  <a:ext uri="{FF2B5EF4-FFF2-40B4-BE49-F238E27FC236}">
                    <a16:creationId xmlns:a16="http://schemas.microsoft.com/office/drawing/2014/main" id="{1FBEACC1-C5DB-4C95-AAC0-91601B8BB526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3" name="타원 2232">
                <a:extLst>
                  <a:ext uri="{FF2B5EF4-FFF2-40B4-BE49-F238E27FC236}">
                    <a16:creationId xmlns:a16="http://schemas.microsoft.com/office/drawing/2014/main" id="{71FE03A2-6DAF-4C23-8866-462095E8FE58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4" name="타원 2233">
                <a:extLst>
                  <a:ext uri="{FF2B5EF4-FFF2-40B4-BE49-F238E27FC236}">
                    <a16:creationId xmlns:a16="http://schemas.microsoft.com/office/drawing/2014/main" id="{FF7DA9ED-A6E6-4ED6-9493-8B4F05445BB6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5" name="타원 2234">
                <a:extLst>
                  <a:ext uri="{FF2B5EF4-FFF2-40B4-BE49-F238E27FC236}">
                    <a16:creationId xmlns:a16="http://schemas.microsoft.com/office/drawing/2014/main" id="{C4EA607D-4519-44EC-9847-2E01F7B0AADB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6" name="타원 2235">
                <a:extLst>
                  <a:ext uri="{FF2B5EF4-FFF2-40B4-BE49-F238E27FC236}">
                    <a16:creationId xmlns:a16="http://schemas.microsoft.com/office/drawing/2014/main" id="{297C3229-B08E-47EB-A684-81AB2DB14765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7" name="타원 2236">
                <a:extLst>
                  <a:ext uri="{FF2B5EF4-FFF2-40B4-BE49-F238E27FC236}">
                    <a16:creationId xmlns:a16="http://schemas.microsoft.com/office/drawing/2014/main" id="{55786464-224D-46EB-A38B-27DECC55E909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8" name="타원 2237">
                <a:extLst>
                  <a:ext uri="{FF2B5EF4-FFF2-40B4-BE49-F238E27FC236}">
                    <a16:creationId xmlns:a16="http://schemas.microsoft.com/office/drawing/2014/main" id="{7C9BBABE-6F49-4C1E-83F9-D77124126887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39" name="그룹 2238">
              <a:extLst>
                <a:ext uri="{FF2B5EF4-FFF2-40B4-BE49-F238E27FC236}">
                  <a16:creationId xmlns:a16="http://schemas.microsoft.com/office/drawing/2014/main" id="{84FB9A56-78BD-4C8C-B58C-0069B5554E5E}"/>
                </a:ext>
              </a:extLst>
            </p:cNvPr>
            <p:cNvGrpSpPr/>
            <p:nvPr/>
          </p:nvGrpSpPr>
          <p:grpSpPr>
            <a:xfrm>
              <a:off x="222250" y="3117850"/>
              <a:ext cx="5504400" cy="18000"/>
              <a:chOff x="222250" y="527050"/>
              <a:chExt cx="5504400" cy="18000"/>
            </a:xfrm>
          </p:grpSpPr>
          <p:sp>
            <p:nvSpPr>
              <p:cNvPr id="2240" name="타원 2239">
                <a:extLst>
                  <a:ext uri="{FF2B5EF4-FFF2-40B4-BE49-F238E27FC236}">
                    <a16:creationId xmlns:a16="http://schemas.microsoft.com/office/drawing/2014/main" id="{534CEDBF-3130-4804-B4BF-D166B86AF9E7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1" name="타원 2240">
                <a:extLst>
                  <a:ext uri="{FF2B5EF4-FFF2-40B4-BE49-F238E27FC236}">
                    <a16:creationId xmlns:a16="http://schemas.microsoft.com/office/drawing/2014/main" id="{AEC1E693-D237-4344-BCF6-772CFA9F899A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2" name="타원 2241">
                <a:extLst>
                  <a:ext uri="{FF2B5EF4-FFF2-40B4-BE49-F238E27FC236}">
                    <a16:creationId xmlns:a16="http://schemas.microsoft.com/office/drawing/2014/main" id="{D0512C19-AB41-45A5-8894-E93A0173561A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3" name="타원 2242">
                <a:extLst>
                  <a:ext uri="{FF2B5EF4-FFF2-40B4-BE49-F238E27FC236}">
                    <a16:creationId xmlns:a16="http://schemas.microsoft.com/office/drawing/2014/main" id="{6BDECC14-31B6-406C-8DCF-8B771E8FA9A7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4" name="타원 2243">
                <a:extLst>
                  <a:ext uri="{FF2B5EF4-FFF2-40B4-BE49-F238E27FC236}">
                    <a16:creationId xmlns:a16="http://schemas.microsoft.com/office/drawing/2014/main" id="{4008AA43-7815-46A4-828C-CF924285ED8D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5" name="타원 2244">
                <a:extLst>
                  <a:ext uri="{FF2B5EF4-FFF2-40B4-BE49-F238E27FC236}">
                    <a16:creationId xmlns:a16="http://schemas.microsoft.com/office/drawing/2014/main" id="{51B33117-78FB-4FA6-B762-3C854F51A332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6" name="타원 2245">
                <a:extLst>
                  <a:ext uri="{FF2B5EF4-FFF2-40B4-BE49-F238E27FC236}">
                    <a16:creationId xmlns:a16="http://schemas.microsoft.com/office/drawing/2014/main" id="{8E94479F-C79B-4CEA-BAEA-A21D347210B5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7" name="타원 2246">
                <a:extLst>
                  <a:ext uri="{FF2B5EF4-FFF2-40B4-BE49-F238E27FC236}">
                    <a16:creationId xmlns:a16="http://schemas.microsoft.com/office/drawing/2014/main" id="{A8B1F84A-D733-4EED-8CEF-93B37256205D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8" name="타원 2247">
                <a:extLst>
                  <a:ext uri="{FF2B5EF4-FFF2-40B4-BE49-F238E27FC236}">
                    <a16:creationId xmlns:a16="http://schemas.microsoft.com/office/drawing/2014/main" id="{9D253E86-5EAB-454C-B9B8-07F2F7491A30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9" name="타원 2248">
                <a:extLst>
                  <a:ext uri="{FF2B5EF4-FFF2-40B4-BE49-F238E27FC236}">
                    <a16:creationId xmlns:a16="http://schemas.microsoft.com/office/drawing/2014/main" id="{76CA169B-0DD8-44F1-910E-56E1289C148E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0" name="타원 2249">
                <a:extLst>
                  <a:ext uri="{FF2B5EF4-FFF2-40B4-BE49-F238E27FC236}">
                    <a16:creationId xmlns:a16="http://schemas.microsoft.com/office/drawing/2014/main" id="{B4517A8F-95F0-49C6-8860-E24A5ADF8EBF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1" name="타원 2250">
                <a:extLst>
                  <a:ext uri="{FF2B5EF4-FFF2-40B4-BE49-F238E27FC236}">
                    <a16:creationId xmlns:a16="http://schemas.microsoft.com/office/drawing/2014/main" id="{06D3F35E-09B7-47D9-98D3-655B9516EE5F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2" name="타원 2251">
                <a:extLst>
                  <a:ext uri="{FF2B5EF4-FFF2-40B4-BE49-F238E27FC236}">
                    <a16:creationId xmlns:a16="http://schemas.microsoft.com/office/drawing/2014/main" id="{5E893476-CDF6-46FB-A89E-F4D3ECB4C454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" name="타원 2252">
                <a:extLst>
                  <a:ext uri="{FF2B5EF4-FFF2-40B4-BE49-F238E27FC236}">
                    <a16:creationId xmlns:a16="http://schemas.microsoft.com/office/drawing/2014/main" id="{C6B89A89-D09E-495C-B349-3CE3C4AAABC9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" name="타원 2253">
                <a:extLst>
                  <a:ext uri="{FF2B5EF4-FFF2-40B4-BE49-F238E27FC236}">
                    <a16:creationId xmlns:a16="http://schemas.microsoft.com/office/drawing/2014/main" id="{FCB4182C-766E-4FD9-B7C8-52714F84FE87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5" name="타원 2254">
                <a:extLst>
                  <a:ext uri="{FF2B5EF4-FFF2-40B4-BE49-F238E27FC236}">
                    <a16:creationId xmlns:a16="http://schemas.microsoft.com/office/drawing/2014/main" id="{CBB766C0-13AD-4776-BF74-E9AA96A44576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6" name="타원 2255">
                <a:extLst>
                  <a:ext uri="{FF2B5EF4-FFF2-40B4-BE49-F238E27FC236}">
                    <a16:creationId xmlns:a16="http://schemas.microsoft.com/office/drawing/2014/main" id="{E5A5A005-9514-4F61-8D6B-EBEB4705BD80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7" name="타원 2256">
                <a:extLst>
                  <a:ext uri="{FF2B5EF4-FFF2-40B4-BE49-F238E27FC236}">
                    <a16:creationId xmlns:a16="http://schemas.microsoft.com/office/drawing/2014/main" id="{AA2D39EB-9DB1-4C5A-969D-7DA83208CC4B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8" name="타원 2257">
                <a:extLst>
                  <a:ext uri="{FF2B5EF4-FFF2-40B4-BE49-F238E27FC236}">
                    <a16:creationId xmlns:a16="http://schemas.microsoft.com/office/drawing/2014/main" id="{581DF1D6-F2A4-4912-9A82-B70E89C34395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9" name="타원 2258">
                <a:extLst>
                  <a:ext uri="{FF2B5EF4-FFF2-40B4-BE49-F238E27FC236}">
                    <a16:creationId xmlns:a16="http://schemas.microsoft.com/office/drawing/2014/main" id="{A0ED4278-BB62-459B-9ACE-70CEF3197C42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0" name="타원 2259">
                <a:extLst>
                  <a:ext uri="{FF2B5EF4-FFF2-40B4-BE49-F238E27FC236}">
                    <a16:creationId xmlns:a16="http://schemas.microsoft.com/office/drawing/2014/main" id="{8FC70B12-0A3E-444E-93FB-7435B77A838E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1" name="타원 2260">
                <a:extLst>
                  <a:ext uri="{FF2B5EF4-FFF2-40B4-BE49-F238E27FC236}">
                    <a16:creationId xmlns:a16="http://schemas.microsoft.com/office/drawing/2014/main" id="{E8FC83B3-8C4A-44C4-ADB2-7FF303D265F3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" name="타원 2261">
                <a:extLst>
                  <a:ext uri="{FF2B5EF4-FFF2-40B4-BE49-F238E27FC236}">
                    <a16:creationId xmlns:a16="http://schemas.microsoft.com/office/drawing/2014/main" id="{49AC0008-B662-45FA-853A-4C857F3D2934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" name="타원 2262">
                <a:extLst>
                  <a:ext uri="{FF2B5EF4-FFF2-40B4-BE49-F238E27FC236}">
                    <a16:creationId xmlns:a16="http://schemas.microsoft.com/office/drawing/2014/main" id="{005E9FE9-A9B1-4648-936E-E4B478405FC3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4" name="타원 2263">
                <a:extLst>
                  <a:ext uri="{FF2B5EF4-FFF2-40B4-BE49-F238E27FC236}">
                    <a16:creationId xmlns:a16="http://schemas.microsoft.com/office/drawing/2014/main" id="{66A056B4-D625-4E5E-B03D-681136CC057D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5" name="타원 2264">
                <a:extLst>
                  <a:ext uri="{FF2B5EF4-FFF2-40B4-BE49-F238E27FC236}">
                    <a16:creationId xmlns:a16="http://schemas.microsoft.com/office/drawing/2014/main" id="{E442BECF-92F8-4F8D-897D-117A529B5E19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6" name="타원 2265">
                <a:extLst>
                  <a:ext uri="{FF2B5EF4-FFF2-40B4-BE49-F238E27FC236}">
                    <a16:creationId xmlns:a16="http://schemas.microsoft.com/office/drawing/2014/main" id="{11D44ED4-E048-47D7-B3AE-A3486EE1BFF9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7" name="타원 2266">
                <a:extLst>
                  <a:ext uri="{FF2B5EF4-FFF2-40B4-BE49-F238E27FC236}">
                    <a16:creationId xmlns:a16="http://schemas.microsoft.com/office/drawing/2014/main" id="{223DBFB8-88BF-49CD-B6A2-C9DD0CAB4806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8" name="타원 2267">
                <a:extLst>
                  <a:ext uri="{FF2B5EF4-FFF2-40B4-BE49-F238E27FC236}">
                    <a16:creationId xmlns:a16="http://schemas.microsoft.com/office/drawing/2014/main" id="{35AC2C95-C8EE-453C-A7A7-4A4D2440FA01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9" name="타원 2268">
                <a:extLst>
                  <a:ext uri="{FF2B5EF4-FFF2-40B4-BE49-F238E27FC236}">
                    <a16:creationId xmlns:a16="http://schemas.microsoft.com/office/drawing/2014/main" id="{1C67F506-8B47-43CC-B4E0-5740E32938A9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0" name="타원 2269">
                <a:extLst>
                  <a:ext uri="{FF2B5EF4-FFF2-40B4-BE49-F238E27FC236}">
                    <a16:creationId xmlns:a16="http://schemas.microsoft.com/office/drawing/2014/main" id="{4D60B112-309E-460B-ADA6-3B3A3A8EA269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1" name="타원 2270">
                <a:extLst>
                  <a:ext uri="{FF2B5EF4-FFF2-40B4-BE49-F238E27FC236}">
                    <a16:creationId xmlns:a16="http://schemas.microsoft.com/office/drawing/2014/main" id="{2AE353D4-7639-48C0-AE69-A28968869381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2" name="타원 2271">
                <a:extLst>
                  <a:ext uri="{FF2B5EF4-FFF2-40B4-BE49-F238E27FC236}">
                    <a16:creationId xmlns:a16="http://schemas.microsoft.com/office/drawing/2014/main" id="{363C0AB6-1B32-4FA7-9ACE-66B249C4FFED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3" name="타원 2272">
                <a:extLst>
                  <a:ext uri="{FF2B5EF4-FFF2-40B4-BE49-F238E27FC236}">
                    <a16:creationId xmlns:a16="http://schemas.microsoft.com/office/drawing/2014/main" id="{6FE94C5F-C455-4689-A114-2455BE51B37F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4" name="타원 2273">
                <a:extLst>
                  <a:ext uri="{FF2B5EF4-FFF2-40B4-BE49-F238E27FC236}">
                    <a16:creationId xmlns:a16="http://schemas.microsoft.com/office/drawing/2014/main" id="{E913FA11-8D9B-4743-A7C3-5FD496DC8BDD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5" name="타원 2274">
                <a:extLst>
                  <a:ext uri="{FF2B5EF4-FFF2-40B4-BE49-F238E27FC236}">
                    <a16:creationId xmlns:a16="http://schemas.microsoft.com/office/drawing/2014/main" id="{BAC5D84E-C42F-4C66-B9D3-FBE495AEC6D5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6" name="타원 2275">
                <a:extLst>
                  <a:ext uri="{FF2B5EF4-FFF2-40B4-BE49-F238E27FC236}">
                    <a16:creationId xmlns:a16="http://schemas.microsoft.com/office/drawing/2014/main" id="{5F0AC644-9FF1-4B51-B3AE-51BFF6012275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77" name="그룹 2276">
              <a:extLst>
                <a:ext uri="{FF2B5EF4-FFF2-40B4-BE49-F238E27FC236}">
                  <a16:creationId xmlns:a16="http://schemas.microsoft.com/office/drawing/2014/main" id="{D51F359B-D747-4C8C-9357-2C01FB62104E}"/>
                </a:ext>
              </a:extLst>
            </p:cNvPr>
            <p:cNvGrpSpPr/>
            <p:nvPr/>
          </p:nvGrpSpPr>
          <p:grpSpPr>
            <a:xfrm>
              <a:off x="222250" y="3270250"/>
              <a:ext cx="5504400" cy="18000"/>
              <a:chOff x="222250" y="527050"/>
              <a:chExt cx="5504400" cy="18000"/>
            </a:xfrm>
          </p:grpSpPr>
          <p:sp>
            <p:nvSpPr>
              <p:cNvPr id="2278" name="타원 2277">
                <a:extLst>
                  <a:ext uri="{FF2B5EF4-FFF2-40B4-BE49-F238E27FC236}">
                    <a16:creationId xmlns:a16="http://schemas.microsoft.com/office/drawing/2014/main" id="{E7C2DFB7-6DB1-42B7-963A-F6C351926143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9" name="타원 2278">
                <a:extLst>
                  <a:ext uri="{FF2B5EF4-FFF2-40B4-BE49-F238E27FC236}">
                    <a16:creationId xmlns:a16="http://schemas.microsoft.com/office/drawing/2014/main" id="{B829EAA4-CBC9-492D-BB16-4DCA97DA1794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0" name="타원 2279">
                <a:extLst>
                  <a:ext uri="{FF2B5EF4-FFF2-40B4-BE49-F238E27FC236}">
                    <a16:creationId xmlns:a16="http://schemas.microsoft.com/office/drawing/2014/main" id="{A7910CC7-7A36-40AF-96D3-0A71714DF5CB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1" name="타원 2280">
                <a:extLst>
                  <a:ext uri="{FF2B5EF4-FFF2-40B4-BE49-F238E27FC236}">
                    <a16:creationId xmlns:a16="http://schemas.microsoft.com/office/drawing/2014/main" id="{9438107E-9BB1-457A-8FEF-2FEA820DEDE6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2" name="타원 2281">
                <a:extLst>
                  <a:ext uri="{FF2B5EF4-FFF2-40B4-BE49-F238E27FC236}">
                    <a16:creationId xmlns:a16="http://schemas.microsoft.com/office/drawing/2014/main" id="{FE695EF1-881F-4CB0-8251-CDAF7E83C916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3" name="타원 2282">
                <a:extLst>
                  <a:ext uri="{FF2B5EF4-FFF2-40B4-BE49-F238E27FC236}">
                    <a16:creationId xmlns:a16="http://schemas.microsoft.com/office/drawing/2014/main" id="{FF2D5374-4D1A-487B-893E-A503ED268918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4" name="타원 2283">
                <a:extLst>
                  <a:ext uri="{FF2B5EF4-FFF2-40B4-BE49-F238E27FC236}">
                    <a16:creationId xmlns:a16="http://schemas.microsoft.com/office/drawing/2014/main" id="{A28BDD5F-CB6F-436B-A09C-2765266919BB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5" name="타원 2284">
                <a:extLst>
                  <a:ext uri="{FF2B5EF4-FFF2-40B4-BE49-F238E27FC236}">
                    <a16:creationId xmlns:a16="http://schemas.microsoft.com/office/drawing/2014/main" id="{21793AA0-96A4-44C4-94EA-F1A2B707F8E5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6" name="타원 2285">
                <a:extLst>
                  <a:ext uri="{FF2B5EF4-FFF2-40B4-BE49-F238E27FC236}">
                    <a16:creationId xmlns:a16="http://schemas.microsoft.com/office/drawing/2014/main" id="{A8E4C36D-16CE-41FE-9157-DFB411A9F6D5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7" name="타원 2286">
                <a:extLst>
                  <a:ext uri="{FF2B5EF4-FFF2-40B4-BE49-F238E27FC236}">
                    <a16:creationId xmlns:a16="http://schemas.microsoft.com/office/drawing/2014/main" id="{3E75D739-E401-42B6-BFDB-9471BDBC4BCD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8" name="타원 2287">
                <a:extLst>
                  <a:ext uri="{FF2B5EF4-FFF2-40B4-BE49-F238E27FC236}">
                    <a16:creationId xmlns:a16="http://schemas.microsoft.com/office/drawing/2014/main" id="{683E00AD-707C-4DE2-A161-056B64D16BB8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9" name="타원 2288">
                <a:extLst>
                  <a:ext uri="{FF2B5EF4-FFF2-40B4-BE49-F238E27FC236}">
                    <a16:creationId xmlns:a16="http://schemas.microsoft.com/office/drawing/2014/main" id="{0D8C4F49-D984-4D7E-A33E-27C7DA8F48E4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0" name="타원 2289">
                <a:extLst>
                  <a:ext uri="{FF2B5EF4-FFF2-40B4-BE49-F238E27FC236}">
                    <a16:creationId xmlns:a16="http://schemas.microsoft.com/office/drawing/2014/main" id="{7B3F2A93-5DCA-44B9-B9F6-05076C4EE2FF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1" name="타원 2290">
                <a:extLst>
                  <a:ext uri="{FF2B5EF4-FFF2-40B4-BE49-F238E27FC236}">
                    <a16:creationId xmlns:a16="http://schemas.microsoft.com/office/drawing/2014/main" id="{A32381A2-EFF9-4A50-8D79-8BA6257C4A1D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2" name="타원 2291">
                <a:extLst>
                  <a:ext uri="{FF2B5EF4-FFF2-40B4-BE49-F238E27FC236}">
                    <a16:creationId xmlns:a16="http://schemas.microsoft.com/office/drawing/2014/main" id="{6BC63DAB-A3B6-4260-8454-6939D0DE7122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3" name="타원 2292">
                <a:extLst>
                  <a:ext uri="{FF2B5EF4-FFF2-40B4-BE49-F238E27FC236}">
                    <a16:creationId xmlns:a16="http://schemas.microsoft.com/office/drawing/2014/main" id="{EEC2F0CC-C020-43FD-82FA-81BEB1E03DBC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4" name="타원 2293">
                <a:extLst>
                  <a:ext uri="{FF2B5EF4-FFF2-40B4-BE49-F238E27FC236}">
                    <a16:creationId xmlns:a16="http://schemas.microsoft.com/office/drawing/2014/main" id="{E397F7F6-305A-445B-B472-2F0F46349ACE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5" name="타원 2294">
                <a:extLst>
                  <a:ext uri="{FF2B5EF4-FFF2-40B4-BE49-F238E27FC236}">
                    <a16:creationId xmlns:a16="http://schemas.microsoft.com/office/drawing/2014/main" id="{A51888D7-5E22-48C2-89B8-ED0D942CD98C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6" name="타원 2295">
                <a:extLst>
                  <a:ext uri="{FF2B5EF4-FFF2-40B4-BE49-F238E27FC236}">
                    <a16:creationId xmlns:a16="http://schemas.microsoft.com/office/drawing/2014/main" id="{882DDB8B-92C7-483C-A298-5FC9D5DDEAF2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7" name="타원 2296">
                <a:extLst>
                  <a:ext uri="{FF2B5EF4-FFF2-40B4-BE49-F238E27FC236}">
                    <a16:creationId xmlns:a16="http://schemas.microsoft.com/office/drawing/2014/main" id="{B24D6491-743D-4B6D-A4C0-DDA2CA2F0689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8" name="타원 2297">
                <a:extLst>
                  <a:ext uri="{FF2B5EF4-FFF2-40B4-BE49-F238E27FC236}">
                    <a16:creationId xmlns:a16="http://schemas.microsoft.com/office/drawing/2014/main" id="{13D9224A-FE2D-44A2-9293-86BCD41E00F2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9" name="타원 2298">
                <a:extLst>
                  <a:ext uri="{FF2B5EF4-FFF2-40B4-BE49-F238E27FC236}">
                    <a16:creationId xmlns:a16="http://schemas.microsoft.com/office/drawing/2014/main" id="{307FA7CD-C8EA-48F2-ABCB-F37444C90DC4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0" name="타원 2299">
                <a:extLst>
                  <a:ext uri="{FF2B5EF4-FFF2-40B4-BE49-F238E27FC236}">
                    <a16:creationId xmlns:a16="http://schemas.microsoft.com/office/drawing/2014/main" id="{2D07F352-8C6E-408C-97B5-D1C8FBC9ED9B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1" name="타원 2300">
                <a:extLst>
                  <a:ext uri="{FF2B5EF4-FFF2-40B4-BE49-F238E27FC236}">
                    <a16:creationId xmlns:a16="http://schemas.microsoft.com/office/drawing/2014/main" id="{C4ED0645-D4E3-4426-8EEF-D33035FACB24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2" name="타원 2301">
                <a:extLst>
                  <a:ext uri="{FF2B5EF4-FFF2-40B4-BE49-F238E27FC236}">
                    <a16:creationId xmlns:a16="http://schemas.microsoft.com/office/drawing/2014/main" id="{F909B83B-D129-4CC2-9068-970B402A6129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3" name="타원 2302">
                <a:extLst>
                  <a:ext uri="{FF2B5EF4-FFF2-40B4-BE49-F238E27FC236}">
                    <a16:creationId xmlns:a16="http://schemas.microsoft.com/office/drawing/2014/main" id="{483E2C16-B8CF-4D9F-9A55-C588BAFD7565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4" name="타원 2303">
                <a:extLst>
                  <a:ext uri="{FF2B5EF4-FFF2-40B4-BE49-F238E27FC236}">
                    <a16:creationId xmlns:a16="http://schemas.microsoft.com/office/drawing/2014/main" id="{485BF578-4B26-4C86-8897-8DA456398222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5" name="타원 2304">
                <a:extLst>
                  <a:ext uri="{FF2B5EF4-FFF2-40B4-BE49-F238E27FC236}">
                    <a16:creationId xmlns:a16="http://schemas.microsoft.com/office/drawing/2014/main" id="{E46E7107-470C-43C5-B632-5D5DAF86AF82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6" name="타원 2305">
                <a:extLst>
                  <a:ext uri="{FF2B5EF4-FFF2-40B4-BE49-F238E27FC236}">
                    <a16:creationId xmlns:a16="http://schemas.microsoft.com/office/drawing/2014/main" id="{4126DE89-A99A-455E-BEF2-46B91DEC24FA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7" name="타원 2306">
                <a:extLst>
                  <a:ext uri="{FF2B5EF4-FFF2-40B4-BE49-F238E27FC236}">
                    <a16:creationId xmlns:a16="http://schemas.microsoft.com/office/drawing/2014/main" id="{D5E853FB-359C-4ECE-9D89-8129D9C4EC73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8" name="타원 2307">
                <a:extLst>
                  <a:ext uri="{FF2B5EF4-FFF2-40B4-BE49-F238E27FC236}">
                    <a16:creationId xmlns:a16="http://schemas.microsoft.com/office/drawing/2014/main" id="{C9131F55-190A-42FB-9740-A8B0367515FE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9" name="타원 2308">
                <a:extLst>
                  <a:ext uri="{FF2B5EF4-FFF2-40B4-BE49-F238E27FC236}">
                    <a16:creationId xmlns:a16="http://schemas.microsoft.com/office/drawing/2014/main" id="{38045DAF-35E9-419F-B974-1B8958811FCE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0" name="타원 2309">
                <a:extLst>
                  <a:ext uri="{FF2B5EF4-FFF2-40B4-BE49-F238E27FC236}">
                    <a16:creationId xmlns:a16="http://schemas.microsoft.com/office/drawing/2014/main" id="{D077ECF4-9F03-4D17-BC45-D43FCEC953CE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1" name="타원 2310">
                <a:extLst>
                  <a:ext uri="{FF2B5EF4-FFF2-40B4-BE49-F238E27FC236}">
                    <a16:creationId xmlns:a16="http://schemas.microsoft.com/office/drawing/2014/main" id="{0F099EFB-104D-46E8-A94A-E1A04CA09DDD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2" name="타원 2311">
                <a:extLst>
                  <a:ext uri="{FF2B5EF4-FFF2-40B4-BE49-F238E27FC236}">
                    <a16:creationId xmlns:a16="http://schemas.microsoft.com/office/drawing/2014/main" id="{3B00E634-B932-4454-B3FC-F4B13AE977C5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3" name="타원 2312">
                <a:extLst>
                  <a:ext uri="{FF2B5EF4-FFF2-40B4-BE49-F238E27FC236}">
                    <a16:creationId xmlns:a16="http://schemas.microsoft.com/office/drawing/2014/main" id="{5C29078B-B6C1-47D0-84F8-9790EB35C47C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4" name="타원 2313">
                <a:extLst>
                  <a:ext uri="{FF2B5EF4-FFF2-40B4-BE49-F238E27FC236}">
                    <a16:creationId xmlns:a16="http://schemas.microsoft.com/office/drawing/2014/main" id="{5FC28955-B134-4651-B882-30E0D093093C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315" name="그룹 2314">
              <a:extLst>
                <a:ext uri="{FF2B5EF4-FFF2-40B4-BE49-F238E27FC236}">
                  <a16:creationId xmlns:a16="http://schemas.microsoft.com/office/drawing/2014/main" id="{8AC1A5D3-06B9-42AD-A752-208066B3995C}"/>
                </a:ext>
              </a:extLst>
            </p:cNvPr>
            <p:cNvGrpSpPr/>
            <p:nvPr/>
          </p:nvGrpSpPr>
          <p:grpSpPr>
            <a:xfrm>
              <a:off x="222250" y="3422650"/>
              <a:ext cx="5504400" cy="18000"/>
              <a:chOff x="222250" y="527050"/>
              <a:chExt cx="5504400" cy="18000"/>
            </a:xfrm>
          </p:grpSpPr>
          <p:sp>
            <p:nvSpPr>
              <p:cNvPr id="2316" name="타원 2315">
                <a:extLst>
                  <a:ext uri="{FF2B5EF4-FFF2-40B4-BE49-F238E27FC236}">
                    <a16:creationId xmlns:a16="http://schemas.microsoft.com/office/drawing/2014/main" id="{4C1974A8-ED06-4CE4-B2E6-718C50A32C48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7" name="타원 2316">
                <a:extLst>
                  <a:ext uri="{FF2B5EF4-FFF2-40B4-BE49-F238E27FC236}">
                    <a16:creationId xmlns:a16="http://schemas.microsoft.com/office/drawing/2014/main" id="{BED11FD1-D901-4DF8-875E-CE8C2D5154B6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8" name="타원 2317">
                <a:extLst>
                  <a:ext uri="{FF2B5EF4-FFF2-40B4-BE49-F238E27FC236}">
                    <a16:creationId xmlns:a16="http://schemas.microsoft.com/office/drawing/2014/main" id="{8D9CDBB4-0515-42C2-B1FC-D2D3843A97E2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9" name="타원 2318">
                <a:extLst>
                  <a:ext uri="{FF2B5EF4-FFF2-40B4-BE49-F238E27FC236}">
                    <a16:creationId xmlns:a16="http://schemas.microsoft.com/office/drawing/2014/main" id="{C81B427C-3D3A-4BC3-83B9-810F3DB294E3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0" name="타원 2319">
                <a:extLst>
                  <a:ext uri="{FF2B5EF4-FFF2-40B4-BE49-F238E27FC236}">
                    <a16:creationId xmlns:a16="http://schemas.microsoft.com/office/drawing/2014/main" id="{72E2778E-AE36-4E76-BEB5-2FBC63BB56A0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1" name="타원 2320">
                <a:extLst>
                  <a:ext uri="{FF2B5EF4-FFF2-40B4-BE49-F238E27FC236}">
                    <a16:creationId xmlns:a16="http://schemas.microsoft.com/office/drawing/2014/main" id="{DD674964-196B-4A48-853F-150146CCFD82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2" name="타원 2321">
                <a:extLst>
                  <a:ext uri="{FF2B5EF4-FFF2-40B4-BE49-F238E27FC236}">
                    <a16:creationId xmlns:a16="http://schemas.microsoft.com/office/drawing/2014/main" id="{481DB725-D032-4332-B57D-FA5FB9E5F41D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3" name="타원 2322">
                <a:extLst>
                  <a:ext uri="{FF2B5EF4-FFF2-40B4-BE49-F238E27FC236}">
                    <a16:creationId xmlns:a16="http://schemas.microsoft.com/office/drawing/2014/main" id="{2BA98E7E-E151-4FE4-BDD4-06B5C199B0C7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4" name="타원 2323">
                <a:extLst>
                  <a:ext uri="{FF2B5EF4-FFF2-40B4-BE49-F238E27FC236}">
                    <a16:creationId xmlns:a16="http://schemas.microsoft.com/office/drawing/2014/main" id="{07AAAD96-AE23-4C36-A913-BBFCC1BC7B09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5" name="타원 2324">
                <a:extLst>
                  <a:ext uri="{FF2B5EF4-FFF2-40B4-BE49-F238E27FC236}">
                    <a16:creationId xmlns:a16="http://schemas.microsoft.com/office/drawing/2014/main" id="{4305FD8F-6719-48A2-B892-FF8BFF535379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6" name="타원 2325">
                <a:extLst>
                  <a:ext uri="{FF2B5EF4-FFF2-40B4-BE49-F238E27FC236}">
                    <a16:creationId xmlns:a16="http://schemas.microsoft.com/office/drawing/2014/main" id="{2ACC5D2A-475B-4DCB-BD58-82FAD3AAE6E0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7" name="타원 2326">
                <a:extLst>
                  <a:ext uri="{FF2B5EF4-FFF2-40B4-BE49-F238E27FC236}">
                    <a16:creationId xmlns:a16="http://schemas.microsoft.com/office/drawing/2014/main" id="{D19DB9A9-1C85-4D1F-B23F-DECC4EA67F42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8" name="타원 2327">
                <a:extLst>
                  <a:ext uri="{FF2B5EF4-FFF2-40B4-BE49-F238E27FC236}">
                    <a16:creationId xmlns:a16="http://schemas.microsoft.com/office/drawing/2014/main" id="{68BC2D28-40D9-4B3D-8B69-0785D2851F9B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9" name="타원 2328">
                <a:extLst>
                  <a:ext uri="{FF2B5EF4-FFF2-40B4-BE49-F238E27FC236}">
                    <a16:creationId xmlns:a16="http://schemas.microsoft.com/office/drawing/2014/main" id="{E048D07D-DB9C-4C19-934C-D717BEE12CFB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0" name="타원 2329">
                <a:extLst>
                  <a:ext uri="{FF2B5EF4-FFF2-40B4-BE49-F238E27FC236}">
                    <a16:creationId xmlns:a16="http://schemas.microsoft.com/office/drawing/2014/main" id="{1AD09BAA-8BBF-440F-B9C8-8DFB236E70E8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1" name="타원 2330">
                <a:extLst>
                  <a:ext uri="{FF2B5EF4-FFF2-40B4-BE49-F238E27FC236}">
                    <a16:creationId xmlns:a16="http://schemas.microsoft.com/office/drawing/2014/main" id="{1B5052DF-E740-45CA-B934-EE087B42F88D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2" name="타원 2331">
                <a:extLst>
                  <a:ext uri="{FF2B5EF4-FFF2-40B4-BE49-F238E27FC236}">
                    <a16:creationId xmlns:a16="http://schemas.microsoft.com/office/drawing/2014/main" id="{DDE71D40-AC9A-4FC4-BD6B-E032DBAA949E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3" name="타원 2332">
                <a:extLst>
                  <a:ext uri="{FF2B5EF4-FFF2-40B4-BE49-F238E27FC236}">
                    <a16:creationId xmlns:a16="http://schemas.microsoft.com/office/drawing/2014/main" id="{2A274929-F56E-4FAA-A4CD-0E8E4E524311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4" name="타원 2333">
                <a:extLst>
                  <a:ext uri="{FF2B5EF4-FFF2-40B4-BE49-F238E27FC236}">
                    <a16:creationId xmlns:a16="http://schemas.microsoft.com/office/drawing/2014/main" id="{48505343-02EF-4FFB-9729-52BE7632416E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5" name="타원 2334">
                <a:extLst>
                  <a:ext uri="{FF2B5EF4-FFF2-40B4-BE49-F238E27FC236}">
                    <a16:creationId xmlns:a16="http://schemas.microsoft.com/office/drawing/2014/main" id="{9A5BE568-9C71-4ED4-9AB5-86C89143C307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6" name="타원 2335">
                <a:extLst>
                  <a:ext uri="{FF2B5EF4-FFF2-40B4-BE49-F238E27FC236}">
                    <a16:creationId xmlns:a16="http://schemas.microsoft.com/office/drawing/2014/main" id="{CD308CC2-6190-4B96-9C0C-4977F6129D80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7" name="타원 2336">
                <a:extLst>
                  <a:ext uri="{FF2B5EF4-FFF2-40B4-BE49-F238E27FC236}">
                    <a16:creationId xmlns:a16="http://schemas.microsoft.com/office/drawing/2014/main" id="{9B95199C-318C-49D8-B0B4-1E23E80304B0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8" name="타원 2337">
                <a:extLst>
                  <a:ext uri="{FF2B5EF4-FFF2-40B4-BE49-F238E27FC236}">
                    <a16:creationId xmlns:a16="http://schemas.microsoft.com/office/drawing/2014/main" id="{6A9E4E6D-CC2C-46DF-BB7A-35E0DE04474B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9" name="타원 2338">
                <a:extLst>
                  <a:ext uri="{FF2B5EF4-FFF2-40B4-BE49-F238E27FC236}">
                    <a16:creationId xmlns:a16="http://schemas.microsoft.com/office/drawing/2014/main" id="{79012ABB-E004-46A6-B4D9-9EB3B0225603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0" name="타원 2339">
                <a:extLst>
                  <a:ext uri="{FF2B5EF4-FFF2-40B4-BE49-F238E27FC236}">
                    <a16:creationId xmlns:a16="http://schemas.microsoft.com/office/drawing/2014/main" id="{D0B9E42B-D4BB-4B81-B595-48676BA606A0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1" name="타원 2340">
                <a:extLst>
                  <a:ext uri="{FF2B5EF4-FFF2-40B4-BE49-F238E27FC236}">
                    <a16:creationId xmlns:a16="http://schemas.microsoft.com/office/drawing/2014/main" id="{338C30C9-909E-414C-9520-53AC55059CF4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2" name="타원 2341">
                <a:extLst>
                  <a:ext uri="{FF2B5EF4-FFF2-40B4-BE49-F238E27FC236}">
                    <a16:creationId xmlns:a16="http://schemas.microsoft.com/office/drawing/2014/main" id="{C95A61E2-7044-4759-A576-DBF7155539F0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3" name="타원 2342">
                <a:extLst>
                  <a:ext uri="{FF2B5EF4-FFF2-40B4-BE49-F238E27FC236}">
                    <a16:creationId xmlns:a16="http://schemas.microsoft.com/office/drawing/2014/main" id="{0C42C96A-2426-40DB-AB6D-3EB27EC81249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4" name="타원 2343">
                <a:extLst>
                  <a:ext uri="{FF2B5EF4-FFF2-40B4-BE49-F238E27FC236}">
                    <a16:creationId xmlns:a16="http://schemas.microsoft.com/office/drawing/2014/main" id="{834CF78D-E5DB-4683-B976-A3CC88F4567B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5" name="타원 2344">
                <a:extLst>
                  <a:ext uri="{FF2B5EF4-FFF2-40B4-BE49-F238E27FC236}">
                    <a16:creationId xmlns:a16="http://schemas.microsoft.com/office/drawing/2014/main" id="{C580F194-F50D-471A-B777-87FB1D8F7502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6" name="타원 2345">
                <a:extLst>
                  <a:ext uri="{FF2B5EF4-FFF2-40B4-BE49-F238E27FC236}">
                    <a16:creationId xmlns:a16="http://schemas.microsoft.com/office/drawing/2014/main" id="{1E544D62-FA79-4C60-811B-1EF473EB32A5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7" name="타원 2346">
                <a:extLst>
                  <a:ext uri="{FF2B5EF4-FFF2-40B4-BE49-F238E27FC236}">
                    <a16:creationId xmlns:a16="http://schemas.microsoft.com/office/drawing/2014/main" id="{A6DCED22-D608-4522-8B9E-D4A432E5B6B0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8" name="타원 2347">
                <a:extLst>
                  <a:ext uri="{FF2B5EF4-FFF2-40B4-BE49-F238E27FC236}">
                    <a16:creationId xmlns:a16="http://schemas.microsoft.com/office/drawing/2014/main" id="{0BC09BBC-F620-4ACB-B9A8-28ABCEA3ED51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9" name="타원 2348">
                <a:extLst>
                  <a:ext uri="{FF2B5EF4-FFF2-40B4-BE49-F238E27FC236}">
                    <a16:creationId xmlns:a16="http://schemas.microsoft.com/office/drawing/2014/main" id="{B84C4B01-60C0-47BD-A7F0-97DE92BBAE32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0" name="타원 2349">
                <a:extLst>
                  <a:ext uri="{FF2B5EF4-FFF2-40B4-BE49-F238E27FC236}">
                    <a16:creationId xmlns:a16="http://schemas.microsoft.com/office/drawing/2014/main" id="{D72B959F-E6D1-4ED7-93F6-02B2365499D5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1" name="타원 2350">
                <a:extLst>
                  <a:ext uri="{FF2B5EF4-FFF2-40B4-BE49-F238E27FC236}">
                    <a16:creationId xmlns:a16="http://schemas.microsoft.com/office/drawing/2014/main" id="{3294E156-DCE9-4FF5-86A2-9A652DF566FE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2" name="타원 2351">
                <a:extLst>
                  <a:ext uri="{FF2B5EF4-FFF2-40B4-BE49-F238E27FC236}">
                    <a16:creationId xmlns:a16="http://schemas.microsoft.com/office/drawing/2014/main" id="{C7080DA3-57B4-4468-B941-590AD0770AC0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353" name="그룹 2352">
              <a:extLst>
                <a:ext uri="{FF2B5EF4-FFF2-40B4-BE49-F238E27FC236}">
                  <a16:creationId xmlns:a16="http://schemas.microsoft.com/office/drawing/2014/main" id="{DB242C20-6777-4BA5-A2E4-009CED2B75AC}"/>
                </a:ext>
              </a:extLst>
            </p:cNvPr>
            <p:cNvGrpSpPr/>
            <p:nvPr/>
          </p:nvGrpSpPr>
          <p:grpSpPr>
            <a:xfrm>
              <a:off x="222250" y="3575050"/>
              <a:ext cx="5504400" cy="18000"/>
              <a:chOff x="222250" y="527050"/>
              <a:chExt cx="5504400" cy="18000"/>
            </a:xfrm>
          </p:grpSpPr>
          <p:sp>
            <p:nvSpPr>
              <p:cNvPr id="2354" name="타원 2353">
                <a:extLst>
                  <a:ext uri="{FF2B5EF4-FFF2-40B4-BE49-F238E27FC236}">
                    <a16:creationId xmlns:a16="http://schemas.microsoft.com/office/drawing/2014/main" id="{66EF1B20-E147-498E-AC6F-DC56C2A7FB60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5" name="타원 2354">
                <a:extLst>
                  <a:ext uri="{FF2B5EF4-FFF2-40B4-BE49-F238E27FC236}">
                    <a16:creationId xmlns:a16="http://schemas.microsoft.com/office/drawing/2014/main" id="{F0A08871-01AF-4D3D-A820-EEC9DF1F98DD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6" name="타원 2355">
                <a:extLst>
                  <a:ext uri="{FF2B5EF4-FFF2-40B4-BE49-F238E27FC236}">
                    <a16:creationId xmlns:a16="http://schemas.microsoft.com/office/drawing/2014/main" id="{22CAECE7-2A66-4C85-B783-F81A432214D1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7" name="타원 2356">
                <a:extLst>
                  <a:ext uri="{FF2B5EF4-FFF2-40B4-BE49-F238E27FC236}">
                    <a16:creationId xmlns:a16="http://schemas.microsoft.com/office/drawing/2014/main" id="{52D5D751-D8C5-4202-80C8-75AAEE615C92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8" name="타원 2357">
                <a:extLst>
                  <a:ext uri="{FF2B5EF4-FFF2-40B4-BE49-F238E27FC236}">
                    <a16:creationId xmlns:a16="http://schemas.microsoft.com/office/drawing/2014/main" id="{98971A65-D57A-4DCF-841A-DEA40C222410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9" name="타원 2358">
                <a:extLst>
                  <a:ext uri="{FF2B5EF4-FFF2-40B4-BE49-F238E27FC236}">
                    <a16:creationId xmlns:a16="http://schemas.microsoft.com/office/drawing/2014/main" id="{982E1105-ABFB-4D4C-A92E-6AAF38951FB1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0" name="타원 2359">
                <a:extLst>
                  <a:ext uri="{FF2B5EF4-FFF2-40B4-BE49-F238E27FC236}">
                    <a16:creationId xmlns:a16="http://schemas.microsoft.com/office/drawing/2014/main" id="{DC4F5B11-759D-4F1B-A231-4469941A387F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1" name="타원 2360">
                <a:extLst>
                  <a:ext uri="{FF2B5EF4-FFF2-40B4-BE49-F238E27FC236}">
                    <a16:creationId xmlns:a16="http://schemas.microsoft.com/office/drawing/2014/main" id="{97353782-C9F3-4133-A046-D111335100E6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2" name="타원 2361">
                <a:extLst>
                  <a:ext uri="{FF2B5EF4-FFF2-40B4-BE49-F238E27FC236}">
                    <a16:creationId xmlns:a16="http://schemas.microsoft.com/office/drawing/2014/main" id="{D0B1AFD2-CB56-4D4A-A803-471C2284DD4F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3" name="타원 2362">
                <a:extLst>
                  <a:ext uri="{FF2B5EF4-FFF2-40B4-BE49-F238E27FC236}">
                    <a16:creationId xmlns:a16="http://schemas.microsoft.com/office/drawing/2014/main" id="{97F8DDE9-2090-48B9-BD5D-E7CE03A6DC03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4" name="타원 2363">
                <a:extLst>
                  <a:ext uri="{FF2B5EF4-FFF2-40B4-BE49-F238E27FC236}">
                    <a16:creationId xmlns:a16="http://schemas.microsoft.com/office/drawing/2014/main" id="{F5DEBECC-BB1C-462B-9B02-8C5CCDD71DF4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5" name="타원 2364">
                <a:extLst>
                  <a:ext uri="{FF2B5EF4-FFF2-40B4-BE49-F238E27FC236}">
                    <a16:creationId xmlns:a16="http://schemas.microsoft.com/office/drawing/2014/main" id="{BD4BE1F0-25C0-4B32-813B-22D4381FE593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6" name="타원 2365">
                <a:extLst>
                  <a:ext uri="{FF2B5EF4-FFF2-40B4-BE49-F238E27FC236}">
                    <a16:creationId xmlns:a16="http://schemas.microsoft.com/office/drawing/2014/main" id="{44D59A29-3A91-44D7-92C3-B3530C010803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7" name="타원 2366">
                <a:extLst>
                  <a:ext uri="{FF2B5EF4-FFF2-40B4-BE49-F238E27FC236}">
                    <a16:creationId xmlns:a16="http://schemas.microsoft.com/office/drawing/2014/main" id="{71089FAD-1BB9-4269-99C6-B0CA1E4ACA8C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8" name="타원 2367">
                <a:extLst>
                  <a:ext uri="{FF2B5EF4-FFF2-40B4-BE49-F238E27FC236}">
                    <a16:creationId xmlns:a16="http://schemas.microsoft.com/office/drawing/2014/main" id="{84FDAFA1-4322-44AA-B569-33B07E12DEDF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9" name="타원 2368">
                <a:extLst>
                  <a:ext uri="{FF2B5EF4-FFF2-40B4-BE49-F238E27FC236}">
                    <a16:creationId xmlns:a16="http://schemas.microsoft.com/office/drawing/2014/main" id="{39E4BF8E-C24B-4A73-9265-D2E8617DA3BF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0" name="타원 2369">
                <a:extLst>
                  <a:ext uri="{FF2B5EF4-FFF2-40B4-BE49-F238E27FC236}">
                    <a16:creationId xmlns:a16="http://schemas.microsoft.com/office/drawing/2014/main" id="{6A30DFBA-A545-46A5-9BCB-2A1083F7842E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1" name="타원 2370">
                <a:extLst>
                  <a:ext uri="{FF2B5EF4-FFF2-40B4-BE49-F238E27FC236}">
                    <a16:creationId xmlns:a16="http://schemas.microsoft.com/office/drawing/2014/main" id="{6A912238-2CC6-45DC-B18A-34B71B429AAA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2" name="타원 2371">
                <a:extLst>
                  <a:ext uri="{FF2B5EF4-FFF2-40B4-BE49-F238E27FC236}">
                    <a16:creationId xmlns:a16="http://schemas.microsoft.com/office/drawing/2014/main" id="{38D2E504-52B1-43C3-AD41-101733A05180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3" name="타원 2372">
                <a:extLst>
                  <a:ext uri="{FF2B5EF4-FFF2-40B4-BE49-F238E27FC236}">
                    <a16:creationId xmlns:a16="http://schemas.microsoft.com/office/drawing/2014/main" id="{6BF7C450-FDB1-4A7C-AF54-789F9EBD4B29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4" name="타원 2373">
                <a:extLst>
                  <a:ext uri="{FF2B5EF4-FFF2-40B4-BE49-F238E27FC236}">
                    <a16:creationId xmlns:a16="http://schemas.microsoft.com/office/drawing/2014/main" id="{383E97F7-47C5-4DDC-AA0F-014E34647E98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5" name="타원 2374">
                <a:extLst>
                  <a:ext uri="{FF2B5EF4-FFF2-40B4-BE49-F238E27FC236}">
                    <a16:creationId xmlns:a16="http://schemas.microsoft.com/office/drawing/2014/main" id="{BFEDE25F-CD37-41FC-8D01-4EB1BCD221F4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6" name="타원 2375">
                <a:extLst>
                  <a:ext uri="{FF2B5EF4-FFF2-40B4-BE49-F238E27FC236}">
                    <a16:creationId xmlns:a16="http://schemas.microsoft.com/office/drawing/2014/main" id="{CC30C6BA-1B44-4E23-A174-47F56D00C2C8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7" name="타원 2376">
                <a:extLst>
                  <a:ext uri="{FF2B5EF4-FFF2-40B4-BE49-F238E27FC236}">
                    <a16:creationId xmlns:a16="http://schemas.microsoft.com/office/drawing/2014/main" id="{7CF1DC08-30BA-4154-B929-162B38090937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8" name="타원 2377">
                <a:extLst>
                  <a:ext uri="{FF2B5EF4-FFF2-40B4-BE49-F238E27FC236}">
                    <a16:creationId xmlns:a16="http://schemas.microsoft.com/office/drawing/2014/main" id="{79DECC92-EE06-4764-AF89-F6262D8F90FA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9" name="타원 2378">
                <a:extLst>
                  <a:ext uri="{FF2B5EF4-FFF2-40B4-BE49-F238E27FC236}">
                    <a16:creationId xmlns:a16="http://schemas.microsoft.com/office/drawing/2014/main" id="{2CE580E1-5239-402E-9220-BC389CD02123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0" name="타원 2379">
                <a:extLst>
                  <a:ext uri="{FF2B5EF4-FFF2-40B4-BE49-F238E27FC236}">
                    <a16:creationId xmlns:a16="http://schemas.microsoft.com/office/drawing/2014/main" id="{EB16BE62-0BD1-430B-8FB5-FDB118808276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1" name="타원 2380">
                <a:extLst>
                  <a:ext uri="{FF2B5EF4-FFF2-40B4-BE49-F238E27FC236}">
                    <a16:creationId xmlns:a16="http://schemas.microsoft.com/office/drawing/2014/main" id="{79A3AE90-7039-4075-A76E-5C5063DE2717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2" name="타원 2381">
                <a:extLst>
                  <a:ext uri="{FF2B5EF4-FFF2-40B4-BE49-F238E27FC236}">
                    <a16:creationId xmlns:a16="http://schemas.microsoft.com/office/drawing/2014/main" id="{01214C54-6CD2-4E9B-BE54-F0BFFDFFDEA9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3" name="타원 2382">
                <a:extLst>
                  <a:ext uri="{FF2B5EF4-FFF2-40B4-BE49-F238E27FC236}">
                    <a16:creationId xmlns:a16="http://schemas.microsoft.com/office/drawing/2014/main" id="{839BDC1B-AFEB-41B3-AB61-8A3E02F3E30A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4" name="타원 2383">
                <a:extLst>
                  <a:ext uri="{FF2B5EF4-FFF2-40B4-BE49-F238E27FC236}">
                    <a16:creationId xmlns:a16="http://schemas.microsoft.com/office/drawing/2014/main" id="{02F35A86-F147-45AA-9FBD-C1A2BE65CA22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5" name="타원 2384">
                <a:extLst>
                  <a:ext uri="{FF2B5EF4-FFF2-40B4-BE49-F238E27FC236}">
                    <a16:creationId xmlns:a16="http://schemas.microsoft.com/office/drawing/2014/main" id="{B59A3D57-2621-4ED4-B9B8-6C90177DDEC4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6" name="타원 2385">
                <a:extLst>
                  <a:ext uri="{FF2B5EF4-FFF2-40B4-BE49-F238E27FC236}">
                    <a16:creationId xmlns:a16="http://schemas.microsoft.com/office/drawing/2014/main" id="{684945D8-A30A-46CF-9225-9853F390F6B3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7" name="타원 2386">
                <a:extLst>
                  <a:ext uri="{FF2B5EF4-FFF2-40B4-BE49-F238E27FC236}">
                    <a16:creationId xmlns:a16="http://schemas.microsoft.com/office/drawing/2014/main" id="{814B156A-4284-4458-846F-9042D65C213B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8" name="타원 2387">
                <a:extLst>
                  <a:ext uri="{FF2B5EF4-FFF2-40B4-BE49-F238E27FC236}">
                    <a16:creationId xmlns:a16="http://schemas.microsoft.com/office/drawing/2014/main" id="{0C22301B-FCD7-480D-AE46-0D7AD8FF39A0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9" name="타원 2388">
                <a:extLst>
                  <a:ext uri="{FF2B5EF4-FFF2-40B4-BE49-F238E27FC236}">
                    <a16:creationId xmlns:a16="http://schemas.microsoft.com/office/drawing/2014/main" id="{3FD2A28C-E31A-45F6-AF29-C19B9DF81CBB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0" name="타원 2389">
                <a:extLst>
                  <a:ext uri="{FF2B5EF4-FFF2-40B4-BE49-F238E27FC236}">
                    <a16:creationId xmlns:a16="http://schemas.microsoft.com/office/drawing/2014/main" id="{80E41F8F-EC31-4B14-B735-FAC7E697B885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391" name="그룹 2390">
              <a:extLst>
                <a:ext uri="{FF2B5EF4-FFF2-40B4-BE49-F238E27FC236}">
                  <a16:creationId xmlns:a16="http://schemas.microsoft.com/office/drawing/2014/main" id="{EE7E3A17-80AE-4DE9-AA04-5733E9DA5A57}"/>
                </a:ext>
              </a:extLst>
            </p:cNvPr>
            <p:cNvGrpSpPr/>
            <p:nvPr/>
          </p:nvGrpSpPr>
          <p:grpSpPr>
            <a:xfrm>
              <a:off x="222250" y="3727450"/>
              <a:ext cx="5504400" cy="18000"/>
              <a:chOff x="222250" y="527050"/>
              <a:chExt cx="5504400" cy="18000"/>
            </a:xfrm>
          </p:grpSpPr>
          <p:sp>
            <p:nvSpPr>
              <p:cNvPr id="2392" name="타원 2391">
                <a:extLst>
                  <a:ext uri="{FF2B5EF4-FFF2-40B4-BE49-F238E27FC236}">
                    <a16:creationId xmlns:a16="http://schemas.microsoft.com/office/drawing/2014/main" id="{0BB93D56-B5D9-421F-A892-6E5DB4F3C139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3" name="타원 2392">
                <a:extLst>
                  <a:ext uri="{FF2B5EF4-FFF2-40B4-BE49-F238E27FC236}">
                    <a16:creationId xmlns:a16="http://schemas.microsoft.com/office/drawing/2014/main" id="{9B4FC4F5-0C34-4F37-9191-14082034A303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4" name="타원 2393">
                <a:extLst>
                  <a:ext uri="{FF2B5EF4-FFF2-40B4-BE49-F238E27FC236}">
                    <a16:creationId xmlns:a16="http://schemas.microsoft.com/office/drawing/2014/main" id="{94899863-37A2-4864-BD33-3F452FE3168C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5" name="타원 2394">
                <a:extLst>
                  <a:ext uri="{FF2B5EF4-FFF2-40B4-BE49-F238E27FC236}">
                    <a16:creationId xmlns:a16="http://schemas.microsoft.com/office/drawing/2014/main" id="{E81B40CF-56CB-4381-949C-54B0ECB9FAD7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6" name="타원 2395">
                <a:extLst>
                  <a:ext uri="{FF2B5EF4-FFF2-40B4-BE49-F238E27FC236}">
                    <a16:creationId xmlns:a16="http://schemas.microsoft.com/office/drawing/2014/main" id="{297E1ABC-EDD0-4EFF-BE4F-F966C394C944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7" name="타원 2396">
                <a:extLst>
                  <a:ext uri="{FF2B5EF4-FFF2-40B4-BE49-F238E27FC236}">
                    <a16:creationId xmlns:a16="http://schemas.microsoft.com/office/drawing/2014/main" id="{D263E38F-1B9D-48C8-9A38-3F493F4FF6F0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8" name="타원 2397">
                <a:extLst>
                  <a:ext uri="{FF2B5EF4-FFF2-40B4-BE49-F238E27FC236}">
                    <a16:creationId xmlns:a16="http://schemas.microsoft.com/office/drawing/2014/main" id="{47CC8C89-4B81-460B-B9BE-9C4E4880E4CA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9" name="타원 2398">
                <a:extLst>
                  <a:ext uri="{FF2B5EF4-FFF2-40B4-BE49-F238E27FC236}">
                    <a16:creationId xmlns:a16="http://schemas.microsoft.com/office/drawing/2014/main" id="{7628AF0C-9AAC-43A9-8089-624D87CE83F6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0" name="타원 2399">
                <a:extLst>
                  <a:ext uri="{FF2B5EF4-FFF2-40B4-BE49-F238E27FC236}">
                    <a16:creationId xmlns:a16="http://schemas.microsoft.com/office/drawing/2014/main" id="{CBFAED2E-A405-46F3-8DA0-3D5BD93D9BA4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1" name="타원 2400">
                <a:extLst>
                  <a:ext uri="{FF2B5EF4-FFF2-40B4-BE49-F238E27FC236}">
                    <a16:creationId xmlns:a16="http://schemas.microsoft.com/office/drawing/2014/main" id="{4A780092-1C1F-4790-B652-B351143DA446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2" name="타원 2401">
                <a:extLst>
                  <a:ext uri="{FF2B5EF4-FFF2-40B4-BE49-F238E27FC236}">
                    <a16:creationId xmlns:a16="http://schemas.microsoft.com/office/drawing/2014/main" id="{EC1F25C0-4AFC-4D8B-BE0B-148B322F2129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3" name="타원 2402">
                <a:extLst>
                  <a:ext uri="{FF2B5EF4-FFF2-40B4-BE49-F238E27FC236}">
                    <a16:creationId xmlns:a16="http://schemas.microsoft.com/office/drawing/2014/main" id="{F8666F72-A04D-48D7-ADAC-37A144129F7E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4" name="타원 2403">
                <a:extLst>
                  <a:ext uri="{FF2B5EF4-FFF2-40B4-BE49-F238E27FC236}">
                    <a16:creationId xmlns:a16="http://schemas.microsoft.com/office/drawing/2014/main" id="{A25E8ED2-914C-4909-BBD5-0332D8BC6465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5" name="타원 2404">
                <a:extLst>
                  <a:ext uri="{FF2B5EF4-FFF2-40B4-BE49-F238E27FC236}">
                    <a16:creationId xmlns:a16="http://schemas.microsoft.com/office/drawing/2014/main" id="{CDD0710E-6D22-46A8-B893-21EFA316286D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6" name="타원 2405">
                <a:extLst>
                  <a:ext uri="{FF2B5EF4-FFF2-40B4-BE49-F238E27FC236}">
                    <a16:creationId xmlns:a16="http://schemas.microsoft.com/office/drawing/2014/main" id="{162FFF36-60E5-4050-8B3B-994795177AE5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7" name="타원 2406">
                <a:extLst>
                  <a:ext uri="{FF2B5EF4-FFF2-40B4-BE49-F238E27FC236}">
                    <a16:creationId xmlns:a16="http://schemas.microsoft.com/office/drawing/2014/main" id="{194F28C8-0C48-448E-A9DC-62E71288B201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8" name="타원 2407">
                <a:extLst>
                  <a:ext uri="{FF2B5EF4-FFF2-40B4-BE49-F238E27FC236}">
                    <a16:creationId xmlns:a16="http://schemas.microsoft.com/office/drawing/2014/main" id="{DC99D5A6-2411-4FF7-A357-DCF3AA4E2525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9" name="타원 2408">
                <a:extLst>
                  <a:ext uri="{FF2B5EF4-FFF2-40B4-BE49-F238E27FC236}">
                    <a16:creationId xmlns:a16="http://schemas.microsoft.com/office/drawing/2014/main" id="{7D5D18B1-46B8-41BC-B532-81B2CF9A1D26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0" name="타원 2409">
                <a:extLst>
                  <a:ext uri="{FF2B5EF4-FFF2-40B4-BE49-F238E27FC236}">
                    <a16:creationId xmlns:a16="http://schemas.microsoft.com/office/drawing/2014/main" id="{B0E7C262-18BD-400E-9533-8D99EF13BFED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1" name="타원 2410">
                <a:extLst>
                  <a:ext uri="{FF2B5EF4-FFF2-40B4-BE49-F238E27FC236}">
                    <a16:creationId xmlns:a16="http://schemas.microsoft.com/office/drawing/2014/main" id="{D0FBF2F9-0021-4307-BB67-C90E1E742AE5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2" name="타원 2411">
                <a:extLst>
                  <a:ext uri="{FF2B5EF4-FFF2-40B4-BE49-F238E27FC236}">
                    <a16:creationId xmlns:a16="http://schemas.microsoft.com/office/drawing/2014/main" id="{33304E66-8590-4681-92E5-E848BD731AB7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3" name="타원 2412">
                <a:extLst>
                  <a:ext uri="{FF2B5EF4-FFF2-40B4-BE49-F238E27FC236}">
                    <a16:creationId xmlns:a16="http://schemas.microsoft.com/office/drawing/2014/main" id="{2E652DA3-B5E8-45F3-A861-A56868311D70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4" name="타원 2413">
                <a:extLst>
                  <a:ext uri="{FF2B5EF4-FFF2-40B4-BE49-F238E27FC236}">
                    <a16:creationId xmlns:a16="http://schemas.microsoft.com/office/drawing/2014/main" id="{E93BE462-E67B-4861-927D-BF024E8CEA28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5" name="타원 2414">
                <a:extLst>
                  <a:ext uri="{FF2B5EF4-FFF2-40B4-BE49-F238E27FC236}">
                    <a16:creationId xmlns:a16="http://schemas.microsoft.com/office/drawing/2014/main" id="{137ED823-69B1-4AD0-B074-285A4F08EC43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6" name="타원 2415">
                <a:extLst>
                  <a:ext uri="{FF2B5EF4-FFF2-40B4-BE49-F238E27FC236}">
                    <a16:creationId xmlns:a16="http://schemas.microsoft.com/office/drawing/2014/main" id="{15080549-204E-4AC8-8264-F5215344EDF1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7" name="타원 2416">
                <a:extLst>
                  <a:ext uri="{FF2B5EF4-FFF2-40B4-BE49-F238E27FC236}">
                    <a16:creationId xmlns:a16="http://schemas.microsoft.com/office/drawing/2014/main" id="{2BB5D963-BD60-4909-A088-F0C0DD71915F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8" name="타원 2417">
                <a:extLst>
                  <a:ext uri="{FF2B5EF4-FFF2-40B4-BE49-F238E27FC236}">
                    <a16:creationId xmlns:a16="http://schemas.microsoft.com/office/drawing/2014/main" id="{3C1B9173-3317-4C38-96C9-10BF76813A8D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9" name="타원 2418">
                <a:extLst>
                  <a:ext uri="{FF2B5EF4-FFF2-40B4-BE49-F238E27FC236}">
                    <a16:creationId xmlns:a16="http://schemas.microsoft.com/office/drawing/2014/main" id="{F5C48808-9E64-4AC6-ADF6-4DC8CD091547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0" name="타원 2419">
                <a:extLst>
                  <a:ext uri="{FF2B5EF4-FFF2-40B4-BE49-F238E27FC236}">
                    <a16:creationId xmlns:a16="http://schemas.microsoft.com/office/drawing/2014/main" id="{87F7A40F-5006-44DD-AB33-1CC7DDEBE79A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1" name="타원 2420">
                <a:extLst>
                  <a:ext uri="{FF2B5EF4-FFF2-40B4-BE49-F238E27FC236}">
                    <a16:creationId xmlns:a16="http://schemas.microsoft.com/office/drawing/2014/main" id="{2AC6D584-18E3-47B6-8653-00A503BB5B2F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2" name="타원 2421">
                <a:extLst>
                  <a:ext uri="{FF2B5EF4-FFF2-40B4-BE49-F238E27FC236}">
                    <a16:creationId xmlns:a16="http://schemas.microsoft.com/office/drawing/2014/main" id="{EB0798D3-E393-44FD-A245-CA3F35A2C427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3" name="타원 2422">
                <a:extLst>
                  <a:ext uri="{FF2B5EF4-FFF2-40B4-BE49-F238E27FC236}">
                    <a16:creationId xmlns:a16="http://schemas.microsoft.com/office/drawing/2014/main" id="{CA255044-B37D-4770-B5EA-DB58AC9D550B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4" name="타원 2423">
                <a:extLst>
                  <a:ext uri="{FF2B5EF4-FFF2-40B4-BE49-F238E27FC236}">
                    <a16:creationId xmlns:a16="http://schemas.microsoft.com/office/drawing/2014/main" id="{FE5E02AB-AD60-428E-8A1B-AD7B5A0818AA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5" name="타원 2424">
                <a:extLst>
                  <a:ext uri="{FF2B5EF4-FFF2-40B4-BE49-F238E27FC236}">
                    <a16:creationId xmlns:a16="http://schemas.microsoft.com/office/drawing/2014/main" id="{40FDDD33-EC6E-4430-A749-F9497CCCF205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6" name="타원 2425">
                <a:extLst>
                  <a:ext uri="{FF2B5EF4-FFF2-40B4-BE49-F238E27FC236}">
                    <a16:creationId xmlns:a16="http://schemas.microsoft.com/office/drawing/2014/main" id="{EC4A3CCD-5782-468A-8757-5F17BE63B9DC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7" name="타원 2426">
                <a:extLst>
                  <a:ext uri="{FF2B5EF4-FFF2-40B4-BE49-F238E27FC236}">
                    <a16:creationId xmlns:a16="http://schemas.microsoft.com/office/drawing/2014/main" id="{7C6C28F2-D5D3-449F-8AE3-A0E539CA9BFD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8" name="타원 2427">
                <a:extLst>
                  <a:ext uri="{FF2B5EF4-FFF2-40B4-BE49-F238E27FC236}">
                    <a16:creationId xmlns:a16="http://schemas.microsoft.com/office/drawing/2014/main" id="{A9C1E686-81C0-4876-B0CF-D79EE02634D5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429" name="그룹 2428">
              <a:extLst>
                <a:ext uri="{FF2B5EF4-FFF2-40B4-BE49-F238E27FC236}">
                  <a16:creationId xmlns:a16="http://schemas.microsoft.com/office/drawing/2014/main" id="{EA499795-C98C-49A3-BA56-870F039080EA}"/>
                </a:ext>
              </a:extLst>
            </p:cNvPr>
            <p:cNvGrpSpPr/>
            <p:nvPr/>
          </p:nvGrpSpPr>
          <p:grpSpPr>
            <a:xfrm>
              <a:off x="222250" y="3879850"/>
              <a:ext cx="5504400" cy="18000"/>
              <a:chOff x="222250" y="527050"/>
              <a:chExt cx="5504400" cy="18000"/>
            </a:xfrm>
          </p:grpSpPr>
          <p:sp>
            <p:nvSpPr>
              <p:cNvPr id="2430" name="타원 2429">
                <a:extLst>
                  <a:ext uri="{FF2B5EF4-FFF2-40B4-BE49-F238E27FC236}">
                    <a16:creationId xmlns:a16="http://schemas.microsoft.com/office/drawing/2014/main" id="{9DDE9144-F8DB-41CB-B24E-416D885AA016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1" name="타원 2430">
                <a:extLst>
                  <a:ext uri="{FF2B5EF4-FFF2-40B4-BE49-F238E27FC236}">
                    <a16:creationId xmlns:a16="http://schemas.microsoft.com/office/drawing/2014/main" id="{BC635E11-EE75-4016-B2F1-2760021C138E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2" name="타원 2431">
                <a:extLst>
                  <a:ext uri="{FF2B5EF4-FFF2-40B4-BE49-F238E27FC236}">
                    <a16:creationId xmlns:a16="http://schemas.microsoft.com/office/drawing/2014/main" id="{640EC5A9-19EF-41F3-9FED-8F53C41784C5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3" name="타원 2432">
                <a:extLst>
                  <a:ext uri="{FF2B5EF4-FFF2-40B4-BE49-F238E27FC236}">
                    <a16:creationId xmlns:a16="http://schemas.microsoft.com/office/drawing/2014/main" id="{415C4050-B581-4F91-B0C0-73D591C0E746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4" name="타원 2433">
                <a:extLst>
                  <a:ext uri="{FF2B5EF4-FFF2-40B4-BE49-F238E27FC236}">
                    <a16:creationId xmlns:a16="http://schemas.microsoft.com/office/drawing/2014/main" id="{24771851-D59D-4CC3-A497-CEDAD64197D8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5" name="타원 2434">
                <a:extLst>
                  <a:ext uri="{FF2B5EF4-FFF2-40B4-BE49-F238E27FC236}">
                    <a16:creationId xmlns:a16="http://schemas.microsoft.com/office/drawing/2014/main" id="{8511A908-C267-4D3C-9500-5F4C203AA4E0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6" name="타원 2435">
                <a:extLst>
                  <a:ext uri="{FF2B5EF4-FFF2-40B4-BE49-F238E27FC236}">
                    <a16:creationId xmlns:a16="http://schemas.microsoft.com/office/drawing/2014/main" id="{BC8411EA-FFE6-4555-BCD4-D1AB3A0F6B91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7" name="타원 2436">
                <a:extLst>
                  <a:ext uri="{FF2B5EF4-FFF2-40B4-BE49-F238E27FC236}">
                    <a16:creationId xmlns:a16="http://schemas.microsoft.com/office/drawing/2014/main" id="{06176A59-75D2-4345-99E2-E0AF16DA1316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8" name="타원 2437">
                <a:extLst>
                  <a:ext uri="{FF2B5EF4-FFF2-40B4-BE49-F238E27FC236}">
                    <a16:creationId xmlns:a16="http://schemas.microsoft.com/office/drawing/2014/main" id="{B4EE4480-59E1-4239-B4F2-5CF23230BB19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9" name="타원 2438">
                <a:extLst>
                  <a:ext uri="{FF2B5EF4-FFF2-40B4-BE49-F238E27FC236}">
                    <a16:creationId xmlns:a16="http://schemas.microsoft.com/office/drawing/2014/main" id="{86228E36-519E-443E-8B1A-8C0D633AFBDA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40" name="타원 2439">
                <a:extLst>
                  <a:ext uri="{FF2B5EF4-FFF2-40B4-BE49-F238E27FC236}">
                    <a16:creationId xmlns:a16="http://schemas.microsoft.com/office/drawing/2014/main" id="{6F6B013F-9F2A-425E-9849-11F7D7D439C5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41" name="타원 2440">
                <a:extLst>
                  <a:ext uri="{FF2B5EF4-FFF2-40B4-BE49-F238E27FC236}">
                    <a16:creationId xmlns:a16="http://schemas.microsoft.com/office/drawing/2014/main" id="{D8E9A346-7CC6-4B9D-B63C-C194C36BD35B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42" name="타원 2441">
                <a:extLst>
                  <a:ext uri="{FF2B5EF4-FFF2-40B4-BE49-F238E27FC236}">
                    <a16:creationId xmlns:a16="http://schemas.microsoft.com/office/drawing/2014/main" id="{0E09E371-4CBA-4E2F-A11C-FC8BEEB0266B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43" name="타원 2442">
                <a:extLst>
                  <a:ext uri="{FF2B5EF4-FFF2-40B4-BE49-F238E27FC236}">
                    <a16:creationId xmlns:a16="http://schemas.microsoft.com/office/drawing/2014/main" id="{6D3F118B-30C4-4D47-9195-E877DF5EEBF0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44" name="타원 2443">
                <a:extLst>
                  <a:ext uri="{FF2B5EF4-FFF2-40B4-BE49-F238E27FC236}">
                    <a16:creationId xmlns:a16="http://schemas.microsoft.com/office/drawing/2014/main" id="{710FC23F-B823-44E5-B187-79785BC28F62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45" name="타원 2444">
                <a:extLst>
                  <a:ext uri="{FF2B5EF4-FFF2-40B4-BE49-F238E27FC236}">
                    <a16:creationId xmlns:a16="http://schemas.microsoft.com/office/drawing/2014/main" id="{A2FC592D-53A7-449F-AF9D-D2AA6E484ED1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46" name="타원 2445">
                <a:extLst>
                  <a:ext uri="{FF2B5EF4-FFF2-40B4-BE49-F238E27FC236}">
                    <a16:creationId xmlns:a16="http://schemas.microsoft.com/office/drawing/2014/main" id="{F8E6569B-ED2B-41C7-A5FB-3EE79B1DD8AB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47" name="타원 2446">
                <a:extLst>
                  <a:ext uri="{FF2B5EF4-FFF2-40B4-BE49-F238E27FC236}">
                    <a16:creationId xmlns:a16="http://schemas.microsoft.com/office/drawing/2014/main" id="{7A858D63-432A-429C-81C6-047C7DFD2261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48" name="타원 2447">
                <a:extLst>
                  <a:ext uri="{FF2B5EF4-FFF2-40B4-BE49-F238E27FC236}">
                    <a16:creationId xmlns:a16="http://schemas.microsoft.com/office/drawing/2014/main" id="{BE386FA5-7B09-4864-95BB-B1331847AD2B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49" name="타원 2448">
                <a:extLst>
                  <a:ext uri="{FF2B5EF4-FFF2-40B4-BE49-F238E27FC236}">
                    <a16:creationId xmlns:a16="http://schemas.microsoft.com/office/drawing/2014/main" id="{EEE3154F-51F1-47B9-8E01-30059FB92F57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50" name="타원 2449">
                <a:extLst>
                  <a:ext uri="{FF2B5EF4-FFF2-40B4-BE49-F238E27FC236}">
                    <a16:creationId xmlns:a16="http://schemas.microsoft.com/office/drawing/2014/main" id="{79DBB356-B486-40D7-BDE3-A7C900B8DAC0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51" name="타원 2450">
                <a:extLst>
                  <a:ext uri="{FF2B5EF4-FFF2-40B4-BE49-F238E27FC236}">
                    <a16:creationId xmlns:a16="http://schemas.microsoft.com/office/drawing/2014/main" id="{EA1ECE09-EF4D-4919-930C-045638C1CB2F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52" name="타원 2451">
                <a:extLst>
                  <a:ext uri="{FF2B5EF4-FFF2-40B4-BE49-F238E27FC236}">
                    <a16:creationId xmlns:a16="http://schemas.microsoft.com/office/drawing/2014/main" id="{AF86DD9A-F36D-4D4A-A202-BD608926D4B1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53" name="타원 2452">
                <a:extLst>
                  <a:ext uri="{FF2B5EF4-FFF2-40B4-BE49-F238E27FC236}">
                    <a16:creationId xmlns:a16="http://schemas.microsoft.com/office/drawing/2014/main" id="{891DA26A-EDD2-46E2-A31F-EC15305CB774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54" name="타원 2453">
                <a:extLst>
                  <a:ext uri="{FF2B5EF4-FFF2-40B4-BE49-F238E27FC236}">
                    <a16:creationId xmlns:a16="http://schemas.microsoft.com/office/drawing/2014/main" id="{F9099888-5AE4-4692-A7C9-0C90B4CC1315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55" name="타원 2454">
                <a:extLst>
                  <a:ext uri="{FF2B5EF4-FFF2-40B4-BE49-F238E27FC236}">
                    <a16:creationId xmlns:a16="http://schemas.microsoft.com/office/drawing/2014/main" id="{2106613C-E75A-4131-AAE0-364EC8DA5E11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56" name="타원 2455">
                <a:extLst>
                  <a:ext uri="{FF2B5EF4-FFF2-40B4-BE49-F238E27FC236}">
                    <a16:creationId xmlns:a16="http://schemas.microsoft.com/office/drawing/2014/main" id="{E42D41BA-7C28-4161-9657-7A82AE3B005B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57" name="타원 2456">
                <a:extLst>
                  <a:ext uri="{FF2B5EF4-FFF2-40B4-BE49-F238E27FC236}">
                    <a16:creationId xmlns:a16="http://schemas.microsoft.com/office/drawing/2014/main" id="{05228B28-23FD-4C8C-9F60-BAC6AEBDEE9F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58" name="타원 2457">
                <a:extLst>
                  <a:ext uri="{FF2B5EF4-FFF2-40B4-BE49-F238E27FC236}">
                    <a16:creationId xmlns:a16="http://schemas.microsoft.com/office/drawing/2014/main" id="{C3D47323-01A3-425E-9B36-6F8339B174A6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59" name="타원 2458">
                <a:extLst>
                  <a:ext uri="{FF2B5EF4-FFF2-40B4-BE49-F238E27FC236}">
                    <a16:creationId xmlns:a16="http://schemas.microsoft.com/office/drawing/2014/main" id="{47DB6B41-2666-42EF-8252-5A91EC81C118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0" name="타원 2459">
                <a:extLst>
                  <a:ext uri="{FF2B5EF4-FFF2-40B4-BE49-F238E27FC236}">
                    <a16:creationId xmlns:a16="http://schemas.microsoft.com/office/drawing/2014/main" id="{45F08AA1-B40F-4AE4-9DA6-132D907BA1EA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1" name="타원 2460">
                <a:extLst>
                  <a:ext uri="{FF2B5EF4-FFF2-40B4-BE49-F238E27FC236}">
                    <a16:creationId xmlns:a16="http://schemas.microsoft.com/office/drawing/2014/main" id="{57700377-78C6-4F70-920E-E21B05F7BA84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2" name="타원 2461">
                <a:extLst>
                  <a:ext uri="{FF2B5EF4-FFF2-40B4-BE49-F238E27FC236}">
                    <a16:creationId xmlns:a16="http://schemas.microsoft.com/office/drawing/2014/main" id="{3768195C-CFF9-48E2-BF6E-786234E7113B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3" name="타원 2462">
                <a:extLst>
                  <a:ext uri="{FF2B5EF4-FFF2-40B4-BE49-F238E27FC236}">
                    <a16:creationId xmlns:a16="http://schemas.microsoft.com/office/drawing/2014/main" id="{14F00FAF-135A-4C4C-AF60-1AB0D147F788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4" name="타원 2463">
                <a:extLst>
                  <a:ext uri="{FF2B5EF4-FFF2-40B4-BE49-F238E27FC236}">
                    <a16:creationId xmlns:a16="http://schemas.microsoft.com/office/drawing/2014/main" id="{6AF9A619-3C3D-473F-9330-BDCC67CDB3C1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5" name="타원 2464">
                <a:extLst>
                  <a:ext uri="{FF2B5EF4-FFF2-40B4-BE49-F238E27FC236}">
                    <a16:creationId xmlns:a16="http://schemas.microsoft.com/office/drawing/2014/main" id="{0EE9EAD5-B364-4622-B894-32EB291BCC4B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6" name="타원 2465">
                <a:extLst>
                  <a:ext uri="{FF2B5EF4-FFF2-40B4-BE49-F238E27FC236}">
                    <a16:creationId xmlns:a16="http://schemas.microsoft.com/office/drawing/2014/main" id="{8C867645-BBD2-4363-A4CF-FD7D629394DC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467" name="그룹 2466">
              <a:extLst>
                <a:ext uri="{FF2B5EF4-FFF2-40B4-BE49-F238E27FC236}">
                  <a16:creationId xmlns:a16="http://schemas.microsoft.com/office/drawing/2014/main" id="{E97D2F09-C38B-470B-B74D-76056D455151}"/>
                </a:ext>
              </a:extLst>
            </p:cNvPr>
            <p:cNvGrpSpPr/>
            <p:nvPr/>
          </p:nvGrpSpPr>
          <p:grpSpPr>
            <a:xfrm>
              <a:off x="222250" y="4032250"/>
              <a:ext cx="5504400" cy="18000"/>
              <a:chOff x="222250" y="527050"/>
              <a:chExt cx="5504400" cy="18000"/>
            </a:xfrm>
          </p:grpSpPr>
          <p:sp>
            <p:nvSpPr>
              <p:cNvPr id="2468" name="타원 2467">
                <a:extLst>
                  <a:ext uri="{FF2B5EF4-FFF2-40B4-BE49-F238E27FC236}">
                    <a16:creationId xmlns:a16="http://schemas.microsoft.com/office/drawing/2014/main" id="{59838663-9CE8-493D-AE0B-6E9182072DED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9" name="타원 2468">
                <a:extLst>
                  <a:ext uri="{FF2B5EF4-FFF2-40B4-BE49-F238E27FC236}">
                    <a16:creationId xmlns:a16="http://schemas.microsoft.com/office/drawing/2014/main" id="{8D2B4B9A-74BA-4067-B349-DC0D07BEEFC2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0" name="타원 2469">
                <a:extLst>
                  <a:ext uri="{FF2B5EF4-FFF2-40B4-BE49-F238E27FC236}">
                    <a16:creationId xmlns:a16="http://schemas.microsoft.com/office/drawing/2014/main" id="{3B39A80E-819F-4A85-80E5-238788FE24F4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1" name="타원 2470">
                <a:extLst>
                  <a:ext uri="{FF2B5EF4-FFF2-40B4-BE49-F238E27FC236}">
                    <a16:creationId xmlns:a16="http://schemas.microsoft.com/office/drawing/2014/main" id="{9866A8F2-2F63-434F-9CF8-8DBC4BFAC0AC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2" name="타원 2471">
                <a:extLst>
                  <a:ext uri="{FF2B5EF4-FFF2-40B4-BE49-F238E27FC236}">
                    <a16:creationId xmlns:a16="http://schemas.microsoft.com/office/drawing/2014/main" id="{5A7D72DA-164C-4449-9958-61E850A1CC19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3" name="타원 2472">
                <a:extLst>
                  <a:ext uri="{FF2B5EF4-FFF2-40B4-BE49-F238E27FC236}">
                    <a16:creationId xmlns:a16="http://schemas.microsoft.com/office/drawing/2014/main" id="{CEEE0560-85B5-45F0-8376-7B5BEF8781F3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4" name="타원 2473">
                <a:extLst>
                  <a:ext uri="{FF2B5EF4-FFF2-40B4-BE49-F238E27FC236}">
                    <a16:creationId xmlns:a16="http://schemas.microsoft.com/office/drawing/2014/main" id="{0CC7C435-119C-41B2-9104-1AD403B14D32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5" name="타원 2474">
                <a:extLst>
                  <a:ext uri="{FF2B5EF4-FFF2-40B4-BE49-F238E27FC236}">
                    <a16:creationId xmlns:a16="http://schemas.microsoft.com/office/drawing/2014/main" id="{65289661-2390-4A0E-A680-E214E71A4C7F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6" name="타원 2475">
                <a:extLst>
                  <a:ext uri="{FF2B5EF4-FFF2-40B4-BE49-F238E27FC236}">
                    <a16:creationId xmlns:a16="http://schemas.microsoft.com/office/drawing/2014/main" id="{BBE1D9A1-628C-4312-B657-8EB6EFA47174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7" name="타원 2476">
                <a:extLst>
                  <a:ext uri="{FF2B5EF4-FFF2-40B4-BE49-F238E27FC236}">
                    <a16:creationId xmlns:a16="http://schemas.microsoft.com/office/drawing/2014/main" id="{83E1ED13-EDA2-4902-ABA5-FB64233CA043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8" name="타원 2477">
                <a:extLst>
                  <a:ext uri="{FF2B5EF4-FFF2-40B4-BE49-F238E27FC236}">
                    <a16:creationId xmlns:a16="http://schemas.microsoft.com/office/drawing/2014/main" id="{6BC0FBD1-24C7-4020-B352-C5EC4EDD0099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9" name="타원 2478">
                <a:extLst>
                  <a:ext uri="{FF2B5EF4-FFF2-40B4-BE49-F238E27FC236}">
                    <a16:creationId xmlns:a16="http://schemas.microsoft.com/office/drawing/2014/main" id="{ABD39634-6C5C-4A6E-854B-E6F060D66EB7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0" name="타원 2479">
                <a:extLst>
                  <a:ext uri="{FF2B5EF4-FFF2-40B4-BE49-F238E27FC236}">
                    <a16:creationId xmlns:a16="http://schemas.microsoft.com/office/drawing/2014/main" id="{0E5CAE9B-FBCB-4088-A105-223D1D226FA5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1" name="타원 2480">
                <a:extLst>
                  <a:ext uri="{FF2B5EF4-FFF2-40B4-BE49-F238E27FC236}">
                    <a16:creationId xmlns:a16="http://schemas.microsoft.com/office/drawing/2014/main" id="{D93CA013-4B17-4BED-96A0-2BA2D142C2A8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2" name="타원 2481">
                <a:extLst>
                  <a:ext uri="{FF2B5EF4-FFF2-40B4-BE49-F238E27FC236}">
                    <a16:creationId xmlns:a16="http://schemas.microsoft.com/office/drawing/2014/main" id="{C1552A12-42F4-4CFE-9B3D-997A0E7A8B8B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3" name="타원 2482">
                <a:extLst>
                  <a:ext uri="{FF2B5EF4-FFF2-40B4-BE49-F238E27FC236}">
                    <a16:creationId xmlns:a16="http://schemas.microsoft.com/office/drawing/2014/main" id="{D457DA56-C9D3-45A9-84F9-642E163A2E72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4" name="타원 2483">
                <a:extLst>
                  <a:ext uri="{FF2B5EF4-FFF2-40B4-BE49-F238E27FC236}">
                    <a16:creationId xmlns:a16="http://schemas.microsoft.com/office/drawing/2014/main" id="{6F337BCA-BA3F-4146-B9B1-F12BB11AAF41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5" name="타원 2484">
                <a:extLst>
                  <a:ext uri="{FF2B5EF4-FFF2-40B4-BE49-F238E27FC236}">
                    <a16:creationId xmlns:a16="http://schemas.microsoft.com/office/drawing/2014/main" id="{EB7B2A8B-9E8A-474F-91AB-5CD422D44FF0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6" name="타원 2485">
                <a:extLst>
                  <a:ext uri="{FF2B5EF4-FFF2-40B4-BE49-F238E27FC236}">
                    <a16:creationId xmlns:a16="http://schemas.microsoft.com/office/drawing/2014/main" id="{7DADB932-F032-44C1-BF01-22C37E5717AB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7" name="타원 2486">
                <a:extLst>
                  <a:ext uri="{FF2B5EF4-FFF2-40B4-BE49-F238E27FC236}">
                    <a16:creationId xmlns:a16="http://schemas.microsoft.com/office/drawing/2014/main" id="{D78FF070-9258-4948-BA54-20D005738840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8" name="타원 2487">
                <a:extLst>
                  <a:ext uri="{FF2B5EF4-FFF2-40B4-BE49-F238E27FC236}">
                    <a16:creationId xmlns:a16="http://schemas.microsoft.com/office/drawing/2014/main" id="{E88C600D-07CD-4FBC-A86D-7BFBD58AEBBC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9" name="타원 2488">
                <a:extLst>
                  <a:ext uri="{FF2B5EF4-FFF2-40B4-BE49-F238E27FC236}">
                    <a16:creationId xmlns:a16="http://schemas.microsoft.com/office/drawing/2014/main" id="{0748B20E-EED2-4833-8578-48403AA33E47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0" name="타원 2489">
                <a:extLst>
                  <a:ext uri="{FF2B5EF4-FFF2-40B4-BE49-F238E27FC236}">
                    <a16:creationId xmlns:a16="http://schemas.microsoft.com/office/drawing/2014/main" id="{D2B0C729-2858-472B-BA0F-E696C348BDDC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1" name="타원 2490">
                <a:extLst>
                  <a:ext uri="{FF2B5EF4-FFF2-40B4-BE49-F238E27FC236}">
                    <a16:creationId xmlns:a16="http://schemas.microsoft.com/office/drawing/2014/main" id="{15041AE5-4AC6-48DB-9DB4-3BA7305E4B9F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2" name="타원 2491">
                <a:extLst>
                  <a:ext uri="{FF2B5EF4-FFF2-40B4-BE49-F238E27FC236}">
                    <a16:creationId xmlns:a16="http://schemas.microsoft.com/office/drawing/2014/main" id="{6FE1F7A7-489F-4578-A5DC-F80872B8E4CA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3" name="타원 2492">
                <a:extLst>
                  <a:ext uri="{FF2B5EF4-FFF2-40B4-BE49-F238E27FC236}">
                    <a16:creationId xmlns:a16="http://schemas.microsoft.com/office/drawing/2014/main" id="{F733EF72-0A0B-4EBA-8E34-67F5A0A6D36A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4" name="타원 2493">
                <a:extLst>
                  <a:ext uri="{FF2B5EF4-FFF2-40B4-BE49-F238E27FC236}">
                    <a16:creationId xmlns:a16="http://schemas.microsoft.com/office/drawing/2014/main" id="{B202FA63-4331-4F5F-B5B3-E38E42E3D626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5" name="타원 2494">
                <a:extLst>
                  <a:ext uri="{FF2B5EF4-FFF2-40B4-BE49-F238E27FC236}">
                    <a16:creationId xmlns:a16="http://schemas.microsoft.com/office/drawing/2014/main" id="{308AFD7F-15B2-423C-A91A-1AFDD93C5232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6" name="타원 2495">
                <a:extLst>
                  <a:ext uri="{FF2B5EF4-FFF2-40B4-BE49-F238E27FC236}">
                    <a16:creationId xmlns:a16="http://schemas.microsoft.com/office/drawing/2014/main" id="{FE524CE0-29EF-408D-8FB9-1944F81B6C49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7" name="타원 2496">
                <a:extLst>
                  <a:ext uri="{FF2B5EF4-FFF2-40B4-BE49-F238E27FC236}">
                    <a16:creationId xmlns:a16="http://schemas.microsoft.com/office/drawing/2014/main" id="{6C04CB35-1D0A-4F4B-895D-07F00E8FF240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8" name="타원 2497">
                <a:extLst>
                  <a:ext uri="{FF2B5EF4-FFF2-40B4-BE49-F238E27FC236}">
                    <a16:creationId xmlns:a16="http://schemas.microsoft.com/office/drawing/2014/main" id="{6F64994A-301D-4262-8905-2CFF13590BAD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9" name="타원 2498">
                <a:extLst>
                  <a:ext uri="{FF2B5EF4-FFF2-40B4-BE49-F238E27FC236}">
                    <a16:creationId xmlns:a16="http://schemas.microsoft.com/office/drawing/2014/main" id="{CE73B346-8041-4D6B-9228-B685629514EF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0" name="타원 2499">
                <a:extLst>
                  <a:ext uri="{FF2B5EF4-FFF2-40B4-BE49-F238E27FC236}">
                    <a16:creationId xmlns:a16="http://schemas.microsoft.com/office/drawing/2014/main" id="{1CA15621-0BE7-4E43-824E-8005CA67468F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1" name="타원 2500">
                <a:extLst>
                  <a:ext uri="{FF2B5EF4-FFF2-40B4-BE49-F238E27FC236}">
                    <a16:creationId xmlns:a16="http://schemas.microsoft.com/office/drawing/2014/main" id="{65E02FFE-9324-4E99-91B8-485CC05A270D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2" name="타원 2501">
                <a:extLst>
                  <a:ext uri="{FF2B5EF4-FFF2-40B4-BE49-F238E27FC236}">
                    <a16:creationId xmlns:a16="http://schemas.microsoft.com/office/drawing/2014/main" id="{9BBF192D-821A-4E97-950C-CE9CB02081F5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3" name="타원 2502">
                <a:extLst>
                  <a:ext uri="{FF2B5EF4-FFF2-40B4-BE49-F238E27FC236}">
                    <a16:creationId xmlns:a16="http://schemas.microsoft.com/office/drawing/2014/main" id="{B48CC9C0-5BF6-4E57-A0D7-AF3E1C3DE0FB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4" name="타원 2503">
                <a:extLst>
                  <a:ext uri="{FF2B5EF4-FFF2-40B4-BE49-F238E27FC236}">
                    <a16:creationId xmlns:a16="http://schemas.microsoft.com/office/drawing/2014/main" id="{1ED40479-167D-4B3A-A8AA-9F5F1B4A317C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505" name="그룹 2504">
              <a:extLst>
                <a:ext uri="{FF2B5EF4-FFF2-40B4-BE49-F238E27FC236}">
                  <a16:creationId xmlns:a16="http://schemas.microsoft.com/office/drawing/2014/main" id="{89C4D9AE-27C8-443B-B552-3715CE757F10}"/>
                </a:ext>
              </a:extLst>
            </p:cNvPr>
            <p:cNvGrpSpPr/>
            <p:nvPr/>
          </p:nvGrpSpPr>
          <p:grpSpPr>
            <a:xfrm>
              <a:off x="222250" y="4184650"/>
              <a:ext cx="5504400" cy="18000"/>
              <a:chOff x="222250" y="527050"/>
              <a:chExt cx="5504400" cy="18000"/>
            </a:xfrm>
          </p:grpSpPr>
          <p:sp>
            <p:nvSpPr>
              <p:cNvPr id="2506" name="타원 2505">
                <a:extLst>
                  <a:ext uri="{FF2B5EF4-FFF2-40B4-BE49-F238E27FC236}">
                    <a16:creationId xmlns:a16="http://schemas.microsoft.com/office/drawing/2014/main" id="{DABA32F7-3DEE-4B29-990A-1353A8AB0EBE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7" name="타원 2506">
                <a:extLst>
                  <a:ext uri="{FF2B5EF4-FFF2-40B4-BE49-F238E27FC236}">
                    <a16:creationId xmlns:a16="http://schemas.microsoft.com/office/drawing/2014/main" id="{1818FD4A-F8C6-4247-972C-8FA0F5D80F70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8" name="타원 2507">
                <a:extLst>
                  <a:ext uri="{FF2B5EF4-FFF2-40B4-BE49-F238E27FC236}">
                    <a16:creationId xmlns:a16="http://schemas.microsoft.com/office/drawing/2014/main" id="{57F619CC-8104-4A79-8FE7-19FC7D294380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9" name="타원 2508">
                <a:extLst>
                  <a:ext uri="{FF2B5EF4-FFF2-40B4-BE49-F238E27FC236}">
                    <a16:creationId xmlns:a16="http://schemas.microsoft.com/office/drawing/2014/main" id="{E4B62431-84BB-4C15-9A27-D9EE3D53FE7D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0" name="타원 2509">
                <a:extLst>
                  <a:ext uri="{FF2B5EF4-FFF2-40B4-BE49-F238E27FC236}">
                    <a16:creationId xmlns:a16="http://schemas.microsoft.com/office/drawing/2014/main" id="{92057A3D-A5D4-435C-8F57-D9B4CFEBF56D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1" name="타원 2510">
                <a:extLst>
                  <a:ext uri="{FF2B5EF4-FFF2-40B4-BE49-F238E27FC236}">
                    <a16:creationId xmlns:a16="http://schemas.microsoft.com/office/drawing/2014/main" id="{7E434DC0-2CCC-403A-A73D-7CE5B2EEA1B9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2" name="타원 2511">
                <a:extLst>
                  <a:ext uri="{FF2B5EF4-FFF2-40B4-BE49-F238E27FC236}">
                    <a16:creationId xmlns:a16="http://schemas.microsoft.com/office/drawing/2014/main" id="{D36EBF0E-A970-41CC-9C85-F69955ED8CB8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3" name="타원 2512">
                <a:extLst>
                  <a:ext uri="{FF2B5EF4-FFF2-40B4-BE49-F238E27FC236}">
                    <a16:creationId xmlns:a16="http://schemas.microsoft.com/office/drawing/2014/main" id="{F5BF58CA-BCE7-4E97-B11F-48776B5C2331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4" name="타원 2513">
                <a:extLst>
                  <a:ext uri="{FF2B5EF4-FFF2-40B4-BE49-F238E27FC236}">
                    <a16:creationId xmlns:a16="http://schemas.microsoft.com/office/drawing/2014/main" id="{13CD6083-0ACA-4347-9D0D-B8B62065CF7F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5" name="타원 2514">
                <a:extLst>
                  <a:ext uri="{FF2B5EF4-FFF2-40B4-BE49-F238E27FC236}">
                    <a16:creationId xmlns:a16="http://schemas.microsoft.com/office/drawing/2014/main" id="{E31F0C24-71F2-4393-B8DB-5BBF60387754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6" name="타원 2515">
                <a:extLst>
                  <a:ext uri="{FF2B5EF4-FFF2-40B4-BE49-F238E27FC236}">
                    <a16:creationId xmlns:a16="http://schemas.microsoft.com/office/drawing/2014/main" id="{396345AC-349F-40C4-BE56-C24F20831F2B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7" name="타원 2516">
                <a:extLst>
                  <a:ext uri="{FF2B5EF4-FFF2-40B4-BE49-F238E27FC236}">
                    <a16:creationId xmlns:a16="http://schemas.microsoft.com/office/drawing/2014/main" id="{42716785-F6E5-4565-9864-3108853DB935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8" name="타원 2517">
                <a:extLst>
                  <a:ext uri="{FF2B5EF4-FFF2-40B4-BE49-F238E27FC236}">
                    <a16:creationId xmlns:a16="http://schemas.microsoft.com/office/drawing/2014/main" id="{1C05652C-581F-4B47-81C7-29FEB2ED3715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9" name="타원 2518">
                <a:extLst>
                  <a:ext uri="{FF2B5EF4-FFF2-40B4-BE49-F238E27FC236}">
                    <a16:creationId xmlns:a16="http://schemas.microsoft.com/office/drawing/2014/main" id="{F7F64A6C-EA1B-4469-9FA4-348CF8B7F214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20" name="타원 2519">
                <a:extLst>
                  <a:ext uri="{FF2B5EF4-FFF2-40B4-BE49-F238E27FC236}">
                    <a16:creationId xmlns:a16="http://schemas.microsoft.com/office/drawing/2014/main" id="{C8194490-D61F-47A9-BFD1-18FE434F97F0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21" name="타원 2520">
                <a:extLst>
                  <a:ext uri="{FF2B5EF4-FFF2-40B4-BE49-F238E27FC236}">
                    <a16:creationId xmlns:a16="http://schemas.microsoft.com/office/drawing/2014/main" id="{F34A6474-2934-425D-BCE7-9FCC5419D2DE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22" name="타원 2521">
                <a:extLst>
                  <a:ext uri="{FF2B5EF4-FFF2-40B4-BE49-F238E27FC236}">
                    <a16:creationId xmlns:a16="http://schemas.microsoft.com/office/drawing/2014/main" id="{1372C2AC-7D49-4CAC-A7FA-6B7BB580D6BD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23" name="타원 2522">
                <a:extLst>
                  <a:ext uri="{FF2B5EF4-FFF2-40B4-BE49-F238E27FC236}">
                    <a16:creationId xmlns:a16="http://schemas.microsoft.com/office/drawing/2014/main" id="{AFACA083-0156-456A-9A41-B2048CEF9D21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24" name="타원 2523">
                <a:extLst>
                  <a:ext uri="{FF2B5EF4-FFF2-40B4-BE49-F238E27FC236}">
                    <a16:creationId xmlns:a16="http://schemas.microsoft.com/office/drawing/2014/main" id="{5AA5A7F4-D3B2-49E1-BAFA-5C6A08CAE4E1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25" name="타원 2524">
                <a:extLst>
                  <a:ext uri="{FF2B5EF4-FFF2-40B4-BE49-F238E27FC236}">
                    <a16:creationId xmlns:a16="http://schemas.microsoft.com/office/drawing/2014/main" id="{2DBA690A-7ED5-4C83-8EE1-66D13FE0D07A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26" name="타원 2525">
                <a:extLst>
                  <a:ext uri="{FF2B5EF4-FFF2-40B4-BE49-F238E27FC236}">
                    <a16:creationId xmlns:a16="http://schemas.microsoft.com/office/drawing/2014/main" id="{E79EFA9E-DD7B-4A13-8EE4-B8F853513EF1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27" name="타원 2526">
                <a:extLst>
                  <a:ext uri="{FF2B5EF4-FFF2-40B4-BE49-F238E27FC236}">
                    <a16:creationId xmlns:a16="http://schemas.microsoft.com/office/drawing/2014/main" id="{F30616F8-2ABC-4DCE-8AD0-9BB3A0770CFB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28" name="타원 2527">
                <a:extLst>
                  <a:ext uri="{FF2B5EF4-FFF2-40B4-BE49-F238E27FC236}">
                    <a16:creationId xmlns:a16="http://schemas.microsoft.com/office/drawing/2014/main" id="{FFAF2454-C05B-4398-89A6-BF765EAB1D5E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29" name="타원 2528">
                <a:extLst>
                  <a:ext uri="{FF2B5EF4-FFF2-40B4-BE49-F238E27FC236}">
                    <a16:creationId xmlns:a16="http://schemas.microsoft.com/office/drawing/2014/main" id="{E58E99E1-AF27-401A-8E92-4FAA4CF5CF55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30" name="타원 2529">
                <a:extLst>
                  <a:ext uri="{FF2B5EF4-FFF2-40B4-BE49-F238E27FC236}">
                    <a16:creationId xmlns:a16="http://schemas.microsoft.com/office/drawing/2014/main" id="{E66407E7-3180-4268-83C7-869346B3C0BF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31" name="타원 2530">
                <a:extLst>
                  <a:ext uri="{FF2B5EF4-FFF2-40B4-BE49-F238E27FC236}">
                    <a16:creationId xmlns:a16="http://schemas.microsoft.com/office/drawing/2014/main" id="{0FEEA00A-B70B-4795-8053-5033DAE52C1D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32" name="타원 2531">
                <a:extLst>
                  <a:ext uri="{FF2B5EF4-FFF2-40B4-BE49-F238E27FC236}">
                    <a16:creationId xmlns:a16="http://schemas.microsoft.com/office/drawing/2014/main" id="{2528A4A0-3EBB-47D0-86C6-DFD4535CD919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33" name="타원 2532">
                <a:extLst>
                  <a:ext uri="{FF2B5EF4-FFF2-40B4-BE49-F238E27FC236}">
                    <a16:creationId xmlns:a16="http://schemas.microsoft.com/office/drawing/2014/main" id="{E8E646F3-2C3A-42BA-A1C4-49F83FA57DBD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34" name="타원 2533">
                <a:extLst>
                  <a:ext uri="{FF2B5EF4-FFF2-40B4-BE49-F238E27FC236}">
                    <a16:creationId xmlns:a16="http://schemas.microsoft.com/office/drawing/2014/main" id="{351B96CF-A7AF-4939-8660-9195A1DC157F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35" name="타원 2534">
                <a:extLst>
                  <a:ext uri="{FF2B5EF4-FFF2-40B4-BE49-F238E27FC236}">
                    <a16:creationId xmlns:a16="http://schemas.microsoft.com/office/drawing/2014/main" id="{FFAA3485-B134-4568-8212-69AE3724CF1E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36" name="타원 2535">
                <a:extLst>
                  <a:ext uri="{FF2B5EF4-FFF2-40B4-BE49-F238E27FC236}">
                    <a16:creationId xmlns:a16="http://schemas.microsoft.com/office/drawing/2014/main" id="{9680A304-C78C-4B99-BDE5-A95EC0A9D566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37" name="타원 2536">
                <a:extLst>
                  <a:ext uri="{FF2B5EF4-FFF2-40B4-BE49-F238E27FC236}">
                    <a16:creationId xmlns:a16="http://schemas.microsoft.com/office/drawing/2014/main" id="{3577DC3D-02C3-49E2-91F7-B76F4F5E31B5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38" name="타원 2537">
                <a:extLst>
                  <a:ext uri="{FF2B5EF4-FFF2-40B4-BE49-F238E27FC236}">
                    <a16:creationId xmlns:a16="http://schemas.microsoft.com/office/drawing/2014/main" id="{5F97ECB8-84BD-403D-A86B-A384EBFF3032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39" name="타원 2538">
                <a:extLst>
                  <a:ext uri="{FF2B5EF4-FFF2-40B4-BE49-F238E27FC236}">
                    <a16:creationId xmlns:a16="http://schemas.microsoft.com/office/drawing/2014/main" id="{74227C67-7FB8-46A2-BEBC-1FC45E37B059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0" name="타원 2539">
                <a:extLst>
                  <a:ext uri="{FF2B5EF4-FFF2-40B4-BE49-F238E27FC236}">
                    <a16:creationId xmlns:a16="http://schemas.microsoft.com/office/drawing/2014/main" id="{538226EC-EA8A-4051-8734-6DEF914A7F0E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1" name="타원 2540">
                <a:extLst>
                  <a:ext uri="{FF2B5EF4-FFF2-40B4-BE49-F238E27FC236}">
                    <a16:creationId xmlns:a16="http://schemas.microsoft.com/office/drawing/2014/main" id="{62E047A7-384A-498B-9F39-B9A575D16D4F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2" name="타원 2541">
                <a:extLst>
                  <a:ext uri="{FF2B5EF4-FFF2-40B4-BE49-F238E27FC236}">
                    <a16:creationId xmlns:a16="http://schemas.microsoft.com/office/drawing/2014/main" id="{A98C4C57-FF8E-48E6-95AE-06CC562167EE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543" name="그룹 2542">
              <a:extLst>
                <a:ext uri="{FF2B5EF4-FFF2-40B4-BE49-F238E27FC236}">
                  <a16:creationId xmlns:a16="http://schemas.microsoft.com/office/drawing/2014/main" id="{0DAF6482-A10B-4153-A2BB-42CFCE71C362}"/>
                </a:ext>
              </a:extLst>
            </p:cNvPr>
            <p:cNvGrpSpPr/>
            <p:nvPr/>
          </p:nvGrpSpPr>
          <p:grpSpPr>
            <a:xfrm>
              <a:off x="222250" y="4337050"/>
              <a:ext cx="5504400" cy="18000"/>
              <a:chOff x="222250" y="527050"/>
              <a:chExt cx="5504400" cy="18000"/>
            </a:xfrm>
          </p:grpSpPr>
          <p:sp>
            <p:nvSpPr>
              <p:cNvPr id="2544" name="타원 2543">
                <a:extLst>
                  <a:ext uri="{FF2B5EF4-FFF2-40B4-BE49-F238E27FC236}">
                    <a16:creationId xmlns:a16="http://schemas.microsoft.com/office/drawing/2014/main" id="{A2E09AF0-CD97-474E-8405-29CB2A105ACF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5" name="타원 2544">
                <a:extLst>
                  <a:ext uri="{FF2B5EF4-FFF2-40B4-BE49-F238E27FC236}">
                    <a16:creationId xmlns:a16="http://schemas.microsoft.com/office/drawing/2014/main" id="{7EBF4264-376E-44D5-BFAD-6486934BACF3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6" name="타원 2545">
                <a:extLst>
                  <a:ext uri="{FF2B5EF4-FFF2-40B4-BE49-F238E27FC236}">
                    <a16:creationId xmlns:a16="http://schemas.microsoft.com/office/drawing/2014/main" id="{4C2BC6E1-222B-47EE-A829-00DBD0F5E4E9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7" name="타원 2546">
                <a:extLst>
                  <a:ext uri="{FF2B5EF4-FFF2-40B4-BE49-F238E27FC236}">
                    <a16:creationId xmlns:a16="http://schemas.microsoft.com/office/drawing/2014/main" id="{AA8A8A81-0B19-4DEF-844E-781E7D132E5A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8" name="타원 2547">
                <a:extLst>
                  <a:ext uri="{FF2B5EF4-FFF2-40B4-BE49-F238E27FC236}">
                    <a16:creationId xmlns:a16="http://schemas.microsoft.com/office/drawing/2014/main" id="{9DB8B942-61B4-4046-A051-3A73516A5DAF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9" name="타원 2548">
                <a:extLst>
                  <a:ext uri="{FF2B5EF4-FFF2-40B4-BE49-F238E27FC236}">
                    <a16:creationId xmlns:a16="http://schemas.microsoft.com/office/drawing/2014/main" id="{D2257151-CDD5-4E9F-9DEC-AEC8B047E00C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0" name="타원 2549">
                <a:extLst>
                  <a:ext uri="{FF2B5EF4-FFF2-40B4-BE49-F238E27FC236}">
                    <a16:creationId xmlns:a16="http://schemas.microsoft.com/office/drawing/2014/main" id="{EE7CBA93-2843-4BEF-B6BE-7B76ADD04231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1" name="타원 2550">
                <a:extLst>
                  <a:ext uri="{FF2B5EF4-FFF2-40B4-BE49-F238E27FC236}">
                    <a16:creationId xmlns:a16="http://schemas.microsoft.com/office/drawing/2014/main" id="{E9D25403-EB36-4F84-B6E9-97739EA088FE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2" name="타원 2551">
                <a:extLst>
                  <a:ext uri="{FF2B5EF4-FFF2-40B4-BE49-F238E27FC236}">
                    <a16:creationId xmlns:a16="http://schemas.microsoft.com/office/drawing/2014/main" id="{F050A61C-904D-4070-9D02-F6D757DA4468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3" name="타원 2552">
                <a:extLst>
                  <a:ext uri="{FF2B5EF4-FFF2-40B4-BE49-F238E27FC236}">
                    <a16:creationId xmlns:a16="http://schemas.microsoft.com/office/drawing/2014/main" id="{1DB5959E-3ACB-4130-A253-6D6D06459E79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4" name="타원 2553">
                <a:extLst>
                  <a:ext uri="{FF2B5EF4-FFF2-40B4-BE49-F238E27FC236}">
                    <a16:creationId xmlns:a16="http://schemas.microsoft.com/office/drawing/2014/main" id="{40F9ABD4-0466-454C-B3EA-64C62F5D27C6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5" name="타원 2554">
                <a:extLst>
                  <a:ext uri="{FF2B5EF4-FFF2-40B4-BE49-F238E27FC236}">
                    <a16:creationId xmlns:a16="http://schemas.microsoft.com/office/drawing/2014/main" id="{090F6C5F-C976-4FB3-A0EA-F8F186A2A985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6" name="타원 2555">
                <a:extLst>
                  <a:ext uri="{FF2B5EF4-FFF2-40B4-BE49-F238E27FC236}">
                    <a16:creationId xmlns:a16="http://schemas.microsoft.com/office/drawing/2014/main" id="{92640836-E812-4C7F-BD63-A70ED4E97EFF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7" name="타원 2556">
                <a:extLst>
                  <a:ext uri="{FF2B5EF4-FFF2-40B4-BE49-F238E27FC236}">
                    <a16:creationId xmlns:a16="http://schemas.microsoft.com/office/drawing/2014/main" id="{7B709F8F-65CD-4134-ADA8-D58D7685EA96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8" name="타원 2557">
                <a:extLst>
                  <a:ext uri="{FF2B5EF4-FFF2-40B4-BE49-F238E27FC236}">
                    <a16:creationId xmlns:a16="http://schemas.microsoft.com/office/drawing/2014/main" id="{D0246405-072B-4114-992D-BF63B38E3E71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9" name="타원 2558">
                <a:extLst>
                  <a:ext uri="{FF2B5EF4-FFF2-40B4-BE49-F238E27FC236}">
                    <a16:creationId xmlns:a16="http://schemas.microsoft.com/office/drawing/2014/main" id="{8B7D9D36-D19E-488D-8F1F-4ABC88AAB217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0" name="타원 2559">
                <a:extLst>
                  <a:ext uri="{FF2B5EF4-FFF2-40B4-BE49-F238E27FC236}">
                    <a16:creationId xmlns:a16="http://schemas.microsoft.com/office/drawing/2014/main" id="{2A8679B0-48D4-4D7C-B4A1-D0B2A689B0D2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1" name="타원 2560">
                <a:extLst>
                  <a:ext uri="{FF2B5EF4-FFF2-40B4-BE49-F238E27FC236}">
                    <a16:creationId xmlns:a16="http://schemas.microsoft.com/office/drawing/2014/main" id="{9A210D13-93DB-40F0-820A-CBB962EAB298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2" name="타원 2561">
                <a:extLst>
                  <a:ext uri="{FF2B5EF4-FFF2-40B4-BE49-F238E27FC236}">
                    <a16:creationId xmlns:a16="http://schemas.microsoft.com/office/drawing/2014/main" id="{8B0044EA-D278-475A-A85B-09F61AD39420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3" name="타원 2562">
                <a:extLst>
                  <a:ext uri="{FF2B5EF4-FFF2-40B4-BE49-F238E27FC236}">
                    <a16:creationId xmlns:a16="http://schemas.microsoft.com/office/drawing/2014/main" id="{271400B7-38FB-4848-9B99-D92E417D7B10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4" name="타원 2563">
                <a:extLst>
                  <a:ext uri="{FF2B5EF4-FFF2-40B4-BE49-F238E27FC236}">
                    <a16:creationId xmlns:a16="http://schemas.microsoft.com/office/drawing/2014/main" id="{921736D2-D667-4830-8754-8A4CE56BD224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5" name="타원 2564">
                <a:extLst>
                  <a:ext uri="{FF2B5EF4-FFF2-40B4-BE49-F238E27FC236}">
                    <a16:creationId xmlns:a16="http://schemas.microsoft.com/office/drawing/2014/main" id="{E40CFA7F-24D4-4F02-B6A0-832CBFCC68B5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6" name="타원 2565">
                <a:extLst>
                  <a:ext uri="{FF2B5EF4-FFF2-40B4-BE49-F238E27FC236}">
                    <a16:creationId xmlns:a16="http://schemas.microsoft.com/office/drawing/2014/main" id="{6B5EC23C-FC61-4C44-BCCD-42EF2EB11E6A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7" name="타원 2566">
                <a:extLst>
                  <a:ext uri="{FF2B5EF4-FFF2-40B4-BE49-F238E27FC236}">
                    <a16:creationId xmlns:a16="http://schemas.microsoft.com/office/drawing/2014/main" id="{8B48CE09-8D5D-4C72-B2FF-3DE0F38991DA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8" name="타원 2567">
                <a:extLst>
                  <a:ext uri="{FF2B5EF4-FFF2-40B4-BE49-F238E27FC236}">
                    <a16:creationId xmlns:a16="http://schemas.microsoft.com/office/drawing/2014/main" id="{891453A8-7330-47D6-B630-334A53E3873B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9" name="타원 2568">
                <a:extLst>
                  <a:ext uri="{FF2B5EF4-FFF2-40B4-BE49-F238E27FC236}">
                    <a16:creationId xmlns:a16="http://schemas.microsoft.com/office/drawing/2014/main" id="{0EBFC222-E76B-4FB3-9CEF-73CC2A4F9B26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70" name="타원 2569">
                <a:extLst>
                  <a:ext uri="{FF2B5EF4-FFF2-40B4-BE49-F238E27FC236}">
                    <a16:creationId xmlns:a16="http://schemas.microsoft.com/office/drawing/2014/main" id="{ACB05CDF-BD63-47C6-ADE7-45AECC091ECF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71" name="타원 2570">
                <a:extLst>
                  <a:ext uri="{FF2B5EF4-FFF2-40B4-BE49-F238E27FC236}">
                    <a16:creationId xmlns:a16="http://schemas.microsoft.com/office/drawing/2014/main" id="{8A9FDF82-B69B-41A9-8E8E-391EA5254450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72" name="타원 2571">
                <a:extLst>
                  <a:ext uri="{FF2B5EF4-FFF2-40B4-BE49-F238E27FC236}">
                    <a16:creationId xmlns:a16="http://schemas.microsoft.com/office/drawing/2014/main" id="{B1517B31-B24D-4AAF-BA03-AE158B6B620B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73" name="타원 2572">
                <a:extLst>
                  <a:ext uri="{FF2B5EF4-FFF2-40B4-BE49-F238E27FC236}">
                    <a16:creationId xmlns:a16="http://schemas.microsoft.com/office/drawing/2014/main" id="{5FF76171-0E2F-44B2-83B1-3879ECF3CA2F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74" name="타원 2573">
                <a:extLst>
                  <a:ext uri="{FF2B5EF4-FFF2-40B4-BE49-F238E27FC236}">
                    <a16:creationId xmlns:a16="http://schemas.microsoft.com/office/drawing/2014/main" id="{2443D7C2-DA66-4125-AFFD-C527FA9EFF06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75" name="타원 2574">
                <a:extLst>
                  <a:ext uri="{FF2B5EF4-FFF2-40B4-BE49-F238E27FC236}">
                    <a16:creationId xmlns:a16="http://schemas.microsoft.com/office/drawing/2014/main" id="{F0B0FF16-0A47-40C3-9080-7CDB3FF426BC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76" name="타원 2575">
                <a:extLst>
                  <a:ext uri="{FF2B5EF4-FFF2-40B4-BE49-F238E27FC236}">
                    <a16:creationId xmlns:a16="http://schemas.microsoft.com/office/drawing/2014/main" id="{93A3FED6-1B6A-422D-A1E2-5B1BF8BD46D9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77" name="타원 2576">
                <a:extLst>
                  <a:ext uri="{FF2B5EF4-FFF2-40B4-BE49-F238E27FC236}">
                    <a16:creationId xmlns:a16="http://schemas.microsoft.com/office/drawing/2014/main" id="{38A22F44-1636-42A4-AE5A-A1E1D7991A37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78" name="타원 2577">
                <a:extLst>
                  <a:ext uri="{FF2B5EF4-FFF2-40B4-BE49-F238E27FC236}">
                    <a16:creationId xmlns:a16="http://schemas.microsoft.com/office/drawing/2014/main" id="{46493A19-649B-4C0C-8C6A-09668E26C615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79" name="타원 2578">
                <a:extLst>
                  <a:ext uri="{FF2B5EF4-FFF2-40B4-BE49-F238E27FC236}">
                    <a16:creationId xmlns:a16="http://schemas.microsoft.com/office/drawing/2014/main" id="{C4F2538E-892C-4EC4-8059-811746AEF848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0" name="타원 2579">
                <a:extLst>
                  <a:ext uri="{FF2B5EF4-FFF2-40B4-BE49-F238E27FC236}">
                    <a16:creationId xmlns:a16="http://schemas.microsoft.com/office/drawing/2014/main" id="{76A5A19B-D410-47EF-A2BF-209F10CC2C82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581" name="그룹 2580">
              <a:extLst>
                <a:ext uri="{FF2B5EF4-FFF2-40B4-BE49-F238E27FC236}">
                  <a16:creationId xmlns:a16="http://schemas.microsoft.com/office/drawing/2014/main" id="{6F665CE6-1AD9-4DA9-A7F4-6C842CF17AD1}"/>
                </a:ext>
              </a:extLst>
            </p:cNvPr>
            <p:cNvGrpSpPr/>
            <p:nvPr/>
          </p:nvGrpSpPr>
          <p:grpSpPr>
            <a:xfrm>
              <a:off x="222250" y="4489450"/>
              <a:ext cx="5504400" cy="18000"/>
              <a:chOff x="222250" y="527050"/>
              <a:chExt cx="5504400" cy="18000"/>
            </a:xfrm>
          </p:grpSpPr>
          <p:sp>
            <p:nvSpPr>
              <p:cNvPr id="2582" name="타원 2581">
                <a:extLst>
                  <a:ext uri="{FF2B5EF4-FFF2-40B4-BE49-F238E27FC236}">
                    <a16:creationId xmlns:a16="http://schemas.microsoft.com/office/drawing/2014/main" id="{F004208A-C1FA-4430-BE02-5C7E286A2A01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3" name="타원 2582">
                <a:extLst>
                  <a:ext uri="{FF2B5EF4-FFF2-40B4-BE49-F238E27FC236}">
                    <a16:creationId xmlns:a16="http://schemas.microsoft.com/office/drawing/2014/main" id="{1A47ED7D-9036-4BA0-9D48-77DE6A8D7F54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4" name="타원 2583">
                <a:extLst>
                  <a:ext uri="{FF2B5EF4-FFF2-40B4-BE49-F238E27FC236}">
                    <a16:creationId xmlns:a16="http://schemas.microsoft.com/office/drawing/2014/main" id="{F43F2651-96F6-4136-8B40-5B70863D0219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5" name="타원 2584">
                <a:extLst>
                  <a:ext uri="{FF2B5EF4-FFF2-40B4-BE49-F238E27FC236}">
                    <a16:creationId xmlns:a16="http://schemas.microsoft.com/office/drawing/2014/main" id="{EB30451A-751B-431D-A0F5-0F918A30B320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6" name="타원 2585">
                <a:extLst>
                  <a:ext uri="{FF2B5EF4-FFF2-40B4-BE49-F238E27FC236}">
                    <a16:creationId xmlns:a16="http://schemas.microsoft.com/office/drawing/2014/main" id="{40F25F8E-FB3C-4D30-8647-F02F2DFA5621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7" name="타원 2586">
                <a:extLst>
                  <a:ext uri="{FF2B5EF4-FFF2-40B4-BE49-F238E27FC236}">
                    <a16:creationId xmlns:a16="http://schemas.microsoft.com/office/drawing/2014/main" id="{45B9B570-F20A-4FE0-AE73-CB890586D40B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8" name="타원 2587">
                <a:extLst>
                  <a:ext uri="{FF2B5EF4-FFF2-40B4-BE49-F238E27FC236}">
                    <a16:creationId xmlns:a16="http://schemas.microsoft.com/office/drawing/2014/main" id="{91C188C5-B168-4D87-BC5E-55C65388E1C3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9" name="타원 2588">
                <a:extLst>
                  <a:ext uri="{FF2B5EF4-FFF2-40B4-BE49-F238E27FC236}">
                    <a16:creationId xmlns:a16="http://schemas.microsoft.com/office/drawing/2014/main" id="{37CE38E1-3170-4C4E-BC5E-46D2F0841AB2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0" name="타원 2589">
                <a:extLst>
                  <a:ext uri="{FF2B5EF4-FFF2-40B4-BE49-F238E27FC236}">
                    <a16:creationId xmlns:a16="http://schemas.microsoft.com/office/drawing/2014/main" id="{38ED4635-B28C-425C-BB62-07FC857ECECB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1" name="타원 2590">
                <a:extLst>
                  <a:ext uri="{FF2B5EF4-FFF2-40B4-BE49-F238E27FC236}">
                    <a16:creationId xmlns:a16="http://schemas.microsoft.com/office/drawing/2014/main" id="{AD7F1107-C0E2-4A7A-8DBF-2306A4770A56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2" name="타원 2591">
                <a:extLst>
                  <a:ext uri="{FF2B5EF4-FFF2-40B4-BE49-F238E27FC236}">
                    <a16:creationId xmlns:a16="http://schemas.microsoft.com/office/drawing/2014/main" id="{59BC8A47-2F1B-4D06-8D04-D951178F4C75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3" name="타원 2592">
                <a:extLst>
                  <a:ext uri="{FF2B5EF4-FFF2-40B4-BE49-F238E27FC236}">
                    <a16:creationId xmlns:a16="http://schemas.microsoft.com/office/drawing/2014/main" id="{9AB7F077-FB6A-4679-8E6F-DCDBAC0E635D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4" name="타원 2593">
                <a:extLst>
                  <a:ext uri="{FF2B5EF4-FFF2-40B4-BE49-F238E27FC236}">
                    <a16:creationId xmlns:a16="http://schemas.microsoft.com/office/drawing/2014/main" id="{79DE111D-B89B-4D89-9189-052C69BB3D53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5" name="타원 2594">
                <a:extLst>
                  <a:ext uri="{FF2B5EF4-FFF2-40B4-BE49-F238E27FC236}">
                    <a16:creationId xmlns:a16="http://schemas.microsoft.com/office/drawing/2014/main" id="{48CB33A2-6E4F-41A7-A93A-001587A91EBE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6" name="타원 2595">
                <a:extLst>
                  <a:ext uri="{FF2B5EF4-FFF2-40B4-BE49-F238E27FC236}">
                    <a16:creationId xmlns:a16="http://schemas.microsoft.com/office/drawing/2014/main" id="{8E292E7C-0E5C-4F47-ACA5-E36EE3731068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7" name="타원 2596">
                <a:extLst>
                  <a:ext uri="{FF2B5EF4-FFF2-40B4-BE49-F238E27FC236}">
                    <a16:creationId xmlns:a16="http://schemas.microsoft.com/office/drawing/2014/main" id="{1DF148E7-997B-4B2F-9556-27DA9AFF8E12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8" name="타원 2597">
                <a:extLst>
                  <a:ext uri="{FF2B5EF4-FFF2-40B4-BE49-F238E27FC236}">
                    <a16:creationId xmlns:a16="http://schemas.microsoft.com/office/drawing/2014/main" id="{73A93BC5-58EE-460C-8BC0-02BC319B67C6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9" name="타원 2598">
                <a:extLst>
                  <a:ext uri="{FF2B5EF4-FFF2-40B4-BE49-F238E27FC236}">
                    <a16:creationId xmlns:a16="http://schemas.microsoft.com/office/drawing/2014/main" id="{828C3F1E-37E0-4E53-AA3F-D9F5C410CEBD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00" name="타원 2599">
                <a:extLst>
                  <a:ext uri="{FF2B5EF4-FFF2-40B4-BE49-F238E27FC236}">
                    <a16:creationId xmlns:a16="http://schemas.microsoft.com/office/drawing/2014/main" id="{EDC5B77F-DA9A-4091-9921-663AC3EAA5EE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01" name="타원 2600">
                <a:extLst>
                  <a:ext uri="{FF2B5EF4-FFF2-40B4-BE49-F238E27FC236}">
                    <a16:creationId xmlns:a16="http://schemas.microsoft.com/office/drawing/2014/main" id="{009DEB12-199F-4BCF-BEF5-168F690395F8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02" name="타원 2601">
                <a:extLst>
                  <a:ext uri="{FF2B5EF4-FFF2-40B4-BE49-F238E27FC236}">
                    <a16:creationId xmlns:a16="http://schemas.microsoft.com/office/drawing/2014/main" id="{CC8334BF-8F43-4D6F-ADC0-BA4DEA52F37D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03" name="타원 2602">
                <a:extLst>
                  <a:ext uri="{FF2B5EF4-FFF2-40B4-BE49-F238E27FC236}">
                    <a16:creationId xmlns:a16="http://schemas.microsoft.com/office/drawing/2014/main" id="{ACA7E77A-B0B0-46F7-B02A-6AAE853831BC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04" name="타원 2603">
                <a:extLst>
                  <a:ext uri="{FF2B5EF4-FFF2-40B4-BE49-F238E27FC236}">
                    <a16:creationId xmlns:a16="http://schemas.microsoft.com/office/drawing/2014/main" id="{9E918E8A-9514-4CA8-A0DC-28AE8EF9478A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05" name="타원 2604">
                <a:extLst>
                  <a:ext uri="{FF2B5EF4-FFF2-40B4-BE49-F238E27FC236}">
                    <a16:creationId xmlns:a16="http://schemas.microsoft.com/office/drawing/2014/main" id="{26FF51B9-7BD5-43B5-8F46-D9003071A828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06" name="타원 2605">
                <a:extLst>
                  <a:ext uri="{FF2B5EF4-FFF2-40B4-BE49-F238E27FC236}">
                    <a16:creationId xmlns:a16="http://schemas.microsoft.com/office/drawing/2014/main" id="{851FC19B-5508-4BB8-89B1-4E39FA58D4D9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07" name="타원 2606">
                <a:extLst>
                  <a:ext uri="{FF2B5EF4-FFF2-40B4-BE49-F238E27FC236}">
                    <a16:creationId xmlns:a16="http://schemas.microsoft.com/office/drawing/2014/main" id="{DE4EF716-1D4F-4862-9DA8-001136FE9926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08" name="타원 2607">
                <a:extLst>
                  <a:ext uri="{FF2B5EF4-FFF2-40B4-BE49-F238E27FC236}">
                    <a16:creationId xmlns:a16="http://schemas.microsoft.com/office/drawing/2014/main" id="{E5CE6AC0-1923-4425-9ED1-77A9426D652D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09" name="타원 2608">
                <a:extLst>
                  <a:ext uri="{FF2B5EF4-FFF2-40B4-BE49-F238E27FC236}">
                    <a16:creationId xmlns:a16="http://schemas.microsoft.com/office/drawing/2014/main" id="{E0071F2F-F426-49CB-ACD4-3E46F9C0BD90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10" name="타원 2609">
                <a:extLst>
                  <a:ext uri="{FF2B5EF4-FFF2-40B4-BE49-F238E27FC236}">
                    <a16:creationId xmlns:a16="http://schemas.microsoft.com/office/drawing/2014/main" id="{4D9A57FC-AF48-4FB5-9DDE-4E05F9D1307F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11" name="타원 2610">
                <a:extLst>
                  <a:ext uri="{FF2B5EF4-FFF2-40B4-BE49-F238E27FC236}">
                    <a16:creationId xmlns:a16="http://schemas.microsoft.com/office/drawing/2014/main" id="{48BC7569-C36B-4541-BFA4-4F4CF1283917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12" name="타원 2611">
                <a:extLst>
                  <a:ext uri="{FF2B5EF4-FFF2-40B4-BE49-F238E27FC236}">
                    <a16:creationId xmlns:a16="http://schemas.microsoft.com/office/drawing/2014/main" id="{C93E26D8-AB13-4679-8F7C-6EE916238B08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13" name="타원 2612">
                <a:extLst>
                  <a:ext uri="{FF2B5EF4-FFF2-40B4-BE49-F238E27FC236}">
                    <a16:creationId xmlns:a16="http://schemas.microsoft.com/office/drawing/2014/main" id="{B8F83E71-F6A4-44C4-8FC2-242FBF5FE22D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14" name="타원 2613">
                <a:extLst>
                  <a:ext uri="{FF2B5EF4-FFF2-40B4-BE49-F238E27FC236}">
                    <a16:creationId xmlns:a16="http://schemas.microsoft.com/office/drawing/2014/main" id="{F2EA2DE3-72D7-47C0-B0E1-2DB1E2C3039A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15" name="타원 2614">
                <a:extLst>
                  <a:ext uri="{FF2B5EF4-FFF2-40B4-BE49-F238E27FC236}">
                    <a16:creationId xmlns:a16="http://schemas.microsoft.com/office/drawing/2014/main" id="{0A1C0481-3E90-4FEC-B151-7602727E2C85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16" name="타원 2615">
                <a:extLst>
                  <a:ext uri="{FF2B5EF4-FFF2-40B4-BE49-F238E27FC236}">
                    <a16:creationId xmlns:a16="http://schemas.microsoft.com/office/drawing/2014/main" id="{3BDBC2BF-48C9-40C7-8373-A562F916001D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17" name="타원 2616">
                <a:extLst>
                  <a:ext uri="{FF2B5EF4-FFF2-40B4-BE49-F238E27FC236}">
                    <a16:creationId xmlns:a16="http://schemas.microsoft.com/office/drawing/2014/main" id="{1F5C8B08-80F1-4B03-98D8-231C4F050003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18" name="타원 2617">
                <a:extLst>
                  <a:ext uri="{FF2B5EF4-FFF2-40B4-BE49-F238E27FC236}">
                    <a16:creationId xmlns:a16="http://schemas.microsoft.com/office/drawing/2014/main" id="{1198C824-E388-4657-AD87-C43BE1D07051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619" name="그룹 2618">
              <a:extLst>
                <a:ext uri="{FF2B5EF4-FFF2-40B4-BE49-F238E27FC236}">
                  <a16:creationId xmlns:a16="http://schemas.microsoft.com/office/drawing/2014/main" id="{55FD21D0-CDE6-40B9-8A94-EB391F0BC5DF}"/>
                </a:ext>
              </a:extLst>
            </p:cNvPr>
            <p:cNvGrpSpPr/>
            <p:nvPr/>
          </p:nvGrpSpPr>
          <p:grpSpPr>
            <a:xfrm>
              <a:off x="222250" y="4641850"/>
              <a:ext cx="5504400" cy="18000"/>
              <a:chOff x="222250" y="527050"/>
              <a:chExt cx="5504400" cy="18000"/>
            </a:xfrm>
          </p:grpSpPr>
          <p:sp>
            <p:nvSpPr>
              <p:cNvPr id="2620" name="타원 2619">
                <a:extLst>
                  <a:ext uri="{FF2B5EF4-FFF2-40B4-BE49-F238E27FC236}">
                    <a16:creationId xmlns:a16="http://schemas.microsoft.com/office/drawing/2014/main" id="{9E84BB83-19A6-4C64-8A10-848BCA15DD44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1" name="타원 2620">
                <a:extLst>
                  <a:ext uri="{FF2B5EF4-FFF2-40B4-BE49-F238E27FC236}">
                    <a16:creationId xmlns:a16="http://schemas.microsoft.com/office/drawing/2014/main" id="{D24CFD00-F03B-4D21-8EBD-B1471E509324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2" name="타원 2621">
                <a:extLst>
                  <a:ext uri="{FF2B5EF4-FFF2-40B4-BE49-F238E27FC236}">
                    <a16:creationId xmlns:a16="http://schemas.microsoft.com/office/drawing/2014/main" id="{C0D09460-8DB7-471F-892D-AA5E770EE1BE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3" name="타원 2622">
                <a:extLst>
                  <a:ext uri="{FF2B5EF4-FFF2-40B4-BE49-F238E27FC236}">
                    <a16:creationId xmlns:a16="http://schemas.microsoft.com/office/drawing/2014/main" id="{A89D3110-D0F4-48E4-86D3-5B46A39B8EE0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4" name="타원 2623">
                <a:extLst>
                  <a:ext uri="{FF2B5EF4-FFF2-40B4-BE49-F238E27FC236}">
                    <a16:creationId xmlns:a16="http://schemas.microsoft.com/office/drawing/2014/main" id="{F5CC832E-1D4B-4D4B-8D9D-F2A6E7738567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5" name="타원 2624">
                <a:extLst>
                  <a:ext uri="{FF2B5EF4-FFF2-40B4-BE49-F238E27FC236}">
                    <a16:creationId xmlns:a16="http://schemas.microsoft.com/office/drawing/2014/main" id="{4CE14391-C2D0-49CB-A99C-A2002B0A3F9D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6" name="타원 2625">
                <a:extLst>
                  <a:ext uri="{FF2B5EF4-FFF2-40B4-BE49-F238E27FC236}">
                    <a16:creationId xmlns:a16="http://schemas.microsoft.com/office/drawing/2014/main" id="{653A28F8-39FD-4302-B864-C750ABAA3072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7" name="타원 2626">
                <a:extLst>
                  <a:ext uri="{FF2B5EF4-FFF2-40B4-BE49-F238E27FC236}">
                    <a16:creationId xmlns:a16="http://schemas.microsoft.com/office/drawing/2014/main" id="{C8D7DF9D-A3E3-4C91-B352-609BC2C0961D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8" name="타원 2627">
                <a:extLst>
                  <a:ext uri="{FF2B5EF4-FFF2-40B4-BE49-F238E27FC236}">
                    <a16:creationId xmlns:a16="http://schemas.microsoft.com/office/drawing/2014/main" id="{7D84B0E3-65B6-467E-A7E1-A4F7A729622E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9" name="타원 2628">
                <a:extLst>
                  <a:ext uri="{FF2B5EF4-FFF2-40B4-BE49-F238E27FC236}">
                    <a16:creationId xmlns:a16="http://schemas.microsoft.com/office/drawing/2014/main" id="{4B65CFDF-B502-4634-B456-8A7D824EA4FC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0" name="타원 2629">
                <a:extLst>
                  <a:ext uri="{FF2B5EF4-FFF2-40B4-BE49-F238E27FC236}">
                    <a16:creationId xmlns:a16="http://schemas.microsoft.com/office/drawing/2014/main" id="{6DE0FA16-28BD-4E17-B0D5-2D5A3172BEDA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1" name="타원 2630">
                <a:extLst>
                  <a:ext uri="{FF2B5EF4-FFF2-40B4-BE49-F238E27FC236}">
                    <a16:creationId xmlns:a16="http://schemas.microsoft.com/office/drawing/2014/main" id="{9A4C0D98-967C-4E24-8DED-2B97E4631628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2" name="타원 2631">
                <a:extLst>
                  <a:ext uri="{FF2B5EF4-FFF2-40B4-BE49-F238E27FC236}">
                    <a16:creationId xmlns:a16="http://schemas.microsoft.com/office/drawing/2014/main" id="{B1741DB5-4261-4345-8C7D-28DCF71CD9F4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3" name="타원 2632">
                <a:extLst>
                  <a:ext uri="{FF2B5EF4-FFF2-40B4-BE49-F238E27FC236}">
                    <a16:creationId xmlns:a16="http://schemas.microsoft.com/office/drawing/2014/main" id="{5A6E409C-662B-4EBB-8BDD-A34C4884F978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4" name="타원 2633">
                <a:extLst>
                  <a:ext uri="{FF2B5EF4-FFF2-40B4-BE49-F238E27FC236}">
                    <a16:creationId xmlns:a16="http://schemas.microsoft.com/office/drawing/2014/main" id="{CF917E50-DBC9-48C8-A8CB-136CEE50AC1E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5" name="타원 2634">
                <a:extLst>
                  <a:ext uri="{FF2B5EF4-FFF2-40B4-BE49-F238E27FC236}">
                    <a16:creationId xmlns:a16="http://schemas.microsoft.com/office/drawing/2014/main" id="{1B796E3A-6128-4294-8721-1369EC73CBCA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6" name="타원 2635">
                <a:extLst>
                  <a:ext uri="{FF2B5EF4-FFF2-40B4-BE49-F238E27FC236}">
                    <a16:creationId xmlns:a16="http://schemas.microsoft.com/office/drawing/2014/main" id="{89AFDD28-C113-4FED-8949-A9C017BCE95E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7" name="타원 2636">
                <a:extLst>
                  <a:ext uri="{FF2B5EF4-FFF2-40B4-BE49-F238E27FC236}">
                    <a16:creationId xmlns:a16="http://schemas.microsoft.com/office/drawing/2014/main" id="{63591C7B-0324-4A05-A565-0D4BC78F620E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8" name="타원 2637">
                <a:extLst>
                  <a:ext uri="{FF2B5EF4-FFF2-40B4-BE49-F238E27FC236}">
                    <a16:creationId xmlns:a16="http://schemas.microsoft.com/office/drawing/2014/main" id="{4B1D8A0C-0D5B-4FC8-BF7F-0286308716CD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9" name="타원 2638">
                <a:extLst>
                  <a:ext uri="{FF2B5EF4-FFF2-40B4-BE49-F238E27FC236}">
                    <a16:creationId xmlns:a16="http://schemas.microsoft.com/office/drawing/2014/main" id="{751B8E73-CA16-4A73-9A48-CF052AAF6FE3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40" name="타원 2639">
                <a:extLst>
                  <a:ext uri="{FF2B5EF4-FFF2-40B4-BE49-F238E27FC236}">
                    <a16:creationId xmlns:a16="http://schemas.microsoft.com/office/drawing/2014/main" id="{FC5453D6-229E-4DEF-9F4D-4831C28AC75A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41" name="타원 2640">
                <a:extLst>
                  <a:ext uri="{FF2B5EF4-FFF2-40B4-BE49-F238E27FC236}">
                    <a16:creationId xmlns:a16="http://schemas.microsoft.com/office/drawing/2014/main" id="{BFC8262C-F3D2-4F0F-93A4-EA5DDFBC613A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42" name="타원 2641">
                <a:extLst>
                  <a:ext uri="{FF2B5EF4-FFF2-40B4-BE49-F238E27FC236}">
                    <a16:creationId xmlns:a16="http://schemas.microsoft.com/office/drawing/2014/main" id="{D0BCB0E5-C428-44AB-A09C-8177C9A6FAB8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43" name="타원 2642">
                <a:extLst>
                  <a:ext uri="{FF2B5EF4-FFF2-40B4-BE49-F238E27FC236}">
                    <a16:creationId xmlns:a16="http://schemas.microsoft.com/office/drawing/2014/main" id="{B762D492-45BF-40A6-BFA1-8E9D9B3601E7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44" name="타원 2643">
                <a:extLst>
                  <a:ext uri="{FF2B5EF4-FFF2-40B4-BE49-F238E27FC236}">
                    <a16:creationId xmlns:a16="http://schemas.microsoft.com/office/drawing/2014/main" id="{6AB4742B-2BFC-45C3-8302-43DC5F2E412D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45" name="타원 2644">
                <a:extLst>
                  <a:ext uri="{FF2B5EF4-FFF2-40B4-BE49-F238E27FC236}">
                    <a16:creationId xmlns:a16="http://schemas.microsoft.com/office/drawing/2014/main" id="{C55FDAED-07A0-46CD-A3F0-ED8ED47C2904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46" name="타원 2645">
                <a:extLst>
                  <a:ext uri="{FF2B5EF4-FFF2-40B4-BE49-F238E27FC236}">
                    <a16:creationId xmlns:a16="http://schemas.microsoft.com/office/drawing/2014/main" id="{B514B99B-958C-4274-B7F6-1CE3F1DA4351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47" name="타원 2646">
                <a:extLst>
                  <a:ext uri="{FF2B5EF4-FFF2-40B4-BE49-F238E27FC236}">
                    <a16:creationId xmlns:a16="http://schemas.microsoft.com/office/drawing/2014/main" id="{E5593831-3626-411E-B829-85EF686B20EA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48" name="타원 2647">
                <a:extLst>
                  <a:ext uri="{FF2B5EF4-FFF2-40B4-BE49-F238E27FC236}">
                    <a16:creationId xmlns:a16="http://schemas.microsoft.com/office/drawing/2014/main" id="{6F50951A-34D6-4649-AD9B-52EACE4BE968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49" name="타원 2648">
                <a:extLst>
                  <a:ext uri="{FF2B5EF4-FFF2-40B4-BE49-F238E27FC236}">
                    <a16:creationId xmlns:a16="http://schemas.microsoft.com/office/drawing/2014/main" id="{8F913CDD-C3E3-4DD8-AD4E-8E93218AC111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50" name="타원 2649">
                <a:extLst>
                  <a:ext uri="{FF2B5EF4-FFF2-40B4-BE49-F238E27FC236}">
                    <a16:creationId xmlns:a16="http://schemas.microsoft.com/office/drawing/2014/main" id="{E10D33BB-2220-4258-BF88-48E459593D14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51" name="타원 2650">
                <a:extLst>
                  <a:ext uri="{FF2B5EF4-FFF2-40B4-BE49-F238E27FC236}">
                    <a16:creationId xmlns:a16="http://schemas.microsoft.com/office/drawing/2014/main" id="{17C69720-20A8-4C1F-89E5-F32B7FDB72DF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52" name="타원 2651">
                <a:extLst>
                  <a:ext uri="{FF2B5EF4-FFF2-40B4-BE49-F238E27FC236}">
                    <a16:creationId xmlns:a16="http://schemas.microsoft.com/office/drawing/2014/main" id="{F350886C-B4C8-4FBA-89DE-3036B12C634B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53" name="타원 2652">
                <a:extLst>
                  <a:ext uri="{FF2B5EF4-FFF2-40B4-BE49-F238E27FC236}">
                    <a16:creationId xmlns:a16="http://schemas.microsoft.com/office/drawing/2014/main" id="{6C02759B-7353-4A68-B643-E63BB3D10591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54" name="타원 2653">
                <a:extLst>
                  <a:ext uri="{FF2B5EF4-FFF2-40B4-BE49-F238E27FC236}">
                    <a16:creationId xmlns:a16="http://schemas.microsoft.com/office/drawing/2014/main" id="{F9BA35AB-4DE1-4AD9-975B-04C16C0C92D4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55" name="타원 2654">
                <a:extLst>
                  <a:ext uri="{FF2B5EF4-FFF2-40B4-BE49-F238E27FC236}">
                    <a16:creationId xmlns:a16="http://schemas.microsoft.com/office/drawing/2014/main" id="{671D699A-32AE-40FD-8EE9-95C88CB25B0A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56" name="타원 2655">
                <a:extLst>
                  <a:ext uri="{FF2B5EF4-FFF2-40B4-BE49-F238E27FC236}">
                    <a16:creationId xmlns:a16="http://schemas.microsoft.com/office/drawing/2014/main" id="{50867148-6991-4077-85D4-6F35DDCB0B20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657" name="그룹 2656">
              <a:extLst>
                <a:ext uri="{FF2B5EF4-FFF2-40B4-BE49-F238E27FC236}">
                  <a16:creationId xmlns:a16="http://schemas.microsoft.com/office/drawing/2014/main" id="{4AC451C0-7182-4BBD-9A95-3B317A4750D6}"/>
                </a:ext>
              </a:extLst>
            </p:cNvPr>
            <p:cNvGrpSpPr/>
            <p:nvPr/>
          </p:nvGrpSpPr>
          <p:grpSpPr>
            <a:xfrm>
              <a:off x="222250" y="4794250"/>
              <a:ext cx="5504400" cy="18000"/>
              <a:chOff x="222250" y="527050"/>
              <a:chExt cx="5504400" cy="18000"/>
            </a:xfrm>
          </p:grpSpPr>
          <p:sp>
            <p:nvSpPr>
              <p:cNvPr id="2658" name="타원 2657">
                <a:extLst>
                  <a:ext uri="{FF2B5EF4-FFF2-40B4-BE49-F238E27FC236}">
                    <a16:creationId xmlns:a16="http://schemas.microsoft.com/office/drawing/2014/main" id="{A1BA53D8-7E40-4035-8B06-D07F9CF7379E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59" name="타원 2658">
                <a:extLst>
                  <a:ext uri="{FF2B5EF4-FFF2-40B4-BE49-F238E27FC236}">
                    <a16:creationId xmlns:a16="http://schemas.microsoft.com/office/drawing/2014/main" id="{7E80005B-4DC7-4EBC-B935-28EE74CB33E2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0" name="타원 2659">
                <a:extLst>
                  <a:ext uri="{FF2B5EF4-FFF2-40B4-BE49-F238E27FC236}">
                    <a16:creationId xmlns:a16="http://schemas.microsoft.com/office/drawing/2014/main" id="{87D7AC10-B5EE-4E5D-A345-C0EBA284FB8A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1" name="타원 2660">
                <a:extLst>
                  <a:ext uri="{FF2B5EF4-FFF2-40B4-BE49-F238E27FC236}">
                    <a16:creationId xmlns:a16="http://schemas.microsoft.com/office/drawing/2014/main" id="{5F239CB2-FD58-40D6-8AF6-BC922E66C8F7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2" name="타원 2661">
                <a:extLst>
                  <a:ext uri="{FF2B5EF4-FFF2-40B4-BE49-F238E27FC236}">
                    <a16:creationId xmlns:a16="http://schemas.microsoft.com/office/drawing/2014/main" id="{AFCEE2BE-7924-4B90-862D-9051DE9FAF9E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3" name="타원 2662">
                <a:extLst>
                  <a:ext uri="{FF2B5EF4-FFF2-40B4-BE49-F238E27FC236}">
                    <a16:creationId xmlns:a16="http://schemas.microsoft.com/office/drawing/2014/main" id="{E42CE01E-08D8-45FF-A7B4-DE2E8EE952FE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4" name="타원 2663">
                <a:extLst>
                  <a:ext uri="{FF2B5EF4-FFF2-40B4-BE49-F238E27FC236}">
                    <a16:creationId xmlns:a16="http://schemas.microsoft.com/office/drawing/2014/main" id="{FEA7C661-B729-4D13-A20E-102B369C4A4A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5" name="타원 2664">
                <a:extLst>
                  <a:ext uri="{FF2B5EF4-FFF2-40B4-BE49-F238E27FC236}">
                    <a16:creationId xmlns:a16="http://schemas.microsoft.com/office/drawing/2014/main" id="{C276F9D0-6074-4DBE-866C-1F973DDF6698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6" name="타원 2665">
                <a:extLst>
                  <a:ext uri="{FF2B5EF4-FFF2-40B4-BE49-F238E27FC236}">
                    <a16:creationId xmlns:a16="http://schemas.microsoft.com/office/drawing/2014/main" id="{D20AC304-EC9A-4145-A533-487103307885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7" name="타원 2666">
                <a:extLst>
                  <a:ext uri="{FF2B5EF4-FFF2-40B4-BE49-F238E27FC236}">
                    <a16:creationId xmlns:a16="http://schemas.microsoft.com/office/drawing/2014/main" id="{58CF6E91-A46D-4EB5-A3BF-C9466FC99FA8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8" name="타원 2667">
                <a:extLst>
                  <a:ext uri="{FF2B5EF4-FFF2-40B4-BE49-F238E27FC236}">
                    <a16:creationId xmlns:a16="http://schemas.microsoft.com/office/drawing/2014/main" id="{DECF2675-BA59-4F03-92A1-159502532E98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9" name="타원 2668">
                <a:extLst>
                  <a:ext uri="{FF2B5EF4-FFF2-40B4-BE49-F238E27FC236}">
                    <a16:creationId xmlns:a16="http://schemas.microsoft.com/office/drawing/2014/main" id="{2B7CD6B2-0D45-46D4-B768-E069B36EAE7D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70" name="타원 2669">
                <a:extLst>
                  <a:ext uri="{FF2B5EF4-FFF2-40B4-BE49-F238E27FC236}">
                    <a16:creationId xmlns:a16="http://schemas.microsoft.com/office/drawing/2014/main" id="{D5068C50-8DE8-4D48-ABD7-328DAF178384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71" name="타원 2670">
                <a:extLst>
                  <a:ext uri="{FF2B5EF4-FFF2-40B4-BE49-F238E27FC236}">
                    <a16:creationId xmlns:a16="http://schemas.microsoft.com/office/drawing/2014/main" id="{4041B110-591E-42C8-94F6-ED4545FD83E4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72" name="타원 2671">
                <a:extLst>
                  <a:ext uri="{FF2B5EF4-FFF2-40B4-BE49-F238E27FC236}">
                    <a16:creationId xmlns:a16="http://schemas.microsoft.com/office/drawing/2014/main" id="{D4FD155C-B683-4301-9F88-EAECD2C7411B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73" name="타원 2672">
                <a:extLst>
                  <a:ext uri="{FF2B5EF4-FFF2-40B4-BE49-F238E27FC236}">
                    <a16:creationId xmlns:a16="http://schemas.microsoft.com/office/drawing/2014/main" id="{9982FEC8-2438-48B2-BFCC-7A54EDDC625D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74" name="타원 2673">
                <a:extLst>
                  <a:ext uri="{FF2B5EF4-FFF2-40B4-BE49-F238E27FC236}">
                    <a16:creationId xmlns:a16="http://schemas.microsoft.com/office/drawing/2014/main" id="{4F4ADE06-41EA-4102-B5A1-D78A72449A96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75" name="타원 2674">
                <a:extLst>
                  <a:ext uri="{FF2B5EF4-FFF2-40B4-BE49-F238E27FC236}">
                    <a16:creationId xmlns:a16="http://schemas.microsoft.com/office/drawing/2014/main" id="{315C1BEB-BA9F-4481-9EF7-4AE6443DC066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76" name="타원 2675">
                <a:extLst>
                  <a:ext uri="{FF2B5EF4-FFF2-40B4-BE49-F238E27FC236}">
                    <a16:creationId xmlns:a16="http://schemas.microsoft.com/office/drawing/2014/main" id="{D502ED07-F564-4B9B-B423-1F1213D8CE76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77" name="타원 2676">
                <a:extLst>
                  <a:ext uri="{FF2B5EF4-FFF2-40B4-BE49-F238E27FC236}">
                    <a16:creationId xmlns:a16="http://schemas.microsoft.com/office/drawing/2014/main" id="{B4843A32-0A99-4E38-B426-EC192E91F265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78" name="타원 2677">
                <a:extLst>
                  <a:ext uri="{FF2B5EF4-FFF2-40B4-BE49-F238E27FC236}">
                    <a16:creationId xmlns:a16="http://schemas.microsoft.com/office/drawing/2014/main" id="{70335EBB-BFF0-47C7-A602-ECB12ABE7777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79" name="타원 2678">
                <a:extLst>
                  <a:ext uri="{FF2B5EF4-FFF2-40B4-BE49-F238E27FC236}">
                    <a16:creationId xmlns:a16="http://schemas.microsoft.com/office/drawing/2014/main" id="{34014438-0BDA-42AC-AFA8-549D302ADEF4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80" name="타원 2679">
                <a:extLst>
                  <a:ext uri="{FF2B5EF4-FFF2-40B4-BE49-F238E27FC236}">
                    <a16:creationId xmlns:a16="http://schemas.microsoft.com/office/drawing/2014/main" id="{1D5136E9-5C28-4591-BEC5-54D3CA952654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81" name="타원 2680">
                <a:extLst>
                  <a:ext uri="{FF2B5EF4-FFF2-40B4-BE49-F238E27FC236}">
                    <a16:creationId xmlns:a16="http://schemas.microsoft.com/office/drawing/2014/main" id="{B40341FE-438A-48CC-8654-02AF2818DE2A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82" name="타원 2681">
                <a:extLst>
                  <a:ext uri="{FF2B5EF4-FFF2-40B4-BE49-F238E27FC236}">
                    <a16:creationId xmlns:a16="http://schemas.microsoft.com/office/drawing/2014/main" id="{D6C5ECFA-F1CC-459D-A35F-006E9E88192F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83" name="타원 2682">
                <a:extLst>
                  <a:ext uri="{FF2B5EF4-FFF2-40B4-BE49-F238E27FC236}">
                    <a16:creationId xmlns:a16="http://schemas.microsoft.com/office/drawing/2014/main" id="{0ADA8FDB-90D9-424C-838A-5B055960EBDB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84" name="타원 2683">
                <a:extLst>
                  <a:ext uri="{FF2B5EF4-FFF2-40B4-BE49-F238E27FC236}">
                    <a16:creationId xmlns:a16="http://schemas.microsoft.com/office/drawing/2014/main" id="{6BBD18F9-48D4-45EB-BC59-21A62A3A4312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85" name="타원 2684">
                <a:extLst>
                  <a:ext uri="{FF2B5EF4-FFF2-40B4-BE49-F238E27FC236}">
                    <a16:creationId xmlns:a16="http://schemas.microsoft.com/office/drawing/2014/main" id="{24793DC0-D386-4401-86E7-3059F60886C6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86" name="타원 2685">
                <a:extLst>
                  <a:ext uri="{FF2B5EF4-FFF2-40B4-BE49-F238E27FC236}">
                    <a16:creationId xmlns:a16="http://schemas.microsoft.com/office/drawing/2014/main" id="{AC2D06E4-5B2A-4412-BC0E-7956BC601DC3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87" name="타원 2686">
                <a:extLst>
                  <a:ext uri="{FF2B5EF4-FFF2-40B4-BE49-F238E27FC236}">
                    <a16:creationId xmlns:a16="http://schemas.microsoft.com/office/drawing/2014/main" id="{907836A5-CF0F-4991-86B5-C7B975472041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88" name="타원 2687">
                <a:extLst>
                  <a:ext uri="{FF2B5EF4-FFF2-40B4-BE49-F238E27FC236}">
                    <a16:creationId xmlns:a16="http://schemas.microsoft.com/office/drawing/2014/main" id="{6B71C5F6-99E9-4746-9673-FC0160C4062C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89" name="타원 2688">
                <a:extLst>
                  <a:ext uri="{FF2B5EF4-FFF2-40B4-BE49-F238E27FC236}">
                    <a16:creationId xmlns:a16="http://schemas.microsoft.com/office/drawing/2014/main" id="{C81F91B3-5C85-43E3-A893-3D88412E143E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90" name="타원 2689">
                <a:extLst>
                  <a:ext uri="{FF2B5EF4-FFF2-40B4-BE49-F238E27FC236}">
                    <a16:creationId xmlns:a16="http://schemas.microsoft.com/office/drawing/2014/main" id="{5837EBF8-5474-4832-8045-BEB67F24C3FF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91" name="타원 2690">
                <a:extLst>
                  <a:ext uri="{FF2B5EF4-FFF2-40B4-BE49-F238E27FC236}">
                    <a16:creationId xmlns:a16="http://schemas.microsoft.com/office/drawing/2014/main" id="{ADCA0E7C-CCBF-48AD-89E5-734E40C0C92A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92" name="타원 2691">
                <a:extLst>
                  <a:ext uri="{FF2B5EF4-FFF2-40B4-BE49-F238E27FC236}">
                    <a16:creationId xmlns:a16="http://schemas.microsoft.com/office/drawing/2014/main" id="{4F4B98CA-042D-40B7-A7B3-72716F25236B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93" name="타원 2692">
                <a:extLst>
                  <a:ext uri="{FF2B5EF4-FFF2-40B4-BE49-F238E27FC236}">
                    <a16:creationId xmlns:a16="http://schemas.microsoft.com/office/drawing/2014/main" id="{6D059B28-0152-488D-AB9A-0BE023491607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94" name="타원 2693">
                <a:extLst>
                  <a:ext uri="{FF2B5EF4-FFF2-40B4-BE49-F238E27FC236}">
                    <a16:creationId xmlns:a16="http://schemas.microsoft.com/office/drawing/2014/main" id="{F21B6F74-E320-424C-95E2-A82FD0FEEFD8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695" name="그룹 2694">
              <a:extLst>
                <a:ext uri="{FF2B5EF4-FFF2-40B4-BE49-F238E27FC236}">
                  <a16:creationId xmlns:a16="http://schemas.microsoft.com/office/drawing/2014/main" id="{F546F9E7-AC94-4128-9DF0-0D997E266E5C}"/>
                </a:ext>
              </a:extLst>
            </p:cNvPr>
            <p:cNvGrpSpPr/>
            <p:nvPr/>
          </p:nvGrpSpPr>
          <p:grpSpPr>
            <a:xfrm>
              <a:off x="222250" y="4946650"/>
              <a:ext cx="5504400" cy="18000"/>
              <a:chOff x="222250" y="527050"/>
              <a:chExt cx="5504400" cy="18000"/>
            </a:xfrm>
          </p:grpSpPr>
          <p:sp>
            <p:nvSpPr>
              <p:cNvPr id="2696" name="타원 2695">
                <a:extLst>
                  <a:ext uri="{FF2B5EF4-FFF2-40B4-BE49-F238E27FC236}">
                    <a16:creationId xmlns:a16="http://schemas.microsoft.com/office/drawing/2014/main" id="{22262727-0C70-4D10-8C1D-D83EFB9B6CEB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97" name="타원 2696">
                <a:extLst>
                  <a:ext uri="{FF2B5EF4-FFF2-40B4-BE49-F238E27FC236}">
                    <a16:creationId xmlns:a16="http://schemas.microsoft.com/office/drawing/2014/main" id="{9D3BB583-49F3-4E14-84CD-99FE2598D0ED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98" name="타원 2697">
                <a:extLst>
                  <a:ext uri="{FF2B5EF4-FFF2-40B4-BE49-F238E27FC236}">
                    <a16:creationId xmlns:a16="http://schemas.microsoft.com/office/drawing/2014/main" id="{1B8129BF-B885-48C4-A051-658FC0905D1A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99" name="타원 2698">
                <a:extLst>
                  <a:ext uri="{FF2B5EF4-FFF2-40B4-BE49-F238E27FC236}">
                    <a16:creationId xmlns:a16="http://schemas.microsoft.com/office/drawing/2014/main" id="{4FFCAC4B-C0FC-467E-B432-DF186B88939C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00" name="타원 2699">
                <a:extLst>
                  <a:ext uri="{FF2B5EF4-FFF2-40B4-BE49-F238E27FC236}">
                    <a16:creationId xmlns:a16="http://schemas.microsoft.com/office/drawing/2014/main" id="{1D84A443-9810-4FEF-A53B-64580A6FA26C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01" name="타원 2700">
                <a:extLst>
                  <a:ext uri="{FF2B5EF4-FFF2-40B4-BE49-F238E27FC236}">
                    <a16:creationId xmlns:a16="http://schemas.microsoft.com/office/drawing/2014/main" id="{A86E4C5E-C1DE-4428-920F-BCC100138519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02" name="타원 2701">
                <a:extLst>
                  <a:ext uri="{FF2B5EF4-FFF2-40B4-BE49-F238E27FC236}">
                    <a16:creationId xmlns:a16="http://schemas.microsoft.com/office/drawing/2014/main" id="{D7771621-EF5C-447E-9DD2-E97428112BB8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03" name="타원 2702">
                <a:extLst>
                  <a:ext uri="{FF2B5EF4-FFF2-40B4-BE49-F238E27FC236}">
                    <a16:creationId xmlns:a16="http://schemas.microsoft.com/office/drawing/2014/main" id="{4612DD69-1F1B-44AA-8656-62C75A7D3DF2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04" name="타원 2703">
                <a:extLst>
                  <a:ext uri="{FF2B5EF4-FFF2-40B4-BE49-F238E27FC236}">
                    <a16:creationId xmlns:a16="http://schemas.microsoft.com/office/drawing/2014/main" id="{819763D8-33AA-4DB0-A55D-A62B9293E83D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05" name="타원 2704">
                <a:extLst>
                  <a:ext uri="{FF2B5EF4-FFF2-40B4-BE49-F238E27FC236}">
                    <a16:creationId xmlns:a16="http://schemas.microsoft.com/office/drawing/2014/main" id="{5E300AF3-D4A6-4553-AB27-64DB0CFEF8D7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06" name="타원 2705">
                <a:extLst>
                  <a:ext uri="{FF2B5EF4-FFF2-40B4-BE49-F238E27FC236}">
                    <a16:creationId xmlns:a16="http://schemas.microsoft.com/office/drawing/2014/main" id="{4C0405F2-111B-4178-B14D-FF2218525F16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07" name="타원 2706">
                <a:extLst>
                  <a:ext uri="{FF2B5EF4-FFF2-40B4-BE49-F238E27FC236}">
                    <a16:creationId xmlns:a16="http://schemas.microsoft.com/office/drawing/2014/main" id="{2F7C895D-C30F-4BAA-878B-39EDBBD71BC9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08" name="타원 2707">
                <a:extLst>
                  <a:ext uri="{FF2B5EF4-FFF2-40B4-BE49-F238E27FC236}">
                    <a16:creationId xmlns:a16="http://schemas.microsoft.com/office/drawing/2014/main" id="{26F0A068-0362-4F29-8B28-7EEFC5CD2E0C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09" name="타원 2708">
                <a:extLst>
                  <a:ext uri="{FF2B5EF4-FFF2-40B4-BE49-F238E27FC236}">
                    <a16:creationId xmlns:a16="http://schemas.microsoft.com/office/drawing/2014/main" id="{31EB76E6-FAD7-40A2-BA6D-0CC2547533F5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0" name="타원 2709">
                <a:extLst>
                  <a:ext uri="{FF2B5EF4-FFF2-40B4-BE49-F238E27FC236}">
                    <a16:creationId xmlns:a16="http://schemas.microsoft.com/office/drawing/2014/main" id="{4627C00D-47DB-4B08-BBA1-60139BD98BC9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1" name="타원 2710">
                <a:extLst>
                  <a:ext uri="{FF2B5EF4-FFF2-40B4-BE49-F238E27FC236}">
                    <a16:creationId xmlns:a16="http://schemas.microsoft.com/office/drawing/2014/main" id="{C49FC36D-CDF9-4526-9E22-C0C151470A00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2" name="타원 2711">
                <a:extLst>
                  <a:ext uri="{FF2B5EF4-FFF2-40B4-BE49-F238E27FC236}">
                    <a16:creationId xmlns:a16="http://schemas.microsoft.com/office/drawing/2014/main" id="{F8BC1E2B-C475-459D-BBFD-9AEF9B4F7A69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3" name="타원 2712">
                <a:extLst>
                  <a:ext uri="{FF2B5EF4-FFF2-40B4-BE49-F238E27FC236}">
                    <a16:creationId xmlns:a16="http://schemas.microsoft.com/office/drawing/2014/main" id="{427CAE2C-C13A-4076-9BBD-17E4B71D4C8F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4" name="타원 2713">
                <a:extLst>
                  <a:ext uri="{FF2B5EF4-FFF2-40B4-BE49-F238E27FC236}">
                    <a16:creationId xmlns:a16="http://schemas.microsoft.com/office/drawing/2014/main" id="{630AF05D-6239-4624-9EBC-92D7F0B902DC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5" name="타원 2714">
                <a:extLst>
                  <a:ext uri="{FF2B5EF4-FFF2-40B4-BE49-F238E27FC236}">
                    <a16:creationId xmlns:a16="http://schemas.microsoft.com/office/drawing/2014/main" id="{60294298-50A2-4FDC-93D0-7713BCBD0D95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6" name="타원 2715">
                <a:extLst>
                  <a:ext uri="{FF2B5EF4-FFF2-40B4-BE49-F238E27FC236}">
                    <a16:creationId xmlns:a16="http://schemas.microsoft.com/office/drawing/2014/main" id="{69246447-9CE5-4D57-8267-1671A4F85191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7" name="타원 2716">
                <a:extLst>
                  <a:ext uri="{FF2B5EF4-FFF2-40B4-BE49-F238E27FC236}">
                    <a16:creationId xmlns:a16="http://schemas.microsoft.com/office/drawing/2014/main" id="{58B280A7-B01F-4595-8F12-8A7D5982CC04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8" name="타원 2717">
                <a:extLst>
                  <a:ext uri="{FF2B5EF4-FFF2-40B4-BE49-F238E27FC236}">
                    <a16:creationId xmlns:a16="http://schemas.microsoft.com/office/drawing/2014/main" id="{E7272E79-91B4-40EE-A22A-15034C2E2821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9" name="타원 2718">
                <a:extLst>
                  <a:ext uri="{FF2B5EF4-FFF2-40B4-BE49-F238E27FC236}">
                    <a16:creationId xmlns:a16="http://schemas.microsoft.com/office/drawing/2014/main" id="{18C73A58-39D5-4578-BA16-C6807133193F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20" name="타원 2719">
                <a:extLst>
                  <a:ext uri="{FF2B5EF4-FFF2-40B4-BE49-F238E27FC236}">
                    <a16:creationId xmlns:a16="http://schemas.microsoft.com/office/drawing/2014/main" id="{AEBAEDFC-BF44-4333-A131-068FE333A467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21" name="타원 2720">
                <a:extLst>
                  <a:ext uri="{FF2B5EF4-FFF2-40B4-BE49-F238E27FC236}">
                    <a16:creationId xmlns:a16="http://schemas.microsoft.com/office/drawing/2014/main" id="{D26797FA-E114-4D72-98EB-99FE1FCC63E9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22" name="타원 2721">
                <a:extLst>
                  <a:ext uri="{FF2B5EF4-FFF2-40B4-BE49-F238E27FC236}">
                    <a16:creationId xmlns:a16="http://schemas.microsoft.com/office/drawing/2014/main" id="{B5E16B4A-53D6-49E6-9543-3F23D3A005D5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23" name="타원 2722">
                <a:extLst>
                  <a:ext uri="{FF2B5EF4-FFF2-40B4-BE49-F238E27FC236}">
                    <a16:creationId xmlns:a16="http://schemas.microsoft.com/office/drawing/2014/main" id="{431F80A1-4157-43C1-A57D-9E78CEE51871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24" name="타원 2723">
                <a:extLst>
                  <a:ext uri="{FF2B5EF4-FFF2-40B4-BE49-F238E27FC236}">
                    <a16:creationId xmlns:a16="http://schemas.microsoft.com/office/drawing/2014/main" id="{032BFED5-293D-4C45-BB94-0E849B81C481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25" name="타원 2724">
                <a:extLst>
                  <a:ext uri="{FF2B5EF4-FFF2-40B4-BE49-F238E27FC236}">
                    <a16:creationId xmlns:a16="http://schemas.microsoft.com/office/drawing/2014/main" id="{D1EEFE99-B870-45B0-A58A-8C428C4BBEAD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26" name="타원 2725">
                <a:extLst>
                  <a:ext uri="{FF2B5EF4-FFF2-40B4-BE49-F238E27FC236}">
                    <a16:creationId xmlns:a16="http://schemas.microsoft.com/office/drawing/2014/main" id="{109E8A2A-AF97-4B00-B4AC-7767B2EB22F9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27" name="타원 2726">
                <a:extLst>
                  <a:ext uri="{FF2B5EF4-FFF2-40B4-BE49-F238E27FC236}">
                    <a16:creationId xmlns:a16="http://schemas.microsoft.com/office/drawing/2014/main" id="{A83F7170-93DC-46DA-BF8B-D9FBDFBBEE12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28" name="타원 2727">
                <a:extLst>
                  <a:ext uri="{FF2B5EF4-FFF2-40B4-BE49-F238E27FC236}">
                    <a16:creationId xmlns:a16="http://schemas.microsoft.com/office/drawing/2014/main" id="{40A2DE0F-D238-4CB9-B71B-7BDCEC7BA22F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29" name="타원 2728">
                <a:extLst>
                  <a:ext uri="{FF2B5EF4-FFF2-40B4-BE49-F238E27FC236}">
                    <a16:creationId xmlns:a16="http://schemas.microsoft.com/office/drawing/2014/main" id="{11C07660-682B-494B-95BC-D0746251BD5E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30" name="타원 2729">
                <a:extLst>
                  <a:ext uri="{FF2B5EF4-FFF2-40B4-BE49-F238E27FC236}">
                    <a16:creationId xmlns:a16="http://schemas.microsoft.com/office/drawing/2014/main" id="{02C223FE-2847-4758-BAA4-C5F5FCB15694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31" name="타원 2730">
                <a:extLst>
                  <a:ext uri="{FF2B5EF4-FFF2-40B4-BE49-F238E27FC236}">
                    <a16:creationId xmlns:a16="http://schemas.microsoft.com/office/drawing/2014/main" id="{64CFAA3B-F92D-4E25-A187-48B0F4E99893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32" name="타원 2731">
                <a:extLst>
                  <a:ext uri="{FF2B5EF4-FFF2-40B4-BE49-F238E27FC236}">
                    <a16:creationId xmlns:a16="http://schemas.microsoft.com/office/drawing/2014/main" id="{BB875860-77C1-41EC-B099-69F938F45F36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733" name="그룹 2732">
              <a:extLst>
                <a:ext uri="{FF2B5EF4-FFF2-40B4-BE49-F238E27FC236}">
                  <a16:creationId xmlns:a16="http://schemas.microsoft.com/office/drawing/2014/main" id="{B94852D9-C4AB-4581-8BF0-9E085AF2AE0A}"/>
                </a:ext>
              </a:extLst>
            </p:cNvPr>
            <p:cNvGrpSpPr/>
            <p:nvPr/>
          </p:nvGrpSpPr>
          <p:grpSpPr>
            <a:xfrm>
              <a:off x="222250" y="5099050"/>
              <a:ext cx="5504400" cy="18000"/>
              <a:chOff x="222250" y="527050"/>
              <a:chExt cx="5504400" cy="18000"/>
            </a:xfrm>
          </p:grpSpPr>
          <p:sp>
            <p:nvSpPr>
              <p:cNvPr id="2734" name="타원 2733">
                <a:extLst>
                  <a:ext uri="{FF2B5EF4-FFF2-40B4-BE49-F238E27FC236}">
                    <a16:creationId xmlns:a16="http://schemas.microsoft.com/office/drawing/2014/main" id="{C5C7E0EA-A847-47A1-BD16-071491EF212B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35" name="타원 2734">
                <a:extLst>
                  <a:ext uri="{FF2B5EF4-FFF2-40B4-BE49-F238E27FC236}">
                    <a16:creationId xmlns:a16="http://schemas.microsoft.com/office/drawing/2014/main" id="{95BBC472-7CB5-4F85-BA9B-0B6BA160E753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36" name="타원 2735">
                <a:extLst>
                  <a:ext uri="{FF2B5EF4-FFF2-40B4-BE49-F238E27FC236}">
                    <a16:creationId xmlns:a16="http://schemas.microsoft.com/office/drawing/2014/main" id="{76E301B8-F0D9-4FE1-A4F8-00B0F2308263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37" name="타원 2736">
                <a:extLst>
                  <a:ext uri="{FF2B5EF4-FFF2-40B4-BE49-F238E27FC236}">
                    <a16:creationId xmlns:a16="http://schemas.microsoft.com/office/drawing/2014/main" id="{BA627212-26EE-4282-A2ED-57FCE3B1CBEB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38" name="타원 2737">
                <a:extLst>
                  <a:ext uri="{FF2B5EF4-FFF2-40B4-BE49-F238E27FC236}">
                    <a16:creationId xmlns:a16="http://schemas.microsoft.com/office/drawing/2014/main" id="{61AF4805-B3E2-4C25-9CE4-1308DA209210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39" name="타원 2738">
                <a:extLst>
                  <a:ext uri="{FF2B5EF4-FFF2-40B4-BE49-F238E27FC236}">
                    <a16:creationId xmlns:a16="http://schemas.microsoft.com/office/drawing/2014/main" id="{5ECF977C-D86C-4BDF-AFFE-537393DF81C9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40" name="타원 2739">
                <a:extLst>
                  <a:ext uri="{FF2B5EF4-FFF2-40B4-BE49-F238E27FC236}">
                    <a16:creationId xmlns:a16="http://schemas.microsoft.com/office/drawing/2014/main" id="{2C5FD247-6016-4CBD-9FEC-97203C7AA090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41" name="타원 2740">
                <a:extLst>
                  <a:ext uri="{FF2B5EF4-FFF2-40B4-BE49-F238E27FC236}">
                    <a16:creationId xmlns:a16="http://schemas.microsoft.com/office/drawing/2014/main" id="{D8AFC4F0-1981-4CBA-BCAE-6E8B1F7CC8E5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42" name="타원 2741">
                <a:extLst>
                  <a:ext uri="{FF2B5EF4-FFF2-40B4-BE49-F238E27FC236}">
                    <a16:creationId xmlns:a16="http://schemas.microsoft.com/office/drawing/2014/main" id="{A1083A87-0D34-4639-B247-AE4EE2950946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43" name="타원 2742">
                <a:extLst>
                  <a:ext uri="{FF2B5EF4-FFF2-40B4-BE49-F238E27FC236}">
                    <a16:creationId xmlns:a16="http://schemas.microsoft.com/office/drawing/2014/main" id="{F47237AA-FD86-45AE-A887-08124EF4123C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44" name="타원 2743">
                <a:extLst>
                  <a:ext uri="{FF2B5EF4-FFF2-40B4-BE49-F238E27FC236}">
                    <a16:creationId xmlns:a16="http://schemas.microsoft.com/office/drawing/2014/main" id="{E419470C-9F16-4E5F-8B07-3A371455AF7D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45" name="타원 2744">
                <a:extLst>
                  <a:ext uri="{FF2B5EF4-FFF2-40B4-BE49-F238E27FC236}">
                    <a16:creationId xmlns:a16="http://schemas.microsoft.com/office/drawing/2014/main" id="{696839B3-08C6-4944-805A-A30F4262ACDF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46" name="타원 2745">
                <a:extLst>
                  <a:ext uri="{FF2B5EF4-FFF2-40B4-BE49-F238E27FC236}">
                    <a16:creationId xmlns:a16="http://schemas.microsoft.com/office/drawing/2014/main" id="{B3D4A3AA-AD2E-4ABD-A14C-125464711853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47" name="타원 2746">
                <a:extLst>
                  <a:ext uri="{FF2B5EF4-FFF2-40B4-BE49-F238E27FC236}">
                    <a16:creationId xmlns:a16="http://schemas.microsoft.com/office/drawing/2014/main" id="{4020F3DA-175E-4181-9F84-B19CFCD977B9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48" name="타원 2747">
                <a:extLst>
                  <a:ext uri="{FF2B5EF4-FFF2-40B4-BE49-F238E27FC236}">
                    <a16:creationId xmlns:a16="http://schemas.microsoft.com/office/drawing/2014/main" id="{252DDFB0-880E-43E5-B5D4-17A8F358696D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49" name="타원 2748">
                <a:extLst>
                  <a:ext uri="{FF2B5EF4-FFF2-40B4-BE49-F238E27FC236}">
                    <a16:creationId xmlns:a16="http://schemas.microsoft.com/office/drawing/2014/main" id="{00E359E5-2CEE-4E6C-A714-F19BF7A61F55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0" name="타원 2749">
                <a:extLst>
                  <a:ext uri="{FF2B5EF4-FFF2-40B4-BE49-F238E27FC236}">
                    <a16:creationId xmlns:a16="http://schemas.microsoft.com/office/drawing/2014/main" id="{416DF2C4-FA64-44AB-8A3B-E42C7626DFE5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1" name="타원 2750">
                <a:extLst>
                  <a:ext uri="{FF2B5EF4-FFF2-40B4-BE49-F238E27FC236}">
                    <a16:creationId xmlns:a16="http://schemas.microsoft.com/office/drawing/2014/main" id="{5FFAAFDE-5A4E-4650-8D0C-6C1F559004BB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2" name="타원 2751">
                <a:extLst>
                  <a:ext uri="{FF2B5EF4-FFF2-40B4-BE49-F238E27FC236}">
                    <a16:creationId xmlns:a16="http://schemas.microsoft.com/office/drawing/2014/main" id="{D782326E-B9D8-4B15-B7E0-ED600642B383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3" name="타원 2752">
                <a:extLst>
                  <a:ext uri="{FF2B5EF4-FFF2-40B4-BE49-F238E27FC236}">
                    <a16:creationId xmlns:a16="http://schemas.microsoft.com/office/drawing/2014/main" id="{F9207C4A-58E1-4EFD-91A2-ED0F693DA526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4" name="타원 2753">
                <a:extLst>
                  <a:ext uri="{FF2B5EF4-FFF2-40B4-BE49-F238E27FC236}">
                    <a16:creationId xmlns:a16="http://schemas.microsoft.com/office/drawing/2014/main" id="{65292B87-C346-4563-9D17-81684EF88CA6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5" name="타원 2754">
                <a:extLst>
                  <a:ext uri="{FF2B5EF4-FFF2-40B4-BE49-F238E27FC236}">
                    <a16:creationId xmlns:a16="http://schemas.microsoft.com/office/drawing/2014/main" id="{B1C6A903-B1CB-4EFB-8490-E83150EF3BE6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6" name="타원 2755">
                <a:extLst>
                  <a:ext uri="{FF2B5EF4-FFF2-40B4-BE49-F238E27FC236}">
                    <a16:creationId xmlns:a16="http://schemas.microsoft.com/office/drawing/2014/main" id="{58A77BAD-CA2E-4DF5-9611-A71DFC2A4773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7" name="타원 2756">
                <a:extLst>
                  <a:ext uri="{FF2B5EF4-FFF2-40B4-BE49-F238E27FC236}">
                    <a16:creationId xmlns:a16="http://schemas.microsoft.com/office/drawing/2014/main" id="{096C0F80-668F-44F3-A086-D0AF827C57CF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8" name="타원 2757">
                <a:extLst>
                  <a:ext uri="{FF2B5EF4-FFF2-40B4-BE49-F238E27FC236}">
                    <a16:creationId xmlns:a16="http://schemas.microsoft.com/office/drawing/2014/main" id="{245E71C2-1885-4919-9695-CA7D58F23267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9" name="타원 2758">
                <a:extLst>
                  <a:ext uri="{FF2B5EF4-FFF2-40B4-BE49-F238E27FC236}">
                    <a16:creationId xmlns:a16="http://schemas.microsoft.com/office/drawing/2014/main" id="{A08963D1-617E-4AAC-A26D-EC050F7E9D48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60" name="타원 2759">
                <a:extLst>
                  <a:ext uri="{FF2B5EF4-FFF2-40B4-BE49-F238E27FC236}">
                    <a16:creationId xmlns:a16="http://schemas.microsoft.com/office/drawing/2014/main" id="{6314D8D4-C616-4EB6-8783-FD51F00CCDB3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61" name="타원 2760">
                <a:extLst>
                  <a:ext uri="{FF2B5EF4-FFF2-40B4-BE49-F238E27FC236}">
                    <a16:creationId xmlns:a16="http://schemas.microsoft.com/office/drawing/2014/main" id="{6E6C1A75-0124-4FF6-BA60-44C066B77918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62" name="타원 2761">
                <a:extLst>
                  <a:ext uri="{FF2B5EF4-FFF2-40B4-BE49-F238E27FC236}">
                    <a16:creationId xmlns:a16="http://schemas.microsoft.com/office/drawing/2014/main" id="{9DCEE72E-88F2-42EA-A896-2793ED06BEE6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63" name="타원 2762">
                <a:extLst>
                  <a:ext uri="{FF2B5EF4-FFF2-40B4-BE49-F238E27FC236}">
                    <a16:creationId xmlns:a16="http://schemas.microsoft.com/office/drawing/2014/main" id="{4CD7E221-3899-4379-A24A-88DB48B4C528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64" name="타원 2763">
                <a:extLst>
                  <a:ext uri="{FF2B5EF4-FFF2-40B4-BE49-F238E27FC236}">
                    <a16:creationId xmlns:a16="http://schemas.microsoft.com/office/drawing/2014/main" id="{CE3B9634-1192-4F71-8823-01C243EDD109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65" name="타원 2764">
                <a:extLst>
                  <a:ext uri="{FF2B5EF4-FFF2-40B4-BE49-F238E27FC236}">
                    <a16:creationId xmlns:a16="http://schemas.microsoft.com/office/drawing/2014/main" id="{DC4737DF-2649-417D-B60F-163431139284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66" name="타원 2765">
                <a:extLst>
                  <a:ext uri="{FF2B5EF4-FFF2-40B4-BE49-F238E27FC236}">
                    <a16:creationId xmlns:a16="http://schemas.microsoft.com/office/drawing/2014/main" id="{06C0B5DF-8E7B-43C5-9C38-9DF97D4F9BC3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67" name="타원 2766">
                <a:extLst>
                  <a:ext uri="{FF2B5EF4-FFF2-40B4-BE49-F238E27FC236}">
                    <a16:creationId xmlns:a16="http://schemas.microsoft.com/office/drawing/2014/main" id="{C3ED885A-25CB-49A3-B9DC-2278300020E2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68" name="타원 2767">
                <a:extLst>
                  <a:ext uri="{FF2B5EF4-FFF2-40B4-BE49-F238E27FC236}">
                    <a16:creationId xmlns:a16="http://schemas.microsoft.com/office/drawing/2014/main" id="{636EF875-7B9E-42A0-9712-3BFB655928C5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69" name="타원 2768">
                <a:extLst>
                  <a:ext uri="{FF2B5EF4-FFF2-40B4-BE49-F238E27FC236}">
                    <a16:creationId xmlns:a16="http://schemas.microsoft.com/office/drawing/2014/main" id="{0F3495C2-FBA1-4A0D-8B3C-DCCB4ABAF654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70" name="타원 2769">
                <a:extLst>
                  <a:ext uri="{FF2B5EF4-FFF2-40B4-BE49-F238E27FC236}">
                    <a16:creationId xmlns:a16="http://schemas.microsoft.com/office/drawing/2014/main" id="{AE5A94A2-BE5E-49BD-A452-896A1431730D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771" name="그룹 2770">
              <a:extLst>
                <a:ext uri="{FF2B5EF4-FFF2-40B4-BE49-F238E27FC236}">
                  <a16:creationId xmlns:a16="http://schemas.microsoft.com/office/drawing/2014/main" id="{2FFE2D71-EB27-423D-9E76-916AEBB215B9}"/>
                </a:ext>
              </a:extLst>
            </p:cNvPr>
            <p:cNvGrpSpPr/>
            <p:nvPr/>
          </p:nvGrpSpPr>
          <p:grpSpPr>
            <a:xfrm>
              <a:off x="222250" y="5251450"/>
              <a:ext cx="5504400" cy="18000"/>
              <a:chOff x="222250" y="527050"/>
              <a:chExt cx="5504400" cy="18000"/>
            </a:xfrm>
          </p:grpSpPr>
          <p:sp>
            <p:nvSpPr>
              <p:cNvPr id="2772" name="타원 2771">
                <a:extLst>
                  <a:ext uri="{FF2B5EF4-FFF2-40B4-BE49-F238E27FC236}">
                    <a16:creationId xmlns:a16="http://schemas.microsoft.com/office/drawing/2014/main" id="{519FE33C-9EE4-47F8-A8B4-A0D1BF9F5FDA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73" name="타원 2772">
                <a:extLst>
                  <a:ext uri="{FF2B5EF4-FFF2-40B4-BE49-F238E27FC236}">
                    <a16:creationId xmlns:a16="http://schemas.microsoft.com/office/drawing/2014/main" id="{139E2771-363E-477F-9110-E0C0A03A2B69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74" name="타원 2773">
                <a:extLst>
                  <a:ext uri="{FF2B5EF4-FFF2-40B4-BE49-F238E27FC236}">
                    <a16:creationId xmlns:a16="http://schemas.microsoft.com/office/drawing/2014/main" id="{213B760A-B0AD-4F0F-8079-8187BFE99875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75" name="타원 2774">
                <a:extLst>
                  <a:ext uri="{FF2B5EF4-FFF2-40B4-BE49-F238E27FC236}">
                    <a16:creationId xmlns:a16="http://schemas.microsoft.com/office/drawing/2014/main" id="{1423D989-F569-449D-9CBD-48A757C83C34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76" name="타원 2775">
                <a:extLst>
                  <a:ext uri="{FF2B5EF4-FFF2-40B4-BE49-F238E27FC236}">
                    <a16:creationId xmlns:a16="http://schemas.microsoft.com/office/drawing/2014/main" id="{0EC61F44-F5AE-41A4-AC68-1AA640732DE2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77" name="타원 2776">
                <a:extLst>
                  <a:ext uri="{FF2B5EF4-FFF2-40B4-BE49-F238E27FC236}">
                    <a16:creationId xmlns:a16="http://schemas.microsoft.com/office/drawing/2014/main" id="{8C289CF5-B868-4CAF-B2B9-1CDCEA90E82E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78" name="타원 2777">
                <a:extLst>
                  <a:ext uri="{FF2B5EF4-FFF2-40B4-BE49-F238E27FC236}">
                    <a16:creationId xmlns:a16="http://schemas.microsoft.com/office/drawing/2014/main" id="{C6D6D37B-6E2B-4DC2-AB78-77DE114E8EE8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79" name="타원 2778">
                <a:extLst>
                  <a:ext uri="{FF2B5EF4-FFF2-40B4-BE49-F238E27FC236}">
                    <a16:creationId xmlns:a16="http://schemas.microsoft.com/office/drawing/2014/main" id="{62EA3CA7-BCB6-4D24-A932-8D8B67DB506F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0" name="타원 2779">
                <a:extLst>
                  <a:ext uri="{FF2B5EF4-FFF2-40B4-BE49-F238E27FC236}">
                    <a16:creationId xmlns:a16="http://schemas.microsoft.com/office/drawing/2014/main" id="{C6E8A79E-C8DF-44AA-8C97-B541F190A897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1" name="타원 2780">
                <a:extLst>
                  <a:ext uri="{FF2B5EF4-FFF2-40B4-BE49-F238E27FC236}">
                    <a16:creationId xmlns:a16="http://schemas.microsoft.com/office/drawing/2014/main" id="{19EB6EC9-0B11-4121-B9C1-2AC6BC9B5139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2" name="타원 2781">
                <a:extLst>
                  <a:ext uri="{FF2B5EF4-FFF2-40B4-BE49-F238E27FC236}">
                    <a16:creationId xmlns:a16="http://schemas.microsoft.com/office/drawing/2014/main" id="{B9299A1A-6ECF-4582-B878-C40A927DD710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3" name="타원 2782">
                <a:extLst>
                  <a:ext uri="{FF2B5EF4-FFF2-40B4-BE49-F238E27FC236}">
                    <a16:creationId xmlns:a16="http://schemas.microsoft.com/office/drawing/2014/main" id="{72D72761-B8B6-4103-BFE0-CF82A0F32DE2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4" name="타원 2783">
                <a:extLst>
                  <a:ext uri="{FF2B5EF4-FFF2-40B4-BE49-F238E27FC236}">
                    <a16:creationId xmlns:a16="http://schemas.microsoft.com/office/drawing/2014/main" id="{7CC87EF2-DA02-420D-B0D1-8EAC1D13F409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5" name="타원 2784">
                <a:extLst>
                  <a:ext uri="{FF2B5EF4-FFF2-40B4-BE49-F238E27FC236}">
                    <a16:creationId xmlns:a16="http://schemas.microsoft.com/office/drawing/2014/main" id="{6BD5033C-4A93-4D97-9C66-6B8E3DA665D4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6" name="타원 2785">
                <a:extLst>
                  <a:ext uri="{FF2B5EF4-FFF2-40B4-BE49-F238E27FC236}">
                    <a16:creationId xmlns:a16="http://schemas.microsoft.com/office/drawing/2014/main" id="{AEB31C0E-2096-4AC1-BB6B-38826E575DC2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7" name="타원 2786">
                <a:extLst>
                  <a:ext uri="{FF2B5EF4-FFF2-40B4-BE49-F238E27FC236}">
                    <a16:creationId xmlns:a16="http://schemas.microsoft.com/office/drawing/2014/main" id="{3B1835AD-59EA-40CA-B9C1-E4884875F6F9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8" name="타원 2787">
                <a:extLst>
                  <a:ext uri="{FF2B5EF4-FFF2-40B4-BE49-F238E27FC236}">
                    <a16:creationId xmlns:a16="http://schemas.microsoft.com/office/drawing/2014/main" id="{6EC1C076-6403-462E-ADD7-97B30E1460B9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9" name="타원 2788">
                <a:extLst>
                  <a:ext uri="{FF2B5EF4-FFF2-40B4-BE49-F238E27FC236}">
                    <a16:creationId xmlns:a16="http://schemas.microsoft.com/office/drawing/2014/main" id="{4B126183-CCFA-4B77-9739-244236E49410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0" name="타원 2789">
                <a:extLst>
                  <a:ext uri="{FF2B5EF4-FFF2-40B4-BE49-F238E27FC236}">
                    <a16:creationId xmlns:a16="http://schemas.microsoft.com/office/drawing/2014/main" id="{FE8DB62C-DD6A-4FA3-93A5-B573A48F335C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1" name="타원 2790">
                <a:extLst>
                  <a:ext uri="{FF2B5EF4-FFF2-40B4-BE49-F238E27FC236}">
                    <a16:creationId xmlns:a16="http://schemas.microsoft.com/office/drawing/2014/main" id="{9AD1CD9F-C60F-4396-82B9-7278A810F384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2" name="타원 2791">
                <a:extLst>
                  <a:ext uri="{FF2B5EF4-FFF2-40B4-BE49-F238E27FC236}">
                    <a16:creationId xmlns:a16="http://schemas.microsoft.com/office/drawing/2014/main" id="{97BFFAC8-3835-4E40-9731-14F20C244F81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3" name="타원 2792">
                <a:extLst>
                  <a:ext uri="{FF2B5EF4-FFF2-40B4-BE49-F238E27FC236}">
                    <a16:creationId xmlns:a16="http://schemas.microsoft.com/office/drawing/2014/main" id="{8605A34C-7B00-4BD8-A199-CA403F14CC59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4" name="타원 2793">
                <a:extLst>
                  <a:ext uri="{FF2B5EF4-FFF2-40B4-BE49-F238E27FC236}">
                    <a16:creationId xmlns:a16="http://schemas.microsoft.com/office/drawing/2014/main" id="{B7C1293E-BADD-4C73-9214-7258DEED7D64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5" name="타원 2794">
                <a:extLst>
                  <a:ext uri="{FF2B5EF4-FFF2-40B4-BE49-F238E27FC236}">
                    <a16:creationId xmlns:a16="http://schemas.microsoft.com/office/drawing/2014/main" id="{0D0EAA8F-5210-4218-B74B-F64AF8E28FD5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6" name="타원 2795">
                <a:extLst>
                  <a:ext uri="{FF2B5EF4-FFF2-40B4-BE49-F238E27FC236}">
                    <a16:creationId xmlns:a16="http://schemas.microsoft.com/office/drawing/2014/main" id="{71092D09-B0E2-4142-BEB1-D91CEAE696E8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7" name="타원 2796">
                <a:extLst>
                  <a:ext uri="{FF2B5EF4-FFF2-40B4-BE49-F238E27FC236}">
                    <a16:creationId xmlns:a16="http://schemas.microsoft.com/office/drawing/2014/main" id="{A098DF43-4AA1-4D26-A2F7-FC4AE1EFE984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8" name="타원 2797">
                <a:extLst>
                  <a:ext uri="{FF2B5EF4-FFF2-40B4-BE49-F238E27FC236}">
                    <a16:creationId xmlns:a16="http://schemas.microsoft.com/office/drawing/2014/main" id="{603914A6-589D-4B27-83C2-B9F714698638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9" name="타원 2798">
                <a:extLst>
                  <a:ext uri="{FF2B5EF4-FFF2-40B4-BE49-F238E27FC236}">
                    <a16:creationId xmlns:a16="http://schemas.microsoft.com/office/drawing/2014/main" id="{A0FBDFAF-F24B-430E-9781-F253FDD0E915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0" name="타원 2799">
                <a:extLst>
                  <a:ext uri="{FF2B5EF4-FFF2-40B4-BE49-F238E27FC236}">
                    <a16:creationId xmlns:a16="http://schemas.microsoft.com/office/drawing/2014/main" id="{00BAB4FF-2EDE-44CC-A3AB-13C24E51B69B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1" name="타원 2800">
                <a:extLst>
                  <a:ext uri="{FF2B5EF4-FFF2-40B4-BE49-F238E27FC236}">
                    <a16:creationId xmlns:a16="http://schemas.microsoft.com/office/drawing/2014/main" id="{B09B8D91-908E-4DFD-8B82-1618EB7F9DCD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2" name="타원 2801">
                <a:extLst>
                  <a:ext uri="{FF2B5EF4-FFF2-40B4-BE49-F238E27FC236}">
                    <a16:creationId xmlns:a16="http://schemas.microsoft.com/office/drawing/2014/main" id="{44BF8A4F-D2D5-4411-8DA1-E07AB557993D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3" name="타원 2802">
                <a:extLst>
                  <a:ext uri="{FF2B5EF4-FFF2-40B4-BE49-F238E27FC236}">
                    <a16:creationId xmlns:a16="http://schemas.microsoft.com/office/drawing/2014/main" id="{48FC920E-0557-4600-BF2F-67879CC5E405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4" name="타원 2803">
                <a:extLst>
                  <a:ext uri="{FF2B5EF4-FFF2-40B4-BE49-F238E27FC236}">
                    <a16:creationId xmlns:a16="http://schemas.microsoft.com/office/drawing/2014/main" id="{F4CA967D-660B-47A2-8928-E9CEBE29A6C6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5" name="타원 2804">
                <a:extLst>
                  <a:ext uri="{FF2B5EF4-FFF2-40B4-BE49-F238E27FC236}">
                    <a16:creationId xmlns:a16="http://schemas.microsoft.com/office/drawing/2014/main" id="{3C0FF9ED-E152-4487-A0E0-02E14494D2BB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6" name="타원 2805">
                <a:extLst>
                  <a:ext uri="{FF2B5EF4-FFF2-40B4-BE49-F238E27FC236}">
                    <a16:creationId xmlns:a16="http://schemas.microsoft.com/office/drawing/2014/main" id="{5E50F8C8-B3E2-4928-8E8D-AC199A28F3D6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7" name="타원 2806">
                <a:extLst>
                  <a:ext uri="{FF2B5EF4-FFF2-40B4-BE49-F238E27FC236}">
                    <a16:creationId xmlns:a16="http://schemas.microsoft.com/office/drawing/2014/main" id="{07030E3D-AA12-4393-8EA5-3F1D15985063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8" name="타원 2807">
                <a:extLst>
                  <a:ext uri="{FF2B5EF4-FFF2-40B4-BE49-F238E27FC236}">
                    <a16:creationId xmlns:a16="http://schemas.microsoft.com/office/drawing/2014/main" id="{392DE64C-C83D-41D3-97F6-34D5CF853750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809" name="그룹 2808">
              <a:extLst>
                <a:ext uri="{FF2B5EF4-FFF2-40B4-BE49-F238E27FC236}">
                  <a16:creationId xmlns:a16="http://schemas.microsoft.com/office/drawing/2014/main" id="{FC6E8FAB-9270-4621-A7A4-D873F715BDE8}"/>
                </a:ext>
              </a:extLst>
            </p:cNvPr>
            <p:cNvGrpSpPr/>
            <p:nvPr/>
          </p:nvGrpSpPr>
          <p:grpSpPr>
            <a:xfrm>
              <a:off x="222250" y="5403850"/>
              <a:ext cx="5504400" cy="18000"/>
              <a:chOff x="222250" y="527050"/>
              <a:chExt cx="5504400" cy="18000"/>
            </a:xfrm>
          </p:grpSpPr>
          <p:sp>
            <p:nvSpPr>
              <p:cNvPr id="2810" name="타원 2809">
                <a:extLst>
                  <a:ext uri="{FF2B5EF4-FFF2-40B4-BE49-F238E27FC236}">
                    <a16:creationId xmlns:a16="http://schemas.microsoft.com/office/drawing/2014/main" id="{1EAF1E56-3045-41CD-9B5E-20F5FD81D483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1" name="타원 2810">
                <a:extLst>
                  <a:ext uri="{FF2B5EF4-FFF2-40B4-BE49-F238E27FC236}">
                    <a16:creationId xmlns:a16="http://schemas.microsoft.com/office/drawing/2014/main" id="{0F21407F-207A-46FA-BB2D-3F5BEE590A65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2" name="타원 2811">
                <a:extLst>
                  <a:ext uri="{FF2B5EF4-FFF2-40B4-BE49-F238E27FC236}">
                    <a16:creationId xmlns:a16="http://schemas.microsoft.com/office/drawing/2014/main" id="{B22D3354-1283-4105-A368-89A5AB238B25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3" name="타원 2812">
                <a:extLst>
                  <a:ext uri="{FF2B5EF4-FFF2-40B4-BE49-F238E27FC236}">
                    <a16:creationId xmlns:a16="http://schemas.microsoft.com/office/drawing/2014/main" id="{7713E8A8-E708-4D21-8B0E-918FD4EC4037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4" name="타원 2813">
                <a:extLst>
                  <a:ext uri="{FF2B5EF4-FFF2-40B4-BE49-F238E27FC236}">
                    <a16:creationId xmlns:a16="http://schemas.microsoft.com/office/drawing/2014/main" id="{5B35FCD3-0894-40B5-A427-447EB06EA805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5" name="타원 2814">
                <a:extLst>
                  <a:ext uri="{FF2B5EF4-FFF2-40B4-BE49-F238E27FC236}">
                    <a16:creationId xmlns:a16="http://schemas.microsoft.com/office/drawing/2014/main" id="{91769BC3-F87B-47B1-ADC8-A68127FEF46F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6" name="타원 2815">
                <a:extLst>
                  <a:ext uri="{FF2B5EF4-FFF2-40B4-BE49-F238E27FC236}">
                    <a16:creationId xmlns:a16="http://schemas.microsoft.com/office/drawing/2014/main" id="{4F015BC7-5DD2-491D-BE05-39C0B858A4A5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7" name="타원 2816">
                <a:extLst>
                  <a:ext uri="{FF2B5EF4-FFF2-40B4-BE49-F238E27FC236}">
                    <a16:creationId xmlns:a16="http://schemas.microsoft.com/office/drawing/2014/main" id="{21300992-38E1-4628-B524-6D5D27A30EA1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8" name="타원 2817">
                <a:extLst>
                  <a:ext uri="{FF2B5EF4-FFF2-40B4-BE49-F238E27FC236}">
                    <a16:creationId xmlns:a16="http://schemas.microsoft.com/office/drawing/2014/main" id="{3372739E-F4F5-4CE2-BD60-93E299A782CE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9" name="타원 2818">
                <a:extLst>
                  <a:ext uri="{FF2B5EF4-FFF2-40B4-BE49-F238E27FC236}">
                    <a16:creationId xmlns:a16="http://schemas.microsoft.com/office/drawing/2014/main" id="{05AE6FF2-D704-44B5-A1E5-148A7728A6D3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0" name="타원 2819">
                <a:extLst>
                  <a:ext uri="{FF2B5EF4-FFF2-40B4-BE49-F238E27FC236}">
                    <a16:creationId xmlns:a16="http://schemas.microsoft.com/office/drawing/2014/main" id="{AF29CC0C-3CAE-4294-80BE-E6CE8804B5C7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1" name="타원 2820">
                <a:extLst>
                  <a:ext uri="{FF2B5EF4-FFF2-40B4-BE49-F238E27FC236}">
                    <a16:creationId xmlns:a16="http://schemas.microsoft.com/office/drawing/2014/main" id="{7499DE2D-372D-4FB6-B95F-6E08BF2B851F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2" name="타원 2821">
                <a:extLst>
                  <a:ext uri="{FF2B5EF4-FFF2-40B4-BE49-F238E27FC236}">
                    <a16:creationId xmlns:a16="http://schemas.microsoft.com/office/drawing/2014/main" id="{B563C860-848B-49C6-B15B-9D84A1E131E0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3" name="타원 2822">
                <a:extLst>
                  <a:ext uri="{FF2B5EF4-FFF2-40B4-BE49-F238E27FC236}">
                    <a16:creationId xmlns:a16="http://schemas.microsoft.com/office/drawing/2014/main" id="{2B9A9F9F-F141-4763-BA1B-F8699623BBCE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4" name="타원 2823">
                <a:extLst>
                  <a:ext uri="{FF2B5EF4-FFF2-40B4-BE49-F238E27FC236}">
                    <a16:creationId xmlns:a16="http://schemas.microsoft.com/office/drawing/2014/main" id="{2C183C78-9B44-4930-A97F-8B41A1DBEDBA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5" name="타원 2824">
                <a:extLst>
                  <a:ext uri="{FF2B5EF4-FFF2-40B4-BE49-F238E27FC236}">
                    <a16:creationId xmlns:a16="http://schemas.microsoft.com/office/drawing/2014/main" id="{96FB4D77-09AB-45E7-9C22-C1883ECE1D26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6" name="타원 2825">
                <a:extLst>
                  <a:ext uri="{FF2B5EF4-FFF2-40B4-BE49-F238E27FC236}">
                    <a16:creationId xmlns:a16="http://schemas.microsoft.com/office/drawing/2014/main" id="{437B3AB2-2024-4585-8F74-E63FF6D9BC63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7" name="타원 2826">
                <a:extLst>
                  <a:ext uri="{FF2B5EF4-FFF2-40B4-BE49-F238E27FC236}">
                    <a16:creationId xmlns:a16="http://schemas.microsoft.com/office/drawing/2014/main" id="{34B1ABE2-6A14-4B59-AD13-0C615891FA00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8" name="타원 2827">
                <a:extLst>
                  <a:ext uri="{FF2B5EF4-FFF2-40B4-BE49-F238E27FC236}">
                    <a16:creationId xmlns:a16="http://schemas.microsoft.com/office/drawing/2014/main" id="{CE30A7EE-B86C-41C2-BEA9-5713E24FF10E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9" name="타원 2828">
                <a:extLst>
                  <a:ext uri="{FF2B5EF4-FFF2-40B4-BE49-F238E27FC236}">
                    <a16:creationId xmlns:a16="http://schemas.microsoft.com/office/drawing/2014/main" id="{C83FBA24-F32D-4CCA-845F-AECD1931916D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0" name="타원 2829">
                <a:extLst>
                  <a:ext uri="{FF2B5EF4-FFF2-40B4-BE49-F238E27FC236}">
                    <a16:creationId xmlns:a16="http://schemas.microsoft.com/office/drawing/2014/main" id="{E3AEE5E0-03D9-46BB-ADD9-64DE73EA26F5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1" name="타원 2830">
                <a:extLst>
                  <a:ext uri="{FF2B5EF4-FFF2-40B4-BE49-F238E27FC236}">
                    <a16:creationId xmlns:a16="http://schemas.microsoft.com/office/drawing/2014/main" id="{D2D64E37-C1D2-4588-9F25-7FDDE8ACBC1F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2" name="타원 2831">
                <a:extLst>
                  <a:ext uri="{FF2B5EF4-FFF2-40B4-BE49-F238E27FC236}">
                    <a16:creationId xmlns:a16="http://schemas.microsoft.com/office/drawing/2014/main" id="{AA17FA65-D097-4E65-A597-8B25B6803061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3" name="타원 2832">
                <a:extLst>
                  <a:ext uri="{FF2B5EF4-FFF2-40B4-BE49-F238E27FC236}">
                    <a16:creationId xmlns:a16="http://schemas.microsoft.com/office/drawing/2014/main" id="{20EA1ED0-3128-44F8-A8F5-FCAA898C7823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4" name="타원 2833">
                <a:extLst>
                  <a:ext uri="{FF2B5EF4-FFF2-40B4-BE49-F238E27FC236}">
                    <a16:creationId xmlns:a16="http://schemas.microsoft.com/office/drawing/2014/main" id="{74F94478-FAA0-4038-A6B8-856FDC33195F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5" name="타원 2834">
                <a:extLst>
                  <a:ext uri="{FF2B5EF4-FFF2-40B4-BE49-F238E27FC236}">
                    <a16:creationId xmlns:a16="http://schemas.microsoft.com/office/drawing/2014/main" id="{DF3D257A-E413-471B-99EC-DCE306541590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6" name="타원 2835">
                <a:extLst>
                  <a:ext uri="{FF2B5EF4-FFF2-40B4-BE49-F238E27FC236}">
                    <a16:creationId xmlns:a16="http://schemas.microsoft.com/office/drawing/2014/main" id="{66CC7098-8FD0-4D46-8478-DB7F2D45A09A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7" name="타원 2836">
                <a:extLst>
                  <a:ext uri="{FF2B5EF4-FFF2-40B4-BE49-F238E27FC236}">
                    <a16:creationId xmlns:a16="http://schemas.microsoft.com/office/drawing/2014/main" id="{13D6D4C4-86EF-483E-B8AC-B1DCE4F149EE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8" name="타원 2837">
                <a:extLst>
                  <a:ext uri="{FF2B5EF4-FFF2-40B4-BE49-F238E27FC236}">
                    <a16:creationId xmlns:a16="http://schemas.microsoft.com/office/drawing/2014/main" id="{5A99BB6B-A2F4-4C8D-8BA4-53E2D854079C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9" name="타원 2838">
                <a:extLst>
                  <a:ext uri="{FF2B5EF4-FFF2-40B4-BE49-F238E27FC236}">
                    <a16:creationId xmlns:a16="http://schemas.microsoft.com/office/drawing/2014/main" id="{6C702FE3-A027-4317-9410-B45BCA1377B7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0" name="타원 2839">
                <a:extLst>
                  <a:ext uri="{FF2B5EF4-FFF2-40B4-BE49-F238E27FC236}">
                    <a16:creationId xmlns:a16="http://schemas.microsoft.com/office/drawing/2014/main" id="{7A91A35A-C0A4-42F5-B06C-8158EC8AD459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1" name="타원 2840">
                <a:extLst>
                  <a:ext uri="{FF2B5EF4-FFF2-40B4-BE49-F238E27FC236}">
                    <a16:creationId xmlns:a16="http://schemas.microsoft.com/office/drawing/2014/main" id="{94D6131C-3DCE-4969-84E6-F94B772159C6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2" name="타원 2841">
                <a:extLst>
                  <a:ext uri="{FF2B5EF4-FFF2-40B4-BE49-F238E27FC236}">
                    <a16:creationId xmlns:a16="http://schemas.microsoft.com/office/drawing/2014/main" id="{5FD4202B-C3FD-4AF8-83FB-2B3C0E2B5146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3" name="타원 2842">
                <a:extLst>
                  <a:ext uri="{FF2B5EF4-FFF2-40B4-BE49-F238E27FC236}">
                    <a16:creationId xmlns:a16="http://schemas.microsoft.com/office/drawing/2014/main" id="{A83C5E45-4CD9-41A6-ABB0-EE0CD57C9CDA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4" name="타원 2843">
                <a:extLst>
                  <a:ext uri="{FF2B5EF4-FFF2-40B4-BE49-F238E27FC236}">
                    <a16:creationId xmlns:a16="http://schemas.microsoft.com/office/drawing/2014/main" id="{2BF9A12C-381E-41CD-8663-3C88AFE03FD2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5" name="타원 2844">
                <a:extLst>
                  <a:ext uri="{FF2B5EF4-FFF2-40B4-BE49-F238E27FC236}">
                    <a16:creationId xmlns:a16="http://schemas.microsoft.com/office/drawing/2014/main" id="{B242D231-0764-49C3-9CFB-0070E9FAB258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6" name="타원 2845">
                <a:extLst>
                  <a:ext uri="{FF2B5EF4-FFF2-40B4-BE49-F238E27FC236}">
                    <a16:creationId xmlns:a16="http://schemas.microsoft.com/office/drawing/2014/main" id="{79D7855A-4BD8-4A8D-BC4B-791B8F9798C0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847" name="그룹 2846">
              <a:extLst>
                <a:ext uri="{FF2B5EF4-FFF2-40B4-BE49-F238E27FC236}">
                  <a16:creationId xmlns:a16="http://schemas.microsoft.com/office/drawing/2014/main" id="{AA7934F4-E116-41EB-AA42-C770AB6E1540}"/>
                </a:ext>
              </a:extLst>
            </p:cNvPr>
            <p:cNvGrpSpPr/>
            <p:nvPr/>
          </p:nvGrpSpPr>
          <p:grpSpPr>
            <a:xfrm>
              <a:off x="222250" y="5556250"/>
              <a:ext cx="5504400" cy="18000"/>
              <a:chOff x="222250" y="527050"/>
              <a:chExt cx="5504400" cy="18000"/>
            </a:xfrm>
          </p:grpSpPr>
          <p:sp>
            <p:nvSpPr>
              <p:cNvPr id="2848" name="타원 2847">
                <a:extLst>
                  <a:ext uri="{FF2B5EF4-FFF2-40B4-BE49-F238E27FC236}">
                    <a16:creationId xmlns:a16="http://schemas.microsoft.com/office/drawing/2014/main" id="{BB9F4E06-A25C-4AFC-A0A1-2DFA719DA351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9" name="타원 2848">
                <a:extLst>
                  <a:ext uri="{FF2B5EF4-FFF2-40B4-BE49-F238E27FC236}">
                    <a16:creationId xmlns:a16="http://schemas.microsoft.com/office/drawing/2014/main" id="{37A28E65-1410-4BEE-8B44-0D71A9BFDBD0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0" name="타원 2849">
                <a:extLst>
                  <a:ext uri="{FF2B5EF4-FFF2-40B4-BE49-F238E27FC236}">
                    <a16:creationId xmlns:a16="http://schemas.microsoft.com/office/drawing/2014/main" id="{2F9214DA-F6EB-4ADC-BF8A-C554F682F1B2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1" name="타원 2850">
                <a:extLst>
                  <a:ext uri="{FF2B5EF4-FFF2-40B4-BE49-F238E27FC236}">
                    <a16:creationId xmlns:a16="http://schemas.microsoft.com/office/drawing/2014/main" id="{2F2F2D84-E3CA-4274-87CA-0B8DF4BB42A2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2" name="타원 2851">
                <a:extLst>
                  <a:ext uri="{FF2B5EF4-FFF2-40B4-BE49-F238E27FC236}">
                    <a16:creationId xmlns:a16="http://schemas.microsoft.com/office/drawing/2014/main" id="{8951DFB4-C8CD-43C7-AA31-83E46469637D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3" name="타원 2852">
                <a:extLst>
                  <a:ext uri="{FF2B5EF4-FFF2-40B4-BE49-F238E27FC236}">
                    <a16:creationId xmlns:a16="http://schemas.microsoft.com/office/drawing/2014/main" id="{2DBE9C92-5BBB-431D-9994-2FF9AAF16A6A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4" name="타원 2853">
                <a:extLst>
                  <a:ext uri="{FF2B5EF4-FFF2-40B4-BE49-F238E27FC236}">
                    <a16:creationId xmlns:a16="http://schemas.microsoft.com/office/drawing/2014/main" id="{88C3D312-8A56-491C-B7C9-CD99277E203F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5" name="타원 2854">
                <a:extLst>
                  <a:ext uri="{FF2B5EF4-FFF2-40B4-BE49-F238E27FC236}">
                    <a16:creationId xmlns:a16="http://schemas.microsoft.com/office/drawing/2014/main" id="{88E7E804-2B6B-477C-B4AF-16126AB777B9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6" name="타원 2855">
                <a:extLst>
                  <a:ext uri="{FF2B5EF4-FFF2-40B4-BE49-F238E27FC236}">
                    <a16:creationId xmlns:a16="http://schemas.microsoft.com/office/drawing/2014/main" id="{5FEBDD41-8439-4A6F-8D67-871F25EEC997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7" name="타원 2856">
                <a:extLst>
                  <a:ext uri="{FF2B5EF4-FFF2-40B4-BE49-F238E27FC236}">
                    <a16:creationId xmlns:a16="http://schemas.microsoft.com/office/drawing/2014/main" id="{7363552B-BE54-4270-ABF2-8F612E1E9438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8" name="타원 2857">
                <a:extLst>
                  <a:ext uri="{FF2B5EF4-FFF2-40B4-BE49-F238E27FC236}">
                    <a16:creationId xmlns:a16="http://schemas.microsoft.com/office/drawing/2014/main" id="{E2037FD6-DB80-45D0-9C7E-31DBE294CEDA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9" name="타원 2858">
                <a:extLst>
                  <a:ext uri="{FF2B5EF4-FFF2-40B4-BE49-F238E27FC236}">
                    <a16:creationId xmlns:a16="http://schemas.microsoft.com/office/drawing/2014/main" id="{77F6D241-2609-4EAE-86E9-33C0E614803D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0" name="타원 2859">
                <a:extLst>
                  <a:ext uri="{FF2B5EF4-FFF2-40B4-BE49-F238E27FC236}">
                    <a16:creationId xmlns:a16="http://schemas.microsoft.com/office/drawing/2014/main" id="{0D41B5F7-BD49-4989-AFA6-BFBD45DFB2B8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1" name="타원 2860">
                <a:extLst>
                  <a:ext uri="{FF2B5EF4-FFF2-40B4-BE49-F238E27FC236}">
                    <a16:creationId xmlns:a16="http://schemas.microsoft.com/office/drawing/2014/main" id="{F4C2180F-D1E7-4976-A4BB-A8E130256BDD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2" name="타원 2861">
                <a:extLst>
                  <a:ext uri="{FF2B5EF4-FFF2-40B4-BE49-F238E27FC236}">
                    <a16:creationId xmlns:a16="http://schemas.microsoft.com/office/drawing/2014/main" id="{0735409D-FFC9-4BDA-B844-9D6860E08042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3" name="타원 2862">
                <a:extLst>
                  <a:ext uri="{FF2B5EF4-FFF2-40B4-BE49-F238E27FC236}">
                    <a16:creationId xmlns:a16="http://schemas.microsoft.com/office/drawing/2014/main" id="{18E3966D-56F6-45C6-8198-6C401773BE8D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4" name="타원 2863">
                <a:extLst>
                  <a:ext uri="{FF2B5EF4-FFF2-40B4-BE49-F238E27FC236}">
                    <a16:creationId xmlns:a16="http://schemas.microsoft.com/office/drawing/2014/main" id="{D0498E13-5AED-4B87-8610-8CA74531CEE2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5" name="타원 2864">
                <a:extLst>
                  <a:ext uri="{FF2B5EF4-FFF2-40B4-BE49-F238E27FC236}">
                    <a16:creationId xmlns:a16="http://schemas.microsoft.com/office/drawing/2014/main" id="{D709F813-0BE1-4FD1-9B75-B6FE37A4C040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6" name="타원 2865">
                <a:extLst>
                  <a:ext uri="{FF2B5EF4-FFF2-40B4-BE49-F238E27FC236}">
                    <a16:creationId xmlns:a16="http://schemas.microsoft.com/office/drawing/2014/main" id="{714ACA27-65D7-4083-8879-042AC4F7CC49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7" name="타원 2866">
                <a:extLst>
                  <a:ext uri="{FF2B5EF4-FFF2-40B4-BE49-F238E27FC236}">
                    <a16:creationId xmlns:a16="http://schemas.microsoft.com/office/drawing/2014/main" id="{4A9DDA5B-D56D-4518-AAAC-FD1D14A597B3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8" name="타원 2867">
                <a:extLst>
                  <a:ext uri="{FF2B5EF4-FFF2-40B4-BE49-F238E27FC236}">
                    <a16:creationId xmlns:a16="http://schemas.microsoft.com/office/drawing/2014/main" id="{8991ED3F-3C99-40B2-AC44-4B29BE3DC3E7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9" name="타원 2868">
                <a:extLst>
                  <a:ext uri="{FF2B5EF4-FFF2-40B4-BE49-F238E27FC236}">
                    <a16:creationId xmlns:a16="http://schemas.microsoft.com/office/drawing/2014/main" id="{2D487291-C645-430D-ACC2-5026A0C86E6F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70" name="타원 2869">
                <a:extLst>
                  <a:ext uri="{FF2B5EF4-FFF2-40B4-BE49-F238E27FC236}">
                    <a16:creationId xmlns:a16="http://schemas.microsoft.com/office/drawing/2014/main" id="{20F8ACEE-1972-427B-9746-9BB7302D0870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71" name="타원 2870">
                <a:extLst>
                  <a:ext uri="{FF2B5EF4-FFF2-40B4-BE49-F238E27FC236}">
                    <a16:creationId xmlns:a16="http://schemas.microsoft.com/office/drawing/2014/main" id="{7104573F-6A0D-4BE7-BDDA-29CA277FC284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72" name="타원 2871">
                <a:extLst>
                  <a:ext uri="{FF2B5EF4-FFF2-40B4-BE49-F238E27FC236}">
                    <a16:creationId xmlns:a16="http://schemas.microsoft.com/office/drawing/2014/main" id="{B4FF1F35-BF49-4AD1-8946-DC4CA4BFB5D3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73" name="타원 2872">
                <a:extLst>
                  <a:ext uri="{FF2B5EF4-FFF2-40B4-BE49-F238E27FC236}">
                    <a16:creationId xmlns:a16="http://schemas.microsoft.com/office/drawing/2014/main" id="{A2A7A4BF-B241-4C7E-8D49-B5106DFB0090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74" name="타원 2873">
                <a:extLst>
                  <a:ext uri="{FF2B5EF4-FFF2-40B4-BE49-F238E27FC236}">
                    <a16:creationId xmlns:a16="http://schemas.microsoft.com/office/drawing/2014/main" id="{09FBA129-5B81-4D6D-ADEC-C05CA7E10D0F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75" name="타원 2874">
                <a:extLst>
                  <a:ext uri="{FF2B5EF4-FFF2-40B4-BE49-F238E27FC236}">
                    <a16:creationId xmlns:a16="http://schemas.microsoft.com/office/drawing/2014/main" id="{976A0B0D-5AEE-46FF-B546-36EBC84C0681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76" name="타원 2875">
                <a:extLst>
                  <a:ext uri="{FF2B5EF4-FFF2-40B4-BE49-F238E27FC236}">
                    <a16:creationId xmlns:a16="http://schemas.microsoft.com/office/drawing/2014/main" id="{4D5B9E87-7EE4-4B51-BA89-B648DC2F629C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77" name="타원 2876">
                <a:extLst>
                  <a:ext uri="{FF2B5EF4-FFF2-40B4-BE49-F238E27FC236}">
                    <a16:creationId xmlns:a16="http://schemas.microsoft.com/office/drawing/2014/main" id="{2B45FBEF-70DF-4FDE-8865-0DD326D8A897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78" name="타원 2877">
                <a:extLst>
                  <a:ext uri="{FF2B5EF4-FFF2-40B4-BE49-F238E27FC236}">
                    <a16:creationId xmlns:a16="http://schemas.microsoft.com/office/drawing/2014/main" id="{C60DC65D-AE3D-41EE-825F-AE4B2C191363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79" name="타원 2878">
                <a:extLst>
                  <a:ext uri="{FF2B5EF4-FFF2-40B4-BE49-F238E27FC236}">
                    <a16:creationId xmlns:a16="http://schemas.microsoft.com/office/drawing/2014/main" id="{0B7D5BFA-7B9E-4B86-89FB-B729F2A10AC6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80" name="타원 2879">
                <a:extLst>
                  <a:ext uri="{FF2B5EF4-FFF2-40B4-BE49-F238E27FC236}">
                    <a16:creationId xmlns:a16="http://schemas.microsoft.com/office/drawing/2014/main" id="{FD8DD544-9D19-4C31-8707-3E54872E73F3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81" name="타원 2880">
                <a:extLst>
                  <a:ext uri="{FF2B5EF4-FFF2-40B4-BE49-F238E27FC236}">
                    <a16:creationId xmlns:a16="http://schemas.microsoft.com/office/drawing/2014/main" id="{CACF3D24-B009-4387-A4E9-DE1F5F477FD6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82" name="타원 2881">
                <a:extLst>
                  <a:ext uri="{FF2B5EF4-FFF2-40B4-BE49-F238E27FC236}">
                    <a16:creationId xmlns:a16="http://schemas.microsoft.com/office/drawing/2014/main" id="{498BCC9A-3463-49C2-8C18-50DD2F3E8E35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83" name="타원 2882">
                <a:extLst>
                  <a:ext uri="{FF2B5EF4-FFF2-40B4-BE49-F238E27FC236}">
                    <a16:creationId xmlns:a16="http://schemas.microsoft.com/office/drawing/2014/main" id="{2386AA80-B777-4CCD-9ABA-A3A3136A7CA0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84" name="타원 2883">
                <a:extLst>
                  <a:ext uri="{FF2B5EF4-FFF2-40B4-BE49-F238E27FC236}">
                    <a16:creationId xmlns:a16="http://schemas.microsoft.com/office/drawing/2014/main" id="{8E140A46-1C77-4B6A-81D3-06A3779BEB1C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885" name="그룹 2884">
              <a:extLst>
                <a:ext uri="{FF2B5EF4-FFF2-40B4-BE49-F238E27FC236}">
                  <a16:creationId xmlns:a16="http://schemas.microsoft.com/office/drawing/2014/main" id="{733EA93E-2ACB-4519-BD46-40C23D558034}"/>
                </a:ext>
              </a:extLst>
            </p:cNvPr>
            <p:cNvGrpSpPr/>
            <p:nvPr/>
          </p:nvGrpSpPr>
          <p:grpSpPr>
            <a:xfrm>
              <a:off x="222250" y="5708650"/>
              <a:ext cx="5504400" cy="18000"/>
              <a:chOff x="222250" y="527050"/>
              <a:chExt cx="5504400" cy="18000"/>
            </a:xfrm>
          </p:grpSpPr>
          <p:sp>
            <p:nvSpPr>
              <p:cNvPr id="2886" name="타원 2885">
                <a:extLst>
                  <a:ext uri="{FF2B5EF4-FFF2-40B4-BE49-F238E27FC236}">
                    <a16:creationId xmlns:a16="http://schemas.microsoft.com/office/drawing/2014/main" id="{42467B7E-BC6A-4D5C-8BDD-0DE116848F2F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87" name="타원 2886">
                <a:extLst>
                  <a:ext uri="{FF2B5EF4-FFF2-40B4-BE49-F238E27FC236}">
                    <a16:creationId xmlns:a16="http://schemas.microsoft.com/office/drawing/2014/main" id="{59ED6F86-AA2B-4695-8920-1BD54384EB19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88" name="타원 2887">
                <a:extLst>
                  <a:ext uri="{FF2B5EF4-FFF2-40B4-BE49-F238E27FC236}">
                    <a16:creationId xmlns:a16="http://schemas.microsoft.com/office/drawing/2014/main" id="{FB66E6E3-6FED-45B8-9F56-5FCC483ED067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89" name="타원 2888">
                <a:extLst>
                  <a:ext uri="{FF2B5EF4-FFF2-40B4-BE49-F238E27FC236}">
                    <a16:creationId xmlns:a16="http://schemas.microsoft.com/office/drawing/2014/main" id="{95AFC71F-DF5D-4636-A5D4-F65F99D6E736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0" name="타원 2889">
                <a:extLst>
                  <a:ext uri="{FF2B5EF4-FFF2-40B4-BE49-F238E27FC236}">
                    <a16:creationId xmlns:a16="http://schemas.microsoft.com/office/drawing/2014/main" id="{23CD8666-760F-4648-B8A6-658D827448C7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1" name="타원 2890">
                <a:extLst>
                  <a:ext uri="{FF2B5EF4-FFF2-40B4-BE49-F238E27FC236}">
                    <a16:creationId xmlns:a16="http://schemas.microsoft.com/office/drawing/2014/main" id="{536A5385-3B4D-418D-99BB-CEC768F434F0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2" name="타원 2891">
                <a:extLst>
                  <a:ext uri="{FF2B5EF4-FFF2-40B4-BE49-F238E27FC236}">
                    <a16:creationId xmlns:a16="http://schemas.microsoft.com/office/drawing/2014/main" id="{4F4DB173-7136-411B-B3B9-544432E59791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3" name="타원 2892">
                <a:extLst>
                  <a:ext uri="{FF2B5EF4-FFF2-40B4-BE49-F238E27FC236}">
                    <a16:creationId xmlns:a16="http://schemas.microsoft.com/office/drawing/2014/main" id="{FE5ADF91-2FB0-402F-8B1C-8EB88211CC80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4" name="타원 2893">
                <a:extLst>
                  <a:ext uri="{FF2B5EF4-FFF2-40B4-BE49-F238E27FC236}">
                    <a16:creationId xmlns:a16="http://schemas.microsoft.com/office/drawing/2014/main" id="{74187F5D-2ABD-4D7F-8152-66C4A9C2325D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5" name="타원 2894">
                <a:extLst>
                  <a:ext uri="{FF2B5EF4-FFF2-40B4-BE49-F238E27FC236}">
                    <a16:creationId xmlns:a16="http://schemas.microsoft.com/office/drawing/2014/main" id="{F604CC68-C1F0-4AFA-A6EB-B0153ACF58B6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6" name="타원 2895">
                <a:extLst>
                  <a:ext uri="{FF2B5EF4-FFF2-40B4-BE49-F238E27FC236}">
                    <a16:creationId xmlns:a16="http://schemas.microsoft.com/office/drawing/2014/main" id="{E8C2366B-0282-4FA6-907D-0351C1739D65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7" name="타원 2896">
                <a:extLst>
                  <a:ext uri="{FF2B5EF4-FFF2-40B4-BE49-F238E27FC236}">
                    <a16:creationId xmlns:a16="http://schemas.microsoft.com/office/drawing/2014/main" id="{BA62FD31-DB3D-4A33-907B-6326415B186B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8" name="타원 2897">
                <a:extLst>
                  <a:ext uri="{FF2B5EF4-FFF2-40B4-BE49-F238E27FC236}">
                    <a16:creationId xmlns:a16="http://schemas.microsoft.com/office/drawing/2014/main" id="{E342A5A6-CD4A-4DFE-BB33-DB74833DDA17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9" name="타원 2898">
                <a:extLst>
                  <a:ext uri="{FF2B5EF4-FFF2-40B4-BE49-F238E27FC236}">
                    <a16:creationId xmlns:a16="http://schemas.microsoft.com/office/drawing/2014/main" id="{FA7938C3-614C-4D00-8459-EC065F91CA70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0" name="타원 2899">
                <a:extLst>
                  <a:ext uri="{FF2B5EF4-FFF2-40B4-BE49-F238E27FC236}">
                    <a16:creationId xmlns:a16="http://schemas.microsoft.com/office/drawing/2014/main" id="{334CC5EC-4C79-4EB7-A1C0-0D95ED689473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1" name="타원 2900">
                <a:extLst>
                  <a:ext uri="{FF2B5EF4-FFF2-40B4-BE49-F238E27FC236}">
                    <a16:creationId xmlns:a16="http://schemas.microsoft.com/office/drawing/2014/main" id="{A60431B0-DA76-4331-A2B8-250491E819A0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2" name="타원 2901">
                <a:extLst>
                  <a:ext uri="{FF2B5EF4-FFF2-40B4-BE49-F238E27FC236}">
                    <a16:creationId xmlns:a16="http://schemas.microsoft.com/office/drawing/2014/main" id="{3EE9843C-97C1-448E-932D-078CBF398969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3" name="타원 2902">
                <a:extLst>
                  <a:ext uri="{FF2B5EF4-FFF2-40B4-BE49-F238E27FC236}">
                    <a16:creationId xmlns:a16="http://schemas.microsoft.com/office/drawing/2014/main" id="{D4ED00CB-7BEE-4F48-808B-384BAB592853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4" name="타원 2903">
                <a:extLst>
                  <a:ext uri="{FF2B5EF4-FFF2-40B4-BE49-F238E27FC236}">
                    <a16:creationId xmlns:a16="http://schemas.microsoft.com/office/drawing/2014/main" id="{A6560EB9-ED20-46A7-967C-8415ED97B286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5" name="타원 2904">
                <a:extLst>
                  <a:ext uri="{FF2B5EF4-FFF2-40B4-BE49-F238E27FC236}">
                    <a16:creationId xmlns:a16="http://schemas.microsoft.com/office/drawing/2014/main" id="{4A32941F-8BD2-4CB0-97AF-94165E7A7FB1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6" name="타원 2905">
                <a:extLst>
                  <a:ext uri="{FF2B5EF4-FFF2-40B4-BE49-F238E27FC236}">
                    <a16:creationId xmlns:a16="http://schemas.microsoft.com/office/drawing/2014/main" id="{23F07554-8BC3-40E1-B7CB-D64B31566591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7" name="타원 2906">
                <a:extLst>
                  <a:ext uri="{FF2B5EF4-FFF2-40B4-BE49-F238E27FC236}">
                    <a16:creationId xmlns:a16="http://schemas.microsoft.com/office/drawing/2014/main" id="{F41D2340-12E4-485B-BE8B-3F80FFF00706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8" name="타원 2907">
                <a:extLst>
                  <a:ext uri="{FF2B5EF4-FFF2-40B4-BE49-F238E27FC236}">
                    <a16:creationId xmlns:a16="http://schemas.microsoft.com/office/drawing/2014/main" id="{36B94FDB-A891-4F32-8247-FB6F39DB62C2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9" name="타원 2908">
                <a:extLst>
                  <a:ext uri="{FF2B5EF4-FFF2-40B4-BE49-F238E27FC236}">
                    <a16:creationId xmlns:a16="http://schemas.microsoft.com/office/drawing/2014/main" id="{07EB6C02-8178-4271-B5CF-DF46D3AF20E3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0" name="타원 2909">
                <a:extLst>
                  <a:ext uri="{FF2B5EF4-FFF2-40B4-BE49-F238E27FC236}">
                    <a16:creationId xmlns:a16="http://schemas.microsoft.com/office/drawing/2014/main" id="{F9AC37D3-0F08-42EF-970A-3100C4FD6014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1" name="타원 2910">
                <a:extLst>
                  <a:ext uri="{FF2B5EF4-FFF2-40B4-BE49-F238E27FC236}">
                    <a16:creationId xmlns:a16="http://schemas.microsoft.com/office/drawing/2014/main" id="{DA58EE13-FCF2-45CD-BF41-013F6E57709C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2" name="타원 2911">
                <a:extLst>
                  <a:ext uri="{FF2B5EF4-FFF2-40B4-BE49-F238E27FC236}">
                    <a16:creationId xmlns:a16="http://schemas.microsoft.com/office/drawing/2014/main" id="{96EB506F-7C6E-43B8-9BE3-1E6048C2D583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3" name="타원 2912">
                <a:extLst>
                  <a:ext uri="{FF2B5EF4-FFF2-40B4-BE49-F238E27FC236}">
                    <a16:creationId xmlns:a16="http://schemas.microsoft.com/office/drawing/2014/main" id="{FA8090DB-A2D2-4E2D-B591-72D6CD9EE02B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4" name="타원 2913">
                <a:extLst>
                  <a:ext uri="{FF2B5EF4-FFF2-40B4-BE49-F238E27FC236}">
                    <a16:creationId xmlns:a16="http://schemas.microsoft.com/office/drawing/2014/main" id="{C86FD37A-F612-4273-BF24-D5BDD47F4889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5" name="타원 2914">
                <a:extLst>
                  <a:ext uri="{FF2B5EF4-FFF2-40B4-BE49-F238E27FC236}">
                    <a16:creationId xmlns:a16="http://schemas.microsoft.com/office/drawing/2014/main" id="{A23CA669-A001-4E22-A8B3-3A9FE9E7840C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6" name="타원 2915">
                <a:extLst>
                  <a:ext uri="{FF2B5EF4-FFF2-40B4-BE49-F238E27FC236}">
                    <a16:creationId xmlns:a16="http://schemas.microsoft.com/office/drawing/2014/main" id="{7325B6CB-1DC1-40B1-8414-3DBDCF958EBB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7" name="타원 2916">
                <a:extLst>
                  <a:ext uri="{FF2B5EF4-FFF2-40B4-BE49-F238E27FC236}">
                    <a16:creationId xmlns:a16="http://schemas.microsoft.com/office/drawing/2014/main" id="{9A0A0932-D6A8-4187-BB78-11155ADA1F80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8" name="타원 2917">
                <a:extLst>
                  <a:ext uri="{FF2B5EF4-FFF2-40B4-BE49-F238E27FC236}">
                    <a16:creationId xmlns:a16="http://schemas.microsoft.com/office/drawing/2014/main" id="{F789CB1A-EC09-473A-8E1D-7EB1E5E20ED9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9" name="타원 2918">
                <a:extLst>
                  <a:ext uri="{FF2B5EF4-FFF2-40B4-BE49-F238E27FC236}">
                    <a16:creationId xmlns:a16="http://schemas.microsoft.com/office/drawing/2014/main" id="{03B8887C-9E1F-49B9-B6DF-30B6F15A2860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20" name="타원 2919">
                <a:extLst>
                  <a:ext uri="{FF2B5EF4-FFF2-40B4-BE49-F238E27FC236}">
                    <a16:creationId xmlns:a16="http://schemas.microsoft.com/office/drawing/2014/main" id="{9F3052D9-B79E-4E09-AE84-56A62B985DE6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21" name="타원 2920">
                <a:extLst>
                  <a:ext uri="{FF2B5EF4-FFF2-40B4-BE49-F238E27FC236}">
                    <a16:creationId xmlns:a16="http://schemas.microsoft.com/office/drawing/2014/main" id="{A9169E2F-F972-4DE7-ABDC-6855B652CCBF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22" name="타원 2921">
                <a:extLst>
                  <a:ext uri="{FF2B5EF4-FFF2-40B4-BE49-F238E27FC236}">
                    <a16:creationId xmlns:a16="http://schemas.microsoft.com/office/drawing/2014/main" id="{477017A5-7E7A-40BC-A9CD-E0627EDD895C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923" name="그룹 2922">
              <a:extLst>
                <a:ext uri="{FF2B5EF4-FFF2-40B4-BE49-F238E27FC236}">
                  <a16:creationId xmlns:a16="http://schemas.microsoft.com/office/drawing/2014/main" id="{06339D42-062B-4DBB-81D0-080EC707F1C8}"/>
                </a:ext>
              </a:extLst>
            </p:cNvPr>
            <p:cNvGrpSpPr/>
            <p:nvPr/>
          </p:nvGrpSpPr>
          <p:grpSpPr>
            <a:xfrm>
              <a:off x="222250" y="5861050"/>
              <a:ext cx="5504400" cy="18000"/>
              <a:chOff x="222250" y="527050"/>
              <a:chExt cx="5504400" cy="18000"/>
            </a:xfrm>
          </p:grpSpPr>
          <p:sp>
            <p:nvSpPr>
              <p:cNvPr id="2924" name="타원 2923">
                <a:extLst>
                  <a:ext uri="{FF2B5EF4-FFF2-40B4-BE49-F238E27FC236}">
                    <a16:creationId xmlns:a16="http://schemas.microsoft.com/office/drawing/2014/main" id="{67526274-8894-46F8-91CE-649AD5D21070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25" name="타원 2924">
                <a:extLst>
                  <a:ext uri="{FF2B5EF4-FFF2-40B4-BE49-F238E27FC236}">
                    <a16:creationId xmlns:a16="http://schemas.microsoft.com/office/drawing/2014/main" id="{76063075-2116-4877-9FE4-CB4C24C5BEB5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26" name="타원 2925">
                <a:extLst>
                  <a:ext uri="{FF2B5EF4-FFF2-40B4-BE49-F238E27FC236}">
                    <a16:creationId xmlns:a16="http://schemas.microsoft.com/office/drawing/2014/main" id="{A76AB325-F63B-45C5-AE99-904BB53CB6F9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27" name="타원 2926">
                <a:extLst>
                  <a:ext uri="{FF2B5EF4-FFF2-40B4-BE49-F238E27FC236}">
                    <a16:creationId xmlns:a16="http://schemas.microsoft.com/office/drawing/2014/main" id="{76640244-DC42-4FB6-AE28-292AE6A716B2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28" name="타원 2927">
                <a:extLst>
                  <a:ext uri="{FF2B5EF4-FFF2-40B4-BE49-F238E27FC236}">
                    <a16:creationId xmlns:a16="http://schemas.microsoft.com/office/drawing/2014/main" id="{B208428C-1357-4999-A981-D97A50E3DFAD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29" name="타원 2928">
                <a:extLst>
                  <a:ext uri="{FF2B5EF4-FFF2-40B4-BE49-F238E27FC236}">
                    <a16:creationId xmlns:a16="http://schemas.microsoft.com/office/drawing/2014/main" id="{1F62B6D9-1FA8-4943-97C7-ED3BBF437A17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0" name="타원 2929">
                <a:extLst>
                  <a:ext uri="{FF2B5EF4-FFF2-40B4-BE49-F238E27FC236}">
                    <a16:creationId xmlns:a16="http://schemas.microsoft.com/office/drawing/2014/main" id="{844866D7-B96B-4685-9DCB-54FD3A98590D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1" name="타원 2930">
                <a:extLst>
                  <a:ext uri="{FF2B5EF4-FFF2-40B4-BE49-F238E27FC236}">
                    <a16:creationId xmlns:a16="http://schemas.microsoft.com/office/drawing/2014/main" id="{91F56BC8-4921-495E-81CC-338B1C0AF16B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2" name="타원 2931">
                <a:extLst>
                  <a:ext uri="{FF2B5EF4-FFF2-40B4-BE49-F238E27FC236}">
                    <a16:creationId xmlns:a16="http://schemas.microsoft.com/office/drawing/2014/main" id="{73960379-2422-4729-86FB-53999C596F5C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3" name="타원 2932">
                <a:extLst>
                  <a:ext uri="{FF2B5EF4-FFF2-40B4-BE49-F238E27FC236}">
                    <a16:creationId xmlns:a16="http://schemas.microsoft.com/office/drawing/2014/main" id="{42A73169-4ECD-43B3-9B38-53E09202E49B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4" name="타원 2933">
                <a:extLst>
                  <a:ext uri="{FF2B5EF4-FFF2-40B4-BE49-F238E27FC236}">
                    <a16:creationId xmlns:a16="http://schemas.microsoft.com/office/drawing/2014/main" id="{6F896EAA-D746-4B37-BAB2-628A3F8B245C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5" name="타원 2934">
                <a:extLst>
                  <a:ext uri="{FF2B5EF4-FFF2-40B4-BE49-F238E27FC236}">
                    <a16:creationId xmlns:a16="http://schemas.microsoft.com/office/drawing/2014/main" id="{276D79F8-06D3-4D9A-89F5-E57CCDDC6445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6" name="타원 2935">
                <a:extLst>
                  <a:ext uri="{FF2B5EF4-FFF2-40B4-BE49-F238E27FC236}">
                    <a16:creationId xmlns:a16="http://schemas.microsoft.com/office/drawing/2014/main" id="{26640F37-18E4-4CBA-9F26-F777ED65CB32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7" name="타원 2936">
                <a:extLst>
                  <a:ext uri="{FF2B5EF4-FFF2-40B4-BE49-F238E27FC236}">
                    <a16:creationId xmlns:a16="http://schemas.microsoft.com/office/drawing/2014/main" id="{35189D1E-3AF3-405E-8188-F3E9456C8A39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8" name="타원 2937">
                <a:extLst>
                  <a:ext uri="{FF2B5EF4-FFF2-40B4-BE49-F238E27FC236}">
                    <a16:creationId xmlns:a16="http://schemas.microsoft.com/office/drawing/2014/main" id="{9BE84E24-C684-4869-9603-C65BFF181029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9" name="타원 2938">
                <a:extLst>
                  <a:ext uri="{FF2B5EF4-FFF2-40B4-BE49-F238E27FC236}">
                    <a16:creationId xmlns:a16="http://schemas.microsoft.com/office/drawing/2014/main" id="{79FB4286-614C-4B61-BDDB-8EBE32BBEE28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0" name="타원 2939">
                <a:extLst>
                  <a:ext uri="{FF2B5EF4-FFF2-40B4-BE49-F238E27FC236}">
                    <a16:creationId xmlns:a16="http://schemas.microsoft.com/office/drawing/2014/main" id="{22B242CB-E3B8-4A9D-81D2-4EEBA71BF3EA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1" name="타원 2940">
                <a:extLst>
                  <a:ext uri="{FF2B5EF4-FFF2-40B4-BE49-F238E27FC236}">
                    <a16:creationId xmlns:a16="http://schemas.microsoft.com/office/drawing/2014/main" id="{76388B19-7526-42DF-B8B2-E6E644C6E3B5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2" name="타원 2941">
                <a:extLst>
                  <a:ext uri="{FF2B5EF4-FFF2-40B4-BE49-F238E27FC236}">
                    <a16:creationId xmlns:a16="http://schemas.microsoft.com/office/drawing/2014/main" id="{02D7ED17-1C15-4A68-AC5A-068F4DF727BA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3" name="타원 2942">
                <a:extLst>
                  <a:ext uri="{FF2B5EF4-FFF2-40B4-BE49-F238E27FC236}">
                    <a16:creationId xmlns:a16="http://schemas.microsoft.com/office/drawing/2014/main" id="{9C02258D-EB8B-404B-BE95-3CB63B35A054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4" name="타원 2943">
                <a:extLst>
                  <a:ext uri="{FF2B5EF4-FFF2-40B4-BE49-F238E27FC236}">
                    <a16:creationId xmlns:a16="http://schemas.microsoft.com/office/drawing/2014/main" id="{028ECE7B-B523-4CDA-9354-5C9E4336F7DE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5" name="타원 2944">
                <a:extLst>
                  <a:ext uri="{FF2B5EF4-FFF2-40B4-BE49-F238E27FC236}">
                    <a16:creationId xmlns:a16="http://schemas.microsoft.com/office/drawing/2014/main" id="{7D55978E-8FB8-4D06-AB01-D05425151C13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6" name="타원 2945">
                <a:extLst>
                  <a:ext uri="{FF2B5EF4-FFF2-40B4-BE49-F238E27FC236}">
                    <a16:creationId xmlns:a16="http://schemas.microsoft.com/office/drawing/2014/main" id="{BAE6338B-0F53-4AB3-AE0A-CEC567BAB458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7" name="타원 2946">
                <a:extLst>
                  <a:ext uri="{FF2B5EF4-FFF2-40B4-BE49-F238E27FC236}">
                    <a16:creationId xmlns:a16="http://schemas.microsoft.com/office/drawing/2014/main" id="{A8076E5A-9A82-40A5-BA32-DC61D7725007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8" name="타원 2947">
                <a:extLst>
                  <a:ext uri="{FF2B5EF4-FFF2-40B4-BE49-F238E27FC236}">
                    <a16:creationId xmlns:a16="http://schemas.microsoft.com/office/drawing/2014/main" id="{131ACC35-5EF7-4A64-97F2-F08908B758B5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9" name="타원 2948">
                <a:extLst>
                  <a:ext uri="{FF2B5EF4-FFF2-40B4-BE49-F238E27FC236}">
                    <a16:creationId xmlns:a16="http://schemas.microsoft.com/office/drawing/2014/main" id="{511CF7D8-6167-4401-9918-AEE9EE287E3A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0" name="타원 2949">
                <a:extLst>
                  <a:ext uri="{FF2B5EF4-FFF2-40B4-BE49-F238E27FC236}">
                    <a16:creationId xmlns:a16="http://schemas.microsoft.com/office/drawing/2014/main" id="{3F033FAE-0761-4CB7-A152-6A1A7D259795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1" name="타원 2950">
                <a:extLst>
                  <a:ext uri="{FF2B5EF4-FFF2-40B4-BE49-F238E27FC236}">
                    <a16:creationId xmlns:a16="http://schemas.microsoft.com/office/drawing/2014/main" id="{4C7AEF93-16ED-4D6B-B263-7BEC215DCA3D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2" name="타원 2951">
                <a:extLst>
                  <a:ext uri="{FF2B5EF4-FFF2-40B4-BE49-F238E27FC236}">
                    <a16:creationId xmlns:a16="http://schemas.microsoft.com/office/drawing/2014/main" id="{B1C73D62-16A7-466C-B3F0-C08F552972A4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3" name="타원 2952">
                <a:extLst>
                  <a:ext uri="{FF2B5EF4-FFF2-40B4-BE49-F238E27FC236}">
                    <a16:creationId xmlns:a16="http://schemas.microsoft.com/office/drawing/2014/main" id="{7910E7DB-BC67-47DC-9D3C-63445FD20915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4" name="타원 2953">
                <a:extLst>
                  <a:ext uri="{FF2B5EF4-FFF2-40B4-BE49-F238E27FC236}">
                    <a16:creationId xmlns:a16="http://schemas.microsoft.com/office/drawing/2014/main" id="{B7069E0C-4101-4094-9443-901530C7331C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5" name="타원 2954">
                <a:extLst>
                  <a:ext uri="{FF2B5EF4-FFF2-40B4-BE49-F238E27FC236}">
                    <a16:creationId xmlns:a16="http://schemas.microsoft.com/office/drawing/2014/main" id="{F43D2F93-5448-4D60-BDDD-FF828771803B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6" name="타원 2955">
                <a:extLst>
                  <a:ext uri="{FF2B5EF4-FFF2-40B4-BE49-F238E27FC236}">
                    <a16:creationId xmlns:a16="http://schemas.microsoft.com/office/drawing/2014/main" id="{2EA6ADE6-75D1-48C6-8FD5-592050B4602D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7" name="타원 2956">
                <a:extLst>
                  <a:ext uri="{FF2B5EF4-FFF2-40B4-BE49-F238E27FC236}">
                    <a16:creationId xmlns:a16="http://schemas.microsoft.com/office/drawing/2014/main" id="{C0AED005-2D4D-4D4E-8EF7-FD47CECD7187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8" name="타원 2957">
                <a:extLst>
                  <a:ext uri="{FF2B5EF4-FFF2-40B4-BE49-F238E27FC236}">
                    <a16:creationId xmlns:a16="http://schemas.microsoft.com/office/drawing/2014/main" id="{57A16393-6E5A-4765-95AC-6CEDF58E1216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9" name="타원 2958">
                <a:extLst>
                  <a:ext uri="{FF2B5EF4-FFF2-40B4-BE49-F238E27FC236}">
                    <a16:creationId xmlns:a16="http://schemas.microsoft.com/office/drawing/2014/main" id="{47385DD2-AF4F-43F4-810D-38E2100165F9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60" name="타원 2959">
                <a:extLst>
                  <a:ext uri="{FF2B5EF4-FFF2-40B4-BE49-F238E27FC236}">
                    <a16:creationId xmlns:a16="http://schemas.microsoft.com/office/drawing/2014/main" id="{4A65061B-95A8-4523-A398-7AE56A540CAA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961" name="그룹 2960">
              <a:extLst>
                <a:ext uri="{FF2B5EF4-FFF2-40B4-BE49-F238E27FC236}">
                  <a16:creationId xmlns:a16="http://schemas.microsoft.com/office/drawing/2014/main" id="{98FA5606-CB13-4374-B131-CDD2E3391A22}"/>
                </a:ext>
              </a:extLst>
            </p:cNvPr>
            <p:cNvGrpSpPr/>
            <p:nvPr/>
          </p:nvGrpSpPr>
          <p:grpSpPr>
            <a:xfrm>
              <a:off x="222250" y="6013450"/>
              <a:ext cx="5504400" cy="18000"/>
              <a:chOff x="222250" y="527050"/>
              <a:chExt cx="5504400" cy="18000"/>
            </a:xfrm>
          </p:grpSpPr>
          <p:sp>
            <p:nvSpPr>
              <p:cNvPr id="2962" name="타원 2961">
                <a:extLst>
                  <a:ext uri="{FF2B5EF4-FFF2-40B4-BE49-F238E27FC236}">
                    <a16:creationId xmlns:a16="http://schemas.microsoft.com/office/drawing/2014/main" id="{13B6D1B1-35B1-4F0C-BC0A-4921F6CB5E39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63" name="타원 2962">
                <a:extLst>
                  <a:ext uri="{FF2B5EF4-FFF2-40B4-BE49-F238E27FC236}">
                    <a16:creationId xmlns:a16="http://schemas.microsoft.com/office/drawing/2014/main" id="{CBBF7D1D-10ED-4E37-A3D7-D281E7C2377F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64" name="타원 2963">
                <a:extLst>
                  <a:ext uri="{FF2B5EF4-FFF2-40B4-BE49-F238E27FC236}">
                    <a16:creationId xmlns:a16="http://schemas.microsoft.com/office/drawing/2014/main" id="{6B6D87B7-1674-4FBF-ABA9-5CF1147AC03B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65" name="타원 2964">
                <a:extLst>
                  <a:ext uri="{FF2B5EF4-FFF2-40B4-BE49-F238E27FC236}">
                    <a16:creationId xmlns:a16="http://schemas.microsoft.com/office/drawing/2014/main" id="{B94251F2-35EE-49A8-9AFE-47B151A78325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66" name="타원 2965">
                <a:extLst>
                  <a:ext uri="{FF2B5EF4-FFF2-40B4-BE49-F238E27FC236}">
                    <a16:creationId xmlns:a16="http://schemas.microsoft.com/office/drawing/2014/main" id="{462BD860-A6B2-4B38-8E44-6CA532525D32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67" name="타원 2966">
                <a:extLst>
                  <a:ext uri="{FF2B5EF4-FFF2-40B4-BE49-F238E27FC236}">
                    <a16:creationId xmlns:a16="http://schemas.microsoft.com/office/drawing/2014/main" id="{84F50307-4E56-438E-9CD5-0CDE96E58202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68" name="타원 2967">
                <a:extLst>
                  <a:ext uri="{FF2B5EF4-FFF2-40B4-BE49-F238E27FC236}">
                    <a16:creationId xmlns:a16="http://schemas.microsoft.com/office/drawing/2014/main" id="{7B17F161-5B6D-4A37-AEA9-96EA454E59C2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69" name="타원 2968">
                <a:extLst>
                  <a:ext uri="{FF2B5EF4-FFF2-40B4-BE49-F238E27FC236}">
                    <a16:creationId xmlns:a16="http://schemas.microsoft.com/office/drawing/2014/main" id="{84ACFFFA-07C2-4133-A509-2F73C3597856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0" name="타원 2969">
                <a:extLst>
                  <a:ext uri="{FF2B5EF4-FFF2-40B4-BE49-F238E27FC236}">
                    <a16:creationId xmlns:a16="http://schemas.microsoft.com/office/drawing/2014/main" id="{FAA4DCA3-3DF2-41B3-A8EA-42F677DA6EC9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1" name="타원 2970">
                <a:extLst>
                  <a:ext uri="{FF2B5EF4-FFF2-40B4-BE49-F238E27FC236}">
                    <a16:creationId xmlns:a16="http://schemas.microsoft.com/office/drawing/2014/main" id="{A9768C9F-2F06-4C7D-9918-51BD3E1FDAF2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2" name="타원 2971">
                <a:extLst>
                  <a:ext uri="{FF2B5EF4-FFF2-40B4-BE49-F238E27FC236}">
                    <a16:creationId xmlns:a16="http://schemas.microsoft.com/office/drawing/2014/main" id="{C199E42B-C760-4923-AA6C-402A16F117AC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3" name="타원 2972">
                <a:extLst>
                  <a:ext uri="{FF2B5EF4-FFF2-40B4-BE49-F238E27FC236}">
                    <a16:creationId xmlns:a16="http://schemas.microsoft.com/office/drawing/2014/main" id="{6BE52BC5-5089-4833-96A3-E4C2153F6EA1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4" name="타원 2973">
                <a:extLst>
                  <a:ext uri="{FF2B5EF4-FFF2-40B4-BE49-F238E27FC236}">
                    <a16:creationId xmlns:a16="http://schemas.microsoft.com/office/drawing/2014/main" id="{94A41D92-3BD9-4EF1-BB87-0EA58E1CAE96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5" name="타원 2974">
                <a:extLst>
                  <a:ext uri="{FF2B5EF4-FFF2-40B4-BE49-F238E27FC236}">
                    <a16:creationId xmlns:a16="http://schemas.microsoft.com/office/drawing/2014/main" id="{A2487D86-80A0-4653-85C5-09B9656441A8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6" name="타원 2975">
                <a:extLst>
                  <a:ext uri="{FF2B5EF4-FFF2-40B4-BE49-F238E27FC236}">
                    <a16:creationId xmlns:a16="http://schemas.microsoft.com/office/drawing/2014/main" id="{EAD95E47-646E-4189-BF06-1071B834E657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7" name="타원 2976">
                <a:extLst>
                  <a:ext uri="{FF2B5EF4-FFF2-40B4-BE49-F238E27FC236}">
                    <a16:creationId xmlns:a16="http://schemas.microsoft.com/office/drawing/2014/main" id="{711D4218-C467-4528-B943-E5E583303D22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8" name="타원 2977">
                <a:extLst>
                  <a:ext uri="{FF2B5EF4-FFF2-40B4-BE49-F238E27FC236}">
                    <a16:creationId xmlns:a16="http://schemas.microsoft.com/office/drawing/2014/main" id="{F5953CD2-BCE3-4A8F-B9BF-F062113EC05D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9" name="타원 2978">
                <a:extLst>
                  <a:ext uri="{FF2B5EF4-FFF2-40B4-BE49-F238E27FC236}">
                    <a16:creationId xmlns:a16="http://schemas.microsoft.com/office/drawing/2014/main" id="{54FD30DC-7A7E-4DE9-97E9-D470917E06B1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80" name="타원 2979">
                <a:extLst>
                  <a:ext uri="{FF2B5EF4-FFF2-40B4-BE49-F238E27FC236}">
                    <a16:creationId xmlns:a16="http://schemas.microsoft.com/office/drawing/2014/main" id="{8B9FD6E7-E1C7-4328-A71C-C4EED6613DF3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81" name="타원 2980">
                <a:extLst>
                  <a:ext uri="{FF2B5EF4-FFF2-40B4-BE49-F238E27FC236}">
                    <a16:creationId xmlns:a16="http://schemas.microsoft.com/office/drawing/2014/main" id="{B2E8F677-34F9-40D6-8751-1683388B0035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82" name="타원 2981">
                <a:extLst>
                  <a:ext uri="{FF2B5EF4-FFF2-40B4-BE49-F238E27FC236}">
                    <a16:creationId xmlns:a16="http://schemas.microsoft.com/office/drawing/2014/main" id="{3016FB6A-0DFE-45F7-A9BA-6FC12FC9A26E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83" name="타원 2982">
                <a:extLst>
                  <a:ext uri="{FF2B5EF4-FFF2-40B4-BE49-F238E27FC236}">
                    <a16:creationId xmlns:a16="http://schemas.microsoft.com/office/drawing/2014/main" id="{D113DA5F-BE63-4005-A87B-5EE5238FEE65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84" name="타원 2983">
                <a:extLst>
                  <a:ext uri="{FF2B5EF4-FFF2-40B4-BE49-F238E27FC236}">
                    <a16:creationId xmlns:a16="http://schemas.microsoft.com/office/drawing/2014/main" id="{42A2CFEA-BDA7-487A-970C-B24620268C5B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85" name="타원 2984">
                <a:extLst>
                  <a:ext uri="{FF2B5EF4-FFF2-40B4-BE49-F238E27FC236}">
                    <a16:creationId xmlns:a16="http://schemas.microsoft.com/office/drawing/2014/main" id="{F76E6BB8-01AF-47AC-9923-729635EFBA3F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86" name="타원 2985">
                <a:extLst>
                  <a:ext uri="{FF2B5EF4-FFF2-40B4-BE49-F238E27FC236}">
                    <a16:creationId xmlns:a16="http://schemas.microsoft.com/office/drawing/2014/main" id="{AD2A3EC6-B8E6-456B-AC21-1F592519F52F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87" name="타원 2986">
                <a:extLst>
                  <a:ext uri="{FF2B5EF4-FFF2-40B4-BE49-F238E27FC236}">
                    <a16:creationId xmlns:a16="http://schemas.microsoft.com/office/drawing/2014/main" id="{4756FC7A-1566-43C0-9EBB-DDA90B633D87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88" name="타원 2987">
                <a:extLst>
                  <a:ext uri="{FF2B5EF4-FFF2-40B4-BE49-F238E27FC236}">
                    <a16:creationId xmlns:a16="http://schemas.microsoft.com/office/drawing/2014/main" id="{C7BD465C-EBC4-4B95-A322-C8CFEC747ABE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89" name="타원 2988">
                <a:extLst>
                  <a:ext uri="{FF2B5EF4-FFF2-40B4-BE49-F238E27FC236}">
                    <a16:creationId xmlns:a16="http://schemas.microsoft.com/office/drawing/2014/main" id="{6B660E93-B634-41BB-B1F1-AC45577C32E2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90" name="타원 2989">
                <a:extLst>
                  <a:ext uri="{FF2B5EF4-FFF2-40B4-BE49-F238E27FC236}">
                    <a16:creationId xmlns:a16="http://schemas.microsoft.com/office/drawing/2014/main" id="{F4B6AE58-328D-4EE8-9DA6-E43877BDABCB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91" name="타원 2990">
                <a:extLst>
                  <a:ext uri="{FF2B5EF4-FFF2-40B4-BE49-F238E27FC236}">
                    <a16:creationId xmlns:a16="http://schemas.microsoft.com/office/drawing/2014/main" id="{C98BCC85-27CB-49B1-9323-1BB1F32760ED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92" name="타원 2991">
                <a:extLst>
                  <a:ext uri="{FF2B5EF4-FFF2-40B4-BE49-F238E27FC236}">
                    <a16:creationId xmlns:a16="http://schemas.microsoft.com/office/drawing/2014/main" id="{BC7FEB9A-396F-463B-A505-862FF53DF0AF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93" name="타원 2992">
                <a:extLst>
                  <a:ext uri="{FF2B5EF4-FFF2-40B4-BE49-F238E27FC236}">
                    <a16:creationId xmlns:a16="http://schemas.microsoft.com/office/drawing/2014/main" id="{94B5E2FA-811D-40F4-AB1F-242A8B68740D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94" name="타원 2993">
                <a:extLst>
                  <a:ext uri="{FF2B5EF4-FFF2-40B4-BE49-F238E27FC236}">
                    <a16:creationId xmlns:a16="http://schemas.microsoft.com/office/drawing/2014/main" id="{9C7196FD-3040-405D-B4BE-030E8ADE3CDB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95" name="타원 2994">
                <a:extLst>
                  <a:ext uri="{FF2B5EF4-FFF2-40B4-BE49-F238E27FC236}">
                    <a16:creationId xmlns:a16="http://schemas.microsoft.com/office/drawing/2014/main" id="{DE70B677-32B2-4ACB-ADD1-303FAE1E3902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96" name="타원 2995">
                <a:extLst>
                  <a:ext uri="{FF2B5EF4-FFF2-40B4-BE49-F238E27FC236}">
                    <a16:creationId xmlns:a16="http://schemas.microsoft.com/office/drawing/2014/main" id="{67392483-5CC7-47AB-A114-21D989111685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97" name="타원 2996">
                <a:extLst>
                  <a:ext uri="{FF2B5EF4-FFF2-40B4-BE49-F238E27FC236}">
                    <a16:creationId xmlns:a16="http://schemas.microsoft.com/office/drawing/2014/main" id="{7B98419F-CC9C-42CC-B631-634EEF0873E7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98" name="타원 2997">
                <a:extLst>
                  <a:ext uri="{FF2B5EF4-FFF2-40B4-BE49-F238E27FC236}">
                    <a16:creationId xmlns:a16="http://schemas.microsoft.com/office/drawing/2014/main" id="{45828C88-C788-4263-A6F9-0066D849B66E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999" name="그룹 2998">
              <a:extLst>
                <a:ext uri="{FF2B5EF4-FFF2-40B4-BE49-F238E27FC236}">
                  <a16:creationId xmlns:a16="http://schemas.microsoft.com/office/drawing/2014/main" id="{681F7772-7494-42A1-AD4A-3A0ABA56EA8D}"/>
                </a:ext>
              </a:extLst>
            </p:cNvPr>
            <p:cNvGrpSpPr/>
            <p:nvPr/>
          </p:nvGrpSpPr>
          <p:grpSpPr>
            <a:xfrm>
              <a:off x="222250" y="6165850"/>
              <a:ext cx="5504400" cy="18000"/>
              <a:chOff x="222250" y="527050"/>
              <a:chExt cx="5504400" cy="18000"/>
            </a:xfrm>
          </p:grpSpPr>
          <p:sp>
            <p:nvSpPr>
              <p:cNvPr id="3000" name="타원 2999">
                <a:extLst>
                  <a:ext uri="{FF2B5EF4-FFF2-40B4-BE49-F238E27FC236}">
                    <a16:creationId xmlns:a16="http://schemas.microsoft.com/office/drawing/2014/main" id="{AAC5E6A6-0024-4020-B5C8-06119FA4E3A6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1" name="타원 3000">
                <a:extLst>
                  <a:ext uri="{FF2B5EF4-FFF2-40B4-BE49-F238E27FC236}">
                    <a16:creationId xmlns:a16="http://schemas.microsoft.com/office/drawing/2014/main" id="{5ACC9485-CF5A-4AFD-97CD-B87D5FE9A18E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2" name="타원 3001">
                <a:extLst>
                  <a:ext uri="{FF2B5EF4-FFF2-40B4-BE49-F238E27FC236}">
                    <a16:creationId xmlns:a16="http://schemas.microsoft.com/office/drawing/2014/main" id="{21B3A618-DC3B-454E-B651-4AC3E959FFD4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3" name="타원 3002">
                <a:extLst>
                  <a:ext uri="{FF2B5EF4-FFF2-40B4-BE49-F238E27FC236}">
                    <a16:creationId xmlns:a16="http://schemas.microsoft.com/office/drawing/2014/main" id="{8093106D-BA9D-4D84-8881-1A7933C8B386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4" name="타원 3003">
                <a:extLst>
                  <a:ext uri="{FF2B5EF4-FFF2-40B4-BE49-F238E27FC236}">
                    <a16:creationId xmlns:a16="http://schemas.microsoft.com/office/drawing/2014/main" id="{B1926E90-6DFA-46A1-8F72-93E967D686EC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5" name="타원 3004">
                <a:extLst>
                  <a:ext uri="{FF2B5EF4-FFF2-40B4-BE49-F238E27FC236}">
                    <a16:creationId xmlns:a16="http://schemas.microsoft.com/office/drawing/2014/main" id="{F582DC9B-DA39-4875-9946-DB21BEBC3F5C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6" name="타원 3005">
                <a:extLst>
                  <a:ext uri="{FF2B5EF4-FFF2-40B4-BE49-F238E27FC236}">
                    <a16:creationId xmlns:a16="http://schemas.microsoft.com/office/drawing/2014/main" id="{028D5AF0-3FA2-4F4D-AE48-CAC773311930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7" name="타원 3006">
                <a:extLst>
                  <a:ext uri="{FF2B5EF4-FFF2-40B4-BE49-F238E27FC236}">
                    <a16:creationId xmlns:a16="http://schemas.microsoft.com/office/drawing/2014/main" id="{945674C4-B3EE-4A13-8F85-33E182B9CE60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8" name="타원 3007">
                <a:extLst>
                  <a:ext uri="{FF2B5EF4-FFF2-40B4-BE49-F238E27FC236}">
                    <a16:creationId xmlns:a16="http://schemas.microsoft.com/office/drawing/2014/main" id="{58591A94-3F98-488C-B3D8-DA8F2AA8FC09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9" name="타원 3008">
                <a:extLst>
                  <a:ext uri="{FF2B5EF4-FFF2-40B4-BE49-F238E27FC236}">
                    <a16:creationId xmlns:a16="http://schemas.microsoft.com/office/drawing/2014/main" id="{C25F8382-16D0-4563-8690-34932FEE4291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0" name="타원 3009">
                <a:extLst>
                  <a:ext uri="{FF2B5EF4-FFF2-40B4-BE49-F238E27FC236}">
                    <a16:creationId xmlns:a16="http://schemas.microsoft.com/office/drawing/2014/main" id="{A0856B4B-370C-4A87-ACE6-15C39F64046B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1" name="타원 3010">
                <a:extLst>
                  <a:ext uri="{FF2B5EF4-FFF2-40B4-BE49-F238E27FC236}">
                    <a16:creationId xmlns:a16="http://schemas.microsoft.com/office/drawing/2014/main" id="{A3768343-B38F-4E42-AC01-D037FE11A489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2" name="타원 3011">
                <a:extLst>
                  <a:ext uri="{FF2B5EF4-FFF2-40B4-BE49-F238E27FC236}">
                    <a16:creationId xmlns:a16="http://schemas.microsoft.com/office/drawing/2014/main" id="{C7652301-10F8-4607-B661-36FAD8B0DD25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3" name="타원 3012">
                <a:extLst>
                  <a:ext uri="{FF2B5EF4-FFF2-40B4-BE49-F238E27FC236}">
                    <a16:creationId xmlns:a16="http://schemas.microsoft.com/office/drawing/2014/main" id="{3086CBE3-20C9-43A2-8A38-FB46A8D960F7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4" name="타원 3013">
                <a:extLst>
                  <a:ext uri="{FF2B5EF4-FFF2-40B4-BE49-F238E27FC236}">
                    <a16:creationId xmlns:a16="http://schemas.microsoft.com/office/drawing/2014/main" id="{17410C3C-2102-4E3B-AD32-1AF14AD15DF7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5" name="타원 3014">
                <a:extLst>
                  <a:ext uri="{FF2B5EF4-FFF2-40B4-BE49-F238E27FC236}">
                    <a16:creationId xmlns:a16="http://schemas.microsoft.com/office/drawing/2014/main" id="{EEEC7A1C-666D-4D2E-B1A1-15B4E6754BDC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6" name="타원 3015">
                <a:extLst>
                  <a:ext uri="{FF2B5EF4-FFF2-40B4-BE49-F238E27FC236}">
                    <a16:creationId xmlns:a16="http://schemas.microsoft.com/office/drawing/2014/main" id="{1E51B48F-7E36-494D-AB61-138C8556F7F0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7" name="타원 3016">
                <a:extLst>
                  <a:ext uri="{FF2B5EF4-FFF2-40B4-BE49-F238E27FC236}">
                    <a16:creationId xmlns:a16="http://schemas.microsoft.com/office/drawing/2014/main" id="{013AC23B-9E84-449F-BEB5-5BE9C79A0437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8" name="타원 3017">
                <a:extLst>
                  <a:ext uri="{FF2B5EF4-FFF2-40B4-BE49-F238E27FC236}">
                    <a16:creationId xmlns:a16="http://schemas.microsoft.com/office/drawing/2014/main" id="{330D6EB1-E8A3-45DA-BA91-BBB216377327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9" name="타원 3018">
                <a:extLst>
                  <a:ext uri="{FF2B5EF4-FFF2-40B4-BE49-F238E27FC236}">
                    <a16:creationId xmlns:a16="http://schemas.microsoft.com/office/drawing/2014/main" id="{A15BC5B6-0A61-42A7-AADC-8BA69C186817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0" name="타원 3019">
                <a:extLst>
                  <a:ext uri="{FF2B5EF4-FFF2-40B4-BE49-F238E27FC236}">
                    <a16:creationId xmlns:a16="http://schemas.microsoft.com/office/drawing/2014/main" id="{B603FF3A-692A-44C1-ADEC-1708860D92B6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1" name="타원 3020">
                <a:extLst>
                  <a:ext uri="{FF2B5EF4-FFF2-40B4-BE49-F238E27FC236}">
                    <a16:creationId xmlns:a16="http://schemas.microsoft.com/office/drawing/2014/main" id="{927364FD-5D0B-44A7-B5EE-90576B6C335F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2" name="타원 3021">
                <a:extLst>
                  <a:ext uri="{FF2B5EF4-FFF2-40B4-BE49-F238E27FC236}">
                    <a16:creationId xmlns:a16="http://schemas.microsoft.com/office/drawing/2014/main" id="{E0FD0F5A-9C57-4FF2-B90F-5A7110DA1327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3" name="타원 3022">
                <a:extLst>
                  <a:ext uri="{FF2B5EF4-FFF2-40B4-BE49-F238E27FC236}">
                    <a16:creationId xmlns:a16="http://schemas.microsoft.com/office/drawing/2014/main" id="{30EB5043-DEBB-4D6C-8BC6-F02290F32F05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4" name="타원 3023">
                <a:extLst>
                  <a:ext uri="{FF2B5EF4-FFF2-40B4-BE49-F238E27FC236}">
                    <a16:creationId xmlns:a16="http://schemas.microsoft.com/office/drawing/2014/main" id="{1BBB2216-08A4-41EE-B773-47B5D5ABD1E7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5" name="타원 3024">
                <a:extLst>
                  <a:ext uri="{FF2B5EF4-FFF2-40B4-BE49-F238E27FC236}">
                    <a16:creationId xmlns:a16="http://schemas.microsoft.com/office/drawing/2014/main" id="{3EF68DAB-C689-49C3-B022-08E0E4F3C738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6" name="타원 3025">
                <a:extLst>
                  <a:ext uri="{FF2B5EF4-FFF2-40B4-BE49-F238E27FC236}">
                    <a16:creationId xmlns:a16="http://schemas.microsoft.com/office/drawing/2014/main" id="{9F56A3EE-B8DA-46F1-9033-046E7E462926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7" name="타원 3026">
                <a:extLst>
                  <a:ext uri="{FF2B5EF4-FFF2-40B4-BE49-F238E27FC236}">
                    <a16:creationId xmlns:a16="http://schemas.microsoft.com/office/drawing/2014/main" id="{1DE83F0C-BDD8-442C-B0FA-1E24EDE5BA4D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8" name="타원 3027">
                <a:extLst>
                  <a:ext uri="{FF2B5EF4-FFF2-40B4-BE49-F238E27FC236}">
                    <a16:creationId xmlns:a16="http://schemas.microsoft.com/office/drawing/2014/main" id="{F4734BB1-4E6C-49D2-883B-ACCD31E45031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9" name="타원 3028">
                <a:extLst>
                  <a:ext uri="{FF2B5EF4-FFF2-40B4-BE49-F238E27FC236}">
                    <a16:creationId xmlns:a16="http://schemas.microsoft.com/office/drawing/2014/main" id="{9AF387EA-F7C7-4037-B7A7-3669366B2D5C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0" name="타원 3029">
                <a:extLst>
                  <a:ext uri="{FF2B5EF4-FFF2-40B4-BE49-F238E27FC236}">
                    <a16:creationId xmlns:a16="http://schemas.microsoft.com/office/drawing/2014/main" id="{5318E3D5-0752-4C7C-A9E7-17C810DA592B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1" name="타원 3030">
                <a:extLst>
                  <a:ext uri="{FF2B5EF4-FFF2-40B4-BE49-F238E27FC236}">
                    <a16:creationId xmlns:a16="http://schemas.microsoft.com/office/drawing/2014/main" id="{A2D414A2-A9CD-4258-8AE5-427834D823D5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2" name="타원 3031">
                <a:extLst>
                  <a:ext uri="{FF2B5EF4-FFF2-40B4-BE49-F238E27FC236}">
                    <a16:creationId xmlns:a16="http://schemas.microsoft.com/office/drawing/2014/main" id="{12F5C352-46FF-4AB2-8304-51B20E6C1D81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3" name="타원 3032">
                <a:extLst>
                  <a:ext uri="{FF2B5EF4-FFF2-40B4-BE49-F238E27FC236}">
                    <a16:creationId xmlns:a16="http://schemas.microsoft.com/office/drawing/2014/main" id="{652DFA1F-49B9-4C8F-BE5D-18E5979DB593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4" name="타원 3033">
                <a:extLst>
                  <a:ext uri="{FF2B5EF4-FFF2-40B4-BE49-F238E27FC236}">
                    <a16:creationId xmlns:a16="http://schemas.microsoft.com/office/drawing/2014/main" id="{B4BF0F7C-4032-488E-A29D-F0A54198BE61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5" name="타원 3034">
                <a:extLst>
                  <a:ext uri="{FF2B5EF4-FFF2-40B4-BE49-F238E27FC236}">
                    <a16:creationId xmlns:a16="http://schemas.microsoft.com/office/drawing/2014/main" id="{14E774C8-CD0C-4102-9EAE-BB8AF8282F98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6" name="타원 3035">
                <a:extLst>
                  <a:ext uri="{FF2B5EF4-FFF2-40B4-BE49-F238E27FC236}">
                    <a16:creationId xmlns:a16="http://schemas.microsoft.com/office/drawing/2014/main" id="{C8AA74D1-F786-4044-9466-A3E1AB09DC50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037" name="그룹 3036">
              <a:extLst>
                <a:ext uri="{FF2B5EF4-FFF2-40B4-BE49-F238E27FC236}">
                  <a16:creationId xmlns:a16="http://schemas.microsoft.com/office/drawing/2014/main" id="{628B8954-81B1-45D5-A170-1EF2012C80DD}"/>
                </a:ext>
              </a:extLst>
            </p:cNvPr>
            <p:cNvGrpSpPr/>
            <p:nvPr/>
          </p:nvGrpSpPr>
          <p:grpSpPr>
            <a:xfrm>
              <a:off x="222250" y="6318250"/>
              <a:ext cx="5504400" cy="18000"/>
              <a:chOff x="222250" y="527050"/>
              <a:chExt cx="5504400" cy="18000"/>
            </a:xfrm>
          </p:grpSpPr>
          <p:sp>
            <p:nvSpPr>
              <p:cNvPr id="3038" name="타원 3037">
                <a:extLst>
                  <a:ext uri="{FF2B5EF4-FFF2-40B4-BE49-F238E27FC236}">
                    <a16:creationId xmlns:a16="http://schemas.microsoft.com/office/drawing/2014/main" id="{64D26635-BFBA-4E6A-B077-C05A17FFDD5E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9" name="타원 3038">
                <a:extLst>
                  <a:ext uri="{FF2B5EF4-FFF2-40B4-BE49-F238E27FC236}">
                    <a16:creationId xmlns:a16="http://schemas.microsoft.com/office/drawing/2014/main" id="{042E8067-7562-4FE8-A2FE-10B2526B4BEA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0" name="타원 3039">
                <a:extLst>
                  <a:ext uri="{FF2B5EF4-FFF2-40B4-BE49-F238E27FC236}">
                    <a16:creationId xmlns:a16="http://schemas.microsoft.com/office/drawing/2014/main" id="{2145A8F2-B484-49FB-BAED-494AD1A2A128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1" name="타원 3040">
                <a:extLst>
                  <a:ext uri="{FF2B5EF4-FFF2-40B4-BE49-F238E27FC236}">
                    <a16:creationId xmlns:a16="http://schemas.microsoft.com/office/drawing/2014/main" id="{40226EFC-4402-48F4-9D37-41EBE4284681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2" name="타원 3041">
                <a:extLst>
                  <a:ext uri="{FF2B5EF4-FFF2-40B4-BE49-F238E27FC236}">
                    <a16:creationId xmlns:a16="http://schemas.microsoft.com/office/drawing/2014/main" id="{3E674B5E-2AE5-452D-909A-81125E2C4B63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3" name="타원 3042">
                <a:extLst>
                  <a:ext uri="{FF2B5EF4-FFF2-40B4-BE49-F238E27FC236}">
                    <a16:creationId xmlns:a16="http://schemas.microsoft.com/office/drawing/2014/main" id="{7BE51C43-E769-4759-BB69-BB8C4374B09F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4" name="타원 3043">
                <a:extLst>
                  <a:ext uri="{FF2B5EF4-FFF2-40B4-BE49-F238E27FC236}">
                    <a16:creationId xmlns:a16="http://schemas.microsoft.com/office/drawing/2014/main" id="{A895BEA9-2964-48D5-91E4-608AE12007E0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5" name="타원 3044">
                <a:extLst>
                  <a:ext uri="{FF2B5EF4-FFF2-40B4-BE49-F238E27FC236}">
                    <a16:creationId xmlns:a16="http://schemas.microsoft.com/office/drawing/2014/main" id="{8A943B80-D396-4E81-A377-5D5CB8C5D4E6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6" name="타원 3045">
                <a:extLst>
                  <a:ext uri="{FF2B5EF4-FFF2-40B4-BE49-F238E27FC236}">
                    <a16:creationId xmlns:a16="http://schemas.microsoft.com/office/drawing/2014/main" id="{F879D438-5BA4-4179-9B5C-F7EDF36B7894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7" name="타원 3046">
                <a:extLst>
                  <a:ext uri="{FF2B5EF4-FFF2-40B4-BE49-F238E27FC236}">
                    <a16:creationId xmlns:a16="http://schemas.microsoft.com/office/drawing/2014/main" id="{1F3FA169-9C66-4E15-9B79-95EB12ACB9EA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8" name="타원 3047">
                <a:extLst>
                  <a:ext uri="{FF2B5EF4-FFF2-40B4-BE49-F238E27FC236}">
                    <a16:creationId xmlns:a16="http://schemas.microsoft.com/office/drawing/2014/main" id="{6EC5A993-7057-4B73-873A-951A5CAD219C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9" name="타원 3048">
                <a:extLst>
                  <a:ext uri="{FF2B5EF4-FFF2-40B4-BE49-F238E27FC236}">
                    <a16:creationId xmlns:a16="http://schemas.microsoft.com/office/drawing/2014/main" id="{97AC3FAC-BE8F-4B09-91A8-9DABE5AB5DA0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0" name="타원 3049">
                <a:extLst>
                  <a:ext uri="{FF2B5EF4-FFF2-40B4-BE49-F238E27FC236}">
                    <a16:creationId xmlns:a16="http://schemas.microsoft.com/office/drawing/2014/main" id="{FF9FC9C2-47E0-4729-A89A-93D8FA4558D4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1" name="타원 3050">
                <a:extLst>
                  <a:ext uri="{FF2B5EF4-FFF2-40B4-BE49-F238E27FC236}">
                    <a16:creationId xmlns:a16="http://schemas.microsoft.com/office/drawing/2014/main" id="{F1B2EAEB-FBBF-4A35-95D5-8B9DCE8C3EE9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2" name="타원 3051">
                <a:extLst>
                  <a:ext uri="{FF2B5EF4-FFF2-40B4-BE49-F238E27FC236}">
                    <a16:creationId xmlns:a16="http://schemas.microsoft.com/office/drawing/2014/main" id="{66775DA6-74C8-4092-9DB7-98FFD0440CB0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3" name="타원 3052">
                <a:extLst>
                  <a:ext uri="{FF2B5EF4-FFF2-40B4-BE49-F238E27FC236}">
                    <a16:creationId xmlns:a16="http://schemas.microsoft.com/office/drawing/2014/main" id="{19EEEDDF-2ACA-4245-861A-A5661771113C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4" name="타원 3053">
                <a:extLst>
                  <a:ext uri="{FF2B5EF4-FFF2-40B4-BE49-F238E27FC236}">
                    <a16:creationId xmlns:a16="http://schemas.microsoft.com/office/drawing/2014/main" id="{C0F004EC-746D-4762-AF1A-C04443EA1369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5" name="타원 3054">
                <a:extLst>
                  <a:ext uri="{FF2B5EF4-FFF2-40B4-BE49-F238E27FC236}">
                    <a16:creationId xmlns:a16="http://schemas.microsoft.com/office/drawing/2014/main" id="{E90694F5-DBB5-47B7-8911-1901E3A06621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6" name="타원 3055">
                <a:extLst>
                  <a:ext uri="{FF2B5EF4-FFF2-40B4-BE49-F238E27FC236}">
                    <a16:creationId xmlns:a16="http://schemas.microsoft.com/office/drawing/2014/main" id="{A54CE0B3-9326-4274-A734-CE5B7948ACE9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7" name="타원 3056">
                <a:extLst>
                  <a:ext uri="{FF2B5EF4-FFF2-40B4-BE49-F238E27FC236}">
                    <a16:creationId xmlns:a16="http://schemas.microsoft.com/office/drawing/2014/main" id="{DC0CFB5D-6CCA-4461-88CF-B7B7019B9DEB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8" name="타원 3057">
                <a:extLst>
                  <a:ext uri="{FF2B5EF4-FFF2-40B4-BE49-F238E27FC236}">
                    <a16:creationId xmlns:a16="http://schemas.microsoft.com/office/drawing/2014/main" id="{CEC0EEC6-0EAD-4224-A989-5B7D8004CFC8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9" name="타원 3058">
                <a:extLst>
                  <a:ext uri="{FF2B5EF4-FFF2-40B4-BE49-F238E27FC236}">
                    <a16:creationId xmlns:a16="http://schemas.microsoft.com/office/drawing/2014/main" id="{EFD7DA75-40EE-49F6-87BE-8C572ECE0B98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0" name="타원 3059">
                <a:extLst>
                  <a:ext uri="{FF2B5EF4-FFF2-40B4-BE49-F238E27FC236}">
                    <a16:creationId xmlns:a16="http://schemas.microsoft.com/office/drawing/2014/main" id="{F6F4DB88-A737-47D2-93DF-45E6B00E680D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1" name="타원 3060">
                <a:extLst>
                  <a:ext uri="{FF2B5EF4-FFF2-40B4-BE49-F238E27FC236}">
                    <a16:creationId xmlns:a16="http://schemas.microsoft.com/office/drawing/2014/main" id="{29E60B35-B370-41AE-9B57-D66E821AEC00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2" name="타원 3061">
                <a:extLst>
                  <a:ext uri="{FF2B5EF4-FFF2-40B4-BE49-F238E27FC236}">
                    <a16:creationId xmlns:a16="http://schemas.microsoft.com/office/drawing/2014/main" id="{CEE5B9F1-18CF-42FA-80DE-1D27908694E0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3" name="타원 3062">
                <a:extLst>
                  <a:ext uri="{FF2B5EF4-FFF2-40B4-BE49-F238E27FC236}">
                    <a16:creationId xmlns:a16="http://schemas.microsoft.com/office/drawing/2014/main" id="{DF9CFCD4-C833-4949-988D-730DE3AF40D1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4" name="타원 3063">
                <a:extLst>
                  <a:ext uri="{FF2B5EF4-FFF2-40B4-BE49-F238E27FC236}">
                    <a16:creationId xmlns:a16="http://schemas.microsoft.com/office/drawing/2014/main" id="{E44014A5-21A8-46D6-B3AE-5DAB5EA7DA04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5" name="타원 3064">
                <a:extLst>
                  <a:ext uri="{FF2B5EF4-FFF2-40B4-BE49-F238E27FC236}">
                    <a16:creationId xmlns:a16="http://schemas.microsoft.com/office/drawing/2014/main" id="{F7084BCF-0F03-4202-9484-A112B700BC08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6" name="타원 3065">
                <a:extLst>
                  <a:ext uri="{FF2B5EF4-FFF2-40B4-BE49-F238E27FC236}">
                    <a16:creationId xmlns:a16="http://schemas.microsoft.com/office/drawing/2014/main" id="{80529043-812A-45EE-903B-B101762FC074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7" name="타원 3066">
                <a:extLst>
                  <a:ext uri="{FF2B5EF4-FFF2-40B4-BE49-F238E27FC236}">
                    <a16:creationId xmlns:a16="http://schemas.microsoft.com/office/drawing/2014/main" id="{0CF8224D-E55F-4173-82E1-B496547679EF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8" name="타원 3067">
                <a:extLst>
                  <a:ext uri="{FF2B5EF4-FFF2-40B4-BE49-F238E27FC236}">
                    <a16:creationId xmlns:a16="http://schemas.microsoft.com/office/drawing/2014/main" id="{2830FCAA-E9BD-4099-81C7-7E13E4C3CC5A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9" name="타원 3068">
                <a:extLst>
                  <a:ext uri="{FF2B5EF4-FFF2-40B4-BE49-F238E27FC236}">
                    <a16:creationId xmlns:a16="http://schemas.microsoft.com/office/drawing/2014/main" id="{784A4F15-93DB-4680-A567-395708C668AB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0" name="타원 3069">
                <a:extLst>
                  <a:ext uri="{FF2B5EF4-FFF2-40B4-BE49-F238E27FC236}">
                    <a16:creationId xmlns:a16="http://schemas.microsoft.com/office/drawing/2014/main" id="{4BFCB00B-E146-4E2E-8B18-8A8A7DD4D362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1" name="타원 3070">
                <a:extLst>
                  <a:ext uri="{FF2B5EF4-FFF2-40B4-BE49-F238E27FC236}">
                    <a16:creationId xmlns:a16="http://schemas.microsoft.com/office/drawing/2014/main" id="{A42B307F-75D4-4D63-8FFD-B09031471910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2" name="타원 3071">
                <a:extLst>
                  <a:ext uri="{FF2B5EF4-FFF2-40B4-BE49-F238E27FC236}">
                    <a16:creationId xmlns:a16="http://schemas.microsoft.com/office/drawing/2014/main" id="{6639720E-EEFF-40E5-B820-A29A4E90B944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3" name="타원 3072">
                <a:extLst>
                  <a:ext uri="{FF2B5EF4-FFF2-40B4-BE49-F238E27FC236}">
                    <a16:creationId xmlns:a16="http://schemas.microsoft.com/office/drawing/2014/main" id="{E39FC412-8AE1-4715-89C5-F0D64B7BBCF6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4" name="타원 3073">
                <a:extLst>
                  <a:ext uri="{FF2B5EF4-FFF2-40B4-BE49-F238E27FC236}">
                    <a16:creationId xmlns:a16="http://schemas.microsoft.com/office/drawing/2014/main" id="{910FE9E5-E8CE-450D-86C4-348809816775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075" name="그룹 3074">
              <a:extLst>
                <a:ext uri="{FF2B5EF4-FFF2-40B4-BE49-F238E27FC236}">
                  <a16:creationId xmlns:a16="http://schemas.microsoft.com/office/drawing/2014/main" id="{036FCBA2-47A1-48F7-83B3-3F9C9174CBE5}"/>
                </a:ext>
              </a:extLst>
            </p:cNvPr>
            <p:cNvGrpSpPr/>
            <p:nvPr/>
          </p:nvGrpSpPr>
          <p:grpSpPr>
            <a:xfrm>
              <a:off x="222250" y="6470650"/>
              <a:ext cx="5504400" cy="18000"/>
              <a:chOff x="222250" y="527050"/>
              <a:chExt cx="5504400" cy="18000"/>
            </a:xfrm>
          </p:grpSpPr>
          <p:sp>
            <p:nvSpPr>
              <p:cNvPr id="3076" name="타원 3075">
                <a:extLst>
                  <a:ext uri="{FF2B5EF4-FFF2-40B4-BE49-F238E27FC236}">
                    <a16:creationId xmlns:a16="http://schemas.microsoft.com/office/drawing/2014/main" id="{A0A07D45-424C-4BB5-9479-C5ED64F810E1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7" name="타원 3076">
                <a:extLst>
                  <a:ext uri="{FF2B5EF4-FFF2-40B4-BE49-F238E27FC236}">
                    <a16:creationId xmlns:a16="http://schemas.microsoft.com/office/drawing/2014/main" id="{04E3DB57-B90A-4E27-8C20-49C46F2C28DE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8" name="타원 3077">
                <a:extLst>
                  <a:ext uri="{FF2B5EF4-FFF2-40B4-BE49-F238E27FC236}">
                    <a16:creationId xmlns:a16="http://schemas.microsoft.com/office/drawing/2014/main" id="{FCE8F905-DE5D-491B-B28D-A4A4E783978A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9" name="타원 3078">
                <a:extLst>
                  <a:ext uri="{FF2B5EF4-FFF2-40B4-BE49-F238E27FC236}">
                    <a16:creationId xmlns:a16="http://schemas.microsoft.com/office/drawing/2014/main" id="{48A1609F-4684-4999-963C-3C3DFA6416A5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0" name="타원 3079">
                <a:extLst>
                  <a:ext uri="{FF2B5EF4-FFF2-40B4-BE49-F238E27FC236}">
                    <a16:creationId xmlns:a16="http://schemas.microsoft.com/office/drawing/2014/main" id="{4C367AF1-54E5-455C-A827-8D932094AA55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1" name="타원 3080">
                <a:extLst>
                  <a:ext uri="{FF2B5EF4-FFF2-40B4-BE49-F238E27FC236}">
                    <a16:creationId xmlns:a16="http://schemas.microsoft.com/office/drawing/2014/main" id="{4134C653-A531-4E88-BFD5-004440B9ED09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2" name="타원 3081">
                <a:extLst>
                  <a:ext uri="{FF2B5EF4-FFF2-40B4-BE49-F238E27FC236}">
                    <a16:creationId xmlns:a16="http://schemas.microsoft.com/office/drawing/2014/main" id="{21916DE7-9778-487C-9451-8ABFA48D5BED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3" name="타원 3082">
                <a:extLst>
                  <a:ext uri="{FF2B5EF4-FFF2-40B4-BE49-F238E27FC236}">
                    <a16:creationId xmlns:a16="http://schemas.microsoft.com/office/drawing/2014/main" id="{4BABA70C-BD6C-4FF0-977A-5D2BC71A8F41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4" name="타원 3083">
                <a:extLst>
                  <a:ext uri="{FF2B5EF4-FFF2-40B4-BE49-F238E27FC236}">
                    <a16:creationId xmlns:a16="http://schemas.microsoft.com/office/drawing/2014/main" id="{A981016C-1812-4CE4-BF25-FA5D040B9137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5" name="타원 3084">
                <a:extLst>
                  <a:ext uri="{FF2B5EF4-FFF2-40B4-BE49-F238E27FC236}">
                    <a16:creationId xmlns:a16="http://schemas.microsoft.com/office/drawing/2014/main" id="{E466A9E9-9275-4F1D-A414-FAE986214ABE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6" name="타원 3085">
                <a:extLst>
                  <a:ext uri="{FF2B5EF4-FFF2-40B4-BE49-F238E27FC236}">
                    <a16:creationId xmlns:a16="http://schemas.microsoft.com/office/drawing/2014/main" id="{38BA2162-EBA6-46E8-8657-FCEC02879C05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7" name="타원 3086">
                <a:extLst>
                  <a:ext uri="{FF2B5EF4-FFF2-40B4-BE49-F238E27FC236}">
                    <a16:creationId xmlns:a16="http://schemas.microsoft.com/office/drawing/2014/main" id="{10AD0F31-D280-4110-8B35-F7009F859667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8" name="타원 3087">
                <a:extLst>
                  <a:ext uri="{FF2B5EF4-FFF2-40B4-BE49-F238E27FC236}">
                    <a16:creationId xmlns:a16="http://schemas.microsoft.com/office/drawing/2014/main" id="{82F7CC9D-E221-4A2D-8606-543DCBDAB57F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9" name="타원 3088">
                <a:extLst>
                  <a:ext uri="{FF2B5EF4-FFF2-40B4-BE49-F238E27FC236}">
                    <a16:creationId xmlns:a16="http://schemas.microsoft.com/office/drawing/2014/main" id="{BD93E70F-50AB-484B-A365-08B2DF98742A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90" name="타원 3089">
                <a:extLst>
                  <a:ext uri="{FF2B5EF4-FFF2-40B4-BE49-F238E27FC236}">
                    <a16:creationId xmlns:a16="http://schemas.microsoft.com/office/drawing/2014/main" id="{51F814F0-30EC-450C-BAD9-E85E06EB28F7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91" name="타원 3090">
                <a:extLst>
                  <a:ext uri="{FF2B5EF4-FFF2-40B4-BE49-F238E27FC236}">
                    <a16:creationId xmlns:a16="http://schemas.microsoft.com/office/drawing/2014/main" id="{0F30FF10-8042-476E-9A00-91B252328AD6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92" name="타원 3091">
                <a:extLst>
                  <a:ext uri="{FF2B5EF4-FFF2-40B4-BE49-F238E27FC236}">
                    <a16:creationId xmlns:a16="http://schemas.microsoft.com/office/drawing/2014/main" id="{7FC74659-681D-4866-AE24-670333173565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93" name="타원 3092">
                <a:extLst>
                  <a:ext uri="{FF2B5EF4-FFF2-40B4-BE49-F238E27FC236}">
                    <a16:creationId xmlns:a16="http://schemas.microsoft.com/office/drawing/2014/main" id="{3D6BB952-2844-40AE-A8C8-AD7ACFAF1564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94" name="타원 3093">
                <a:extLst>
                  <a:ext uri="{FF2B5EF4-FFF2-40B4-BE49-F238E27FC236}">
                    <a16:creationId xmlns:a16="http://schemas.microsoft.com/office/drawing/2014/main" id="{D4BB6A8D-9448-485C-BB39-15689BA08512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95" name="타원 3094">
                <a:extLst>
                  <a:ext uri="{FF2B5EF4-FFF2-40B4-BE49-F238E27FC236}">
                    <a16:creationId xmlns:a16="http://schemas.microsoft.com/office/drawing/2014/main" id="{D6C92BFE-75FD-485B-BE5D-4BD28400DC15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96" name="타원 3095">
                <a:extLst>
                  <a:ext uri="{FF2B5EF4-FFF2-40B4-BE49-F238E27FC236}">
                    <a16:creationId xmlns:a16="http://schemas.microsoft.com/office/drawing/2014/main" id="{27308A8D-5772-45E1-A9FA-5B073510B69D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97" name="타원 3096">
                <a:extLst>
                  <a:ext uri="{FF2B5EF4-FFF2-40B4-BE49-F238E27FC236}">
                    <a16:creationId xmlns:a16="http://schemas.microsoft.com/office/drawing/2014/main" id="{A4BCEE7D-C816-463B-96E6-67AE2F46B118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98" name="타원 3097">
                <a:extLst>
                  <a:ext uri="{FF2B5EF4-FFF2-40B4-BE49-F238E27FC236}">
                    <a16:creationId xmlns:a16="http://schemas.microsoft.com/office/drawing/2014/main" id="{865FD1B9-476D-48C4-B50A-10A90520F89D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99" name="타원 3098">
                <a:extLst>
                  <a:ext uri="{FF2B5EF4-FFF2-40B4-BE49-F238E27FC236}">
                    <a16:creationId xmlns:a16="http://schemas.microsoft.com/office/drawing/2014/main" id="{59E558E6-7426-4A36-A3BB-7D7A689D6D23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00" name="타원 3099">
                <a:extLst>
                  <a:ext uri="{FF2B5EF4-FFF2-40B4-BE49-F238E27FC236}">
                    <a16:creationId xmlns:a16="http://schemas.microsoft.com/office/drawing/2014/main" id="{718A3536-0C0E-45EF-BB9E-C520F571A337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01" name="타원 3100">
                <a:extLst>
                  <a:ext uri="{FF2B5EF4-FFF2-40B4-BE49-F238E27FC236}">
                    <a16:creationId xmlns:a16="http://schemas.microsoft.com/office/drawing/2014/main" id="{7E322F1E-11C6-40FE-8AB8-3F36A05E715C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02" name="타원 3101">
                <a:extLst>
                  <a:ext uri="{FF2B5EF4-FFF2-40B4-BE49-F238E27FC236}">
                    <a16:creationId xmlns:a16="http://schemas.microsoft.com/office/drawing/2014/main" id="{92802B14-948E-4C36-B7DB-358E8AD5CA39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03" name="타원 3102">
                <a:extLst>
                  <a:ext uri="{FF2B5EF4-FFF2-40B4-BE49-F238E27FC236}">
                    <a16:creationId xmlns:a16="http://schemas.microsoft.com/office/drawing/2014/main" id="{C6A1B2BA-A8FE-42E5-A4BB-DAF7CED74C8B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04" name="타원 3103">
                <a:extLst>
                  <a:ext uri="{FF2B5EF4-FFF2-40B4-BE49-F238E27FC236}">
                    <a16:creationId xmlns:a16="http://schemas.microsoft.com/office/drawing/2014/main" id="{6E53981C-9376-4720-86BF-C415983BD3A9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05" name="타원 3104">
                <a:extLst>
                  <a:ext uri="{FF2B5EF4-FFF2-40B4-BE49-F238E27FC236}">
                    <a16:creationId xmlns:a16="http://schemas.microsoft.com/office/drawing/2014/main" id="{71E8A2FD-7FEA-4327-90AC-0441CF091639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06" name="타원 3105">
                <a:extLst>
                  <a:ext uri="{FF2B5EF4-FFF2-40B4-BE49-F238E27FC236}">
                    <a16:creationId xmlns:a16="http://schemas.microsoft.com/office/drawing/2014/main" id="{AE2B49F7-D083-40AD-81BB-114E2C16B814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07" name="타원 3106">
                <a:extLst>
                  <a:ext uri="{FF2B5EF4-FFF2-40B4-BE49-F238E27FC236}">
                    <a16:creationId xmlns:a16="http://schemas.microsoft.com/office/drawing/2014/main" id="{AAC3EF9B-6EF0-424E-A567-4353AAABA0D8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08" name="타원 3107">
                <a:extLst>
                  <a:ext uri="{FF2B5EF4-FFF2-40B4-BE49-F238E27FC236}">
                    <a16:creationId xmlns:a16="http://schemas.microsoft.com/office/drawing/2014/main" id="{3FC1BF00-ACDC-4722-81A6-0C5E73B9939F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09" name="타원 3108">
                <a:extLst>
                  <a:ext uri="{FF2B5EF4-FFF2-40B4-BE49-F238E27FC236}">
                    <a16:creationId xmlns:a16="http://schemas.microsoft.com/office/drawing/2014/main" id="{331AF3AD-D24E-40CC-B5DA-A0B400FE05D9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10" name="타원 3109">
                <a:extLst>
                  <a:ext uri="{FF2B5EF4-FFF2-40B4-BE49-F238E27FC236}">
                    <a16:creationId xmlns:a16="http://schemas.microsoft.com/office/drawing/2014/main" id="{58A4E5A4-DF52-4D1B-B36B-B73CA81CF790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11" name="타원 3110">
                <a:extLst>
                  <a:ext uri="{FF2B5EF4-FFF2-40B4-BE49-F238E27FC236}">
                    <a16:creationId xmlns:a16="http://schemas.microsoft.com/office/drawing/2014/main" id="{5E083258-63F2-4A78-880D-4B867804A299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12" name="타원 3111">
                <a:extLst>
                  <a:ext uri="{FF2B5EF4-FFF2-40B4-BE49-F238E27FC236}">
                    <a16:creationId xmlns:a16="http://schemas.microsoft.com/office/drawing/2014/main" id="{86C0E9FA-190B-4ED1-8D74-B1798EB85FDB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13" name="그룹 3112">
              <a:extLst>
                <a:ext uri="{FF2B5EF4-FFF2-40B4-BE49-F238E27FC236}">
                  <a16:creationId xmlns:a16="http://schemas.microsoft.com/office/drawing/2014/main" id="{5A055601-EBDE-4001-8041-18D9F9D75F83}"/>
                </a:ext>
              </a:extLst>
            </p:cNvPr>
            <p:cNvGrpSpPr/>
            <p:nvPr/>
          </p:nvGrpSpPr>
          <p:grpSpPr>
            <a:xfrm>
              <a:off x="222250" y="6623050"/>
              <a:ext cx="5504400" cy="18000"/>
              <a:chOff x="222250" y="527050"/>
              <a:chExt cx="5504400" cy="18000"/>
            </a:xfrm>
          </p:grpSpPr>
          <p:sp>
            <p:nvSpPr>
              <p:cNvPr id="3114" name="타원 3113">
                <a:extLst>
                  <a:ext uri="{FF2B5EF4-FFF2-40B4-BE49-F238E27FC236}">
                    <a16:creationId xmlns:a16="http://schemas.microsoft.com/office/drawing/2014/main" id="{FDC8FE03-DE0B-40B0-811D-CE7D2B2CA66B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15" name="타원 3114">
                <a:extLst>
                  <a:ext uri="{FF2B5EF4-FFF2-40B4-BE49-F238E27FC236}">
                    <a16:creationId xmlns:a16="http://schemas.microsoft.com/office/drawing/2014/main" id="{A4C0C192-F63E-4D1C-ABA9-809E5DAC458A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16" name="타원 3115">
                <a:extLst>
                  <a:ext uri="{FF2B5EF4-FFF2-40B4-BE49-F238E27FC236}">
                    <a16:creationId xmlns:a16="http://schemas.microsoft.com/office/drawing/2014/main" id="{A0724108-91BC-40D3-AD90-E406A2D897CF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17" name="타원 3116">
                <a:extLst>
                  <a:ext uri="{FF2B5EF4-FFF2-40B4-BE49-F238E27FC236}">
                    <a16:creationId xmlns:a16="http://schemas.microsoft.com/office/drawing/2014/main" id="{2AF0A821-9ADA-4232-A7C6-E2F016BCADBD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18" name="타원 3117">
                <a:extLst>
                  <a:ext uri="{FF2B5EF4-FFF2-40B4-BE49-F238E27FC236}">
                    <a16:creationId xmlns:a16="http://schemas.microsoft.com/office/drawing/2014/main" id="{02705107-94BF-40D2-A0EB-DAF60AA5E89F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19" name="타원 3118">
                <a:extLst>
                  <a:ext uri="{FF2B5EF4-FFF2-40B4-BE49-F238E27FC236}">
                    <a16:creationId xmlns:a16="http://schemas.microsoft.com/office/drawing/2014/main" id="{82C2C6A2-4F01-42A8-A5F2-9C93D7B1A7FE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20" name="타원 3119">
                <a:extLst>
                  <a:ext uri="{FF2B5EF4-FFF2-40B4-BE49-F238E27FC236}">
                    <a16:creationId xmlns:a16="http://schemas.microsoft.com/office/drawing/2014/main" id="{07A0AF71-50BA-4112-9282-C0130B7FAF40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21" name="타원 3120">
                <a:extLst>
                  <a:ext uri="{FF2B5EF4-FFF2-40B4-BE49-F238E27FC236}">
                    <a16:creationId xmlns:a16="http://schemas.microsoft.com/office/drawing/2014/main" id="{CFEC9509-8F21-4C7D-AE8F-7623E53897B6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22" name="타원 3121">
                <a:extLst>
                  <a:ext uri="{FF2B5EF4-FFF2-40B4-BE49-F238E27FC236}">
                    <a16:creationId xmlns:a16="http://schemas.microsoft.com/office/drawing/2014/main" id="{C01EA6D9-D6EB-4565-BFC6-B8A040E1D4E9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23" name="타원 3122">
                <a:extLst>
                  <a:ext uri="{FF2B5EF4-FFF2-40B4-BE49-F238E27FC236}">
                    <a16:creationId xmlns:a16="http://schemas.microsoft.com/office/drawing/2014/main" id="{F2B4E4C3-DAA6-4506-9484-CE33F4559260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24" name="타원 3123">
                <a:extLst>
                  <a:ext uri="{FF2B5EF4-FFF2-40B4-BE49-F238E27FC236}">
                    <a16:creationId xmlns:a16="http://schemas.microsoft.com/office/drawing/2014/main" id="{1FF386AC-0E7B-46BB-8F61-3BDDF2057AF8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25" name="타원 3124">
                <a:extLst>
                  <a:ext uri="{FF2B5EF4-FFF2-40B4-BE49-F238E27FC236}">
                    <a16:creationId xmlns:a16="http://schemas.microsoft.com/office/drawing/2014/main" id="{1524D051-FFF0-4D8A-A0C5-F8DBCCBFF5FD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26" name="타원 3125">
                <a:extLst>
                  <a:ext uri="{FF2B5EF4-FFF2-40B4-BE49-F238E27FC236}">
                    <a16:creationId xmlns:a16="http://schemas.microsoft.com/office/drawing/2014/main" id="{DC7E6EC9-39B7-45CE-9EED-7E794BDFD00E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27" name="타원 3126">
                <a:extLst>
                  <a:ext uri="{FF2B5EF4-FFF2-40B4-BE49-F238E27FC236}">
                    <a16:creationId xmlns:a16="http://schemas.microsoft.com/office/drawing/2014/main" id="{BF2A6935-F09F-4D4C-8C33-6E0577978FF8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28" name="타원 3127">
                <a:extLst>
                  <a:ext uri="{FF2B5EF4-FFF2-40B4-BE49-F238E27FC236}">
                    <a16:creationId xmlns:a16="http://schemas.microsoft.com/office/drawing/2014/main" id="{61510CB9-4574-4210-A6FB-15427FF3C07A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29" name="타원 3128">
                <a:extLst>
                  <a:ext uri="{FF2B5EF4-FFF2-40B4-BE49-F238E27FC236}">
                    <a16:creationId xmlns:a16="http://schemas.microsoft.com/office/drawing/2014/main" id="{C862B632-B196-4149-82C4-3E9A254C2FB0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30" name="타원 3129">
                <a:extLst>
                  <a:ext uri="{FF2B5EF4-FFF2-40B4-BE49-F238E27FC236}">
                    <a16:creationId xmlns:a16="http://schemas.microsoft.com/office/drawing/2014/main" id="{88BA9564-CD2B-4D85-946A-B785C7DEC54C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31" name="타원 3130">
                <a:extLst>
                  <a:ext uri="{FF2B5EF4-FFF2-40B4-BE49-F238E27FC236}">
                    <a16:creationId xmlns:a16="http://schemas.microsoft.com/office/drawing/2014/main" id="{46CD832A-BEC6-49FD-B9FA-4413BD2808F0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32" name="타원 3131">
                <a:extLst>
                  <a:ext uri="{FF2B5EF4-FFF2-40B4-BE49-F238E27FC236}">
                    <a16:creationId xmlns:a16="http://schemas.microsoft.com/office/drawing/2014/main" id="{2284CE35-5046-4ED8-B2B4-D7320013534E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33" name="타원 3132">
                <a:extLst>
                  <a:ext uri="{FF2B5EF4-FFF2-40B4-BE49-F238E27FC236}">
                    <a16:creationId xmlns:a16="http://schemas.microsoft.com/office/drawing/2014/main" id="{D77C57FD-A13E-4D80-952E-4BFB0BF930CF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34" name="타원 3133">
                <a:extLst>
                  <a:ext uri="{FF2B5EF4-FFF2-40B4-BE49-F238E27FC236}">
                    <a16:creationId xmlns:a16="http://schemas.microsoft.com/office/drawing/2014/main" id="{E1884B5F-8DAB-403D-8410-F2BFF534BF0E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35" name="타원 3134">
                <a:extLst>
                  <a:ext uri="{FF2B5EF4-FFF2-40B4-BE49-F238E27FC236}">
                    <a16:creationId xmlns:a16="http://schemas.microsoft.com/office/drawing/2014/main" id="{6015339C-7DEB-44C9-92FF-9E8498786399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36" name="타원 3135">
                <a:extLst>
                  <a:ext uri="{FF2B5EF4-FFF2-40B4-BE49-F238E27FC236}">
                    <a16:creationId xmlns:a16="http://schemas.microsoft.com/office/drawing/2014/main" id="{29FBA1EE-F65F-429F-B6C1-D7018F074715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37" name="타원 3136">
                <a:extLst>
                  <a:ext uri="{FF2B5EF4-FFF2-40B4-BE49-F238E27FC236}">
                    <a16:creationId xmlns:a16="http://schemas.microsoft.com/office/drawing/2014/main" id="{1C36E010-B32A-4BC2-9B2A-4D33B3C89E33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38" name="타원 3137">
                <a:extLst>
                  <a:ext uri="{FF2B5EF4-FFF2-40B4-BE49-F238E27FC236}">
                    <a16:creationId xmlns:a16="http://schemas.microsoft.com/office/drawing/2014/main" id="{3EF89ABB-BB24-4B94-BD02-1B3FC8EF43BB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39" name="타원 3138">
                <a:extLst>
                  <a:ext uri="{FF2B5EF4-FFF2-40B4-BE49-F238E27FC236}">
                    <a16:creationId xmlns:a16="http://schemas.microsoft.com/office/drawing/2014/main" id="{1DBE5C80-8045-49C8-9753-8BDB5A3BADD7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40" name="타원 3139">
                <a:extLst>
                  <a:ext uri="{FF2B5EF4-FFF2-40B4-BE49-F238E27FC236}">
                    <a16:creationId xmlns:a16="http://schemas.microsoft.com/office/drawing/2014/main" id="{CBB1DBA3-B78B-4D42-A8F8-26FE6FA18046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41" name="타원 3140">
                <a:extLst>
                  <a:ext uri="{FF2B5EF4-FFF2-40B4-BE49-F238E27FC236}">
                    <a16:creationId xmlns:a16="http://schemas.microsoft.com/office/drawing/2014/main" id="{796A35F3-87DF-47C6-956D-4EB7D4FA4B2F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42" name="타원 3141">
                <a:extLst>
                  <a:ext uri="{FF2B5EF4-FFF2-40B4-BE49-F238E27FC236}">
                    <a16:creationId xmlns:a16="http://schemas.microsoft.com/office/drawing/2014/main" id="{60AC4FED-B22D-4F75-A570-A3DF63B776CE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43" name="타원 3142">
                <a:extLst>
                  <a:ext uri="{FF2B5EF4-FFF2-40B4-BE49-F238E27FC236}">
                    <a16:creationId xmlns:a16="http://schemas.microsoft.com/office/drawing/2014/main" id="{56FC901B-E061-49C9-9820-7ECEA8C840E2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44" name="타원 3143">
                <a:extLst>
                  <a:ext uri="{FF2B5EF4-FFF2-40B4-BE49-F238E27FC236}">
                    <a16:creationId xmlns:a16="http://schemas.microsoft.com/office/drawing/2014/main" id="{9F76352B-C8CC-4D3A-911E-8BB306F32334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45" name="타원 3144">
                <a:extLst>
                  <a:ext uri="{FF2B5EF4-FFF2-40B4-BE49-F238E27FC236}">
                    <a16:creationId xmlns:a16="http://schemas.microsoft.com/office/drawing/2014/main" id="{F64BB2B4-1FE3-40DA-8957-8090FB175B0D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46" name="타원 3145">
                <a:extLst>
                  <a:ext uri="{FF2B5EF4-FFF2-40B4-BE49-F238E27FC236}">
                    <a16:creationId xmlns:a16="http://schemas.microsoft.com/office/drawing/2014/main" id="{F86C4546-D284-4DBB-9454-B810158AB796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47" name="타원 3146">
                <a:extLst>
                  <a:ext uri="{FF2B5EF4-FFF2-40B4-BE49-F238E27FC236}">
                    <a16:creationId xmlns:a16="http://schemas.microsoft.com/office/drawing/2014/main" id="{8F6BD0A7-E272-4DEF-A718-34A3BB738555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48" name="타원 3147">
                <a:extLst>
                  <a:ext uri="{FF2B5EF4-FFF2-40B4-BE49-F238E27FC236}">
                    <a16:creationId xmlns:a16="http://schemas.microsoft.com/office/drawing/2014/main" id="{F0A8928B-6DEC-4DE5-9BAA-5422EEB805D9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49" name="타원 3148">
                <a:extLst>
                  <a:ext uri="{FF2B5EF4-FFF2-40B4-BE49-F238E27FC236}">
                    <a16:creationId xmlns:a16="http://schemas.microsoft.com/office/drawing/2014/main" id="{A496FD90-75CF-4E00-95F0-B5A13F9682F2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50" name="타원 3149">
                <a:extLst>
                  <a:ext uri="{FF2B5EF4-FFF2-40B4-BE49-F238E27FC236}">
                    <a16:creationId xmlns:a16="http://schemas.microsoft.com/office/drawing/2014/main" id="{22CAD40A-08DF-4F0A-AFE4-01D960AA004D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51" name="그룹 3150">
              <a:extLst>
                <a:ext uri="{FF2B5EF4-FFF2-40B4-BE49-F238E27FC236}">
                  <a16:creationId xmlns:a16="http://schemas.microsoft.com/office/drawing/2014/main" id="{8D266085-D1F0-427D-9A07-8F7AC5A038C5}"/>
                </a:ext>
              </a:extLst>
            </p:cNvPr>
            <p:cNvGrpSpPr/>
            <p:nvPr/>
          </p:nvGrpSpPr>
          <p:grpSpPr>
            <a:xfrm>
              <a:off x="222250" y="6775450"/>
              <a:ext cx="5504400" cy="18000"/>
              <a:chOff x="222250" y="527050"/>
              <a:chExt cx="5504400" cy="18000"/>
            </a:xfrm>
          </p:grpSpPr>
          <p:sp>
            <p:nvSpPr>
              <p:cNvPr id="3152" name="타원 3151">
                <a:extLst>
                  <a:ext uri="{FF2B5EF4-FFF2-40B4-BE49-F238E27FC236}">
                    <a16:creationId xmlns:a16="http://schemas.microsoft.com/office/drawing/2014/main" id="{4EB5F792-F4CA-4A17-9E8A-6EF1C8926477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53" name="타원 3152">
                <a:extLst>
                  <a:ext uri="{FF2B5EF4-FFF2-40B4-BE49-F238E27FC236}">
                    <a16:creationId xmlns:a16="http://schemas.microsoft.com/office/drawing/2014/main" id="{453C2262-2FCE-4A7D-8242-5B9667546429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54" name="타원 3153">
                <a:extLst>
                  <a:ext uri="{FF2B5EF4-FFF2-40B4-BE49-F238E27FC236}">
                    <a16:creationId xmlns:a16="http://schemas.microsoft.com/office/drawing/2014/main" id="{C11C1E4C-98B9-49F8-B88A-9F89E92D3B3A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55" name="타원 3154">
                <a:extLst>
                  <a:ext uri="{FF2B5EF4-FFF2-40B4-BE49-F238E27FC236}">
                    <a16:creationId xmlns:a16="http://schemas.microsoft.com/office/drawing/2014/main" id="{A65C8A11-BB33-47FA-B62F-BA15A86883CE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56" name="타원 3155">
                <a:extLst>
                  <a:ext uri="{FF2B5EF4-FFF2-40B4-BE49-F238E27FC236}">
                    <a16:creationId xmlns:a16="http://schemas.microsoft.com/office/drawing/2014/main" id="{36E9274D-0B1B-444B-A7C7-6BC17653196C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57" name="타원 3156">
                <a:extLst>
                  <a:ext uri="{FF2B5EF4-FFF2-40B4-BE49-F238E27FC236}">
                    <a16:creationId xmlns:a16="http://schemas.microsoft.com/office/drawing/2014/main" id="{EB3FF965-3A04-4AA8-B27C-8F26AF90C385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58" name="타원 3157">
                <a:extLst>
                  <a:ext uri="{FF2B5EF4-FFF2-40B4-BE49-F238E27FC236}">
                    <a16:creationId xmlns:a16="http://schemas.microsoft.com/office/drawing/2014/main" id="{E112CB09-2645-4E73-A200-145256883AF8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59" name="타원 3158">
                <a:extLst>
                  <a:ext uri="{FF2B5EF4-FFF2-40B4-BE49-F238E27FC236}">
                    <a16:creationId xmlns:a16="http://schemas.microsoft.com/office/drawing/2014/main" id="{83C275B1-8747-4FCB-BE24-EAB22BDF5673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0" name="타원 3159">
                <a:extLst>
                  <a:ext uri="{FF2B5EF4-FFF2-40B4-BE49-F238E27FC236}">
                    <a16:creationId xmlns:a16="http://schemas.microsoft.com/office/drawing/2014/main" id="{E5EF89C6-ABAF-41FB-9C89-171A066D696B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1" name="타원 3160">
                <a:extLst>
                  <a:ext uri="{FF2B5EF4-FFF2-40B4-BE49-F238E27FC236}">
                    <a16:creationId xmlns:a16="http://schemas.microsoft.com/office/drawing/2014/main" id="{D2310BE3-173C-4593-840E-3E815FEE0E2F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2" name="타원 3161">
                <a:extLst>
                  <a:ext uri="{FF2B5EF4-FFF2-40B4-BE49-F238E27FC236}">
                    <a16:creationId xmlns:a16="http://schemas.microsoft.com/office/drawing/2014/main" id="{74B33A35-D499-4DD0-96E3-A8AA50B88CC6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3" name="타원 3162">
                <a:extLst>
                  <a:ext uri="{FF2B5EF4-FFF2-40B4-BE49-F238E27FC236}">
                    <a16:creationId xmlns:a16="http://schemas.microsoft.com/office/drawing/2014/main" id="{CD9EC723-2D2B-4094-9260-4587ED0E6962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4" name="타원 3163">
                <a:extLst>
                  <a:ext uri="{FF2B5EF4-FFF2-40B4-BE49-F238E27FC236}">
                    <a16:creationId xmlns:a16="http://schemas.microsoft.com/office/drawing/2014/main" id="{0EB87376-E329-4EB1-BDE7-28353B95D933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5" name="타원 3164">
                <a:extLst>
                  <a:ext uri="{FF2B5EF4-FFF2-40B4-BE49-F238E27FC236}">
                    <a16:creationId xmlns:a16="http://schemas.microsoft.com/office/drawing/2014/main" id="{4970F10C-839F-4ABA-A144-6FE98155C36E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6" name="타원 3165">
                <a:extLst>
                  <a:ext uri="{FF2B5EF4-FFF2-40B4-BE49-F238E27FC236}">
                    <a16:creationId xmlns:a16="http://schemas.microsoft.com/office/drawing/2014/main" id="{544AA82F-3230-49DF-838D-40A7AD3F1980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7" name="타원 3166">
                <a:extLst>
                  <a:ext uri="{FF2B5EF4-FFF2-40B4-BE49-F238E27FC236}">
                    <a16:creationId xmlns:a16="http://schemas.microsoft.com/office/drawing/2014/main" id="{B194C3DD-B4DC-495F-A4D4-88F3E0095DED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8" name="타원 3167">
                <a:extLst>
                  <a:ext uri="{FF2B5EF4-FFF2-40B4-BE49-F238E27FC236}">
                    <a16:creationId xmlns:a16="http://schemas.microsoft.com/office/drawing/2014/main" id="{DE1F03B0-5772-4ECB-AED2-DADA8B848A14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69" name="타원 3168">
                <a:extLst>
                  <a:ext uri="{FF2B5EF4-FFF2-40B4-BE49-F238E27FC236}">
                    <a16:creationId xmlns:a16="http://schemas.microsoft.com/office/drawing/2014/main" id="{9DB3D489-D2B6-40FB-B715-7B90ADE2A020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0" name="타원 3169">
                <a:extLst>
                  <a:ext uri="{FF2B5EF4-FFF2-40B4-BE49-F238E27FC236}">
                    <a16:creationId xmlns:a16="http://schemas.microsoft.com/office/drawing/2014/main" id="{14C6CDA2-CA4C-435D-8CC1-81F754E90B92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1" name="타원 3170">
                <a:extLst>
                  <a:ext uri="{FF2B5EF4-FFF2-40B4-BE49-F238E27FC236}">
                    <a16:creationId xmlns:a16="http://schemas.microsoft.com/office/drawing/2014/main" id="{8186BC81-2048-40D9-B83A-31DF0601FE15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2" name="타원 3171">
                <a:extLst>
                  <a:ext uri="{FF2B5EF4-FFF2-40B4-BE49-F238E27FC236}">
                    <a16:creationId xmlns:a16="http://schemas.microsoft.com/office/drawing/2014/main" id="{08DAD337-216B-4B0F-96F7-D4B5D52D2EC5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3" name="타원 3172">
                <a:extLst>
                  <a:ext uri="{FF2B5EF4-FFF2-40B4-BE49-F238E27FC236}">
                    <a16:creationId xmlns:a16="http://schemas.microsoft.com/office/drawing/2014/main" id="{A885FD60-D628-477C-96DE-3C67540F8F62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4" name="타원 3173">
                <a:extLst>
                  <a:ext uri="{FF2B5EF4-FFF2-40B4-BE49-F238E27FC236}">
                    <a16:creationId xmlns:a16="http://schemas.microsoft.com/office/drawing/2014/main" id="{3F546984-915F-4FA0-98E6-FDAFB31C7056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5" name="타원 3174">
                <a:extLst>
                  <a:ext uri="{FF2B5EF4-FFF2-40B4-BE49-F238E27FC236}">
                    <a16:creationId xmlns:a16="http://schemas.microsoft.com/office/drawing/2014/main" id="{B744C820-CD53-4120-BC3D-A2FD9A861C10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6" name="타원 3175">
                <a:extLst>
                  <a:ext uri="{FF2B5EF4-FFF2-40B4-BE49-F238E27FC236}">
                    <a16:creationId xmlns:a16="http://schemas.microsoft.com/office/drawing/2014/main" id="{6F80692A-4852-46D4-879F-9A654F40AB4D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7" name="타원 3176">
                <a:extLst>
                  <a:ext uri="{FF2B5EF4-FFF2-40B4-BE49-F238E27FC236}">
                    <a16:creationId xmlns:a16="http://schemas.microsoft.com/office/drawing/2014/main" id="{529EECA3-0BD6-49DC-82D8-95171328C55D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8" name="타원 3177">
                <a:extLst>
                  <a:ext uri="{FF2B5EF4-FFF2-40B4-BE49-F238E27FC236}">
                    <a16:creationId xmlns:a16="http://schemas.microsoft.com/office/drawing/2014/main" id="{9C81C658-0788-4333-B4AE-8C1B12CDC5E1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9" name="타원 3178">
                <a:extLst>
                  <a:ext uri="{FF2B5EF4-FFF2-40B4-BE49-F238E27FC236}">
                    <a16:creationId xmlns:a16="http://schemas.microsoft.com/office/drawing/2014/main" id="{550C6B56-5E36-41F7-8558-600119F9D45E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0" name="타원 3179">
                <a:extLst>
                  <a:ext uri="{FF2B5EF4-FFF2-40B4-BE49-F238E27FC236}">
                    <a16:creationId xmlns:a16="http://schemas.microsoft.com/office/drawing/2014/main" id="{06B09144-80A3-4EF9-886E-2C815F10A12E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1" name="타원 3180">
                <a:extLst>
                  <a:ext uri="{FF2B5EF4-FFF2-40B4-BE49-F238E27FC236}">
                    <a16:creationId xmlns:a16="http://schemas.microsoft.com/office/drawing/2014/main" id="{079B56B8-ED69-4119-AFB1-316F435B15FF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2" name="타원 3181">
                <a:extLst>
                  <a:ext uri="{FF2B5EF4-FFF2-40B4-BE49-F238E27FC236}">
                    <a16:creationId xmlns:a16="http://schemas.microsoft.com/office/drawing/2014/main" id="{7CE4020C-3E30-4799-8073-5E165F9B1796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3" name="타원 3182">
                <a:extLst>
                  <a:ext uri="{FF2B5EF4-FFF2-40B4-BE49-F238E27FC236}">
                    <a16:creationId xmlns:a16="http://schemas.microsoft.com/office/drawing/2014/main" id="{37D86A47-F5D0-49C3-9607-9D4314D34C48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4" name="타원 3183">
                <a:extLst>
                  <a:ext uri="{FF2B5EF4-FFF2-40B4-BE49-F238E27FC236}">
                    <a16:creationId xmlns:a16="http://schemas.microsoft.com/office/drawing/2014/main" id="{71F3BE9D-B47A-4591-A945-CB32EB23ADD5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5" name="타원 3184">
                <a:extLst>
                  <a:ext uri="{FF2B5EF4-FFF2-40B4-BE49-F238E27FC236}">
                    <a16:creationId xmlns:a16="http://schemas.microsoft.com/office/drawing/2014/main" id="{22854B71-14F2-45A4-A56D-8687D704E14B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6" name="타원 3185">
                <a:extLst>
                  <a:ext uri="{FF2B5EF4-FFF2-40B4-BE49-F238E27FC236}">
                    <a16:creationId xmlns:a16="http://schemas.microsoft.com/office/drawing/2014/main" id="{90A6BC01-F2C0-401B-B81F-EAC3A4A50DD7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7" name="타원 3186">
                <a:extLst>
                  <a:ext uri="{FF2B5EF4-FFF2-40B4-BE49-F238E27FC236}">
                    <a16:creationId xmlns:a16="http://schemas.microsoft.com/office/drawing/2014/main" id="{A441A7E4-16E4-4FB9-BB2D-1C8319D411A6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8" name="타원 3187">
                <a:extLst>
                  <a:ext uri="{FF2B5EF4-FFF2-40B4-BE49-F238E27FC236}">
                    <a16:creationId xmlns:a16="http://schemas.microsoft.com/office/drawing/2014/main" id="{709C348C-53F2-4ADB-86DA-DF3050D8133F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89" name="그룹 3188">
              <a:extLst>
                <a:ext uri="{FF2B5EF4-FFF2-40B4-BE49-F238E27FC236}">
                  <a16:creationId xmlns:a16="http://schemas.microsoft.com/office/drawing/2014/main" id="{6478EE86-8282-49EE-A38F-B7747E0428F4}"/>
                </a:ext>
              </a:extLst>
            </p:cNvPr>
            <p:cNvGrpSpPr/>
            <p:nvPr/>
          </p:nvGrpSpPr>
          <p:grpSpPr>
            <a:xfrm>
              <a:off x="222250" y="6927850"/>
              <a:ext cx="5504400" cy="18000"/>
              <a:chOff x="222250" y="527050"/>
              <a:chExt cx="5504400" cy="18000"/>
            </a:xfrm>
          </p:grpSpPr>
          <p:sp>
            <p:nvSpPr>
              <p:cNvPr id="3190" name="타원 3189">
                <a:extLst>
                  <a:ext uri="{FF2B5EF4-FFF2-40B4-BE49-F238E27FC236}">
                    <a16:creationId xmlns:a16="http://schemas.microsoft.com/office/drawing/2014/main" id="{BA9DA4B6-D08C-4E79-92B0-AD1A94A86965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1" name="타원 3190">
                <a:extLst>
                  <a:ext uri="{FF2B5EF4-FFF2-40B4-BE49-F238E27FC236}">
                    <a16:creationId xmlns:a16="http://schemas.microsoft.com/office/drawing/2014/main" id="{4FE54637-0EBB-422F-940D-0D8150E4088D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2" name="타원 3191">
                <a:extLst>
                  <a:ext uri="{FF2B5EF4-FFF2-40B4-BE49-F238E27FC236}">
                    <a16:creationId xmlns:a16="http://schemas.microsoft.com/office/drawing/2014/main" id="{3ACC73EC-75B0-46EB-8C66-2CAC6AB7CB1B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3" name="타원 3192">
                <a:extLst>
                  <a:ext uri="{FF2B5EF4-FFF2-40B4-BE49-F238E27FC236}">
                    <a16:creationId xmlns:a16="http://schemas.microsoft.com/office/drawing/2014/main" id="{736E62E7-3809-49F9-B86E-48043BB19A40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4" name="타원 3193">
                <a:extLst>
                  <a:ext uri="{FF2B5EF4-FFF2-40B4-BE49-F238E27FC236}">
                    <a16:creationId xmlns:a16="http://schemas.microsoft.com/office/drawing/2014/main" id="{49EF90BD-0305-4E35-A3E9-0FA3EEDB3F5F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5" name="타원 3194">
                <a:extLst>
                  <a:ext uri="{FF2B5EF4-FFF2-40B4-BE49-F238E27FC236}">
                    <a16:creationId xmlns:a16="http://schemas.microsoft.com/office/drawing/2014/main" id="{C38892ED-38D8-483F-B1F0-5D4C2D32882E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6" name="타원 3195">
                <a:extLst>
                  <a:ext uri="{FF2B5EF4-FFF2-40B4-BE49-F238E27FC236}">
                    <a16:creationId xmlns:a16="http://schemas.microsoft.com/office/drawing/2014/main" id="{69AFC9BE-F0B2-4D70-8F3F-D023A5A7D45A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7" name="타원 3196">
                <a:extLst>
                  <a:ext uri="{FF2B5EF4-FFF2-40B4-BE49-F238E27FC236}">
                    <a16:creationId xmlns:a16="http://schemas.microsoft.com/office/drawing/2014/main" id="{40C93DC0-AD9E-4818-9E19-FDA976BD00A8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8" name="타원 3197">
                <a:extLst>
                  <a:ext uri="{FF2B5EF4-FFF2-40B4-BE49-F238E27FC236}">
                    <a16:creationId xmlns:a16="http://schemas.microsoft.com/office/drawing/2014/main" id="{84CA22E5-EB75-4357-A6F1-F2D9207750D6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9" name="타원 3198">
                <a:extLst>
                  <a:ext uri="{FF2B5EF4-FFF2-40B4-BE49-F238E27FC236}">
                    <a16:creationId xmlns:a16="http://schemas.microsoft.com/office/drawing/2014/main" id="{8C97B63E-6D25-4700-AF4B-0A90F424A603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0" name="타원 3199">
                <a:extLst>
                  <a:ext uri="{FF2B5EF4-FFF2-40B4-BE49-F238E27FC236}">
                    <a16:creationId xmlns:a16="http://schemas.microsoft.com/office/drawing/2014/main" id="{CEFEA109-ABE9-4AE9-9339-02884E71FD1F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1" name="타원 3200">
                <a:extLst>
                  <a:ext uri="{FF2B5EF4-FFF2-40B4-BE49-F238E27FC236}">
                    <a16:creationId xmlns:a16="http://schemas.microsoft.com/office/drawing/2014/main" id="{3A370D46-0327-4672-A1B7-EF8D923892CC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2" name="타원 3201">
                <a:extLst>
                  <a:ext uri="{FF2B5EF4-FFF2-40B4-BE49-F238E27FC236}">
                    <a16:creationId xmlns:a16="http://schemas.microsoft.com/office/drawing/2014/main" id="{4AD9DBBD-2666-407A-9AF4-1576193195DC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3" name="타원 3202">
                <a:extLst>
                  <a:ext uri="{FF2B5EF4-FFF2-40B4-BE49-F238E27FC236}">
                    <a16:creationId xmlns:a16="http://schemas.microsoft.com/office/drawing/2014/main" id="{CB092ED9-1A68-425B-A384-045EC70A5429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4" name="타원 3203">
                <a:extLst>
                  <a:ext uri="{FF2B5EF4-FFF2-40B4-BE49-F238E27FC236}">
                    <a16:creationId xmlns:a16="http://schemas.microsoft.com/office/drawing/2014/main" id="{4C63BF0D-ED63-44AC-B8FB-3FAE378962B4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5" name="타원 3204">
                <a:extLst>
                  <a:ext uri="{FF2B5EF4-FFF2-40B4-BE49-F238E27FC236}">
                    <a16:creationId xmlns:a16="http://schemas.microsoft.com/office/drawing/2014/main" id="{B22838EA-3DCD-4925-A507-FA467C3E9AE7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6" name="타원 3205">
                <a:extLst>
                  <a:ext uri="{FF2B5EF4-FFF2-40B4-BE49-F238E27FC236}">
                    <a16:creationId xmlns:a16="http://schemas.microsoft.com/office/drawing/2014/main" id="{0E029643-9FA1-449B-8DD9-986C8E2DAB5E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7" name="타원 3206">
                <a:extLst>
                  <a:ext uri="{FF2B5EF4-FFF2-40B4-BE49-F238E27FC236}">
                    <a16:creationId xmlns:a16="http://schemas.microsoft.com/office/drawing/2014/main" id="{51B68599-3187-48F7-BF98-FEE2C866C101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8" name="타원 3207">
                <a:extLst>
                  <a:ext uri="{FF2B5EF4-FFF2-40B4-BE49-F238E27FC236}">
                    <a16:creationId xmlns:a16="http://schemas.microsoft.com/office/drawing/2014/main" id="{50D879C6-88FE-436B-87DE-17B5DD7DDEB0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9" name="타원 3208">
                <a:extLst>
                  <a:ext uri="{FF2B5EF4-FFF2-40B4-BE49-F238E27FC236}">
                    <a16:creationId xmlns:a16="http://schemas.microsoft.com/office/drawing/2014/main" id="{D9F7DD88-3FBF-43F8-951A-1B2BFA29DC90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0" name="타원 3209">
                <a:extLst>
                  <a:ext uri="{FF2B5EF4-FFF2-40B4-BE49-F238E27FC236}">
                    <a16:creationId xmlns:a16="http://schemas.microsoft.com/office/drawing/2014/main" id="{430357B2-131D-44E7-80C1-242B75A6D73C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1" name="타원 3210">
                <a:extLst>
                  <a:ext uri="{FF2B5EF4-FFF2-40B4-BE49-F238E27FC236}">
                    <a16:creationId xmlns:a16="http://schemas.microsoft.com/office/drawing/2014/main" id="{ED0C7375-DAAA-4542-9933-CF2F8C87E139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2" name="타원 3211">
                <a:extLst>
                  <a:ext uri="{FF2B5EF4-FFF2-40B4-BE49-F238E27FC236}">
                    <a16:creationId xmlns:a16="http://schemas.microsoft.com/office/drawing/2014/main" id="{67164AD6-6474-4B5C-BE20-FD8F1DF88466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3" name="타원 3212">
                <a:extLst>
                  <a:ext uri="{FF2B5EF4-FFF2-40B4-BE49-F238E27FC236}">
                    <a16:creationId xmlns:a16="http://schemas.microsoft.com/office/drawing/2014/main" id="{E3A401D6-1ADC-485E-873D-C7D381639BBC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4" name="타원 3213">
                <a:extLst>
                  <a:ext uri="{FF2B5EF4-FFF2-40B4-BE49-F238E27FC236}">
                    <a16:creationId xmlns:a16="http://schemas.microsoft.com/office/drawing/2014/main" id="{E08A41FC-2E24-4AAE-B1D8-D4428CC39E98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5" name="타원 3214">
                <a:extLst>
                  <a:ext uri="{FF2B5EF4-FFF2-40B4-BE49-F238E27FC236}">
                    <a16:creationId xmlns:a16="http://schemas.microsoft.com/office/drawing/2014/main" id="{418F997E-82F4-41D4-A047-12FFD7A7FE2E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6" name="타원 3215">
                <a:extLst>
                  <a:ext uri="{FF2B5EF4-FFF2-40B4-BE49-F238E27FC236}">
                    <a16:creationId xmlns:a16="http://schemas.microsoft.com/office/drawing/2014/main" id="{7019B6D0-96F1-4502-8D8E-AAD27276D553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7" name="타원 3216">
                <a:extLst>
                  <a:ext uri="{FF2B5EF4-FFF2-40B4-BE49-F238E27FC236}">
                    <a16:creationId xmlns:a16="http://schemas.microsoft.com/office/drawing/2014/main" id="{05AC4B8B-F910-4969-8EF7-894A5FD51419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8" name="타원 3217">
                <a:extLst>
                  <a:ext uri="{FF2B5EF4-FFF2-40B4-BE49-F238E27FC236}">
                    <a16:creationId xmlns:a16="http://schemas.microsoft.com/office/drawing/2014/main" id="{C5BE42F9-1CDC-4DFF-A1E9-8E39C76EEE23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9" name="타원 3218">
                <a:extLst>
                  <a:ext uri="{FF2B5EF4-FFF2-40B4-BE49-F238E27FC236}">
                    <a16:creationId xmlns:a16="http://schemas.microsoft.com/office/drawing/2014/main" id="{43E0FB9F-0447-4BBD-86D8-BF1E30E1BED3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0" name="타원 3219">
                <a:extLst>
                  <a:ext uri="{FF2B5EF4-FFF2-40B4-BE49-F238E27FC236}">
                    <a16:creationId xmlns:a16="http://schemas.microsoft.com/office/drawing/2014/main" id="{9B9630BE-23F2-43B6-88F6-87295E0E5758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1" name="타원 3220">
                <a:extLst>
                  <a:ext uri="{FF2B5EF4-FFF2-40B4-BE49-F238E27FC236}">
                    <a16:creationId xmlns:a16="http://schemas.microsoft.com/office/drawing/2014/main" id="{A405B541-DC3C-4047-8602-653429C0B743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2" name="타원 3221">
                <a:extLst>
                  <a:ext uri="{FF2B5EF4-FFF2-40B4-BE49-F238E27FC236}">
                    <a16:creationId xmlns:a16="http://schemas.microsoft.com/office/drawing/2014/main" id="{421D26E8-5708-4AF3-8B1F-1E28946D4C8F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3" name="타원 3222">
                <a:extLst>
                  <a:ext uri="{FF2B5EF4-FFF2-40B4-BE49-F238E27FC236}">
                    <a16:creationId xmlns:a16="http://schemas.microsoft.com/office/drawing/2014/main" id="{24931474-13A8-42A6-855F-87BF63116972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4" name="타원 3223">
                <a:extLst>
                  <a:ext uri="{FF2B5EF4-FFF2-40B4-BE49-F238E27FC236}">
                    <a16:creationId xmlns:a16="http://schemas.microsoft.com/office/drawing/2014/main" id="{78D5367D-D141-4E58-9D8B-130B3218CF46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5" name="타원 3224">
                <a:extLst>
                  <a:ext uri="{FF2B5EF4-FFF2-40B4-BE49-F238E27FC236}">
                    <a16:creationId xmlns:a16="http://schemas.microsoft.com/office/drawing/2014/main" id="{5934E359-2A37-45DD-A84F-A9E84B9C37B1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6" name="타원 3225">
                <a:extLst>
                  <a:ext uri="{FF2B5EF4-FFF2-40B4-BE49-F238E27FC236}">
                    <a16:creationId xmlns:a16="http://schemas.microsoft.com/office/drawing/2014/main" id="{615D1437-0850-42F7-BCB4-B4136926B804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227" name="그룹 3226">
              <a:extLst>
                <a:ext uri="{FF2B5EF4-FFF2-40B4-BE49-F238E27FC236}">
                  <a16:creationId xmlns:a16="http://schemas.microsoft.com/office/drawing/2014/main" id="{4A4A615F-457E-42D1-90AE-D0DF7635B25E}"/>
                </a:ext>
              </a:extLst>
            </p:cNvPr>
            <p:cNvGrpSpPr/>
            <p:nvPr/>
          </p:nvGrpSpPr>
          <p:grpSpPr>
            <a:xfrm>
              <a:off x="222250" y="7080250"/>
              <a:ext cx="5504400" cy="18000"/>
              <a:chOff x="222250" y="527050"/>
              <a:chExt cx="5504400" cy="18000"/>
            </a:xfrm>
          </p:grpSpPr>
          <p:sp>
            <p:nvSpPr>
              <p:cNvPr id="3228" name="타원 3227">
                <a:extLst>
                  <a:ext uri="{FF2B5EF4-FFF2-40B4-BE49-F238E27FC236}">
                    <a16:creationId xmlns:a16="http://schemas.microsoft.com/office/drawing/2014/main" id="{7882E9E5-2229-44A9-B770-EBAB4AE730D9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9" name="타원 3228">
                <a:extLst>
                  <a:ext uri="{FF2B5EF4-FFF2-40B4-BE49-F238E27FC236}">
                    <a16:creationId xmlns:a16="http://schemas.microsoft.com/office/drawing/2014/main" id="{4F97C1FB-DF11-4B71-B565-73E058EA3CCD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0" name="타원 3229">
                <a:extLst>
                  <a:ext uri="{FF2B5EF4-FFF2-40B4-BE49-F238E27FC236}">
                    <a16:creationId xmlns:a16="http://schemas.microsoft.com/office/drawing/2014/main" id="{4A58F073-16ED-40C4-B1FC-211080047F6A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1" name="타원 3230">
                <a:extLst>
                  <a:ext uri="{FF2B5EF4-FFF2-40B4-BE49-F238E27FC236}">
                    <a16:creationId xmlns:a16="http://schemas.microsoft.com/office/drawing/2014/main" id="{BC0EA775-2DC0-47AA-859D-8BF507351F93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2" name="타원 3231">
                <a:extLst>
                  <a:ext uri="{FF2B5EF4-FFF2-40B4-BE49-F238E27FC236}">
                    <a16:creationId xmlns:a16="http://schemas.microsoft.com/office/drawing/2014/main" id="{5B4924E0-2C79-4AAA-B8FD-4036C21E1FF7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3" name="타원 3232">
                <a:extLst>
                  <a:ext uri="{FF2B5EF4-FFF2-40B4-BE49-F238E27FC236}">
                    <a16:creationId xmlns:a16="http://schemas.microsoft.com/office/drawing/2014/main" id="{06FCC6F8-F4E9-4C46-9FF3-668F5F39BDDD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4" name="타원 3233">
                <a:extLst>
                  <a:ext uri="{FF2B5EF4-FFF2-40B4-BE49-F238E27FC236}">
                    <a16:creationId xmlns:a16="http://schemas.microsoft.com/office/drawing/2014/main" id="{8BA38843-3C23-439C-8A4A-8A7C3B4798B2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5" name="타원 3234">
                <a:extLst>
                  <a:ext uri="{FF2B5EF4-FFF2-40B4-BE49-F238E27FC236}">
                    <a16:creationId xmlns:a16="http://schemas.microsoft.com/office/drawing/2014/main" id="{BAB4DCEF-6F34-4869-98E8-976F62982EA7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6" name="타원 3235">
                <a:extLst>
                  <a:ext uri="{FF2B5EF4-FFF2-40B4-BE49-F238E27FC236}">
                    <a16:creationId xmlns:a16="http://schemas.microsoft.com/office/drawing/2014/main" id="{3FAF72E9-C220-4875-9744-606B6C996DCB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7" name="타원 3236">
                <a:extLst>
                  <a:ext uri="{FF2B5EF4-FFF2-40B4-BE49-F238E27FC236}">
                    <a16:creationId xmlns:a16="http://schemas.microsoft.com/office/drawing/2014/main" id="{072C6943-A5B4-48B0-AEA3-52180022880C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8" name="타원 3237">
                <a:extLst>
                  <a:ext uri="{FF2B5EF4-FFF2-40B4-BE49-F238E27FC236}">
                    <a16:creationId xmlns:a16="http://schemas.microsoft.com/office/drawing/2014/main" id="{96BF5DE6-7E03-434C-95CA-4693AC0FE160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9" name="타원 3238">
                <a:extLst>
                  <a:ext uri="{FF2B5EF4-FFF2-40B4-BE49-F238E27FC236}">
                    <a16:creationId xmlns:a16="http://schemas.microsoft.com/office/drawing/2014/main" id="{DD74E756-7BD2-43F8-938A-94658026CF7A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0" name="타원 3239">
                <a:extLst>
                  <a:ext uri="{FF2B5EF4-FFF2-40B4-BE49-F238E27FC236}">
                    <a16:creationId xmlns:a16="http://schemas.microsoft.com/office/drawing/2014/main" id="{396A5613-D1A1-475A-A3B3-C070A5EDA0F4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1" name="타원 3240">
                <a:extLst>
                  <a:ext uri="{FF2B5EF4-FFF2-40B4-BE49-F238E27FC236}">
                    <a16:creationId xmlns:a16="http://schemas.microsoft.com/office/drawing/2014/main" id="{BF591643-25AD-41F0-9741-5C91FE6CC06C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2" name="타원 3241">
                <a:extLst>
                  <a:ext uri="{FF2B5EF4-FFF2-40B4-BE49-F238E27FC236}">
                    <a16:creationId xmlns:a16="http://schemas.microsoft.com/office/drawing/2014/main" id="{F3EFC96D-EBA2-4F47-8A7C-3EF05D6DE988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3" name="타원 3242">
                <a:extLst>
                  <a:ext uri="{FF2B5EF4-FFF2-40B4-BE49-F238E27FC236}">
                    <a16:creationId xmlns:a16="http://schemas.microsoft.com/office/drawing/2014/main" id="{7C13CE58-A02A-4316-85AF-0E800B9C1B24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4" name="타원 3243">
                <a:extLst>
                  <a:ext uri="{FF2B5EF4-FFF2-40B4-BE49-F238E27FC236}">
                    <a16:creationId xmlns:a16="http://schemas.microsoft.com/office/drawing/2014/main" id="{19527743-D552-4CBB-B10F-5A23E5784148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5" name="타원 3244">
                <a:extLst>
                  <a:ext uri="{FF2B5EF4-FFF2-40B4-BE49-F238E27FC236}">
                    <a16:creationId xmlns:a16="http://schemas.microsoft.com/office/drawing/2014/main" id="{0A0BE347-C555-4AA9-8E42-7C77871F04A0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6" name="타원 3245">
                <a:extLst>
                  <a:ext uri="{FF2B5EF4-FFF2-40B4-BE49-F238E27FC236}">
                    <a16:creationId xmlns:a16="http://schemas.microsoft.com/office/drawing/2014/main" id="{2E3652C2-247A-4450-8E64-49C48A9EDD78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7" name="타원 3246">
                <a:extLst>
                  <a:ext uri="{FF2B5EF4-FFF2-40B4-BE49-F238E27FC236}">
                    <a16:creationId xmlns:a16="http://schemas.microsoft.com/office/drawing/2014/main" id="{EA766B82-8807-4585-A104-156D19BF9519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8" name="타원 3247">
                <a:extLst>
                  <a:ext uri="{FF2B5EF4-FFF2-40B4-BE49-F238E27FC236}">
                    <a16:creationId xmlns:a16="http://schemas.microsoft.com/office/drawing/2014/main" id="{AA03DB66-4373-499A-A7B5-FAE669DE1306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9" name="타원 3248">
                <a:extLst>
                  <a:ext uri="{FF2B5EF4-FFF2-40B4-BE49-F238E27FC236}">
                    <a16:creationId xmlns:a16="http://schemas.microsoft.com/office/drawing/2014/main" id="{FE9601EC-2F97-4936-A9A3-6F2120014910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0" name="타원 3249">
                <a:extLst>
                  <a:ext uri="{FF2B5EF4-FFF2-40B4-BE49-F238E27FC236}">
                    <a16:creationId xmlns:a16="http://schemas.microsoft.com/office/drawing/2014/main" id="{0CF3BEAA-FDEF-4386-A8F9-7D4F2845C319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1" name="타원 3250">
                <a:extLst>
                  <a:ext uri="{FF2B5EF4-FFF2-40B4-BE49-F238E27FC236}">
                    <a16:creationId xmlns:a16="http://schemas.microsoft.com/office/drawing/2014/main" id="{60E0E96B-573F-478B-8204-5EC0F2B01535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2" name="타원 3251">
                <a:extLst>
                  <a:ext uri="{FF2B5EF4-FFF2-40B4-BE49-F238E27FC236}">
                    <a16:creationId xmlns:a16="http://schemas.microsoft.com/office/drawing/2014/main" id="{8E71A1BF-2737-493A-B911-9E88FDAAF228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3" name="타원 3252">
                <a:extLst>
                  <a:ext uri="{FF2B5EF4-FFF2-40B4-BE49-F238E27FC236}">
                    <a16:creationId xmlns:a16="http://schemas.microsoft.com/office/drawing/2014/main" id="{E3911821-2574-4DB6-9B52-8FD0405284E6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4" name="타원 3253">
                <a:extLst>
                  <a:ext uri="{FF2B5EF4-FFF2-40B4-BE49-F238E27FC236}">
                    <a16:creationId xmlns:a16="http://schemas.microsoft.com/office/drawing/2014/main" id="{E9A1D199-2787-4DB0-8695-472E13619F38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5" name="타원 3254">
                <a:extLst>
                  <a:ext uri="{FF2B5EF4-FFF2-40B4-BE49-F238E27FC236}">
                    <a16:creationId xmlns:a16="http://schemas.microsoft.com/office/drawing/2014/main" id="{AFF3A64A-9062-4D55-AD58-53544899207B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6" name="타원 3255">
                <a:extLst>
                  <a:ext uri="{FF2B5EF4-FFF2-40B4-BE49-F238E27FC236}">
                    <a16:creationId xmlns:a16="http://schemas.microsoft.com/office/drawing/2014/main" id="{84EF9C61-56D1-4A61-8B55-89529D9E8F67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7" name="타원 3256">
                <a:extLst>
                  <a:ext uri="{FF2B5EF4-FFF2-40B4-BE49-F238E27FC236}">
                    <a16:creationId xmlns:a16="http://schemas.microsoft.com/office/drawing/2014/main" id="{E180BDAB-CE5C-496D-937D-DB5344481DDA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8" name="타원 3257">
                <a:extLst>
                  <a:ext uri="{FF2B5EF4-FFF2-40B4-BE49-F238E27FC236}">
                    <a16:creationId xmlns:a16="http://schemas.microsoft.com/office/drawing/2014/main" id="{020A80CC-1CC9-45C8-8D58-5462FDC8274F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9" name="타원 3258">
                <a:extLst>
                  <a:ext uri="{FF2B5EF4-FFF2-40B4-BE49-F238E27FC236}">
                    <a16:creationId xmlns:a16="http://schemas.microsoft.com/office/drawing/2014/main" id="{0E678B3B-D2CA-49D6-9903-FA401EA971CC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60" name="타원 3259">
                <a:extLst>
                  <a:ext uri="{FF2B5EF4-FFF2-40B4-BE49-F238E27FC236}">
                    <a16:creationId xmlns:a16="http://schemas.microsoft.com/office/drawing/2014/main" id="{1C3F1507-1318-4463-8968-239352E76EE9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61" name="타원 3260">
                <a:extLst>
                  <a:ext uri="{FF2B5EF4-FFF2-40B4-BE49-F238E27FC236}">
                    <a16:creationId xmlns:a16="http://schemas.microsoft.com/office/drawing/2014/main" id="{FF2E7516-469A-4AA6-A4FE-3B4D95AF4DBE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62" name="타원 3261">
                <a:extLst>
                  <a:ext uri="{FF2B5EF4-FFF2-40B4-BE49-F238E27FC236}">
                    <a16:creationId xmlns:a16="http://schemas.microsoft.com/office/drawing/2014/main" id="{630048CB-3005-45EB-BB35-8BB2951976C9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63" name="타원 3262">
                <a:extLst>
                  <a:ext uri="{FF2B5EF4-FFF2-40B4-BE49-F238E27FC236}">
                    <a16:creationId xmlns:a16="http://schemas.microsoft.com/office/drawing/2014/main" id="{E940ED6E-C5FE-4E42-963E-28A0A075BB95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64" name="타원 3263">
                <a:extLst>
                  <a:ext uri="{FF2B5EF4-FFF2-40B4-BE49-F238E27FC236}">
                    <a16:creationId xmlns:a16="http://schemas.microsoft.com/office/drawing/2014/main" id="{86D2973C-A07A-4311-BF0E-C61704F0F4D9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265" name="그룹 3264">
              <a:extLst>
                <a:ext uri="{FF2B5EF4-FFF2-40B4-BE49-F238E27FC236}">
                  <a16:creationId xmlns:a16="http://schemas.microsoft.com/office/drawing/2014/main" id="{C97DCE81-4A15-4B76-A926-C6055ABABC87}"/>
                </a:ext>
              </a:extLst>
            </p:cNvPr>
            <p:cNvGrpSpPr/>
            <p:nvPr/>
          </p:nvGrpSpPr>
          <p:grpSpPr>
            <a:xfrm>
              <a:off x="222250" y="7232650"/>
              <a:ext cx="5504400" cy="18000"/>
              <a:chOff x="222250" y="527050"/>
              <a:chExt cx="5504400" cy="18000"/>
            </a:xfrm>
          </p:grpSpPr>
          <p:sp>
            <p:nvSpPr>
              <p:cNvPr id="3266" name="타원 3265">
                <a:extLst>
                  <a:ext uri="{FF2B5EF4-FFF2-40B4-BE49-F238E27FC236}">
                    <a16:creationId xmlns:a16="http://schemas.microsoft.com/office/drawing/2014/main" id="{BF7F3C19-C8B2-4325-BF2B-7405C0692162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67" name="타원 3266">
                <a:extLst>
                  <a:ext uri="{FF2B5EF4-FFF2-40B4-BE49-F238E27FC236}">
                    <a16:creationId xmlns:a16="http://schemas.microsoft.com/office/drawing/2014/main" id="{76CF60EB-6A13-41AB-A0FC-4EDEAD859046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68" name="타원 3267">
                <a:extLst>
                  <a:ext uri="{FF2B5EF4-FFF2-40B4-BE49-F238E27FC236}">
                    <a16:creationId xmlns:a16="http://schemas.microsoft.com/office/drawing/2014/main" id="{6532C12A-10FE-4AE3-A256-7244A90F7AF3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69" name="타원 3268">
                <a:extLst>
                  <a:ext uri="{FF2B5EF4-FFF2-40B4-BE49-F238E27FC236}">
                    <a16:creationId xmlns:a16="http://schemas.microsoft.com/office/drawing/2014/main" id="{146F55F9-DC48-48BB-BEB5-191B619CA3B4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70" name="타원 3269">
                <a:extLst>
                  <a:ext uri="{FF2B5EF4-FFF2-40B4-BE49-F238E27FC236}">
                    <a16:creationId xmlns:a16="http://schemas.microsoft.com/office/drawing/2014/main" id="{A35EBCEE-3659-4B4D-97EA-03F85AB1419D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71" name="타원 3270">
                <a:extLst>
                  <a:ext uri="{FF2B5EF4-FFF2-40B4-BE49-F238E27FC236}">
                    <a16:creationId xmlns:a16="http://schemas.microsoft.com/office/drawing/2014/main" id="{E30D4F98-B7DE-49D8-BFB8-42915813B9A6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72" name="타원 3271">
                <a:extLst>
                  <a:ext uri="{FF2B5EF4-FFF2-40B4-BE49-F238E27FC236}">
                    <a16:creationId xmlns:a16="http://schemas.microsoft.com/office/drawing/2014/main" id="{5FDA438B-AF96-4985-BB29-F51255D81A61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73" name="타원 3272">
                <a:extLst>
                  <a:ext uri="{FF2B5EF4-FFF2-40B4-BE49-F238E27FC236}">
                    <a16:creationId xmlns:a16="http://schemas.microsoft.com/office/drawing/2014/main" id="{345DFFD4-E2B1-4E94-A591-4391A38A3508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74" name="타원 3273">
                <a:extLst>
                  <a:ext uri="{FF2B5EF4-FFF2-40B4-BE49-F238E27FC236}">
                    <a16:creationId xmlns:a16="http://schemas.microsoft.com/office/drawing/2014/main" id="{496DA922-E9A8-4E83-9EB9-3F28561C3F79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75" name="타원 3274">
                <a:extLst>
                  <a:ext uri="{FF2B5EF4-FFF2-40B4-BE49-F238E27FC236}">
                    <a16:creationId xmlns:a16="http://schemas.microsoft.com/office/drawing/2014/main" id="{8742DAB2-2ADE-4A1A-A35E-A61FE9375D0B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76" name="타원 3275">
                <a:extLst>
                  <a:ext uri="{FF2B5EF4-FFF2-40B4-BE49-F238E27FC236}">
                    <a16:creationId xmlns:a16="http://schemas.microsoft.com/office/drawing/2014/main" id="{E5B8C0BA-0B3B-428A-A750-51EBAD45C9C6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77" name="타원 3276">
                <a:extLst>
                  <a:ext uri="{FF2B5EF4-FFF2-40B4-BE49-F238E27FC236}">
                    <a16:creationId xmlns:a16="http://schemas.microsoft.com/office/drawing/2014/main" id="{7D3D9520-4261-4A72-BC3F-AFDD2AE80A21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78" name="타원 3277">
                <a:extLst>
                  <a:ext uri="{FF2B5EF4-FFF2-40B4-BE49-F238E27FC236}">
                    <a16:creationId xmlns:a16="http://schemas.microsoft.com/office/drawing/2014/main" id="{429011A9-1527-4DB9-B304-AEB29A2C589B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79" name="타원 3278">
                <a:extLst>
                  <a:ext uri="{FF2B5EF4-FFF2-40B4-BE49-F238E27FC236}">
                    <a16:creationId xmlns:a16="http://schemas.microsoft.com/office/drawing/2014/main" id="{2C214A15-91A1-4A6A-8A73-03CB57F979BE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80" name="타원 3279">
                <a:extLst>
                  <a:ext uri="{FF2B5EF4-FFF2-40B4-BE49-F238E27FC236}">
                    <a16:creationId xmlns:a16="http://schemas.microsoft.com/office/drawing/2014/main" id="{01DB3213-AFC7-4541-838C-0DC37CFFD8F8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81" name="타원 3280">
                <a:extLst>
                  <a:ext uri="{FF2B5EF4-FFF2-40B4-BE49-F238E27FC236}">
                    <a16:creationId xmlns:a16="http://schemas.microsoft.com/office/drawing/2014/main" id="{DB51788E-F67A-4995-A1FC-17B5A2FFB791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82" name="타원 3281">
                <a:extLst>
                  <a:ext uri="{FF2B5EF4-FFF2-40B4-BE49-F238E27FC236}">
                    <a16:creationId xmlns:a16="http://schemas.microsoft.com/office/drawing/2014/main" id="{30DDA3DD-5E74-41FA-BF86-29ECC8C2B74A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83" name="타원 3282">
                <a:extLst>
                  <a:ext uri="{FF2B5EF4-FFF2-40B4-BE49-F238E27FC236}">
                    <a16:creationId xmlns:a16="http://schemas.microsoft.com/office/drawing/2014/main" id="{4191D5F3-1E3E-4C71-8341-71080890AB1E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84" name="타원 3283">
                <a:extLst>
                  <a:ext uri="{FF2B5EF4-FFF2-40B4-BE49-F238E27FC236}">
                    <a16:creationId xmlns:a16="http://schemas.microsoft.com/office/drawing/2014/main" id="{4F72B717-5C4B-444E-B2F9-C391448B047A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85" name="타원 3284">
                <a:extLst>
                  <a:ext uri="{FF2B5EF4-FFF2-40B4-BE49-F238E27FC236}">
                    <a16:creationId xmlns:a16="http://schemas.microsoft.com/office/drawing/2014/main" id="{35C851E0-1166-4FB5-A21B-551AB70BF3D5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86" name="타원 3285">
                <a:extLst>
                  <a:ext uri="{FF2B5EF4-FFF2-40B4-BE49-F238E27FC236}">
                    <a16:creationId xmlns:a16="http://schemas.microsoft.com/office/drawing/2014/main" id="{6B220050-FD40-4F94-8EF4-B2639107E4BC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87" name="타원 3286">
                <a:extLst>
                  <a:ext uri="{FF2B5EF4-FFF2-40B4-BE49-F238E27FC236}">
                    <a16:creationId xmlns:a16="http://schemas.microsoft.com/office/drawing/2014/main" id="{86004A31-B994-4011-A575-06A6EED983FD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88" name="타원 3287">
                <a:extLst>
                  <a:ext uri="{FF2B5EF4-FFF2-40B4-BE49-F238E27FC236}">
                    <a16:creationId xmlns:a16="http://schemas.microsoft.com/office/drawing/2014/main" id="{3F383D05-58D6-4F66-AED9-A3AFDBE62859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89" name="타원 3288">
                <a:extLst>
                  <a:ext uri="{FF2B5EF4-FFF2-40B4-BE49-F238E27FC236}">
                    <a16:creationId xmlns:a16="http://schemas.microsoft.com/office/drawing/2014/main" id="{88F53C2D-99CA-498F-ABE1-529BDE047480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90" name="타원 3289">
                <a:extLst>
                  <a:ext uri="{FF2B5EF4-FFF2-40B4-BE49-F238E27FC236}">
                    <a16:creationId xmlns:a16="http://schemas.microsoft.com/office/drawing/2014/main" id="{8AC20F82-CAD2-4D1A-A433-B798DDE02436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91" name="타원 3290">
                <a:extLst>
                  <a:ext uri="{FF2B5EF4-FFF2-40B4-BE49-F238E27FC236}">
                    <a16:creationId xmlns:a16="http://schemas.microsoft.com/office/drawing/2014/main" id="{F356A7E6-E9FE-4D84-A429-8A4DC307A5CF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92" name="타원 3291">
                <a:extLst>
                  <a:ext uri="{FF2B5EF4-FFF2-40B4-BE49-F238E27FC236}">
                    <a16:creationId xmlns:a16="http://schemas.microsoft.com/office/drawing/2014/main" id="{A8A6C52B-1018-4E32-9D10-5B5651B5EE01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93" name="타원 3292">
                <a:extLst>
                  <a:ext uri="{FF2B5EF4-FFF2-40B4-BE49-F238E27FC236}">
                    <a16:creationId xmlns:a16="http://schemas.microsoft.com/office/drawing/2014/main" id="{C2B834B3-0E2A-411F-A275-51F523F1F56A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94" name="타원 3293">
                <a:extLst>
                  <a:ext uri="{FF2B5EF4-FFF2-40B4-BE49-F238E27FC236}">
                    <a16:creationId xmlns:a16="http://schemas.microsoft.com/office/drawing/2014/main" id="{008F5877-8ABA-4129-9149-F14762F4B2DB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95" name="타원 3294">
                <a:extLst>
                  <a:ext uri="{FF2B5EF4-FFF2-40B4-BE49-F238E27FC236}">
                    <a16:creationId xmlns:a16="http://schemas.microsoft.com/office/drawing/2014/main" id="{6DEA5811-7807-47E9-8682-2A3F5A9D8815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96" name="타원 3295">
                <a:extLst>
                  <a:ext uri="{FF2B5EF4-FFF2-40B4-BE49-F238E27FC236}">
                    <a16:creationId xmlns:a16="http://schemas.microsoft.com/office/drawing/2014/main" id="{1B56A608-6DC7-4EA8-85F4-EAEBB41BD57F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97" name="타원 3296">
                <a:extLst>
                  <a:ext uri="{FF2B5EF4-FFF2-40B4-BE49-F238E27FC236}">
                    <a16:creationId xmlns:a16="http://schemas.microsoft.com/office/drawing/2014/main" id="{28969901-743E-468E-8E33-2A70CA677D3E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98" name="타원 3297">
                <a:extLst>
                  <a:ext uri="{FF2B5EF4-FFF2-40B4-BE49-F238E27FC236}">
                    <a16:creationId xmlns:a16="http://schemas.microsoft.com/office/drawing/2014/main" id="{BA11787A-E891-4D61-9E43-D92CF2984F3E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99" name="타원 3298">
                <a:extLst>
                  <a:ext uri="{FF2B5EF4-FFF2-40B4-BE49-F238E27FC236}">
                    <a16:creationId xmlns:a16="http://schemas.microsoft.com/office/drawing/2014/main" id="{FC6B572E-FCB5-42CC-932E-B09C37B64DFB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00" name="타원 3299">
                <a:extLst>
                  <a:ext uri="{FF2B5EF4-FFF2-40B4-BE49-F238E27FC236}">
                    <a16:creationId xmlns:a16="http://schemas.microsoft.com/office/drawing/2014/main" id="{7E5CD55C-A221-45DC-909D-FD143AE967B5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01" name="타원 3300">
                <a:extLst>
                  <a:ext uri="{FF2B5EF4-FFF2-40B4-BE49-F238E27FC236}">
                    <a16:creationId xmlns:a16="http://schemas.microsoft.com/office/drawing/2014/main" id="{CD80515D-1745-438E-B563-EA68FE371E45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02" name="타원 3301">
                <a:extLst>
                  <a:ext uri="{FF2B5EF4-FFF2-40B4-BE49-F238E27FC236}">
                    <a16:creationId xmlns:a16="http://schemas.microsoft.com/office/drawing/2014/main" id="{DD7E40C3-BF00-4050-9F59-18D5B9EEC41E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303" name="그룹 3302">
              <a:extLst>
                <a:ext uri="{FF2B5EF4-FFF2-40B4-BE49-F238E27FC236}">
                  <a16:creationId xmlns:a16="http://schemas.microsoft.com/office/drawing/2014/main" id="{D9D7DEFB-1693-4872-BC45-F0FBE7D55C6B}"/>
                </a:ext>
              </a:extLst>
            </p:cNvPr>
            <p:cNvGrpSpPr/>
            <p:nvPr/>
          </p:nvGrpSpPr>
          <p:grpSpPr>
            <a:xfrm>
              <a:off x="222250" y="7385050"/>
              <a:ext cx="5504400" cy="18000"/>
              <a:chOff x="222250" y="527050"/>
              <a:chExt cx="5504400" cy="18000"/>
            </a:xfrm>
          </p:grpSpPr>
          <p:sp>
            <p:nvSpPr>
              <p:cNvPr id="3304" name="타원 3303">
                <a:extLst>
                  <a:ext uri="{FF2B5EF4-FFF2-40B4-BE49-F238E27FC236}">
                    <a16:creationId xmlns:a16="http://schemas.microsoft.com/office/drawing/2014/main" id="{A33D2844-9208-4D17-8CF7-D1A6AE9550E2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05" name="타원 3304">
                <a:extLst>
                  <a:ext uri="{FF2B5EF4-FFF2-40B4-BE49-F238E27FC236}">
                    <a16:creationId xmlns:a16="http://schemas.microsoft.com/office/drawing/2014/main" id="{C1AF8B8F-06C1-45E8-846C-A469F9308BC3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06" name="타원 3305">
                <a:extLst>
                  <a:ext uri="{FF2B5EF4-FFF2-40B4-BE49-F238E27FC236}">
                    <a16:creationId xmlns:a16="http://schemas.microsoft.com/office/drawing/2014/main" id="{E63D6FFD-DDBE-442F-BAE8-16D14FCD59FB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07" name="타원 3306">
                <a:extLst>
                  <a:ext uri="{FF2B5EF4-FFF2-40B4-BE49-F238E27FC236}">
                    <a16:creationId xmlns:a16="http://schemas.microsoft.com/office/drawing/2014/main" id="{ECB2ABD2-8798-461E-ADE3-1076F75A67DF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08" name="타원 3307">
                <a:extLst>
                  <a:ext uri="{FF2B5EF4-FFF2-40B4-BE49-F238E27FC236}">
                    <a16:creationId xmlns:a16="http://schemas.microsoft.com/office/drawing/2014/main" id="{2A501DC5-EA58-4FFF-8C3B-37564A67E771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09" name="타원 3308">
                <a:extLst>
                  <a:ext uri="{FF2B5EF4-FFF2-40B4-BE49-F238E27FC236}">
                    <a16:creationId xmlns:a16="http://schemas.microsoft.com/office/drawing/2014/main" id="{112B2214-B2E9-412F-A470-6FF87E46BF09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0" name="타원 3309">
                <a:extLst>
                  <a:ext uri="{FF2B5EF4-FFF2-40B4-BE49-F238E27FC236}">
                    <a16:creationId xmlns:a16="http://schemas.microsoft.com/office/drawing/2014/main" id="{EFDFE3CC-1A57-45DC-8045-40D7FB283465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1" name="타원 3310">
                <a:extLst>
                  <a:ext uri="{FF2B5EF4-FFF2-40B4-BE49-F238E27FC236}">
                    <a16:creationId xmlns:a16="http://schemas.microsoft.com/office/drawing/2014/main" id="{7AAEB25B-4EE6-411D-A865-3DBB0538EB83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2" name="타원 3311">
                <a:extLst>
                  <a:ext uri="{FF2B5EF4-FFF2-40B4-BE49-F238E27FC236}">
                    <a16:creationId xmlns:a16="http://schemas.microsoft.com/office/drawing/2014/main" id="{A2E8C10F-DEC2-4181-B79F-7F41E1B2B067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3" name="타원 3312">
                <a:extLst>
                  <a:ext uri="{FF2B5EF4-FFF2-40B4-BE49-F238E27FC236}">
                    <a16:creationId xmlns:a16="http://schemas.microsoft.com/office/drawing/2014/main" id="{6071E1D1-3D6A-4FF4-8924-1F935AB368F6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4" name="타원 3313">
                <a:extLst>
                  <a:ext uri="{FF2B5EF4-FFF2-40B4-BE49-F238E27FC236}">
                    <a16:creationId xmlns:a16="http://schemas.microsoft.com/office/drawing/2014/main" id="{227DC123-5B16-4952-B091-1F59E95C6256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5" name="타원 3314">
                <a:extLst>
                  <a:ext uri="{FF2B5EF4-FFF2-40B4-BE49-F238E27FC236}">
                    <a16:creationId xmlns:a16="http://schemas.microsoft.com/office/drawing/2014/main" id="{40B3515B-6E5F-42C9-B13C-3D914C742622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6" name="타원 3315">
                <a:extLst>
                  <a:ext uri="{FF2B5EF4-FFF2-40B4-BE49-F238E27FC236}">
                    <a16:creationId xmlns:a16="http://schemas.microsoft.com/office/drawing/2014/main" id="{6B872D61-D250-4D8C-B072-16C66D2E36B1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7" name="타원 3316">
                <a:extLst>
                  <a:ext uri="{FF2B5EF4-FFF2-40B4-BE49-F238E27FC236}">
                    <a16:creationId xmlns:a16="http://schemas.microsoft.com/office/drawing/2014/main" id="{0F0CC569-4ABC-46FB-BD97-7C824EF7E165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8" name="타원 3317">
                <a:extLst>
                  <a:ext uri="{FF2B5EF4-FFF2-40B4-BE49-F238E27FC236}">
                    <a16:creationId xmlns:a16="http://schemas.microsoft.com/office/drawing/2014/main" id="{3AC34C5A-239E-4C72-9824-E90C59A9F366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9" name="타원 3318">
                <a:extLst>
                  <a:ext uri="{FF2B5EF4-FFF2-40B4-BE49-F238E27FC236}">
                    <a16:creationId xmlns:a16="http://schemas.microsoft.com/office/drawing/2014/main" id="{634EE65F-FBFD-41FE-A87F-FCA87F8C47DD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0" name="타원 3319">
                <a:extLst>
                  <a:ext uri="{FF2B5EF4-FFF2-40B4-BE49-F238E27FC236}">
                    <a16:creationId xmlns:a16="http://schemas.microsoft.com/office/drawing/2014/main" id="{C962341E-39B6-405A-9DCA-F2E797552A73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1" name="타원 3320">
                <a:extLst>
                  <a:ext uri="{FF2B5EF4-FFF2-40B4-BE49-F238E27FC236}">
                    <a16:creationId xmlns:a16="http://schemas.microsoft.com/office/drawing/2014/main" id="{4572779B-706F-44AB-9BB0-4F5D98529406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2" name="타원 3321">
                <a:extLst>
                  <a:ext uri="{FF2B5EF4-FFF2-40B4-BE49-F238E27FC236}">
                    <a16:creationId xmlns:a16="http://schemas.microsoft.com/office/drawing/2014/main" id="{62DE5E2C-E03D-43F9-AE69-63D62A01E713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3" name="타원 3322">
                <a:extLst>
                  <a:ext uri="{FF2B5EF4-FFF2-40B4-BE49-F238E27FC236}">
                    <a16:creationId xmlns:a16="http://schemas.microsoft.com/office/drawing/2014/main" id="{5F5E6CCB-A5CF-4888-8E10-15783297D401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4" name="타원 3323">
                <a:extLst>
                  <a:ext uri="{FF2B5EF4-FFF2-40B4-BE49-F238E27FC236}">
                    <a16:creationId xmlns:a16="http://schemas.microsoft.com/office/drawing/2014/main" id="{DF543A30-F70D-4A12-85E9-52C482EC0609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5" name="타원 3324">
                <a:extLst>
                  <a:ext uri="{FF2B5EF4-FFF2-40B4-BE49-F238E27FC236}">
                    <a16:creationId xmlns:a16="http://schemas.microsoft.com/office/drawing/2014/main" id="{E525FAFC-808A-401E-AB18-13F242788072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6" name="타원 3325">
                <a:extLst>
                  <a:ext uri="{FF2B5EF4-FFF2-40B4-BE49-F238E27FC236}">
                    <a16:creationId xmlns:a16="http://schemas.microsoft.com/office/drawing/2014/main" id="{8EC805BA-0ABC-4DC0-8920-149D0837FCD5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7" name="타원 3326">
                <a:extLst>
                  <a:ext uri="{FF2B5EF4-FFF2-40B4-BE49-F238E27FC236}">
                    <a16:creationId xmlns:a16="http://schemas.microsoft.com/office/drawing/2014/main" id="{986293A2-8F81-4EAA-A309-56C01EC4B362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8" name="타원 3327">
                <a:extLst>
                  <a:ext uri="{FF2B5EF4-FFF2-40B4-BE49-F238E27FC236}">
                    <a16:creationId xmlns:a16="http://schemas.microsoft.com/office/drawing/2014/main" id="{555080E3-31F2-47E7-BB9E-48FB1A17B908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9" name="타원 3328">
                <a:extLst>
                  <a:ext uri="{FF2B5EF4-FFF2-40B4-BE49-F238E27FC236}">
                    <a16:creationId xmlns:a16="http://schemas.microsoft.com/office/drawing/2014/main" id="{1E8BE449-F21A-4E28-9F25-DB6FEE14EFF6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0" name="타원 3329">
                <a:extLst>
                  <a:ext uri="{FF2B5EF4-FFF2-40B4-BE49-F238E27FC236}">
                    <a16:creationId xmlns:a16="http://schemas.microsoft.com/office/drawing/2014/main" id="{B4DBC117-21EC-4D08-A8B1-2920EB502340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1" name="타원 3330">
                <a:extLst>
                  <a:ext uri="{FF2B5EF4-FFF2-40B4-BE49-F238E27FC236}">
                    <a16:creationId xmlns:a16="http://schemas.microsoft.com/office/drawing/2014/main" id="{43257242-1687-4823-8B87-FAC280B20915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2" name="타원 3331">
                <a:extLst>
                  <a:ext uri="{FF2B5EF4-FFF2-40B4-BE49-F238E27FC236}">
                    <a16:creationId xmlns:a16="http://schemas.microsoft.com/office/drawing/2014/main" id="{A7684908-1B65-4162-9DD5-363AE6716F6B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3" name="타원 3332">
                <a:extLst>
                  <a:ext uri="{FF2B5EF4-FFF2-40B4-BE49-F238E27FC236}">
                    <a16:creationId xmlns:a16="http://schemas.microsoft.com/office/drawing/2014/main" id="{DE2960FC-7E9F-47A0-97DB-0A8C5DA8223D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4" name="타원 3333">
                <a:extLst>
                  <a:ext uri="{FF2B5EF4-FFF2-40B4-BE49-F238E27FC236}">
                    <a16:creationId xmlns:a16="http://schemas.microsoft.com/office/drawing/2014/main" id="{32193FA1-0DE0-4D5F-A77D-DCF2E235AED7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5" name="타원 3334">
                <a:extLst>
                  <a:ext uri="{FF2B5EF4-FFF2-40B4-BE49-F238E27FC236}">
                    <a16:creationId xmlns:a16="http://schemas.microsoft.com/office/drawing/2014/main" id="{58386E0E-CDFD-46D3-BEF4-60550FB51339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6" name="타원 3335">
                <a:extLst>
                  <a:ext uri="{FF2B5EF4-FFF2-40B4-BE49-F238E27FC236}">
                    <a16:creationId xmlns:a16="http://schemas.microsoft.com/office/drawing/2014/main" id="{B55F80AD-350F-4439-9C1C-93392B5DD10F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7" name="타원 3336">
                <a:extLst>
                  <a:ext uri="{FF2B5EF4-FFF2-40B4-BE49-F238E27FC236}">
                    <a16:creationId xmlns:a16="http://schemas.microsoft.com/office/drawing/2014/main" id="{404C3E21-52AC-45F5-A43C-F8C59AE6B5DE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8" name="타원 3337">
                <a:extLst>
                  <a:ext uri="{FF2B5EF4-FFF2-40B4-BE49-F238E27FC236}">
                    <a16:creationId xmlns:a16="http://schemas.microsoft.com/office/drawing/2014/main" id="{92AAEB1F-970F-4794-96E7-0F872070F0D0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9" name="타원 3338">
                <a:extLst>
                  <a:ext uri="{FF2B5EF4-FFF2-40B4-BE49-F238E27FC236}">
                    <a16:creationId xmlns:a16="http://schemas.microsoft.com/office/drawing/2014/main" id="{A6ACDEA3-9DFB-499B-AD97-16CBCFDE41DD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0" name="타원 3339">
                <a:extLst>
                  <a:ext uri="{FF2B5EF4-FFF2-40B4-BE49-F238E27FC236}">
                    <a16:creationId xmlns:a16="http://schemas.microsoft.com/office/drawing/2014/main" id="{627C2830-4B1A-4C44-B0BE-707D13904744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341" name="그룹 3340">
              <a:extLst>
                <a:ext uri="{FF2B5EF4-FFF2-40B4-BE49-F238E27FC236}">
                  <a16:creationId xmlns:a16="http://schemas.microsoft.com/office/drawing/2014/main" id="{8848046A-393A-47F3-8316-F29127376D85}"/>
                </a:ext>
              </a:extLst>
            </p:cNvPr>
            <p:cNvGrpSpPr/>
            <p:nvPr/>
          </p:nvGrpSpPr>
          <p:grpSpPr>
            <a:xfrm>
              <a:off x="222250" y="7537450"/>
              <a:ext cx="5504400" cy="18000"/>
              <a:chOff x="222250" y="527050"/>
              <a:chExt cx="5504400" cy="18000"/>
            </a:xfrm>
          </p:grpSpPr>
          <p:sp>
            <p:nvSpPr>
              <p:cNvPr id="3342" name="타원 3341">
                <a:extLst>
                  <a:ext uri="{FF2B5EF4-FFF2-40B4-BE49-F238E27FC236}">
                    <a16:creationId xmlns:a16="http://schemas.microsoft.com/office/drawing/2014/main" id="{5C327EB0-2506-49BA-AA77-1ECC40E1A3C5}"/>
                  </a:ext>
                </a:extLst>
              </p:cNvPr>
              <p:cNvSpPr/>
              <p:nvPr/>
            </p:nvSpPr>
            <p:spPr>
              <a:xfrm>
                <a:off x="22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3" name="타원 3342">
                <a:extLst>
                  <a:ext uri="{FF2B5EF4-FFF2-40B4-BE49-F238E27FC236}">
                    <a16:creationId xmlns:a16="http://schemas.microsoft.com/office/drawing/2014/main" id="{9DB7155A-020B-4959-8843-EBD3EDC8268B}"/>
                  </a:ext>
                </a:extLst>
              </p:cNvPr>
              <p:cNvSpPr/>
              <p:nvPr/>
            </p:nvSpPr>
            <p:spPr>
              <a:xfrm>
                <a:off x="37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4" name="타원 3343">
                <a:extLst>
                  <a:ext uri="{FF2B5EF4-FFF2-40B4-BE49-F238E27FC236}">
                    <a16:creationId xmlns:a16="http://schemas.microsoft.com/office/drawing/2014/main" id="{2FBA1B18-936A-49AA-9700-C8EA27251182}"/>
                  </a:ext>
                </a:extLst>
              </p:cNvPr>
              <p:cNvSpPr/>
              <p:nvPr/>
            </p:nvSpPr>
            <p:spPr>
              <a:xfrm>
                <a:off x="52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5" name="타원 3344">
                <a:extLst>
                  <a:ext uri="{FF2B5EF4-FFF2-40B4-BE49-F238E27FC236}">
                    <a16:creationId xmlns:a16="http://schemas.microsoft.com/office/drawing/2014/main" id="{F6FEA032-CF68-4E61-9F59-23512C6BCF88}"/>
                  </a:ext>
                </a:extLst>
              </p:cNvPr>
              <p:cNvSpPr/>
              <p:nvPr/>
            </p:nvSpPr>
            <p:spPr>
              <a:xfrm>
                <a:off x="67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6" name="타원 3345">
                <a:extLst>
                  <a:ext uri="{FF2B5EF4-FFF2-40B4-BE49-F238E27FC236}">
                    <a16:creationId xmlns:a16="http://schemas.microsoft.com/office/drawing/2014/main" id="{44C02E72-71CA-423B-9C37-EB88445083D0}"/>
                  </a:ext>
                </a:extLst>
              </p:cNvPr>
              <p:cNvSpPr/>
              <p:nvPr/>
            </p:nvSpPr>
            <p:spPr>
              <a:xfrm>
                <a:off x="83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7" name="타원 3346">
                <a:extLst>
                  <a:ext uri="{FF2B5EF4-FFF2-40B4-BE49-F238E27FC236}">
                    <a16:creationId xmlns:a16="http://schemas.microsoft.com/office/drawing/2014/main" id="{BC904B34-2689-43EA-BE0C-2E50EA071368}"/>
                  </a:ext>
                </a:extLst>
              </p:cNvPr>
              <p:cNvSpPr/>
              <p:nvPr/>
            </p:nvSpPr>
            <p:spPr>
              <a:xfrm>
                <a:off x="98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8" name="타원 3347">
                <a:extLst>
                  <a:ext uri="{FF2B5EF4-FFF2-40B4-BE49-F238E27FC236}">
                    <a16:creationId xmlns:a16="http://schemas.microsoft.com/office/drawing/2014/main" id="{7DA8D540-72CE-4788-9449-6C61D6D887BA}"/>
                  </a:ext>
                </a:extLst>
              </p:cNvPr>
              <p:cNvSpPr/>
              <p:nvPr/>
            </p:nvSpPr>
            <p:spPr>
              <a:xfrm>
                <a:off x="113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9" name="타원 3348">
                <a:extLst>
                  <a:ext uri="{FF2B5EF4-FFF2-40B4-BE49-F238E27FC236}">
                    <a16:creationId xmlns:a16="http://schemas.microsoft.com/office/drawing/2014/main" id="{F0D40399-17F8-443E-B19B-F0CF5B4B4169}"/>
                  </a:ext>
                </a:extLst>
              </p:cNvPr>
              <p:cNvSpPr/>
              <p:nvPr/>
            </p:nvSpPr>
            <p:spPr>
              <a:xfrm>
                <a:off x="128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50" name="타원 3349">
                <a:extLst>
                  <a:ext uri="{FF2B5EF4-FFF2-40B4-BE49-F238E27FC236}">
                    <a16:creationId xmlns:a16="http://schemas.microsoft.com/office/drawing/2014/main" id="{5FC34619-9AFD-4B93-B0B5-3147DCB48026}"/>
                  </a:ext>
                </a:extLst>
              </p:cNvPr>
              <p:cNvSpPr/>
              <p:nvPr/>
            </p:nvSpPr>
            <p:spPr>
              <a:xfrm>
                <a:off x="144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51" name="타원 3350">
                <a:extLst>
                  <a:ext uri="{FF2B5EF4-FFF2-40B4-BE49-F238E27FC236}">
                    <a16:creationId xmlns:a16="http://schemas.microsoft.com/office/drawing/2014/main" id="{66BFC226-0AE6-4608-8A9C-D3EDB77377A9}"/>
                  </a:ext>
                </a:extLst>
              </p:cNvPr>
              <p:cNvSpPr/>
              <p:nvPr/>
            </p:nvSpPr>
            <p:spPr>
              <a:xfrm>
                <a:off x="159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52" name="타원 3351">
                <a:extLst>
                  <a:ext uri="{FF2B5EF4-FFF2-40B4-BE49-F238E27FC236}">
                    <a16:creationId xmlns:a16="http://schemas.microsoft.com/office/drawing/2014/main" id="{C77C13C7-D2CB-4AEE-8885-2D15AD800D40}"/>
                  </a:ext>
                </a:extLst>
              </p:cNvPr>
              <p:cNvSpPr/>
              <p:nvPr/>
            </p:nvSpPr>
            <p:spPr>
              <a:xfrm>
                <a:off x="174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53" name="타원 3352">
                <a:extLst>
                  <a:ext uri="{FF2B5EF4-FFF2-40B4-BE49-F238E27FC236}">
                    <a16:creationId xmlns:a16="http://schemas.microsoft.com/office/drawing/2014/main" id="{7D7922FB-9789-411B-A541-237B1D02FF4D}"/>
                  </a:ext>
                </a:extLst>
              </p:cNvPr>
              <p:cNvSpPr/>
              <p:nvPr/>
            </p:nvSpPr>
            <p:spPr>
              <a:xfrm>
                <a:off x="189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54" name="타원 3353">
                <a:extLst>
                  <a:ext uri="{FF2B5EF4-FFF2-40B4-BE49-F238E27FC236}">
                    <a16:creationId xmlns:a16="http://schemas.microsoft.com/office/drawing/2014/main" id="{8F957DB6-11AE-4DE9-A986-3529DE88D1D0}"/>
                  </a:ext>
                </a:extLst>
              </p:cNvPr>
              <p:cNvSpPr/>
              <p:nvPr/>
            </p:nvSpPr>
            <p:spPr>
              <a:xfrm>
                <a:off x="2051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55" name="타원 3354">
                <a:extLst>
                  <a:ext uri="{FF2B5EF4-FFF2-40B4-BE49-F238E27FC236}">
                    <a16:creationId xmlns:a16="http://schemas.microsoft.com/office/drawing/2014/main" id="{2F3FC045-E5D4-4E1E-A5BF-19A802935768}"/>
                  </a:ext>
                </a:extLst>
              </p:cNvPr>
              <p:cNvSpPr/>
              <p:nvPr/>
            </p:nvSpPr>
            <p:spPr>
              <a:xfrm>
                <a:off x="2203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56" name="타원 3355">
                <a:extLst>
                  <a:ext uri="{FF2B5EF4-FFF2-40B4-BE49-F238E27FC236}">
                    <a16:creationId xmlns:a16="http://schemas.microsoft.com/office/drawing/2014/main" id="{7D246B57-7B36-49F7-B56E-66ED1BF7A2FB}"/>
                  </a:ext>
                </a:extLst>
              </p:cNvPr>
              <p:cNvSpPr/>
              <p:nvPr/>
            </p:nvSpPr>
            <p:spPr>
              <a:xfrm>
                <a:off x="2355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57" name="타원 3356">
                <a:extLst>
                  <a:ext uri="{FF2B5EF4-FFF2-40B4-BE49-F238E27FC236}">
                    <a16:creationId xmlns:a16="http://schemas.microsoft.com/office/drawing/2014/main" id="{9DAD975E-6FA6-4F6A-9344-EE93A9F1048B}"/>
                  </a:ext>
                </a:extLst>
              </p:cNvPr>
              <p:cNvSpPr/>
              <p:nvPr/>
            </p:nvSpPr>
            <p:spPr>
              <a:xfrm>
                <a:off x="2508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58" name="타원 3357">
                <a:extLst>
                  <a:ext uri="{FF2B5EF4-FFF2-40B4-BE49-F238E27FC236}">
                    <a16:creationId xmlns:a16="http://schemas.microsoft.com/office/drawing/2014/main" id="{AFF7871C-CF5B-4079-9925-975889FECC59}"/>
                  </a:ext>
                </a:extLst>
              </p:cNvPr>
              <p:cNvSpPr/>
              <p:nvPr/>
            </p:nvSpPr>
            <p:spPr>
              <a:xfrm>
                <a:off x="2660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59" name="타원 3358">
                <a:extLst>
                  <a:ext uri="{FF2B5EF4-FFF2-40B4-BE49-F238E27FC236}">
                    <a16:creationId xmlns:a16="http://schemas.microsoft.com/office/drawing/2014/main" id="{5CA66EB6-D220-4996-BB2A-E51AF229638F}"/>
                  </a:ext>
                </a:extLst>
              </p:cNvPr>
              <p:cNvSpPr/>
              <p:nvPr/>
            </p:nvSpPr>
            <p:spPr>
              <a:xfrm>
                <a:off x="2813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0" name="타원 3359">
                <a:extLst>
                  <a:ext uri="{FF2B5EF4-FFF2-40B4-BE49-F238E27FC236}">
                    <a16:creationId xmlns:a16="http://schemas.microsoft.com/office/drawing/2014/main" id="{A3091D01-6720-498B-9EC0-9ACA3DC61188}"/>
                  </a:ext>
                </a:extLst>
              </p:cNvPr>
              <p:cNvSpPr/>
              <p:nvPr/>
            </p:nvSpPr>
            <p:spPr>
              <a:xfrm>
                <a:off x="2965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1" name="타원 3360">
                <a:extLst>
                  <a:ext uri="{FF2B5EF4-FFF2-40B4-BE49-F238E27FC236}">
                    <a16:creationId xmlns:a16="http://schemas.microsoft.com/office/drawing/2014/main" id="{4E467785-6D4C-4692-B0F2-6604A44A66F9}"/>
                  </a:ext>
                </a:extLst>
              </p:cNvPr>
              <p:cNvSpPr/>
              <p:nvPr/>
            </p:nvSpPr>
            <p:spPr>
              <a:xfrm>
                <a:off x="3117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2" name="타원 3361">
                <a:extLst>
                  <a:ext uri="{FF2B5EF4-FFF2-40B4-BE49-F238E27FC236}">
                    <a16:creationId xmlns:a16="http://schemas.microsoft.com/office/drawing/2014/main" id="{38F6CA0C-25FF-4932-A0B5-7932AEFDF3D7}"/>
                  </a:ext>
                </a:extLst>
              </p:cNvPr>
              <p:cNvSpPr/>
              <p:nvPr/>
            </p:nvSpPr>
            <p:spPr>
              <a:xfrm>
                <a:off x="3270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3" name="타원 3362">
                <a:extLst>
                  <a:ext uri="{FF2B5EF4-FFF2-40B4-BE49-F238E27FC236}">
                    <a16:creationId xmlns:a16="http://schemas.microsoft.com/office/drawing/2014/main" id="{BDA47C72-5984-4347-947B-95EFC736116B}"/>
                  </a:ext>
                </a:extLst>
              </p:cNvPr>
              <p:cNvSpPr/>
              <p:nvPr/>
            </p:nvSpPr>
            <p:spPr>
              <a:xfrm>
                <a:off x="3422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4" name="타원 3363">
                <a:extLst>
                  <a:ext uri="{FF2B5EF4-FFF2-40B4-BE49-F238E27FC236}">
                    <a16:creationId xmlns:a16="http://schemas.microsoft.com/office/drawing/2014/main" id="{966A362F-63A4-4D81-8063-FF43A4DCA16E}"/>
                  </a:ext>
                </a:extLst>
              </p:cNvPr>
              <p:cNvSpPr/>
              <p:nvPr/>
            </p:nvSpPr>
            <p:spPr>
              <a:xfrm>
                <a:off x="3575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5" name="타원 3364">
                <a:extLst>
                  <a:ext uri="{FF2B5EF4-FFF2-40B4-BE49-F238E27FC236}">
                    <a16:creationId xmlns:a16="http://schemas.microsoft.com/office/drawing/2014/main" id="{B5D1CE13-4B61-43AC-8002-65EF3FB1F9B7}"/>
                  </a:ext>
                </a:extLst>
              </p:cNvPr>
              <p:cNvSpPr/>
              <p:nvPr/>
            </p:nvSpPr>
            <p:spPr>
              <a:xfrm>
                <a:off x="3727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6" name="타원 3365">
                <a:extLst>
                  <a:ext uri="{FF2B5EF4-FFF2-40B4-BE49-F238E27FC236}">
                    <a16:creationId xmlns:a16="http://schemas.microsoft.com/office/drawing/2014/main" id="{DB5C538D-0AA0-45BA-BCE2-2596620EB900}"/>
                  </a:ext>
                </a:extLst>
              </p:cNvPr>
              <p:cNvSpPr/>
              <p:nvPr/>
            </p:nvSpPr>
            <p:spPr>
              <a:xfrm>
                <a:off x="3879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7" name="타원 3366">
                <a:extLst>
                  <a:ext uri="{FF2B5EF4-FFF2-40B4-BE49-F238E27FC236}">
                    <a16:creationId xmlns:a16="http://schemas.microsoft.com/office/drawing/2014/main" id="{0A790F0E-1D97-4CE3-AB2F-5B40A4B2B383}"/>
                  </a:ext>
                </a:extLst>
              </p:cNvPr>
              <p:cNvSpPr/>
              <p:nvPr/>
            </p:nvSpPr>
            <p:spPr>
              <a:xfrm>
                <a:off x="4032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8" name="타원 3367">
                <a:extLst>
                  <a:ext uri="{FF2B5EF4-FFF2-40B4-BE49-F238E27FC236}">
                    <a16:creationId xmlns:a16="http://schemas.microsoft.com/office/drawing/2014/main" id="{4DB450FD-C10A-46B6-9B97-984685547E87}"/>
                  </a:ext>
                </a:extLst>
              </p:cNvPr>
              <p:cNvSpPr/>
              <p:nvPr/>
            </p:nvSpPr>
            <p:spPr>
              <a:xfrm>
                <a:off x="4184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9" name="타원 3368">
                <a:extLst>
                  <a:ext uri="{FF2B5EF4-FFF2-40B4-BE49-F238E27FC236}">
                    <a16:creationId xmlns:a16="http://schemas.microsoft.com/office/drawing/2014/main" id="{058E60FA-7767-4BAE-B8F3-757A569C2559}"/>
                  </a:ext>
                </a:extLst>
              </p:cNvPr>
              <p:cNvSpPr/>
              <p:nvPr/>
            </p:nvSpPr>
            <p:spPr>
              <a:xfrm>
                <a:off x="4337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70" name="타원 3369">
                <a:extLst>
                  <a:ext uri="{FF2B5EF4-FFF2-40B4-BE49-F238E27FC236}">
                    <a16:creationId xmlns:a16="http://schemas.microsoft.com/office/drawing/2014/main" id="{7BCE18F8-1306-4864-BEF2-61D2B4CC81BD}"/>
                  </a:ext>
                </a:extLst>
              </p:cNvPr>
              <p:cNvSpPr/>
              <p:nvPr/>
            </p:nvSpPr>
            <p:spPr>
              <a:xfrm>
                <a:off x="4489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71" name="타원 3370">
                <a:extLst>
                  <a:ext uri="{FF2B5EF4-FFF2-40B4-BE49-F238E27FC236}">
                    <a16:creationId xmlns:a16="http://schemas.microsoft.com/office/drawing/2014/main" id="{A8CACC25-A0BD-4788-8370-AD6A178040DD}"/>
                  </a:ext>
                </a:extLst>
              </p:cNvPr>
              <p:cNvSpPr/>
              <p:nvPr/>
            </p:nvSpPr>
            <p:spPr>
              <a:xfrm>
                <a:off x="4641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72" name="타원 3371">
                <a:extLst>
                  <a:ext uri="{FF2B5EF4-FFF2-40B4-BE49-F238E27FC236}">
                    <a16:creationId xmlns:a16="http://schemas.microsoft.com/office/drawing/2014/main" id="{23A13F88-7D41-44E8-BA22-E5E628BB71EB}"/>
                  </a:ext>
                </a:extLst>
              </p:cNvPr>
              <p:cNvSpPr/>
              <p:nvPr/>
            </p:nvSpPr>
            <p:spPr>
              <a:xfrm>
                <a:off x="4794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73" name="타원 3372">
                <a:extLst>
                  <a:ext uri="{FF2B5EF4-FFF2-40B4-BE49-F238E27FC236}">
                    <a16:creationId xmlns:a16="http://schemas.microsoft.com/office/drawing/2014/main" id="{08004208-9EE2-4AE4-8FBB-EE3415818DF6}"/>
                  </a:ext>
                </a:extLst>
              </p:cNvPr>
              <p:cNvSpPr/>
              <p:nvPr/>
            </p:nvSpPr>
            <p:spPr>
              <a:xfrm>
                <a:off x="4946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74" name="타원 3373">
                <a:extLst>
                  <a:ext uri="{FF2B5EF4-FFF2-40B4-BE49-F238E27FC236}">
                    <a16:creationId xmlns:a16="http://schemas.microsoft.com/office/drawing/2014/main" id="{297BBCF3-D2BA-43CD-8B09-148B2CD3AB32}"/>
                  </a:ext>
                </a:extLst>
              </p:cNvPr>
              <p:cNvSpPr/>
              <p:nvPr/>
            </p:nvSpPr>
            <p:spPr>
              <a:xfrm>
                <a:off x="50990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75" name="타원 3374">
                <a:extLst>
                  <a:ext uri="{FF2B5EF4-FFF2-40B4-BE49-F238E27FC236}">
                    <a16:creationId xmlns:a16="http://schemas.microsoft.com/office/drawing/2014/main" id="{11BFEE13-D1FD-4D93-9652-C78BC9429548}"/>
                  </a:ext>
                </a:extLst>
              </p:cNvPr>
              <p:cNvSpPr/>
              <p:nvPr/>
            </p:nvSpPr>
            <p:spPr>
              <a:xfrm>
                <a:off x="52514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76" name="타원 3375">
                <a:extLst>
                  <a:ext uri="{FF2B5EF4-FFF2-40B4-BE49-F238E27FC236}">
                    <a16:creationId xmlns:a16="http://schemas.microsoft.com/office/drawing/2014/main" id="{A4686A5D-4B20-40D8-923B-C78D7B7B8B2D}"/>
                  </a:ext>
                </a:extLst>
              </p:cNvPr>
              <p:cNvSpPr/>
              <p:nvPr/>
            </p:nvSpPr>
            <p:spPr>
              <a:xfrm>
                <a:off x="54038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77" name="타원 3376">
                <a:extLst>
                  <a:ext uri="{FF2B5EF4-FFF2-40B4-BE49-F238E27FC236}">
                    <a16:creationId xmlns:a16="http://schemas.microsoft.com/office/drawing/2014/main" id="{0C397D37-D76D-42D8-A567-4BFDD2131ED3}"/>
                  </a:ext>
                </a:extLst>
              </p:cNvPr>
              <p:cNvSpPr/>
              <p:nvPr/>
            </p:nvSpPr>
            <p:spPr>
              <a:xfrm>
                <a:off x="55562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78" name="타원 3377">
                <a:extLst>
                  <a:ext uri="{FF2B5EF4-FFF2-40B4-BE49-F238E27FC236}">
                    <a16:creationId xmlns:a16="http://schemas.microsoft.com/office/drawing/2014/main" id="{AED410CB-2F44-4FA7-AB4C-432DC4049D8C}"/>
                  </a:ext>
                </a:extLst>
              </p:cNvPr>
              <p:cNvSpPr/>
              <p:nvPr/>
            </p:nvSpPr>
            <p:spPr>
              <a:xfrm>
                <a:off x="5708650" y="527050"/>
                <a:ext cx="18000" cy="1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379" name="직선 연결선 3378">
              <a:extLst>
                <a:ext uri="{FF2B5EF4-FFF2-40B4-BE49-F238E27FC236}">
                  <a16:creationId xmlns:a16="http://schemas.microsoft.com/office/drawing/2014/main" id="{892FBB10-8680-4C22-9E64-3C49ECD821B3}"/>
                </a:ext>
              </a:extLst>
            </p:cNvPr>
            <p:cNvCxnSpPr/>
            <p:nvPr/>
          </p:nvCxnSpPr>
          <p:spPr>
            <a:xfrm>
              <a:off x="28602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0" name="직선 연결선 3379">
              <a:extLst>
                <a:ext uri="{FF2B5EF4-FFF2-40B4-BE49-F238E27FC236}">
                  <a16:creationId xmlns:a16="http://schemas.microsoft.com/office/drawing/2014/main" id="{96305050-44A3-425C-8204-83B2AAF7DEC0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3" name="TextBox 185">
            <a:hlinkClick r:id="rId2"/>
            <a:extLst>
              <a:ext uri="{FF2B5EF4-FFF2-40B4-BE49-F238E27FC236}">
                <a16:creationId xmlns:a16="http://schemas.microsoft.com/office/drawing/2014/main" id="{E8184B4A-3DA6-4FFB-8B45-D0F4E04E7637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84" name="TextBox 186">
            <a:hlinkClick r:id="rId3"/>
            <a:extLst>
              <a:ext uri="{FF2B5EF4-FFF2-40B4-BE49-F238E27FC236}">
                <a16:creationId xmlns:a16="http://schemas.microsoft.com/office/drawing/2014/main" id="{F57D8A44-0653-4023-941F-8DFB5D4E8584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85" name="TextBox 184">
            <a:hlinkClick r:id="rId4"/>
            <a:extLst>
              <a:ext uri="{FF2B5EF4-FFF2-40B4-BE49-F238E27FC236}">
                <a16:creationId xmlns:a16="http://schemas.microsoft.com/office/drawing/2014/main" id="{B92DBC20-1C4F-4E7A-94C3-017D478FB36A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42</cp:revision>
  <dcterms:created xsi:type="dcterms:W3CDTF">2021-10-29T04:43:38Z</dcterms:created>
  <dcterms:modified xsi:type="dcterms:W3CDTF">2021-12-19T08:40:54Z</dcterms:modified>
</cp:coreProperties>
</file>
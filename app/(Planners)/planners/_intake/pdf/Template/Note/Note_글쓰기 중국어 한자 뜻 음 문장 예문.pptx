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7" name="그룹 996">
            <a:extLst>
              <a:ext uri="{FF2B5EF4-FFF2-40B4-BE49-F238E27FC236}">
                <a16:creationId xmlns:a16="http://schemas.microsoft.com/office/drawing/2014/main" id="{4D7DC10A-A089-40C7-AF17-A43A562B155B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998" name="그룹 997">
              <a:extLst>
                <a:ext uri="{FF2B5EF4-FFF2-40B4-BE49-F238E27FC236}">
                  <a16:creationId xmlns:a16="http://schemas.microsoft.com/office/drawing/2014/main" id="{16B8FD93-CDC8-4BEF-9AF6-E0E6A12A65F6}"/>
                </a:ext>
              </a:extLst>
            </p:cNvPr>
            <p:cNvGrpSpPr/>
            <p:nvPr/>
          </p:nvGrpSpPr>
          <p:grpSpPr>
            <a:xfrm>
              <a:off x="230188" y="533400"/>
              <a:ext cx="5472112" cy="927564"/>
              <a:chOff x="230188" y="533400"/>
              <a:chExt cx="5472112" cy="927564"/>
            </a:xfrm>
          </p:grpSpPr>
          <p:cxnSp>
            <p:nvCxnSpPr>
              <p:cNvPr id="1163" name="직선 연결선 1162">
                <a:extLst>
                  <a:ext uri="{FF2B5EF4-FFF2-40B4-BE49-F238E27FC236}">
                    <a16:creationId xmlns:a16="http://schemas.microsoft.com/office/drawing/2014/main" id="{BD4ABDF3-F7CB-401E-816C-D1BFCC16A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4" name="직선 연결선 1163">
                <a:extLst>
                  <a:ext uri="{FF2B5EF4-FFF2-40B4-BE49-F238E27FC236}">
                    <a16:creationId xmlns:a16="http://schemas.microsoft.com/office/drawing/2014/main" id="{4D1E5382-5BB5-45B3-B160-560F0B091E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5" name="직선 연결선 1164">
                <a:extLst>
                  <a:ext uri="{FF2B5EF4-FFF2-40B4-BE49-F238E27FC236}">
                    <a16:creationId xmlns:a16="http://schemas.microsoft.com/office/drawing/2014/main" id="{464D9BA6-EC21-4BDB-8702-2CA294804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6" name="직선 연결선 1165">
                <a:extLst>
                  <a:ext uri="{FF2B5EF4-FFF2-40B4-BE49-F238E27FC236}">
                    <a16:creationId xmlns:a16="http://schemas.microsoft.com/office/drawing/2014/main" id="{B6976DD5-63F3-4206-A6F8-27667FACC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7" name="직선 연결선 1166">
                <a:extLst>
                  <a:ext uri="{FF2B5EF4-FFF2-40B4-BE49-F238E27FC236}">
                    <a16:creationId xmlns:a16="http://schemas.microsoft.com/office/drawing/2014/main" id="{0F3A9F51-92AE-4E0F-953E-1BD800F926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8" name="직선 연결선 1167">
                <a:extLst>
                  <a:ext uri="{FF2B5EF4-FFF2-40B4-BE49-F238E27FC236}">
                    <a16:creationId xmlns:a16="http://schemas.microsoft.com/office/drawing/2014/main" id="{84394797-579F-4499-889D-DD5863B9B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9" name="직선 연결선 1168">
                <a:extLst>
                  <a:ext uri="{FF2B5EF4-FFF2-40B4-BE49-F238E27FC236}">
                    <a16:creationId xmlns:a16="http://schemas.microsoft.com/office/drawing/2014/main" id="{B3DA68BD-FF1A-45D8-8A76-9146C816FD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0" name="직선 연결선 1169">
                <a:extLst>
                  <a:ext uri="{FF2B5EF4-FFF2-40B4-BE49-F238E27FC236}">
                    <a16:creationId xmlns:a16="http://schemas.microsoft.com/office/drawing/2014/main" id="{4F6D9610-83A2-4810-903A-25FCE27C9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1" name="직선 연결선 1170">
                <a:extLst>
                  <a:ext uri="{FF2B5EF4-FFF2-40B4-BE49-F238E27FC236}">
                    <a16:creationId xmlns:a16="http://schemas.microsoft.com/office/drawing/2014/main" id="{06CA90AE-E069-45E3-9479-39F204594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2" name="직선 연결선 1171">
                <a:extLst>
                  <a:ext uri="{FF2B5EF4-FFF2-40B4-BE49-F238E27FC236}">
                    <a16:creationId xmlns:a16="http://schemas.microsoft.com/office/drawing/2014/main" id="{EAA3552D-6763-4851-9AD4-155F405EA4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3" name="직선 연결선 1172">
                <a:extLst>
                  <a:ext uri="{FF2B5EF4-FFF2-40B4-BE49-F238E27FC236}">
                    <a16:creationId xmlns:a16="http://schemas.microsoft.com/office/drawing/2014/main" id="{A514D8B5-72BC-4954-B1C6-CC95966D94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4" name="직선 연결선 1173">
                <a:extLst>
                  <a:ext uri="{FF2B5EF4-FFF2-40B4-BE49-F238E27FC236}">
                    <a16:creationId xmlns:a16="http://schemas.microsoft.com/office/drawing/2014/main" id="{2C92F779-91FF-4E8F-B714-DEEADCFD30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5" name="직선 연결선 1174">
                <a:extLst>
                  <a:ext uri="{FF2B5EF4-FFF2-40B4-BE49-F238E27FC236}">
                    <a16:creationId xmlns:a16="http://schemas.microsoft.com/office/drawing/2014/main" id="{093E296C-323D-4335-80C0-88C1D8D8A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6" name="직선 연결선 1175">
                <a:extLst>
                  <a:ext uri="{FF2B5EF4-FFF2-40B4-BE49-F238E27FC236}">
                    <a16:creationId xmlns:a16="http://schemas.microsoft.com/office/drawing/2014/main" id="{AB3E391A-07DF-49EB-8EF6-5CF8847E61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7" name="직선 연결선 1176">
                <a:extLst>
                  <a:ext uri="{FF2B5EF4-FFF2-40B4-BE49-F238E27FC236}">
                    <a16:creationId xmlns:a16="http://schemas.microsoft.com/office/drawing/2014/main" id="{2D430E6E-BD78-4998-82AB-B3EC9BC287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8" name="직선 연결선 1177">
                <a:extLst>
                  <a:ext uri="{FF2B5EF4-FFF2-40B4-BE49-F238E27FC236}">
                    <a16:creationId xmlns:a16="http://schemas.microsoft.com/office/drawing/2014/main" id="{C17448AB-3F8D-4E0F-99EE-C640E6DFA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9" name="직선 연결선 1178">
                <a:extLst>
                  <a:ext uri="{FF2B5EF4-FFF2-40B4-BE49-F238E27FC236}">
                    <a16:creationId xmlns:a16="http://schemas.microsoft.com/office/drawing/2014/main" id="{0208D2CC-2F2A-4AF0-B503-0CA57EBEFD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0" name="직선 연결선 1179">
                <a:extLst>
                  <a:ext uri="{FF2B5EF4-FFF2-40B4-BE49-F238E27FC236}">
                    <a16:creationId xmlns:a16="http://schemas.microsoft.com/office/drawing/2014/main" id="{A0092C12-5012-4C4C-A915-25BECA081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1" name="직선 연결선 1180">
                <a:extLst>
                  <a:ext uri="{FF2B5EF4-FFF2-40B4-BE49-F238E27FC236}">
                    <a16:creationId xmlns:a16="http://schemas.microsoft.com/office/drawing/2014/main" id="{9EB0108B-1D0E-441C-9929-370187BCCA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2" name="직선 연결선 1181">
                <a:extLst>
                  <a:ext uri="{FF2B5EF4-FFF2-40B4-BE49-F238E27FC236}">
                    <a16:creationId xmlns:a16="http://schemas.microsoft.com/office/drawing/2014/main" id="{025499C3-3E48-433E-867F-B1DE361661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3" name="직선 연결선 1182">
                <a:extLst>
                  <a:ext uri="{FF2B5EF4-FFF2-40B4-BE49-F238E27FC236}">
                    <a16:creationId xmlns:a16="http://schemas.microsoft.com/office/drawing/2014/main" id="{E80C3778-0285-44E0-A238-94E4B06B1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4" name="직선 연결선 1183">
                <a:extLst>
                  <a:ext uri="{FF2B5EF4-FFF2-40B4-BE49-F238E27FC236}">
                    <a16:creationId xmlns:a16="http://schemas.microsoft.com/office/drawing/2014/main" id="{C970354E-DBAE-4D39-B615-8CB9A2929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5" name="직선 연결선 1184">
                <a:extLst>
                  <a:ext uri="{FF2B5EF4-FFF2-40B4-BE49-F238E27FC236}">
                    <a16:creationId xmlns:a16="http://schemas.microsoft.com/office/drawing/2014/main" id="{1AB0BDB6-2966-4540-A503-A5E78D49B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6" name="직선 연결선 1185">
                <a:extLst>
                  <a:ext uri="{FF2B5EF4-FFF2-40B4-BE49-F238E27FC236}">
                    <a16:creationId xmlns:a16="http://schemas.microsoft.com/office/drawing/2014/main" id="{0C467364-1437-4947-B8FD-7DD89E14A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7" name="직선 연결선 1186">
                <a:extLst>
                  <a:ext uri="{FF2B5EF4-FFF2-40B4-BE49-F238E27FC236}">
                    <a16:creationId xmlns:a16="http://schemas.microsoft.com/office/drawing/2014/main" id="{C21594EB-4AC9-4404-A5FE-32379344C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8" name="직선 연결선 1187">
                <a:extLst>
                  <a:ext uri="{FF2B5EF4-FFF2-40B4-BE49-F238E27FC236}">
                    <a16:creationId xmlns:a16="http://schemas.microsoft.com/office/drawing/2014/main" id="{527B6562-389A-4266-912C-D7784C23D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999" name="그룹 998">
              <a:extLst>
                <a:ext uri="{FF2B5EF4-FFF2-40B4-BE49-F238E27FC236}">
                  <a16:creationId xmlns:a16="http://schemas.microsoft.com/office/drawing/2014/main" id="{8BC0FB0D-93F7-4FD1-9BCA-1029C2DE96F9}"/>
                </a:ext>
              </a:extLst>
            </p:cNvPr>
            <p:cNvGrpSpPr/>
            <p:nvPr/>
          </p:nvGrpSpPr>
          <p:grpSpPr>
            <a:xfrm>
              <a:off x="230188" y="1536887"/>
              <a:ext cx="5472112" cy="927564"/>
              <a:chOff x="230188" y="533400"/>
              <a:chExt cx="5472112" cy="927564"/>
            </a:xfrm>
          </p:grpSpPr>
          <p:cxnSp>
            <p:nvCxnSpPr>
              <p:cNvPr id="1137" name="직선 연결선 1136">
                <a:extLst>
                  <a:ext uri="{FF2B5EF4-FFF2-40B4-BE49-F238E27FC236}">
                    <a16:creationId xmlns:a16="http://schemas.microsoft.com/office/drawing/2014/main" id="{CD0E2C12-B130-4DC1-9428-3417165DB3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8" name="직선 연결선 1137">
                <a:extLst>
                  <a:ext uri="{FF2B5EF4-FFF2-40B4-BE49-F238E27FC236}">
                    <a16:creationId xmlns:a16="http://schemas.microsoft.com/office/drawing/2014/main" id="{FA0AE68B-A12B-4920-B3FB-4D85546DF6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9" name="직선 연결선 1138">
                <a:extLst>
                  <a:ext uri="{FF2B5EF4-FFF2-40B4-BE49-F238E27FC236}">
                    <a16:creationId xmlns:a16="http://schemas.microsoft.com/office/drawing/2014/main" id="{35B94933-1B5C-4643-9DF3-A3B68D387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0" name="직선 연결선 1139">
                <a:extLst>
                  <a:ext uri="{FF2B5EF4-FFF2-40B4-BE49-F238E27FC236}">
                    <a16:creationId xmlns:a16="http://schemas.microsoft.com/office/drawing/2014/main" id="{BF4C8688-140E-437F-9814-6F6B8D48E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1" name="직선 연결선 1140">
                <a:extLst>
                  <a:ext uri="{FF2B5EF4-FFF2-40B4-BE49-F238E27FC236}">
                    <a16:creationId xmlns:a16="http://schemas.microsoft.com/office/drawing/2014/main" id="{741889D3-0358-45AD-A7E5-26704B4DA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2" name="직선 연결선 1141">
                <a:extLst>
                  <a:ext uri="{FF2B5EF4-FFF2-40B4-BE49-F238E27FC236}">
                    <a16:creationId xmlns:a16="http://schemas.microsoft.com/office/drawing/2014/main" id="{CE001ECF-E641-4444-88E0-10141949E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3" name="직선 연결선 1142">
                <a:extLst>
                  <a:ext uri="{FF2B5EF4-FFF2-40B4-BE49-F238E27FC236}">
                    <a16:creationId xmlns:a16="http://schemas.microsoft.com/office/drawing/2014/main" id="{96C82D34-EC13-4C0A-9D4A-34856C0E5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4" name="직선 연결선 1143">
                <a:extLst>
                  <a:ext uri="{FF2B5EF4-FFF2-40B4-BE49-F238E27FC236}">
                    <a16:creationId xmlns:a16="http://schemas.microsoft.com/office/drawing/2014/main" id="{2BE74454-4EC0-4FC0-8539-F21E74520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5" name="직선 연결선 1144">
                <a:extLst>
                  <a:ext uri="{FF2B5EF4-FFF2-40B4-BE49-F238E27FC236}">
                    <a16:creationId xmlns:a16="http://schemas.microsoft.com/office/drawing/2014/main" id="{A6164400-329A-4C9E-9DB2-1B64C4D9F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6" name="직선 연결선 1145">
                <a:extLst>
                  <a:ext uri="{FF2B5EF4-FFF2-40B4-BE49-F238E27FC236}">
                    <a16:creationId xmlns:a16="http://schemas.microsoft.com/office/drawing/2014/main" id="{A1F545CB-D9F6-490D-B30B-47A091E53E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7" name="직선 연결선 1146">
                <a:extLst>
                  <a:ext uri="{FF2B5EF4-FFF2-40B4-BE49-F238E27FC236}">
                    <a16:creationId xmlns:a16="http://schemas.microsoft.com/office/drawing/2014/main" id="{6370348A-A2D0-4AC5-827E-EDBE18CB0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8" name="직선 연결선 1147">
                <a:extLst>
                  <a:ext uri="{FF2B5EF4-FFF2-40B4-BE49-F238E27FC236}">
                    <a16:creationId xmlns:a16="http://schemas.microsoft.com/office/drawing/2014/main" id="{C025E0BE-C5BC-4DCD-82AB-3FF7FE38B0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9" name="직선 연결선 1148">
                <a:extLst>
                  <a:ext uri="{FF2B5EF4-FFF2-40B4-BE49-F238E27FC236}">
                    <a16:creationId xmlns:a16="http://schemas.microsoft.com/office/drawing/2014/main" id="{88555152-AC99-45A3-B14B-30CB633F6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0" name="직선 연결선 1149">
                <a:extLst>
                  <a:ext uri="{FF2B5EF4-FFF2-40B4-BE49-F238E27FC236}">
                    <a16:creationId xmlns:a16="http://schemas.microsoft.com/office/drawing/2014/main" id="{4515CBF2-CC11-4B8A-8F9C-FA4140B78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1" name="직선 연결선 1150">
                <a:extLst>
                  <a:ext uri="{FF2B5EF4-FFF2-40B4-BE49-F238E27FC236}">
                    <a16:creationId xmlns:a16="http://schemas.microsoft.com/office/drawing/2014/main" id="{FC7495DC-6BC1-4F75-9588-35B033F427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2" name="직선 연결선 1151">
                <a:extLst>
                  <a:ext uri="{FF2B5EF4-FFF2-40B4-BE49-F238E27FC236}">
                    <a16:creationId xmlns:a16="http://schemas.microsoft.com/office/drawing/2014/main" id="{72F560CD-5C30-47AA-86C9-17BDD97AC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3" name="직선 연결선 1152">
                <a:extLst>
                  <a:ext uri="{FF2B5EF4-FFF2-40B4-BE49-F238E27FC236}">
                    <a16:creationId xmlns:a16="http://schemas.microsoft.com/office/drawing/2014/main" id="{5CE256F5-B1ED-4801-89B5-72175B7AD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4" name="직선 연결선 1153">
                <a:extLst>
                  <a:ext uri="{FF2B5EF4-FFF2-40B4-BE49-F238E27FC236}">
                    <a16:creationId xmlns:a16="http://schemas.microsoft.com/office/drawing/2014/main" id="{09FC0C99-2263-4CBA-A9CA-20EEBB74EF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5" name="직선 연결선 1154">
                <a:extLst>
                  <a:ext uri="{FF2B5EF4-FFF2-40B4-BE49-F238E27FC236}">
                    <a16:creationId xmlns:a16="http://schemas.microsoft.com/office/drawing/2014/main" id="{A4D0DF22-8315-4A53-B916-64E85C4107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6" name="직선 연결선 1155">
                <a:extLst>
                  <a:ext uri="{FF2B5EF4-FFF2-40B4-BE49-F238E27FC236}">
                    <a16:creationId xmlns:a16="http://schemas.microsoft.com/office/drawing/2014/main" id="{A6DE98C6-50E6-4E22-A657-35D75F048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7" name="직선 연결선 1156">
                <a:extLst>
                  <a:ext uri="{FF2B5EF4-FFF2-40B4-BE49-F238E27FC236}">
                    <a16:creationId xmlns:a16="http://schemas.microsoft.com/office/drawing/2014/main" id="{6FB9C7FD-84F5-465D-8664-C82CB9977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8" name="직선 연결선 1157">
                <a:extLst>
                  <a:ext uri="{FF2B5EF4-FFF2-40B4-BE49-F238E27FC236}">
                    <a16:creationId xmlns:a16="http://schemas.microsoft.com/office/drawing/2014/main" id="{DB646DC1-E307-4DC3-AF70-F2EB55107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9" name="직선 연결선 1158">
                <a:extLst>
                  <a:ext uri="{FF2B5EF4-FFF2-40B4-BE49-F238E27FC236}">
                    <a16:creationId xmlns:a16="http://schemas.microsoft.com/office/drawing/2014/main" id="{F5B57073-0CC3-4D40-8F84-46AE38F3C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0" name="직선 연결선 1159">
                <a:extLst>
                  <a:ext uri="{FF2B5EF4-FFF2-40B4-BE49-F238E27FC236}">
                    <a16:creationId xmlns:a16="http://schemas.microsoft.com/office/drawing/2014/main" id="{85D5C13E-6116-43C0-A233-583FB6590A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1" name="직선 연결선 1160">
                <a:extLst>
                  <a:ext uri="{FF2B5EF4-FFF2-40B4-BE49-F238E27FC236}">
                    <a16:creationId xmlns:a16="http://schemas.microsoft.com/office/drawing/2014/main" id="{A411D715-1457-4310-8401-93E020826C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2" name="직선 연결선 1161">
                <a:extLst>
                  <a:ext uri="{FF2B5EF4-FFF2-40B4-BE49-F238E27FC236}">
                    <a16:creationId xmlns:a16="http://schemas.microsoft.com/office/drawing/2014/main" id="{4155E62A-4E33-48B7-9BA9-7E5CEC031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00" name="그룹 999">
              <a:extLst>
                <a:ext uri="{FF2B5EF4-FFF2-40B4-BE49-F238E27FC236}">
                  <a16:creationId xmlns:a16="http://schemas.microsoft.com/office/drawing/2014/main" id="{8EB62370-12F1-4E9E-9AE3-9F8206BF1A7F}"/>
                </a:ext>
              </a:extLst>
            </p:cNvPr>
            <p:cNvGrpSpPr/>
            <p:nvPr/>
          </p:nvGrpSpPr>
          <p:grpSpPr>
            <a:xfrm>
              <a:off x="230188" y="2540374"/>
              <a:ext cx="5472112" cy="927564"/>
              <a:chOff x="230188" y="533400"/>
              <a:chExt cx="5472112" cy="927564"/>
            </a:xfrm>
          </p:grpSpPr>
          <p:cxnSp>
            <p:nvCxnSpPr>
              <p:cNvPr id="1111" name="직선 연결선 1110">
                <a:extLst>
                  <a:ext uri="{FF2B5EF4-FFF2-40B4-BE49-F238E27FC236}">
                    <a16:creationId xmlns:a16="http://schemas.microsoft.com/office/drawing/2014/main" id="{49EBF453-324E-435E-AD2F-248AD5309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2" name="직선 연결선 1111">
                <a:extLst>
                  <a:ext uri="{FF2B5EF4-FFF2-40B4-BE49-F238E27FC236}">
                    <a16:creationId xmlns:a16="http://schemas.microsoft.com/office/drawing/2014/main" id="{376F7BE8-9006-4E55-9FAF-9083F54FB8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3" name="직선 연결선 1112">
                <a:extLst>
                  <a:ext uri="{FF2B5EF4-FFF2-40B4-BE49-F238E27FC236}">
                    <a16:creationId xmlns:a16="http://schemas.microsoft.com/office/drawing/2014/main" id="{B00F8C3A-50AC-4B08-9E0A-CDB17BDA4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4" name="직선 연결선 1113">
                <a:extLst>
                  <a:ext uri="{FF2B5EF4-FFF2-40B4-BE49-F238E27FC236}">
                    <a16:creationId xmlns:a16="http://schemas.microsoft.com/office/drawing/2014/main" id="{5E76FC1A-7C43-43AA-AAFA-2C33D4FA8E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5" name="직선 연결선 1114">
                <a:extLst>
                  <a:ext uri="{FF2B5EF4-FFF2-40B4-BE49-F238E27FC236}">
                    <a16:creationId xmlns:a16="http://schemas.microsoft.com/office/drawing/2014/main" id="{0A0705A3-21AF-4DBC-8DBB-060E178A17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6" name="직선 연결선 1115">
                <a:extLst>
                  <a:ext uri="{FF2B5EF4-FFF2-40B4-BE49-F238E27FC236}">
                    <a16:creationId xmlns:a16="http://schemas.microsoft.com/office/drawing/2014/main" id="{2B79DED4-788A-4D2C-A41A-2752881A29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7" name="직선 연결선 1116">
                <a:extLst>
                  <a:ext uri="{FF2B5EF4-FFF2-40B4-BE49-F238E27FC236}">
                    <a16:creationId xmlns:a16="http://schemas.microsoft.com/office/drawing/2014/main" id="{4F818EDF-271A-472F-9A4B-C97FF9696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8" name="직선 연결선 1117">
                <a:extLst>
                  <a:ext uri="{FF2B5EF4-FFF2-40B4-BE49-F238E27FC236}">
                    <a16:creationId xmlns:a16="http://schemas.microsoft.com/office/drawing/2014/main" id="{6961D806-FF62-4C6C-8399-56B5ECFA4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9" name="직선 연결선 1118">
                <a:extLst>
                  <a:ext uri="{FF2B5EF4-FFF2-40B4-BE49-F238E27FC236}">
                    <a16:creationId xmlns:a16="http://schemas.microsoft.com/office/drawing/2014/main" id="{E5E2FC88-BB78-47F3-98D8-D1DA3AC92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0" name="직선 연결선 1119">
                <a:extLst>
                  <a:ext uri="{FF2B5EF4-FFF2-40B4-BE49-F238E27FC236}">
                    <a16:creationId xmlns:a16="http://schemas.microsoft.com/office/drawing/2014/main" id="{A6323D10-917F-46E2-91EF-F547427766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1" name="직선 연결선 1120">
                <a:extLst>
                  <a:ext uri="{FF2B5EF4-FFF2-40B4-BE49-F238E27FC236}">
                    <a16:creationId xmlns:a16="http://schemas.microsoft.com/office/drawing/2014/main" id="{3E7EE1F2-A3CC-4D2F-99E5-8CA1C8CB3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2" name="직선 연결선 1121">
                <a:extLst>
                  <a:ext uri="{FF2B5EF4-FFF2-40B4-BE49-F238E27FC236}">
                    <a16:creationId xmlns:a16="http://schemas.microsoft.com/office/drawing/2014/main" id="{7E9B882F-2562-4A9E-914B-7D37BF50D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3" name="직선 연결선 1122">
                <a:extLst>
                  <a:ext uri="{FF2B5EF4-FFF2-40B4-BE49-F238E27FC236}">
                    <a16:creationId xmlns:a16="http://schemas.microsoft.com/office/drawing/2014/main" id="{7D7A4910-5B76-4A1E-9606-9CF6FEEC97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4" name="직선 연결선 1123">
                <a:extLst>
                  <a:ext uri="{FF2B5EF4-FFF2-40B4-BE49-F238E27FC236}">
                    <a16:creationId xmlns:a16="http://schemas.microsoft.com/office/drawing/2014/main" id="{8BF3DC57-9EEF-4E67-B1F8-0B4AD1C85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5" name="직선 연결선 1124">
                <a:extLst>
                  <a:ext uri="{FF2B5EF4-FFF2-40B4-BE49-F238E27FC236}">
                    <a16:creationId xmlns:a16="http://schemas.microsoft.com/office/drawing/2014/main" id="{6ECB68DB-C619-4300-8D21-675019464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6" name="직선 연결선 1125">
                <a:extLst>
                  <a:ext uri="{FF2B5EF4-FFF2-40B4-BE49-F238E27FC236}">
                    <a16:creationId xmlns:a16="http://schemas.microsoft.com/office/drawing/2014/main" id="{2CC36EC7-F8E0-4561-A479-DD99A59F55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7" name="직선 연결선 1126">
                <a:extLst>
                  <a:ext uri="{FF2B5EF4-FFF2-40B4-BE49-F238E27FC236}">
                    <a16:creationId xmlns:a16="http://schemas.microsoft.com/office/drawing/2014/main" id="{A918145C-7D43-471E-8E1C-DD37F660C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8" name="직선 연결선 1127">
                <a:extLst>
                  <a:ext uri="{FF2B5EF4-FFF2-40B4-BE49-F238E27FC236}">
                    <a16:creationId xmlns:a16="http://schemas.microsoft.com/office/drawing/2014/main" id="{D8557A6E-6890-4578-8E00-764315A2B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29" name="직선 연결선 1128">
                <a:extLst>
                  <a:ext uri="{FF2B5EF4-FFF2-40B4-BE49-F238E27FC236}">
                    <a16:creationId xmlns:a16="http://schemas.microsoft.com/office/drawing/2014/main" id="{0C8B0050-2249-40B4-84F3-9A06C9ABF8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0" name="직선 연결선 1129">
                <a:extLst>
                  <a:ext uri="{FF2B5EF4-FFF2-40B4-BE49-F238E27FC236}">
                    <a16:creationId xmlns:a16="http://schemas.microsoft.com/office/drawing/2014/main" id="{B99C690B-2458-4A1A-AF3F-0FF7534BF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1" name="직선 연결선 1130">
                <a:extLst>
                  <a:ext uri="{FF2B5EF4-FFF2-40B4-BE49-F238E27FC236}">
                    <a16:creationId xmlns:a16="http://schemas.microsoft.com/office/drawing/2014/main" id="{91CCC9D8-23B3-4120-BCE8-180B6BE32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2" name="직선 연결선 1131">
                <a:extLst>
                  <a:ext uri="{FF2B5EF4-FFF2-40B4-BE49-F238E27FC236}">
                    <a16:creationId xmlns:a16="http://schemas.microsoft.com/office/drawing/2014/main" id="{E906E6BD-1578-4D30-B513-C0BFEA0DB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3" name="직선 연결선 1132">
                <a:extLst>
                  <a:ext uri="{FF2B5EF4-FFF2-40B4-BE49-F238E27FC236}">
                    <a16:creationId xmlns:a16="http://schemas.microsoft.com/office/drawing/2014/main" id="{0DC0E12A-5977-4748-8940-830EAAD932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4" name="직선 연결선 1133">
                <a:extLst>
                  <a:ext uri="{FF2B5EF4-FFF2-40B4-BE49-F238E27FC236}">
                    <a16:creationId xmlns:a16="http://schemas.microsoft.com/office/drawing/2014/main" id="{E1DE727A-8025-401E-B0F5-5A2A8BFAAB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5" name="직선 연결선 1134">
                <a:extLst>
                  <a:ext uri="{FF2B5EF4-FFF2-40B4-BE49-F238E27FC236}">
                    <a16:creationId xmlns:a16="http://schemas.microsoft.com/office/drawing/2014/main" id="{15069923-BAAB-41C8-8AD8-456B4E8BB7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36" name="직선 연결선 1135">
                <a:extLst>
                  <a:ext uri="{FF2B5EF4-FFF2-40B4-BE49-F238E27FC236}">
                    <a16:creationId xmlns:a16="http://schemas.microsoft.com/office/drawing/2014/main" id="{36875355-FB85-4A6E-B043-32DA2298AF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01" name="그룹 1000">
              <a:extLst>
                <a:ext uri="{FF2B5EF4-FFF2-40B4-BE49-F238E27FC236}">
                  <a16:creationId xmlns:a16="http://schemas.microsoft.com/office/drawing/2014/main" id="{00EC5957-0947-4D05-B4F9-E9BE8D9817B8}"/>
                </a:ext>
              </a:extLst>
            </p:cNvPr>
            <p:cNvGrpSpPr/>
            <p:nvPr/>
          </p:nvGrpSpPr>
          <p:grpSpPr>
            <a:xfrm>
              <a:off x="230188" y="3543861"/>
              <a:ext cx="5472112" cy="927564"/>
              <a:chOff x="230188" y="533400"/>
              <a:chExt cx="5472112" cy="927564"/>
            </a:xfrm>
          </p:grpSpPr>
          <p:cxnSp>
            <p:nvCxnSpPr>
              <p:cNvPr id="1085" name="직선 연결선 1084">
                <a:extLst>
                  <a:ext uri="{FF2B5EF4-FFF2-40B4-BE49-F238E27FC236}">
                    <a16:creationId xmlns:a16="http://schemas.microsoft.com/office/drawing/2014/main" id="{528D6D02-CA16-45FE-BB0F-5C3440B75E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6" name="직선 연결선 1085">
                <a:extLst>
                  <a:ext uri="{FF2B5EF4-FFF2-40B4-BE49-F238E27FC236}">
                    <a16:creationId xmlns:a16="http://schemas.microsoft.com/office/drawing/2014/main" id="{31815CA5-C738-4FBB-A82C-382683DA0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7" name="직선 연결선 1086">
                <a:extLst>
                  <a:ext uri="{FF2B5EF4-FFF2-40B4-BE49-F238E27FC236}">
                    <a16:creationId xmlns:a16="http://schemas.microsoft.com/office/drawing/2014/main" id="{1A5FB346-7C31-4CA4-8A34-08CEE272F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8" name="직선 연결선 1087">
                <a:extLst>
                  <a:ext uri="{FF2B5EF4-FFF2-40B4-BE49-F238E27FC236}">
                    <a16:creationId xmlns:a16="http://schemas.microsoft.com/office/drawing/2014/main" id="{939D0C2B-069D-4A9D-B7A5-4FDC44C94D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9" name="직선 연결선 1088">
                <a:extLst>
                  <a:ext uri="{FF2B5EF4-FFF2-40B4-BE49-F238E27FC236}">
                    <a16:creationId xmlns:a16="http://schemas.microsoft.com/office/drawing/2014/main" id="{D995407B-35D1-468F-9065-8FF90C726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0" name="직선 연결선 1089">
                <a:extLst>
                  <a:ext uri="{FF2B5EF4-FFF2-40B4-BE49-F238E27FC236}">
                    <a16:creationId xmlns:a16="http://schemas.microsoft.com/office/drawing/2014/main" id="{A60DD389-DA0A-4DB3-B8C4-83B316DC2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1" name="직선 연결선 1090">
                <a:extLst>
                  <a:ext uri="{FF2B5EF4-FFF2-40B4-BE49-F238E27FC236}">
                    <a16:creationId xmlns:a16="http://schemas.microsoft.com/office/drawing/2014/main" id="{0CF8BB0D-780B-4F18-89CD-1EC6840BBC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2" name="직선 연결선 1091">
                <a:extLst>
                  <a:ext uri="{FF2B5EF4-FFF2-40B4-BE49-F238E27FC236}">
                    <a16:creationId xmlns:a16="http://schemas.microsoft.com/office/drawing/2014/main" id="{E154B405-4720-44E0-8B34-609834D89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3" name="직선 연결선 1092">
                <a:extLst>
                  <a:ext uri="{FF2B5EF4-FFF2-40B4-BE49-F238E27FC236}">
                    <a16:creationId xmlns:a16="http://schemas.microsoft.com/office/drawing/2014/main" id="{00BDA271-F529-4303-8199-468BFF0EE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4" name="직선 연결선 1093">
                <a:extLst>
                  <a:ext uri="{FF2B5EF4-FFF2-40B4-BE49-F238E27FC236}">
                    <a16:creationId xmlns:a16="http://schemas.microsoft.com/office/drawing/2014/main" id="{A7C84BAC-1348-4C67-98B1-E6C893560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5" name="직선 연결선 1094">
                <a:extLst>
                  <a:ext uri="{FF2B5EF4-FFF2-40B4-BE49-F238E27FC236}">
                    <a16:creationId xmlns:a16="http://schemas.microsoft.com/office/drawing/2014/main" id="{E64F77D0-B103-4CE5-AA2F-C23C90C1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6" name="직선 연결선 1095">
                <a:extLst>
                  <a:ext uri="{FF2B5EF4-FFF2-40B4-BE49-F238E27FC236}">
                    <a16:creationId xmlns:a16="http://schemas.microsoft.com/office/drawing/2014/main" id="{3701DA5A-BED9-42C1-A9BC-6D1F60EE8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7" name="직선 연결선 1096">
                <a:extLst>
                  <a:ext uri="{FF2B5EF4-FFF2-40B4-BE49-F238E27FC236}">
                    <a16:creationId xmlns:a16="http://schemas.microsoft.com/office/drawing/2014/main" id="{6D7BFBD5-9EE3-4290-90E3-849FFB5DC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8" name="직선 연결선 1097">
                <a:extLst>
                  <a:ext uri="{FF2B5EF4-FFF2-40B4-BE49-F238E27FC236}">
                    <a16:creationId xmlns:a16="http://schemas.microsoft.com/office/drawing/2014/main" id="{F9937A6C-3D0A-4C01-9D66-9C62FB3E54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9" name="직선 연결선 1098">
                <a:extLst>
                  <a:ext uri="{FF2B5EF4-FFF2-40B4-BE49-F238E27FC236}">
                    <a16:creationId xmlns:a16="http://schemas.microsoft.com/office/drawing/2014/main" id="{4D3F28E2-1B11-4228-B877-61F34D60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0" name="직선 연결선 1099">
                <a:extLst>
                  <a:ext uri="{FF2B5EF4-FFF2-40B4-BE49-F238E27FC236}">
                    <a16:creationId xmlns:a16="http://schemas.microsoft.com/office/drawing/2014/main" id="{F5CCA489-A1CE-4409-8C31-B5DFEBFA8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1" name="직선 연결선 1100">
                <a:extLst>
                  <a:ext uri="{FF2B5EF4-FFF2-40B4-BE49-F238E27FC236}">
                    <a16:creationId xmlns:a16="http://schemas.microsoft.com/office/drawing/2014/main" id="{B70787E5-21AF-42CA-84D0-256BB9203C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2" name="직선 연결선 1101">
                <a:extLst>
                  <a:ext uri="{FF2B5EF4-FFF2-40B4-BE49-F238E27FC236}">
                    <a16:creationId xmlns:a16="http://schemas.microsoft.com/office/drawing/2014/main" id="{3CD832C8-B468-4A2E-89D9-15C4F57CD0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3" name="직선 연결선 1102">
                <a:extLst>
                  <a:ext uri="{FF2B5EF4-FFF2-40B4-BE49-F238E27FC236}">
                    <a16:creationId xmlns:a16="http://schemas.microsoft.com/office/drawing/2014/main" id="{6C2DA8DF-FB81-4222-A3D8-A4060F0BE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4" name="직선 연결선 1103">
                <a:extLst>
                  <a:ext uri="{FF2B5EF4-FFF2-40B4-BE49-F238E27FC236}">
                    <a16:creationId xmlns:a16="http://schemas.microsoft.com/office/drawing/2014/main" id="{B4BD6850-C1C1-4A34-BF91-09387E06C1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5" name="직선 연결선 1104">
                <a:extLst>
                  <a:ext uri="{FF2B5EF4-FFF2-40B4-BE49-F238E27FC236}">
                    <a16:creationId xmlns:a16="http://schemas.microsoft.com/office/drawing/2014/main" id="{435C6B64-4C93-42C7-A73C-D629EBF6A2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6" name="직선 연결선 1105">
                <a:extLst>
                  <a:ext uri="{FF2B5EF4-FFF2-40B4-BE49-F238E27FC236}">
                    <a16:creationId xmlns:a16="http://schemas.microsoft.com/office/drawing/2014/main" id="{4822E745-3E66-49B7-AB9F-91F2FE01E7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7" name="직선 연결선 1106">
                <a:extLst>
                  <a:ext uri="{FF2B5EF4-FFF2-40B4-BE49-F238E27FC236}">
                    <a16:creationId xmlns:a16="http://schemas.microsoft.com/office/drawing/2014/main" id="{FFC21B0C-91A2-4DD9-9E98-1187DD8588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8" name="직선 연결선 1107">
                <a:extLst>
                  <a:ext uri="{FF2B5EF4-FFF2-40B4-BE49-F238E27FC236}">
                    <a16:creationId xmlns:a16="http://schemas.microsoft.com/office/drawing/2014/main" id="{09E289F9-4D4C-4442-9895-850048AF7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09" name="직선 연결선 1108">
                <a:extLst>
                  <a:ext uri="{FF2B5EF4-FFF2-40B4-BE49-F238E27FC236}">
                    <a16:creationId xmlns:a16="http://schemas.microsoft.com/office/drawing/2014/main" id="{C69E430C-E76E-4D64-9A9A-99BC948AE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10" name="직선 연결선 1109">
                <a:extLst>
                  <a:ext uri="{FF2B5EF4-FFF2-40B4-BE49-F238E27FC236}">
                    <a16:creationId xmlns:a16="http://schemas.microsoft.com/office/drawing/2014/main" id="{90FE1170-FC60-4CA6-BEA8-10BD64124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02" name="그룹 1001">
              <a:extLst>
                <a:ext uri="{FF2B5EF4-FFF2-40B4-BE49-F238E27FC236}">
                  <a16:creationId xmlns:a16="http://schemas.microsoft.com/office/drawing/2014/main" id="{92755B16-B5EA-4040-8770-C0774336F0EB}"/>
                </a:ext>
              </a:extLst>
            </p:cNvPr>
            <p:cNvGrpSpPr/>
            <p:nvPr/>
          </p:nvGrpSpPr>
          <p:grpSpPr>
            <a:xfrm>
              <a:off x="230188" y="4547348"/>
              <a:ext cx="5472112" cy="927564"/>
              <a:chOff x="230188" y="533400"/>
              <a:chExt cx="5472112" cy="927564"/>
            </a:xfrm>
          </p:grpSpPr>
          <p:cxnSp>
            <p:nvCxnSpPr>
              <p:cNvPr id="1059" name="직선 연결선 1058">
                <a:extLst>
                  <a:ext uri="{FF2B5EF4-FFF2-40B4-BE49-F238E27FC236}">
                    <a16:creationId xmlns:a16="http://schemas.microsoft.com/office/drawing/2014/main" id="{1AD4CC4A-B53D-46EB-ABDC-5841D21D0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0" name="직선 연결선 1059">
                <a:extLst>
                  <a:ext uri="{FF2B5EF4-FFF2-40B4-BE49-F238E27FC236}">
                    <a16:creationId xmlns:a16="http://schemas.microsoft.com/office/drawing/2014/main" id="{060E9448-6F17-4E38-B185-F6A268472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1" name="직선 연결선 1060">
                <a:extLst>
                  <a:ext uri="{FF2B5EF4-FFF2-40B4-BE49-F238E27FC236}">
                    <a16:creationId xmlns:a16="http://schemas.microsoft.com/office/drawing/2014/main" id="{DFF7953B-789F-4761-B304-1BF93D34B8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2" name="직선 연결선 1061">
                <a:extLst>
                  <a:ext uri="{FF2B5EF4-FFF2-40B4-BE49-F238E27FC236}">
                    <a16:creationId xmlns:a16="http://schemas.microsoft.com/office/drawing/2014/main" id="{8B5AA684-B64F-4C15-81CB-28E6190AB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3" name="직선 연결선 1062">
                <a:extLst>
                  <a:ext uri="{FF2B5EF4-FFF2-40B4-BE49-F238E27FC236}">
                    <a16:creationId xmlns:a16="http://schemas.microsoft.com/office/drawing/2014/main" id="{AA305634-D0FB-4C30-A0C1-F5532817F5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4" name="직선 연결선 1063">
                <a:extLst>
                  <a:ext uri="{FF2B5EF4-FFF2-40B4-BE49-F238E27FC236}">
                    <a16:creationId xmlns:a16="http://schemas.microsoft.com/office/drawing/2014/main" id="{724FA63D-2971-49DB-8AE4-C0B23E05D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5" name="직선 연결선 1064">
                <a:extLst>
                  <a:ext uri="{FF2B5EF4-FFF2-40B4-BE49-F238E27FC236}">
                    <a16:creationId xmlns:a16="http://schemas.microsoft.com/office/drawing/2014/main" id="{E2FB6C0B-3FEB-4109-97EF-0000ADFC8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6" name="직선 연결선 1065">
                <a:extLst>
                  <a:ext uri="{FF2B5EF4-FFF2-40B4-BE49-F238E27FC236}">
                    <a16:creationId xmlns:a16="http://schemas.microsoft.com/office/drawing/2014/main" id="{45BF238C-52BD-4875-ADC0-81F79AF694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7" name="직선 연결선 1066">
                <a:extLst>
                  <a:ext uri="{FF2B5EF4-FFF2-40B4-BE49-F238E27FC236}">
                    <a16:creationId xmlns:a16="http://schemas.microsoft.com/office/drawing/2014/main" id="{06F67529-6457-423B-879B-4DCA074CB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8" name="직선 연결선 1067">
                <a:extLst>
                  <a:ext uri="{FF2B5EF4-FFF2-40B4-BE49-F238E27FC236}">
                    <a16:creationId xmlns:a16="http://schemas.microsoft.com/office/drawing/2014/main" id="{5174D7FD-9DD5-4383-96AA-3D7019AF9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9" name="직선 연결선 1068">
                <a:extLst>
                  <a:ext uri="{FF2B5EF4-FFF2-40B4-BE49-F238E27FC236}">
                    <a16:creationId xmlns:a16="http://schemas.microsoft.com/office/drawing/2014/main" id="{93875F96-06D5-4687-B9A9-29319C017E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0" name="직선 연결선 1069">
                <a:extLst>
                  <a:ext uri="{FF2B5EF4-FFF2-40B4-BE49-F238E27FC236}">
                    <a16:creationId xmlns:a16="http://schemas.microsoft.com/office/drawing/2014/main" id="{9443BFBE-177F-40E3-9AFF-2DBF16B0F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1" name="직선 연결선 1070">
                <a:extLst>
                  <a:ext uri="{FF2B5EF4-FFF2-40B4-BE49-F238E27FC236}">
                    <a16:creationId xmlns:a16="http://schemas.microsoft.com/office/drawing/2014/main" id="{EB157C2C-8D63-4F30-B783-676591306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2" name="직선 연결선 1071">
                <a:extLst>
                  <a:ext uri="{FF2B5EF4-FFF2-40B4-BE49-F238E27FC236}">
                    <a16:creationId xmlns:a16="http://schemas.microsoft.com/office/drawing/2014/main" id="{2DAC3ED3-54D4-46CA-AA7B-049FCCF03E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3" name="직선 연결선 1072">
                <a:extLst>
                  <a:ext uri="{FF2B5EF4-FFF2-40B4-BE49-F238E27FC236}">
                    <a16:creationId xmlns:a16="http://schemas.microsoft.com/office/drawing/2014/main" id="{0B998646-F7DF-4C9E-9FE1-9BE8DCD92A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4" name="직선 연결선 1073">
                <a:extLst>
                  <a:ext uri="{FF2B5EF4-FFF2-40B4-BE49-F238E27FC236}">
                    <a16:creationId xmlns:a16="http://schemas.microsoft.com/office/drawing/2014/main" id="{BD6E49E8-DF5B-4064-89F7-9BEB0E3838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5" name="직선 연결선 1074">
                <a:extLst>
                  <a:ext uri="{FF2B5EF4-FFF2-40B4-BE49-F238E27FC236}">
                    <a16:creationId xmlns:a16="http://schemas.microsoft.com/office/drawing/2014/main" id="{D83DDD26-2ED0-4B8F-AB4E-C89CDE573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6" name="직선 연결선 1075">
                <a:extLst>
                  <a:ext uri="{FF2B5EF4-FFF2-40B4-BE49-F238E27FC236}">
                    <a16:creationId xmlns:a16="http://schemas.microsoft.com/office/drawing/2014/main" id="{6B5CDFC0-D998-49B9-9489-7313F5483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7" name="직선 연결선 1076">
                <a:extLst>
                  <a:ext uri="{FF2B5EF4-FFF2-40B4-BE49-F238E27FC236}">
                    <a16:creationId xmlns:a16="http://schemas.microsoft.com/office/drawing/2014/main" id="{35E99075-A6F7-49EA-A0BF-C34D6ECB75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8" name="직선 연결선 1077">
                <a:extLst>
                  <a:ext uri="{FF2B5EF4-FFF2-40B4-BE49-F238E27FC236}">
                    <a16:creationId xmlns:a16="http://schemas.microsoft.com/office/drawing/2014/main" id="{9BCA1801-E6F4-437E-80EF-8E8924D65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9" name="직선 연결선 1078">
                <a:extLst>
                  <a:ext uri="{FF2B5EF4-FFF2-40B4-BE49-F238E27FC236}">
                    <a16:creationId xmlns:a16="http://schemas.microsoft.com/office/drawing/2014/main" id="{A16C5281-D1EE-4CBA-8FAA-23C821D5E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0" name="직선 연결선 1079">
                <a:extLst>
                  <a:ext uri="{FF2B5EF4-FFF2-40B4-BE49-F238E27FC236}">
                    <a16:creationId xmlns:a16="http://schemas.microsoft.com/office/drawing/2014/main" id="{9AC20F76-7F3D-4E7C-A52C-C42BFC8A8C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1" name="직선 연결선 1080">
                <a:extLst>
                  <a:ext uri="{FF2B5EF4-FFF2-40B4-BE49-F238E27FC236}">
                    <a16:creationId xmlns:a16="http://schemas.microsoft.com/office/drawing/2014/main" id="{AB692D30-57AB-4157-B299-579DFE62E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2" name="직선 연결선 1081">
                <a:extLst>
                  <a:ext uri="{FF2B5EF4-FFF2-40B4-BE49-F238E27FC236}">
                    <a16:creationId xmlns:a16="http://schemas.microsoft.com/office/drawing/2014/main" id="{0EFB7FBF-5C75-4771-AF66-76D7F6781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3" name="직선 연결선 1082">
                <a:extLst>
                  <a:ext uri="{FF2B5EF4-FFF2-40B4-BE49-F238E27FC236}">
                    <a16:creationId xmlns:a16="http://schemas.microsoft.com/office/drawing/2014/main" id="{300CFA92-007C-400E-A348-4F24B3FF7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4" name="직선 연결선 1083">
                <a:extLst>
                  <a:ext uri="{FF2B5EF4-FFF2-40B4-BE49-F238E27FC236}">
                    <a16:creationId xmlns:a16="http://schemas.microsoft.com/office/drawing/2014/main" id="{53BD1DC5-0C42-44E4-A4D8-E51167147F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03" name="그룹 1002">
              <a:extLst>
                <a:ext uri="{FF2B5EF4-FFF2-40B4-BE49-F238E27FC236}">
                  <a16:creationId xmlns:a16="http://schemas.microsoft.com/office/drawing/2014/main" id="{E387499D-A461-4A72-ADCC-E161883DFA4A}"/>
                </a:ext>
              </a:extLst>
            </p:cNvPr>
            <p:cNvGrpSpPr/>
            <p:nvPr/>
          </p:nvGrpSpPr>
          <p:grpSpPr>
            <a:xfrm>
              <a:off x="230188" y="5550835"/>
              <a:ext cx="5472112" cy="927564"/>
              <a:chOff x="230188" y="533400"/>
              <a:chExt cx="5472112" cy="927564"/>
            </a:xfrm>
          </p:grpSpPr>
          <p:cxnSp>
            <p:nvCxnSpPr>
              <p:cNvPr id="1033" name="직선 연결선 1032">
                <a:extLst>
                  <a:ext uri="{FF2B5EF4-FFF2-40B4-BE49-F238E27FC236}">
                    <a16:creationId xmlns:a16="http://schemas.microsoft.com/office/drawing/2014/main" id="{B290A19C-11E1-4D38-8CEE-AAF403FBF5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4" name="직선 연결선 1033">
                <a:extLst>
                  <a:ext uri="{FF2B5EF4-FFF2-40B4-BE49-F238E27FC236}">
                    <a16:creationId xmlns:a16="http://schemas.microsoft.com/office/drawing/2014/main" id="{DBA3FB2F-D713-43CB-98A8-206A421FA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5" name="직선 연결선 1034">
                <a:extLst>
                  <a:ext uri="{FF2B5EF4-FFF2-40B4-BE49-F238E27FC236}">
                    <a16:creationId xmlns:a16="http://schemas.microsoft.com/office/drawing/2014/main" id="{A6C80A30-C7B2-467A-B6BA-9674DD81F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6" name="직선 연결선 1035">
                <a:extLst>
                  <a:ext uri="{FF2B5EF4-FFF2-40B4-BE49-F238E27FC236}">
                    <a16:creationId xmlns:a16="http://schemas.microsoft.com/office/drawing/2014/main" id="{4D2080A0-07FD-4463-A5BB-F625D4FEBC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7" name="직선 연결선 1036">
                <a:extLst>
                  <a:ext uri="{FF2B5EF4-FFF2-40B4-BE49-F238E27FC236}">
                    <a16:creationId xmlns:a16="http://schemas.microsoft.com/office/drawing/2014/main" id="{EE83CD03-39CF-450E-94FE-BC5BAE5187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8" name="직선 연결선 1037">
                <a:extLst>
                  <a:ext uri="{FF2B5EF4-FFF2-40B4-BE49-F238E27FC236}">
                    <a16:creationId xmlns:a16="http://schemas.microsoft.com/office/drawing/2014/main" id="{9D6FF1A3-3B81-43F6-ADA6-A91A1894A5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9" name="직선 연결선 1038">
                <a:extLst>
                  <a:ext uri="{FF2B5EF4-FFF2-40B4-BE49-F238E27FC236}">
                    <a16:creationId xmlns:a16="http://schemas.microsoft.com/office/drawing/2014/main" id="{8F8A46DF-E4F0-405A-9B35-03C56080B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0" name="직선 연결선 1039">
                <a:extLst>
                  <a:ext uri="{FF2B5EF4-FFF2-40B4-BE49-F238E27FC236}">
                    <a16:creationId xmlns:a16="http://schemas.microsoft.com/office/drawing/2014/main" id="{878C444D-BDDB-4109-A124-C444E5366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1" name="직선 연결선 1040">
                <a:extLst>
                  <a:ext uri="{FF2B5EF4-FFF2-40B4-BE49-F238E27FC236}">
                    <a16:creationId xmlns:a16="http://schemas.microsoft.com/office/drawing/2014/main" id="{4D1259DA-423C-463A-94E6-8D5EF5A05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2" name="직선 연결선 1041">
                <a:extLst>
                  <a:ext uri="{FF2B5EF4-FFF2-40B4-BE49-F238E27FC236}">
                    <a16:creationId xmlns:a16="http://schemas.microsoft.com/office/drawing/2014/main" id="{8B6FDADE-0A0C-4028-A7BA-127C79B97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3" name="직선 연결선 1042">
                <a:extLst>
                  <a:ext uri="{FF2B5EF4-FFF2-40B4-BE49-F238E27FC236}">
                    <a16:creationId xmlns:a16="http://schemas.microsoft.com/office/drawing/2014/main" id="{D326FACC-3E18-413F-B453-9EC3E7BE1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4" name="직선 연결선 1043">
                <a:extLst>
                  <a:ext uri="{FF2B5EF4-FFF2-40B4-BE49-F238E27FC236}">
                    <a16:creationId xmlns:a16="http://schemas.microsoft.com/office/drawing/2014/main" id="{933A3124-0040-444D-B229-FF6DDF233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5" name="직선 연결선 1044">
                <a:extLst>
                  <a:ext uri="{FF2B5EF4-FFF2-40B4-BE49-F238E27FC236}">
                    <a16:creationId xmlns:a16="http://schemas.microsoft.com/office/drawing/2014/main" id="{20ECF00A-1825-4432-BEEF-3D5A373B4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6" name="직선 연결선 1045">
                <a:extLst>
                  <a:ext uri="{FF2B5EF4-FFF2-40B4-BE49-F238E27FC236}">
                    <a16:creationId xmlns:a16="http://schemas.microsoft.com/office/drawing/2014/main" id="{1C209B3F-A87F-4799-B2A0-F76E7AA2C6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7" name="직선 연결선 1046">
                <a:extLst>
                  <a:ext uri="{FF2B5EF4-FFF2-40B4-BE49-F238E27FC236}">
                    <a16:creationId xmlns:a16="http://schemas.microsoft.com/office/drawing/2014/main" id="{8A68925B-D97F-483C-9F07-F344347687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8" name="직선 연결선 1047">
                <a:extLst>
                  <a:ext uri="{FF2B5EF4-FFF2-40B4-BE49-F238E27FC236}">
                    <a16:creationId xmlns:a16="http://schemas.microsoft.com/office/drawing/2014/main" id="{1314B3AD-321F-46BD-8AC3-10F6EE5E0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9" name="직선 연결선 1048">
                <a:extLst>
                  <a:ext uri="{FF2B5EF4-FFF2-40B4-BE49-F238E27FC236}">
                    <a16:creationId xmlns:a16="http://schemas.microsoft.com/office/drawing/2014/main" id="{1FADAD2A-8367-41F2-9040-F90D0C017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0" name="직선 연결선 1049">
                <a:extLst>
                  <a:ext uri="{FF2B5EF4-FFF2-40B4-BE49-F238E27FC236}">
                    <a16:creationId xmlns:a16="http://schemas.microsoft.com/office/drawing/2014/main" id="{C2AD0B41-A692-4779-BEAB-F9F780488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1" name="직선 연결선 1050">
                <a:extLst>
                  <a:ext uri="{FF2B5EF4-FFF2-40B4-BE49-F238E27FC236}">
                    <a16:creationId xmlns:a16="http://schemas.microsoft.com/office/drawing/2014/main" id="{F28AD3B1-8B01-4155-B6E4-538438D19A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2" name="직선 연결선 1051">
                <a:extLst>
                  <a:ext uri="{FF2B5EF4-FFF2-40B4-BE49-F238E27FC236}">
                    <a16:creationId xmlns:a16="http://schemas.microsoft.com/office/drawing/2014/main" id="{716DE548-E08D-49F8-B277-42338AC24F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3" name="직선 연결선 1052">
                <a:extLst>
                  <a:ext uri="{FF2B5EF4-FFF2-40B4-BE49-F238E27FC236}">
                    <a16:creationId xmlns:a16="http://schemas.microsoft.com/office/drawing/2014/main" id="{75A54C9F-A968-4F7C-BD37-A48670ED4E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4" name="직선 연결선 1053">
                <a:extLst>
                  <a:ext uri="{FF2B5EF4-FFF2-40B4-BE49-F238E27FC236}">
                    <a16:creationId xmlns:a16="http://schemas.microsoft.com/office/drawing/2014/main" id="{1494AF1F-238A-46EF-8B7B-9122D66DA5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5" name="직선 연결선 1054">
                <a:extLst>
                  <a:ext uri="{FF2B5EF4-FFF2-40B4-BE49-F238E27FC236}">
                    <a16:creationId xmlns:a16="http://schemas.microsoft.com/office/drawing/2014/main" id="{B08E717A-741F-4C3B-8CCC-E703C60B1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6" name="직선 연결선 1055">
                <a:extLst>
                  <a:ext uri="{FF2B5EF4-FFF2-40B4-BE49-F238E27FC236}">
                    <a16:creationId xmlns:a16="http://schemas.microsoft.com/office/drawing/2014/main" id="{27D8315C-6B8E-42CB-9EAB-4AD253AB91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7" name="직선 연결선 1056">
                <a:extLst>
                  <a:ext uri="{FF2B5EF4-FFF2-40B4-BE49-F238E27FC236}">
                    <a16:creationId xmlns:a16="http://schemas.microsoft.com/office/drawing/2014/main" id="{50F032CA-EEA8-4798-8980-47FC26471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8" name="직선 연결선 1057">
                <a:extLst>
                  <a:ext uri="{FF2B5EF4-FFF2-40B4-BE49-F238E27FC236}">
                    <a16:creationId xmlns:a16="http://schemas.microsoft.com/office/drawing/2014/main" id="{90C5BAEE-1A19-49D7-B1DC-758CC0802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004" name="그룹 1003">
              <a:extLst>
                <a:ext uri="{FF2B5EF4-FFF2-40B4-BE49-F238E27FC236}">
                  <a16:creationId xmlns:a16="http://schemas.microsoft.com/office/drawing/2014/main" id="{E1063077-ED0C-48EC-9126-8D431C6D4ECE}"/>
                </a:ext>
              </a:extLst>
            </p:cNvPr>
            <p:cNvGrpSpPr/>
            <p:nvPr/>
          </p:nvGrpSpPr>
          <p:grpSpPr>
            <a:xfrm>
              <a:off x="230188" y="6554324"/>
              <a:ext cx="5472112" cy="927564"/>
              <a:chOff x="230188" y="533400"/>
              <a:chExt cx="5472112" cy="927564"/>
            </a:xfrm>
          </p:grpSpPr>
          <p:cxnSp>
            <p:nvCxnSpPr>
              <p:cNvPr id="1007" name="직선 연결선 1006">
                <a:extLst>
                  <a:ext uri="{FF2B5EF4-FFF2-40B4-BE49-F238E27FC236}">
                    <a16:creationId xmlns:a16="http://schemas.microsoft.com/office/drawing/2014/main" id="{9713FAD6-BC6B-49F4-AC80-D3BAB20DC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8" name="직선 연결선 1007">
                <a:extLst>
                  <a:ext uri="{FF2B5EF4-FFF2-40B4-BE49-F238E27FC236}">
                    <a16:creationId xmlns:a16="http://schemas.microsoft.com/office/drawing/2014/main" id="{7B6BB66C-00DD-4DC7-BACA-F7BF8A2C4A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9" name="직선 연결선 1008">
                <a:extLst>
                  <a:ext uri="{FF2B5EF4-FFF2-40B4-BE49-F238E27FC236}">
                    <a16:creationId xmlns:a16="http://schemas.microsoft.com/office/drawing/2014/main" id="{F5E073A5-7380-449E-A7BB-BF56C3B0B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0" name="직선 연결선 1009">
                <a:extLst>
                  <a:ext uri="{FF2B5EF4-FFF2-40B4-BE49-F238E27FC236}">
                    <a16:creationId xmlns:a16="http://schemas.microsoft.com/office/drawing/2014/main" id="{F5FAE8A2-58D4-45F9-9B87-AD74359BCD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1" name="직선 연결선 1010">
                <a:extLst>
                  <a:ext uri="{FF2B5EF4-FFF2-40B4-BE49-F238E27FC236}">
                    <a16:creationId xmlns:a16="http://schemas.microsoft.com/office/drawing/2014/main" id="{2CE07D61-6E93-4F78-90A0-786066602B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2" name="직선 연결선 1011">
                <a:extLst>
                  <a:ext uri="{FF2B5EF4-FFF2-40B4-BE49-F238E27FC236}">
                    <a16:creationId xmlns:a16="http://schemas.microsoft.com/office/drawing/2014/main" id="{CF69F49E-085E-4564-8FD1-C01F29690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3" name="직선 연결선 1012">
                <a:extLst>
                  <a:ext uri="{FF2B5EF4-FFF2-40B4-BE49-F238E27FC236}">
                    <a16:creationId xmlns:a16="http://schemas.microsoft.com/office/drawing/2014/main" id="{4A4FDC74-8FF3-43C9-B4C2-1355EC8F1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4" name="직선 연결선 1013">
                <a:extLst>
                  <a:ext uri="{FF2B5EF4-FFF2-40B4-BE49-F238E27FC236}">
                    <a16:creationId xmlns:a16="http://schemas.microsoft.com/office/drawing/2014/main" id="{48561C7A-A3E9-4594-A03F-E233A0F3C3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5" name="직선 연결선 1014">
                <a:extLst>
                  <a:ext uri="{FF2B5EF4-FFF2-40B4-BE49-F238E27FC236}">
                    <a16:creationId xmlns:a16="http://schemas.microsoft.com/office/drawing/2014/main" id="{92FC3C37-16A4-4E37-B83B-7684A36DF0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6" name="직선 연결선 1015">
                <a:extLst>
                  <a:ext uri="{FF2B5EF4-FFF2-40B4-BE49-F238E27FC236}">
                    <a16:creationId xmlns:a16="http://schemas.microsoft.com/office/drawing/2014/main" id="{D1CA3F50-677A-46FB-B3B5-63DD6DE418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7" name="직선 연결선 1016">
                <a:extLst>
                  <a:ext uri="{FF2B5EF4-FFF2-40B4-BE49-F238E27FC236}">
                    <a16:creationId xmlns:a16="http://schemas.microsoft.com/office/drawing/2014/main" id="{EF7367B5-AA79-421F-A2D6-0DEC5541A6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8" name="직선 연결선 1017">
                <a:extLst>
                  <a:ext uri="{FF2B5EF4-FFF2-40B4-BE49-F238E27FC236}">
                    <a16:creationId xmlns:a16="http://schemas.microsoft.com/office/drawing/2014/main" id="{36268635-B686-4A76-9373-F19CC607D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9" name="직선 연결선 1018">
                <a:extLst>
                  <a:ext uri="{FF2B5EF4-FFF2-40B4-BE49-F238E27FC236}">
                    <a16:creationId xmlns:a16="http://schemas.microsoft.com/office/drawing/2014/main" id="{182F6390-F2F1-4275-987E-88DD0CD06E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0"/>
                <a:ext cx="0" cy="927564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0" name="직선 연결선 1019">
                <a:extLst>
                  <a:ext uri="{FF2B5EF4-FFF2-40B4-BE49-F238E27FC236}">
                    <a16:creationId xmlns:a16="http://schemas.microsoft.com/office/drawing/2014/main" id="{00261743-0662-442A-B75C-4584C78A1B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1" name="직선 연결선 1020">
                <a:extLst>
                  <a:ext uri="{FF2B5EF4-FFF2-40B4-BE49-F238E27FC236}">
                    <a16:creationId xmlns:a16="http://schemas.microsoft.com/office/drawing/2014/main" id="{41B5CE71-E4CB-42F7-94FB-00AB809D7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460963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2" name="직선 연결선 1021">
                <a:extLst>
                  <a:ext uri="{FF2B5EF4-FFF2-40B4-BE49-F238E27FC236}">
                    <a16:creationId xmlns:a16="http://schemas.microsoft.com/office/drawing/2014/main" id="{DB9C09DB-40A2-4B81-8CB6-78A44A1EAB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3" name="직선 연결선 1022">
                <a:extLst>
                  <a:ext uri="{FF2B5EF4-FFF2-40B4-BE49-F238E27FC236}">
                    <a16:creationId xmlns:a16="http://schemas.microsoft.com/office/drawing/2014/main" id="{0BDC354D-34A7-4A45-A479-941A4F96B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4" name="직선 연결선 1023">
                <a:extLst>
                  <a:ext uri="{FF2B5EF4-FFF2-40B4-BE49-F238E27FC236}">
                    <a16:creationId xmlns:a16="http://schemas.microsoft.com/office/drawing/2014/main" id="{4B3B3019-457C-4843-8C10-A5BA7E1E2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5" name="직선 연결선 1024">
                <a:extLst>
                  <a:ext uri="{FF2B5EF4-FFF2-40B4-BE49-F238E27FC236}">
                    <a16:creationId xmlns:a16="http://schemas.microsoft.com/office/drawing/2014/main" id="{EE1B5E5A-AF90-49C9-8A1A-746837425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6" name="직선 연결선 1025">
                <a:extLst>
                  <a:ext uri="{FF2B5EF4-FFF2-40B4-BE49-F238E27FC236}">
                    <a16:creationId xmlns:a16="http://schemas.microsoft.com/office/drawing/2014/main" id="{92835E63-ED6C-4854-86B1-0FC1B0F02A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7" name="직선 연결선 1026">
                <a:extLst>
                  <a:ext uri="{FF2B5EF4-FFF2-40B4-BE49-F238E27FC236}">
                    <a16:creationId xmlns:a16="http://schemas.microsoft.com/office/drawing/2014/main" id="{6547EA81-2F78-4242-A554-480F225989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8" name="직선 연결선 1027">
                <a:extLst>
                  <a:ext uri="{FF2B5EF4-FFF2-40B4-BE49-F238E27FC236}">
                    <a16:creationId xmlns:a16="http://schemas.microsoft.com/office/drawing/2014/main" id="{0E36157C-18C3-4834-90D8-2EE7414088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9" name="직선 연결선 1028">
                <a:extLst>
                  <a:ext uri="{FF2B5EF4-FFF2-40B4-BE49-F238E27FC236}">
                    <a16:creationId xmlns:a16="http://schemas.microsoft.com/office/drawing/2014/main" id="{09ED644D-44BD-4D93-8E5C-EF5DA5C954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0" name="직선 연결선 1029">
                <a:extLst>
                  <a:ext uri="{FF2B5EF4-FFF2-40B4-BE49-F238E27FC236}">
                    <a16:creationId xmlns:a16="http://schemas.microsoft.com/office/drawing/2014/main" id="{D24BB9A5-2091-446A-9BBB-89DFAA886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1" name="직선 연결선 1030">
                <a:extLst>
                  <a:ext uri="{FF2B5EF4-FFF2-40B4-BE49-F238E27FC236}">
                    <a16:creationId xmlns:a16="http://schemas.microsoft.com/office/drawing/2014/main" id="{034367B6-68B2-4C8A-BC7D-B41313E7C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2" name="직선 연결선 1031">
                <a:extLst>
                  <a:ext uri="{FF2B5EF4-FFF2-40B4-BE49-F238E27FC236}">
                    <a16:creationId xmlns:a16="http://schemas.microsoft.com/office/drawing/2014/main" id="{7FCAA1C6-C2C7-4791-9A1C-4EE624403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005" name="직선 연결선 1004">
              <a:extLst>
                <a:ext uri="{FF2B5EF4-FFF2-40B4-BE49-F238E27FC236}">
                  <a16:creationId xmlns:a16="http://schemas.microsoft.com/office/drawing/2014/main" id="{4A2255E9-9678-420D-A44B-4A14EADE5EA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직선 연결선 1005">
              <a:extLst>
                <a:ext uri="{FF2B5EF4-FFF2-40B4-BE49-F238E27FC236}">
                  <a16:creationId xmlns:a16="http://schemas.microsoft.com/office/drawing/2014/main" id="{478B18BF-C9EB-4208-9CA2-8B9D08FCEAEF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TextBox 194">
            <a:hlinkClick r:id="rId2"/>
            <a:extLst>
              <a:ext uri="{FF2B5EF4-FFF2-40B4-BE49-F238E27FC236}">
                <a16:creationId xmlns:a16="http://schemas.microsoft.com/office/drawing/2014/main" id="{D4F3F329-D4AF-4511-9261-33052E3CDCE6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6" name="TextBox 195">
            <a:hlinkClick r:id="rId3"/>
            <a:extLst>
              <a:ext uri="{FF2B5EF4-FFF2-40B4-BE49-F238E27FC236}">
                <a16:creationId xmlns:a16="http://schemas.microsoft.com/office/drawing/2014/main" id="{E7F0D5BC-1B47-494F-969E-DAB218612557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7" name="TextBox 184">
            <a:hlinkClick r:id="rId4"/>
            <a:extLst>
              <a:ext uri="{FF2B5EF4-FFF2-40B4-BE49-F238E27FC236}">
                <a16:creationId xmlns:a16="http://schemas.microsoft.com/office/drawing/2014/main" id="{4D5E9B4C-FB62-4101-958E-5712196327A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56</cp:revision>
  <dcterms:created xsi:type="dcterms:W3CDTF">2021-10-29T04:43:38Z</dcterms:created>
  <dcterms:modified xsi:type="dcterms:W3CDTF">2021-12-19T07:52:46Z</dcterms:modified>
</cp:coreProperties>
</file>
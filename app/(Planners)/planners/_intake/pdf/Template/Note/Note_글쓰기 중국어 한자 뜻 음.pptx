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0" name="그룹 759">
            <a:extLst>
              <a:ext uri="{FF2B5EF4-FFF2-40B4-BE49-F238E27FC236}">
                <a16:creationId xmlns:a16="http://schemas.microsoft.com/office/drawing/2014/main" id="{6A9F4FBD-8B0D-4D4C-9CEF-A3A023FB5A0C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761" name="그룹 760">
              <a:extLst>
                <a:ext uri="{FF2B5EF4-FFF2-40B4-BE49-F238E27FC236}">
                  <a16:creationId xmlns:a16="http://schemas.microsoft.com/office/drawing/2014/main" id="{4659CFEE-DF68-4B9C-B0DA-E1014BC9AADD}"/>
                </a:ext>
              </a:extLst>
            </p:cNvPr>
            <p:cNvGrpSpPr/>
            <p:nvPr/>
          </p:nvGrpSpPr>
          <p:grpSpPr>
            <a:xfrm>
              <a:off x="230188" y="533401"/>
              <a:ext cx="5472112" cy="703890"/>
              <a:chOff x="230188" y="533401"/>
              <a:chExt cx="5472112" cy="703890"/>
            </a:xfrm>
          </p:grpSpPr>
          <p:cxnSp>
            <p:nvCxnSpPr>
              <p:cNvPr id="972" name="직선 연결선 971">
                <a:extLst>
                  <a:ext uri="{FF2B5EF4-FFF2-40B4-BE49-F238E27FC236}">
                    <a16:creationId xmlns:a16="http://schemas.microsoft.com/office/drawing/2014/main" id="{BD20F8CB-2CF1-4727-BD45-D1FDC74A2A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3" name="직선 연결선 972">
                <a:extLst>
                  <a:ext uri="{FF2B5EF4-FFF2-40B4-BE49-F238E27FC236}">
                    <a16:creationId xmlns:a16="http://schemas.microsoft.com/office/drawing/2014/main" id="{6F496022-33C6-49A9-AA5F-5ED91407BC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4" name="직선 연결선 973">
                <a:extLst>
                  <a:ext uri="{FF2B5EF4-FFF2-40B4-BE49-F238E27FC236}">
                    <a16:creationId xmlns:a16="http://schemas.microsoft.com/office/drawing/2014/main" id="{318E7326-A14D-47A3-A0A0-9FA754727E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5" name="직선 연결선 974">
                <a:extLst>
                  <a:ext uri="{FF2B5EF4-FFF2-40B4-BE49-F238E27FC236}">
                    <a16:creationId xmlns:a16="http://schemas.microsoft.com/office/drawing/2014/main" id="{278FE5CE-E4F8-4080-920B-54C178FE308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6" name="직선 연결선 975">
                <a:extLst>
                  <a:ext uri="{FF2B5EF4-FFF2-40B4-BE49-F238E27FC236}">
                    <a16:creationId xmlns:a16="http://schemas.microsoft.com/office/drawing/2014/main" id="{CC8D6756-489F-4244-B33D-EB54418764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7" name="직선 연결선 976">
                <a:extLst>
                  <a:ext uri="{FF2B5EF4-FFF2-40B4-BE49-F238E27FC236}">
                    <a16:creationId xmlns:a16="http://schemas.microsoft.com/office/drawing/2014/main" id="{8CE2C5EB-0A58-4432-AAB5-56F1F226A3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8" name="직선 연결선 977">
                <a:extLst>
                  <a:ext uri="{FF2B5EF4-FFF2-40B4-BE49-F238E27FC236}">
                    <a16:creationId xmlns:a16="http://schemas.microsoft.com/office/drawing/2014/main" id="{50710C47-3ACE-41EB-87D5-15014EED4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9" name="직선 연결선 978">
                <a:extLst>
                  <a:ext uri="{FF2B5EF4-FFF2-40B4-BE49-F238E27FC236}">
                    <a16:creationId xmlns:a16="http://schemas.microsoft.com/office/drawing/2014/main" id="{4391142F-E470-494B-AA43-D30FB44360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0" name="직선 연결선 979">
                <a:extLst>
                  <a:ext uri="{FF2B5EF4-FFF2-40B4-BE49-F238E27FC236}">
                    <a16:creationId xmlns:a16="http://schemas.microsoft.com/office/drawing/2014/main" id="{36CDEEB5-38C5-4990-9DC6-13A945A2A2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1" name="직선 연결선 980">
                <a:extLst>
                  <a:ext uri="{FF2B5EF4-FFF2-40B4-BE49-F238E27FC236}">
                    <a16:creationId xmlns:a16="http://schemas.microsoft.com/office/drawing/2014/main" id="{27F08446-2FAB-4941-8047-CDA894D0F5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2" name="직선 연결선 981">
                <a:extLst>
                  <a:ext uri="{FF2B5EF4-FFF2-40B4-BE49-F238E27FC236}">
                    <a16:creationId xmlns:a16="http://schemas.microsoft.com/office/drawing/2014/main" id="{5F8720D4-EBBE-4D85-B85D-4F532326E8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3" name="직선 연결선 982">
                <a:extLst>
                  <a:ext uri="{FF2B5EF4-FFF2-40B4-BE49-F238E27FC236}">
                    <a16:creationId xmlns:a16="http://schemas.microsoft.com/office/drawing/2014/main" id="{F14231C3-A1CE-4944-BBA1-B702B66C8A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4" name="직선 연결선 983">
                <a:extLst>
                  <a:ext uri="{FF2B5EF4-FFF2-40B4-BE49-F238E27FC236}">
                    <a16:creationId xmlns:a16="http://schemas.microsoft.com/office/drawing/2014/main" id="{3615D431-0C8A-4D14-97EC-946DA038C6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5" name="직선 연결선 984">
                <a:extLst>
                  <a:ext uri="{FF2B5EF4-FFF2-40B4-BE49-F238E27FC236}">
                    <a16:creationId xmlns:a16="http://schemas.microsoft.com/office/drawing/2014/main" id="{8C48A638-A29D-416F-AA60-97502EBE52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6" name="직선 연결선 985">
                <a:extLst>
                  <a:ext uri="{FF2B5EF4-FFF2-40B4-BE49-F238E27FC236}">
                    <a16:creationId xmlns:a16="http://schemas.microsoft.com/office/drawing/2014/main" id="{1AEB17CA-E6DE-41D4-9A99-B3A8DD9E18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7" name="직선 연결선 986">
                <a:extLst>
                  <a:ext uri="{FF2B5EF4-FFF2-40B4-BE49-F238E27FC236}">
                    <a16:creationId xmlns:a16="http://schemas.microsoft.com/office/drawing/2014/main" id="{382339C7-7233-48D6-8B59-6C7F58EB54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8" name="직선 연결선 987">
                <a:extLst>
                  <a:ext uri="{FF2B5EF4-FFF2-40B4-BE49-F238E27FC236}">
                    <a16:creationId xmlns:a16="http://schemas.microsoft.com/office/drawing/2014/main" id="{016BFABE-753A-4419-A980-87D3661802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89" name="직선 연결선 988">
                <a:extLst>
                  <a:ext uri="{FF2B5EF4-FFF2-40B4-BE49-F238E27FC236}">
                    <a16:creationId xmlns:a16="http://schemas.microsoft.com/office/drawing/2014/main" id="{12E123EA-BBC9-4DD9-885C-59ACE2E394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0" name="직선 연결선 989">
                <a:extLst>
                  <a:ext uri="{FF2B5EF4-FFF2-40B4-BE49-F238E27FC236}">
                    <a16:creationId xmlns:a16="http://schemas.microsoft.com/office/drawing/2014/main" id="{95A775F2-BADE-43D5-8723-6AF9BC4367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1" name="직선 연결선 990">
                <a:extLst>
                  <a:ext uri="{FF2B5EF4-FFF2-40B4-BE49-F238E27FC236}">
                    <a16:creationId xmlns:a16="http://schemas.microsoft.com/office/drawing/2014/main" id="{40EADB4A-4942-4991-89FC-31A819FFD8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2" name="직선 연결선 991">
                <a:extLst>
                  <a:ext uri="{FF2B5EF4-FFF2-40B4-BE49-F238E27FC236}">
                    <a16:creationId xmlns:a16="http://schemas.microsoft.com/office/drawing/2014/main" id="{A0044009-65DA-4B35-8CE0-38BFEF3C97C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3" name="직선 연결선 992">
                <a:extLst>
                  <a:ext uri="{FF2B5EF4-FFF2-40B4-BE49-F238E27FC236}">
                    <a16:creationId xmlns:a16="http://schemas.microsoft.com/office/drawing/2014/main" id="{96DD5197-EC16-4CD7-AAD0-C1A0D14FB5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4" name="직선 연결선 993">
                <a:extLst>
                  <a:ext uri="{FF2B5EF4-FFF2-40B4-BE49-F238E27FC236}">
                    <a16:creationId xmlns:a16="http://schemas.microsoft.com/office/drawing/2014/main" id="{4D3BBDA0-F071-49C7-9CBC-FF196E8659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5" name="직선 연결선 994">
                <a:extLst>
                  <a:ext uri="{FF2B5EF4-FFF2-40B4-BE49-F238E27FC236}">
                    <a16:creationId xmlns:a16="http://schemas.microsoft.com/office/drawing/2014/main" id="{5B2F6A0D-3911-4D93-BB3B-8ADB959C1A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96" name="직선 연결선 995">
                <a:extLst>
                  <a:ext uri="{FF2B5EF4-FFF2-40B4-BE49-F238E27FC236}">
                    <a16:creationId xmlns:a16="http://schemas.microsoft.com/office/drawing/2014/main" id="{B71891AB-5728-473E-8C4D-174188F15F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62" name="그룹 761">
              <a:extLst>
                <a:ext uri="{FF2B5EF4-FFF2-40B4-BE49-F238E27FC236}">
                  <a16:creationId xmlns:a16="http://schemas.microsoft.com/office/drawing/2014/main" id="{E473647C-57AA-4D69-A938-602B2C3E8685}"/>
                </a:ext>
              </a:extLst>
            </p:cNvPr>
            <p:cNvGrpSpPr/>
            <p:nvPr/>
          </p:nvGrpSpPr>
          <p:grpSpPr>
            <a:xfrm>
              <a:off x="230188" y="1313976"/>
              <a:ext cx="5472112" cy="703890"/>
              <a:chOff x="230188" y="533401"/>
              <a:chExt cx="5472112" cy="703890"/>
            </a:xfrm>
          </p:grpSpPr>
          <p:cxnSp>
            <p:nvCxnSpPr>
              <p:cNvPr id="947" name="직선 연결선 946">
                <a:extLst>
                  <a:ext uri="{FF2B5EF4-FFF2-40B4-BE49-F238E27FC236}">
                    <a16:creationId xmlns:a16="http://schemas.microsoft.com/office/drawing/2014/main" id="{80C4F638-A382-4F99-AE39-70BD1F3C19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8" name="직선 연결선 947">
                <a:extLst>
                  <a:ext uri="{FF2B5EF4-FFF2-40B4-BE49-F238E27FC236}">
                    <a16:creationId xmlns:a16="http://schemas.microsoft.com/office/drawing/2014/main" id="{1859CD53-570D-4427-8C9C-1704464A56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9" name="직선 연결선 948">
                <a:extLst>
                  <a:ext uri="{FF2B5EF4-FFF2-40B4-BE49-F238E27FC236}">
                    <a16:creationId xmlns:a16="http://schemas.microsoft.com/office/drawing/2014/main" id="{B22BDC02-E299-40E3-8744-AC788805C6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0" name="직선 연결선 949">
                <a:extLst>
                  <a:ext uri="{FF2B5EF4-FFF2-40B4-BE49-F238E27FC236}">
                    <a16:creationId xmlns:a16="http://schemas.microsoft.com/office/drawing/2014/main" id="{94C116E6-8546-4670-A2F9-1EA07A19EB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1" name="직선 연결선 950">
                <a:extLst>
                  <a:ext uri="{FF2B5EF4-FFF2-40B4-BE49-F238E27FC236}">
                    <a16:creationId xmlns:a16="http://schemas.microsoft.com/office/drawing/2014/main" id="{871B9CFD-B1E8-4524-A14E-645F437BFC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2" name="직선 연결선 951">
                <a:extLst>
                  <a:ext uri="{FF2B5EF4-FFF2-40B4-BE49-F238E27FC236}">
                    <a16:creationId xmlns:a16="http://schemas.microsoft.com/office/drawing/2014/main" id="{B6E5F6DB-40B2-4677-A31D-8B83407331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3" name="직선 연결선 952">
                <a:extLst>
                  <a:ext uri="{FF2B5EF4-FFF2-40B4-BE49-F238E27FC236}">
                    <a16:creationId xmlns:a16="http://schemas.microsoft.com/office/drawing/2014/main" id="{F1DD6AF3-B9EA-4B8F-9112-B4A616CAE6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4" name="직선 연결선 953">
                <a:extLst>
                  <a:ext uri="{FF2B5EF4-FFF2-40B4-BE49-F238E27FC236}">
                    <a16:creationId xmlns:a16="http://schemas.microsoft.com/office/drawing/2014/main" id="{3A8ECFC1-F071-47A3-8AE2-0CD95A9D6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5" name="직선 연결선 954">
                <a:extLst>
                  <a:ext uri="{FF2B5EF4-FFF2-40B4-BE49-F238E27FC236}">
                    <a16:creationId xmlns:a16="http://schemas.microsoft.com/office/drawing/2014/main" id="{642F8D7E-A2C4-4E6A-974C-A44A5EC5A9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6" name="직선 연결선 955">
                <a:extLst>
                  <a:ext uri="{FF2B5EF4-FFF2-40B4-BE49-F238E27FC236}">
                    <a16:creationId xmlns:a16="http://schemas.microsoft.com/office/drawing/2014/main" id="{3E0910C3-3E4F-4E07-AAA8-087BC2DE9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7" name="직선 연결선 956">
                <a:extLst>
                  <a:ext uri="{FF2B5EF4-FFF2-40B4-BE49-F238E27FC236}">
                    <a16:creationId xmlns:a16="http://schemas.microsoft.com/office/drawing/2014/main" id="{97ADF678-FB42-4D93-A9C4-CEB7FB9A2B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8" name="직선 연결선 957">
                <a:extLst>
                  <a:ext uri="{FF2B5EF4-FFF2-40B4-BE49-F238E27FC236}">
                    <a16:creationId xmlns:a16="http://schemas.microsoft.com/office/drawing/2014/main" id="{292EED4B-76F5-4F96-9F70-9E25D04D18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59" name="직선 연결선 958">
                <a:extLst>
                  <a:ext uri="{FF2B5EF4-FFF2-40B4-BE49-F238E27FC236}">
                    <a16:creationId xmlns:a16="http://schemas.microsoft.com/office/drawing/2014/main" id="{C1C101B0-83D2-4098-8FCD-11056D95E2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0" name="직선 연결선 959">
                <a:extLst>
                  <a:ext uri="{FF2B5EF4-FFF2-40B4-BE49-F238E27FC236}">
                    <a16:creationId xmlns:a16="http://schemas.microsoft.com/office/drawing/2014/main" id="{739320B4-F357-4FF9-ABAC-A2069376D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1" name="직선 연결선 960">
                <a:extLst>
                  <a:ext uri="{FF2B5EF4-FFF2-40B4-BE49-F238E27FC236}">
                    <a16:creationId xmlns:a16="http://schemas.microsoft.com/office/drawing/2014/main" id="{63CF8211-6320-43AE-BA77-4576DB4861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2" name="직선 연결선 961">
                <a:extLst>
                  <a:ext uri="{FF2B5EF4-FFF2-40B4-BE49-F238E27FC236}">
                    <a16:creationId xmlns:a16="http://schemas.microsoft.com/office/drawing/2014/main" id="{73F8349D-197F-4CF4-B5E2-CDD36D70AC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3" name="직선 연결선 962">
                <a:extLst>
                  <a:ext uri="{FF2B5EF4-FFF2-40B4-BE49-F238E27FC236}">
                    <a16:creationId xmlns:a16="http://schemas.microsoft.com/office/drawing/2014/main" id="{DBB4EF6F-E226-4E04-9EC4-78FFCB4169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4" name="직선 연결선 963">
                <a:extLst>
                  <a:ext uri="{FF2B5EF4-FFF2-40B4-BE49-F238E27FC236}">
                    <a16:creationId xmlns:a16="http://schemas.microsoft.com/office/drawing/2014/main" id="{9720094C-B8CC-4AB2-A025-D3807FA25B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5" name="직선 연결선 964">
                <a:extLst>
                  <a:ext uri="{FF2B5EF4-FFF2-40B4-BE49-F238E27FC236}">
                    <a16:creationId xmlns:a16="http://schemas.microsoft.com/office/drawing/2014/main" id="{BC27D4EA-2AD2-4071-B078-56FA590B631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6" name="직선 연결선 965">
                <a:extLst>
                  <a:ext uri="{FF2B5EF4-FFF2-40B4-BE49-F238E27FC236}">
                    <a16:creationId xmlns:a16="http://schemas.microsoft.com/office/drawing/2014/main" id="{DF5C113C-BD59-4556-9691-4EF742786B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7" name="직선 연결선 966">
                <a:extLst>
                  <a:ext uri="{FF2B5EF4-FFF2-40B4-BE49-F238E27FC236}">
                    <a16:creationId xmlns:a16="http://schemas.microsoft.com/office/drawing/2014/main" id="{D150A591-8B2B-4657-90C8-272FCFEF97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8" name="직선 연결선 967">
                <a:extLst>
                  <a:ext uri="{FF2B5EF4-FFF2-40B4-BE49-F238E27FC236}">
                    <a16:creationId xmlns:a16="http://schemas.microsoft.com/office/drawing/2014/main" id="{C91EE969-717D-4578-883C-8C45FB4A79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69" name="직선 연결선 968">
                <a:extLst>
                  <a:ext uri="{FF2B5EF4-FFF2-40B4-BE49-F238E27FC236}">
                    <a16:creationId xmlns:a16="http://schemas.microsoft.com/office/drawing/2014/main" id="{61458507-2111-48CC-AE9C-4D87D695D9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0" name="직선 연결선 969">
                <a:extLst>
                  <a:ext uri="{FF2B5EF4-FFF2-40B4-BE49-F238E27FC236}">
                    <a16:creationId xmlns:a16="http://schemas.microsoft.com/office/drawing/2014/main" id="{00364E2E-E32A-42A7-9091-B23CEBF960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71" name="직선 연결선 970">
                <a:extLst>
                  <a:ext uri="{FF2B5EF4-FFF2-40B4-BE49-F238E27FC236}">
                    <a16:creationId xmlns:a16="http://schemas.microsoft.com/office/drawing/2014/main" id="{9FE3D115-99DD-4769-BD57-5987E132B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63" name="그룹 762">
              <a:extLst>
                <a:ext uri="{FF2B5EF4-FFF2-40B4-BE49-F238E27FC236}">
                  <a16:creationId xmlns:a16="http://schemas.microsoft.com/office/drawing/2014/main" id="{585286D0-13E6-4141-B986-5FF2B916FBE6}"/>
                </a:ext>
              </a:extLst>
            </p:cNvPr>
            <p:cNvGrpSpPr/>
            <p:nvPr/>
          </p:nvGrpSpPr>
          <p:grpSpPr>
            <a:xfrm>
              <a:off x="230188" y="2094551"/>
              <a:ext cx="5472112" cy="703890"/>
              <a:chOff x="230188" y="533401"/>
              <a:chExt cx="5472112" cy="703890"/>
            </a:xfrm>
          </p:grpSpPr>
          <p:cxnSp>
            <p:nvCxnSpPr>
              <p:cNvPr id="922" name="직선 연결선 921">
                <a:extLst>
                  <a:ext uri="{FF2B5EF4-FFF2-40B4-BE49-F238E27FC236}">
                    <a16:creationId xmlns:a16="http://schemas.microsoft.com/office/drawing/2014/main" id="{540D7414-E7FC-4140-A42F-A327E0E163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3" name="직선 연결선 922">
                <a:extLst>
                  <a:ext uri="{FF2B5EF4-FFF2-40B4-BE49-F238E27FC236}">
                    <a16:creationId xmlns:a16="http://schemas.microsoft.com/office/drawing/2014/main" id="{4E95A405-60B2-48A3-A83E-A67159C57B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4" name="직선 연결선 923">
                <a:extLst>
                  <a:ext uri="{FF2B5EF4-FFF2-40B4-BE49-F238E27FC236}">
                    <a16:creationId xmlns:a16="http://schemas.microsoft.com/office/drawing/2014/main" id="{A5F86CDB-7E0B-4B90-BFB5-3CBE1BB401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5" name="직선 연결선 924">
                <a:extLst>
                  <a:ext uri="{FF2B5EF4-FFF2-40B4-BE49-F238E27FC236}">
                    <a16:creationId xmlns:a16="http://schemas.microsoft.com/office/drawing/2014/main" id="{D0CF2CF3-C60C-47A9-8DA5-09993147F2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6" name="직선 연결선 925">
                <a:extLst>
                  <a:ext uri="{FF2B5EF4-FFF2-40B4-BE49-F238E27FC236}">
                    <a16:creationId xmlns:a16="http://schemas.microsoft.com/office/drawing/2014/main" id="{E3C467A7-D32F-48E3-8481-95F192BE5F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7" name="직선 연결선 926">
                <a:extLst>
                  <a:ext uri="{FF2B5EF4-FFF2-40B4-BE49-F238E27FC236}">
                    <a16:creationId xmlns:a16="http://schemas.microsoft.com/office/drawing/2014/main" id="{36128A5C-6AE1-4080-BECA-14C243E2E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8" name="직선 연결선 927">
                <a:extLst>
                  <a:ext uri="{FF2B5EF4-FFF2-40B4-BE49-F238E27FC236}">
                    <a16:creationId xmlns:a16="http://schemas.microsoft.com/office/drawing/2014/main" id="{DDDEEF2E-06DC-4260-96EA-0B7EFC684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9" name="직선 연결선 928">
                <a:extLst>
                  <a:ext uri="{FF2B5EF4-FFF2-40B4-BE49-F238E27FC236}">
                    <a16:creationId xmlns:a16="http://schemas.microsoft.com/office/drawing/2014/main" id="{4EF1BC9E-A012-44B2-9CD6-23DBDAAA50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0" name="직선 연결선 929">
                <a:extLst>
                  <a:ext uri="{FF2B5EF4-FFF2-40B4-BE49-F238E27FC236}">
                    <a16:creationId xmlns:a16="http://schemas.microsoft.com/office/drawing/2014/main" id="{FA52762E-11B0-4D97-B256-059EF98B6F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1" name="직선 연결선 930">
                <a:extLst>
                  <a:ext uri="{FF2B5EF4-FFF2-40B4-BE49-F238E27FC236}">
                    <a16:creationId xmlns:a16="http://schemas.microsoft.com/office/drawing/2014/main" id="{9505BF81-6B3B-48BE-A374-36FD2E7735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2" name="직선 연결선 931">
                <a:extLst>
                  <a:ext uri="{FF2B5EF4-FFF2-40B4-BE49-F238E27FC236}">
                    <a16:creationId xmlns:a16="http://schemas.microsoft.com/office/drawing/2014/main" id="{7273BAC8-14F7-4E6C-9BC0-51B8B8A346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3" name="직선 연결선 932">
                <a:extLst>
                  <a:ext uri="{FF2B5EF4-FFF2-40B4-BE49-F238E27FC236}">
                    <a16:creationId xmlns:a16="http://schemas.microsoft.com/office/drawing/2014/main" id="{86D00C36-57B4-4305-9D45-526C5C9F12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4" name="직선 연결선 933">
                <a:extLst>
                  <a:ext uri="{FF2B5EF4-FFF2-40B4-BE49-F238E27FC236}">
                    <a16:creationId xmlns:a16="http://schemas.microsoft.com/office/drawing/2014/main" id="{C5CEF2D3-548A-4ED3-8838-2CA55AA08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5" name="직선 연결선 934">
                <a:extLst>
                  <a:ext uri="{FF2B5EF4-FFF2-40B4-BE49-F238E27FC236}">
                    <a16:creationId xmlns:a16="http://schemas.microsoft.com/office/drawing/2014/main" id="{4CB11EB5-837E-4828-9D32-B0E25BF84F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6" name="직선 연결선 935">
                <a:extLst>
                  <a:ext uri="{FF2B5EF4-FFF2-40B4-BE49-F238E27FC236}">
                    <a16:creationId xmlns:a16="http://schemas.microsoft.com/office/drawing/2014/main" id="{CE08A831-AE04-4337-9566-A2CF04CB5F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7" name="직선 연결선 936">
                <a:extLst>
                  <a:ext uri="{FF2B5EF4-FFF2-40B4-BE49-F238E27FC236}">
                    <a16:creationId xmlns:a16="http://schemas.microsoft.com/office/drawing/2014/main" id="{63ADE986-D79A-40FD-B648-67C793ED1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8" name="직선 연결선 937">
                <a:extLst>
                  <a:ext uri="{FF2B5EF4-FFF2-40B4-BE49-F238E27FC236}">
                    <a16:creationId xmlns:a16="http://schemas.microsoft.com/office/drawing/2014/main" id="{F9CF29F5-0085-48DA-A778-1D618DAF98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39" name="직선 연결선 938">
                <a:extLst>
                  <a:ext uri="{FF2B5EF4-FFF2-40B4-BE49-F238E27FC236}">
                    <a16:creationId xmlns:a16="http://schemas.microsoft.com/office/drawing/2014/main" id="{55505B1D-C416-453D-A661-5579DCE881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0" name="직선 연결선 939">
                <a:extLst>
                  <a:ext uri="{FF2B5EF4-FFF2-40B4-BE49-F238E27FC236}">
                    <a16:creationId xmlns:a16="http://schemas.microsoft.com/office/drawing/2014/main" id="{727448E0-41E2-41A5-8357-BCA7975EDF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1" name="직선 연결선 940">
                <a:extLst>
                  <a:ext uri="{FF2B5EF4-FFF2-40B4-BE49-F238E27FC236}">
                    <a16:creationId xmlns:a16="http://schemas.microsoft.com/office/drawing/2014/main" id="{4AB6657C-7C6C-4D0F-BB22-EE54593B48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2" name="직선 연결선 941">
                <a:extLst>
                  <a:ext uri="{FF2B5EF4-FFF2-40B4-BE49-F238E27FC236}">
                    <a16:creationId xmlns:a16="http://schemas.microsoft.com/office/drawing/2014/main" id="{C1218893-2635-4976-B4E5-969791DD25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3" name="직선 연결선 942">
                <a:extLst>
                  <a:ext uri="{FF2B5EF4-FFF2-40B4-BE49-F238E27FC236}">
                    <a16:creationId xmlns:a16="http://schemas.microsoft.com/office/drawing/2014/main" id="{78C4CFD9-2878-4BC9-A094-7DF0CA0E31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4" name="직선 연결선 943">
                <a:extLst>
                  <a:ext uri="{FF2B5EF4-FFF2-40B4-BE49-F238E27FC236}">
                    <a16:creationId xmlns:a16="http://schemas.microsoft.com/office/drawing/2014/main" id="{BCE4D403-EF94-467A-BE10-7506173AB6E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5" name="직선 연결선 944">
                <a:extLst>
                  <a:ext uri="{FF2B5EF4-FFF2-40B4-BE49-F238E27FC236}">
                    <a16:creationId xmlns:a16="http://schemas.microsoft.com/office/drawing/2014/main" id="{EB39C87C-0558-4553-8415-3B9A8A40AF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46" name="직선 연결선 945">
                <a:extLst>
                  <a:ext uri="{FF2B5EF4-FFF2-40B4-BE49-F238E27FC236}">
                    <a16:creationId xmlns:a16="http://schemas.microsoft.com/office/drawing/2014/main" id="{95D707EE-3A63-44CB-BF70-972990C212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64" name="그룹 763">
              <a:extLst>
                <a:ext uri="{FF2B5EF4-FFF2-40B4-BE49-F238E27FC236}">
                  <a16:creationId xmlns:a16="http://schemas.microsoft.com/office/drawing/2014/main" id="{443C1508-7C91-4576-9F1E-8C6BD631A0F0}"/>
                </a:ext>
              </a:extLst>
            </p:cNvPr>
            <p:cNvGrpSpPr/>
            <p:nvPr/>
          </p:nvGrpSpPr>
          <p:grpSpPr>
            <a:xfrm>
              <a:off x="230188" y="2875126"/>
              <a:ext cx="5472112" cy="703890"/>
              <a:chOff x="230188" y="533401"/>
              <a:chExt cx="5472112" cy="703890"/>
            </a:xfrm>
          </p:grpSpPr>
          <p:cxnSp>
            <p:nvCxnSpPr>
              <p:cNvPr id="897" name="직선 연결선 896">
                <a:extLst>
                  <a:ext uri="{FF2B5EF4-FFF2-40B4-BE49-F238E27FC236}">
                    <a16:creationId xmlns:a16="http://schemas.microsoft.com/office/drawing/2014/main" id="{DDC9C771-AF7A-4F18-9811-7DBC50FF08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8" name="직선 연결선 897">
                <a:extLst>
                  <a:ext uri="{FF2B5EF4-FFF2-40B4-BE49-F238E27FC236}">
                    <a16:creationId xmlns:a16="http://schemas.microsoft.com/office/drawing/2014/main" id="{C2129FFC-2C17-48D3-A090-7877B29286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9" name="직선 연결선 898">
                <a:extLst>
                  <a:ext uri="{FF2B5EF4-FFF2-40B4-BE49-F238E27FC236}">
                    <a16:creationId xmlns:a16="http://schemas.microsoft.com/office/drawing/2014/main" id="{A1931573-EA9E-4BF6-BA02-122018B897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0" name="직선 연결선 899">
                <a:extLst>
                  <a:ext uri="{FF2B5EF4-FFF2-40B4-BE49-F238E27FC236}">
                    <a16:creationId xmlns:a16="http://schemas.microsoft.com/office/drawing/2014/main" id="{07F3E0EE-CF0C-4569-BCB3-06F990D05D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1" name="직선 연결선 900">
                <a:extLst>
                  <a:ext uri="{FF2B5EF4-FFF2-40B4-BE49-F238E27FC236}">
                    <a16:creationId xmlns:a16="http://schemas.microsoft.com/office/drawing/2014/main" id="{98CD1DB4-26DF-47AC-A217-10F8FFBEB1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2" name="직선 연결선 901">
                <a:extLst>
                  <a:ext uri="{FF2B5EF4-FFF2-40B4-BE49-F238E27FC236}">
                    <a16:creationId xmlns:a16="http://schemas.microsoft.com/office/drawing/2014/main" id="{C05A8973-DCF6-4F65-A1CE-6C3F426A31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3" name="직선 연결선 902">
                <a:extLst>
                  <a:ext uri="{FF2B5EF4-FFF2-40B4-BE49-F238E27FC236}">
                    <a16:creationId xmlns:a16="http://schemas.microsoft.com/office/drawing/2014/main" id="{55B8FD65-93EB-4C27-A362-90284902C7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4" name="직선 연결선 903">
                <a:extLst>
                  <a:ext uri="{FF2B5EF4-FFF2-40B4-BE49-F238E27FC236}">
                    <a16:creationId xmlns:a16="http://schemas.microsoft.com/office/drawing/2014/main" id="{616D3D77-7672-4A37-91EB-E465A16E1B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5" name="직선 연결선 904">
                <a:extLst>
                  <a:ext uri="{FF2B5EF4-FFF2-40B4-BE49-F238E27FC236}">
                    <a16:creationId xmlns:a16="http://schemas.microsoft.com/office/drawing/2014/main" id="{D24B0D1B-E2C3-4B7F-99B4-20305AB2D0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6" name="직선 연결선 905">
                <a:extLst>
                  <a:ext uri="{FF2B5EF4-FFF2-40B4-BE49-F238E27FC236}">
                    <a16:creationId xmlns:a16="http://schemas.microsoft.com/office/drawing/2014/main" id="{F202FEAF-C90E-45F7-A1ED-928A0646D6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7" name="직선 연결선 906">
                <a:extLst>
                  <a:ext uri="{FF2B5EF4-FFF2-40B4-BE49-F238E27FC236}">
                    <a16:creationId xmlns:a16="http://schemas.microsoft.com/office/drawing/2014/main" id="{61E05B0C-F784-49C7-897A-9C60124424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8" name="직선 연결선 907">
                <a:extLst>
                  <a:ext uri="{FF2B5EF4-FFF2-40B4-BE49-F238E27FC236}">
                    <a16:creationId xmlns:a16="http://schemas.microsoft.com/office/drawing/2014/main" id="{C76E8B09-68E3-426E-AB5B-C3B802E7CE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09" name="직선 연결선 908">
                <a:extLst>
                  <a:ext uri="{FF2B5EF4-FFF2-40B4-BE49-F238E27FC236}">
                    <a16:creationId xmlns:a16="http://schemas.microsoft.com/office/drawing/2014/main" id="{82049D5A-B4E8-455C-9AEF-D0DA9385A2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0" name="직선 연결선 909">
                <a:extLst>
                  <a:ext uri="{FF2B5EF4-FFF2-40B4-BE49-F238E27FC236}">
                    <a16:creationId xmlns:a16="http://schemas.microsoft.com/office/drawing/2014/main" id="{345ADF54-3F66-4496-AFEA-7852F07D50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1" name="직선 연결선 910">
                <a:extLst>
                  <a:ext uri="{FF2B5EF4-FFF2-40B4-BE49-F238E27FC236}">
                    <a16:creationId xmlns:a16="http://schemas.microsoft.com/office/drawing/2014/main" id="{FA921BFB-FC87-471B-9737-103FDBA008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2" name="직선 연결선 911">
                <a:extLst>
                  <a:ext uri="{FF2B5EF4-FFF2-40B4-BE49-F238E27FC236}">
                    <a16:creationId xmlns:a16="http://schemas.microsoft.com/office/drawing/2014/main" id="{7F41F282-1E71-4A01-94C3-26CA3E99AC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3" name="직선 연결선 912">
                <a:extLst>
                  <a:ext uri="{FF2B5EF4-FFF2-40B4-BE49-F238E27FC236}">
                    <a16:creationId xmlns:a16="http://schemas.microsoft.com/office/drawing/2014/main" id="{1893605C-8BB6-429D-A9ED-89D3036571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4" name="직선 연결선 913">
                <a:extLst>
                  <a:ext uri="{FF2B5EF4-FFF2-40B4-BE49-F238E27FC236}">
                    <a16:creationId xmlns:a16="http://schemas.microsoft.com/office/drawing/2014/main" id="{7F4BA4D2-2BE5-4C88-9A96-2215D087E0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5" name="직선 연결선 914">
                <a:extLst>
                  <a:ext uri="{FF2B5EF4-FFF2-40B4-BE49-F238E27FC236}">
                    <a16:creationId xmlns:a16="http://schemas.microsoft.com/office/drawing/2014/main" id="{839B0BB3-9734-4781-9D32-E74FA1BEF1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6" name="직선 연결선 915">
                <a:extLst>
                  <a:ext uri="{FF2B5EF4-FFF2-40B4-BE49-F238E27FC236}">
                    <a16:creationId xmlns:a16="http://schemas.microsoft.com/office/drawing/2014/main" id="{0183C215-50DD-41B9-99AA-B2A16AAAD3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7" name="직선 연결선 916">
                <a:extLst>
                  <a:ext uri="{FF2B5EF4-FFF2-40B4-BE49-F238E27FC236}">
                    <a16:creationId xmlns:a16="http://schemas.microsoft.com/office/drawing/2014/main" id="{9C0F1D3B-70B4-4B66-A5CB-79CCB5D3BC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8" name="직선 연결선 917">
                <a:extLst>
                  <a:ext uri="{FF2B5EF4-FFF2-40B4-BE49-F238E27FC236}">
                    <a16:creationId xmlns:a16="http://schemas.microsoft.com/office/drawing/2014/main" id="{81BF02B3-B586-47CA-B8E4-F2620DB8BD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19" name="직선 연결선 918">
                <a:extLst>
                  <a:ext uri="{FF2B5EF4-FFF2-40B4-BE49-F238E27FC236}">
                    <a16:creationId xmlns:a16="http://schemas.microsoft.com/office/drawing/2014/main" id="{7E5292C3-63C4-44EE-BF29-34D7BF70BB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0" name="직선 연결선 919">
                <a:extLst>
                  <a:ext uri="{FF2B5EF4-FFF2-40B4-BE49-F238E27FC236}">
                    <a16:creationId xmlns:a16="http://schemas.microsoft.com/office/drawing/2014/main" id="{AA48E487-923A-4B58-8C1F-950D5F7C16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1" name="직선 연결선 920">
                <a:extLst>
                  <a:ext uri="{FF2B5EF4-FFF2-40B4-BE49-F238E27FC236}">
                    <a16:creationId xmlns:a16="http://schemas.microsoft.com/office/drawing/2014/main" id="{90E8B492-6D8A-48D4-B4BE-7DA0E3D9F7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65" name="그룹 764">
              <a:extLst>
                <a:ext uri="{FF2B5EF4-FFF2-40B4-BE49-F238E27FC236}">
                  <a16:creationId xmlns:a16="http://schemas.microsoft.com/office/drawing/2014/main" id="{8ABC732B-C72D-46D7-AE3E-BB4BF2CA564E}"/>
                </a:ext>
              </a:extLst>
            </p:cNvPr>
            <p:cNvGrpSpPr/>
            <p:nvPr/>
          </p:nvGrpSpPr>
          <p:grpSpPr>
            <a:xfrm>
              <a:off x="230188" y="3655701"/>
              <a:ext cx="5472112" cy="703890"/>
              <a:chOff x="230188" y="533401"/>
              <a:chExt cx="5472112" cy="703890"/>
            </a:xfrm>
          </p:grpSpPr>
          <p:cxnSp>
            <p:nvCxnSpPr>
              <p:cNvPr id="872" name="직선 연결선 871">
                <a:extLst>
                  <a:ext uri="{FF2B5EF4-FFF2-40B4-BE49-F238E27FC236}">
                    <a16:creationId xmlns:a16="http://schemas.microsoft.com/office/drawing/2014/main" id="{CB9146B0-E446-4505-A62F-0F078BC4ED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3" name="직선 연결선 872">
                <a:extLst>
                  <a:ext uri="{FF2B5EF4-FFF2-40B4-BE49-F238E27FC236}">
                    <a16:creationId xmlns:a16="http://schemas.microsoft.com/office/drawing/2014/main" id="{0D47BF9E-D443-48A1-A2E6-80A5123419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4" name="직선 연결선 873">
                <a:extLst>
                  <a:ext uri="{FF2B5EF4-FFF2-40B4-BE49-F238E27FC236}">
                    <a16:creationId xmlns:a16="http://schemas.microsoft.com/office/drawing/2014/main" id="{D229D77B-84DD-4DFF-9752-892D7FD13C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5" name="직선 연결선 874">
                <a:extLst>
                  <a:ext uri="{FF2B5EF4-FFF2-40B4-BE49-F238E27FC236}">
                    <a16:creationId xmlns:a16="http://schemas.microsoft.com/office/drawing/2014/main" id="{02C14B25-74B6-4874-9058-E6FE11180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6" name="직선 연결선 875">
                <a:extLst>
                  <a:ext uri="{FF2B5EF4-FFF2-40B4-BE49-F238E27FC236}">
                    <a16:creationId xmlns:a16="http://schemas.microsoft.com/office/drawing/2014/main" id="{0E198A53-0BBF-4E3B-8599-84A35B19D7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7" name="직선 연결선 876">
                <a:extLst>
                  <a:ext uri="{FF2B5EF4-FFF2-40B4-BE49-F238E27FC236}">
                    <a16:creationId xmlns:a16="http://schemas.microsoft.com/office/drawing/2014/main" id="{0FA2CF9D-A406-4B1F-928C-6570BF4A08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8" name="직선 연결선 877">
                <a:extLst>
                  <a:ext uri="{FF2B5EF4-FFF2-40B4-BE49-F238E27FC236}">
                    <a16:creationId xmlns:a16="http://schemas.microsoft.com/office/drawing/2014/main" id="{A5949848-854A-4BDD-A1A6-2D036A5DA4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9" name="직선 연결선 878">
                <a:extLst>
                  <a:ext uri="{FF2B5EF4-FFF2-40B4-BE49-F238E27FC236}">
                    <a16:creationId xmlns:a16="http://schemas.microsoft.com/office/drawing/2014/main" id="{BD10AECF-07AF-48F3-B60F-894AD0FAE3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0" name="직선 연결선 879">
                <a:extLst>
                  <a:ext uri="{FF2B5EF4-FFF2-40B4-BE49-F238E27FC236}">
                    <a16:creationId xmlns:a16="http://schemas.microsoft.com/office/drawing/2014/main" id="{DE3E3C41-6BB4-4CC4-888D-4F9FAE252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1" name="직선 연결선 880">
                <a:extLst>
                  <a:ext uri="{FF2B5EF4-FFF2-40B4-BE49-F238E27FC236}">
                    <a16:creationId xmlns:a16="http://schemas.microsoft.com/office/drawing/2014/main" id="{C767ADE5-BE97-43A9-BD8B-59ABFA68C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2" name="직선 연결선 881">
                <a:extLst>
                  <a:ext uri="{FF2B5EF4-FFF2-40B4-BE49-F238E27FC236}">
                    <a16:creationId xmlns:a16="http://schemas.microsoft.com/office/drawing/2014/main" id="{2F81594E-D69F-454C-BDCC-326F13E039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3" name="직선 연결선 882">
                <a:extLst>
                  <a:ext uri="{FF2B5EF4-FFF2-40B4-BE49-F238E27FC236}">
                    <a16:creationId xmlns:a16="http://schemas.microsoft.com/office/drawing/2014/main" id="{F7C5BA1B-7E26-4D8F-9F44-0BF115A23E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4" name="직선 연결선 883">
                <a:extLst>
                  <a:ext uri="{FF2B5EF4-FFF2-40B4-BE49-F238E27FC236}">
                    <a16:creationId xmlns:a16="http://schemas.microsoft.com/office/drawing/2014/main" id="{F2FAA0BF-1AC3-4ED9-8D6A-BFFBF0ADBF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5" name="직선 연결선 884">
                <a:extLst>
                  <a:ext uri="{FF2B5EF4-FFF2-40B4-BE49-F238E27FC236}">
                    <a16:creationId xmlns:a16="http://schemas.microsoft.com/office/drawing/2014/main" id="{119C48DF-8F1A-46D4-B459-FE3C8393FA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6" name="직선 연결선 885">
                <a:extLst>
                  <a:ext uri="{FF2B5EF4-FFF2-40B4-BE49-F238E27FC236}">
                    <a16:creationId xmlns:a16="http://schemas.microsoft.com/office/drawing/2014/main" id="{99736E39-B66E-4ADB-937D-DF05B820CB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7" name="직선 연결선 886">
                <a:extLst>
                  <a:ext uri="{FF2B5EF4-FFF2-40B4-BE49-F238E27FC236}">
                    <a16:creationId xmlns:a16="http://schemas.microsoft.com/office/drawing/2014/main" id="{53D94765-9ED0-45D6-8E6E-752C95A72C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8" name="직선 연결선 887">
                <a:extLst>
                  <a:ext uri="{FF2B5EF4-FFF2-40B4-BE49-F238E27FC236}">
                    <a16:creationId xmlns:a16="http://schemas.microsoft.com/office/drawing/2014/main" id="{793B09A3-B07E-42DB-B41B-CC0AA79371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89" name="직선 연결선 888">
                <a:extLst>
                  <a:ext uri="{FF2B5EF4-FFF2-40B4-BE49-F238E27FC236}">
                    <a16:creationId xmlns:a16="http://schemas.microsoft.com/office/drawing/2014/main" id="{39E68E2E-9CA8-426D-A4B0-527F98B8B3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0" name="직선 연결선 889">
                <a:extLst>
                  <a:ext uri="{FF2B5EF4-FFF2-40B4-BE49-F238E27FC236}">
                    <a16:creationId xmlns:a16="http://schemas.microsoft.com/office/drawing/2014/main" id="{602D9897-2C2A-4339-83A3-36FE866EA1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1" name="직선 연결선 890">
                <a:extLst>
                  <a:ext uri="{FF2B5EF4-FFF2-40B4-BE49-F238E27FC236}">
                    <a16:creationId xmlns:a16="http://schemas.microsoft.com/office/drawing/2014/main" id="{C36C253E-40D5-40A2-BA05-4141E5C510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2" name="직선 연결선 891">
                <a:extLst>
                  <a:ext uri="{FF2B5EF4-FFF2-40B4-BE49-F238E27FC236}">
                    <a16:creationId xmlns:a16="http://schemas.microsoft.com/office/drawing/2014/main" id="{6234B16B-222E-45AA-9FF5-31CDD4FED2D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3" name="직선 연결선 892">
                <a:extLst>
                  <a:ext uri="{FF2B5EF4-FFF2-40B4-BE49-F238E27FC236}">
                    <a16:creationId xmlns:a16="http://schemas.microsoft.com/office/drawing/2014/main" id="{06559D1C-8C7F-495F-9D5B-C112274F07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4" name="직선 연결선 893">
                <a:extLst>
                  <a:ext uri="{FF2B5EF4-FFF2-40B4-BE49-F238E27FC236}">
                    <a16:creationId xmlns:a16="http://schemas.microsoft.com/office/drawing/2014/main" id="{FFA56968-3594-4DF6-86E9-B49ACD4C31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5" name="직선 연결선 894">
                <a:extLst>
                  <a:ext uri="{FF2B5EF4-FFF2-40B4-BE49-F238E27FC236}">
                    <a16:creationId xmlns:a16="http://schemas.microsoft.com/office/drawing/2014/main" id="{7C103061-1552-4701-BB1C-8B9CEE8617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96" name="직선 연결선 895">
                <a:extLst>
                  <a:ext uri="{FF2B5EF4-FFF2-40B4-BE49-F238E27FC236}">
                    <a16:creationId xmlns:a16="http://schemas.microsoft.com/office/drawing/2014/main" id="{9FA9F1F4-A836-43F1-AE24-BDCF2CD314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66" name="그룹 765">
              <a:extLst>
                <a:ext uri="{FF2B5EF4-FFF2-40B4-BE49-F238E27FC236}">
                  <a16:creationId xmlns:a16="http://schemas.microsoft.com/office/drawing/2014/main" id="{34C21BA2-F065-4460-B195-7FD5D1956DCD}"/>
                </a:ext>
              </a:extLst>
            </p:cNvPr>
            <p:cNvGrpSpPr/>
            <p:nvPr/>
          </p:nvGrpSpPr>
          <p:grpSpPr>
            <a:xfrm>
              <a:off x="230188" y="4436276"/>
              <a:ext cx="5472112" cy="703890"/>
              <a:chOff x="230188" y="533401"/>
              <a:chExt cx="5472112" cy="703890"/>
            </a:xfrm>
          </p:grpSpPr>
          <p:cxnSp>
            <p:nvCxnSpPr>
              <p:cNvPr id="847" name="직선 연결선 846">
                <a:extLst>
                  <a:ext uri="{FF2B5EF4-FFF2-40B4-BE49-F238E27FC236}">
                    <a16:creationId xmlns:a16="http://schemas.microsoft.com/office/drawing/2014/main" id="{BD3EEFDB-0E9A-4A6C-B19D-A02E0493329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8" name="직선 연결선 847">
                <a:extLst>
                  <a:ext uri="{FF2B5EF4-FFF2-40B4-BE49-F238E27FC236}">
                    <a16:creationId xmlns:a16="http://schemas.microsoft.com/office/drawing/2014/main" id="{CBC98451-79CF-4071-9636-A562A0C13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9" name="직선 연결선 848">
                <a:extLst>
                  <a:ext uri="{FF2B5EF4-FFF2-40B4-BE49-F238E27FC236}">
                    <a16:creationId xmlns:a16="http://schemas.microsoft.com/office/drawing/2014/main" id="{6D267AA1-A859-44BD-8AC6-E38801C38A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0" name="직선 연결선 849">
                <a:extLst>
                  <a:ext uri="{FF2B5EF4-FFF2-40B4-BE49-F238E27FC236}">
                    <a16:creationId xmlns:a16="http://schemas.microsoft.com/office/drawing/2014/main" id="{E464BACF-3800-4133-A727-FB95CD910F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1" name="직선 연결선 850">
                <a:extLst>
                  <a:ext uri="{FF2B5EF4-FFF2-40B4-BE49-F238E27FC236}">
                    <a16:creationId xmlns:a16="http://schemas.microsoft.com/office/drawing/2014/main" id="{982DBFA9-C305-4CB2-A842-D837706338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2" name="직선 연결선 851">
                <a:extLst>
                  <a:ext uri="{FF2B5EF4-FFF2-40B4-BE49-F238E27FC236}">
                    <a16:creationId xmlns:a16="http://schemas.microsoft.com/office/drawing/2014/main" id="{3206A6B1-4D6C-4667-8947-0EACBAB51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3" name="직선 연결선 852">
                <a:extLst>
                  <a:ext uri="{FF2B5EF4-FFF2-40B4-BE49-F238E27FC236}">
                    <a16:creationId xmlns:a16="http://schemas.microsoft.com/office/drawing/2014/main" id="{CD536118-752B-4F6E-A088-20C2E08B13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4" name="직선 연결선 853">
                <a:extLst>
                  <a:ext uri="{FF2B5EF4-FFF2-40B4-BE49-F238E27FC236}">
                    <a16:creationId xmlns:a16="http://schemas.microsoft.com/office/drawing/2014/main" id="{1181A72E-060F-4834-A5D2-FB4C70B890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5" name="직선 연결선 854">
                <a:extLst>
                  <a:ext uri="{FF2B5EF4-FFF2-40B4-BE49-F238E27FC236}">
                    <a16:creationId xmlns:a16="http://schemas.microsoft.com/office/drawing/2014/main" id="{0231382B-84C0-46B2-87EF-5563CAC2AF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6" name="직선 연결선 855">
                <a:extLst>
                  <a:ext uri="{FF2B5EF4-FFF2-40B4-BE49-F238E27FC236}">
                    <a16:creationId xmlns:a16="http://schemas.microsoft.com/office/drawing/2014/main" id="{9C1BE492-FE08-44FF-A620-AC01CEAB5A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7" name="직선 연결선 856">
                <a:extLst>
                  <a:ext uri="{FF2B5EF4-FFF2-40B4-BE49-F238E27FC236}">
                    <a16:creationId xmlns:a16="http://schemas.microsoft.com/office/drawing/2014/main" id="{4F03F229-71C8-4D1C-A920-6575FD34E2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8" name="직선 연결선 857">
                <a:extLst>
                  <a:ext uri="{FF2B5EF4-FFF2-40B4-BE49-F238E27FC236}">
                    <a16:creationId xmlns:a16="http://schemas.microsoft.com/office/drawing/2014/main" id="{5825DEDA-40AA-41E0-BA09-804BBCE522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59" name="직선 연결선 858">
                <a:extLst>
                  <a:ext uri="{FF2B5EF4-FFF2-40B4-BE49-F238E27FC236}">
                    <a16:creationId xmlns:a16="http://schemas.microsoft.com/office/drawing/2014/main" id="{ECA083CA-34D6-40B9-9F02-BDF74CE0EF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0" name="직선 연결선 859">
                <a:extLst>
                  <a:ext uri="{FF2B5EF4-FFF2-40B4-BE49-F238E27FC236}">
                    <a16:creationId xmlns:a16="http://schemas.microsoft.com/office/drawing/2014/main" id="{85A0FE54-A179-4A76-9658-B0664A935E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1" name="직선 연결선 860">
                <a:extLst>
                  <a:ext uri="{FF2B5EF4-FFF2-40B4-BE49-F238E27FC236}">
                    <a16:creationId xmlns:a16="http://schemas.microsoft.com/office/drawing/2014/main" id="{5DE8F8BF-0220-4DB1-9AD9-37FE5669F8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2" name="직선 연결선 861">
                <a:extLst>
                  <a:ext uri="{FF2B5EF4-FFF2-40B4-BE49-F238E27FC236}">
                    <a16:creationId xmlns:a16="http://schemas.microsoft.com/office/drawing/2014/main" id="{FB898302-3987-4028-974B-8D00CD5BAB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3" name="직선 연결선 862">
                <a:extLst>
                  <a:ext uri="{FF2B5EF4-FFF2-40B4-BE49-F238E27FC236}">
                    <a16:creationId xmlns:a16="http://schemas.microsoft.com/office/drawing/2014/main" id="{01C55B57-DF13-4372-BF21-7EDCB1A34F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4" name="직선 연결선 863">
                <a:extLst>
                  <a:ext uri="{FF2B5EF4-FFF2-40B4-BE49-F238E27FC236}">
                    <a16:creationId xmlns:a16="http://schemas.microsoft.com/office/drawing/2014/main" id="{52704422-B5DF-4421-BA48-3ED67ECB56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5" name="직선 연결선 864">
                <a:extLst>
                  <a:ext uri="{FF2B5EF4-FFF2-40B4-BE49-F238E27FC236}">
                    <a16:creationId xmlns:a16="http://schemas.microsoft.com/office/drawing/2014/main" id="{571812CA-3653-4DDF-8B59-7F9E66B066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6" name="직선 연결선 865">
                <a:extLst>
                  <a:ext uri="{FF2B5EF4-FFF2-40B4-BE49-F238E27FC236}">
                    <a16:creationId xmlns:a16="http://schemas.microsoft.com/office/drawing/2014/main" id="{7ECF7947-2F19-4911-8F4C-E386EC8E3A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7" name="직선 연결선 866">
                <a:extLst>
                  <a:ext uri="{FF2B5EF4-FFF2-40B4-BE49-F238E27FC236}">
                    <a16:creationId xmlns:a16="http://schemas.microsoft.com/office/drawing/2014/main" id="{F9AB700D-B3F8-432D-B343-053C6ADB7B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8" name="직선 연결선 867">
                <a:extLst>
                  <a:ext uri="{FF2B5EF4-FFF2-40B4-BE49-F238E27FC236}">
                    <a16:creationId xmlns:a16="http://schemas.microsoft.com/office/drawing/2014/main" id="{F43C05F0-4180-4E19-A655-7FB62AD965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69" name="직선 연결선 868">
                <a:extLst>
                  <a:ext uri="{FF2B5EF4-FFF2-40B4-BE49-F238E27FC236}">
                    <a16:creationId xmlns:a16="http://schemas.microsoft.com/office/drawing/2014/main" id="{921CD627-BA49-4118-BF24-14F5AA30A5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0" name="직선 연결선 869">
                <a:extLst>
                  <a:ext uri="{FF2B5EF4-FFF2-40B4-BE49-F238E27FC236}">
                    <a16:creationId xmlns:a16="http://schemas.microsoft.com/office/drawing/2014/main" id="{DCC0F055-0493-48B3-8283-783301680E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71" name="직선 연결선 870">
                <a:extLst>
                  <a:ext uri="{FF2B5EF4-FFF2-40B4-BE49-F238E27FC236}">
                    <a16:creationId xmlns:a16="http://schemas.microsoft.com/office/drawing/2014/main" id="{4A1AC2FB-13BA-4E3D-8511-022C3080FC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67" name="그룹 766">
              <a:extLst>
                <a:ext uri="{FF2B5EF4-FFF2-40B4-BE49-F238E27FC236}">
                  <a16:creationId xmlns:a16="http://schemas.microsoft.com/office/drawing/2014/main" id="{BD0DDCC6-48C8-4552-A79C-E894274A6E4F}"/>
                </a:ext>
              </a:extLst>
            </p:cNvPr>
            <p:cNvGrpSpPr/>
            <p:nvPr/>
          </p:nvGrpSpPr>
          <p:grpSpPr>
            <a:xfrm>
              <a:off x="230188" y="5216851"/>
              <a:ext cx="5472112" cy="703890"/>
              <a:chOff x="230188" y="533401"/>
              <a:chExt cx="5472112" cy="703890"/>
            </a:xfrm>
          </p:grpSpPr>
          <p:cxnSp>
            <p:nvCxnSpPr>
              <p:cNvPr id="822" name="직선 연결선 821">
                <a:extLst>
                  <a:ext uri="{FF2B5EF4-FFF2-40B4-BE49-F238E27FC236}">
                    <a16:creationId xmlns:a16="http://schemas.microsoft.com/office/drawing/2014/main" id="{C4D38961-D1C3-4337-AD4C-C0B182E51A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3" name="직선 연결선 822">
                <a:extLst>
                  <a:ext uri="{FF2B5EF4-FFF2-40B4-BE49-F238E27FC236}">
                    <a16:creationId xmlns:a16="http://schemas.microsoft.com/office/drawing/2014/main" id="{C68188AA-245B-4823-B592-87BFBB3D89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4" name="직선 연결선 823">
                <a:extLst>
                  <a:ext uri="{FF2B5EF4-FFF2-40B4-BE49-F238E27FC236}">
                    <a16:creationId xmlns:a16="http://schemas.microsoft.com/office/drawing/2014/main" id="{8F3CF33B-A3D4-471B-90C6-48C4BBFEF3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5" name="직선 연결선 824">
                <a:extLst>
                  <a:ext uri="{FF2B5EF4-FFF2-40B4-BE49-F238E27FC236}">
                    <a16:creationId xmlns:a16="http://schemas.microsoft.com/office/drawing/2014/main" id="{A2126BFB-4C66-476C-82AD-58A7668E817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6" name="직선 연결선 825">
                <a:extLst>
                  <a:ext uri="{FF2B5EF4-FFF2-40B4-BE49-F238E27FC236}">
                    <a16:creationId xmlns:a16="http://schemas.microsoft.com/office/drawing/2014/main" id="{2D97D1B5-0ADC-40EF-A83E-4F69413CE6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7" name="직선 연결선 826">
                <a:extLst>
                  <a:ext uri="{FF2B5EF4-FFF2-40B4-BE49-F238E27FC236}">
                    <a16:creationId xmlns:a16="http://schemas.microsoft.com/office/drawing/2014/main" id="{35F39ED4-111D-4B02-A5DE-C92A2B77B4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8" name="직선 연결선 827">
                <a:extLst>
                  <a:ext uri="{FF2B5EF4-FFF2-40B4-BE49-F238E27FC236}">
                    <a16:creationId xmlns:a16="http://schemas.microsoft.com/office/drawing/2014/main" id="{BB68462E-273B-46DA-9887-66DDB660AC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9" name="직선 연결선 828">
                <a:extLst>
                  <a:ext uri="{FF2B5EF4-FFF2-40B4-BE49-F238E27FC236}">
                    <a16:creationId xmlns:a16="http://schemas.microsoft.com/office/drawing/2014/main" id="{4A394144-C950-44D4-9275-42FAEEB6D3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0" name="직선 연결선 829">
                <a:extLst>
                  <a:ext uri="{FF2B5EF4-FFF2-40B4-BE49-F238E27FC236}">
                    <a16:creationId xmlns:a16="http://schemas.microsoft.com/office/drawing/2014/main" id="{76D1D286-4C56-487D-8BB8-C1BFCDBAA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1" name="직선 연결선 830">
                <a:extLst>
                  <a:ext uri="{FF2B5EF4-FFF2-40B4-BE49-F238E27FC236}">
                    <a16:creationId xmlns:a16="http://schemas.microsoft.com/office/drawing/2014/main" id="{F61D787C-9C45-4F6B-8EE6-AC952A2B06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2" name="직선 연결선 831">
                <a:extLst>
                  <a:ext uri="{FF2B5EF4-FFF2-40B4-BE49-F238E27FC236}">
                    <a16:creationId xmlns:a16="http://schemas.microsoft.com/office/drawing/2014/main" id="{FB6E37E9-0F92-4001-A68C-031C8419D2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3" name="직선 연결선 832">
                <a:extLst>
                  <a:ext uri="{FF2B5EF4-FFF2-40B4-BE49-F238E27FC236}">
                    <a16:creationId xmlns:a16="http://schemas.microsoft.com/office/drawing/2014/main" id="{D18FA7A1-D3BD-49E1-9FBA-6078B092B4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4" name="직선 연결선 833">
                <a:extLst>
                  <a:ext uri="{FF2B5EF4-FFF2-40B4-BE49-F238E27FC236}">
                    <a16:creationId xmlns:a16="http://schemas.microsoft.com/office/drawing/2014/main" id="{E68B6822-4CFC-4BEC-8079-0BB579E668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5" name="직선 연결선 834">
                <a:extLst>
                  <a:ext uri="{FF2B5EF4-FFF2-40B4-BE49-F238E27FC236}">
                    <a16:creationId xmlns:a16="http://schemas.microsoft.com/office/drawing/2014/main" id="{A13FD2BF-C1B5-4317-A66A-23D62CFA24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6" name="직선 연결선 835">
                <a:extLst>
                  <a:ext uri="{FF2B5EF4-FFF2-40B4-BE49-F238E27FC236}">
                    <a16:creationId xmlns:a16="http://schemas.microsoft.com/office/drawing/2014/main" id="{C865F9B8-6DF4-42CB-8DA0-2E1FF70093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7" name="직선 연결선 836">
                <a:extLst>
                  <a:ext uri="{FF2B5EF4-FFF2-40B4-BE49-F238E27FC236}">
                    <a16:creationId xmlns:a16="http://schemas.microsoft.com/office/drawing/2014/main" id="{64F9D7A3-EEDC-4739-99F8-BAC11D7791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8" name="직선 연결선 837">
                <a:extLst>
                  <a:ext uri="{FF2B5EF4-FFF2-40B4-BE49-F238E27FC236}">
                    <a16:creationId xmlns:a16="http://schemas.microsoft.com/office/drawing/2014/main" id="{0C789DB1-31BC-43BD-A419-A8A41C0684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39" name="직선 연결선 838">
                <a:extLst>
                  <a:ext uri="{FF2B5EF4-FFF2-40B4-BE49-F238E27FC236}">
                    <a16:creationId xmlns:a16="http://schemas.microsoft.com/office/drawing/2014/main" id="{698B877B-C7C7-4BB1-8143-B778C60F33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0" name="직선 연결선 839">
                <a:extLst>
                  <a:ext uri="{FF2B5EF4-FFF2-40B4-BE49-F238E27FC236}">
                    <a16:creationId xmlns:a16="http://schemas.microsoft.com/office/drawing/2014/main" id="{CA7A6AF2-8394-43C4-98D5-AB2E16DD3E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1" name="직선 연결선 840">
                <a:extLst>
                  <a:ext uri="{FF2B5EF4-FFF2-40B4-BE49-F238E27FC236}">
                    <a16:creationId xmlns:a16="http://schemas.microsoft.com/office/drawing/2014/main" id="{EEDE57E5-5725-4C05-8E70-9AB11DAAAB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2" name="직선 연결선 841">
                <a:extLst>
                  <a:ext uri="{FF2B5EF4-FFF2-40B4-BE49-F238E27FC236}">
                    <a16:creationId xmlns:a16="http://schemas.microsoft.com/office/drawing/2014/main" id="{4D670393-4B08-4AFE-9574-BF7D47FF99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3" name="직선 연결선 842">
                <a:extLst>
                  <a:ext uri="{FF2B5EF4-FFF2-40B4-BE49-F238E27FC236}">
                    <a16:creationId xmlns:a16="http://schemas.microsoft.com/office/drawing/2014/main" id="{08F66A3B-DE04-4410-AAB1-1FDF93475C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4" name="직선 연결선 843">
                <a:extLst>
                  <a:ext uri="{FF2B5EF4-FFF2-40B4-BE49-F238E27FC236}">
                    <a16:creationId xmlns:a16="http://schemas.microsoft.com/office/drawing/2014/main" id="{05CB4A36-603E-4E41-8FBE-57030552CF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5" name="직선 연결선 844">
                <a:extLst>
                  <a:ext uri="{FF2B5EF4-FFF2-40B4-BE49-F238E27FC236}">
                    <a16:creationId xmlns:a16="http://schemas.microsoft.com/office/drawing/2014/main" id="{E05EC6A1-64D7-4DE6-8511-D5FFAAEAF8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46" name="직선 연결선 845">
                <a:extLst>
                  <a:ext uri="{FF2B5EF4-FFF2-40B4-BE49-F238E27FC236}">
                    <a16:creationId xmlns:a16="http://schemas.microsoft.com/office/drawing/2014/main" id="{697B6160-D1AF-4E45-8461-AEEFC36635F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68" name="그룹 767">
              <a:extLst>
                <a:ext uri="{FF2B5EF4-FFF2-40B4-BE49-F238E27FC236}">
                  <a16:creationId xmlns:a16="http://schemas.microsoft.com/office/drawing/2014/main" id="{19CF7F3C-AB2E-40CB-8F04-1208D6C42453}"/>
                </a:ext>
              </a:extLst>
            </p:cNvPr>
            <p:cNvGrpSpPr/>
            <p:nvPr/>
          </p:nvGrpSpPr>
          <p:grpSpPr>
            <a:xfrm>
              <a:off x="230188" y="5997426"/>
              <a:ext cx="5472112" cy="703890"/>
              <a:chOff x="230188" y="533401"/>
              <a:chExt cx="5472112" cy="703890"/>
            </a:xfrm>
          </p:grpSpPr>
          <p:cxnSp>
            <p:nvCxnSpPr>
              <p:cNvPr id="797" name="직선 연결선 796">
                <a:extLst>
                  <a:ext uri="{FF2B5EF4-FFF2-40B4-BE49-F238E27FC236}">
                    <a16:creationId xmlns:a16="http://schemas.microsoft.com/office/drawing/2014/main" id="{D46460DE-23FB-40E3-8742-756231158B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8" name="직선 연결선 797">
                <a:extLst>
                  <a:ext uri="{FF2B5EF4-FFF2-40B4-BE49-F238E27FC236}">
                    <a16:creationId xmlns:a16="http://schemas.microsoft.com/office/drawing/2014/main" id="{B5BCA46E-8D0D-4206-8F88-A2AC74A18B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9" name="직선 연결선 798">
                <a:extLst>
                  <a:ext uri="{FF2B5EF4-FFF2-40B4-BE49-F238E27FC236}">
                    <a16:creationId xmlns:a16="http://schemas.microsoft.com/office/drawing/2014/main" id="{B532B2A9-CCD8-4FA1-934F-03F77C3176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0" name="직선 연결선 799">
                <a:extLst>
                  <a:ext uri="{FF2B5EF4-FFF2-40B4-BE49-F238E27FC236}">
                    <a16:creationId xmlns:a16="http://schemas.microsoft.com/office/drawing/2014/main" id="{FBF6CCCD-6D40-4F58-96EF-8F8B73508F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1" name="직선 연결선 800">
                <a:extLst>
                  <a:ext uri="{FF2B5EF4-FFF2-40B4-BE49-F238E27FC236}">
                    <a16:creationId xmlns:a16="http://schemas.microsoft.com/office/drawing/2014/main" id="{992D2E09-B439-4A47-A1A4-C8AF3DF03E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2" name="직선 연결선 801">
                <a:extLst>
                  <a:ext uri="{FF2B5EF4-FFF2-40B4-BE49-F238E27FC236}">
                    <a16:creationId xmlns:a16="http://schemas.microsoft.com/office/drawing/2014/main" id="{31F6EF64-3593-4917-A4D8-29CE78B7AE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3" name="직선 연결선 802">
                <a:extLst>
                  <a:ext uri="{FF2B5EF4-FFF2-40B4-BE49-F238E27FC236}">
                    <a16:creationId xmlns:a16="http://schemas.microsoft.com/office/drawing/2014/main" id="{77098EA4-1A65-46F4-BDD2-9C2BE69F6B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4" name="직선 연결선 803">
                <a:extLst>
                  <a:ext uri="{FF2B5EF4-FFF2-40B4-BE49-F238E27FC236}">
                    <a16:creationId xmlns:a16="http://schemas.microsoft.com/office/drawing/2014/main" id="{9F7C3E14-4726-4420-A9A0-7B0CA238772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5" name="직선 연결선 804">
                <a:extLst>
                  <a:ext uri="{FF2B5EF4-FFF2-40B4-BE49-F238E27FC236}">
                    <a16:creationId xmlns:a16="http://schemas.microsoft.com/office/drawing/2014/main" id="{C52C2F6B-C8EF-4126-A898-FA01AB4BA3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6" name="직선 연결선 805">
                <a:extLst>
                  <a:ext uri="{FF2B5EF4-FFF2-40B4-BE49-F238E27FC236}">
                    <a16:creationId xmlns:a16="http://schemas.microsoft.com/office/drawing/2014/main" id="{CB0799FC-1F54-4C7C-AFAC-349E8A240F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7" name="직선 연결선 806">
                <a:extLst>
                  <a:ext uri="{FF2B5EF4-FFF2-40B4-BE49-F238E27FC236}">
                    <a16:creationId xmlns:a16="http://schemas.microsoft.com/office/drawing/2014/main" id="{FB7B62A7-A1A0-41EE-9993-811757BA8D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8" name="직선 연결선 807">
                <a:extLst>
                  <a:ext uri="{FF2B5EF4-FFF2-40B4-BE49-F238E27FC236}">
                    <a16:creationId xmlns:a16="http://schemas.microsoft.com/office/drawing/2014/main" id="{2209A877-B762-4B89-BD01-72A7AB80AB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09" name="직선 연결선 808">
                <a:extLst>
                  <a:ext uri="{FF2B5EF4-FFF2-40B4-BE49-F238E27FC236}">
                    <a16:creationId xmlns:a16="http://schemas.microsoft.com/office/drawing/2014/main" id="{2181C14B-9414-40EA-B443-A0FF4F837B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0" name="직선 연결선 809">
                <a:extLst>
                  <a:ext uri="{FF2B5EF4-FFF2-40B4-BE49-F238E27FC236}">
                    <a16:creationId xmlns:a16="http://schemas.microsoft.com/office/drawing/2014/main" id="{8D49F4F8-F7CD-464B-AF96-8A48DD2AFA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1" name="직선 연결선 810">
                <a:extLst>
                  <a:ext uri="{FF2B5EF4-FFF2-40B4-BE49-F238E27FC236}">
                    <a16:creationId xmlns:a16="http://schemas.microsoft.com/office/drawing/2014/main" id="{D8E8458F-9081-42DF-A086-426DAAF889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2" name="직선 연결선 811">
                <a:extLst>
                  <a:ext uri="{FF2B5EF4-FFF2-40B4-BE49-F238E27FC236}">
                    <a16:creationId xmlns:a16="http://schemas.microsoft.com/office/drawing/2014/main" id="{43EB4F91-8398-41CE-8C0E-69BF3218E0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3" name="직선 연결선 812">
                <a:extLst>
                  <a:ext uri="{FF2B5EF4-FFF2-40B4-BE49-F238E27FC236}">
                    <a16:creationId xmlns:a16="http://schemas.microsoft.com/office/drawing/2014/main" id="{B9590CB7-365C-4FD5-A8A3-180DF7D9BB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4" name="직선 연결선 813">
                <a:extLst>
                  <a:ext uri="{FF2B5EF4-FFF2-40B4-BE49-F238E27FC236}">
                    <a16:creationId xmlns:a16="http://schemas.microsoft.com/office/drawing/2014/main" id="{961AAA61-15DD-4247-82D5-B5F996C2DD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5" name="직선 연결선 814">
                <a:extLst>
                  <a:ext uri="{FF2B5EF4-FFF2-40B4-BE49-F238E27FC236}">
                    <a16:creationId xmlns:a16="http://schemas.microsoft.com/office/drawing/2014/main" id="{A8CD1EAB-BEE4-4D91-B55C-612CDD35C0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6" name="직선 연결선 815">
                <a:extLst>
                  <a:ext uri="{FF2B5EF4-FFF2-40B4-BE49-F238E27FC236}">
                    <a16:creationId xmlns:a16="http://schemas.microsoft.com/office/drawing/2014/main" id="{18646AF5-9076-44F7-9BD8-F9F6D23E96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7" name="직선 연결선 816">
                <a:extLst>
                  <a:ext uri="{FF2B5EF4-FFF2-40B4-BE49-F238E27FC236}">
                    <a16:creationId xmlns:a16="http://schemas.microsoft.com/office/drawing/2014/main" id="{4DD11ED4-1127-4468-AE56-7EBE8832F3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8" name="직선 연결선 817">
                <a:extLst>
                  <a:ext uri="{FF2B5EF4-FFF2-40B4-BE49-F238E27FC236}">
                    <a16:creationId xmlns:a16="http://schemas.microsoft.com/office/drawing/2014/main" id="{9980D4A8-22D6-470E-A9C7-C4E58BFBDD6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19" name="직선 연결선 818">
                <a:extLst>
                  <a:ext uri="{FF2B5EF4-FFF2-40B4-BE49-F238E27FC236}">
                    <a16:creationId xmlns:a16="http://schemas.microsoft.com/office/drawing/2014/main" id="{29839A92-3670-4C23-92F0-6CE71B9E65C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0" name="직선 연결선 819">
                <a:extLst>
                  <a:ext uri="{FF2B5EF4-FFF2-40B4-BE49-F238E27FC236}">
                    <a16:creationId xmlns:a16="http://schemas.microsoft.com/office/drawing/2014/main" id="{DA05511F-6C70-48BE-8633-D67769238AB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821" name="직선 연결선 820">
                <a:extLst>
                  <a:ext uri="{FF2B5EF4-FFF2-40B4-BE49-F238E27FC236}">
                    <a16:creationId xmlns:a16="http://schemas.microsoft.com/office/drawing/2014/main" id="{38A0C8DF-CFAF-431C-B0D6-1873308A7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grpSp>
          <p:nvGrpSpPr>
            <p:cNvPr id="769" name="그룹 768">
              <a:extLst>
                <a:ext uri="{FF2B5EF4-FFF2-40B4-BE49-F238E27FC236}">
                  <a16:creationId xmlns:a16="http://schemas.microsoft.com/office/drawing/2014/main" id="{CCD7A861-9D88-4226-8D63-B7265D1A6041}"/>
                </a:ext>
              </a:extLst>
            </p:cNvPr>
            <p:cNvGrpSpPr/>
            <p:nvPr/>
          </p:nvGrpSpPr>
          <p:grpSpPr>
            <a:xfrm>
              <a:off x="230188" y="6777998"/>
              <a:ext cx="5472112" cy="703890"/>
              <a:chOff x="230188" y="533401"/>
              <a:chExt cx="5472112" cy="703890"/>
            </a:xfrm>
          </p:grpSpPr>
          <p:cxnSp>
            <p:nvCxnSpPr>
              <p:cNvPr id="772" name="직선 연결선 771">
                <a:extLst>
                  <a:ext uri="{FF2B5EF4-FFF2-40B4-BE49-F238E27FC236}">
                    <a16:creationId xmlns:a16="http://schemas.microsoft.com/office/drawing/2014/main" id="{576EB0BD-36CB-47FA-8F19-C6BF593E61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3" name="직선 연결선 772">
                <a:extLst>
                  <a:ext uri="{FF2B5EF4-FFF2-40B4-BE49-F238E27FC236}">
                    <a16:creationId xmlns:a16="http://schemas.microsoft.com/office/drawing/2014/main" id="{41F48151-0F5A-449A-B778-56E4ACE8D7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237291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4" name="직선 연결선 773">
                <a:extLst>
                  <a:ext uri="{FF2B5EF4-FFF2-40B4-BE49-F238E27FC236}">
                    <a16:creationId xmlns:a16="http://schemas.microsoft.com/office/drawing/2014/main" id="{8948819C-56BD-4CE4-B10D-3994F32731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5" name="직선 연결선 774">
                <a:extLst>
                  <a:ext uri="{FF2B5EF4-FFF2-40B4-BE49-F238E27FC236}">
                    <a16:creationId xmlns:a16="http://schemas.microsoft.com/office/drawing/2014/main" id="{5A9133C6-53DC-42DF-8096-11B4ABEAB3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2461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6" name="직선 연결선 775">
                <a:extLst>
                  <a:ext uri="{FF2B5EF4-FFF2-40B4-BE49-F238E27FC236}">
                    <a16:creationId xmlns:a16="http://schemas.microsoft.com/office/drawing/2014/main" id="{4D953E82-83D0-4562-A6D4-0BE532E646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87182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7" name="직선 연결선 776">
                <a:extLst>
                  <a:ext uri="{FF2B5EF4-FFF2-40B4-BE49-F238E27FC236}">
                    <a16:creationId xmlns:a16="http://schemas.microsoft.com/office/drawing/2014/main" id="{6B9BA967-7740-4526-8326-EDEB210C2EE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1903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8" name="직선 연결선 777">
                <a:extLst>
                  <a:ext uri="{FF2B5EF4-FFF2-40B4-BE49-F238E27FC236}">
                    <a16:creationId xmlns:a16="http://schemas.microsoft.com/office/drawing/2014/main" id="{E704E738-C835-4AAB-81AB-8D482A82E5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96624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79" name="직선 연결선 778">
                <a:extLst>
                  <a:ext uri="{FF2B5EF4-FFF2-40B4-BE49-F238E27FC236}">
                    <a16:creationId xmlns:a16="http://schemas.microsoft.com/office/drawing/2014/main" id="{CF728210-74FF-4B10-A6DB-304A0412F3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1346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0" name="직선 연결선 779">
                <a:extLst>
                  <a:ext uri="{FF2B5EF4-FFF2-40B4-BE49-F238E27FC236}">
                    <a16:creationId xmlns:a16="http://schemas.microsoft.com/office/drawing/2014/main" id="{FA8A6C7C-EBD6-4565-9F0F-0EE836B8AA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0672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1" name="직선 연결선 780">
                <a:extLst>
                  <a:ext uri="{FF2B5EF4-FFF2-40B4-BE49-F238E27FC236}">
                    <a16:creationId xmlns:a16="http://schemas.microsoft.com/office/drawing/2014/main" id="{FEB06563-67B9-48F4-BFE2-3F85E2780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07884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2" name="직선 연결선 781">
                <a:extLst>
                  <a:ext uri="{FF2B5EF4-FFF2-40B4-BE49-F238E27FC236}">
                    <a16:creationId xmlns:a16="http://schemas.microsoft.com/office/drawing/2014/main" id="{EFC2E080-F2A7-4872-9EE2-025651A525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55096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3" name="직선 연결선 782">
                <a:extLst>
                  <a:ext uri="{FF2B5EF4-FFF2-40B4-BE49-F238E27FC236}">
                    <a16:creationId xmlns:a16="http://schemas.microsoft.com/office/drawing/2014/main" id="{67D31E73-8A6A-4B84-A1AD-210093BCDD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1046518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4" name="직선 연결선 783">
                <a:extLst>
                  <a:ext uri="{FF2B5EF4-FFF2-40B4-BE49-F238E27FC236}">
                    <a16:creationId xmlns:a16="http://schemas.microsoft.com/office/drawing/2014/main" id="{0627E5E2-734A-4B0E-BE9E-B9DEF94EC53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0379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5" name="직선 연결선 784">
                <a:extLst>
                  <a:ext uri="{FF2B5EF4-FFF2-40B4-BE49-F238E27FC236}">
                    <a16:creationId xmlns:a16="http://schemas.microsoft.com/office/drawing/2014/main" id="{551F5708-6BBE-4EB4-82F1-B7624788BA8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100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6" name="직선 연결선 785">
                <a:extLst>
                  <a:ext uri="{FF2B5EF4-FFF2-40B4-BE49-F238E27FC236}">
                    <a16:creationId xmlns:a16="http://schemas.microsoft.com/office/drawing/2014/main" id="{ED4A5FD6-B536-4A5F-91ED-0686F8EA53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9821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7" name="직선 연결선 786">
                <a:extLst>
                  <a:ext uri="{FF2B5EF4-FFF2-40B4-BE49-F238E27FC236}">
                    <a16:creationId xmlns:a16="http://schemas.microsoft.com/office/drawing/2014/main" id="{5C3B1BE0-9711-488E-B329-1BC50EBD3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4543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8" name="직선 연결선 787">
                <a:extLst>
                  <a:ext uri="{FF2B5EF4-FFF2-40B4-BE49-F238E27FC236}">
                    <a16:creationId xmlns:a16="http://schemas.microsoft.com/office/drawing/2014/main" id="{E25ACAF3-412A-4FAD-886B-BA8FD7E484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9264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89" name="직선 연결선 788">
                <a:extLst>
                  <a:ext uri="{FF2B5EF4-FFF2-40B4-BE49-F238E27FC236}">
                    <a16:creationId xmlns:a16="http://schemas.microsoft.com/office/drawing/2014/main" id="{B744E10C-1E03-4325-9138-B665D89409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9854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0" name="직선 연결선 789">
                <a:extLst>
                  <a:ext uri="{FF2B5EF4-FFF2-40B4-BE49-F238E27FC236}">
                    <a16:creationId xmlns:a16="http://schemas.microsoft.com/office/drawing/2014/main" id="{AF92C4DE-C679-410B-9BE9-DBEE3576DA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87066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1" name="직선 연결선 790">
                <a:extLst>
                  <a:ext uri="{FF2B5EF4-FFF2-40B4-BE49-F238E27FC236}">
                    <a16:creationId xmlns:a16="http://schemas.microsoft.com/office/drawing/2014/main" id="{B2684BBC-5868-4D93-AE5C-E0E16836C5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34278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2" name="직선 연결선 791">
                <a:extLst>
                  <a:ext uri="{FF2B5EF4-FFF2-40B4-BE49-F238E27FC236}">
                    <a16:creationId xmlns:a16="http://schemas.microsoft.com/office/drawing/2014/main" id="{48AA2DF3-1E6B-4F4B-96D5-5EB4003901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81490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3" name="직선 연결선 792">
                <a:extLst>
                  <a:ext uri="{FF2B5EF4-FFF2-40B4-BE49-F238E27FC236}">
                    <a16:creationId xmlns:a16="http://schemas.microsoft.com/office/drawing/2014/main" id="{15397D91-1573-4327-80A4-525E933A71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28702" y="533401"/>
                <a:ext cx="0" cy="513117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4" name="직선 연결선 793">
                <a:extLst>
                  <a:ext uri="{FF2B5EF4-FFF2-40B4-BE49-F238E27FC236}">
                    <a16:creationId xmlns:a16="http://schemas.microsoft.com/office/drawing/2014/main" id="{C197B8A1-FBF8-4798-A524-852DFEE41A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789959"/>
                <a:ext cx="5472112" cy="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5" name="직선 연결선 794">
                <a:extLst>
                  <a:ext uri="{FF2B5EF4-FFF2-40B4-BE49-F238E27FC236}">
                    <a16:creationId xmlns:a16="http://schemas.microsoft.com/office/drawing/2014/main" id="{2CCBCBF5-6C54-4EA0-A3EE-B89CD9D9ED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0188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796" name="직선 연결선 795">
                <a:extLst>
                  <a:ext uri="{FF2B5EF4-FFF2-40B4-BE49-F238E27FC236}">
                    <a16:creationId xmlns:a16="http://schemas.microsoft.com/office/drawing/2014/main" id="{2FB461E0-D3BD-44C9-A7F0-2A34CC2029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02300" y="533401"/>
                <a:ext cx="0" cy="703890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770" name="직선 연결선 769">
              <a:extLst>
                <a:ext uri="{FF2B5EF4-FFF2-40B4-BE49-F238E27FC236}">
                  <a16:creationId xmlns:a16="http://schemas.microsoft.com/office/drawing/2014/main" id="{161763A4-4FAB-46F9-8EB5-F0643BFDD60A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직선 연결선 770">
              <a:extLst>
                <a:ext uri="{FF2B5EF4-FFF2-40B4-BE49-F238E27FC236}">
                  <a16:creationId xmlns:a16="http://schemas.microsoft.com/office/drawing/2014/main" id="{60599253-C766-4BDA-9CFA-A1CFACAF4A42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3" name="TextBox 242">
            <a:hlinkClick r:id="rId2"/>
            <a:extLst>
              <a:ext uri="{FF2B5EF4-FFF2-40B4-BE49-F238E27FC236}">
                <a16:creationId xmlns:a16="http://schemas.microsoft.com/office/drawing/2014/main" id="{A259805D-AA16-4056-9132-938557C2BCB7}"/>
              </a:ext>
            </a:extLst>
          </p:cNvPr>
          <p:cNvSpPr txBox="1"/>
          <p:nvPr/>
        </p:nvSpPr>
        <p:spPr>
          <a:xfrm>
            <a:off x="5251094" y="7526907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4" name="TextBox 243">
            <a:hlinkClick r:id="rId3"/>
            <a:extLst>
              <a:ext uri="{FF2B5EF4-FFF2-40B4-BE49-F238E27FC236}">
                <a16:creationId xmlns:a16="http://schemas.microsoft.com/office/drawing/2014/main" id="{87C243E0-B15C-422F-AA9D-18824AB4E362}"/>
              </a:ext>
            </a:extLst>
          </p:cNvPr>
          <p:cNvSpPr txBox="1"/>
          <p:nvPr/>
        </p:nvSpPr>
        <p:spPr>
          <a:xfrm>
            <a:off x="2542987" y="7526907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45" name="TextBox 184">
            <a:hlinkClick r:id="rId4"/>
            <a:extLst>
              <a:ext uri="{FF2B5EF4-FFF2-40B4-BE49-F238E27FC236}">
                <a16:creationId xmlns:a16="http://schemas.microsoft.com/office/drawing/2014/main" id="{BB518464-605D-4355-BAE2-83E713291BE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173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55</cp:revision>
  <dcterms:created xsi:type="dcterms:W3CDTF">2021-10-29T04:43:38Z</dcterms:created>
  <dcterms:modified xsi:type="dcterms:W3CDTF">2021-12-19T07:52:25Z</dcterms:modified>
</cp:coreProperties>
</file>
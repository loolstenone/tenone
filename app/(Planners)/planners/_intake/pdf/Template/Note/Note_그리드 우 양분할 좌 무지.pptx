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2" name="그룹 731">
            <a:extLst>
              <a:ext uri="{FF2B5EF4-FFF2-40B4-BE49-F238E27FC236}">
                <a16:creationId xmlns:a16="http://schemas.microsoft.com/office/drawing/2014/main" id="{5BA86F1B-4FE8-497E-AD36-24C806332D98}"/>
              </a:ext>
            </a:extLst>
          </p:cNvPr>
          <p:cNvGrpSpPr/>
          <p:nvPr/>
        </p:nvGrpSpPr>
        <p:grpSpPr>
          <a:xfrm>
            <a:off x="302419" y="462531"/>
            <a:ext cx="5472112" cy="7024500"/>
            <a:chOff x="230188" y="462531"/>
            <a:chExt cx="5472112" cy="7024500"/>
          </a:xfrm>
        </p:grpSpPr>
        <p:grpSp>
          <p:nvGrpSpPr>
            <p:cNvPr id="689" name="그룹 688">
              <a:extLst>
                <a:ext uri="{FF2B5EF4-FFF2-40B4-BE49-F238E27FC236}">
                  <a16:creationId xmlns:a16="http://schemas.microsoft.com/office/drawing/2014/main" id="{3CA4AF96-A0E4-414A-9A33-378FBC563C5F}"/>
                </a:ext>
              </a:extLst>
            </p:cNvPr>
            <p:cNvGrpSpPr/>
            <p:nvPr/>
          </p:nvGrpSpPr>
          <p:grpSpPr>
            <a:xfrm>
              <a:off x="290513" y="533400"/>
              <a:ext cx="5408727" cy="6953631"/>
              <a:chOff x="290513" y="533400"/>
              <a:chExt cx="5408727" cy="6953631"/>
            </a:xfrm>
          </p:grpSpPr>
          <p:cxnSp>
            <p:nvCxnSpPr>
              <p:cNvPr id="690" name="직선 연결선 689">
                <a:extLst>
                  <a:ext uri="{FF2B5EF4-FFF2-40B4-BE49-F238E27FC236}">
                    <a16:creationId xmlns:a16="http://schemas.microsoft.com/office/drawing/2014/main" id="{4B937EA1-5E83-4111-BD1A-FBA2CC3F4F8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9268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1" name="직선 연결선 690">
                <a:extLst>
                  <a:ext uri="{FF2B5EF4-FFF2-40B4-BE49-F238E27FC236}">
                    <a16:creationId xmlns:a16="http://schemas.microsoft.com/office/drawing/2014/main" id="{BC406C50-9526-4F68-A0A0-1435978C07F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4524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2" name="직선 연결선 691">
                <a:extLst>
                  <a:ext uri="{FF2B5EF4-FFF2-40B4-BE49-F238E27FC236}">
                    <a16:creationId xmlns:a16="http://schemas.microsoft.com/office/drawing/2014/main" id="{022DE39A-702C-41A6-A0FB-9BB513E5E8F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223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3" name="직선 연결선 692">
                <a:extLst>
                  <a:ext uri="{FF2B5EF4-FFF2-40B4-BE49-F238E27FC236}">
                    <a16:creationId xmlns:a16="http://schemas.microsoft.com/office/drawing/2014/main" id="{49C54074-DC26-4060-98B4-8BA44B5F7AB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798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직선 연결선 693">
                <a:extLst>
                  <a:ext uri="{FF2B5EF4-FFF2-40B4-BE49-F238E27FC236}">
                    <a16:creationId xmlns:a16="http://schemas.microsoft.com/office/drawing/2014/main" id="{98F89306-C6DE-43EA-B05F-7C970F84069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3739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5" name="직선 연결선 694">
                <a:extLst>
                  <a:ext uri="{FF2B5EF4-FFF2-40B4-BE49-F238E27FC236}">
                    <a16:creationId xmlns:a16="http://schemas.microsoft.com/office/drawing/2014/main" id="{3FE56140-2715-4B46-AEEF-7BE99B49708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9491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6" name="직선 연결선 695">
                <a:extLst>
                  <a:ext uri="{FF2B5EF4-FFF2-40B4-BE49-F238E27FC236}">
                    <a16:creationId xmlns:a16="http://schemas.microsoft.com/office/drawing/2014/main" id="{DA06DC2D-8350-4193-B920-FEF03293A64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70995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7" name="직선 연결선 696">
                <a:extLst>
                  <a:ext uri="{FF2B5EF4-FFF2-40B4-BE49-F238E27FC236}">
                    <a16:creationId xmlns:a16="http://schemas.microsoft.com/office/drawing/2014/main" id="{6ED83EF5-1555-4E08-8154-E709CBEF465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96747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8" name="직선 연결선 697">
                <a:extLst>
                  <a:ext uri="{FF2B5EF4-FFF2-40B4-BE49-F238E27FC236}">
                    <a16:creationId xmlns:a16="http://schemas.microsoft.com/office/drawing/2014/main" id="{61A195D6-2B3C-4312-A45A-FB4782BA28E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64836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9" name="직선 연결선 698">
                <a:extLst>
                  <a:ext uri="{FF2B5EF4-FFF2-40B4-BE49-F238E27FC236}">
                    <a16:creationId xmlns:a16="http://schemas.microsoft.com/office/drawing/2014/main" id="{86FA36BC-3A1D-4179-B177-1DB0AEA332C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50204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0" name="직선 연결선 699">
                <a:extLst>
                  <a:ext uri="{FF2B5EF4-FFF2-40B4-BE49-F238E27FC236}">
                    <a16:creationId xmlns:a16="http://schemas.microsoft.com/office/drawing/2014/main" id="{5D8341B2-86E1-4665-863D-A6216A92F4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104903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1" name="직선 연결선 700">
                <a:extLst>
                  <a:ext uri="{FF2B5EF4-FFF2-40B4-BE49-F238E27FC236}">
                    <a16:creationId xmlns:a16="http://schemas.microsoft.com/office/drawing/2014/main" id="{73DEAE6E-8753-4709-94C6-002784159E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362423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2" name="직선 연결선 701">
                <a:extLst>
                  <a:ext uri="{FF2B5EF4-FFF2-40B4-BE49-F238E27FC236}">
                    <a16:creationId xmlns:a16="http://schemas.microsoft.com/office/drawing/2014/main" id="{CB1AB8AD-2471-421B-A728-7CF8D477CA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516935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3" name="직선 연결선 702">
                <a:extLst>
                  <a:ext uri="{FF2B5EF4-FFF2-40B4-BE49-F238E27FC236}">
                    <a16:creationId xmlns:a16="http://schemas.microsoft.com/office/drawing/2014/main" id="{0CE69418-D296-4731-9DEA-BAB010D632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645695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4" name="직선 연결선 703">
                <a:extLst>
                  <a:ext uri="{FF2B5EF4-FFF2-40B4-BE49-F238E27FC236}">
                    <a16:creationId xmlns:a16="http://schemas.microsoft.com/office/drawing/2014/main" id="{9A238FD9-F99E-4571-BAF5-A209936571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156407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5" name="직선 연결선 704">
                <a:extLst>
                  <a:ext uri="{FF2B5EF4-FFF2-40B4-BE49-F238E27FC236}">
                    <a16:creationId xmlns:a16="http://schemas.microsoft.com/office/drawing/2014/main" id="{AFEEE6C1-9952-4E68-8574-E17F00AAD1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207911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6" name="직선 연결선 705">
                <a:extLst>
                  <a:ext uri="{FF2B5EF4-FFF2-40B4-BE49-F238E27FC236}">
                    <a16:creationId xmlns:a16="http://schemas.microsoft.com/office/drawing/2014/main" id="{313132A5-4882-4FA4-8BFA-3EC6D1AC43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259415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7" name="직선 연결선 706">
                <a:extLst>
                  <a:ext uri="{FF2B5EF4-FFF2-40B4-BE49-F238E27FC236}">
                    <a16:creationId xmlns:a16="http://schemas.microsoft.com/office/drawing/2014/main" id="{8209814B-4502-4CBF-A5B2-FA027A09E7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310919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8" name="직선 연결선 707">
                <a:extLst>
                  <a:ext uri="{FF2B5EF4-FFF2-40B4-BE49-F238E27FC236}">
                    <a16:creationId xmlns:a16="http://schemas.microsoft.com/office/drawing/2014/main" id="{CE6974C7-EF5A-4063-89CE-970162D5F4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413927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9" name="직선 연결선 708">
                <a:extLst>
                  <a:ext uri="{FF2B5EF4-FFF2-40B4-BE49-F238E27FC236}">
                    <a16:creationId xmlns:a16="http://schemas.microsoft.com/office/drawing/2014/main" id="{9196CE36-7907-49C9-A67B-858D8921B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439679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0" name="직선 연결선 709">
                <a:extLst>
                  <a:ext uri="{FF2B5EF4-FFF2-40B4-BE49-F238E27FC236}">
                    <a16:creationId xmlns:a16="http://schemas.microsoft.com/office/drawing/2014/main" id="{39E26B6B-7D72-44E9-8E35-567F9349E3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465431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1" name="직선 연결선 710">
                <a:extLst>
                  <a:ext uri="{FF2B5EF4-FFF2-40B4-BE49-F238E27FC236}">
                    <a16:creationId xmlns:a16="http://schemas.microsoft.com/office/drawing/2014/main" id="{EBCFF26D-E0AD-4ABC-BD20-161129531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491183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2" name="직선 연결선 711">
                <a:extLst>
                  <a:ext uri="{FF2B5EF4-FFF2-40B4-BE49-F238E27FC236}">
                    <a16:creationId xmlns:a16="http://schemas.microsoft.com/office/drawing/2014/main" id="{46B5F545-3513-4B9D-A4E9-BC6D1CB980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542687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3" name="직선 연결선 712">
                <a:extLst>
                  <a:ext uri="{FF2B5EF4-FFF2-40B4-BE49-F238E27FC236}">
                    <a16:creationId xmlns:a16="http://schemas.microsoft.com/office/drawing/2014/main" id="{0A444F54-F4F1-40AF-B072-41BD6E750B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568439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4" name="직선 연결선 713">
                <a:extLst>
                  <a:ext uri="{FF2B5EF4-FFF2-40B4-BE49-F238E27FC236}">
                    <a16:creationId xmlns:a16="http://schemas.microsoft.com/office/drawing/2014/main" id="{F2640042-78C7-457F-8989-ACDAE9A433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594191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5" name="직선 연결선 714">
                <a:extLst>
                  <a:ext uri="{FF2B5EF4-FFF2-40B4-BE49-F238E27FC236}">
                    <a16:creationId xmlns:a16="http://schemas.microsoft.com/office/drawing/2014/main" id="{36BE571F-1305-4BF9-86DE-1290FBE203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697199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6" name="직선 연결선 715">
                <a:extLst>
                  <a:ext uri="{FF2B5EF4-FFF2-40B4-BE49-F238E27FC236}">
                    <a16:creationId xmlns:a16="http://schemas.microsoft.com/office/drawing/2014/main" id="{2BAF0A99-FEBF-4059-BA5F-0A51820510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619943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7" name="직선 연결선 716">
                <a:extLst>
                  <a:ext uri="{FF2B5EF4-FFF2-40B4-BE49-F238E27FC236}">
                    <a16:creationId xmlns:a16="http://schemas.microsoft.com/office/drawing/2014/main" id="{86B6631C-7B66-49F7-83DF-92FBB1796B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671447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8" name="직선 연결선 717">
                <a:extLst>
                  <a:ext uri="{FF2B5EF4-FFF2-40B4-BE49-F238E27FC236}">
                    <a16:creationId xmlns:a16="http://schemas.microsoft.com/office/drawing/2014/main" id="{A07CACB7-216C-4547-B996-48C45A17E5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722951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9" name="직선 연결선 718">
                <a:extLst>
                  <a:ext uri="{FF2B5EF4-FFF2-40B4-BE49-F238E27FC236}">
                    <a16:creationId xmlns:a16="http://schemas.microsoft.com/office/drawing/2014/main" id="{40EE092F-DB93-4C6A-BEF8-C3F55B3865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79151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" name="직선 연결선 719">
                <a:extLst>
                  <a:ext uri="{FF2B5EF4-FFF2-40B4-BE49-F238E27FC236}">
                    <a16:creationId xmlns:a16="http://schemas.microsoft.com/office/drawing/2014/main" id="{6F829416-DAE6-4629-B5FF-490D58246B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130655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" name="직선 연결선 720">
                <a:extLst>
                  <a:ext uri="{FF2B5EF4-FFF2-40B4-BE49-F238E27FC236}">
                    <a16:creationId xmlns:a16="http://schemas.microsoft.com/office/drawing/2014/main" id="{4BF1E644-40FD-4D15-BB05-195A83FC2A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388175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" name="직선 연결선 721">
                <a:extLst>
                  <a:ext uri="{FF2B5EF4-FFF2-40B4-BE49-F238E27FC236}">
                    <a16:creationId xmlns:a16="http://schemas.microsoft.com/office/drawing/2014/main" id="{2717C34F-F68B-4C7A-8942-B886B723E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182159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3" name="직선 연결선 722">
                <a:extLst>
                  <a:ext uri="{FF2B5EF4-FFF2-40B4-BE49-F238E27FC236}">
                    <a16:creationId xmlns:a16="http://schemas.microsoft.com/office/drawing/2014/main" id="{54FA636C-163E-4724-8306-80678BEACD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233663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" name="직선 연결선 723">
                <a:extLst>
                  <a:ext uri="{FF2B5EF4-FFF2-40B4-BE49-F238E27FC236}">
                    <a16:creationId xmlns:a16="http://schemas.microsoft.com/office/drawing/2014/main" id="{70D80F77-EC89-4291-BC56-A059B0E0F7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285167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" name="직선 연결선 724">
                <a:extLst>
                  <a:ext uri="{FF2B5EF4-FFF2-40B4-BE49-F238E27FC236}">
                    <a16:creationId xmlns:a16="http://schemas.microsoft.com/office/drawing/2014/main" id="{44093918-75F0-4CD8-8762-545D93A957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5732" y="3366712"/>
                <a:ext cx="2582461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6" name="직선 연결선 725">
                <a:extLst>
                  <a:ext uri="{FF2B5EF4-FFF2-40B4-BE49-F238E27FC236}">
                    <a16:creationId xmlns:a16="http://schemas.microsoft.com/office/drawing/2014/main" id="{036B313B-4F0C-4461-AB6F-C08C47D8E2E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182924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7" name="직선 연결선 726">
                <a:extLst>
                  <a:ext uri="{FF2B5EF4-FFF2-40B4-BE49-F238E27FC236}">
                    <a16:creationId xmlns:a16="http://schemas.microsoft.com/office/drawing/2014/main" id="{9CB55CBA-6D72-42A7-9DB5-669AB9B5F55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224996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8" name="직선 연결선 727">
                <a:extLst>
                  <a:ext uri="{FF2B5EF4-FFF2-40B4-BE49-F238E27FC236}">
                    <a16:creationId xmlns:a16="http://schemas.microsoft.com/office/drawing/2014/main" id="{FECE458F-AEFA-4BD9-8ADE-1FEBF8C376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487031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9" name="직선 연결선 728">
                <a:extLst>
                  <a:ext uri="{FF2B5EF4-FFF2-40B4-BE49-F238E27FC236}">
                    <a16:creationId xmlns:a16="http://schemas.microsoft.com/office/drawing/2014/main" id="{C7B81566-2168-4C49-9F7F-9C1D7E9B83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513" y="533992"/>
                <a:ext cx="540768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0" name="직선 연결선 729">
              <a:extLst>
                <a:ext uri="{FF2B5EF4-FFF2-40B4-BE49-F238E27FC236}">
                  <a16:creationId xmlns:a16="http://schemas.microsoft.com/office/drawing/2014/main" id="{EE42CB32-5B7D-4211-971E-15A1DEA6830F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직선 연결선 730">
              <a:extLst>
                <a:ext uri="{FF2B5EF4-FFF2-40B4-BE49-F238E27FC236}">
                  <a16:creationId xmlns:a16="http://schemas.microsoft.com/office/drawing/2014/main" id="{13072E6B-7027-4817-BA4A-45D2670DEB40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185">
            <a:hlinkClick r:id="rId2"/>
            <a:extLst>
              <a:ext uri="{FF2B5EF4-FFF2-40B4-BE49-F238E27FC236}">
                <a16:creationId xmlns:a16="http://schemas.microsoft.com/office/drawing/2014/main" id="{F5EB8AE8-F28C-4495-B6C3-F929674CFB7E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TextBox 186">
            <a:hlinkClick r:id="rId3"/>
            <a:extLst>
              <a:ext uri="{FF2B5EF4-FFF2-40B4-BE49-F238E27FC236}">
                <a16:creationId xmlns:a16="http://schemas.microsoft.com/office/drawing/2014/main" id="{50FCDAB2-10CB-49BC-A0D0-88199CC059A9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" name="TextBox 184">
            <a:hlinkClick r:id="rId4"/>
            <a:extLst>
              <a:ext uri="{FF2B5EF4-FFF2-40B4-BE49-F238E27FC236}">
                <a16:creationId xmlns:a16="http://schemas.microsoft.com/office/drawing/2014/main" id="{1C1D9A5B-E02A-4D4B-AE7D-469F3FEFAA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29</cp:revision>
  <dcterms:created xsi:type="dcterms:W3CDTF">2021-10-29T04:43:38Z</dcterms:created>
  <dcterms:modified xsi:type="dcterms:W3CDTF">2021-12-19T07:57:55Z</dcterms:modified>
</cp:coreProperties>
</file>
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5">
            <a:hlinkClick r:id="rId2"/>
            <a:extLst>
              <a:ext uri="{FF2B5EF4-FFF2-40B4-BE49-F238E27FC236}">
                <a16:creationId xmlns:a16="http://schemas.microsoft.com/office/drawing/2014/main" id="{F7F3C09D-2F82-41C5-9621-44FFAC80B8F8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" name="TextBox 186">
            <a:hlinkClick r:id="rId3"/>
            <a:extLst>
              <a:ext uri="{FF2B5EF4-FFF2-40B4-BE49-F238E27FC236}">
                <a16:creationId xmlns:a16="http://schemas.microsoft.com/office/drawing/2014/main" id="{A0AD123D-6157-43A3-8B6D-84C3866D4418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62" name="사각형: 둥근 모서리 1661">
            <a:extLst>
              <a:ext uri="{FF2B5EF4-FFF2-40B4-BE49-F238E27FC236}">
                <a16:creationId xmlns:a16="http://schemas.microsoft.com/office/drawing/2014/main" id="{6E0E0BB1-A23E-4DA7-94DA-7793B99CC6E2}"/>
              </a:ext>
            </a:extLst>
          </p:cNvPr>
          <p:cNvSpPr/>
          <p:nvPr/>
        </p:nvSpPr>
        <p:spPr>
          <a:xfrm>
            <a:off x="302419" y="506366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3" name="사각형: 둥근 모서리 1662">
            <a:extLst>
              <a:ext uri="{FF2B5EF4-FFF2-40B4-BE49-F238E27FC236}">
                <a16:creationId xmlns:a16="http://schemas.microsoft.com/office/drawing/2014/main" id="{BA43E6FD-F884-48F6-A143-F9DE2D140C02}"/>
              </a:ext>
            </a:extLst>
          </p:cNvPr>
          <p:cNvSpPr/>
          <p:nvPr/>
        </p:nvSpPr>
        <p:spPr>
          <a:xfrm>
            <a:off x="302419" y="1504042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4" name="사각형: 둥근 모서리 1663">
            <a:extLst>
              <a:ext uri="{FF2B5EF4-FFF2-40B4-BE49-F238E27FC236}">
                <a16:creationId xmlns:a16="http://schemas.microsoft.com/office/drawing/2014/main" id="{AF053105-4EDB-4A1D-A03C-9A6BF14E29B6}"/>
              </a:ext>
            </a:extLst>
          </p:cNvPr>
          <p:cNvSpPr/>
          <p:nvPr/>
        </p:nvSpPr>
        <p:spPr>
          <a:xfrm>
            <a:off x="302419" y="2501718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5" name="사각형: 둥근 모서리 1664">
            <a:extLst>
              <a:ext uri="{FF2B5EF4-FFF2-40B4-BE49-F238E27FC236}">
                <a16:creationId xmlns:a16="http://schemas.microsoft.com/office/drawing/2014/main" id="{497C8ADF-E0DA-489B-9129-52176369E126}"/>
              </a:ext>
            </a:extLst>
          </p:cNvPr>
          <p:cNvSpPr/>
          <p:nvPr/>
        </p:nvSpPr>
        <p:spPr>
          <a:xfrm>
            <a:off x="302419" y="3499394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61" name="직선 연결선 1660">
            <a:extLst>
              <a:ext uri="{FF2B5EF4-FFF2-40B4-BE49-F238E27FC236}">
                <a16:creationId xmlns:a16="http://schemas.microsoft.com/office/drawing/2014/main" id="{29FB6855-E773-4BBF-9E99-FE312ABB1227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1F4E0F3-7795-4670-B2DF-89BAC2144A65}"/>
              </a:ext>
            </a:extLst>
          </p:cNvPr>
          <p:cNvSpPr/>
          <p:nvPr/>
        </p:nvSpPr>
        <p:spPr>
          <a:xfrm>
            <a:off x="302419" y="5494746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EEB577C-1554-4958-85DB-85CB4E4D60EF}"/>
              </a:ext>
            </a:extLst>
          </p:cNvPr>
          <p:cNvSpPr/>
          <p:nvPr/>
        </p:nvSpPr>
        <p:spPr>
          <a:xfrm>
            <a:off x="302419" y="4497070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4A701223-1D80-4DBE-9568-74C5A596F993}"/>
              </a:ext>
            </a:extLst>
          </p:cNvPr>
          <p:cNvSpPr/>
          <p:nvPr/>
        </p:nvSpPr>
        <p:spPr>
          <a:xfrm>
            <a:off x="302419" y="6492422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89E1AA7-8E12-47CE-A3ED-6C03AF61DAFC}"/>
              </a:ext>
            </a:extLst>
          </p:cNvPr>
          <p:cNvSpPr/>
          <p:nvPr/>
        </p:nvSpPr>
        <p:spPr>
          <a:xfrm>
            <a:off x="2144502" y="506366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F368996-E6F7-4009-B8CA-C914275171D2}"/>
              </a:ext>
            </a:extLst>
          </p:cNvPr>
          <p:cNvSpPr/>
          <p:nvPr/>
        </p:nvSpPr>
        <p:spPr>
          <a:xfrm>
            <a:off x="2144502" y="1504042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82E1560-B09D-42FB-BC89-9D3701FF5234}"/>
              </a:ext>
            </a:extLst>
          </p:cNvPr>
          <p:cNvSpPr/>
          <p:nvPr/>
        </p:nvSpPr>
        <p:spPr>
          <a:xfrm>
            <a:off x="2144502" y="2501718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523B1DE3-218E-48AB-8AEF-91A4B7BDC701}"/>
              </a:ext>
            </a:extLst>
          </p:cNvPr>
          <p:cNvSpPr/>
          <p:nvPr/>
        </p:nvSpPr>
        <p:spPr>
          <a:xfrm>
            <a:off x="2144502" y="3499394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0DB171F-D32E-4596-A2A3-83AA340536F0}"/>
              </a:ext>
            </a:extLst>
          </p:cNvPr>
          <p:cNvSpPr/>
          <p:nvPr/>
        </p:nvSpPr>
        <p:spPr>
          <a:xfrm>
            <a:off x="2144502" y="5494746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0110B89-0054-4017-8F9A-78AD29E06315}"/>
              </a:ext>
            </a:extLst>
          </p:cNvPr>
          <p:cNvSpPr/>
          <p:nvPr/>
        </p:nvSpPr>
        <p:spPr>
          <a:xfrm>
            <a:off x="2144502" y="4497070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A08DA3FD-1F07-4997-BA63-37FDB46DEA67}"/>
              </a:ext>
            </a:extLst>
          </p:cNvPr>
          <p:cNvSpPr/>
          <p:nvPr/>
        </p:nvSpPr>
        <p:spPr>
          <a:xfrm>
            <a:off x="2144502" y="6492422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F2EAFC9-EFBD-4374-AFE8-96F5A6136D50}"/>
              </a:ext>
            </a:extLst>
          </p:cNvPr>
          <p:cNvSpPr/>
          <p:nvPr/>
        </p:nvSpPr>
        <p:spPr>
          <a:xfrm>
            <a:off x="3998860" y="506366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A6B2E63-2488-40D1-A13E-654308D0975C}"/>
              </a:ext>
            </a:extLst>
          </p:cNvPr>
          <p:cNvSpPr/>
          <p:nvPr/>
        </p:nvSpPr>
        <p:spPr>
          <a:xfrm>
            <a:off x="3998860" y="1504042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56A0D29-EC78-450B-A6D8-F45862CD4C1B}"/>
              </a:ext>
            </a:extLst>
          </p:cNvPr>
          <p:cNvSpPr/>
          <p:nvPr/>
        </p:nvSpPr>
        <p:spPr>
          <a:xfrm>
            <a:off x="3998860" y="2501718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7990B46-5809-4137-A99B-B1E2B14F4F65}"/>
              </a:ext>
            </a:extLst>
          </p:cNvPr>
          <p:cNvSpPr/>
          <p:nvPr/>
        </p:nvSpPr>
        <p:spPr>
          <a:xfrm>
            <a:off x="3998860" y="3499394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51166EAA-AFE6-4AE2-809C-6B674087F2EC}"/>
              </a:ext>
            </a:extLst>
          </p:cNvPr>
          <p:cNvSpPr/>
          <p:nvPr/>
        </p:nvSpPr>
        <p:spPr>
          <a:xfrm>
            <a:off x="3998860" y="5494746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17226D3-F464-4FEE-97CE-6B1BEF40789F}"/>
              </a:ext>
            </a:extLst>
          </p:cNvPr>
          <p:cNvSpPr/>
          <p:nvPr/>
        </p:nvSpPr>
        <p:spPr>
          <a:xfrm>
            <a:off x="3998860" y="4497070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96EE96D7-FA0F-409A-90C2-C69099CAE94B}"/>
              </a:ext>
            </a:extLst>
          </p:cNvPr>
          <p:cNvSpPr/>
          <p:nvPr/>
        </p:nvSpPr>
        <p:spPr>
          <a:xfrm>
            <a:off x="3998860" y="6492422"/>
            <a:ext cx="1781270" cy="1008000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B903EAF-7BE5-4D29-BCAE-F788B3E10C1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184">
            <a:hlinkClick r:id="rId4"/>
            <a:extLst>
              <a:ext uri="{FF2B5EF4-FFF2-40B4-BE49-F238E27FC236}">
                <a16:creationId xmlns:a16="http://schemas.microsoft.com/office/drawing/2014/main" id="{6D900B02-7F89-47CA-82D1-19DCAE725EBC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67</cp:revision>
  <dcterms:created xsi:type="dcterms:W3CDTF">2021-10-29T04:43:38Z</dcterms:created>
  <dcterms:modified xsi:type="dcterms:W3CDTF">2021-12-19T08:44:19Z</dcterms:modified>
</cp:coreProperties>
</file>
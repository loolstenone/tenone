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9F8276A4-313A-4B88-9427-B3BD886ECD14}"/>
              </a:ext>
            </a:extLst>
          </p:cNvPr>
          <p:cNvGrpSpPr/>
          <p:nvPr/>
        </p:nvGrpSpPr>
        <p:grpSpPr>
          <a:xfrm>
            <a:off x="302419" y="533990"/>
            <a:ext cx="1735648" cy="3472561"/>
            <a:chOff x="302419" y="533990"/>
            <a:chExt cx="1735648" cy="347256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F174610-0FC7-4920-885B-8950943333E4}"/>
                </a:ext>
              </a:extLst>
            </p:cNvPr>
            <p:cNvGrpSpPr/>
            <p:nvPr/>
          </p:nvGrpSpPr>
          <p:grpSpPr>
            <a:xfrm>
              <a:off x="302419" y="533990"/>
              <a:ext cx="1733507" cy="3472561"/>
              <a:chOff x="302419" y="533990"/>
              <a:chExt cx="1733507" cy="3472561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18874976-0B52-4886-8145-FDE2A5E89B26}"/>
                  </a:ext>
                </a:extLst>
              </p:cNvPr>
              <p:cNvGrpSpPr/>
              <p:nvPr/>
            </p:nvGrpSpPr>
            <p:grpSpPr>
              <a:xfrm>
                <a:off x="382955" y="533990"/>
                <a:ext cx="1574577" cy="3471300"/>
                <a:chOff x="381628" y="533990"/>
                <a:chExt cx="1574577" cy="3471300"/>
              </a:xfrm>
            </p:grpSpPr>
            <p:cxnSp>
              <p:nvCxnSpPr>
                <p:cNvPr id="31" name="직선 연결선 30">
                  <a:extLst>
                    <a:ext uri="{FF2B5EF4-FFF2-40B4-BE49-F238E27FC236}">
                      <a16:creationId xmlns:a16="http://schemas.microsoft.com/office/drawing/2014/main" id="{5076D1DC-600A-4F97-8EC2-903DFD246B7E}"/>
                    </a:ext>
                  </a:extLst>
                </p:cNvPr>
                <p:cNvCxnSpPr/>
                <p:nvPr/>
              </p:nvCxnSpPr>
              <p:spPr>
                <a:xfrm rot="16200000">
                  <a:off x="-1091593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3555BD11-5BC9-4ECC-8499-5D6655717D9A}"/>
                    </a:ext>
                  </a:extLst>
                </p:cNvPr>
                <p:cNvCxnSpPr/>
                <p:nvPr/>
              </p:nvCxnSpPr>
              <p:spPr>
                <a:xfrm rot="16200000">
                  <a:off x="-829164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4BE83709-D647-4D25-9345-2E7F88AD0F01}"/>
                    </a:ext>
                  </a:extLst>
                </p:cNvPr>
                <p:cNvCxnSpPr/>
                <p:nvPr/>
              </p:nvCxnSpPr>
              <p:spPr>
                <a:xfrm rot="16200000">
                  <a:off x="-56673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8DA8B3DA-8F9F-46AB-BF69-62D0E4D5C966}"/>
                    </a:ext>
                  </a:extLst>
                </p:cNvPr>
                <p:cNvCxnSpPr/>
                <p:nvPr/>
              </p:nvCxnSpPr>
              <p:spPr>
                <a:xfrm rot="16200000">
                  <a:off x="-304306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287758B5-DC0E-4126-892C-65BD032F9B3A}"/>
                    </a:ext>
                  </a:extLst>
                </p:cNvPr>
                <p:cNvCxnSpPr/>
                <p:nvPr/>
              </p:nvCxnSpPr>
              <p:spPr>
                <a:xfrm rot="16200000">
                  <a:off x="-41877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C9E0383C-1420-42E6-8EDD-710F0619AB6E}"/>
                    </a:ext>
                  </a:extLst>
                </p:cNvPr>
                <p:cNvCxnSpPr/>
                <p:nvPr/>
              </p:nvCxnSpPr>
              <p:spPr>
                <a:xfrm rot="16200000">
                  <a:off x="22055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직선 연결선 90">
                  <a:extLst>
                    <a:ext uri="{FF2B5EF4-FFF2-40B4-BE49-F238E27FC236}">
                      <a16:creationId xmlns:a16="http://schemas.microsoft.com/office/drawing/2014/main" id="{EAB82B3C-4156-44FA-9BFA-001B3622A920}"/>
                    </a:ext>
                  </a:extLst>
                </p:cNvPr>
                <p:cNvCxnSpPr/>
                <p:nvPr/>
              </p:nvCxnSpPr>
              <p:spPr>
                <a:xfrm rot="16200000">
                  <a:off x="-1354022" y="2269641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117F7EA6-D1CE-4541-9663-6BD617AABC0D}"/>
                  </a:ext>
                </a:extLst>
              </p:cNvPr>
              <p:cNvGrpSpPr/>
              <p:nvPr/>
            </p:nvGrpSpPr>
            <p:grpSpPr>
              <a:xfrm>
                <a:off x="302419" y="533990"/>
                <a:ext cx="1733507" cy="3472561"/>
                <a:chOff x="302419" y="533990"/>
                <a:chExt cx="1733507" cy="3472561"/>
              </a:xfrm>
            </p:grpSpPr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97F8D382-4287-45FA-941E-858E698AA0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5339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직선 연결선 16">
                  <a:extLst>
                    <a:ext uri="{FF2B5EF4-FFF2-40B4-BE49-F238E27FC236}">
                      <a16:creationId xmlns:a16="http://schemas.microsoft.com/office/drawing/2014/main" id="{F3943E55-8CD9-4C11-9B09-B86CEAB4D34E}"/>
                    </a:ext>
                  </a:extLst>
                </p:cNvPr>
                <p:cNvCxnSpPr/>
                <p:nvPr/>
              </p:nvCxnSpPr>
              <p:spPr>
                <a:xfrm>
                  <a:off x="302419" y="13353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직선 연결선 17">
                  <a:extLst>
                    <a:ext uri="{FF2B5EF4-FFF2-40B4-BE49-F238E27FC236}">
                      <a16:creationId xmlns:a16="http://schemas.microsoft.com/office/drawing/2014/main" id="{D9B0A968-4E9D-44E6-BAA0-5FD82559A303}"/>
                    </a:ext>
                  </a:extLst>
                </p:cNvPr>
                <p:cNvCxnSpPr/>
                <p:nvPr/>
              </p:nvCxnSpPr>
              <p:spPr>
                <a:xfrm>
                  <a:off x="302419" y="16024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F0A1817D-98FE-4505-B20D-26FB8B4ECC42}"/>
                    </a:ext>
                  </a:extLst>
                </p:cNvPr>
                <p:cNvCxnSpPr/>
                <p:nvPr/>
              </p:nvCxnSpPr>
              <p:spPr>
                <a:xfrm>
                  <a:off x="302419" y="18695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직선 연결선 19">
                  <a:extLst>
                    <a:ext uri="{FF2B5EF4-FFF2-40B4-BE49-F238E27FC236}">
                      <a16:creationId xmlns:a16="http://schemas.microsoft.com/office/drawing/2014/main" id="{A1F4A51D-D089-48FC-8874-2DCF491A0E0C}"/>
                    </a:ext>
                  </a:extLst>
                </p:cNvPr>
                <p:cNvCxnSpPr/>
                <p:nvPr/>
              </p:nvCxnSpPr>
              <p:spPr>
                <a:xfrm>
                  <a:off x="302419" y="21367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직선 연결선 20">
                  <a:extLst>
                    <a:ext uri="{FF2B5EF4-FFF2-40B4-BE49-F238E27FC236}">
                      <a16:creationId xmlns:a16="http://schemas.microsoft.com/office/drawing/2014/main" id="{15AE473C-1C89-49DB-8950-1DA7AE8AA57E}"/>
                    </a:ext>
                  </a:extLst>
                </p:cNvPr>
                <p:cNvCxnSpPr/>
                <p:nvPr/>
              </p:nvCxnSpPr>
              <p:spPr>
                <a:xfrm>
                  <a:off x="302419" y="24038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C8893EAC-DEEB-4CCA-8ACD-173D9CB0B36A}"/>
                    </a:ext>
                  </a:extLst>
                </p:cNvPr>
                <p:cNvCxnSpPr/>
                <p:nvPr/>
              </p:nvCxnSpPr>
              <p:spPr>
                <a:xfrm>
                  <a:off x="302419" y="26709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3E5D8ED9-B3DF-418C-B7E8-CED7584F345A}"/>
                    </a:ext>
                  </a:extLst>
                </p:cNvPr>
                <p:cNvCxnSpPr/>
                <p:nvPr/>
              </p:nvCxnSpPr>
              <p:spPr>
                <a:xfrm>
                  <a:off x="302419" y="29380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39B75B1A-1522-45F2-88D4-5F23B2E415B5}"/>
                    </a:ext>
                  </a:extLst>
                </p:cNvPr>
                <p:cNvCxnSpPr/>
                <p:nvPr/>
              </p:nvCxnSpPr>
              <p:spPr>
                <a:xfrm>
                  <a:off x="302419" y="32051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BEB37645-6F9E-4204-A853-0388A02DE82E}"/>
                    </a:ext>
                  </a:extLst>
                </p:cNvPr>
                <p:cNvCxnSpPr/>
                <p:nvPr/>
              </p:nvCxnSpPr>
              <p:spPr>
                <a:xfrm>
                  <a:off x="302419" y="34723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60F58D0-7818-47DC-B2EC-CF14A1966F00}"/>
                    </a:ext>
                  </a:extLst>
                </p:cNvPr>
                <p:cNvCxnSpPr/>
                <p:nvPr/>
              </p:nvCxnSpPr>
              <p:spPr>
                <a:xfrm>
                  <a:off x="302419" y="37394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직선 연결선 103">
                  <a:extLst>
                    <a:ext uri="{FF2B5EF4-FFF2-40B4-BE49-F238E27FC236}">
                      <a16:creationId xmlns:a16="http://schemas.microsoft.com/office/drawing/2014/main" id="{3E9D69F1-4C50-4C2D-9636-85A6258329B5}"/>
                    </a:ext>
                  </a:extLst>
                </p:cNvPr>
                <p:cNvCxnSpPr/>
                <p:nvPr/>
              </p:nvCxnSpPr>
              <p:spPr>
                <a:xfrm>
                  <a:off x="302419" y="8011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연결선 104">
                  <a:extLst>
                    <a:ext uri="{FF2B5EF4-FFF2-40B4-BE49-F238E27FC236}">
                      <a16:creationId xmlns:a16="http://schemas.microsoft.com/office/drawing/2014/main" id="{C0330410-FE48-4560-9444-675A239549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4006551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연결선 105">
                  <a:extLst>
                    <a:ext uri="{FF2B5EF4-FFF2-40B4-BE49-F238E27FC236}">
                      <a16:creationId xmlns:a16="http://schemas.microsoft.com/office/drawing/2014/main" id="{D43598D6-D8D8-4200-B6CE-334A1063BD76}"/>
                    </a:ext>
                  </a:extLst>
                </p:cNvPr>
                <p:cNvCxnSpPr/>
                <p:nvPr/>
              </p:nvCxnSpPr>
              <p:spPr>
                <a:xfrm>
                  <a:off x="302419" y="10682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48" name="사각형: 둥근 모서리 1647">
              <a:extLst>
                <a:ext uri="{FF2B5EF4-FFF2-40B4-BE49-F238E27FC236}">
                  <a16:creationId xmlns:a16="http://schemas.microsoft.com/office/drawing/2014/main" id="{4889D2C3-4262-494B-B7C6-58A67C5F0E1A}"/>
                </a:ext>
              </a:extLst>
            </p:cNvPr>
            <p:cNvSpPr/>
            <p:nvPr/>
          </p:nvSpPr>
          <p:spPr>
            <a:xfrm>
              <a:off x="302419" y="533990"/>
              <a:ext cx="1735648" cy="3471297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656" name="직선 연결선 1655">
            <a:extLst>
              <a:ext uri="{FF2B5EF4-FFF2-40B4-BE49-F238E27FC236}">
                <a16:creationId xmlns:a16="http://schemas.microsoft.com/office/drawing/2014/main" id="{9973A44A-C509-4FDF-96B9-2A0A178BF822}"/>
              </a:ext>
            </a:extLst>
          </p:cNvPr>
          <p:cNvCxnSpPr>
            <a:cxnSpLocks/>
          </p:cNvCxnSpPr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7" name="직선 연결선 1656">
            <a:extLst>
              <a:ext uri="{FF2B5EF4-FFF2-40B4-BE49-F238E27FC236}">
                <a16:creationId xmlns:a16="http://schemas.microsoft.com/office/drawing/2014/main" id="{5C4037F3-1975-4FBF-9E13-CB1C964E576C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44BE30A5-61B6-47DA-B9F8-A07E9F13BE55}"/>
              </a:ext>
            </a:extLst>
          </p:cNvPr>
          <p:cNvGrpSpPr/>
          <p:nvPr/>
        </p:nvGrpSpPr>
        <p:grpSpPr>
          <a:xfrm>
            <a:off x="2170651" y="533990"/>
            <a:ext cx="1735648" cy="3472561"/>
            <a:chOff x="302419" y="533990"/>
            <a:chExt cx="1735648" cy="3472561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0303A4C5-1105-48CB-ABCA-F053064ED4B1}"/>
                </a:ext>
              </a:extLst>
            </p:cNvPr>
            <p:cNvGrpSpPr/>
            <p:nvPr/>
          </p:nvGrpSpPr>
          <p:grpSpPr>
            <a:xfrm>
              <a:off x="302419" y="533990"/>
              <a:ext cx="1733507" cy="3472561"/>
              <a:chOff x="302419" y="533990"/>
              <a:chExt cx="1733507" cy="3472561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59AFB2D7-FABB-4BB8-A043-15B94898014A}"/>
                  </a:ext>
                </a:extLst>
              </p:cNvPr>
              <p:cNvGrpSpPr/>
              <p:nvPr/>
            </p:nvGrpSpPr>
            <p:grpSpPr>
              <a:xfrm>
                <a:off x="382955" y="533990"/>
                <a:ext cx="1574577" cy="3471300"/>
                <a:chOff x="381628" y="533990"/>
                <a:chExt cx="1574577" cy="3471300"/>
              </a:xfrm>
            </p:grpSpPr>
            <p:cxnSp>
              <p:nvCxnSpPr>
                <p:cNvPr id="130" name="직선 연결선 129">
                  <a:extLst>
                    <a:ext uri="{FF2B5EF4-FFF2-40B4-BE49-F238E27FC236}">
                      <a16:creationId xmlns:a16="http://schemas.microsoft.com/office/drawing/2014/main" id="{D97896B7-AAE1-431B-A828-A52509FA985F}"/>
                    </a:ext>
                  </a:extLst>
                </p:cNvPr>
                <p:cNvCxnSpPr/>
                <p:nvPr/>
              </p:nvCxnSpPr>
              <p:spPr>
                <a:xfrm rot="16200000">
                  <a:off x="-1091593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직선 연결선 130">
                  <a:extLst>
                    <a:ext uri="{FF2B5EF4-FFF2-40B4-BE49-F238E27FC236}">
                      <a16:creationId xmlns:a16="http://schemas.microsoft.com/office/drawing/2014/main" id="{433CFABB-181C-41A4-AD50-5E29157DB819}"/>
                    </a:ext>
                  </a:extLst>
                </p:cNvPr>
                <p:cNvCxnSpPr/>
                <p:nvPr/>
              </p:nvCxnSpPr>
              <p:spPr>
                <a:xfrm rot="16200000">
                  <a:off x="-829164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직선 연결선 131">
                  <a:extLst>
                    <a:ext uri="{FF2B5EF4-FFF2-40B4-BE49-F238E27FC236}">
                      <a16:creationId xmlns:a16="http://schemas.microsoft.com/office/drawing/2014/main" id="{DE361014-8CE1-413E-9002-04D96FCEE308}"/>
                    </a:ext>
                  </a:extLst>
                </p:cNvPr>
                <p:cNvCxnSpPr/>
                <p:nvPr/>
              </p:nvCxnSpPr>
              <p:spPr>
                <a:xfrm rot="16200000">
                  <a:off x="-56673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332474C3-ECE8-400D-B33F-4A4A29E1045D}"/>
                    </a:ext>
                  </a:extLst>
                </p:cNvPr>
                <p:cNvCxnSpPr/>
                <p:nvPr/>
              </p:nvCxnSpPr>
              <p:spPr>
                <a:xfrm rot="16200000">
                  <a:off x="-304306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직선 연결선 133">
                  <a:extLst>
                    <a:ext uri="{FF2B5EF4-FFF2-40B4-BE49-F238E27FC236}">
                      <a16:creationId xmlns:a16="http://schemas.microsoft.com/office/drawing/2014/main" id="{A0036AEC-D71E-4008-BEF8-754C7C9D04ED}"/>
                    </a:ext>
                  </a:extLst>
                </p:cNvPr>
                <p:cNvCxnSpPr/>
                <p:nvPr/>
              </p:nvCxnSpPr>
              <p:spPr>
                <a:xfrm rot="16200000">
                  <a:off x="-41877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직선 연결선 134">
                  <a:extLst>
                    <a:ext uri="{FF2B5EF4-FFF2-40B4-BE49-F238E27FC236}">
                      <a16:creationId xmlns:a16="http://schemas.microsoft.com/office/drawing/2014/main" id="{7E8FF98F-385F-4B62-9F87-B1D6365DAF0A}"/>
                    </a:ext>
                  </a:extLst>
                </p:cNvPr>
                <p:cNvCxnSpPr/>
                <p:nvPr/>
              </p:nvCxnSpPr>
              <p:spPr>
                <a:xfrm rot="16200000">
                  <a:off x="22055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직선 연결선 135">
                  <a:extLst>
                    <a:ext uri="{FF2B5EF4-FFF2-40B4-BE49-F238E27FC236}">
                      <a16:creationId xmlns:a16="http://schemas.microsoft.com/office/drawing/2014/main" id="{BF0FAF9A-51E5-4B67-86C1-ED3FA418819B}"/>
                    </a:ext>
                  </a:extLst>
                </p:cNvPr>
                <p:cNvCxnSpPr/>
                <p:nvPr/>
              </p:nvCxnSpPr>
              <p:spPr>
                <a:xfrm rot="16200000">
                  <a:off x="-1354022" y="2269641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01FEBF99-7507-452C-B8C3-C78947A0265D}"/>
                  </a:ext>
                </a:extLst>
              </p:cNvPr>
              <p:cNvGrpSpPr/>
              <p:nvPr/>
            </p:nvGrpSpPr>
            <p:grpSpPr>
              <a:xfrm>
                <a:off x="302419" y="533990"/>
                <a:ext cx="1733507" cy="3472561"/>
                <a:chOff x="302419" y="533990"/>
                <a:chExt cx="1733507" cy="3472561"/>
              </a:xfrm>
            </p:grpSpPr>
            <p:cxnSp>
              <p:nvCxnSpPr>
                <p:cNvPr id="116" name="직선 연결선 115">
                  <a:extLst>
                    <a:ext uri="{FF2B5EF4-FFF2-40B4-BE49-F238E27FC236}">
                      <a16:creationId xmlns:a16="http://schemas.microsoft.com/office/drawing/2014/main" id="{BD74B5B6-2224-4BE9-8862-81B374F528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5339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직선 연결선 116">
                  <a:extLst>
                    <a:ext uri="{FF2B5EF4-FFF2-40B4-BE49-F238E27FC236}">
                      <a16:creationId xmlns:a16="http://schemas.microsoft.com/office/drawing/2014/main" id="{959C0077-251C-4FF3-801A-6E7256E8DE2A}"/>
                    </a:ext>
                  </a:extLst>
                </p:cNvPr>
                <p:cNvCxnSpPr/>
                <p:nvPr/>
              </p:nvCxnSpPr>
              <p:spPr>
                <a:xfrm>
                  <a:off x="302419" y="13353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직선 연결선 117">
                  <a:extLst>
                    <a:ext uri="{FF2B5EF4-FFF2-40B4-BE49-F238E27FC236}">
                      <a16:creationId xmlns:a16="http://schemas.microsoft.com/office/drawing/2014/main" id="{BED1C75F-B5F2-4959-BE2D-D891716AF969}"/>
                    </a:ext>
                  </a:extLst>
                </p:cNvPr>
                <p:cNvCxnSpPr/>
                <p:nvPr/>
              </p:nvCxnSpPr>
              <p:spPr>
                <a:xfrm>
                  <a:off x="302419" y="16024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직선 연결선 118">
                  <a:extLst>
                    <a:ext uri="{FF2B5EF4-FFF2-40B4-BE49-F238E27FC236}">
                      <a16:creationId xmlns:a16="http://schemas.microsoft.com/office/drawing/2014/main" id="{A18F81CE-DFF5-46E5-B116-98F15E2CF97C}"/>
                    </a:ext>
                  </a:extLst>
                </p:cNvPr>
                <p:cNvCxnSpPr/>
                <p:nvPr/>
              </p:nvCxnSpPr>
              <p:spPr>
                <a:xfrm>
                  <a:off x="302419" y="18695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072EB90F-D9B8-4919-9963-C77BD42FEBFC}"/>
                    </a:ext>
                  </a:extLst>
                </p:cNvPr>
                <p:cNvCxnSpPr/>
                <p:nvPr/>
              </p:nvCxnSpPr>
              <p:spPr>
                <a:xfrm>
                  <a:off x="302419" y="21367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 120">
                  <a:extLst>
                    <a:ext uri="{FF2B5EF4-FFF2-40B4-BE49-F238E27FC236}">
                      <a16:creationId xmlns:a16="http://schemas.microsoft.com/office/drawing/2014/main" id="{652FBB3D-0CA7-4C87-B39C-F0EDC6CD1589}"/>
                    </a:ext>
                  </a:extLst>
                </p:cNvPr>
                <p:cNvCxnSpPr/>
                <p:nvPr/>
              </p:nvCxnSpPr>
              <p:spPr>
                <a:xfrm>
                  <a:off x="302419" y="24038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 121">
                  <a:extLst>
                    <a:ext uri="{FF2B5EF4-FFF2-40B4-BE49-F238E27FC236}">
                      <a16:creationId xmlns:a16="http://schemas.microsoft.com/office/drawing/2014/main" id="{2AA5B3C2-277D-42F4-B80C-9527B5D7C1CC}"/>
                    </a:ext>
                  </a:extLst>
                </p:cNvPr>
                <p:cNvCxnSpPr/>
                <p:nvPr/>
              </p:nvCxnSpPr>
              <p:spPr>
                <a:xfrm>
                  <a:off x="302419" y="26709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직선 연결선 122">
                  <a:extLst>
                    <a:ext uri="{FF2B5EF4-FFF2-40B4-BE49-F238E27FC236}">
                      <a16:creationId xmlns:a16="http://schemas.microsoft.com/office/drawing/2014/main" id="{13727C77-7DBD-43D8-93D8-FCB9A8B28877}"/>
                    </a:ext>
                  </a:extLst>
                </p:cNvPr>
                <p:cNvCxnSpPr/>
                <p:nvPr/>
              </p:nvCxnSpPr>
              <p:spPr>
                <a:xfrm>
                  <a:off x="302419" y="29380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직선 연결선 123">
                  <a:extLst>
                    <a:ext uri="{FF2B5EF4-FFF2-40B4-BE49-F238E27FC236}">
                      <a16:creationId xmlns:a16="http://schemas.microsoft.com/office/drawing/2014/main" id="{514663C3-9073-43BB-898D-020F113C6EC9}"/>
                    </a:ext>
                  </a:extLst>
                </p:cNvPr>
                <p:cNvCxnSpPr/>
                <p:nvPr/>
              </p:nvCxnSpPr>
              <p:spPr>
                <a:xfrm>
                  <a:off x="302419" y="32051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연결선 124">
                  <a:extLst>
                    <a:ext uri="{FF2B5EF4-FFF2-40B4-BE49-F238E27FC236}">
                      <a16:creationId xmlns:a16="http://schemas.microsoft.com/office/drawing/2014/main" id="{883DD19F-B94B-4E42-AB24-53A6871C34D4}"/>
                    </a:ext>
                  </a:extLst>
                </p:cNvPr>
                <p:cNvCxnSpPr/>
                <p:nvPr/>
              </p:nvCxnSpPr>
              <p:spPr>
                <a:xfrm>
                  <a:off x="302419" y="34723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AAEEDB3A-9F66-4359-AC01-2D37C7B29C79}"/>
                    </a:ext>
                  </a:extLst>
                </p:cNvPr>
                <p:cNvCxnSpPr/>
                <p:nvPr/>
              </p:nvCxnSpPr>
              <p:spPr>
                <a:xfrm>
                  <a:off x="302419" y="37394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64889B8D-09C9-4C2F-9BCC-75502F3D04A4}"/>
                    </a:ext>
                  </a:extLst>
                </p:cNvPr>
                <p:cNvCxnSpPr/>
                <p:nvPr/>
              </p:nvCxnSpPr>
              <p:spPr>
                <a:xfrm>
                  <a:off x="302419" y="8011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BB9D3CE6-D8B9-47A3-8383-000AF8521F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4006551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직선 연결선 128">
                  <a:extLst>
                    <a:ext uri="{FF2B5EF4-FFF2-40B4-BE49-F238E27FC236}">
                      <a16:creationId xmlns:a16="http://schemas.microsoft.com/office/drawing/2014/main" id="{57A59C48-F945-4FA2-9A80-A69FC61ABA83}"/>
                    </a:ext>
                  </a:extLst>
                </p:cNvPr>
                <p:cNvCxnSpPr/>
                <p:nvPr/>
              </p:nvCxnSpPr>
              <p:spPr>
                <a:xfrm>
                  <a:off x="302419" y="10682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7717F98E-B2DB-4C45-AFE1-1D7FEA7F28FE}"/>
                </a:ext>
              </a:extLst>
            </p:cNvPr>
            <p:cNvSpPr/>
            <p:nvPr/>
          </p:nvSpPr>
          <p:spPr>
            <a:xfrm>
              <a:off x="302419" y="533990"/>
              <a:ext cx="1735648" cy="3471297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65F28404-8ED3-483F-8F5E-B7C3D40051C3}"/>
              </a:ext>
            </a:extLst>
          </p:cNvPr>
          <p:cNvGrpSpPr/>
          <p:nvPr/>
        </p:nvGrpSpPr>
        <p:grpSpPr>
          <a:xfrm>
            <a:off x="4038883" y="533990"/>
            <a:ext cx="1735648" cy="3472561"/>
            <a:chOff x="302419" y="533990"/>
            <a:chExt cx="1735648" cy="3472561"/>
          </a:xfrm>
        </p:grpSpPr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771F9470-49F8-454A-9278-8F5C9775EBC1}"/>
                </a:ext>
              </a:extLst>
            </p:cNvPr>
            <p:cNvGrpSpPr/>
            <p:nvPr/>
          </p:nvGrpSpPr>
          <p:grpSpPr>
            <a:xfrm>
              <a:off x="302419" y="533990"/>
              <a:ext cx="1733507" cy="3472561"/>
              <a:chOff x="302419" y="533990"/>
              <a:chExt cx="1733507" cy="3472561"/>
            </a:xfrm>
          </p:grpSpPr>
          <p:grpSp>
            <p:nvGrpSpPr>
              <p:cNvPr id="140" name="그룹 139">
                <a:extLst>
                  <a:ext uri="{FF2B5EF4-FFF2-40B4-BE49-F238E27FC236}">
                    <a16:creationId xmlns:a16="http://schemas.microsoft.com/office/drawing/2014/main" id="{FA109953-AAE7-43A0-AE67-1E87F465D0FF}"/>
                  </a:ext>
                </a:extLst>
              </p:cNvPr>
              <p:cNvGrpSpPr/>
              <p:nvPr/>
            </p:nvGrpSpPr>
            <p:grpSpPr>
              <a:xfrm>
                <a:off x="382955" y="533990"/>
                <a:ext cx="1574577" cy="3471300"/>
                <a:chOff x="381628" y="533990"/>
                <a:chExt cx="1574577" cy="3471300"/>
              </a:xfrm>
            </p:grpSpPr>
            <p:cxnSp>
              <p:nvCxnSpPr>
                <p:cNvPr id="156" name="직선 연결선 155">
                  <a:extLst>
                    <a:ext uri="{FF2B5EF4-FFF2-40B4-BE49-F238E27FC236}">
                      <a16:creationId xmlns:a16="http://schemas.microsoft.com/office/drawing/2014/main" id="{50E86D8F-59CE-4DFD-AF58-2725EC7B11DF}"/>
                    </a:ext>
                  </a:extLst>
                </p:cNvPr>
                <p:cNvCxnSpPr/>
                <p:nvPr/>
              </p:nvCxnSpPr>
              <p:spPr>
                <a:xfrm rot="16200000">
                  <a:off x="-1091593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C076BFC6-F059-4DD4-9A12-46F23397DD00}"/>
                    </a:ext>
                  </a:extLst>
                </p:cNvPr>
                <p:cNvCxnSpPr/>
                <p:nvPr/>
              </p:nvCxnSpPr>
              <p:spPr>
                <a:xfrm rot="16200000">
                  <a:off x="-829164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직선 연결선 157">
                  <a:extLst>
                    <a:ext uri="{FF2B5EF4-FFF2-40B4-BE49-F238E27FC236}">
                      <a16:creationId xmlns:a16="http://schemas.microsoft.com/office/drawing/2014/main" id="{B323FC62-7B1D-4D84-AE19-9CAC8F41B4B6}"/>
                    </a:ext>
                  </a:extLst>
                </p:cNvPr>
                <p:cNvCxnSpPr/>
                <p:nvPr/>
              </p:nvCxnSpPr>
              <p:spPr>
                <a:xfrm rot="16200000">
                  <a:off x="-56673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직선 연결선 158">
                  <a:extLst>
                    <a:ext uri="{FF2B5EF4-FFF2-40B4-BE49-F238E27FC236}">
                      <a16:creationId xmlns:a16="http://schemas.microsoft.com/office/drawing/2014/main" id="{ED0C4995-A6B5-4E38-9E01-7D3EBEA224B5}"/>
                    </a:ext>
                  </a:extLst>
                </p:cNvPr>
                <p:cNvCxnSpPr/>
                <p:nvPr/>
              </p:nvCxnSpPr>
              <p:spPr>
                <a:xfrm rot="16200000">
                  <a:off x="-304306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D112961B-B280-41D9-ADA1-E650C989101A}"/>
                    </a:ext>
                  </a:extLst>
                </p:cNvPr>
                <p:cNvCxnSpPr/>
                <p:nvPr/>
              </p:nvCxnSpPr>
              <p:spPr>
                <a:xfrm rot="16200000">
                  <a:off x="-41877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직선 연결선 160">
                  <a:extLst>
                    <a:ext uri="{FF2B5EF4-FFF2-40B4-BE49-F238E27FC236}">
                      <a16:creationId xmlns:a16="http://schemas.microsoft.com/office/drawing/2014/main" id="{3149BD25-1552-4EEC-A9FD-1508BE13DB7B}"/>
                    </a:ext>
                  </a:extLst>
                </p:cNvPr>
                <p:cNvCxnSpPr/>
                <p:nvPr/>
              </p:nvCxnSpPr>
              <p:spPr>
                <a:xfrm rot="16200000">
                  <a:off x="22055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직선 연결선 161">
                  <a:extLst>
                    <a:ext uri="{FF2B5EF4-FFF2-40B4-BE49-F238E27FC236}">
                      <a16:creationId xmlns:a16="http://schemas.microsoft.com/office/drawing/2014/main" id="{E3A77EBC-EF72-4275-9F18-207B7CC9F7F4}"/>
                    </a:ext>
                  </a:extLst>
                </p:cNvPr>
                <p:cNvCxnSpPr/>
                <p:nvPr/>
              </p:nvCxnSpPr>
              <p:spPr>
                <a:xfrm rot="16200000">
                  <a:off x="-1354022" y="2269641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BA35A069-2D93-4581-8937-D5E323A88520}"/>
                  </a:ext>
                </a:extLst>
              </p:cNvPr>
              <p:cNvGrpSpPr/>
              <p:nvPr/>
            </p:nvGrpSpPr>
            <p:grpSpPr>
              <a:xfrm>
                <a:off x="302419" y="533990"/>
                <a:ext cx="1733507" cy="3472561"/>
                <a:chOff x="302419" y="533990"/>
                <a:chExt cx="1733507" cy="3472561"/>
              </a:xfrm>
            </p:grpSpPr>
            <p:cxnSp>
              <p:nvCxnSpPr>
                <p:cNvPr id="142" name="직선 연결선 141">
                  <a:extLst>
                    <a:ext uri="{FF2B5EF4-FFF2-40B4-BE49-F238E27FC236}">
                      <a16:creationId xmlns:a16="http://schemas.microsoft.com/office/drawing/2014/main" id="{24166E8E-80F2-4DD0-BFE4-3BAAA15E56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5339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직선 연결선 142">
                  <a:extLst>
                    <a:ext uri="{FF2B5EF4-FFF2-40B4-BE49-F238E27FC236}">
                      <a16:creationId xmlns:a16="http://schemas.microsoft.com/office/drawing/2014/main" id="{330B6FD6-BB02-48C6-9591-55834F778B44}"/>
                    </a:ext>
                  </a:extLst>
                </p:cNvPr>
                <p:cNvCxnSpPr/>
                <p:nvPr/>
              </p:nvCxnSpPr>
              <p:spPr>
                <a:xfrm>
                  <a:off x="302419" y="13353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직선 연결선 143">
                  <a:extLst>
                    <a:ext uri="{FF2B5EF4-FFF2-40B4-BE49-F238E27FC236}">
                      <a16:creationId xmlns:a16="http://schemas.microsoft.com/office/drawing/2014/main" id="{A57DD466-EDCC-41B0-AD8E-FF075A7424D9}"/>
                    </a:ext>
                  </a:extLst>
                </p:cNvPr>
                <p:cNvCxnSpPr/>
                <p:nvPr/>
              </p:nvCxnSpPr>
              <p:spPr>
                <a:xfrm>
                  <a:off x="302419" y="16024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직선 연결선 144">
                  <a:extLst>
                    <a:ext uri="{FF2B5EF4-FFF2-40B4-BE49-F238E27FC236}">
                      <a16:creationId xmlns:a16="http://schemas.microsoft.com/office/drawing/2014/main" id="{FEB8DF33-C8A5-4BA7-82F7-34D70ACC8898}"/>
                    </a:ext>
                  </a:extLst>
                </p:cNvPr>
                <p:cNvCxnSpPr/>
                <p:nvPr/>
              </p:nvCxnSpPr>
              <p:spPr>
                <a:xfrm>
                  <a:off x="302419" y="18695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직선 연결선 145">
                  <a:extLst>
                    <a:ext uri="{FF2B5EF4-FFF2-40B4-BE49-F238E27FC236}">
                      <a16:creationId xmlns:a16="http://schemas.microsoft.com/office/drawing/2014/main" id="{A2D187CC-D643-4588-A1E8-E819F6D844F6}"/>
                    </a:ext>
                  </a:extLst>
                </p:cNvPr>
                <p:cNvCxnSpPr/>
                <p:nvPr/>
              </p:nvCxnSpPr>
              <p:spPr>
                <a:xfrm>
                  <a:off x="302419" y="21367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직선 연결선 146">
                  <a:extLst>
                    <a:ext uri="{FF2B5EF4-FFF2-40B4-BE49-F238E27FC236}">
                      <a16:creationId xmlns:a16="http://schemas.microsoft.com/office/drawing/2014/main" id="{9D2F4124-7C9C-4926-8294-5BF3B371EC3F}"/>
                    </a:ext>
                  </a:extLst>
                </p:cNvPr>
                <p:cNvCxnSpPr/>
                <p:nvPr/>
              </p:nvCxnSpPr>
              <p:spPr>
                <a:xfrm>
                  <a:off x="302419" y="24038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직선 연결선 147">
                  <a:extLst>
                    <a:ext uri="{FF2B5EF4-FFF2-40B4-BE49-F238E27FC236}">
                      <a16:creationId xmlns:a16="http://schemas.microsoft.com/office/drawing/2014/main" id="{4B636843-F91A-4560-970A-B5CFC2CE55A6}"/>
                    </a:ext>
                  </a:extLst>
                </p:cNvPr>
                <p:cNvCxnSpPr/>
                <p:nvPr/>
              </p:nvCxnSpPr>
              <p:spPr>
                <a:xfrm>
                  <a:off x="302419" y="26709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직선 연결선 148">
                  <a:extLst>
                    <a:ext uri="{FF2B5EF4-FFF2-40B4-BE49-F238E27FC236}">
                      <a16:creationId xmlns:a16="http://schemas.microsoft.com/office/drawing/2014/main" id="{0AE10C95-A258-46C1-BEA3-6AB6D00B97CC}"/>
                    </a:ext>
                  </a:extLst>
                </p:cNvPr>
                <p:cNvCxnSpPr/>
                <p:nvPr/>
              </p:nvCxnSpPr>
              <p:spPr>
                <a:xfrm>
                  <a:off x="302419" y="29380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직선 연결선 149">
                  <a:extLst>
                    <a:ext uri="{FF2B5EF4-FFF2-40B4-BE49-F238E27FC236}">
                      <a16:creationId xmlns:a16="http://schemas.microsoft.com/office/drawing/2014/main" id="{C4B78740-CB07-4B2F-BA8B-D63DDF1B3C83}"/>
                    </a:ext>
                  </a:extLst>
                </p:cNvPr>
                <p:cNvCxnSpPr/>
                <p:nvPr/>
              </p:nvCxnSpPr>
              <p:spPr>
                <a:xfrm>
                  <a:off x="302419" y="32051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직선 연결선 150">
                  <a:extLst>
                    <a:ext uri="{FF2B5EF4-FFF2-40B4-BE49-F238E27FC236}">
                      <a16:creationId xmlns:a16="http://schemas.microsoft.com/office/drawing/2014/main" id="{23B2DAD6-A9EB-4A75-BCB6-D08E3FDF488E}"/>
                    </a:ext>
                  </a:extLst>
                </p:cNvPr>
                <p:cNvCxnSpPr/>
                <p:nvPr/>
              </p:nvCxnSpPr>
              <p:spPr>
                <a:xfrm>
                  <a:off x="302419" y="34723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직선 연결선 151">
                  <a:extLst>
                    <a:ext uri="{FF2B5EF4-FFF2-40B4-BE49-F238E27FC236}">
                      <a16:creationId xmlns:a16="http://schemas.microsoft.com/office/drawing/2014/main" id="{9C51625D-AB33-4883-8C7F-3D9F168E041A}"/>
                    </a:ext>
                  </a:extLst>
                </p:cNvPr>
                <p:cNvCxnSpPr/>
                <p:nvPr/>
              </p:nvCxnSpPr>
              <p:spPr>
                <a:xfrm>
                  <a:off x="302419" y="37394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308B7949-1D19-4D1D-B005-7C7897031FE6}"/>
                    </a:ext>
                  </a:extLst>
                </p:cNvPr>
                <p:cNvCxnSpPr/>
                <p:nvPr/>
              </p:nvCxnSpPr>
              <p:spPr>
                <a:xfrm>
                  <a:off x="302419" y="8011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직선 연결선 153">
                  <a:extLst>
                    <a:ext uri="{FF2B5EF4-FFF2-40B4-BE49-F238E27FC236}">
                      <a16:creationId xmlns:a16="http://schemas.microsoft.com/office/drawing/2014/main" id="{CBD57D85-9103-4FE8-9906-A537C2AFE1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4006551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E0C057B7-A319-4A67-A76C-42FB8858EC60}"/>
                    </a:ext>
                  </a:extLst>
                </p:cNvPr>
                <p:cNvCxnSpPr/>
                <p:nvPr/>
              </p:nvCxnSpPr>
              <p:spPr>
                <a:xfrm>
                  <a:off x="302419" y="10682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15DCC130-F3E8-466F-95AB-12CBD6E7BD8B}"/>
                </a:ext>
              </a:extLst>
            </p:cNvPr>
            <p:cNvSpPr/>
            <p:nvPr/>
          </p:nvSpPr>
          <p:spPr>
            <a:xfrm>
              <a:off x="302419" y="533990"/>
              <a:ext cx="1735648" cy="3471297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5DB9ED97-096C-4038-AD88-6E9C9E701257}"/>
              </a:ext>
            </a:extLst>
          </p:cNvPr>
          <p:cNvGrpSpPr/>
          <p:nvPr/>
        </p:nvGrpSpPr>
        <p:grpSpPr>
          <a:xfrm>
            <a:off x="302419" y="4096340"/>
            <a:ext cx="1735648" cy="3472561"/>
            <a:chOff x="302419" y="533990"/>
            <a:chExt cx="1735648" cy="3472561"/>
          </a:xfrm>
        </p:grpSpPr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974E7B62-BD60-4285-865C-4EA4806C3CEB}"/>
                </a:ext>
              </a:extLst>
            </p:cNvPr>
            <p:cNvGrpSpPr/>
            <p:nvPr/>
          </p:nvGrpSpPr>
          <p:grpSpPr>
            <a:xfrm>
              <a:off x="302419" y="533990"/>
              <a:ext cx="1733507" cy="3472561"/>
              <a:chOff x="302419" y="533990"/>
              <a:chExt cx="1733507" cy="3472561"/>
            </a:xfrm>
          </p:grpSpPr>
          <p:grpSp>
            <p:nvGrpSpPr>
              <p:cNvPr id="166" name="그룹 165">
                <a:extLst>
                  <a:ext uri="{FF2B5EF4-FFF2-40B4-BE49-F238E27FC236}">
                    <a16:creationId xmlns:a16="http://schemas.microsoft.com/office/drawing/2014/main" id="{C6185770-8C54-4026-97EC-DF79FAC5DB99}"/>
                  </a:ext>
                </a:extLst>
              </p:cNvPr>
              <p:cNvGrpSpPr/>
              <p:nvPr/>
            </p:nvGrpSpPr>
            <p:grpSpPr>
              <a:xfrm>
                <a:off x="382955" y="533990"/>
                <a:ext cx="1574577" cy="3471300"/>
                <a:chOff x="381628" y="533990"/>
                <a:chExt cx="1574577" cy="3471300"/>
              </a:xfrm>
            </p:grpSpPr>
            <p:cxnSp>
              <p:nvCxnSpPr>
                <p:cNvPr id="182" name="직선 연결선 181">
                  <a:extLst>
                    <a:ext uri="{FF2B5EF4-FFF2-40B4-BE49-F238E27FC236}">
                      <a16:creationId xmlns:a16="http://schemas.microsoft.com/office/drawing/2014/main" id="{75B68972-539B-429B-8E52-7DADD5C1FFCA}"/>
                    </a:ext>
                  </a:extLst>
                </p:cNvPr>
                <p:cNvCxnSpPr/>
                <p:nvPr/>
              </p:nvCxnSpPr>
              <p:spPr>
                <a:xfrm rot="16200000">
                  <a:off x="-1091593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직선 연결선 182">
                  <a:extLst>
                    <a:ext uri="{FF2B5EF4-FFF2-40B4-BE49-F238E27FC236}">
                      <a16:creationId xmlns:a16="http://schemas.microsoft.com/office/drawing/2014/main" id="{B83953C7-8DEA-4A99-97E1-D0F9C8565C09}"/>
                    </a:ext>
                  </a:extLst>
                </p:cNvPr>
                <p:cNvCxnSpPr/>
                <p:nvPr/>
              </p:nvCxnSpPr>
              <p:spPr>
                <a:xfrm rot="16200000">
                  <a:off x="-829164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직선 연결선 183">
                  <a:extLst>
                    <a:ext uri="{FF2B5EF4-FFF2-40B4-BE49-F238E27FC236}">
                      <a16:creationId xmlns:a16="http://schemas.microsoft.com/office/drawing/2014/main" id="{75756660-B98C-4133-B994-1007993E076A}"/>
                    </a:ext>
                  </a:extLst>
                </p:cNvPr>
                <p:cNvCxnSpPr/>
                <p:nvPr/>
              </p:nvCxnSpPr>
              <p:spPr>
                <a:xfrm rot="16200000">
                  <a:off x="-56673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직선 연결선 184">
                  <a:extLst>
                    <a:ext uri="{FF2B5EF4-FFF2-40B4-BE49-F238E27FC236}">
                      <a16:creationId xmlns:a16="http://schemas.microsoft.com/office/drawing/2014/main" id="{87EF2D31-96B9-4F46-A9D7-30BBD19206D8}"/>
                    </a:ext>
                  </a:extLst>
                </p:cNvPr>
                <p:cNvCxnSpPr/>
                <p:nvPr/>
              </p:nvCxnSpPr>
              <p:spPr>
                <a:xfrm rot="16200000">
                  <a:off x="-304306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직선 연결선 185">
                  <a:extLst>
                    <a:ext uri="{FF2B5EF4-FFF2-40B4-BE49-F238E27FC236}">
                      <a16:creationId xmlns:a16="http://schemas.microsoft.com/office/drawing/2014/main" id="{2B64ADAC-C9C3-4B92-B192-6FE449AFBFF2}"/>
                    </a:ext>
                  </a:extLst>
                </p:cNvPr>
                <p:cNvCxnSpPr/>
                <p:nvPr/>
              </p:nvCxnSpPr>
              <p:spPr>
                <a:xfrm rot="16200000">
                  <a:off x="-41877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직선 연결선 186">
                  <a:extLst>
                    <a:ext uri="{FF2B5EF4-FFF2-40B4-BE49-F238E27FC236}">
                      <a16:creationId xmlns:a16="http://schemas.microsoft.com/office/drawing/2014/main" id="{F728B7E3-A1CD-4535-AFF1-664478AF25BB}"/>
                    </a:ext>
                  </a:extLst>
                </p:cNvPr>
                <p:cNvCxnSpPr/>
                <p:nvPr/>
              </p:nvCxnSpPr>
              <p:spPr>
                <a:xfrm rot="16200000">
                  <a:off x="22055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직선 연결선 187">
                  <a:extLst>
                    <a:ext uri="{FF2B5EF4-FFF2-40B4-BE49-F238E27FC236}">
                      <a16:creationId xmlns:a16="http://schemas.microsoft.com/office/drawing/2014/main" id="{5524FF73-E426-4165-8B04-BBBC6D51073E}"/>
                    </a:ext>
                  </a:extLst>
                </p:cNvPr>
                <p:cNvCxnSpPr/>
                <p:nvPr/>
              </p:nvCxnSpPr>
              <p:spPr>
                <a:xfrm rot="16200000">
                  <a:off x="-1354022" y="2269641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그룹 166">
                <a:extLst>
                  <a:ext uri="{FF2B5EF4-FFF2-40B4-BE49-F238E27FC236}">
                    <a16:creationId xmlns:a16="http://schemas.microsoft.com/office/drawing/2014/main" id="{465796F7-FEA0-4F43-93D9-8A021CDD0497}"/>
                  </a:ext>
                </a:extLst>
              </p:cNvPr>
              <p:cNvGrpSpPr/>
              <p:nvPr/>
            </p:nvGrpSpPr>
            <p:grpSpPr>
              <a:xfrm>
                <a:off x="302419" y="533990"/>
                <a:ext cx="1733507" cy="3472561"/>
                <a:chOff x="302419" y="533990"/>
                <a:chExt cx="1733507" cy="3472561"/>
              </a:xfrm>
            </p:grpSpPr>
            <p:cxnSp>
              <p:nvCxnSpPr>
                <p:cNvPr id="168" name="직선 연결선 167">
                  <a:extLst>
                    <a:ext uri="{FF2B5EF4-FFF2-40B4-BE49-F238E27FC236}">
                      <a16:creationId xmlns:a16="http://schemas.microsoft.com/office/drawing/2014/main" id="{4F49D0C4-B673-4730-94BC-81D05DD461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5339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직선 연결선 168">
                  <a:extLst>
                    <a:ext uri="{FF2B5EF4-FFF2-40B4-BE49-F238E27FC236}">
                      <a16:creationId xmlns:a16="http://schemas.microsoft.com/office/drawing/2014/main" id="{6FE54374-0659-4AB3-997C-14AA25615A32}"/>
                    </a:ext>
                  </a:extLst>
                </p:cNvPr>
                <p:cNvCxnSpPr/>
                <p:nvPr/>
              </p:nvCxnSpPr>
              <p:spPr>
                <a:xfrm>
                  <a:off x="302419" y="13353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직선 연결선 169">
                  <a:extLst>
                    <a:ext uri="{FF2B5EF4-FFF2-40B4-BE49-F238E27FC236}">
                      <a16:creationId xmlns:a16="http://schemas.microsoft.com/office/drawing/2014/main" id="{4273A4F8-F407-4C6A-B72A-76532835BE7B}"/>
                    </a:ext>
                  </a:extLst>
                </p:cNvPr>
                <p:cNvCxnSpPr/>
                <p:nvPr/>
              </p:nvCxnSpPr>
              <p:spPr>
                <a:xfrm>
                  <a:off x="302419" y="16024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직선 연결선 170">
                  <a:extLst>
                    <a:ext uri="{FF2B5EF4-FFF2-40B4-BE49-F238E27FC236}">
                      <a16:creationId xmlns:a16="http://schemas.microsoft.com/office/drawing/2014/main" id="{937EC19A-0085-46A0-B42A-5D5E8CDC92C0}"/>
                    </a:ext>
                  </a:extLst>
                </p:cNvPr>
                <p:cNvCxnSpPr/>
                <p:nvPr/>
              </p:nvCxnSpPr>
              <p:spPr>
                <a:xfrm>
                  <a:off x="302419" y="18695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직선 연결선 171">
                  <a:extLst>
                    <a:ext uri="{FF2B5EF4-FFF2-40B4-BE49-F238E27FC236}">
                      <a16:creationId xmlns:a16="http://schemas.microsoft.com/office/drawing/2014/main" id="{E430B140-316F-4A89-9D67-0CB9EAA2CDDB}"/>
                    </a:ext>
                  </a:extLst>
                </p:cNvPr>
                <p:cNvCxnSpPr/>
                <p:nvPr/>
              </p:nvCxnSpPr>
              <p:spPr>
                <a:xfrm>
                  <a:off x="302419" y="21367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직선 연결선 172">
                  <a:extLst>
                    <a:ext uri="{FF2B5EF4-FFF2-40B4-BE49-F238E27FC236}">
                      <a16:creationId xmlns:a16="http://schemas.microsoft.com/office/drawing/2014/main" id="{A80EE0CC-F14C-4C3D-80CE-D1E696C4040A}"/>
                    </a:ext>
                  </a:extLst>
                </p:cNvPr>
                <p:cNvCxnSpPr/>
                <p:nvPr/>
              </p:nvCxnSpPr>
              <p:spPr>
                <a:xfrm>
                  <a:off x="302419" y="24038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직선 연결선 173">
                  <a:extLst>
                    <a:ext uri="{FF2B5EF4-FFF2-40B4-BE49-F238E27FC236}">
                      <a16:creationId xmlns:a16="http://schemas.microsoft.com/office/drawing/2014/main" id="{FC29D19F-1657-4195-994A-7BDE61C299E3}"/>
                    </a:ext>
                  </a:extLst>
                </p:cNvPr>
                <p:cNvCxnSpPr/>
                <p:nvPr/>
              </p:nvCxnSpPr>
              <p:spPr>
                <a:xfrm>
                  <a:off x="302419" y="26709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직선 연결선 174">
                  <a:extLst>
                    <a:ext uri="{FF2B5EF4-FFF2-40B4-BE49-F238E27FC236}">
                      <a16:creationId xmlns:a16="http://schemas.microsoft.com/office/drawing/2014/main" id="{8562512C-2D44-43D9-9B23-6C212B2D8D09}"/>
                    </a:ext>
                  </a:extLst>
                </p:cNvPr>
                <p:cNvCxnSpPr/>
                <p:nvPr/>
              </p:nvCxnSpPr>
              <p:spPr>
                <a:xfrm>
                  <a:off x="302419" y="29380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직선 연결선 175">
                  <a:extLst>
                    <a:ext uri="{FF2B5EF4-FFF2-40B4-BE49-F238E27FC236}">
                      <a16:creationId xmlns:a16="http://schemas.microsoft.com/office/drawing/2014/main" id="{0A4EA8B9-945E-4E1C-9846-3B773301AD0B}"/>
                    </a:ext>
                  </a:extLst>
                </p:cNvPr>
                <p:cNvCxnSpPr/>
                <p:nvPr/>
              </p:nvCxnSpPr>
              <p:spPr>
                <a:xfrm>
                  <a:off x="302419" y="32051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직선 연결선 176">
                  <a:extLst>
                    <a:ext uri="{FF2B5EF4-FFF2-40B4-BE49-F238E27FC236}">
                      <a16:creationId xmlns:a16="http://schemas.microsoft.com/office/drawing/2014/main" id="{54F2FDB0-F632-4CF5-942F-ABF7E8A41BCD}"/>
                    </a:ext>
                  </a:extLst>
                </p:cNvPr>
                <p:cNvCxnSpPr/>
                <p:nvPr/>
              </p:nvCxnSpPr>
              <p:spPr>
                <a:xfrm>
                  <a:off x="302419" y="34723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직선 연결선 177">
                  <a:extLst>
                    <a:ext uri="{FF2B5EF4-FFF2-40B4-BE49-F238E27FC236}">
                      <a16:creationId xmlns:a16="http://schemas.microsoft.com/office/drawing/2014/main" id="{B039B95F-93A5-49CF-B125-6C40516307F1}"/>
                    </a:ext>
                  </a:extLst>
                </p:cNvPr>
                <p:cNvCxnSpPr/>
                <p:nvPr/>
              </p:nvCxnSpPr>
              <p:spPr>
                <a:xfrm>
                  <a:off x="302419" y="37394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직선 연결선 178">
                  <a:extLst>
                    <a:ext uri="{FF2B5EF4-FFF2-40B4-BE49-F238E27FC236}">
                      <a16:creationId xmlns:a16="http://schemas.microsoft.com/office/drawing/2014/main" id="{A822460F-04FB-47A9-B2D2-767A9ADB2BC4}"/>
                    </a:ext>
                  </a:extLst>
                </p:cNvPr>
                <p:cNvCxnSpPr/>
                <p:nvPr/>
              </p:nvCxnSpPr>
              <p:spPr>
                <a:xfrm>
                  <a:off x="302419" y="8011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직선 연결선 179">
                  <a:extLst>
                    <a:ext uri="{FF2B5EF4-FFF2-40B4-BE49-F238E27FC236}">
                      <a16:creationId xmlns:a16="http://schemas.microsoft.com/office/drawing/2014/main" id="{0AA0994B-BD6F-40A2-973E-E292B21C9A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4006551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직선 연결선 180">
                  <a:extLst>
                    <a:ext uri="{FF2B5EF4-FFF2-40B4-BE49-F238E27FC236}">
                      <a16:creationId xmlns:a16="http://schemas.microsoft.com/office/drawing/2014/main" id="{9E83E070-5261-4389-BC40-C32F092329A6}"/>
                    </a:ext>
                  </a:extLst>
                </p:cNvPr>
                <p:cNvCxnSpPr/>
                <p:nvPr/>
              </p:nvCxnSpPr>
              <p:spPr>
                <a:xfrm>
                  <a:off x="302419" y="10682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53388E63-C36D-40B8-9070-BC08D75C52B4}"/>
                </a:ext>
              </a:extLst>
            </p:cNvPr>
            <p:cNvSpPr/>
            <p:nvPr/>
          </p:nvSpPr>
          <p:spPr>
            <a:xfrm>
              <a:off x="302419" y="533990"/>
              <a:ext cx="1735648" cy="3471297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5AB19853-F898-4680-ADE6-983AC0C36659}"/>
              </a:ext>
            </a:extLst>
          </p:cNvPr>
          <p:cNvGrpSpPr/>
          <p:nvPr/>
        </p:nvGrpSpPr>
        <p:grpSpPr>
          <a:xfrm>
            <a:off x="2170651" y="4096340"/>
            <a:ext cx="1735648" cy="3472561"/>
            <a:chOff x="302419" y="533990"/>
            <a:chExt cx="1735648" cy="3472561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4DCB64ED-B051-4C80-88DA-8C32E0EFB0BD}"/>
                </a:ext>
              </a:extLst>
            </p:cNvPr>
            <p:cNvGrpSpPr/>
            <p:nvPr/>
          </p:nvGrpSpPr>
          <p:grpSpPr>
            <a:xfrm>
              <a:off x="302419" y="533990"/>
              <a:ext cx="1733507" cy="3472561"/>
              <a:chOff x="302419" y="533990"/>
              <a:chExt cx="1733507" cy="3472561"/>
            </a:xfrm>
          </p:grpSpPr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431EA1CA-F187-4DB1-915C-28279741C775}"/>
                  </a:ext>
                </a:extLst>
              </p:cNvPr>
              <p:cNvGrpSpPr/>
              <p:nvPr/>
            </p:nvGrpSpPr>
            <p:grpSpPr>
              <a:xfrm>
                <a:off x="382955" y="533990"/>
                <a:ext cx="1574577" cy="3471300"/>
                <a:chOff x="381628" y="533990"/>
                <a:chExt cx="1574577" cy="3471300"/>
              </a:xfrm>
            </p:grpSpPr>
            <p:cxnSp>
              <p:nvCxnSpPr>
                <p:cNvPr id="208" name="직선 연결선 207">
                  <a:extLst>
                    <a:ext uri="{FF2B5EF4-FFF2-40B4-BE49-F238E27FC236}">
                      <a16:creationId xmlns:a16="http://schemas.microsoft.com/office/drawing/2014/main" id="{5447AA43-5337-4310-A47E-0D2B302337AE}"/>
                    </a:ext>
                  </a:extLst>
                </p:cNvPr>
                <p:cNvCxnSpPr/>
                <p:nvPr/>
              </p:nvCxnSpPr>
              <p:spPr>
                <a:xfrm rot="16200000">
                  <a:off x="-1091593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직선 연결선 208">
                  <a:extLst>
                    <a:ext uri="{FF2B5EF4-FFF2-40B4-BE49-F238E27FC236}">
                      <a16:creationId xmlns:a16="http://schemas.microsoft.com/office/drawing/2014/main" id="{14B56BF8-3C1B-457A-A728-B46E5654AC31}"/>
                    </a:ext>
                  </a:extLst>
                </p:cNvPr>
                <p:cNvCxnSpPr/>
                <p:nvPr/>
              </p:nvCxnSpPr>
              <p:spPr>
                <a:xfrm rot="16200000">
                  <a:off x="-829164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직선 연결선 209">
                  <a:extLst>
                    <a:ext uri="{FF2B5EF4-FFF2-40B4-BE49-F238E27FC236}">
                      <a16:creationId xmlns:a16="http://schemas.microsoft.com/office/drawing/2014/main" id="{0C5A91B5-C1E4-41CD-B33D-2E320374360F}"/>
                    </a:ext>
                  </a:extLst>
                </p:cNvPr>
                <p:cNvCxnSpPr/>
                <p:nvPr/>
              </p:nvCxnSpPr>
              <p:spPr>
                <a:xfrm rot="16200000">
                  <a:off x="-56673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직선 연결선 210">
                  <a:extLst>
                    <a:ext uri="{FF2B5EF4-FFF2-40B4-BE49-F238E27FC236}">
                      <a16:creationId xmlns:a16="http://schemas.microsoft.com/office/drawing/2014/main" id="{E73B55B2-6384-411F-891F-6002886653D4}"/>
                    </a:ext>
                  </a:extLst>
                </p:cNvPr>
                <p:cNvCxnSpPr/>
                <p:nvPr/>
              </p:nvCxnSpPr>
              <p:spPr>
                <a:xfrm rot="16200000">
                  <a:off x="-304306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직선 연결선 211">
                  <a:extLst>
                    <a:ext uri="{FF2B5EF4-FFF2-40B4-BE49-F238E27FC236}">
                      <a16:creationId xmlns:a16="http://schemas.microsoft.com/office/drawing/2014/main" id="{059EADCC-CA6C-4280-BC1C-D4E91CE02EAD}"/>
                    </a:ext>
                  </a:extLst>
                </p:cNvPr>
                <p:cNvCxnSpPr/>
                <p:nvPr/>
              </p:nvCxnSpPr>
              <p:spPr>
                <a:xfrm rot="16200000">
                  <a:off x="-41877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직선 연결선 212">
                  <a:extLst>
                    <a:ext uri="{FF2B5EF4-FFF2-40B4-BE49-F238E27FC236}">
                      <a16:creationId xmlns:a16="http://schemas.microsoft.com/office/drawing/2014/main" id="{A8D99E00-3BDF-4A0B-8AA6-1772A1A1ED59}"/>
                    </a:ext>
                  </a:extLst>
                </p:cNvPr>
                <p:cNvCxnSpPr/>
                <p:nvPr/>
              </p:nvCxnSpPr>
              <p:spPr>
                <a:xfrm rot="16200000">
                  <a:off x="22055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직선 연결선 213">
                  <a:extLst>
                    <a:ext uri="{FF2B5EF4-FFF2-40B4-BE49-F238E27FC236}">
                      <a16:creationId xmlns:a16="http://schemas.microsoft.com/office/drawing/2014/main" id="{3F28CAB7-0630-401A-A8F7-16E5A27B6D85}"/>
                    </a:ext>
                  </a:extLst>
                </p:cNvPr>
                <p:cNvCxnSpPr/>
                <p:nvPr/>
              </p:nvCxnSpPr>
              <p:spPr>
                <a:xfrm rot="16200000">
                  <a:off x="-1354022" y="2269641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2DF59259-C244-4B96-95B1-E2F849191672}"/>
                  </a:ext>
                </a:extLst>
              </p:cNvPr>
              <p:cNvGrpSpPr/>
              <p:nvPr/>
            </p:nvGrpSpPr>
            <p:grpSpPr>
              <a:xfrm>
                <a:off x="302419" y="533990"/>
                <a:ext cx="1733507" cy="3472561"/>
                <a:chOff x="302419" y="533990"/>
                <a:chExt cx="1733507" cy="3472561"/>
              </a:xfrm>
            </p:grpSpPr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FBF6C4C7-1C23-47E9-9523-69C3B563B8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5339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직선 연결선 194">
                  <a:extLst>
                    <a:ext uri="{FF2B5EF4-FFF2-40B4-BE49-F238E27FC236}">
                      <a16:creationId xmlns:a16="http://schemas.microsoft.com/office/drawing/2014/main" id="{B16AB9AF-364C-4D9F-B900-6DCED575ECAC}"/>
                    </a:ext>
                  </a:extLst>
                </p:cNvPr>
                <p:cNvCxnSpPr/>
                <p:nvPr/>
              </p:nvCxnSpPr>
              <p:spPr>
                <a:xfrm>
                  <a:off x="302419" y="13353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181AC39F-DB95-489F-84A4-34F538927829}"/>
                    </a:ext>
                  </a:extLst>
                </p:cNvPr>
                <p:cNvCxnSpPr/>
                <p:nvPr/>
              </p:nvCxnSpPr>
              <p:spPr>
                <a:xfrm>
                  <a:off x="302419" y="16024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직선 연결선 196">
                  <a:extLst>
                    <a:ext uri="{FF2B5EF4-FFF2-40B4-BE49-F238E27FC236}">
                      <a16:creationId xmlns:a16="http://schemas.microsoft.com/office/drawing/2014/main" id="{5A77002C-8BEF-4041-AFE9-FE93DB241DEA}"/>
                    </a:ext>
                  </a:extLst>
                </p:cNvPr>
                <p:cNvCxnSpPr/>
                <p:nvPr/>
              </p:nvCxnSpPr>
              <p:spPr>
                <a:xfrm>
                  <a:off x="302419" y="18695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0D5371B0-B19F-4A98-8486-F6E6ADFB9CD1}"/>
                    </a:ext>
                  </a:extLst>
                </p:cNvPr>
                <p:cNvCxnSpPr/>
                <p:nvPr/>
              </p:nvCxnSpPr>
              <p:spPr>
                <a:xfrm>
                  <a:off x="302419" y="21367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직선 연결선 198">
                  <a:extLst>
                    <a:ext uri="{FF2B5EF4-FFF2-40B4-BE49-F238E27FC236}">
                      <a16:creationId xmlns:a16="http://schemas.microsoft.com/office/drawing/2014/main" id="{984B3A66-BB9B-416C-808A-E526DBB4180C}"/>
                    </a:ext>
                  </a:extLst>
                </p:cNvPr>
                <p:cNvCxnSpPr/>
                <p:nvPr/>
              </p:nvCxnSpPr>
              <p:spPr>
                <a:xfrm>
                  <a:off x="302419" y="24038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직선 연결선 199">
                  <a:extLst>
                    <a:ext uri="{FF2B5EF4-FFF2-40B4-BE49-F238E27FC236}">
                      <a16:creationId xmlns:a16="http://schemas.microsoft.com/office/drawing/2014/main" id="{7C66F676-7A7B-4BD2-83AE-57990F7818A6}"/>
                    </a:ext>
                  </a:extLst>
                </p:cNvPr>
                <p:cNvCxnSpPr/>
                <p:nvPr/>
              </p:nvCxnSpPr>
              <p:spPr>
                <a:xfrm>
                  <a:off x="302419" y="26709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97AA4F8A-A18A-4024-A0BD-9052B766CD3F}"/>
                    </a:ext>
                  </a:extLst>
                </p:cNvPr>
                <p:cNvCxnSpPr/>
                <p:nvPr/>
              </p:nvCxnSpPr>
              <p:spPr>
                <a:xfrm>
                  <a:off x="302419" y="29380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직선 연결선 201">
                  <a:extLst>
                    <a:ext uri="{FF2B5EF4-FFF2-40B4-BE49-F238E27FC236}">
                      <a16:creationId xmlns:a16="http://schemas.microsoft.com/office/drawing/2014/main" id="{17CEBEF8-DE20-4233-A46C-7F41A6613ABF}"/>
                    </a:ext>
                  </a:extLst>
                </p:cNvPr>
                <p:cNvCxnSpPr/>
                <p:nvPr/>
              </p:nvCxnSpPr>
              <p:spPr>
                <a:xfrm>
                  <a:off x="302419" y="32051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직선 연결선 202">
                  <a:extLst>
                    <a:ext uri="{FF2B5EF4-FFF2-40B4-BE49-F238E27FC236}">
                      <a16:creationId xmlns:a16="http://schemas.microsoft.com/office/drawing/2014/main" id="{D545DC62-7C06-4C4B-BD65-A3D1B91CB768}"/>
                    </a:ext>
                  </a:extLst>
                </p:cNvPr>
                <p:cNvCxnSpPr/>
                <p:nvPr/>
              </p:nvCxnSpPr>
              <p:spPr>
                <a:xfrm>
                  <a:off x="302419" y="34723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>
                  <a:extLst>
                    <a:ext uri="{FF2B5EF4-FFF2-40B4-BE49-F238E27FC236}">
                      <a16:creationId xmlns:a16="http://schemas.microsoft.com/office/drawing/2014/main" id="{89A9C000-8080-4C86-82DA-5704E1C5ECD8}"/>
                    </a:ext>
                  </a:extLst>
                </p:cNvPr>
                <p:cNvCxnSpPr/>
                <p:nvPr/>
              </p:nvCxnSpPr>
              <p:spPr>
                <a:xfrm>
                  <a:off x="302419" y="37394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직선 연결선 204">
                  <a:extLst>
                    <a:ext uri="{FF2B5EF4-FFF2-40B4-BE49-F238E27FC236}">
                      <a16:creationId xmlns:a16="http://schemas.microsoft.com/office/drawing/2014/main" id="{22F05976-E9C0-44FC-B135-7E3AEF7510BB}"/>
                    </a:ext>
                  </a:extLst>
                </p:cNvPr>
                <p:cNvCxnSpPr/>
                <p:nvPr/>
              </p:nvCxnSpPr>
              <p:spPr>
                <a:xfrm>
                  <a:off x="302419" y="8011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3E363330-22E7-4A9A-8E3B-722CA743DE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4006551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3AF32F73-81D4-495E-9C2C-4522BC7C3803}"/>
                    </a:ext>
                  </a:extLst>
                </p:cNvPr>
                <p:cNvCxnSpPr/>
                <p:nvPr/>
              </p:nvCxnSpPr>
              <p:spPr>
                <a:xfrm>
                  <a:off x="302419" y="10682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91" name="사각형: 둥근 모서리 190">
              <a:extLst>
                <a:ext uri="{FF2B5EF4-FFF2-40B4-BE49-F238E27FC236}">
                  <a16:creationId xmlns:a16="http://schemas.microsoft.com/office/drawing/2014/main" id="{619B44FF-4168-460B-980A-F4BF0ED17130}"/>
                </a:ext>
              </a:extLst>
            </p:cNvPr>
            <p:cNvSpPr/>
            <p:nvPr/>
          </p:nvSpPr>
          <p:spPr>
            <a:xfrm>
              <a:off x="302419" y="533990"/>
              <a:ext cx="1735648" cy="3471297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AAB55565-7804-430B-A326-436F231F278E}"/>
              </a:ext>
            </a:extLst>
          </p:cNvPr>
          <p:cNvGrpSpPr/>
          <p:nvPr/>
        </p:nvGrpSpPr>
        <p:grpSpPr>
          <a:xfrm>
            <a:off x="4038883" y="4096340"/>
            <a:ext cx="1735648" cy="3472561"/>
            <a:chOff x="302419" y="533990"/>
            <a:chExt cx="1735648" cy="3472561"/>
          </a:xfrm>
        </p:grpSpPr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5EBE4FC3-F7F5-48E0-B528-607188559261}"/>
                </a:ext>
              </a:extLst>
            </p:cNvPr>
            <p:cNvGrpSpPr/>
            <p:nvPr/>
          </p:nvGrpSpPr>
          <p:grpSpPr>
            <a:xfrm>
              <a:off x="302419" y="533990"/>
              <a:ext cx="1733507" cy="3472561"/>
              <a:chOff x="302419" y="533990"/>
              <a:chExt cx="1733507" cy="3472561"/>
            </a:xfrm>
          </p:grpSpPr>
          <p:grpSp>
            <p:nvGrpSpPr>
              <p:cNvPr id="218" name="그룹 217">
                <a:extLst>
                  <a:ext uri="{FF2B5EF4-FFF2-40B4-BE49-F238E27FC236}">
                    <a16:creationId xmlns:a16="http://schemas.microsoft.com/office/drawing/2014/main" id="{7495956B-0D60-4EA7-8891-FD9E9515D8D1}"/>
                  </a:ext>
                </a:extLst>
              </p:cNvPr>
              <p:cNvGrpSpPr/>
              <p:nvPr/>
            </p:nvGrpSpPr>
            <p:grpSpPr>
              <a:xfrm>
                <a:off x="382955" y="533990"/>
                <a:ext cx="1574577" cy="3471300"/>
                <a:chOff x="381628" y="533990"/>
                <a:chExt cx="1574577" cy="3471300"/>
              </a:xfrm>
            </p:grpSpPr>
            <p:cxnSp>
              <p:nvCxnSpPr>
                <p:cNvPr id="234" name="직선 연결선 233">
                  <a:extLst>
                    <a:ext uri="{FF2B5EF4-FFF2-40B4-BE49-F238E27FC236}">
                      <a16:creationId xmlns:a16="http://schemas.microsoft.com/office/drawing/2014/main" id="{A57C97D4-72C7-4D11-A41D-52B8D77F574A}"/>
                    </a:ext>
                  </a:extLst>
                </p:cNvPr>
                <p:cNvCxnSpPr/>
                <p:nvPr/>
              </p:nvCxnSpPr>
              <p:spPr>
                <a:xfrm rot="16200000">
                  <a:off x="-1091593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직선 연결선 234">
                  <a:extLst>
                    <a:ext uri="{FF2B5EF4-FFF2-40B4-BE49-F238E27FC236}">
                      <a16:creationId xmlns:a16="http://schemas.microsoft.com/office/drawing/2014/main" id="{B5ADFE82-044D-49F1-8B20-AD76BA77AD16}"/>
                    </a:ext>
                  </a:extLst>
                </p:cNvPr>
                <p:cNvCxnSpPr/>
                <p:nvPr/>
              </p:nvCxnSpPr>
              <p:spPr>
                <a:xfrm rot="16200000">
                  <a:off x="-829164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직선 연결선 235">
                  <a:extLst>
                    <a:ext uri="{FF2B5EF4-FFF2-40B4-BE49-F238E27FC236}">
                      <a16:creationId xmlns:a16="http://schemas.microsoft.com/office/drawing/2014/main" id="{E37C783D-1F02-4D32-B664-C5C17F4B06D9}"/>
                    </a:ext>
                  </a:extLst>
                </p:cNvPr>
                <p:cNvCxnSpPr/>
                <p:nvPr/>
              </p:nvCxnSpPr>
              <p:spPr>
                <a:xfrm rot="16200000">
                  <a:off x="-56673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직선 연결선 236">
                  <a:extLst>
                    <a:ext uri="{FF2B5EF4-FFF2-40B4-BE49-F238E27FC236}">
                      <a16:creationId xmlns:a16="http://schemas.microsoft.com/office/drawing/2014/main" id="{5DECD133-96C5-431A-9C19-63A8906798C8}"/>
                    </a:ext>
                  </a:extLst>
                </p:cNvPr>
                <p:cNvCxnSpPr/>
                <p:nvPr/>
              </p:nvCxnSpPr>
              <p:spPr>
                <a:xfrm rot="16200000">
                  <a:off x="-304306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직선 연결선 237">
                  <a:extLst>
                    <a:ext uri="{FF2B5EF4-FFF2-40B4-BE49-F238E27FC236}">
                      <a16:creationId xmlns:a16="http://schemas.microsoft.com/office/drawing/2014/main" id="{1965A72F-49C4-4894-8625-1A7F2CC01247}"/>
                    </a:ext>
                  </a:extLst>
                </p:cNvPr>
                <p:cNvCxnSpPr/>
                <p:nvPr/>
              </p:nvCxnSpPr>
              <p:spPr>
                <a:xfrm rot="16200000">
                  <a:off x="-41877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직선 연결선 238">
                  <a:extLst>
                    <a:ext uri="{FF2B5EF4-FFF2-40B4-BE49-F238E27FC236}">
                      <a16:creationId xmlns:a16="http://schemas.microsoft.com/office/drawing/2014/main" id="{7212EA3E-4045-4940-AFAD-8AFA655CAE99}"/>
                    </a:ext>
                  </a:extLst>
                </p:cNvPr>
                <p:cNvCxnSpPr/>
                <p:nvPr/>
              </p:nvCxnSpPr>
              <p:spPr>
                <a:xfrm rot="16200000">
                  <a:off x="220555" y="2269640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직선 연결선 239">
                  <a:extLst>
                    <a:ext uri="{FF2B5EF4-FFF2-40B4-BE49-F238E27FC236}">
                      <a16:creationId xmlns:a16="http://schemas.microsoft.com/office/drawing/2014/main" id="{00A6AFD3-AF4B-4677-BFCA-3A10ECD8328B}"/>
                    </a:ext>
                  </a:extLst>
                </p:cNvPr>
                <p:cNvCxnSpPr/>
                <p:nvPr/>
              </p:nvCxnSpPr>
              <p:spPr>
                <a:xfrm rot="16200000">
                  <a:off x="-1354022" y="2269641"/>
                  <a:ext cx="3471299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그룹 218">
                <a:extLst>
                  <a:ext uri="{FF2B5EF4-FFF2-40B4-BE49-F238E27FC236}">
                    <a16:creationId xmlns:a16="http://schemas.microsoft.com/office/drawing/2014/main" id="{A032DE7A-5886-4DDC-AC6C-C4512E07ECB9}"/>
                  </a:ext>
                </a:extLst>
              </p:cNvPr>
              <p:cNvGrpSpPr/>
              <p:nvPr/>
            </p:nvGrpSpPr>
            <p:grpSpPr>
              <a:xfrm>
                <a:off x="302419" y="533990"/>
                <a:ext cx="1733507" cy="3472561"/>
                <a:chOff x="302419" y="533990"/>
                <a:chExt cx="1733507" cy="3472561"/>
              </a:xfrm>
            </p:grpSpPr>
            <p:cxnSp>
              <p:nvCxnSpPr>
                <p:cNvPr id="220" name="직선 연결선 219">
                  <a:extLst>
                    <a:ext uri="{FF2B5EF4-FFF2-40B4-BE49-F238E27FC236}">
                      <a16:creationId xmlns:a16="http://schemas.microsoft.com/office/drawing/2014/main" id="{2AAC2461-7475-41FB-944C-4B882CBE39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5339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직선 연결선 220">
                  <a:extLst>
                    <a:ext uri="{FF2B5EF4-FFF2-40B4-BE49-F238E27FC236}">
                      <a16:creationId xmlns:a16="http://schemas.microsoft.com/office/drawing/2014/main" id="{67B5C3F7-0FE8-4456-BBA3-6F25AFD8F765}"/>
                    </a:ext>
                  </a:extLst>
                </p:cNvPr>
                <p:cNvCxnSpPr/>
                <p:nvPr/>
              </p:nvCxnSpPr>
              <p:spPr>
                <a:xfrm>
                  <a:off x="302419" y="13353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직선 연결선 221">
                  <a:extLst>
                    <a:ext uri="{FF2B5EF4-FFF2-40B4-BE49-F238E27FC236}">
                      <a16:creationId xmlns:a16="http://schemas.microsoft.com/office/drawing/2014/main" id="{3FCBEA3F-4D04-47E7-BE19-183E135F098C}"/>
                    </a:ext>
                  </a:extLst>
                </p:cNvPr>
                <p:cNvCxnSpPr/>
                <p:nvPr/>
              </p:nvCxnSpPr>
              <p:spPr>
                <a:xfrm>
                  <a:off x="302419" y="16024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직선 연결선 222">
                  <a:extLst>
                    <a:ext uri="{FF2B5EF4-FFF2-40B4-BE49-F238E27FC236}">
                      <a16:creationId xmlns:a16="http://schemas.microsoft.com/office/drawing/2014/main" id="{ABE41611-98A4-46DA-B3A8-A35C1D7C98B0}"/>
                    </a:ext>
                  </a:extLst>
                </p:cNvPr>
                <p:cNvCxnSpPr/>
                <p:nvPr/>
              </p:nvCxnSpPr>
              <p:spPr>
                <a:xfrm>
                  <a:off x="302419" y="18695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직선 연결선 223">
                  <a:extLst>
                    <a:ext uri="{FF2B5EF4-FFF2-40B4-BE49-F238E27FC236}">
                      <a16:creationId xmlns:a16="http://schemas.microsoft.com/office/drawing/2014/main" id="{B0478134-D63D-4231-A5C8-4AB066B30DD3}"/>
                    </a:ext>
                  </a:extLst>
                </p:cNvPr>
                <p:cNvCxnSpPr/>
                <p:nvPr/>
              </p:nvCxnSpPr>
              <p:spPr>
                <a:xfrm>
                  <a:off x="302419" y="21367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직선 연결선 224">
                  <a:extLst>
                    <a:ext uri="{FF2B5EF4-FFF2-40B4-BE49-F238E27FC236}">
                      <a16:creationId xmlns:a16="http://schemas.microsoft.com/office/drawing/2014/main" id="{D3CA8671-B78D-42C3-8148-DAEA6EE0A5B0}"/>
                    </a:ext>
                  </a:extLst>
                </p:cNvPr>
                <p:cNvCxnSpPr/>
                <p:nvPr/>
              </p:nvCxnSpPr>
              <p:spPr>
                <a:xfrm>
                  <a:off x="302419" y="24038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직선 연결선 225">
                  <a:extLst>
                    <a:ext uri="{FF2B5EF4-FFF2-40B4-BE49-F238E27FC236}">
                      <a16:creationId xmlns:a16="http://schemas.microsoft.com/office/drawing/2014/main" id="{824424A9-846C-424D-A909-D783EC18B37C}"/>
                    </a:ext>
                  </a:extLst>
                </p:cNvPr>
                <p:cNvCxnSpPr/>
                <p:nvPr/>
              </p:nvCxnSpPr>
              <p:spPr>
                <a:xfrm>
                  <a:off x="302419" y="267095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직선 연결선 226">
                  <a:extLst>
                    <a:ext uri="{FF2B5EF4-FFF2-40B4-BE49-F238E27FC236}">
                      <a16:creationId xmlns:a16="http://schemas.microsoft.com/office/drawing/2014/main" id="{9FAA35B6-2AD0-48B7-9723-E9EC272239CA}"/>
                    </a:ext>
                  </a:extLst>
                </p:cNvPr>
                <p:cNvCxnSpPr/>
                <p:nvPr/>
              </p:nvCxnSpPr>
              <p:spPr>
                <a:xfrm>
                  <a:off x="302419" y="293807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직선 연결선 227">
                  <a:extLst>
                    <a:ext uri="{FF2B5EF4-FFF2-40B4-BE49-F238E27FC236}">
                      <a16:creationId xmlns:a16="http://schemas.microsoft.com/office/drawing/2014/main" id="{87FCD62B-A932-4921-B2FE-8CEAD9A51A44}"/>
                    </a:ext>
                  </a:extLst>
                </p:cNvPr>
                <p:cNvCxnSpPr/>
                <p:nvPr/>
              </p:nvCxnSpPr>
              <p:spPr>
                <a:xfrm>
                  <a:off x="302419" y="320519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직선 연결선 228">
                  <a:extLst>
                    <a:ext uri="{FF2B5EF4-FFF2-40B4-BE49-F238E27FC236}">
                      <a16:creationId xmlns:a16="http://schemas.microsoft.com/office/drawing/2014/main" id="{6D2B0EEB-8427-4F3D-B27D-7FEAC3E6D56C}"/>
                    </a:ext>
                  </a:extLst>
                </p:cNvPr>
                <p:cNvCxnSpPr/>
                <p:nvPr/>
              </p:nvCxnSpPr>
              <p:spPr>
                <a:xfrm>
                  <a:off x="302419" y="34723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직선 연결선 229">
                  <a:extLst>
                    <a:ext uri="{FF2B5EF4-FFF2-40B4-BE49-F238E27FC236}">
                      <a16:creationId xmlns:a16="http://schemas.microsoft.com/office/drawing/2014/main" id="{E0B5ED7D-B258-449F-BB54-9DA930661F7F}"/>
                    </a:ext>
                  </a:extLst>
                </p:cNvPr>
                <p:cNvCxnSpPr/>
                <p:nvPr/>
              </p:nvCxnSpPr>
              <p:spPr>
                <a:xfrm>
                  <a:off x="302419" y="37394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직선 연결선 230">
                  <a:extLst>
                    <a:ext uri="{FF2B5EF4-FFF2-40B4-BE49-F238E27FC236}">
                      <a16:creationId xmlns:a16="http://schemas.microsoft.com/office/drawing/2014/main" id="{2D9DD7EE-BCD5-4194-94B4-39636932669A}"/>
                    </a:ext>
                  </a:extLst>
                </p:cNvPr>
                <p:cNvCxnSpPr/>
                <p:nvPr/>
              </p:nvCxnSpPr>
              <p:spPr>
                <a:xfrm>
                  <a:off x="302419" y="80111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직선 연결선 231">
                  <a:extLst>
                    <a:ext uri="{FF2B5EF4-FFF2-40B4-BE49-F238E27FC236}">
                      <a16:creationId xmlns:a16="http://schemas.microsoft.com/office/drawing/2014/main" id="{00F772BF-6152-4028-B423-7F7F42B4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419" y="4006551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직선 연결선 232">
                  <a:extLst>
                    <a:ext uri="{FF2B5EF4-FFF2-40B4-BE49-F238E27FC236}">
                      <a16:creationId xmlns:a16="http://schemas.microsoft.com/office/drawing/2014/main" id="{2A222604-9036-45EF-B689-81018CBBCE7D}"/>
                    </a:ext>
                  </a:extLst>
                </p:cNvPr>
                <p:cNvCxnSpPr/>
                <p:nvPr/>
              </p:nvCxnSpPr>
              <p:spPr>
                <a:xfrm>
                  <a:off x="302419" y="1068230"/>
                  <a:ext cx="1733507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17" name="사각형: 둥근 모서리 216">
              <a:extLst>
                <a:ext uri="{FF2B5EF4-FFF2-40B4-BE49-F238E27FC236}">
                  <a16:creationId xmlns:a16="http://schemas.microsoft.com/office/drawing/2014/main" id="{B346BDB3-25CB-4F9F-A261-147E14E54F14}"/>
                </a:ext>
              </a:extLst>
            </p:cNvPr>
            <p:cNvSpPr/>
            <p:nvPr/>
          </p:nvSpPr>
          <p:spPr>
            <a:xfrm>
              <a:off x="302419" y="533990"/>
              <a:ext cx="1735648" cy="3471297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2" name="TextBox 185">
            <a:hlinkClick r:id="rId2"/>
            <a:extLst>
              <a:ext uri="{FF2B5EF4-FFF2-40B4-BE49-F238E27FC236}">
                <a16:creationId xmlns:a16="http://schemas.microsoft.com/office/drawing/2014/main" id="{05D9CA88-5E3E-4FED-A732-19CB946E9336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3" name="TextBox 186">
            <a:hlinkClick r:id="rId3"/>
            <a:extLst>
              <a:ext uri="{FF2B5EF4-FFF2-40B4-BE49-F238E27FC236}">
                <a16:creationId xmlns:a16="http://schemas.microsoft.com/office/drawing/2014/main" id="{ED3278C1-FFFB-4210-B8DE-1BF81738E3B7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4" name="TextBox 184">
            <a:hlinkClick r:id="rId4"/>
            <a:extLst>
              <a:ext uri="{FF2B5EF4-FFF2-40B4-BE49-F238E27FC236}">
                <a16:creationId xmlns:a16="http://schemas.microsoft.com/office/drawing/2014/main" id="{65F0CDAD-1CC4-46C8-8978-93B921970651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63</cp:revision>
  <dcterms:created xsi:type="dcterms:W3CDTF">2021-10-29T04:43:38Z</dcterms:created>
  <dcterms:modified xsi:type="dcterms:W3CDTF">2021-12-19T08:43:19Z</dcterms:modified>
</cp:coreProperties>
</file>
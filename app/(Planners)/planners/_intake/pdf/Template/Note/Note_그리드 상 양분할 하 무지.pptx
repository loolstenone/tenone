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0" name="그룹 859">
            <a:extLst>
              <a:ext uri="{FF2B5EF4-FFF2-40B4-BE49-F238E27FC236}">
                <a16:creationId xmlns:a16="http://schemas.microsoft.com/office/drawing/2014/main" id="{61918CB5-3E7F-41A8-BD48-69AEB3D7552B}"/>
              </a:ext>
            </a:extLst>
          </p:cNvPr>
          <p:cNvGrpSpPr/>
          <p:nvPr/>
        </p:nvGrpSpPr>
        <p:grpSpPr>
          <a:xfrm>
            <a:off x="363551" y="462531"/>
            <a:ext cx="5410980" cy="7024500"/>
            <a:chOff x="291320" y="462531"/>
            <a:chExt cx="5410980" cy="7024500"/>
          </a:xfrm>
        </p:grpSpPr>
        <p:grpSp>
          <p:nvGrpSpPr>
            <p:cNvPr id="819" name="그룹 818">
              <a:extLst>
                <a:ext uri="{FF2B5EF4-FFF2-40B4-BE49-F238E27FC236}">
                  <a16:creationId xmlns:a16="http://schemas.microsoft.com/office/drawing/2014/main" id="{7917A9DD-C8C4-4D59-BCEF-F9847B53C769}"/>
                </a:ext>
              </a:extLst>
            </p:cNvPr>
            <p:cNvGrpSpPr/>
            <p:nvPr/>
          </p:nvGrpSpPr>
          <p:grpSpPr>
            <a:xfrm>
              <a:off x="291320" y="533400"/>
              <a:ext cx="5407920" cy="6953631"/>
              <a:chOff x="291320" y="533400"/>
              <a:chExt cx="5407920" cy="6953631"/>
            </a:xfrm>
          </p:grpSpPr>
          <p:cxnSp>
            <p:nvCxnSpPr>
              <p:cNvPr id="820" name="직선 연결선 819">
                <a:extLst>
                  <a:ext uri="{FF2B5EF4-FFF2-40B4-BE49-F238E27FC236}">
                    <a16:creationId xmlns:a16="http://schemas.microsoft.com/office/drawing/2014/main" id="{DE12D326-1BD9-428A-A088-C2C947CCA2B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993709" y="2333971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" name="직선 연결선 820">
                <a:extLst>
                  <a:ext uri="{FF2B5EF4-FFF2-40B4-BE49-F238E27FC236}">
                    <a16:creationId xmlns:a16="http://schemas.microsoft.com/office/drawing/2014/main" id="{7D8866EE-B70D-4729-B3DF-5E7A2FE65D3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81492" y="2333971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2" name="직선 연결선 821">
                <a:extLst>
                  <a:ext uri="{FF2B5EF4-FFF2-40B4-BE49-F238E27FC236}">
                    <a16:creationId xmlns:a16="http://schemas.microsoft.com/office/drawing/2014/main" id="{6760CADB-9317-48F0-8114-4B1BF0CFAF2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126612" y="2333971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3" name="직선 연결선 822">
                <a:extLst>
                  <a:ext uri="{FF2B5EF4-FFF2-40B4-BE49-F238E27FC236}">
                    <a16:creationId xmlns:a16="http://schemas.microsoft.com/office/drawing/2014/main" id="{FFDC8D9D-F5FC-4D7C-9515-58AA1E46425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478669" y="2333971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4" name="직선 연결선 823">
                <a:extLst>
                  <a:ext uri="{FF2B5EF4-FFF2-40B4-BE49-F238E27FC236}">
                    <a16:creationId xmlns:a16="http://schemas.microsoft.com/office/drawing/2014/main" id="{16A73234-AEE7-4CEA-BEF1-541055E83DC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372" y="2333971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5" name="직선 연결선 824">
                <a:extLst>
                  <a:ext uri="{FF2B5EF4-FFF2-40B4-BE49-F238E27FC236}">
                    <a16:creationId xmlns:a16="http://schemas.microsoft.com/office/drawing/2014/main" id="{D9ADCA15-CA50-44E0-B867-CAE29F53813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51412" y="2333971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6" name="직선 연결선 825">
                <a:extLst>
                  <a:ext uri="{FF2B5EF4-FFF2-40B4-BE49-F238E27FC236}">
                    <a16:creationId xmlns:a16="http://schemas.microsoft.com/office/drawing/2014/main" id="{BFCFAFC8-EABD-46B0-A7C7-D69DABAF164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6452" y="2333971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7" name="직선 연결선 826">
                <a:extLst>
                  <a:ext uri="{FF2B5EF4-FFF2-40B4-BE49-F238E27FC236}">
                    <a16:creationId xmlns:a16="http://schemas.microsoft.com/office/drawing/2014/main" id="{9FECFF88-DF69-4D59-B9F6-621540169C7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096532" y="2333971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8" name="직선 연결선 827">
                <a:extLst>
                  <a:ext uri="{FF2B5EF4-FFF2-40B4-BE49-F238E27FC236}">
                    <a16:creationId xmlns:a16="http://schemas.microsoft.com/office/drawing/2014/main" id="{3C736D2F-A7B6-4203-8BA0-98DE87D83D5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54052" y="2333971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9" name="직선 연결선 828">
                <a:extLst>
                  <a:ext uri="{FF2B5EF4-FFF2-40B4-BE49-F238E27FC236}">
                    <a16:creationId xmlns:a16="http://schemas.microsoft.com/office/drawing/2014/main" id="{384D51AF-DEE3-4121-81BC-8C6975542A3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611572" y="2333971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0" name="직선 연결선 829">
                <a:extLst>
                  <a:ext uri="{FF2B5EF4-FFF2-40B4-BE49-F238E27FC236}">
                    <a16:creationId xmlns:a16="http://schemas.microsoft.com/office/drawing/2014/main" id="{6D8624AF-D7E7-49EC-AC49-20AB2ADAC5E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869092" y="2333971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1" name="직선 연결선 830">
                <a:extLst>
                  <a:ext uri="{FF2B5EF4-FFF2-40B4-BE49-F238E27FC236}">
                    <a16:creationId xmlns:a16="http://schemas.microsoft.com/office/drawing/2014/main" id="{BA44F6AA-C1DF-4ED0-9463-68F89ABC2F5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384132" y="2333971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2" name="직선 연결선 831">
                <a:extLst>
                  <a:ext uri="{FF2B5EF4-FFF2-40B4-BE49-F238E27FC236}">
                    <a16:creationId xmlns:a16="http://schemas.microsoft.com/office/drawing/2014/main" id="{1B19F144-C8AE-4420-8A94-7B793F65389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641652" y="2333971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3" name="직선 연결선 832">
                <a:extLst>
                  <a:ext uri="{FF2B5EF4-FFF2-40B4-BE49-F238E27FC236}">
                    <a16:creationId xmlns:a16="http://schemas.microsoft.com/office/drawing/2014/main" id="{CEB01F9C-6499-4F78-B7AA-BB14DA97239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251229" y="2333971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4" name="직선 연결선 833">
                <a:extLst>
                  <a:ext uri="{FF2B5EF4-FFF2-40B4-BE49-F238E27FC236}">
                    <a16:creationId xmlns:a16="http://schemas.microsoft.com/office/drawing/2014/main" id="{45163BA1-4601-485A-81E3-B051335442C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736189" y="2333971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5" name="직선 연결선 834">
                <a:extLst>
                  <a:ext uri="{FF2B5EF4-FFF2-40B4-BE49-F238E27FC236}">
                    <a16:creationId xmlns:a16="http://schemas.microsoft.com/office/drawing/2014/main" id="{56552950-5202-4568-AB27-EE8700411DB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839012" y="2333971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6" name="직선 연결선 835">
                <a:extLst>
                  <a:ext uri="{FF2B5EF4-FFF2-40B4-BE49-F238E27FC236}">
                    <a16:creationId xmlns:a16="http://schemas.microsoft.com/office/drawing/2014/main" id="{2662612E-8EB3-4E45-9597-7F808689F81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21149" y="2333971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7" name="직선 연결선 836">
                <a:extLst>
                  <a:ext uri="{FF2B5EF4-FFF2-40B4-BE49-F238E27FC236}">
                    <a16:creationId xmlns:a16="http://schemas.microsoft.com/office/drawing/2014/main" id="{CF359F93-B3A7-47F1-A515-8726268D6D3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3892" y="2333971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8" name="직선 연결선 837">
                <a:extLst>
                  <a:ext uri="{FF2B5EF4-FFF2-40B4-BE49-F238E27FC236}">
                    <a16:creationId xmlns:a16="http://schemas.microsoft.com/office/drawing/2014/main" id="{792121ED-5529-400E-BF3A-E09A2945617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808932" y="2333971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9" name="직선 연결선 838">
                <a:extLst>
                  <a:ext uri="{FF2B5EF4-FFF2-40B4-BE49-F238E27FC236}">
                    <a16:creationId xmlns:a16="http://schemas.microsoft.com/office/drawing/2014/main" id="{E6A65541-7992-421B-AC7C-DB167866DD6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323972" y="2333971"/>
                <a:ext cx="360013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0" name="직선 연결선 839">
                <a:extLst>
                  <a:ext uri="{FF2B5EF4-FFF2-40B4-BE49-F238E27FC236}">
                    <a16:creationId xmlns:a16="http://schemas.microsoft.com/office/drawing/2014/main" id="{0D544D86-37FB-40C5-AD9F-17897471CC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821504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직선 연결선 840">
                <a:extLst>
                  <a:ext uri="{FF2B5EF4-FFF2-40B4-BE49-F238E27FC236}">
                    <a16:creationId xmlns:a16="http://schemas.microsoft.com/office/drawing/2014/main" id="{88125F52-A621-48F3-BA0E-1856F1883B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109104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2" name="직선 연결선 841">
                <a:extLst>
                  <a:ext uri="{FF2B5EF4-FFF2-40B4-BE49-F238E27FC236}">
                    <a16:creationId xmlns:a16="http://schemas.microsoft.com/office/drawing/2014/main" id="{D9DB3430-D6F9-4664-A34A-C7975F4255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91424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3" name="직선 연결선 842">
                <a:extLst>
                  <a:ext uri="{FF2B5EF4-FFF2-40B4-BE49-F238E27FC236}">
                    <a16:creationId xmlns:a16="http://schemas.microsoft.com/office/drawing/2014/main" id="{BF26DD46-2422-4B8E-9F67-C7B6A17D20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048944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4" name="직선 연결선 843">
                <a:extLst>
                  <a:ext uri="{FF2B5EF4-FFF2-40B4-BE49-F238E27FC236}">
                    <a16:creationId xmlns:a16="http://schemas.microsoft.com/office/drawing/2014/main" id="{FD89D66D-02EF-4522-A9CF-9E2ED1EDED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306464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5" name="직선 연결선 844">
                <a:extLst>
                  <a:ext uri="{FF2B5EF4-FFF2-40B4-BE49-F238E27FC236}">
                    <a16:creationId xmlns:a16="http://schemas.microsoft.com/office/drawing/2014/main" id="{9EB08921-28F9-4BF6-9FFC-429C1C2A72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1563984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6" name="직선 연결선 845">
                <a:extLst>
                  <a:ext uri="{FF2B5EF4-FFF2-40B4-BE49-F238E27FC236}">
                    <a16:creationId xmlns:a16="http://schemas.microsoft.com/office/drawing/2014/main" id="{AA591D5A-7412-4DA6-BB3F-B139473A51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079024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7" name="직선 연결선 846">
                <a:extLst>
                  <a:ext uri="{FF2B5EF4-FFF2-40B4-BE49-F238E27FC236}">
                    <a16:creationId xmlns:a16="http://schemas.microsoft.com/office/drawing/2014/main" id="{0D2C800F-BAB7-4360-B4CD-1BAFFD05CE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336544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8" name="직선 연결선 847">
                <a:extLst>
                  <a:ext uri="{FF2B5EF4-FFF2-40B4-BE49-F238E27FC236}">
                    <a16:creationId xmlns:a16="http://schemas.microsoft.com/office/drawing/2014/main" id="{13C8BA34-D85D-4C09-B8B0-0661AA6B0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594064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9" name="직선 연결선 848">
                <a:extLst>
                  <a:ext uri="{FF2B5EF4-FFF2-40B4-BE49-F238E27FC236}">
                    <a16:creationId xmlns:a16="http://schemas.microsoft.com/office/drawing/2014/main" id="{D3F2A363-D0A3-4EBB-8289-D729A3629A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624144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0" name="직선 연결선 849">
                <a:extLst>
                  <a:ext uri="{FF2B5EF4-FFF2-40B4-BE49-F238E27FC236}">
                    <a16:creationId xmlns:a16="http://schemas.microsoft.com/office/drawing/2014/main" id="{F178F79D-3E19-4229-8630-DC46723299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2851584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1" name="직선 연결선 850">
                <a:extLst>
                  <a:ext uri="{FF2B5EF4-FFF2-40B4-BE49-F238E27FC236}">
                    <a16:creationId xmlns:a16="http://schemas.microsoft.com/office/drawing/2014/main" id="{A01D17D7-9D48-4056-A3C5-715556357A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366624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2" name="직선 연결선 851">
                <a:extLst>
                  <a:ext uri="{FF2B5EF4-FFF2-40B4-BE49-F238E27FC236}">
                    <a16:creationId xmlns:a16="http://schemas.microsoft.com/office/drawing/2014/main" id="{8C2368CD-79FF-4CE1-BC47-43F8375CC5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3881664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3" name="직선 연결선 852">
                <a:extLst>
                  <a:ext uri="{FF2B5EF4-FFF2-40B4-BE49-F238E27FC236}">
                    <a16:creationId xmlns:a16="http://schemas.microsoft.com/office/drawing/2014/main" id="{DFB87600-69C5-40A5-9991-ED304476BD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4137708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4" name="직선 연결선 853">
                <a:extLst>
                  <a:ext uri="{FF2B5EF4-FFF2-40B4-BE49-F238E27FC236}">
                    <a16:creationId xmlns:a16="http://schemas.microsoft.com/office/drawing/2014/main" id="{207543B7-24BA-4A84-B4EB-5FFA5407230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182924" y="4007644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5" name="직선 연결선 854">
                <a:extLst>
                  <a:ext uri="{FF2B5EF4-FFF2-40B4-BE49-F238E27FC236}">
                    <a16:creationId xmlns:a16="http://schemas.microsoft.com/office/drawing/2014/main" id="{EC0A807A-9400-41F5-94CE-768C10EDF3C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224996" y="4007644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6" name="직선 연결선 855">
                <a:extLst>
                  <a:ext uri="{FF2B5EF4-FFF2-40B4-BE49-F238E27FC236}">
                    <a16:creationId xmlns:a16="http://schemas.microsoft.com/office/drawing/2014/main" id="{AF8BC634-B500-454B-A11F-FB8ED65B2D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533992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7" name="직선 연결선 856">
                <a:extLst>
                  <a:ext uri="{FF2B5EF4-FFF2-40B4-BE49-F238E27FC236}">
                    <a16:creationId xmlns:a16="http://schemas.microsoft.com/office/drawing/2014/main" id="{555D7EA6-4D1E-4031-9465-DB404EA8E5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487031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58" name="직선 연결선 857">
              <a:extLst>
                <a:ext uri="{FF2B5EF4-FFF2-40B4-BE49-F238E27FC236}">
                  <a16:creationId xmlns:a16="http://schemas.microsoft.com/office/drawing/2014/main" id="{4A9B0FF9-A365-473D-8BF2-49FAA5D03BE3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9" name="직선 연결선 858">
              <a:extLst>
                <a:ext uri="{FF2B5EF4-FFF2-40B4-BE49-F238E27FC236}">
                  <a16:creationId xmlns:a16="http://schemas.microsoft.com/office/drawing/2014/main" id="{8108204B-1449-439B-B963-1281041CF254}"/>
                </a:ext>
              </a:extLst>
            </p:cNvPr>
            <p:cNvCxnSpPr/>
            <p:nvPr/>
          </p:nvCxnSpPr>
          <p:spPr>
            <a:xfrm>
              <a:off x="291832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185">
            <a:hlinkClick r:id="rId2"/>
            <a:extLst>
              <a:ext uri="{FF2B5EF4-FFF2-40B4-BE49-F238E27FC236}">
                <a16:creationId xmlns:a16="http://schemas.microsoft.com/office/drawing/2014/main" id="{1819C588-5548-4BCC-BA01-98750C5BE489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" name="TextBox 186">
            <a:hlinkClick r:id="rId3"/>
            <a:extLst>
              <a:ext uri="{FF2B5EF4-FFF2-40B4-BE49-F238E27FC236}">
                <a16:creationId xmlns:a16="http://schemas.microsoft.com/office/drawing/2014/main" id="{B4A75E3E-C984-49DA-8638-2E163788A40D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" name="TextBox 184">
            <a:hlinkClick r:id="rId4"/>
            <a:extLst>
              <a:ext uri="{FF2B5EF4-FFF2-40B4-BE49-F238E27FC236}">
                <a16:creationId xmlns:a16="http://schemas.microsoft.com/office/drawing/2014/main" id="{B428C6DE-AF8E-4418-90B7-BEA9B2F33DC6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33</cp:revision>
  <dcterms:created xsi:type="dcterms:W3CDTF">2021-10-29T04:43:38Z</dcterms:created>
  <dcterms:modified xsi:type="dcterms:W3CDTF">2021-12-19T07:58:40Z</dcterms:modified>
</cp:coreProperties>
</file>
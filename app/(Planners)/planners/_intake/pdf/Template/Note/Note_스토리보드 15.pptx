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6076950" cy="77644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46" userDrawn="1">
          <p15:clr>
            <a:srgbClr val="A4A3A4"/>
          </p15:clr>
        </p15:guide>
        <p15:guide id="2" pos="191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EA531"/>
    <a:srgbClr val="FF5050"/>
    <a:srgbClr val="597422"/>
    <a:srgbClr val="B8D779"/>
    <a:srgbClr val="EBF68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9" autoAdjust="0"/>
    <p:restoredTop sz="94660"/>
  </p:normalViewPr>
  <p:slideViewPr>
    <p:cSldViewPr snapToGrid="0" showGuides="1">
      <p:cViewPr varScale="1">
        <p:scale>
          <a:sx n="39" d="100"/>
          <a:sy n="39" d="100"/>
        </p:scale>
        <p:origin x="1674" y="30"/>
      </p:cViewPr>
      <p:guideLst>
        <p:guide orient="horz" pos="2446"/>
        <p:guide pos="191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5771" y="1270713"/>
            <a:ext cx="5165408" cy="2703183"/>
          </a:xfrm>
        </p:spPr>
        <p:txBody>
          <a:bodyPr anchor="b"/>
          <a:lstStyle>
            <a:lvl1pPr algn="ctr">
              <a:defRPr sz="3988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59619" y="4078141"/>
            <a:ext cx="4557713" cy="1874614"/>
          </a:xfrm>
        </p:spPr>
        <p:txBody>
          <a:bodyPr/>
          <a:lstStyle>
            <a:lvl1pPr marL="0" indent="0" algn="ctr">
              <a:buNone/>
              <a:defRPr sz="1595"/>
            </a:lvl1pPr>
            <a:lvl2pPr marL="303855" indent="0" algn="ctr">
              <a:buNone/>
              <a:defRPr sz="1329"/>
            </a:lvl2pPr>
            <a:lvl3pPr marL="607710" indent="0" algn="ctr">
              <a:buNone/>
              <a:defRPr sz="1196"/>
            </a:lvl3pPr>
            <a:lvl4pPr marL="911565" indent="0" algn="ctr">
              <a:buNone/>
              <a:defRPr sz="1063"/>
            </a:lvl4pPr>
            <a:lvl5pPr marL="1215420" indent="0" algn="ctr">
              <a:buNone/>
              <a:defRPr sz="1063"/>
            </a:lvl5pPr>
            <a:lvl6pPr marL="1519276" indent="0" algn="ctr">
              <a:buNone/>
              <a:defRPr sz="1063"/>
            </a:lvl6pPr>
            <a:lvl7pPr marL="1823131" indent="0" algn="ctr">
              <a:buNone/>
              <a:defRPr sz="1063"/>
            </a:lvl7pPr>
            <a:lvl8pPr marL="2126986" indent="0" algn="ctr">
              <a:buNone/>
              <a:defRPr sz="1063"/>
            </a:lvl8pPr>
            <a:lvl9pPr marL="2430841" indent="0" algn="ctr">
              <a:buNone/>
              <a:defRPr sz="1063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72528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26973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4626" y="1935726"/>
            <a:ext cx="5241369" cy="3229800"/>
          </a:xfrm>
        </p:spPr>
        <p:txBody>
          <a:bodyPr anchor="b"/>
          <a:lstStyle>
            <a:lvl1pPr>
              <a:defRPr sz="3988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4626" y="5196081"/>
            <a:ext cx="5241369" cy="1698476"/>
          </a:xfrm>
        </p:spPr>
        <p:txBody>
          <a:bodyPr/>
          <a:lstStyle>
            <a:lvl1pPr marL="0" indent="0">
              <a:buNone/>
              <a:defRPr sz="1595">
                <a:solidFill>
                  <a:schemeClr val="tx1"/>
                </a:solidFill>
              </a:defRPr>
            </a:lvl1pPr>
            <a:lvl2pPr marL="303855" indent="0">
              <a:buNone/>
              <a:defRPr sz="1329">
                <a:solidFill>
                  <a:schemeClr val="tx1">
                    <a:tint val="75000"/>
                  </a:schemeClr>
                </a:solidFill>
              </a:defRPr>
            </a:lvl2pPr>
            <a:lvl3pPr marL="607710" indent="0">
              <a:buNone/>
              <a:defRPr sz="1196">
                <a:solidFill>
                  <a:schemeClr val="tx1">
                    <a:tint val="75000"/>
                  </a:schemeClr>
                </a:solidFill>
              </a:defRPr>
            </a:lvl3pPr>
            <a:lvl4pPr marL="911565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4pPr>
            <a:lvl5pPr marL="1215420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5pPr>
            <a:lvl6pPr marL="1519276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6pPr>
            <a:lvl7pPr marL="1823131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7pPr>
            <a:lvl8pPr marL="2126986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8pPr>
            <a:lvl9pPr marL="2430841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64629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7790" y="2066929"/>
            <a:ext cx="2582704" cy="49264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76456" y="2066929"/>
            <a:ext cx="2582704" cy="49264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76043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413387"/>
            <a:ext cx="5241369" cy="1500771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8583" y="1903373"/>
            <a:ext cx="2570834" cy="932813"/>
          </a:xfrm>
        </p:spPr>
        <p:txBody>
          <a:bodyPr anchor="b"/>
          <a:lstStyle>
            <a:lvl1pPr marL="0" indent="0">
              <a:buNone/>
              <a:defRPr sz="1595" b="1"/>
            </a:lvl1pPr>
            <a:lvl2pPr marL="303855" indent="0">
              <a:buNone/>
              <a:defRPr sz="1329" b="1"/>
            </a:lvl2pPr>
            <a:lvl3pPr marL="607710" indent="0">
              <a:buNone/>
              <a:defRPr sz="1196" b="1"/>
            </a:lvl3pPr>
            <a:lvl4pPr marL="911565" indent="0">
              <a:buNone/>
              <a:defRPr sz="1063" b="1"/>
            </a:lvl4pPr>
            <a:lvl5pPr marL="1215420" indent="0">
              <a:buNone/>
              <a:defRPr sz="1063" b="1"/>
            </a:lvl5pPr>
            <a:lvl6pPr marL="1519276" indent="0">
              <a:buNone/>
              <a:defRPr sz="1063" b="1"/>
            </a:lvl6pPr>
            <a:lvl7pPr marL="1823131" indent="0">
              <a:buNone/>
              <a:defRPr sz="1063" b="1"/>
            </a:lvl7pPr>
            <a:lvl8pPr marL="2126986" indent="0">
              <a:buNone/>
              <a:defRPr sz="1063" b="1"/>
            </a:lvl8pPr>
            <a:lvl9pPr marL="2430841" indent="0">
              <a:buNone/>
              <a:defRPr sz="1063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18583" y="2836186"/>
            <a:ext cx="2570834" cy="417160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076456" y="1903373"/>
            <a:ext cx="2583495" cy="932813"/>
          </a:xfrm>
        </p:spPr>
        <p:txBody>
          <a:bodyPr anchor="b"/>
          <a:lstStyle>
            <a:lvl1pPr marL="0" indent="0">
              <a:buNone/>
              <a:defRPr sz="1595" b="1"/>
            </a:lvl1pPr>
            <a:lvl2pPr marL="303855" indent="0">
              <a:buNone/>
              <a:defRPr sz="1329" b="1"/>
            </a:lvl2pPr>
            <a:lvl3pPr marL="607710" indent="0">
              <a:buNone/>
              <a:defRPr sz="1196" b="1"/>
            </a:lvl3pPr>
            <a:lvl4pPr marL="911565" indent="0">
              <a:buNone/>
              <a:defRPr sz="1063" b="1"/>
            </a:lvl4pPr>
            <a:lvl5pPr marL="1215420" indent="0">
              <a:buNone/>
              <a:defRPr sz="1063" b="1"/>
            </a:lvl5pPr>
            <a:lvl6pPr marL="1519276" indent="0">
              <a:buNone/>
              <a:defRPr sz="1063" b="1"/>
            </a:lvl6pPr>
            <a:lvl7pPr marL="1823131" indent="0">
              <a:buNone/>
              <a:defRPr sz="1063" b="1"/>
            </a:lvl7pPr>
            <a:lvl8pPr marL="2126986" indent="0">
              <a:buNone/>
              <a:defRPr sz="1063" b="1"/>
            </a:lvl8pPr>
            <a:lvl9pPr marL="2430841" indent="0">
              <a:buNone/>
              <a:defRPr sz="1063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076456" y="2836186"/>
            <a:ext cx="2583495" cy="417160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72827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90113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73846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517631"/>
            <a:ext cx="1959975" cy="1811708"/>
          </a:xfrm>
        </p:spPr>
        <p:txBody>
          <a:bodyPr anchor="b"/>
          <a:lstStyle>
            <a:lvl1pPr>
              <a:defRPr sz="212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3495" y="1117941"/>
            <a:ext cx="3076456" cy="5517801"/>
          </a:xfrm>
        </p:spPr>
        <p:txBody>
          <a:bodyPr/>
          <a:lstStyle>
            <a:lvl1pPr>
              <a:defRPr sz="2127"/>
            </a:lvl1pPr>
            <a:lvl2pPr>
              <a:defRPr sz="1861"/>
            </a:lvl2pPr>
            <a:lvl3pPr>
              <a:defRPr sz="1595"/>
            </a:lvl3pPr>
            <a:lvl4pPr>
              <a:defRPr sz="1329"/>
            </a:lvl4pPr>
            <a:lvl5pPr>
              <a:defRPr sz="1329"/>
            </a:lvl5pPr>
            <a:lvl6pPr>
              <a:defRPr sz="1329"/>
            </a:lvl6pPr>
            <a:lvl7pPr>
              <a:defRPr sz="1329"/>
            </a:lvl7pPr>
            <a:lvl8pPr>
              <a:defRPr sz="1329"/>
            </a:lvl8pPr>
            <a:lvl9pPr>
              <a:defRPr sz="1329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8582" y="2329339"/>
            <a:ext cx="1959975" cy="4315388"/>
          </a:xfrm>
        </p:spPr>
        <p:txBody>
          <a:bodyPr/>
          <a:lstStyle>
            <a:lvl1pPr marL="0" indent="0">
              <a:buNone/>
              <a:defRPr sz="1063"/>
            </a:lvl1pPr>
            <a:lvl2pPr marL="303855" indent="0">
              <a:buNone/>
              <a:defRPr sz="930"/>
            </a:lvl2pPr>
            <a:lvl3pPr marL="607710" indent="0">
              <a:buNone/>
              <a:defRPr sz="798"/>
            </a:lvl3pPr>
            <a:lvl4pPr marL="911565" indent="0">
              <a:buNone/>
              <a:defRPr sz="665"/>
            </a:lvl4pPr>
            <a:lvl5pPr marL="1215420" indent="0">
              <a:buNone/>
              <a:defRPr sz="665"/>
            </a:lvl5pPr>
            <a:lvl6pPr marL="1519276" indent="0">
              <a:buNone/>
              <a:defRPr sz="665"/>
            </a:lvl6pPr>
            <a:lvl7pPr marL="1823131" indent="0">
              <a:buNone/>
              <a:defRPr sz="665"/>
            </a:lvl7pPr>
            <a:lvl8pPr marL="2126986" indent="0">
              <a:buNone/>
              <a:defRPr sz="665"/>
            </a:lvl8pPr>
            <a:lvl9pPr marL="2430841" indent="0">
              <a:buNone/>
              <a:defRPr sz="66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52146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517631"/>
            <a:ext cx="1959975" cy="1811708"/>
          </a:xfrm>
        </p:spPr>
        <p:txBody>
          <a:bodyPr anchor="b"/>
          <a:lstStyle>
            <a:lvl1pPr>
              <a:defRPr sz="212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3495" y="1117941"/>
            <a:ext cx="3076456" cy="5517801"/>
          </a:xfrm>
        </p:spPr>
        <p:txBody>
          <a:bodyPr anchor="t"/>
          <a:lstStyle>
            <a:lvl1pPr marL="0" indent="0">
              <a:buNone/>
              <a:defRPr sz="2127"/>
            </a:lvl1pPr>
            <a:lvl2pPr marL="303855" indent="0">
              <a:buNone/>
              <a:defRPr sz="1861"/>
            </a:lvl2pPr>
            <a:lvl3pPr marL="607710" indent="0">
              <a:buNone/>
              <a:defRPr sz="1595"/>
            </a:lvl3pPr>
            <a:lvl4pPr marL="911565" indent="0">
              <a:buNone/>
              <a:defRPr sz="1329"/>
            </a:lvl4pPr>
            <a:lvl5pPr marL="1215420" indent="0">
              <a:buNone/>
              <a:defRPr sz="1329"/>
            </a:lvl5pPr>
            <a:lvl6pPr marL="1519276" indent="0">
              <a:buNone/>
              <a:defRPr sz="1329"/>
            </a:lvl6pPr>
            <a:lvl7pPr marL="1823131" indent="0">
              <a:buNone/>
              <a:defRPr sz="1329"/>
            </a:lvl7pPr>
            <a:lvl8pPr marL="2126986" indent="0">
              <a:buNone/>
              <a:defRPr sz="1329"/>
            </a:lvl8pPr>
            <a:lvl9pPr marL="2430841" indent="0">
              <a:buNone/>
              <a:defRPr sz="1329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8582" y="2329339"/>
            <a:ext cx="1959975" cy="4315388"/>
          </a:xfrm>
        </p:spPr>
        <p:txBody>
          <a:bodyPr/>
          <a:lstStyle>
            <a:lvl1pPr marL="0" indent="0">
              <a:buNone/>
              <a:defRPr sz="1063"/>
            </a:lvl1pPr>
            <a:lvl2pPr marL="303855" indent="0">
              <a:buNone/>
              <a:defRPr sz="930"/>
            </a:lvl2pPr>
            <a:lvl3pPr marL="607710" indent="0">
              <a:buNone/>
              <a:defRPr sz="798"/>
            </a:lvl3pPr>
            <a:lvl4pPr marL="911565" indent="0">
              <a:buNone/>
              <a:defRPr sz="665"/>
            </a:lvl4pPr>
            <a:lvl5pPr marL="1215420" indent="0">
              <a:buNone/>
              <a:defRPr sz="665"/>
            </a:lvl5pPr>
            <a:lvl6pPr marL="1519276" indent="0">
              <a:buNone/>
              <a:defRPr sz="665"/>
            </a:lvl6pPr>
            <a:lvl7pPr marL="1823131" indent="0">
              <a:buNone/>
              <a:defRPr sz="665"/>
            </a:lvl7pPr>
            <a:lvl8pPr marL="2126986" indent="0">
              <a:buNone/>
              <a:defRPr sz="665"/>
            </a:lvl8pPr>
            <a:lvl9pPr marL="2430841" indent="0">
              <a:buNone/>
              <a:defRPr sz="66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8266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3230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348818" y="413386"/>
            <a:ext cx="1310342" cy="6580023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17791" y="413386"/>
            <a:ext cx="3855065" cy="6580023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37939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17791" y="413387"/>
            <a:ext cx="5241369" cy="150077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7791" y="2066929"/>
            <a:ext cx="5241369" cy="49264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17790" y="7196508"/>
            <a:ext cx="1367314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12990" y="7196508"/>
            <a:ext cx="2050971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291846" y="7196508"/>
            <a:ext cx="1367314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53507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07710" rtl="0" eaLnBrk="1" latinLnBrk="1" hangingPunct="1">
        <a:lnSpc>
          <a:spcPct val="90000"/>
        </a:lnSpc>
        <a:spcBef>
          <a:spcPct val="0"/>
        </a:spcBef>
        <a:buNone/>
        <a:defRPr sz="292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51928" indent="-151928" algn="l" defTabSz="607710" rtl="0" eaLnBrk="1" latinLnBrk="1" hangingPunct="1">
        <a:lnSpc>
          <a:spcPct val="90000"/>
        </a:lnSpc>
        <a:spcBef>
          <a:spcPts val="665"/>
        </a:spcBef>
        <a:buFont typeface="Arial" panose="020B0604020202020204" pitchFamily="34" charset="0"/>
        <a:buChar char="•"/>
        <a:defRPr sz="1861" kern="1200">
          <a:solidFill>
            <a:schemeClr val="tx1"/>
          </a:solidFill>
          <a:latin typeface="+mn-lt"/>
          <a:ea typeface="+mn-ea"/>
          <a:cs typeface="+mn-cs"/>
        </a:defRPr>
      </a:lvl1pPr>
      <a:lvl2pPr marL="45578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595" kern="1200">
          <a:solidFill>
            <a:schemeClr val="tx1"/>
          </a:solidFill>
          <a:latin typeface="+mn-lt"/>
          <a:ea typeface="+mn-ea"/>
          <a:cs typeface="+mn-cs"/>
        </a:defRPr>
      </a:lvl2pPr>
      <a:lvl3pPr marL="75963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329" kern="1200">
          <a:solidFill>
            <a:schemeClr val="tx1"/>
          </a:solidFill>
          <a:latin typeface="+mn-lt"/>
          <a:ea typeface="+mn-ea"/>
          <a:cs typeface="+mn-cs"/>
        </a:defRPr>
      </a:lvl3pPr>
      <a:lvl4pPr marL="106349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4pPr>
      <a:lvl5pPr marL="136734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5pPr>
      <a:lvl6pPr marL="167120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6pPr>
      <a:lvl7pPr marL="197505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7pPr>
      <a:lvl8pPr marL="227891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8pPr>
      <a:lvl9pPr marL="2582769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1pPr>
      <a:lvl2pPr marL="303855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2pPr>
      <a:lvl3pPr marL="60771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3pPr>
      <a:lvl4pPr marL="911565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4pPr>
      <a:lvl5pPr marL="121542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5pPr>
      <a:lvl6pPr marL="1519276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6pPr>
      <a:lvl7pPr marL="1823131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7pPr>
      <a:lvl8pPr marL="2126986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8pPr>
      <a:lvl9pPr marL="2430841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planners.tenone.biz/" TargetMode="External"/><Relationship Id="rId2" Type="http://schemas.openxmlformats.org/officeDocument/2006/relationships/hyperlink" Target="https://badak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tenone.biz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2" name="사각형: 둥근 모서리 1661">
            <a:extLst>
              <a:ext uri="{FF2B5EF4-FFF2-40B4-BE49-F238E27FC236}">
                <a16:creationId xmlns:a16="http://schemas.microsoft.com/office/drawing/2014/main" id="{6E0E0BB1-A23E-4DA7-94DA-7793B99CC6E2}"/>
              </a:ext>
            </a:extLst>
          </p:cNvPr>
          <p:cNvSpPr/>
          <p:nvPr/>
        </p:nvSpPr>
        <p:spPr>
          <a:xfrm>
            <a:off x="302419" y="533993"/>
            <a:ext cx="1781270" cy="1366163"/>
          </a:xfrm>
          <a:prstGeom prst="roundRect">
            <a:avLst>
              <a:gd name="adj" fmla="val 4274"/>
            </a:avLst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63" name="사각형: 둥근 모서리 1662">
            <a:extLst>
              <a:ext uri="{FF2B5EF4-FFF2-40B4-BE49-F238E27FC236}">
                <a16:creationId xmlns:a16="http://schemas.microsoft.com/office/drawing/2014/main" id="{BA43E6FD-F884-48F6-A143-F9DE2D140C02}"/>
              </a:ext>
            </a:extLst>
          </p:cNvPr>
          <p:cNvSpPr/>
          <p:nvPr/>
        </p:nvSpPr>
        <p:spPr>
          <a:xfrm>
            <a:off x="302419" y="1917560"/>
            <a:ext cx="1781270" cy="1366163"/>
          </a:xfrm>
          <a:prstGeom prst="roundRect">
            <a:avLst>
              <a:gd name="adj" fmla="val 4274"/>
            </a:avLst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64" name="사각형: 둥근 모서리 1663">
            <a:extLst>
              <a:ext uri="{FF2B5EF4-FFF2-40B4-BE49-F238E27FC236}">
                <a16:creationId xmlns:a16="http://schemas.microsoft.com/office/drawing/2014/main" id="{AF053105-4EDB-4A1D-A03C-9A6BF14E29B6}"/>
              </a:ext>
            </a:extLst>
          </p:cNvPr>
          <p:cNvSpPr/>
          <p:nvPr/>
        </p:nvSpPr>
        <p:spPr>
          <a:xfrm>
            <a:off x="302419" y="3301127"/>
            <a:ext cx="1781270" cy="1366163"/>
          </a:xfrm>
          <a:prstGeom prst="roundRect">
            <a:avLst>
              <a:gd name="adj" fmla="val 4274"/>
            </a:avLst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65" name="사각형: 둥근 모서리 1664">
            <a:extLst>
              <a:ext uri="{FF2B5EF4-FFF2-40B4-BE49-F238E27FC236}">
                <a16:creationId xmlns:a16="http://schemas.microsoft.com/office/drawing/2014/main" id="{497C8ADF-E0DA-489B-9129-52176369E126}"/>
              </a:ext>
            </a:extLst>
          </p:cNvPr>
          <p:cNvSpPr/>
          <p:nvPr/>
        </p:nvSpPr>
        <p:spPr>
          <a:xfrm>
            <a:off x="302419" y="4684694"/>
            <a:ext cx="1781270" cy="1366163"/>
          </a:xfrm>
          <a:prstGeom prst="roundRect">
            <a:avLst>
              <a:gd name="adj" fmla="val 4274"/>
            </a:avLst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660" name="직선 연결선 1659">
            <a:extLst>
              <a:ext uri="{FF2B5EF4-FFF2-40B4-BE49-F238E27FC236}">
                <a16:creationId xmlns:a16="http://schemas.microsoft.com/office/drawing/2014/main" id="{F7B5CD43-9AA3-4C3A-9469-E81448155049}"/>
              </a:ext>
            </a:extLst>
          </p:cNvPr>
          <p:cNvCxnSpPr/>
          <p:nvPr/>
        </p:nvCxnSpPr>
        <p:spPr>
          <a:xfrm>
            <a:off x="3706971" y="462531"/>
            <a:ext cx="206756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1" name="직선 연결선 1660">
            <a:extLst>
              <a:ext uri="{FF2B5EF4-FFF2-40B4-BE49-F238E27FC236}">
                <a16:creationId xmlns:a16="http://schemas.microsoft.com/office/drawing/2014/main" id="{29FB6855-E773-4BBF-9E99-FE312ABB1227}"/>
              </a:ext>
            </a:extLst>
          </p:cNvPr>
          <p:cNvCxnSpPr/>
          <p:nvPr/>
        </p:nvCxnSpPr>
        <p:spPr>
          <a:xfrm>
            <a:off x="302419" y="462531"/>
            <a:ext cx="206756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5">
            <a:hlinkClick r:id="rId2"/>
            <a:extLst>
              <a:ext uri="{FF2B5EF4-FFF2-40B4-BE49-F238E27FC236}">
                <a16:creationId xmlns:a16="http://schemas.microsoft.com/office/drawing/2014/main" id="{F7F3C09D-2F82-41C5-9621-44FFAC80B8F8}"/>
              </a:ext>
            </a:extLst>
          </p:cNvPr>
          <p:cNvSpPr txBox="1"/>
          <p:nvPr/>
        </p:nvSpPr>
        <p:spPr>
          <a:xfrm>
            <a:off x="5233839" y="7555443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_</a:t>
            </a:r>
            <a:r>
              <a:rPr lang="en-US" altLang="ko-KR" sz="800" dirty="0" err="1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Badak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0" name="TextBox 186">
            <a:hlinkClick r:id="rId3"/>
            <a:extLst>
              <a:ext uri="{FF2B5EF4-FFF2-40B4-BE49-F238E27FC236}">
                <a16:creationId xmlns:a16="http://schemas.microsoft.com/office/drawing/2014/main" id="{A0AD123D-6157-43A3-8B6D-84C3866D4418}"/>
              </a:ext>
            </a:extLst>
          </p:cNvPr>
          <p:cNvSpPr txBox="1"/>
          <p:nvPr/>
        </p:nvSpPr>
        <p:spPr>
          <a:xfrm>
            <a:off x="2525732" y="7555443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Planner’s Planner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61F4E0F3-7795-4670-B2DF-89BAC2144A65}"/>
              </a:ext>
            </a:extLst>
          </p:cNvPr>
          <p:cNvSpPr/>
          <p:nvPr/>
        </p:nvSpPr>
        <p:spPr>
          <a:xfrm>
            <a:off x="302419" y="6068262"/>
            <a:ext cx="1781270" cy="1366163"/>
          </a:xfrm>
          <a:prstGeom prst="roundRect">
            <a:avLst>
              <a:gd name="adj" fmla="val 4274"/>
            </a:avLst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C37E8A99-D91C-4EA0-8674-7B67AB41A7A4}"/>
              </a:ext>
            </a:extLst>
          </p:cNvPr>
          <p:cNvSpPr/>
          <p:nvPr/>
        </p:nvSpPr>
        <p:spPr>
          <a:xfrm>
            <a:off x="2147840" y="533993"/>
            <a:ext cx="1781270" cy="1366163"/>
          </a:xfrm>
          <a:prstGeom prst="roundRect">
            <a:avLst>
              <a:gd name="adj" fmla="val 4274"/>
            </a:avLst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B7923B3C-E80A-4062-9192-CD8837F89D1F}"/>
              </a:ext>
            </a:extLst>
          </p:cNvPr>
          <p:cNvSpPr/>
          <p:nvPr/>
        </p:nvSpPr>
        <p:spPr>
          <a:xfrm>
            <a:off x="2147840" y="1917560"/>
            <a:ext cx="1781270" cy="1366163"/>
          </a:xfrm>
          <a:prstGeom prst="roundRect">
            <a:avLst>
              <a:gd name="adj" fmla="val 4274"/>
            </a:avLst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F9FF17D4-EE6E-4BE5-8FA0-EDCDBD9D1D16}"/>
              </a:ext>
            </a:extLst>
          </p:cNvPr>
          <p:cNvSpPr/>
          <p:nvPr/>
        </p:nvSpPr>
        <p:spPr>
          <a:xfrm>
            <a:off x="2147840" y="3301127"/>
            <a:ext cx="1781270" cy="1366163"/>
          </a:xfrm>
          <a:prstGeom prst="roundRect">
            <a:avLst>
              <a:gd name="adj" fmla="val 4274"/>
            </a:avLst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0246AC0F-ED29-414A-830E-0E5B74DBF6FD}"/>
              </a:ext>
            </a:extLst>
          </p:cNvPr>
          <p:cNvSpPr/>
          <p:nvPr/>
        </p:nvSpPr>
        <p:spPr>
          <a:xfrm>
            <a:off x="2147840" y="4684694"/>
            <a:ext cx="1781270" cy="1366163"/>
          </a:xfrm>
          <a:prstGeom prst="roundRect">
            <a:avLst>
              <a:gd name="adj" fmla="val 4274"/>
            </a:avLst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2E4413E8-B302-423B-AC93-8513E7903AAE}"/>
              </a:ext>
            </a:extLst>
          </p:cNvPr>
          <p:cNvSpPr/>
          <p:nvPr/>
        </p:nvSpPr>
        <p:spPr>
          <a:xfrm>
            <a:off x="2147840" y="6068262"/>
            <a:ext cx="1781270" cy="1366163"/>
          </a:xfrm>
          <a:prstGeom prst="roundRect">
            <a:avLst>
              <a:gd name="adj" fmla="val 4274"/>
            </a:avLst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EB4DD408-FBDC-42FE-BF06-0ABE788BCC81}"/>
              </a:ext>
            </a:extLst>
          </p:cNvPr>
          <p:cNvSpPr/>
          <p:nvPr/>
        </p:nvSpPr>
        <p:spPr>
          <a:xfrm>
            <a:off x="3983484" y="533993"/>
            <a:ext cx="1781270" cy="1366163"/>
          </a:xfrm>
          <a:prstGeom prst="roundRect">
            <a:avLst>
              <a:gd name="adj" fmla="val 4274"/>
            </a:avLst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207AAC9B-94AE-4221-A261-EA4DCD644034}"/>
              </a:ext>
            </a:extLst>
          </p:cNvPr>
          <p:cNvSpPr/>
          <p:nvPr/>
        </p:nvSpPr>
        <p:spPr>
          <a:xfrm>
            <a:off x="3983484" y="1917560"/>
            <a:ext cx="1781270" cy="1366163"/>
          </a:xfrm>
          <a:prstGeom prst="roundRect">
            <a:avLst>
              <a:gd name="adj" fmla="val 4274"/>
            </a:avLst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5DFCD28D-D47B-43D9-9171-4414DA2E1A1F}"/>
              </a:ext>
            </a:extLst>
          </p:cNvPr>
          <p:cNvSpPr/>
          <p:nvPr/>
        </p:nvSpPr>
        <p:spPr>
          <a:xfrm>
            <a:off x="3983484" y="3301127"/>
            <a:ext cx="1781270" cy="1366163"/>
          </a:xfrm>
          <a:prstGeom prst="roundRect">
            <a:avLst>
              <a:gd name="adj" fmla="val 4274"/>
            </a:avLst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A6AC5F77-F5FB-4D8F-893C-9AD277B3963F}"/>
              </a:ext>
            </a:extLst>
          </p:cNvPr>
          <p:cNvSpPr/>
          <p:nvPr/>
        </p:nvSpPr>
        <p:spPr>
          <a:xfrm>
            <a:off x="3983484" y="4684694"/>
            <a:ext cx="1781270" cy="1366163"/>
          </a:xfrm>
          <a:prstGeom prst="roundRect">
            <a:avLst>
              <a:gd name="adj" fmla="val 4274"/>
            </a:avLst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EB967F3F-71CD-492E-95BC-42F5505A8CEC}"/>
              </a:ext>
            </a:extLst>
          </p:cNvPr>
          <p:cNvSpPr/>
          <p:nvPr/>
        </p:nvSpPr>
        <p:spPr>
          <a:xfrm>
            <a:off x="3983484" y="6068262"/>
            <a:ext cx="1781270" cy="1366163"/>
          </a:xfrm>
          <a:prstGeom prst="roundRect">
            <a:avLst>
              <a:gd name="adj" fmla="val 4274"/>
            </a:avLst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TextBox 184">
            <a:hlinkClick r:id="rId4"/>
            <a:extLst>
              <a:ext uri="{FF2B5EF4-FFF2-40B4-BE49-F238E27FC236}">
                <a16:creationId xmlns:a16="http://schemas.microsoft.com/office/drawing/2014/main" id="{939D1F97-F720-4706-B515-5A7F9952A5C4}"/>
              </a:ext>
            </a:extLst>
          </p:cNvPr>
          <p:cNvSpPr txBox="1"/>
          <p:nvPr/>
        </p:nvSpPr>
        <p:spPr>
          <a:xfrm>
            <a:off x="312196" y="7553348"/>
            <a:ext cx="7136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80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Ten: One</a:t>
            </a:r>
            <a:r>
              <a:rPr lang="ko-KR" altLang="en-US" dirty="0"/>
              <a:t>™</a:t>
            </a:r>
          </a:p>
        </p:txBody>
      </p:sp>
    </p:spTree>
    <p:extLst>
      <p:ext uri="{BB962C8B-B14F-4D97-AF65-F5344CB8AC3E}">
        <p14:creationId xmlns:p14="http://schemas.microsoft.com/office/powerpoint/2010/main" val="28592705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176</TotalTime>
  <Words>8</Words>
  <Application>Microsoft Office PowerPoint</Application>
  <PresentationFormat>사용자 지정</PresentationFormat>
  <Paragraphs>3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6" baseType="lpstr">
      <vt:lpstr>NanumGothic</vt:lpstr>
      <vt:lpstr>Arial</vt:lpstr>
      <vt:lpstr>Calibri</vt:lpstr>
      <vt:lpstr>Calibri Light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JeonCheonil</dc:creator>
  <cp:lastModifiedBy>JeonCheonil</cp:lastModifiedBy>
  <cp:revision>65</cp:revision>
  <dcterms:created xsi:type="dcterms:W3CDTF">2021-10-29T04:43:38Z</dcterms:created>
  <dcterms:modified xsi:type="dcterms:W3CDTF">2021-12-19T08:44:48Z</dcterms:modified>
</cp:coreProperties>
</file>
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그룹 579">
            <a:extLst>
              <a:ext uri="{FF2B5EF4-FFF2-40B4-BE49-F238E27FC236}">
                <a16:creationId xmlns:a16="http://schemas.microsoft.com/office/drawing/2014/main" id="{6BBDF110-48C6-4728-A9B9-C10614F3F666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grpSp>
          <p:nvGrpSpPr>
            <p:cNvPr id="527" name="그룹 526">
              <a:extLst>
                <a:ext uri="{FF2B5EF4-FFF2-40B4-BE49-F238E27FC236}">
                  <a16:creationId xmlns:a16="http://schemas.microsoft.com/office/drawing/2014/main" id="{4D7C0EA6-A6E8-4942-AC80-AEB956B4DE59}"/>
                </a:ext>
              </a:extLst>
            </p:cNvPr>
            <p:cNvGrpSpPr/>
            <p:nvPr/>
          </p:nvGrpSpPr>
          <p:grpSpPr>
            <a:xfrm>
              <a:off x="291320" y="533400"/>
              <a:ext cx="5407920" cy="6953631"/>
              <a:chOff x="291320" y="533400"/>
              <a:chExt cx="5407920" cy="6953631"/>
            </a:xfrm>
          </p:grpSpPr>
          <p:cxnSp>
            <p:nvCxnSpPr>
              <p:cNvPr id="528" name="직선 연결선 527">
                <a:extLst>
                  <a:ext uri="{FF2B5EF4-FFF2-40B4-BE49-F238E27FC236}">
                    <a16:creationId xmlns:a16="http://schemas.microsoft.com/office/drawing/2014/main" id="{36377274-FE4E-4AF5-B47C-8FC8FB94D55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678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직선 연결선 528">
                <a:extLst>
                  <a:ext uri="{FF2B5EF4-FFF2-40B4-BE49-F238E27FC236}">
                    <a16:creationId xmlns:a16="http://schemas.microsoft.com/office/drawing/2014/main" id="{4627E44A-A8A0-4412-9BC1-34189283AE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직선 연결선 529">
                <a:extLst>
                  <a:ext uri="{FF2B5EF4-FFF2-40B4-BE49-F238E27FC236}">
                    <a16:creationId xmlns:a16="http://schemas.microsoft.com/office/drawing/2014/main" id="{2EE82156-35A6-4120-A55A-2CEE23D013B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직선 연결선 530">
                <a:extLst>
                  <a:ext uri="{FF2B5EF4-FFF2-40B4-BE49-F238E27FC236}">
                    <a16:creationId xmlns:a16="http://schemas.microsoft.com/office/drawing/2014/main" id="{F4BA2348-11CB-4EDD-A96B-A78F1494DD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28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직선 연결선 531">
                <a:extLst>
                  <a:ext uri="{FF2B5EF4-FFF2-40B4-BE49-F238E27FC236}">
                    <a16:creationId xmlns:a16="http://schemas.microsoft.com/office/drawing/2014/main" id="{3BE6E60C-29B3-4739-9271-D8E53E1B6C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378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직선 연결선 532">
                <a:extLst>
                  <a:ext uri="{FF2B5EF4-FFF2-40B4-BE49-F238E27FC236}">
                    <a16:creationId xmlns:a16="http://schemas.microsoft.com/office/drawing/2014/main" id="{9AE2AE47-6B0A-4A47-8378-3D1E537D9C1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27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직선 연결선 533">
                <a:extLst>
                  <a:ext uri="{FF2B5EF4-FFF2-40B4-BE49-F238E27FC236}">
                    <a16:creationId xmlns:a16="http://schemas.microsoft.com/office/drawing/2014/main" id="{151F106B-938F-4575-95EE-9C349171D2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77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직선 연결선 534">
                <a:extLst>
                  <a:ext uri="{FF2B5EF4-FFF2-40B4-BE49-F238E27FC236}">
                    <a16:creationId xmlns:a16="http://schemas.microsoft.com/office/drawing/2014/main" id="{99A119D5-17C8-4277-A01A-8DFA6B4218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직선 연결선 535">
                <a:extLst>
                  <a:ext uri="{FF2B5EF4-FFF2-40B4-BE49-F238E27FC236}">
                    <a16:creationId xmlns:a16="http://schemas.microsoft.com/office/drawing/2014/main" id="{8AFADBAB-6D56-4347-80CB-88A1F0FECA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직선 연결선 536">
                <a:extLst>
                  <a:ext uri="{FF2B5EF4-FFF2-40B4-BE49-F238E27FC236}">
                    <a16:creationId xmlns:a16="http://schemas.microsoft.com/office/drawing/2014/main" id="{77E20F5C-F2A5-4F82-9047-E64FED01524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직선 연결선 537">
                <a:extLst>
                  <a:ext uri="{FF2B5EF4-FFF2-40B4-BE49-F238E27FC236}">
                    <a16:creationId xmlns:a16="http://schemas.microsoft.com/office/drawing/2014/main" id="{D9CD336C-E050-4F25-A1CD-6F91B4A460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직선 연결선 538">
                <a:extLst>
                  <a:ext uri="{FF2B5EF4-FFF2-40B4-BE49-F238E27FC236}">
                    <a16:creationId xmlns:a16="http://schemas.microsoft.com/office/drawing/2014/main" id="{00B076CD-252F-453D-A7EF-2B3345AD843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직선 연결선 539">
                <a:extLst>
                  <a:ext uri="{FF2B5EF4-FFF2-40B4-BE49-F238E27FC236}">
                    <a16:creationId xmlns:a16="http://schemas.microsoft.com/office/drawing/2014/main" id="{4F1F7BC8-6F93-4C61-A2C2-305210EEAB1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직선 연결선 540">
                <a:extLst>
                  <a:ext uri="{FF2B5EF4-FFF2-40B4-BE49-F238E27FC236}">
                    <a16:creationId xmlns:a16="http://schemas.microsoft.com/office/drawing/2014/main" id="{7FDF36BD-4E14-4F1A-8C57-9B13163DBC9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54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직선 연결선 541">
                <a:extLst>
                  <a:ext uri="{FF2B5EF4-FFF2-40B4-BE49-F238E27FC236}">
                    <a16:creationId xmlns:a16="http://schemas.microsoft.com/office/drawing/2014/main" id="{3D59B691-CB60-4D32-B142-5A14FB4619F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03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직선 연결선 542">
                <a:extLst>
                  <a:ext uri="{FF2B5EF4-FFF2-40B4-BE49-F238E27FC236}">
                    <a16:creationId xmlns:a16="http://schemas.microsoft.com/office/drawing/2014/main" id="{0FB18997-DE61-4134-9E7C-3E05F16ECE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직선 연결선 543">
                <a:extLst>
                  <a:ext uri="{FF2B5EF4-FFF2-40B4-BE49-F238E27FC236}">
                    <a16:creationId xmlns:a16="http://schemas.microsoft.com/office/drawing/2014/main" id="{43889A1B-5F82-4F8E-B4C3-A2BB4A0F4F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53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직선 연결선 544">
                <a:extLst>
                  <a:ext uri="{FF2B5EF4-FFF2-40B4-BE49-F238E27FC236}">
                    <a16:creationId xmlns:a16="http://schemas.microsoft.com/office/drawing/2014/main" id="{21D74913-CD60-4B2E-B203-C2A9BDE3AE7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02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직선 연결선 545">
                <a:extLst>
                  <a:ext uri="{FF2B5EF4-FFF2-40B4-BE49-F238E27FC236}">
                    <a16:creationId xmlns:a16="http://schemas.microsoft.com/office/drawing/2014/main" id="{10F4F622-4B04-4CFC-B617-264A4BFE02F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52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직선 연결선 546">
                <a:extLst>
                  <a:ext uri="{FF2B5EF4-FFF2-40B4-BE49-F238E27FC236}">
                    <a16:creationId xmlns:a16="http://schemas.microsoft.com/office/drawing/2014/main" id="{80B2233E-7D64-4911-8D76-3D8A2E6107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직선 연결선 547">
                <a:extLst>
                  <a:ext uri="{FF2B5EF4-FFF2-40B4-BE49-F238E27FC236}">
                    <a16:creationId xmlns:a16="http://schemas.microsoft.com/office/drawing/2014/main" id="{ED072D69-7D67-43CB-9EBE-F3C182126D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연결선 548">
                <a:extLst>
                  <a:ext uri="{FF2B5EF4-FFF2-40B4-BE49-F238E27FC236}">
                    <a16:creationId xmlns:a16="http://schemas.microsoft.com/office/drawing/2014/main" id="{7C18F613-F726-45BA-BC03-75CE9C458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직선 연결선 549">
                <a:extLst>
                  <a:ext uri="{FF2B5EF4-FFF2-40B4-BE49-F238E27FC236}">
                    <a16:creationId xmlns:a16="http://schemas.microsoft.com/office/drawing/2014/main" id="{137B3746-943C-4EE8-9979-6F502EC200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직선 연결선 550">
                <a:extLst>
                  <a:ext uri="{FF2B5EF4-FFF2-40B4-BE49-F238E27FC236}">
                    <a16:creationId xmlns:a16="http://schemas.microsoft.com/office/drawing/2014/main" id="{89C44E16-C759-4C0E-A156-4B4A197F0E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직선 연결선 551">
                <a:extLst>
                  <a:ext uri="{FF2B5EF4-FFF2-40B4-BE49-F238E27FC236}">
                    <a16:creationId xmlns:a16="http://schemas.microsoft.com/office/drawing/2014/main" id="{60DBE9B0-0B3A-422F-B0B5-893B05F464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직선 연결선 552">
                <a:extLst>
                  <a:ext uri="{FF2B5EF4-FFF2-40B4-BE49-F238E27FC236}">
                    <a16:creationId xmlns:a16="http://schemas.microsoft.com/office/drawing/2014/main" id="{5EE1F59F-3213-4F6B-8E3C-39A74795A5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직선 연결선 553">
                <a:extLst>
                  <a:ext uri="{FF2B5EF4-FFF2-40B4-BE49-F238E27FC236}">
                    <a16:creationId xmlns:a16="http://schemas.microsoft.com/office/drawing/2014/main" id="{A7FC06D2-56C6-494E-82CC-FC3969B8C9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직선 연결선 554">
                <a:extLst>
                  <a:ext uri="{FF2B5EF4-FFF2-40B4-BE49-F238E27FC236}">
                    <a16:creationId xmlns:a16="http://schemas.microsoft.com/office/drawing/2014/main" id="{33605536-5A29-4102-B024-4964FE4E75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직선 연결선 555">
                <a:extLst>
                  <a:ext uri="{FF2B5EF4-FFF2-40B4-BE49-F238E27FC236}">
                    <a16:creationId xmlns:a16="http://schemas.microsoft.com/office/drawing/2014/main" id="{F1039C65-77AB-46B4-8BF0-F1610C53C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직선 연결선 556">
                <a:extLst>
                  <a:ext uri="{FF2B5EF4-FFF2-40B4-BE49-F238E27FC236}">
                    <a16:creationId xmlns:a16="http://schemas.microsoft.com/office/drawing/2014/main" id="{851BBC1B-2772-4E06-A462-B1551453C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직선 연결선 557">
                <a:extLst>
                  <a:ext uri="{FF2B5EF4-FFF2-40B4-BE49-F238E27FC236}">
                    <a16:creationId xmlns:a16="http://schemas.microsoft.com/office/drawing/2014/main" id="{091A8B13-1CA9-44BD-BE1F-92E7728D73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직선 연결선 558">
                <a:extLst>
                  <a:ext uri="{FF2B5EF4-FFF2-40B4-BE49-F238E27FC236}">
                    <a16:creationId xmlns:a16="http://schemas.microsoft.com/office/drawing/2014/main" id="{C65F7DCA-5F17-443C-A6E5-8DF2134A21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직선 연결선 559">
                <a:extLst>
                  <a:ext uri="{FF2B5EF4-FFF2-40B4-BE49-F238E27FC236}">
                    <a16:creationId xmlns:a16="http://schemas.microsoft.com/office/drawing/2014/main" id="{9BED53C9-A528-4927-9E59-837989DC1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직선 연결선 560">
                <a:extLst>
                  <a:ext uri="{FF2B5EF4-FFF2-40B4-BE49-F238E27FC236}">
                    <a16:creationId xmlns:a16="http://schemas.microsoft.com/office/drawing/2014/main" id="{E62364BB-AAA4-4C91-B976-E6292A130D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직선 연결선 561">
                <a:extLst>
                  <a:ext uri="{FF2B5EF4-FFF2-40B4-BE49-F238E27FC236}">
                    <a16:creationId xmlns:a16="http://schemas.microsoft.com/office/drawing/2014/main" id="{4CBB6A73-7A85-410D-A017-276FE0AF6A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직선 연결선 562">
                <a:extLst>
                  <a:ext uri="{FF2B5EF4-FFF2-40B4-BE49-F238E27FC236}">
                    <a16:creationId xmlns:a16="http://schemas.microsoft.com/office/drawing/2014/main" id="{47C22AAE-57DF-47C5-AD51-18F4D834B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직선 연결선 563">
                <a:extLst>
                  <a:ext uri="{FF2B5EF4-FFF2-40B4-BE49-F238E27FC236}">
                    <a16:creationId xmlns:a16="http://schemas.microsoft.com/office/drawing/2014/main" id="{90DF6306-590A-4275-8F24-C6C43E20B0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직선 연결선 564">
                <a:extLst>
                  <a:ext uri="{FF2B5EF4-FFF2-40B4-BE49-F238E27FC236}">
                    <a16:creationId xmlns:a16="http://schemas.microsoft.com/office/drawing/2014/main" id="{9F935281-A6BE-4217-A3D8-CFD822E7F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직선 연결선 565">
                <a:extLst>
                  <a:ext uri="{FF2B5EF4-FFF2-40B4-BE49-F238E27FC236}">
                    <a16:creationId xmlns:a16="http://schemas.microsoft.com/office/drawing/2014/main" id="{15227B34-78E0-4FCF-881E-951BECC372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직선 연결선 566">
                <a:extLst>
                  <a:ext uri="{FF2B5EF4-FFF2-40B4-BE49-F238E27FC236}">
                    <a16:creationId xmlns:a16="http://schemas.microsoft.com/office/drawing/2014/main" id="{B2608475-B7BF-4FD5-97B1-E872C7B480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직선 연결선 567">
                <a:extLst>
                  <a:ext uri="{FF2B5EF4-FFF2-40B4-BE49-F238E27FC236}">
                    <a16:creationId xmlns:a16="http://schemas.microsoft.com/office/drawing/2014/main" id="{221A8B09-8CB1-4968-84AB-CCC710D43B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직선 연결선 568">
                <a:extLst>
                  <a:ext uri="{FF2B5EF4-FFF2-40B4-BE49-F238E27FC236}">
                    <a16:creationId xmlns:a16="http://schemas.microsoft.com/office/drawing/2014/main" id="{66C75349-A1CC-4D8E-97A1-41B5978B9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직선 연결선 569">
                <a:extLst>
                  <a:ext uri="{FF2B5EF4-FFF2-40B4-BE49-F238E27FC236}">
                    <a16:creationId xmlns:a16="http://schemas.microsoft.com/office/drawing/2014/main" id="{77316728-93EA-4396-9764-5F20CC3D6D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직선 연결선 570">
                <a:extLst>
                  <a:ext uri="{FF2B5EF4-FFF2-40B4-BE49-F238E27FC236}">
                    <a16:creationId xmlns:a16="http://schemas.microsoft.com/office/drawing/2014/main" id="{088DF7D4-BB88-4162-8830-477943B6AD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직선 연결선 571">
                <a:extLst>
                  <a:ext uri="{FF2B5EF4-FFF2-40B4-BE49-F238E27FC236}">
                    <a16:creationId xmlns:a16="http://schemas.microsoft.com/office/drawing/2014/main" id="{685727FE-4A64-45F5-A31B-E60FFE5F9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직선 연결선 572">
                <a:extLst>
                  <a:ext uri="{FF2B5EF4-FFF2-40B4-BE49-F238E27FC236}">
                    <a16:creationId xmlns:a16="http://schemas.microsoft.com/office/drawing/2014/main" id="{369F3475-A2A1-41F3-BB87-A15870635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직선 연결선 573">
                <a:extLst>
                  <a:ext uri="{FF2B5EF4-FFF2-40B4-BE49-F238E27FC236}">
                    <a16:creationId xmlns:a16="http://schemas.microsoft.com/office/drawing/2014/main" id="{9680E86D-82AC-40E0-B4F7-06ED771BB5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직선 연결선 574">
                <a:extLst>
                  <a:ext uri="{FF2B5EF4-FFF2-40B4-BE49-F238E27FC236}">
                    <a16:creationId xmlns:a16="http://schemas.microsoft.com/office/drawing/2014/main" id="{8CDE2843-5845-4778-9D39-C1AD4CAFEA0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직선 연결선 575">
                <a:extLst>
                  <a:ext uri="{FF2B5EF4-FFF2-40B4-BE49-F238E27FC236}">
                    <a16:creationId xmlns:a16="http://schemas.microsoft.com/office/drawing/2014/main" id="{0E43A46A-5DA8-4F14-B1D8-D662BE507F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직선 연결선 576">
                <a:extLst>
                  <a:ext uri="{FF2B5EF4-FFF2-40B4-BE49-F238E27FC236}">
                    <a16:creationId xmlns:a16="http://schemas.microsoft.com/office/drawing/2014/main" id="{8C3AEF0C-7583-4308-8FFC-598DB17261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8" name="직선 연결선 577">
              <a:extLst>
                <a:ext uri="{FF2B5EF4-FFF2-40B4-BE49-F238E27FC236}">
                  <a16:creationId xmlns:a16="http://schemas.microsoft.com/office/drawing/2014/main" id="{81DC51B1-4B54-4580-8815-8106669AD8F0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직선 연결선 578">
              <a:extLst>
                <a:ext uri="{FF2B5EF4-FFF2-40B4-BE49-F238E27FC236}">
                  <a16:creationId xmlns:a16="http://schemas.microsoft.com/office/drawing/2014/main" id="{8ABA57CA-FFE9-46AB-82F5-B24247300323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185">
            <a:hlinkClick r:id="rId2"/>
            <a:extLst>
              <a:ext uri="{FF2B5EF4-FFF2-40B4-BE49-F238E27FC236}">
                <a16:creationId xmlns:a16="http://schemas.microsoft.com/office/drawing/2014/main" id="{4FA0E8DC-98DB-40E2-9816-EDC9AB5787B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Box 186">
            <a:hlinkClick r:id="rId3"/>
            <a:extLst>
              <a:ext uri="{FF2B5EF4-FFF2-40B4-BE49-F238E27FC236}">
                <a16:creationId xmlns:a16="http://schemas.microsoft.com/office/drawing/2014/main" id="{BF5F4C1E-9CB3-4312-A061-C73DD45A6B8F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184">
            <a:hlinkClick r:id="rId4"/>
            <a:extLst>
              <a:ext uri="{FF2B5EF4-FFF2-40B4-BE49-F238E27FC236}">
                <a16:creationId xmlns:a16="http://schemas.microsoft.com/office/drawing/2014/main" id="{20299861-28F6-4EE4-B92D-973301EF4C22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26</cp:revision>
  <dcterms:created xsi:type="dcterms:W3CDTF">2021-10-29T04:43:38Z</dcterms:created>
  <dcterms:modified xsi:type="dcterms:W3CDTF">2021-12-19T07:54:58Z</dcterms:modified>
</cp:coreProperties>
</file>
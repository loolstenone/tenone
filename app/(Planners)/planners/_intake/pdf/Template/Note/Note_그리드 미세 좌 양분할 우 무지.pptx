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" name="그룹 1435">
            <a:extLst>
              <a:ext uri="{FF2B5EF4-FFF2-40B4-BE49-F238E27FC236}">
                <a16:creationId xmlns:a16="http://schemas.microsoft.com/office/drawing/2014/main" id="{259634F0-9633-40A8-93DE-0C7AB7B33792}"/>
              </a:ext>
            </a:extLst>
          </p:cNvPr>
          <p:cNvGrpSpPr/>
          <p:nvPr/>
        </p:nvGrpSpPr>
        <p:grpSpPr>
          <a:xfrm>
            <a:off x="330339" y="462531"/>
            <a:ext cx="5416272" cy="7024500"/>
            <a:chOff x="286028" y="462531"/>
            <a:chExt cx="5416272" cy="7024500"/>
          </a:xfrm>
        </p:grpSpPr>
        <p:grpSp>
          <p:nvGrpSpPr>
            <p:cNvPr id="1356" name="그룹 1355">
              <a:extLst>
                <a:ext uri="{FF2B5EF4-FFF2-40B4-BE49-F238E27FC236}">
                  <a16:creationId xmlns:a16="http://schemas.microsoft.com/office/drawing/2014/main" id="{416757C7-F18C-41F2-A608-6D3A3A01DC4C}"/>
                </a:ext>
              </a:extLst>
            </p:cNvPr>
            <p:cNvGrpSpPr/>
            <p:nvPr/>
          </p:nvGrpSpPr>
          <p:grpSpPr>
            <a:xfrm>
              <a:off x="286028" y="533399"/>
              <a:ext cx="5413212" cy="6953632"/>
              <a:chOff x="286028" y="533399"/>
              <a:chExt cx="5413212" cy="6953632"/>
            </a:xfrm>
          </p:grpSpPr>
          <p:cxnSp>
            <p:nvCxnSpPr>
              <p:cNvPr id="1357" name="직선 연결선 1356">
                <a:extLst>
                  <a:ext uri="{FF2B5EF4-FFF2-40B4-BE49-F238E27FC236}">
                    <a16:creationId xmlns:a16="http://schemas.microsoft.com/office/drawing/2014/main" id="{E1536A9C-00AE-411F-A9DC-B7D693403D5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92796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8" name="직선 연결선 1357">
                <a:extLst>
                  <a:ext uri="{FF2B5EF4-FFF2-40B4-BE49-F238E27FC236}">
                    <a16:creationId xmlns:a16="http://schemas.microsoft.com/office/drawing/2014/main" id="{8AC7FFF7-3EE7-47F5-8F05-52B7DD33D1A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38284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9" name="직선 연결선 1358">
                <a:extLst>
                  <a:ext uri="{FF2B5EF4-FFF2-40B4-BE49-F238E27FC236}">
                    <a16:creationId xmlns:a16="http://schemas.microsoft.com/office/drawing/2014/main" id="{490BA4E5-51A0-483C-99B8-7E41AC65E18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41292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0" name="직선 연결선 1359">
                <a:extLst>
                  <a:ext uri="{FF2B5EF4-FFF2-40B4-BE49-F238E27FC236}">
                    <a16:creationId xmlns:a16="http://schemas.microsoft.com/office/drawing/2014/main" id="{D0BD8FC6-B22C-4E6E-8A3D-B5B5D6441B3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15540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1" name="직선 연결선 1360">
                <a:extLst>
                  <a:ext uri="{FF2B5EF4-FFF2-40B4-BE49-F238E27FC236}">
                    <a16:creationId xmlns:a16="http://schemas.microsoft.com/office/drawing/2014/main" id="{B03C2DD2-6CC5-4AF3-BB03-75AF4AE6AEF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89788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2" name="직선 연결선 1361">
                <a:extLst>
                  <a:ext uri="{FF2B5EF4-FFF2-40B4-BE49-F238E27FC236}">
                    <a16:creationId xmlns:a16="http://schemas.microsoft.com/office/drawing/2014/main" id="{BA4F8D84-9D06-45B4-A2A8-6990EC9F7AE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64036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3" name="직선 연결선 1362">
                <a:extLst>
                  <a:ext uri="{FF2B5EF4-FFF2-40B4-BE49-F238E27FC236}">
                    <a16:creationId xmlns:a16="http://schemas.microsoft.com/office/drawing/2014/main" id="{B6D3688D-17B6-4655-9B38-ACDDAE67486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12532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4" name="직선 연결선 1363">
                <a:extLst>
                  <a:ext uri="{FF2B5EF4-FFF2-40B4-BE49-F238E27FC236}">
                    <a16:creationId xmlns:a16="http://schemas.microsoft.com/office/drawing/2014/main" id="{830B2849-695F-48B5-BAAD-EA472E68CA0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86780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5" name="직선 연결선 1364">
                <a:extLst>
                  <a:ext uri="{FF2B5EF4-FFF2-40B4-BE49-F238E27FC236}">
                    <a16:creationId xmlns:a16="http://schemas.microsoft.com/office/drawing/2014/main" id="{8295DB1F-3428-4E87-BC51-5E9E56855DE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670449" y="4007644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6" name="직선 연결선 1365">
                <a:extLst>
                  <a:ext uri="{FF2B5EF4-FFF2-40B4-BE49-F238E27FC236}">
                    <a16:creationId xmlns:a16="http://schemas.microsoft.com/office/drawing/2014/main" id="{592AED5F-A1A1-40D3-9975-DE19AD45B3F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611336" y="4007645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7" name="직선 연결선 1366">
                <a:extLst>
                  <a:ext uri="{FF2B5EF4-FFF2-40B4-BE49-F238E27FC236}">
                    <a16:creationId xmlns:a16="http://schemas.microsoft.com/office/drawing/2014/main" id="{03D46086-1CF4-41A6-A909-A87CCEF0BA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81109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8" name="직선 연결선 1367">
                <a:extLst>
                  <a:ext uri="{FF2B5EF4-FFF2-40B4-BE49-F238E27FC236}">
                    <a16:creationId xmlns:a16="http://schemas.microsoft.com/office/drawing/2014/main" id="{E1828199-9FAB-49DB-8E00-3BA971789D0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26597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9" name="직선 연결선 1368">
                <a:extLst>
                  <a:ext uri="{FF2B5EF4-FFF2-40B4-BE49-F238E27FC236}">
                    <a16:creationId xmlns:a16="http://schemas.microsoft.com/office/drawing/2014/main" id="{CB3EBB71-C17B-4574-830E-0FC46045646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29605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0" name="직선 연결선 1369">
                <a:extLst>
                  <a:ext uri="{FF2B5EF4-FFF2-40B4-BE49-F238E27FC236}">
                    <a16:creationId xmlns:a16="http://schemas.microsoft.com/office/drawing/2014/main" id="{88036050-9FE3-44D8-BFBB-EBD1FD70FDC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03853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1" name="직선 연결선 1370">
                <a:extLst>
                  <a:ext uri="{FF2B5EF4-FFF2-40B4-BE49-F238E27FC236}">
                    <a16:creationId xmlns:a16="http://schemas.microsoft.com/office/drawing/2014/main" id="{62DF340E-B6C6-4444-A5FC-1CB4FA70B7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78101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2" name="직선 연결선 1371">
                <a:extLst>
                  <a:ext uri="{FF2B5EF4-FFF2-40B4-BE49-F238E27FC236}">
                    <a16:creationId xmlns:a16="http://schemas.microsoft.com/office/drawing/2014/main" id="{B9E65F7A-508E-4DA3-8EDB-0B4D5FBC46C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52349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3" name="직선 연결선 1372">
                <a:extLst>
                  <a:ext uri="{FF2B5EF4-FFF2-40B4-BE49-F238E27FC236}">
                    <a16:creationId xmlns:a16="http://schemas.microsoft.com/office/drawing/2014/main" id="{E2566102-DFDB-484F-A5FE-2B8E3D12DB7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100845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4" name="직선 연결선 1373">
                <a:extLst>
                  <a:ext uri="{FF2B5EF4-FFF2-40B4-BE49-F238E27FC236}">
                    <a16:creationId xmlns:a16="http://schemas.microsoft.com/office/drawing/2014/main" id="{C0CA9FD0-5415-4B77-BF37-8B1BC25AD49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75093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5" name="직선 연결선 1374">
                <a:extLst>
                  <a:ext uri="{FF2B5EF4-FFF2-40B4-BE49-F238E27FC236}">
                    <a16:creationId xmlns:a16="http://schemas.microsoft.com/office/drawing/2014/main" id="{583CF3DD-AA22-4E7B-A52B-D0B5E909158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255357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6" name="직선 연결선 1375">
                <a:extLst>
                  <a:ext uri="{FF2B5EF4-FFF2-40B4-BE49-F238E27FC236}">
                    <a16:creationId xmlns:a16="http://schemas.microsoft.com/office/drawing/2014/main" id="{9B630D3C-1167-4B1C-8821-EFA577F9E11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068611" y="4007643"/>
                <a:ext cx="6948487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7" name="직선 연결선 1376">
                <a:extLst>
                  <a:ext uri="{FF2B5EF4-FFF2-40B4-BE49-F238E27FC236}">
                    <a16:creationId xmlns:a16="http://schemas.microsoft.com/office/drawing/2014/main" id="{238792B9-D393-4AAF-8D3C-95ECE81A83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10490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8" name="직선 연결선 1377">
                <a:extLst>
                  <a:ext uri="{FF2B5EF4-FFF2-40B4-BE49-F238E27FC236}">
                    <a16:creationId xmlns:a16="http://schemas.microsoft.com/office/drawing/2014/main" id="{FF5BC933-0DEB-4AB3-8E0D-3117D4E9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36242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9" name="직선 연결선 1378">
                <a:extLst>
                  <a:ext uri="{FF2B5EF4-FFF2-40B4-BE49-F238E27FC236}">
                    <a16:creationId xmlns:a16="http://schemas.microsoft.com/office/drawing/2014/main" id="{37575265-9E9B-4485-8D03-FC8E8AFD51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51693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0" name="직선 연결선 1379">
                <a:extLst>
                  <a:ext uri="{FF2B5EF4-FFF2-40B4-BE49-F238E27FC236}">
                    <a16:creationId xmlns:a16="http://schemas.microsoft.com/office/drawing/2014/main" id="{C377589F-4DA0-4F2A-957C-8B4E8F27BD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64569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1" name="직선 연결선 1380">
                <a:extLst>
                  <a:ext uri="{FF2B5EF4-FFF2-40B4-BE49-F238E27FC236}">
                    <a16:creationId xmlns:a16="http://schemas.microsoft.com/office/drawing/2014/main" id="{BC450133-1F9E-4F27-A930-BFA738FD1A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15640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2" name="직선 연결선 1381">
                <a:extLst>
                  <a:ext uri="{FF2B5EF4-FFF2-40B4-BE49-F238E27FC236}">
                    <a16:creationId xmlns:a16="http://schemas.microsoft.com/office/drawing/2014/main" id="{163BF2A1-4955-4AAA-A3BB-D23FAB8C65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20791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3" name="직선 연결선 1382">
                <a:extLst>
                  <a:ext uri="{FF2B5EF4-FFF2-40B4-BE49-F238E27FC236}">
                    <a16:creationId xmlns:a16="http://schemas.microsoft.com/office/drawing/2014/main" id="{23D5CA03-9A54-4C2B-BE21-410DF81094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25941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4" name="직선 연결선 1383">
                <a:extLst>
                  <a:ext uri="{FF2B5EF4-FFF2-40B4-BE49-F238E27FC236}">
                    <a16:creationId xmlns:a16="http://schemas.microsoft.com/office/drawing/2014/main" id="{4FD74DC4-05BD-47C7-A816-ABE2B04552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31091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5" name="직선 연결선 1384">
                <a:extLst>
                  <a:ext uri="{FF2B5EF4-FFF2-40B4-BE49-F238E27FC236}">
                    <a16:creationId xmlns:a16="http://schemas.microsoft.com/office/drawing/2014/main" id="{D1723BA8-DA34-4E1D-A471-C87F7180CE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41392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6" name="직선 연결선 1385">
                <a:extLst>
                  <a:ext uri="{FF2B5EF4-FFF2-40B4-BE49-F238E27FC236}">
                    <a16:creationId xmlns:a16="http://schemas.microsoft.com/office/drawing/2014/main" id="{E1B04365-87AE-4194-8BFF-53CD5ADFA2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43967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7" name="직선 연결선 1386">
                <a:extLst>
                  <a:ext uri="{FF2B5EF4-FFF2-40B4-BE49-F238E27FC236}">
                    <a16:creationId xmlns:a16="http://schemas.microsoft.com/office/drawing/2014/main" id="{C026402D-CEDF-4840-A816-A7E0852719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46543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8" name="직선 연결선 1387">
                <a:extLst>
                  <a:ext uri="{FF2B5EF4-FFF2-40B4-BE49-F238E27FC236}">
                    <a16:creationId xmlns:a16="http://schemas.microsoft.com/office/drawing/2014/main" id="{508F74F4-854C-4E37-8430-FAA458F011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49118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9" name="직선 연결선 1388">
                <a:extLst>
                  <a:ext uri="{FF2B5EF4-FFF2-40B4-BE49-F238E27FC236}">
                    <a16:creationId xmlns:a16="http://schemas.microsoft.com/office/drawing/2014/main" id="{D5393BA8-1057-4C31-B27C-E70922EE38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54268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0" name="직선 연결선 1389">
                <a:extLst>
                  <a:ext uri="{FF2B5EF4-FFF2-40B4-BE49-F238E27FC236}">
                    <a16:creationId xmlns:a16="http://schemas.microsoft.com/office/drawing/2014/main" id="{751CE39A-77AF-4FFD-90AF-ACF61B9D98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56843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1" name="직선 연결선 1390">
                <a:extLst>
                  <a:ext uri="{FF2B5EF4-FFF2-40B4-BE49-F238E27FC236}">
                    <a16:creationId xmlns:a16="http://schemas.microsoft.com/office/drawing/2014/main" id="{2D9DD262-23A4-40CE-9C2E-856FF76F5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59419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2" name="직선 연결선 1391">
                <a:extLst>
                  <a:ext uri="{FF2B5EF4-FFF2-40B4-BE49-F238E27FC236}">
                    <a16:creationId xmlns:a16="http://schemas.microsoft.com/office/drawing/2014/main" id="{323267F9-FE0C-4A28-A400-40D2F8DD36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69719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3" name="직선 연결선 1392">
                <a:extLst>
                  <a:ext uri="{FF2B5EF4-FFF2-40B4-BE49-F238E27FC236}">
                    <a16:creationId xmlns:a16="http://schemas.microsoft.com/office/drawing/2014/main" id="{29A390BC-737A-4A7F-BA79-EA459561B8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61994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4" name="직선 연결선 1393">
                <a:extLst>
                  <a:ext uri="{FF2B5EF4-FFF2-40B4-BE49-F238E27FC236}">
                    <a16:creationId xmlns:a16="http://schemas.microsoft.com/office/drawing/2014/main" id="{DC9916AA-2D67-47C6-929A-033935937F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67144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5" name="직선 연결선 1394">
                <a:extLst>
                  <a:ext uri="{FF2B5EF4-FFF2-40B4-BE49-F238E27FC236}">
                    <a16:creationId xmlns:a16="http://schemas.microsoft.com/office/drawing/2014/main" id="{86C46883-8820-4F14-BF16-000014B552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72295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6" name="직선 연결선 1395">
                <a:extLst>
                  <a:ext uri="{FF2B5EF4-FFF2-40B4-BE49-F238E27FC236}">
                    <a16:creationId xmlns:a16="http://schemas.microsoft.com/office/drawing/2014/main" id="{A4B7C94D-4747-42AC-8777-2A7B1A16CE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7915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7" name="직선 연결선 1396">
                <a:extLst>
                  <a:ext uri="{FF2B5EF4-FFF2-40B4-BE49-F238E27FC236}">
                    <a16:creationId xmlns:a16="http://schemas.microsoft.com/office/drawing/2014/main" id="{949603B7-FB99-4D09-805C-FD50DDE900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13065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8" name="직선 연결선 1397">
                <a:extLst>
                  <a:ext uri="{FF2B5EF4-FFF2-40B4-BE49-F238E27FC236}">
                    <a16:creationId xmlns:a16="http://schemas.microsoft.com/office/drawing/2014/main" id="{0864B9C6-F604-4ED5-A72F-3F5B1D0DE9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388175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9" name="직선 연결선 1398">
                <a:extLst>
                  <a:ext uri="{FF2B5EF4-FFF2-40B4-BE49-F238E27FC236}">
                    <a16:creationId xmlns:a16="http://schemas.microsoft.com/office/drawing/2014/main" id="{02E32E78-C829-4698-B5BF-9571C78D4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182159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0" name="직선 연결선 1399">
                <a:extLst>
                  <a:ext uri="{FF2B5EF4-FFF2-40B4-BE49-F238E27FC236}">
                    <a16:creationId xmlns:a16="http://schemas.microsoft.com/office/drawing/2014/main" id="{9A9E2DC6-DE5A-4710-8057-CE4352CA9D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23366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1" name="직선 연결선 1400">
                <a:extLst>
                  <a:ext uri="{FF2B5EF4-FFF2-40B4-BE49-F238E27FC236}">
                    <a16:creationId xmlns:a16="http://schemas.microsoft.com/office/drawing/2014/main" id="{FBFE329C-76C4-48A2-9CB1-B24C4F9A21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285167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2" name="직선 연결선 1401">
                <a:extLst>
                  <a:ext uri="{FF2B5EF4-FFF2-40B4-BE49-F238E27FC236}">
                    <a16:creationId xmlns:a16="http://schemas.microsoft.com/office/drawing/2014/main" id="{55C0EDFA-06B6-4F35-8027-9286E327B7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984" y="336671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3" name="직선 연결선 1402">
                <a:extLst>
                  <a:ext uri="{FF2B5EF4-FFF2-40B4-BE49-F238E27FC236}">
                    <a16:creationId xmlns:a16="http://schemas.microsoft.com/office/drawing/2014/main" id="{7DB09CB1-0427-4775-9102-D9634B4D8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6646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4" name="직선 연결선 1403">
                <a:extLst>
                  <a:ext uri="{FF2B5EF4-FFF2-40B4-BE49-F238E27FC236}">
                    <a16:creationId xmlns:a16="http://schemas.microsoft.com/office/drawing/2014/main" id="{DE70C1B0-06B9-4678-A4CE-FCEA2DEC32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11796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5" name="직선 연결선 1404">
                <a:extLst>
                  <a:ext uri="{FF2B5EF4-FFF2-40B4-BE49-F238E27FC236}">
                    <a16:creationId xmlns:a16="http://schemas.microsoft.com/office/drawing/2014/main" id="{2E3D7F16-5D7B-477E-825D-9554E9948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37548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6" name="직선 연결선 1405">
                <a:extLst>
                  <a:ext uri="{FF2B5EF4-FFF2-40B4-BE49-F238E27FC236}">
                    <a16:creationId xmlns:a16="http://schemas.microsoft.com/office/drawing/2014/main" id="{44B2E42A-2AC6-4B68-9EE4-30BECE1A5E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52999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7" name="직선 연결선 1406">
                <a:extLst>
                  <a:ext uri="{FF2B5EF4-FFF2-40B4-BE49-F238E27FC236}">
                    <a16:creationId xmlns:a16="http://schemas.microsoft.com/office/drawing/2014/main" id="{2FA3189B-D408-427F-ACDD-19867DB763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65875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8" name="직선 연결선 1407">
                <a:extLst>
                  <a:ext uri="{FF2B5EF4-FFF2-40B4-BE49-F238E27FC236}">
                    <a16:creationId xmlns:a16="http://schemas.microsoft.com/office/drawing/2014/main" id="{F6620C03-B0DF-486B-BB8B-0C44CFCD71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169470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9" name="직선 연결선 1408">
                <a:extLst>
                  <a:ext uri="{FF2B5EF4-FFF2-40B4-BE49-F238E27FC236}">
                    <a16:creationId xmlns:a16="http://schemas.microsoft.com/office/drawing/2014/main" id="{7F3AB5EC-7E3F-4AA8-9391-B2E60603FB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22097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0" name="직선 연결선 1409">
                <a:extLst>
                  <a:ext uri="{FF2B5EF4-FFF2-40B4-BE49-F238E27FC236}">
                    <a16:creationId xmlns:a16="http://schemas.microsoft.com/office/drawing/2014/main" id="{FEB90CF1-A08C-442B-BA6A-38C028BE3C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27247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1" name="직선 연결선 1410">
                <a:extLst>
                  <a:ext uri="{FF2B5EF4-FFF2-40B4-BE49-F238E27FC236}">
                    <a16:creationId xmlns:a16="http://schemas.microsoft.com/office/drawing/2014/main" id="{848CBD6C-E7AD-48EE-A273-4834D55DD6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32398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2" name="직선 연결선 1411">
                <a:extLst>
                  <a:ext uri="{FF2B5EF4-FFF2-40B4-BE49-F238E27FC236}">
                    <a16:creationId xmlns:a16="http://schemas.microsoft.com/office/drawing/2014/main" id="{4C64DA98-861B-4AD1-BFD8-7D125FE23C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426990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3" name="직선 연결선 1412">
                <a:extLst>
                  <a:ext uri="{FF2B5EF4-FFF2-40B4-BE49-F238E27FC236}">
                    <a16:creationId xmlns:a16="http://schemas.microsoft.com/office/drawing/2014/main" id="{9C769476-5A4E-4F94-BF1B-7C52A7DB8A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45274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4" name="직선 연결선 1413">
                <a:extLst>
                  <a:ext uri="{FF2B5EF4-FFF2-40B4-BE49-F238E27FC236}">
                    <a16:creationId xmlns:a16="http://schemas.microsoft.com/office/drawing/2014/main" id="{4F1E4C70-DD75-44DB-988E-41928BBA37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47849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5" name="직선 연결선 1414">
                <a:extLst>
                  <a:ext uri="{FF2B5EF4-FFF2-40B4-BE49-F238E27FC236}">
                    <a16:creationId xmlns:a16="http://schemas.microsoft.com/office/drawing/2014/main" id="{92BF199A-4D85-4B6A-8FFF-16EE8D479C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50424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6" name="직선 연결선 1415">
                <a:extLst>
                  <a:ext uri="{FF2B5EF4-FFF2-40B4-BE49-F238E27FC236}">
                    <a16:creationId xmlns:a16="http://schemas.microsoft.com/office/drawing/2014/main" id="{D03C1945-6008-46C4-B45E-81EE5042A0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555750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7" name="직선 연결선 1416">
                <a:extLst>
                  <a:ext uri="{FF2B5EF4-FFF2-40B4-BE49-F238E27FC236}">
                    <a16:creationId xmlns:a16="http://schemas.microsoft.com/office/drawing/2014/main" id="{B51AEF0F-A9D0-4EC9-84FD-C2C35D360C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58150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8" name="직선 연결선 1417">
                <a:extLst>
                  <a:ext uri="{FF2B5EF4-FFF2-40B4-BE49-F238E27FC236}">
                    <a16:creationId xmlns:a16="http://schemas.microsoft.com/office/drawing/2014/main" id="{ABE237C7-1439-446B-8A54-9C3B5C3228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60725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9" name="직선 연결선 1418">
                <a:extLst>
                  <a:ext uri="{FF2B5EF4-FFF2-40B4-BE49-F238E27FC236}">
                    <a16:creationId xmlns:a16="http://schemas.microsoft.com/office/drawing/2014/main" id="{A66A97BF-AB58-4A02-A578-D13B750655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71026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0" name="직선 연결선 1419">
                <a:extLst>
                  <a:ext uri="{FF2B5EF4-FFF2-40B4-BE49-F238E27FC236}">
                    <a16:creationId xmlns:a16="http://schemas.microsoft.com/office/drawing/2014/main" id="{6CF7E03E-5548-4F06-82CD-69C0CEFA30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63300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1" name="직선 연결선 1420">
                <a:extLst>
                  <a:ext uri="{FF2B5EF4-FFF2-40B4-BE49-F238E27FC236}">
                    <a16:creationId xmlns:a16="http://schemas.microsoft.com/office/drawing/2014/main" id="{E995A23D-3189-4C2D-AAF9-6D081EBA5D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73601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2" name="직선 연결선 1421">
                <a:extLst>
                  <a:ext uri="{FF2B5EF4-FFF2-40B4-BE49-F238E27FC236}">
                    <a16:creationId xmlns:a16="http://schemas.microsoft.com/office/drawing/2014/main" id="{BEB61E30-6512-416A-928B-43EEC727C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9221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3" name="직선 연결선 1422">
                <a:extLst>
                  <a:ext uri="{FF2B5EF4-FFF2-40B4-BE49-F238E27FC236}">
                    <a16:creationId xmlns:a16="http://schemas.microsoft.com/office/drawing/2014/main" id="{66F3EE9E-A8E4-4727-BA0F-D6188D1044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14371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4" name="직선 연결선 1423">
                <a:extLst>
                  <a:ext uri="{FF2B5EF4-FFF2-40B4-BE49-F238E27FC236}">
                    <a16:creationId xmlns:a16="http://schemas.microsoft.com/office/drawing/2014/main" id="{258C68CF-39FE-41B9-A1A6-68BDD8BD26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401238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5" name="직선 연결선 1424">
                <a:extLst>
                  <a:ext uri="{FF2B5EF4-FFF2-40B4-BE49-F238E27FC236}">
                    <a16:creationId xmlns:a16="http://schemas.microsoft.com/office/drawing/2014/main" id="{18B2E47A-C18A-4943-9A8B-4C2A308DD8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195222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6" name="직선 연결선 1425">
                <a:extLst>
                  <a:ext uri="{FF2B5EF4-FFF2-40B4-BE49-F238E27FC236}">
                    <a16:creationId xmlns:a16="http://schemas.microsoft.com/office/drawing/2014/main" id="{AC7FC384-583D-4124-97A8-99FCAF98D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246726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7" name="직선 연결선 1426">
                <a:extLst>
                  <a:ext uri="{FF2B5EF4-FFF2-40B4-BE49-F238E27FC236}">
                    <a16:creationId xmlns:a16="http://schemas.microsoft.com/office/drawing/2014/main" id="{203E6BFE-F3D2-4F24-BE94-B685188D7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298230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8" name="직선 연결선 1427">
                <a:extLst>
                  <a:ext uri="{FF2B5EF4-FFF2-40B4-BE49-F238E27FC236}">
                    <a16:creationId xmlns:a16="http://schemas.microsoft.com/office/drawing/2014/main" id="{1D853168-1069-4D72-BC10-B5D3BFFA26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3497341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9" name="직선 연결선 1428">
                <a:extLst>
                  <a:ext uri="{FF2B5EF4-FFF2-40B4-BE49-F238E27FC236}">
                    <a16:creationId xmlns:a16="http://schemas.microsoft.com/office/drawing/2014/main" id="{03CDFB2C-6568-45FF-97F9-17B98FBC03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7221" y="6843232"/>
                <a:ext cx="2572924" cy="0"/>
              </a:xfrm>
              <a:prstGeom prst="line">
                <a:avLst/>
              </a:prstGeom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0" name="직선 연결선 1429">
                <a:extLst>
                  <a:ext uri="{FF2B5EF4-FFF2-40B4-BE49-F238E27FC236}">
                    <a16:creationId xmlns:a16="http://schemas.microsoft.com/office/drawing/2014/main" id="{7476F1DF-F8A7-4F37-8C64-C4D8E0365DD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-3182924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1" name="직선 연결선 1430">
                <a:extLst>
                  <a:ext uri="{FF2B5EF4-FFF2-40B4-BE49-F238E27FC236}">
                    <a16:creationId xmlns:a16="http://schemas.microsoft.com/office/drawing/2014/main" id="{6D0E8FAE-1B67-48E2-9EE3-A53BCB7ED27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224996" y="4007644"/>
                <a:ext cx="6948487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2" name="직선 연결선 1431">
                <a:extLst>
                  <a:ext uri="{FF2B5EF4-FFF2-40B4-BE49-F238E27FC236}">
                    <a16:creationId xmlns:a16="http://schemas.microsoft.com/office/drawing/2014/main" id="{29C87085-B220-421E-8A32-E13DC51ED7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20" y="7487031"/>
                <a:ext cx="5401074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3" name="직선 연결선 1432">
                <a:extLst>
                  <a:ext uri="{FF2B5EF4-FFF2-40B4-BE49-F238E27FC236}">
                    <a16:creationId xmlns:a16="http://schemas.microsoft.com/office/drawing/2014/main" id="{B694843F-118C-4820-BC46-2C0C568C75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028" y="533992"/>
                <a:ext cx="5412165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34" name="직선 연결선 1433">
              <a:extLst>
                <a:ext uri="{FF2B5EF4-FFF2-40B4-BE49-F238E27FC236}">
                  <a16:creationId xmlns:a16="http://schemas.microsoft.com/office/drawing/2014/main" id="{9D6FEF87-E0ED-4617-82FF-9F9AD2CF3E27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5" name="직선 연결선 1434">
              <a:extLst>
                <a:ext uri="{FF2B5EF4-FFF2-40B4-BE49-F238E27FC236}">
                  <a16:creationId xmlns:a16="http://schemas.microsoft.com/office/drawing/2014/main" id="{DD700970-4DB5-407D-83B9-272ABD957888}"/>
                </a:ext>
              </a:extLst>
            </p:cNvPr>
            <p:cNvCxnSpPr/>
            <p:nvPr/>
          </p:nvCxnSpPr>
          <p:spPr>
            <a:xfrm>
              <a:off x="28602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185">
            <a:hlinkClick r:id="rId2"/>
            <a:extLst>
              <a:ext uri="{FF2B5EF4-FFF2-40B4-BE49-F238E27FC236}">
                <a16:creationId xmlns:a16="http://schemas.microsoft.com/office/drawing/2014/main" id="{5FC2C9A2-4C01-4171-BCE2-939434136CCC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5" name="TextBox 186">
            <a:hlinkClick r:id="rId3"/>
            <a:extLst>
              <a:ext uri="{FF2B5EF4-FFF2-40B4-BE49-F238E27FC236}">
                <a16:creationId xmlns:a16="http://schemas.microsoft.com/office/drawing/2014/main" id="{A1207A58-C018-4DA8-917F-872DC540EE19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TextBox 184">
            <a:hlinkClick r:id="rId4"/>
            <a:extLst>
              <a:ext uri="{FF2B5EF4-FFF2-40B4-BE49-F238E27FC236}">
                <a16:creationId xmlns:a16="http://schemas.microsoft.com/office/drawing/2014/main" id="{DE5E5555-73B7-4978-B5B7-6B7814113801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40</cp:revision>
  <dcterms:created xsi:type="dcterms:W3CDTF">2021-10-29T04:43:38Z</dcterms:created>
  <dcterms:modified xsi:type="dcterms:W3CDTF">2021-12-19T08:00:30Z</dcterms:modified>
</cp:coreProperties>
</file>